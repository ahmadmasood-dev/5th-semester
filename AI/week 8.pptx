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0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9T09:18:09.05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1946 1571 76 0,'0'0'317'0,"0"0"-16"0,0 0-33 0,0 0-33 16,0 0-22-16,0 0-21 0,0 0-18 0,8 4-17 16,-8-4-18-16,2 12-15 0,-2-1-10 0,5 4-8 15,-5 1-13-15,2-1-2 0,-2 9-11 0,5-1-9 16,-2 0-3-16,0 8-7 0,-1-8-5 0,-2 6-5 16,0-4-5-16,0 6-5 0,0-6-4 0,-2 1-3 15,-1-3-3-15,3-3-3 0,-8 1-2 0,1 1 10 16,7-2-26-16,-8-1-17 0,6-1-18 0,-4-10-26 15,-1 4-25-15,0 3-37 0,6-6-44 0,-1 1-32 16,2-6-25-16,0-4-194 0,-5 7-441 0,5-7 195 16</inkml:trace>
  <inkml:trace contextRef="#ctx0" brushRef="#br0" timeOffset="650.29">1867 1656 228 0,'-7'-11'264'16,"-3"-1"-4"-16,4 2 1 0,-3 0-24 0,3 0-13 15,-1-2-14-15,5-1-14 0,1 7-18 0,-3-4-18 16,8-4-12-16,-1 6-12 0,2-7-20 0,-2 7-9 16,4-1-10-16,1-3-11 0,5 2 4 0,-1 2-22 15,6-1-9-15,-3-1-4 0,5 6-6 0,-3 3-8 16,-1-1 5-16,6 2-13 0,-3 0-4 0,3 3 0 15,-1 1-7-15,-4-1-5 0,5 4 2 0,-1 2-4 16,-3-6 2-16,2 2-5 0,-5 5-7 0,2-1-5 16,-4-1-2-16,-5 2-1 0,2 3-1 0,-2-4-4 0,-1 5 1 15,-4-1 1-15,-1 2-1 0,1 0 9 16,-3 0-9-16,-5 0 4 0,-1 0-4 0,-3-2 3 16,1 2 30-16,-5 1-5 0,5-8 1 0,-2 4-6 15,-2-2-2-15,-1 0 3 0,5-1-4 0,-1-3-3 0,3-2 5 16,-1 3-4-16,0-3 2 0,4-1 7 0,3-3-2 15,-7 6 6-15,7-6 0 0,0 0-6 16,0 0 0-16,0 0-2 0,30-2-3 0,-17 2-8 16,4-3 7-16,3 1-3 0,3 2 1 0,-6 0-4 15,6 0-1-15,5 1-2 0,-7 0 3 0,3 4-5 0,-5 0 4 16,-4 0-5-16,7-1 0 0,-6 3-3 0,1 2 2 16,0 0 3-16,-8 0 5 0,5 3-12 0,-3-3 2 15,-4-2 3-15,1 10 2 0,-1-8-4 16,-2 0 4-16,-5 3-6 0,0-1 11 0,-2 4-7 0,-1-2 0 15,1-3 3-15,-8 7-1 0,0-6 5 0,-5 4-6 16,5-3 3-16,-4-2 2 0,-3 0 9 0,-3 1 7 16,5-4 8-16,-1 5 15 0,-6-7 0 0,2 1 29 15,-3-2 14-15,2 1 7 0,-4-5-3 16,7 0 5-16,-6-3 2 0,3 1 2 0,3-2 2 0,-4 2-1 16,2-2-12-16,4 1-5 0,1-3-10 0,-5-2-7 15,12 4-6-15,-1 1-7 0,5 0-2 0,-11 0-7 16,15 3-11-16,-9-6-16 0,3 5-16 0,6 1-26 15,-9-5-26-15,9 5-22 0,0 0-39 0,0 0-24 16,0 0-17-16,0 0-28 0,0 0-24 0,0 0-21 16,0 0-29-16,30 6-27 0,-15 0-31 0,7-6-21 15,1 0-194-15,-2 2-570 0,9 2 253 0</inkml:trace>
  <inkml:trace contextRef="#ctx0" brushRef="#br0" timeOffset="1100.15">2734 1911 109 0,'15'-11'228'0,"1"1"16"0,-2-2 11 16,-6 0 4-16,-1 3 7 0,-2-3 5 0,3 5-4 16,-7-2 4-16,-1-4-25 0,2 6-5 0,-4-2-13 15,2 0-11-15,-6 3-23 0,3 1-17 0,-2-2-21 16,-2-1-10-16,-1 4-16 0,-2 1-7 0,-3 2-24 16,-1-1-25-16,-1 2 8 0,0 0-10 0,-6 3-7 15,4 2-1-15,-2 0-9 0,-5 7-8 0,3-4-2 16,3 1-3-16,3 5-7 0,-3-6-5 0,3 11-3 15,0-6-4-15,0 1-2 0,5 1-12 0,-2 1 10 16,6-1-29-16,1 0-1 0,1 0-12 0,3-2-3 16,2 3-5-16,-1-6-1 0,9 0-2 0,-3 1-2 15,8-2-3-15,-6-2-1 0,3 0 5 0,6-2-1 16,0-2-1-16,6 2-1 0,-10-7 4 0,4 2 5 16,2-6 1-16,-4 2 4 0,5-5 0 0,-3 1 2 15,-2-3 7-15,-2 0 2 0,-5-1 8 0,5 0 15 16,-3 1 11-16,-5-1 11 0,-3-1 10 0,5 1 10 15,-3 3 9-15,-2 1 2 0,0-4 17 0,-2 7-13 16,1-3 1-16,-1 8-4 0,0-9-16 0,0 9-6 16,4-6-7-16,-4 6-7 0,0 0-1 0,0 0 3 0,0 0-7 15,0 0-6-15,0 0-5 0,0 0 0 16,-4 21-13-16,4-9-9 0,5-5-8 0,0 4-13 16,-1 1-17-16,4 2-19 0,0-1-7 0,4 1-21 15,1-1-23-15,2-1-32 0,8 0-30 0,-5-2-37 16,14-2-36-16,-7-2-43 0,4 0-40 0,9-5-191 0,-9-5-568 15,7 1 251-15</inkml:trace>
  <inkml:trace contextRef="#ctx0" brushRef="#br0" timeOffset="1666.9">3361 1804 163 0,'-1'-12'260'0,"-4"5"3"0,3 4-4 16,-6-4-6-16,1 0-8 0,1 2-8 0,-3 0-8 15,3 4-8-15,6 1 5 0,-19-2-14 16,9 2-8-16,10 0-12 0,-24 2 0 0,9 4-5 15,0-1-19-15,-2 4-10 0,2-4-13 0,1 2-12 0,-3 7-16 16,7-5-4-16,-5 1-12 0,0 4-9 0,5-4-11 16,0 5-7-16,2-6-11 0,1 5-2 0,-1-2-11 15,5-1-1-15,-2 1-8 0,5 0 1 16,0-2-5-16,0 2-4 0,0 1 1 0,10-1-14 0,-4-1 3 16,9 1-4-16,-3 3-4 0,5-6-29 0,4-2 8 15,-1 3-11-15,8-1-12 0,0-4-19 0,4-3-24 16,1-2-13-16,1 0-16 0,0-6-12 0,-6 3-2 15,8-9 5-15,-14 4-3 0,9-6-2 16,-11 3-1-16,3-7-2 0,-3 0-5 0,-3 0-2 0,-1-6 0 16,-3-2-5-16,-6-2 5 0,1-2 7 0,-1-12 9 15,1 0 16-15,-11 12 7 0,3-11 18 0,-3 11 35 16,1-2 31-16,-5 1 27 0,1 1 20 0,-3 2 20 16,3 0 18-16,-1 1 18 0,2 7 16 0,-1 2 20 15,1 0-1-15,3 1 34 0,-5 2 11 0,2 5 6 16,2 0-9-16,1-1-4 0,-3 5-17 0,4 0-19 15,1 6-24-15,-5-8-7 0,5 8-14 0,0 0-15 16,-2-6-6-16,2 6-11 0,0 0-8 0,0 0-3 16,2 23-6-16,-1-8-4 0,4 3-6 0,0 2-2 15,-3 5-1-15,6 0-3 0,-1 14-4 0,1-10-3 16,14 13 1-16,-14-1-3 0,7-2-3 0,-4 1-5 16,4-1-25-16,0-2 4 0,-3 4-7 0,1-12-11 15,2-1-13-15,0 2-3 0,0-3-20 0,-4-3-10 16,-1-1-15-16,2-5-17 0,-9-3-2 0,4-1-12 15,1-3 4-15,-1-4 2 0,-7 5 13 0,6-8-10 16,-6-4-15-16,4 1-7 0,-4-1-8 0,0 0-10 16,0 0-8-16,10-23-11 0,-7 11-10 0,2-2-14 15,10-8-15-15,-7 0-22 0,2-3-13 0,0-1-165 16,0 2-443-16,-4 5 196 0</inkml:trace>
  <inkml:trace contextRef="#ctx0" brushRef="#br0" timeOffset="1884.04">3894 1829 1450 0,'9'-18'-114'0,"-3"2"36"0,2 3 47 0,-6 4 50 15,3-3 31-15,-3 0 42 0,-1 9 15 0,-1-5 12 16,2 1 8-16,-2 7 1 0,-2-8 2 0,2 8 2 15,-8-4 2-15,8 4-1 0,-10-1 3 0,10 1 5 16,-18 1 5-16,8 2 3 0,-3 1 2 0,0 4-3 16,-4-2-10-16,2 2-2 0,0 1-20 0,0-1-8 15,2 7-7-15,5-7-5 0,0 4-9 0,-6 0-10 16,13-5-2-16,-6 10-13 0,5-8 1 0,2 4-7 16,0-1 3-16,9 3-6 0,-1-1-2 0,7-1-21 15,0-1 18-15,1-1-9 0,4-2-4 0,5 6-2 16,11-4-23-16,-11 0-12 0,5 1-24 0,0-7-31 0,-4 1-40 15,2-2-46-15,-6-2-50 0,-1-2-56 16,3-2-65-16,-3-2-297 0,-6 1-661 0,-8-1 293 16</inkml:trace>
  <inkml:trace contextRef="#ctx0" brushRef="#br0" timeOffset="2367.39">4346 1398 329 0,'0'-21'347'0,"0"2"0"0,-7-3-2 0,7 5-6 16,0-2-14-16,-3 2-13 0,0 3-15 0,0 1-9 15,-1 0-13-15,3 4-16 0,1 2-25 16,0 1-25-16,-4-1-19 0,4 7-23 0,-3-7-23 0,3 7-21 15,0 0-15-15,0 0-10 0,0 0-10 0,0 0-8 16,0 34-7-16,0-17-8 0,0 10-11 0,0 5-2 16,7 9-1-16,-2 1-9 0,-2-2-13 0,0 6 10 15,7-2-5-15,-2 1-5 0,-1 3-3 0,0-4-6 16,1-1 1-16,-1-4 0 0,2 0-1 0,3-9 0 16,-2-2-4-16,-10 3-14 0,12-4-10 0,-3-5-20 15,-2-4-6-15,-2 0-14 0,-2-2-31 0,4-6-21 16,-7-1-19-16,7-3-12 0,-7 1-8 0,0-7-29 15,0 6-56-15,0-6-72 0,0 0-66 0,0 0-269 16,0 0-683-16,-2-28 303 0</inkml:trace>
  <inkml:trace contextRef="#ctx0" brushRef="#br0" timeOffset="2966.73">4205 1684 71 0,'4'-7'299'0,"1"4"-19"16,-5 3-16-16,10-3-14 0,0-1-21 0,-2 1-12 16,3-1-17-16,-1 3-14 0,7-1-18 0,-1-2-14 15,3 3-15-15,-1-4-13 0,3 3-14 0,-4-2-9 16,4 3-7-16,8-2-3 0,-8-1-16 0,1 3-12 16,2-1-10-16,-2 1-23 0,-5-3-32 0,-6 4-40 0,2 0-59 15,-3-4-74-15,4 1-82 0,-10 2-187 16,-4 1-479-16,12-4 213 0</inkml:trace>
  <inkml:trace contextRef="#ctx0" brushRef="#br0" timeOffset="3716.82">4596 1741 106 0,'0'0'314'0,"12"-3"-21"0,-12 3-18 0,10-4-24 16,-2 4-21-16,-8 0-23 0,16 0-21 0,-2 0-20 15,-8 4-12-15,3-1-20 0,7 4-13 0,-3 0-13 16,6 1-11-16,-8 2-8 0,11-1-5 0,-7-2-14 0,-2 7-4 16,3-5-7-16,-4 1-10 0,-2 4 0 0,3-4-5 15,-5 5-7-15,6-4-1 0,-6-3-3 16,-5 0-4-16,0 0-2 0,-1 0-2 0,0-4-3 15,1 2 4-15,-3 0 4 0,0-6 13 0,-7 7 14 0,7-7 16 16,-13 5 9-16,13-5 11 0,-10-1-4 0,10 1-14 16,-13-7 24-16,13 7-7 0,-13-7-7 0,5 1-10 15,1 0-3-15,5-3-28 0,-3 1 15 16,4-2-14-16,1-5-15 0,1 5-19 0,4-1-19 0,4-2-18 16,4-1-25-16,3 2-24 0,4-9-20 0,5 7-20 15,3 4-10-15,4 0-10 0,-4-2-1 0,8 2-1 16,-3 3 2-16,9-1 5 0,-8-1 9 0,-4 5 11 15,-7-2 12-15,9 1 6 0,-14 4 14 16,0-2 8-16,4-3 5 0,-1 3 17 0,-14 1 23 0,3 1 27 16,0-2 20-16,-4 2 13 0,-6 1-1 0,5-3 3 15,-5 3-1-15,4-8 2 0,-4 8 6 0,0 0 1 16,-14-9 2-16,6 7 0 0,8 2 2 0,-20-1-2 16,20 1-1-16,-23 1 2 0,7 4-3 0,1 1 1 15,-4-3 1-15,1 5-1 0,-2 0-6 0,4 1-5 16,-4-1 1-16,7 2-2 0,-9 6-5 0,7-4-4 15,5 3 7-15,-5-3-7 0,4 1-8 0,6 2 1 16,-5 3-2-16,2-6-3 0,8 7 1 0,-4-10-2 16,4 6-1-16,4-1 0 0,-1-2-2 0,7 0-4 15,-5-3-2-15,8 0-5 0,-1 0 1 0,4-1 1 16,-1-7-5-16,7 3-5 0,-2-1 0 0,-6-3 2 16,8-3 2-16,-4-1 2 0,0-2-1 0,-1-1-1 15,-4-4 1-15,2 2 3 0,-2-5 2 0,-1 1 10 16,0-1 10-16,-3-1 22 0,-2 2 24 0,0-2 11 15,-2 0 13-15,-2 3 9 0,-3 4 6 0,3-7 8 16,-1 7 4-16,-4 0-1 0,2-1-6 0,0 3-7 16,0 6-11-16,2-11-10 0,0 9-10 0,-2 2-10 15,0 0-14-15,0 0-11 0,0-8-20 0,0 8-17 16,0 0-9-16,0 0-21 0,0 0-30 0,0 23-32 16,0-14-27-16,1-4-27 0,6 6-29 0,-5-2-39 15,4 3-37-15,2-2-42 0,9 1-40 0,-5-2-251 16,2 1-633-16,6-1 279 0</inkml:trace>
  <inkml:trace contextRef="#ctx0" brushRef="#br0" timeOffset="4285.1">5915 1740 266 0,'0'-6'325'0,"-3"-5"-1"0,0 6-3 0,-7-3-7 15,3 0-12-15,0 1-15 0,-3 3-19 0,-4-4-2 16,2-1-16-16,2 6-17 0,-2 3-13 0,-2-4-27 15,4 4 1-15,-4 0-18 0,-5 1-16 0,9 2-8 16,-2 0-19-16,2 0-16 0,-5 0-9 0,0 4-10 16,2 0-10-16,-2 3-13 0,7-1-7 0,-5 1-8 15,6-2-1-15,-1 6-6 0,1-2-8 0,2 1-3 16,-1-1-5-16,1 1-3 0,6 4-3 0,3 0-3 0,-3-3-5 16,1 4-5-16,6-7-2 0,2 9-8 0,2-5-1 15,1 2-6-15,8 0-4 0,-4-5-8 16,4-2-1-16,1 5-10 0,8-4-7 0,-10-3-2 15,1-2-2-15,2-2-26 0,-1-4 20 0,-4-3 0 0,4 2 1 16,2-5-12-16,-5-1-13 0,2-2-9 0,-6-2-15 16,2-1 10-16,-6-5-1 0,2 0-1 0,-1-7 4 15,0 1 2-15,-2-3 8 0,-4-3 5 0,-1-2-1 16,-2 1 12-16,1-10 9 0,1 10 1 16,-5-11 6-16,-5 9 2 0,1 5 6 0,1 0 15 0,-2 0 13 15,5 0-5-15,-6 3 23 0,6 5 14 0,0 4 16 16,-10-3 18-16,6 8 9 0,3-2 9 0,-6 1 2 15,7 2 8-15,-2 2 1 0,1-1-1 16,-1 2-7-16,2 6-11 0,-3-9-13 0,3 9-4 0,-4-4-6 16,4 4-11-16,0-8-5 0,0 8-9 0,0 0-7 15,0 0-1-15,0 0 0 0,0 0-6 0,-5 24 0 16,7-12-3-16,1 0 0 0,-3 3 3 0,4 3-5 16,-1-2-2-16,0 4-3 0,6 4 5 0,-4 2-2 15,-2 2-3-15,5-1 6 0,4 3-4 0,-2-2 1 16,-4 1-7-16,3-1-4 0,-3-1-15 0,7-1-8 15,1-2-14-15,-6 4-6 0,0-2-25 0,-1-5-4 16,1-2-22-16,-1 0-13 0,3-3-19 0,0-1-12 16,-7-3-21-16,4 2-16 0,-1-7-16 0,2 2-19 15,-1-1-21-15,1-5-32 0,-1-3-28 0,6 1-240 16,-3-1-576-16,-10 0 255 0</inkml:trace>
  <inkml:trace contextRef="#ctx0" brushRef="#br0" timeOffset="4616.89">6519 1660 239 0,'0'0'355'0,"-8"-8"0"0,6 1 0 16,-3 2-7-16,5 5-11 0,-8-7-14 0,8 4-14 16,0 3-23-16,0 0-18 0,-8-9-25 0,1 6-18 15,7 3-21-15,-13-5-20 0,6 3-14 0,7 2-22 16,-16-1-14-16,9 1-10 0,-4 3-13 0,-1-2-13 15,-3 2-12-15,5 1-5 0,-1 0-10 0,-4 3-6 16,0-1-11-16,2 3-5 0,3 0-6 0,-5 0-2 16,6 0-5-16,-2 1-3 0,4 0-2 0,1-2-6 15,-4 8 0-15,5-8-5 0,0 2-1 0,0 2-4 16,5-3-3-16,5-1-2 0,-2 9-3 0,4-7-5 16,3 5 5-16,0-4-11 0,6 0-9 0,-1-1-14 15,5-4-14-15,0 2-28 0,-2-3-40 0,12 3-26 16,-5-4-46-16,1-2-35 0,-3-2-32 0,-1 0-36 15,6-2-32-15,-7 1-18 0,4-3-7 0,-3 0-198 16,1-3-583-16,-3-1 258 0</inkml:trace>
  <inkml:trace contextRef="#ctx0" brushRef="#br0" timeOffset="5350.17">6715 1803 1006 0,'6'-8'-72'15,"1"2"47"-15,-2 1 33 0,-2 1 48 0,0-6 33 16,-3 1 36-16,0 9 22 0,0-11 16 0,2 7 11 0,-2 4 13 16,-2-12 15-16,2 12 16 0,0-8-7 0,0 3 6 15,0 5 0-15,-3-8-8 0,3 8 1 16,-3-6-9-16,3 6-14 0,0 0-14 0,0 0-22 15,0 0-16-15,0 0-17 0,0 0-12 0,0 0-19 0,0 0-6 16,0 0-8-16,0 0-7 0,0 0-8 0,0 0-7 16,-2 21-4-16,2-11-8 0,0-2-21 0,0 3-3 15,0 0-9-15,5 3-8 0,0-4-3 16,-2 2-4-16,7 2-13 0,-8-2-4 0,3 0-2 0,3-3-11 16,-1-2 9-16,-1 4 2 0,4-8 9 0,-5 5-14 15,5-4 1-15,2 0-7 0,-4-4 19 0,0 2 1 16,-8-2 5-16,22-6 3 0,-15 2 2 0,1 1 3 15,-2-4-7-15,4-2 4 0,0 1 16 16,-6-3 17-16,2 0 10 0,1 2 12 0,0-1 0 0,-6 2 0 16,-1-4 7-16,5 5 9 0,-3 2 4 0,-2-5 1 15,0 3-1-15,0 7-1 0,0-10-5 0,6 6-2 16,-6 4-10-16,0-9-7 0,0 9-5 0,4-6-8 16,-4 6-4-16,0 0-7 0,0 0-1 0,0 0-3 15,0 0-12-15,0 0 10 0,0 0-8 0,0 0-9 16,0 0-7-16,0 0-5 0,-2 24-15 0,4-18 2 15,-2 3-9-15,3 0-5 0,-1-3-24 0,3 3 9 16,-2 3-10-16,2-6 3 0,3 3-7 0,0 1-4 16,2-2-2-16,4-4-2 0,-1 4-5 0,3-1 3 15,6-2-4-15,-4 1 12 0,5-6 0 0,2 6 6 16,-2-6 5-16,5 0 8 0,2-1 4 0,0-4 8 16,-8 2 3-16,7-3 3 0,1-3 8 0,-10 1-1 15,8 4 5-15,-3-7 3 0,5-2 2 0,0 6 3 16,-2-9 0-16,3 3 3 0,-3-1 3 0,0-5-2 15,-3 4 4-15,-5-1 1 0,3-3 0 0,-3 6 2 16,-7-1 1-16,-1 1 4 0,0-2 12 0,-4 0 8 16,-2 3 1-16,-7-3 13 0,1-1 5 0,-2 2-5 15,-8 4 13-15,2-4 0 0,0 6 0 0,-6-4-5 16,0 7 5-16,-1 0 2 0,-7 0-5 0,6 2-6 16,-4 3-3-16,-2 0-5 0,6 3-1 0,-4-1-3 15,3 4-2-15,4 3-8 0,-2 3 1 0,5 1 0 16,5 4 1-16,-1 2-3 0,6 8-3 0,0 0 8 15,8 2-10-15,5 11 0 0,-1-1 7 0,4-3 1 16,1 6-1-16,4-1 3 0,1 1 2 0,-1-3 4 16,4 1 5-16,0-1 5 0,0 5-7 0,-2-8 4 0,0 3-12 15,-3-4 0-15,-5-10 7 0,0 2-7 16,0-1 4-16,-4-1-3 0,-4-10 6 0,-2 3-9 16,-2-3-5-16,-3 0 1 0,0-5 1 0,-3-2 0 15,0-2 2-15,-9-3 0 0,0-3 2 0,12 0-32 0,-41-9-59 16,10-3-81-16,-12-1-109 0,4-10-134 0,-4-4-261 15,4 0-713-15,6-4 315 0</inkml:trace>
  <inkml:trace contextRef="#ctx0" brushRef="#br0" timeOffset="5534.42">7403 1390 2174 0,'-38'-25'241'0,"13"10"0"0,-1-3-7 15,3-2-28-15,8 12-39 0,-7-1-20 0,7-5-51 0,2 3-10 16,-2 7-18-16,7-4-7 0,1 4-9 0,1-2-30 16,2 0-40-16,4 6-39 0,0 0-60 0,0 0-81 15,0 0-105-15,0 0-214 0,-5 19-561 16,5-19 248-16</inkml:trace>
  <inkml:trace contextRef="#ctx0" brushRef="#br0" timeOffset="6849.95">8785 1194 63 0,'0'-21'263'0,"0"6"-14"0,0-2-19 16,-5 1-10-16,2 4-18 0,-9 1-16 0,1 0-23 15,-2 0-14-15,-2 1-12 0,-2 4-15 0,-3 4-12 16,-1 0-9-16,-1-1-11 0,-8 3-10 0,9 5-7 16,1-3-7-16,-8 4-4 0,10 3-7 0,-12 4-5 15,15-3-4-15,-5 1-4 0,4 2-8 0,2-1-3 16,6 3 0-16,1 0-5 0,2 4 2 0,5-2-3 15,0 1 0-15,5 2 5 0,9 4-6 0,-3-7-1 16,9 5-2-16,0 4 2 0,10 1-3 0,0 1-3 16,-7-7-2-16,12 6 1 0,-12-6-2 0,5 10-3 15,0-9-3-15,-5-5 2 0,-3 6 0 0,0-4-2 16,0 1 1-16,-7-5-1 0,-3-4 1 0,3 1-6 16,-5-4 2-16,-6 3-2 0,5-2-3 0,-7-2 6 15,0 1 3-15,-4-2 13 0,-1 0 10 0,-3 0 10 16,-5-1 5-16,-2-2 4 0,3 1-1 0,-4-3-8 0,1 2 3 15,-2-1 6-15,4-2-6 0,-2 3 0 16,-1-6 8-16,-1 6-6 0,2-6 4 0,4 3-8 16,-4-3-3-16,0 0 5 0,7 0-8 0,1 2 2 15,7 1-3-15,-15-2-6 0,7 1 4 0,8 1 4 0,0 0 4 16,-7-8-12-16,7 8-6 0,0-8-8 0,0 8-3 16,15-8-6-16,-8 1-6 0,6 4-5 0,-3-2-4 15,5-3-8-15,6 2-4 0,-1-2 5 16,2 4-8-16,-1-4 1 0,-1 3-5 0,3-5-2 0,4 6-3 15,-1-5-1-15,1-2 2 0,1 7-4 0,-7 0 4 16,-4-4 4-16,4-3 2 0,-1 7 3 0,-3 0 14 16,-2 2-8-16,-4-4 0 0,-1 0 0 0,-3 0 2 15,3 3 7-15,-7-1 5 0,4 0 0 0,-1 1 4 16,-2-2 4-16,-4 5 3 0,8-8-2 0,-5 5-2 16,-3 3 13-16,0 0-11 0,0 0 0 0,0 0-2 15,0 0-2-15,0 0-3 0,0 0 3 0,0 0 6 16,0 0-12-16,0 0-2 0,-21-3 4 0,21 3-2 15,0 0 2-15,-10 10-1 0,6-3-1 0,3 0-2 16,-4 1 3-16,10 2 1 0,-5-1-5 0,5 0 2 16,0 3-6-16,8 0-7 0,0 0-1 0,10 3-13 15,2 0-23-15,2-2-17 0,-1-2-14 0,7 0-16 16,14 1-12-16,-9-4-8 0,-2-3-14 0,7 2-15 16,3-5-2-16,-2 3 4 0,-10-4 21 0,-2-2 11 15,1 1-2-15,-3-5 18 0,-4-4 9 0,-4 4 15 16,-1 0 22-16,-6-3 18 0,-2 1 22 0,-4-1 20 15,-3-3 13-15,-6 4 17 0,5-2 13 0,-5-3 16 16,0 5 11-16,-5-5 11 0,4 2 9 0,-13 1 0 16,6 1 3-16,-4-1-2 0,-2 1 0 0,5 3 0 15,-6-4-6-15,0 4-3 0,-3 0-9 0,0 2-4 16,3 3-7-16,-6 0-4 0,6 2-8 0,-3 2-6 16,1-1-2-16,0 3-6 0,1 1-8 0,1-2-5 15,5 3 2-15,-7 4-4 0,6-2-4 0,3 2-3 16,-4 0-2-16,5 2 1 0,-1-3 0 0,6 5-10 15,-2-3 0-15,4-4-12 0,0 6 0 0,6-5 0 16,2 1-9-16,-3 4 3 0,5-7-1 0,-1-4-5 16,5 5-5-16,6-2-1 0,-3-4-5 0,1 1 1 15,2-3-2-15,-2-1 4 0,4-1 3 0,-4-3 1 16,3-1 2-16,-4 0 5 0,1-3-2 0,-3 3 3 16,0-6 8-16,-3-1 11 0,-1 1 9 0,-3 1 15 0,4 0 14 15,-5-4 24-15,-6 2 27 0,8-1 10 16,-9-1 17-16,5 5 9 0,-4-3 10 0,-1 0-3 15,0 5-1-15,-1-1-2 0,2 0-7 0,-2 1-13 16,1 1-14-16,0 6-13 0,1-12-9 0,-1 12-15 0,-6-5-8 16,6 5-6-16,0 0-10 0,0 0-4 0,-10 15-15 15,5-11-14-15,3 3-15 0,-5 5-12 16,7-3-14-16,0 9-21 0,0-6-18 0,0 7-17 0,0-3-27 16,7-1-12-16,-7-3-20 0,2 1-6 0,4 2-22 15,3-3-24-15,2 3-31 0,-1-8-20 0,5 3-41 16,-2-6-22-16,-5-3-229 0,12 3-585 15,-8-3 260-15</inkml:trace>
  <inkml:trace contextRef="#ctx0" brushRef="#br0" timeOffset="7850.42">9853 1680 377 0,'8'-12'17'0,"-3"3"35"0,-2-3 48 0,6 2 38 15,-9-2 22-15,5 1 18 0,-5 0 11 0,5-1 10 16,-5 0 1-16,5 5 18 0,-5-1-12 0,0-1 7 16,0 2 0-16,1 1-7 0,-1 6 4 0,3-12-9 15,-3 6-15-15,0 6-20 0,0-7-14 0,0 7-14 16,0 0-22-16,0 0-1 0,0 0-29 0,2-7-6 15,-2 7-10-15,0 0-5 0,0 0-6 0,13 15-8 16,-6-10-5-16,1 5-10 0,-1-5 0 0,1 2-5 16,-1 5-8-16,1-4-6 0,-1-1-16 0,3 8 2 15,0-6-5-15,-2 2-11 0,-2-2 1 0,3-2-13 16,-8 1-3-16,6-1-5 0,0 1 8 0,-7-2-10 16,5-1 4-16,-4-1 0 0,-1-4 6 0,2 6-1 15,-2-6 9-15,0 0 1 0,0 0-1 0,0 0 11 16,0 0-3-16,0 0 10 0,0 0 20 0,0 0-9 15,0 0 2-15,0 0-5 0,-15-15-2 0,15 9-5 16,0 6 2-16,8-13-5 0,-1 5-11 0,1 1-15 16,-1-5-19-16,8 1-19 0,5 0-22 0,3-5-22 15,-2 3-22-15,9-1-24 0,1 6-1 0,3-4 9 16,-3 5 7-16,5-1 2 0,-6 3 14 0,-2-2 8 16,4 2 7-16,-12-2 16 0,-4 1 10 0,1 4 15 15,-6-1 26-15,-2 3 30 0,1-4 13 0,-5 1 13 16,-5 3 8-16,9-4-1 0,-9 4 9 0,0 0 9 15,0 0 12-15,0 0 11 0,-14-8 12 0,14 8 7 16,-19-1 11-16,6 2 6 0,-3-1 10 0,-3 0-12 16,3 2 8-16,-6-1-3 0,1 1-1 0,-1 5-8 0,1-4 3 15,4 4-14-15,-1 0 0 0,0 1-9 16,3 1-7-16,0-1-13 0,0 2-5 0,2 3-5 16,3-4 0-16,2 5-7 0,3-1-2 0,1 2-2 15,3 0-6-15,2 1 5 0,1-1-4 0,5-1-3 0,3 3-12 16,4-6-3-16,5 5-20 0,7-3-9 0,-4 4-20 15,6-8-8-15,3 1-23 0,4-2-19 16,-5-3-19-16,6-3-20 0,-1-2-22 0,-4-2-20 16,-1-3-11-16,0 3-6 0,0-10-6 0,0-1-3 0,-1-4-1 15,0 4 10-15,-5-6 9 0,-4-1 19 0,0-2 17 16,-3-3 9-16,-1 4 24 0,-3-4 13 0,2-6 12 16,-1 4 30-16,-4-1 26 0,-4-1 59 0,-1 1 50 15,2-15 39-15,-7 14 24 0,0-3 15 0,-4 5 9 16,1 0 5-16,3 0 20 0,-2 2-5 0,-3 4 4 15,5 1 4-15,-6 1 0 0,4-1 1 0,1 5-1 16,-3-1-4-16,3 8-6 0,-1-4-16 0,-1 5-18 16,1 1-15-16,0 0-18 0,2 6-19 0,-3-11-17 15,3 11-11-15,0 0-13 0,0 0-8 0,0 0-10 16,0 0 7-16,-7 20-14 0,7-6-3 0,-3 2-6 16,3 7-5-16,3 0 4 0,-3 3-8 0,0 2 9 15,0 4-15-15,2-2 4 0,-2 1-2 0,2 4-12 16,1-4-4-16,2 7-9 0,2-6-3 0,-1-4-3 15,2 11-17-15,-3-12-8 0,4-1-4 0,2 1-1 16,-1-4-2-16,-5-4-4 0,3-3 4 0,-1-5 8 16,-2 1 6-16,0-5 6 0,-2 1 3 0,4-3 5 15,0-2 7-15,-7-3 5 0,6 2 4 0,-6-2 8 16,0 0 14-16,17-9-7 0,-12 8 20 0,-5 1-13 16,10-11-2-16,-4 7 7 0,-2-3-2 0,1 2-5 15,1 2 7-15,-6-4-1 0,7 3-6 0,-7 4 0 16,8-3 0-16,-8 3-8 0,0 0-3 0,7-5 5 15,-7 5-11-15,0 0 7 0,15 7-2 0,-9-2 2 16,2-2 1-16,-1 4-4 0,3-2-1 0,-5 3 0 16,8-1 8-16,-3 0 0 0,-3-3-5 0,8-1 12 15,0 0 7-15,1 3 2 0,2-3-8 0,-3-3 3 16,3 0-1-16,2-2-3 0,0-2 2 0,2 1-2 16,-4-2 4-16,12-8-4 0,-7 4-4 0,5-3-8 15,-6-1-17-15,6 1-14 0,-5-3-30 0,-3 3-30 0,-2-7-52 16,-3 3-61-16,0 1-83 0,-9-6-81 0,1 4-250 15,-2 2-670-15,-3 1 296 0</inkml:trace>
  <inkml:trace contextRef="#ctx0" brushRef="#br0" timeOffset="19868.03">1900 2541 67 0,'0'0'177'0,"0"0"-8"0,0 0-5 0,-8-3-9 0,8 3-6 16,0 0-8-16,0 0-4 0,0 0-12 0,0 0-7 15,0 0-3-15,0 0-13 0,0 0-7 0,0 0-8 16,0 0-5-16,0 0-7 0,0 0-6 0,0 0-10 16,0 0-2-16,0 0-8 0,0 0-3 0,0 0-5 15,0 0-7-15,0 0-1 0,0 0-2 0,0 0-4 16,0 0-2-16,0 0-2 0,0 0-1 0,0 0 0 16,0 0-4-16,0 0 4 0,0 0-1 0,0 0-2 15,0 0 0-15,0 0-3 0,0 0 1 0,0 0 1 16,0 0-1-16,0 0-1 0,31 5-1 0,-31-5-1 15,17 1 0-15,-3 2-2 0,-5-1-2 0,4-2-1 16,2 1 3-16,0-1-2 0,5 1-4 0,-4 4 0 0,6-5 0 16,-1 3-3-16,1-3 6 0,-4 3-3 0,5-2-5 15,-1 1 2-15,-3-1 2 0,5 4-1 16,-6-2-3-16,0-1-1 0,4-2 3 0,-6 5-2 16,6-3 5-16,-16-2-4 0,14 0-1 0,-3 2 7 0,-2 2-6 15,-1-4-3-15,3 3 0 0,-5-3 2 0,1 1 0 16,-2-1 0-16,3 0 0 0,1 0 0 0,3 4 1 15,-7-3 0-15,4 2-3 0,-2-3 0 16,1 3 3-16,2-9 0 0,1 12-2 0,-11-5 1 0,8 2-3 16,1-1 3-16,-1 0 1 0,1-1-4 0,0 2 0 15,-6-2 4-15,4-1 1 0,-3 2-5 0,1-1 4 16,3-1-1-16,-5 0-2 0,6 5 0 0,-3-5 2 16,-4 6-1-16,1-5-2 0,4-1 5 0,-13 0-1 15,18 3-1-15,-6-1-2 0,-3 0 1 0,3-1 0 16,-2-1 0-16,0 3 3 0,2-3-1 0,-3 0-2 15,-9 0 2-15,27 1 0 0,-20-1-2 0,6 0 0 16,-2 2 0-16,-2-1 0 0,4-2 2 0,2 1-3 16,-7 1 0-16,5-1 2 0,-13 0 0 0,23 4-1 15,-16-4 0-15,6 1 2 0,-1 1-5 0,0-2 5 16,1 0 1-16,-5 0-2 0,7 0 1 0,-15 0-1 16,21 0 0-16,-7 1 2 0,1-1-6 0,-4 0 3 15,9 0 0-15,-3 0 0 0,1 0 0 0,-2 0 3 16,4 1-3-16,-5-1-1 0,3 3 0 0,1-3 4 15,-1 0-4-15,3 4 2 0,-6-4 1 0,2-4-3 16,3 4-1-16,1 4 4 0,1-4-2 0,-6 0-4 16,4-4 5-16,-2 4-1 0,0-3 1 0,1 2 0 15,-1 1-5-15,-2 1 7 0,3-1-2 0,-3-1 0 16,2 2-1-16,-3-2 0 0,-3 2 0 0,-1-2-2 16,3 1 2-16,1 0 2 0,-1 0-3 0,0 0-1 0,2-1 2 15,-1-1 3-15,-2 2 0 0,2-1 0 16,7 1-1-16,-14-4-4 0,9 3 4 0,2-1-1 15,0 1-2-15,-6 1-1 0,0-3 3 0,0 2-2 16,4 1 2-16,-4 0 0 0,4 1-5 0,1-2 6 0,-8 1-2 16,6 0 1-16,-1 0-2 0,5-2 0 0,-8 2-1 15,4 0 1-15,1 2 0 0,-2-2-3 16,1-2 6-16,-6 2-1 0,7 2 0 0,-4-2 1 16,-3-2-2-16,11 2 2 0,-1 0-4 0,-3 0 4 0,4-2-2 15,-4 4-3-15,1-4 2 0,-1-1 1 0,1 3 1 16,0 0-1-16,0 0 1 0,4-1-1 0,-1-1 0 15,-4 2-1-15,4-4 3 0,1-1-1 16,4 5 0-16,3-3 0 0,-10 3-2 0,13-1 2 0,-2-2-1 16,-1 0 1-16,0-3-3 0,-1 7 4 0,3-2-3 15,2-2 0-15,-3 0 1 0,8 2 0 0,-5-4 0 16,0 5-2-16,2 0 4 0,2 0-5 0,7 0 6 16,-9 0-3-16,-2 0-1 0,2 0 1 0,1-2-2 15,-4 2 0-15,2 0 2 0,1 0 2 0,-3-1-6 16,-1 1 2-16,2 1 2 0,-1-5-4 0,-1 4 4 15,-1 3 4-15,-2-6-6 0,0 3-2 0,0 0 5 16,2 0-1-16,0 3 3 0,-2-6-5 0,-1 6 1 16,-6-3 3-16,9 1-1 0,-4-5 1 0,6 3-5 15,-11 2 3-15,6-2 3 0,4 2-5 0,-1-2 3 16,-2 1 0-16,-3 0 0 0,3 0-1 0,0 0 0 16,2 1-1-16,-8-2-1 0,-1 1 2 0,6 0 0 15,-6 1 0-15,7 2 0 0,-5-3 1 0,6-3-2 16,0 3 2-16,-7-1 1 0,3 1-1 0,-5 0-2 15,1 0 1-15,2-2 1 0,-1 4-1 0,1-2-3 16,0 1 2-16,5-2 1 0,-5 1-1 0,-1 0-2 16,-1 1 2-16,9-2 1 0,-8 1 2 0,8 0-4 15,-1 1 3-15,-2 2-3 0,-4-6 5 0,7 2-6 16,-5 2 3-16,-1 2 1 0,3-6-1 0,1 6 2 0,2-7-2 16,-9 5 0-16,7 2 1 0,-3-3-1 0,2-3-1 15,3 3-2-15,-2 3 9 0,2-3-6 0,-12 1 2 16,12-1-1-16,-9 0-3 0,9-1 2 15,-9 2-1-15,9-1 0 0,-8 0-1 0,6 2 2 0,2-2 0 16,-9 0-1-16,9 1 0 0,-7-1 1 0,-1 0 0 16,-1 4 0-16,9-3 2 0,0-1-3 0,-2 3-1 15,2 0 5-15,-4-3-3 0,1 1 0 0,1 2-1 16,3 1 1-16,-4-4 2 0,-6 4-3 0,11-7 1 16,-6 3 0-16,1 6 0 0,-8-6 0 0,6 0-3 15,3 1 3-15,2-1 1 0,-8-1 0 0,6-1 0 16,2 4 1-16,-4-2-1 0,6 0-5 0,-8 0 2 15,5 0 5-15,0 1-1 0,-1-1-4 0,1 0 7 16,-3 4-6-16,-1-4 1 0,1 0 1 0,3 1-3 16,-8-1 2-16,2 4 0 0,7-4 2 0,-2-4-1 15,-6 3 0-15,7 1-3 0,3 1 3 0,-6-1-1 16,3 0 2-16,-3-5-2 0,-6 5-1 0,3-1 3 16,-1 1-5-16,9 0 5 0,-11-2-2 0,10 2-2 15,-2 0 2-15,2-4 1 0,-7 3-2 0,10 1 6 16,-2 0-4-16,1-2-1 0,1 2 0 0,-2-2 2 15,7-2-4-15,-8 1 1 0,7-1 2 0,1 4-2 16,3-5 1-16,-5 5-1 0,11 0 0 0,-4 0 0 16,2-3 1-16,1 0 1 0,-5 2 0 0,-3-1 0 15,-8 0-1-15,7-2-1 0,12-2 1 0,-4 1 0 16,-2 4-1-16,5-1 9 0,-13 2-11 0,-4-1 3 16,20-2 0-16,-8 0 0 0,0-2 1 0,-8 4 0 15,-2-2-3-15,10 0 2 0,-8-3 0 0,11 4-3 0,-1-2 2 16,-10 4 1-16,10-8-4 0,-1 8 6 0,-7-1-1 15,6 0 1-15,0-4 0 0,1 2-2 16,-10 3 1-16,10 0-4 0,-1-3 9 0,-10 4-4 16,1-2-3-16,0-5 2 0,-4 6-3 0,5-1 0 0,-2 1 3 15,0-2-1-15,0 2 1 0,-3-5-1 0,-2 4 0 16,2-2 1-16,-2 3 0 0,2 0-2 0,-5-5-1 16,-4 4 1-16,1-2 3 0,-1 3-1 0,-1 0-1 15,2 0-2-15,-4-6 0 0,3 6 5 0,-6 0-2 16,0 3-1-16,2-6 0 0,2 3 2 0,-2-1-2 15,1-1 1-15,-1 2 1 0,3 0-2 0,-4-2 0 16,-1-1 3-16,0 3-1 0,-2-1-2 0,-1 2-1 16,-1-2-1-16,-1 1 0 0,0 1 3 0,-10-1-1 15,20 0-1-15,-17 3 1 0,-3-3 0 0,14-4 2 16,-14 4-4-16,8-1 3 0,-8 1 2 0,0 0-5 16,12 1 3-16,-12-1-3 0,0 0 3 0,0 0-1 15,13 0 3-15,-13 0-2 0,0 0-2 0,0 0 4 16,6-3-13-16,-6 3-13 0,0 0-26 0,0 0-23 15,0 0-37-15,0 0-58 0,0 0-54 0,0 0-156 16,0 0-409-16,0 0 182 0</inkml:trace>
  <inkml:trace contextRef="#ctx0" brushRef="#br0" timeOffset="30767.01">5069 3229 199 0,'7'-13'302'0,"-5"4"-1"0,4 0 6 15,-1-1 3-15,-5 2-4 0,7 1 3 0,-7-3-13 16,0 3-12-16,0 7-6 0,2-9-30 0,-2 6-22 15,0 3-26-15,0 0-21 0,0 0-21 0,0 0-16 16,0 0-13-16,0 0-15 0,-29 12-12 0,16 2-10 16,-10-1-11-16,0 8-6 0,-9 4-4 0,-2 5-8 15,2 1-6-15,2 1-4 0,1 2-9 0,0 0-4 16,6-3-4-16,5-2-4 0,3 8-3 0,-1 2-2 16,1-1 1-16,8-5-7 0,7 8 4 0,-2-10-7 0,4-1 1 15,5-2 8-15,8 11-11 0,0-10-1 16,6 5 2-16,1-7-11 0,1-1-6 0,13-2-9 15,-1 0-8-15,5-2-25 0,-12-8-34 0,8-4-45 16,-6-3-45-16,1 1-52 0,4-5-62 0,-5-6-83 0,-2 2-302 16,-5-5-721-16,2-2 318 0</inkml:trace>
  <inkml:trace contextRef="#ctx0" brushRef="#br0" timeOffset="31367.14">5374 3282 2 0,'0'0'292'0,"-3"-11"-16"0,3 11-20 0,-2-8-20 16,2 8-25-16,0 0-17 0,5-8-23 0,-5 8-14 16,0 0-21-16,0 0-12 0,0 0-11 0,0 0-12 15,0 0-13-15,0 0-3 0,15 14-13 0,-10-7-12 16,-5 0-5-16,5 4-5 0,-5-2-4 0,1 3-4 15,3 1-2-15,-8 3-6 0,11 3-5 0,-10-4-2 16,3 1-2-16,0 4-5 0,-5-4 3 0,5 1-1 16,0 3-5-16,-5-4-4 0,5-4 9 0,0 2-8 15,-5-1-4-15,2-1-3 0,1-3 3 0,2 1-4 16,0-5 1-16,0-5 0 0,0 7 0 0,0-7 5 16,0 7-3-16,0-7 0 0,0 0-2 0,0 0-1 15,0 0 0-15,0 0-2 0,0 0 1 0,20-11-3 16,-10 5 3-16,-4 4-2 0,3-6 1 0,-1 1-2 15,0 6-5-15,5-5 4 0,-6-2 1 0,6 3 1 16,-1-2-3-16,-7 6 0 0,3-2 0 0,5-1-3 16,-4 2 6-16,4 0-1 0,-5-1-4 0,2 2 9 15,5 1-11-15,-15 0-1 0,18 6 2 0,-10-3 8 16,2 2-8-16,2 0-1 0,-5 2-1 0,-1-5 2 16,2 5-2-16,-1 1 3 0,0-1 3 0,-2 1-5 0,0 3-1 15,-2-3-1-15,2 2 5 0,-3-3-1 16,1 4 2-16,-1-2-1 0,-2-2 0 0,-2 3-3 15,-1-3 2-15,1 3 2 0,-3-2 1 0,-5 1 0 16,3 0 0-16,-3-5 1 0,2 4 4 0,-3-2 3 0,-3 2 1 16,-1-3 5-16,-1 2-2 0,-1-5 2 0,-1 1 5 15,0 1-2-15,3-4-2 0,-3 0-2 16,3 0-3-16,3 0 0 0,-1-4 2 0,13 4-3 16,-20 0 0-16,12-3 3 0,8 3-2 0,-12-1-12 0,12 1-4 15,-6-4-25-15,6 4-22 0,0 0-24 0,16-14-40 16,-6 11-37-16,10-4-37 0,-3-1-30 0,11 2-20 15,2-2-139-15,-1 3-412 0,6 2 183 0</inkml:trace>
  <inkml:trace contextRef="#ctx0" brushRef="#br0" timeOffset="32783.81">5963 3474 140 0,'-5'-5'193'0,"-1"3"4"0,-1-1-7 16,2-5-3-16,-5 5-19 0,0 0-13 0,2 1-12 15,-4-1-13-15,-1 3-7 0,1-3-17 0,-1 6-8 16,-2-1-10-16,2-1-13 0,-2 7-2 0,0 0-7 16,0-4-8-16,1 5-6 0,2 5-4 0,-3-2-5 15,5 1-6-15,-5 1-2 0,9 1-3 0,-3 2-2 16,1 1-3-16,0-6 1 0,3 5-6 0,-2-3-1 16,4-4-4-16,5 7-3 0,2-6-2 0,0 1-2 15,1-3-4-15,3-1-1 0,2 2-4 0,3-5-7 16,-5-1 0-16,6-1 1 0,-4-1-9 0,3-4 2 15,2-1-2-15,5 1 1 0,-5-1 1 0,-6-6 3 16,5 1 3-16,-6 1-5 0,5-4 5 0,0-1 1 16,-3-2-2-16,-3 2 6 0,3-3 4 0,-3 8 5 15,-4-10 4-15,0 9 10 0,5 0 0 0,-6-6 6 16,1 7 9-16,-3-2 15 0,2 4-5 0,-2-2-5 16,3 1-6-16,-3 6-5 0,2-7-3 0,-2 7-6 0,0 0-4 15,-2-10-2-15,2 10 4 0,0 0-11 16,0 0 0-16,0 0 2 0,0 0-4 0,0 0 0 15,-6 26-1-15,4-17 0 0,2 2 0 0,-2-3-2 16,2 7-3-16,0-7-2 0,-3 8-5 0,3-8-2 0,3 6-5 16,-3-2-4-16,2-5 5 0,0 5-2 0,-1-3 1 15,1-2-4-15,1 1 0 0,-1-2-1 16,3 0 3-16,-3 1 1 0,1-2-1 0,-3-5 2 16,8 2 4-16,-8-2-2 0,0 0 0 0,20-8 3 0,-13 4 3 15,1-3-1-15,-1 1-2 0,3-6 5 0,1 2 3 16,-3-5 6-16,4 4-1 0,0 3 5 0,-4-3 1 15,5-1 0-15,-5-2 1 0,6 7 0 0,-4-7 3 16,-4 7 2-16,7-5-1 0,-4 4 1 0,4 2 0 16,-5 1-2-16,-1 1 5 0,1-1-11 0,-3 0 1 15,-2-1 0-15,6 5 0 0,-9 1-5 0,13-5-1 16,-13 5-2-16,15 5-1 0,-9-3-2 0,-6-2 1 16,14 7 2-16,-11-2-2 0,2 3 1 0,3-1 0 15,-3 1-4-15,2 3 5 0,-4 0 0 0,2-2 0 16,-2-1-1-16,2 3-2 0,-1 5 2 0,1-2-2 15,0 2-3-15,-5-5 4 0,0-3-3 0,0 3 4 16,-4-1 0-16,4-2-2 0,-3 1 0 0,0-1 1 16,-6-1 2-16,6-1 0 0,-2-2 3 0,-3 3-3 15,1-6-3-15,-3 1 4 0,-3-1-1 0,6 0 2 16,7-1-2-16,-21-1 0 0,13 1 1 0,-1-3 1 16,9 3-1-16,-13-5 4 0,13 5-1 0,-8-5 0 15,8-1-2-15,0 6-7 0,-7-8 0 0,7 8-7 16,15-9-8-16,-8 3-10 0,6 0-17 0,4 1-14 15,2 0-14-15,8-9-1 0,3 8-21 0,-4-1-12 16,9-1-6-16,-4-3-11 0,1-4-2 0,4 10 0 16,-8-6 1-16,2-1 15 0,0 4-2 0,0-7 18 15,-9 8 11-15,1 2-2 0,-6-5 28 0,-2 2 23 16,-3 3 29-16,-1-2 22 0,-2 2 24 0,1-2 8 16,-6 3 7-16,-1 0 6 0,-1 0 11 0,-1 4 0 0,0 0-5 15,-3-12 1-15,0 7-4 0,3 5-7 16,-12-2 1-16,4-2-2 0,8 4 1 0,-20 0 1 15,8-2-4-15,12 2-6 0,-21 3-4 0,11 2-5 16,2 0-4-16,-6 0-5 0,8-2-1 0,-3 1-3 0,3 4-2 16,4-4-4-16,-3 3 1 0,5 1-2 0,0 1-3 15,5-1 0-15,2 2 3 0,4 1-7 16,6 1-1-16,1-4-2 0,10 0-7 0,0 9-13 16,-3-10-11-16,10 3-16 0,8-3-16 0,-12-1-20 0,6-3-12 15,8-2-10-15,-11 6-7 0,-2-6-4 0,4 1 9 16,-4-4 2-16,2 1 9 0,-5-6 9 15,-8 7 14-15,-3-1 4 0,4-10 19 0,-7 7 21 16,-7 3 33-16,5-7 12 0,-9 5 9 0,0-1 9 0,-2-3 15 16,-2 0 11-16,0 7 6 0,-3-12 6 0,-4 9 5 15,-3-3 3-15,0 2 3 0,2-3 1 0,-7 6 0 16,0-5-2-16,0 3-3 0,-4 1 1 0,-5-2-8 16,6 1-5-16,-2 3-8 0,0-1-6 0,1 5-6 15,-1-4-7-15,3 4-4 0,-3 0-3 0,4 1-7 16,-4 3-6-16,12-1-3 0,-7 1 7 0,1 4-13 15,0 2 2-15,5-7-8 0,4 5 1 0,0-4-5 16,0 4-5-16,5-4-1 0,0 4-3 0,0-5-4 16,5 3-3-16,5 0-3 0,2 0 1 0,-2-5 0 15,5 5-8-15,0-8-4 0,6 6 0 0,1-6-4 16,-6-1-3-16,6-1 2 0,-1 0 1 0,1-4 2 16,1-3 0-16,-2 0 2 0,-2-1 4 0,-1-2 2 15,3-8 1-15,-4 6 0 0,-2-4 5 0,0 1 2 16,-4-11 6-16,3 5 2 0,-3-2 6 0,-3-4 4 15,-1 2 12-15,0 4 18 0,-7-2 4 0,1-2 11 16,-1 6 11-16,-1 2 10 0,1 0 11 0,-7 1 18 16,5 2-7-16,-9-1 11 0,9 5 9 0,-3-1-4 15,3 1-1-15,1 5-5 0,-6-5-2 0,2 4-15 16,5 0-6-16,0 6-18 0,-5-5-14 0,5 5-8 0,0 0-1 16,0 0-10-16,0 0-6 0,0 0-7 0,-18 12 2 15,18 0-9-15,-3-4 3 0,-1 4-7 16,4 2-9-16,-1 2 5 0,1 2-7 0,1 0 7 15,6 4-10-15,-4-2-7 0,2-2-6 0,2 0-13 0,6 7-13 16,-3-2 1-16,3 1-38 0,2 2-25 0,0-2-22 16,7-4-27-16,-1 3-36 0,-1-4-49 0,3 0-54 15,2-9-61-15,-3 3-217 0,4-1-614 16,-1-7 271-16</inkml:trace>
  <inkml:trace contextRef="#ctx0" brushRef="#br0" timeOffset="33217.05">7969 3291 261 0,'-1'-8'356'0,"4"1"-4"0,-3 1-8 0,0 6-16 16,-2-11-20-16,4 7-33 0,-2 4-26 0,0-8-27 15,0 8-29-15,0 0-30 0,0 0-2 0,0 0-28 16,0 0-15-16,0 0-6 0,-2 27 3 0,1-18-27 16,2 9-9-16,-2-1-9 0,1 4-2 0,0-4-12 15,1 10-2-15,-1-4-5 0,2 3-12 0,3-8-9 16,-5 1-13-16,6 3-19 0,1-4-13 0,1 1-25 16,-8-1-23-16,7-3-29 0,-5-4-30 0,-1 2-39 15,3-1-29-15,-1-3-33 0,-3-3-51 0,0-6-230 16,0 0-547-16,0 0 242 0</inkml:trace>
  <inkml:trace contextRef="#ctx0" brushRef="#br0" timeOffset="33550.42">7777 3232 146 0,'-1'-5'280'0,"1"5"-16"15,1-14-12-15,-1 9-21 0,5 1-16 0,2-2-20 0,1 5-14 16,2-3-17-16,-10 4-10 0,30-3-10 0,-17 3-16 15,10 3-7-15,-3 1-15 0,3 0-4 16,-1 3-12-16,1 0-8 0,3 2-7 0,-2 3-12 16,0 1-7-16,-4-1-4 0,3 3-5 0,-1 3-6 0,-2 1-4 15,-5-7-3-15,3 8-3 0,-1-1-6 0,-4 0 0 16,0-6-1-16,-3 8-5 0,-3-5-2 0,-1-1 0 16,1 5-2-16,-7-4 0 0,0 3-1 0,-4-1-2 15,0-4-2-15,-3 4 1 0,-6-3-1 0,6 1 0 16,-10 0-2-16,3-4 4 0,0-1 0 0,-1-1-6 15,-3 0 2-15,5 0 0 0,-2-5-3 0,0 0 3 16,4 1 1-16,1-3 1 0,1-2-2 0,1 4-3 16,-2-3 3-16,10-2 2 0,-8 1-12 0,8-1-13 15,-8-8-21-15,8 8-34 0,5-13-44 0,-2 6-55 16,5-3-56-16,4-3-60 0,1-5-168 0,9-2-491 16,2 0 217-16</inkml:trace>
  <inkml:trace contextRef="#ctx0" brushRef="#br0" timeOffset="33801.21">8489 3234 242 0,'2'-5'279'0,"-2"5"-14"0,0 0-19 0,0 0-22 16,0 0-21-16,0 0-19 0,0 0-17 0,0 0-13 16,0 0-12-16,8 14-5 0,-8-14-8 0,0 13-9 15,2-5-11-15,3 2-6 0,-10 2-10 0,10 3-4 16,-5 1-8-16,1-3 4 0,4 5-20 0,-3 0-5 15,-1-1-7-15,4-1-3 0,-3 3-5 0,5 0 0 16,-6-1-6-16,4-4-2 0,4 8-1 0,-3-6-4 16,1-1-10-16,-1 0-15 0,-4 1-20 0,0-7-19 15,3 5-33-15,1-6-29 0,-4-3-25 0,5-3-42 16,-7-2-46-16,1 6-46 0,-1-6-181 0,0 0-469 16,0 0 208-16</inkml:trace>
  <inkml:trace contextRef="#ctx0" brushRef="#br0" timeOffset="34033.61">8572 3237 191 0,'-7'-8'274'0,"7"3"0"0,-2-6-3 0,2 3 4 0,-3 0-12 16,3-1-3-16,0 2-14 0,0 7-18 0,0-10-16 16,0 4-21-16,0 6-15 0,3-11-14 0,-3 11-15 15,2-4-18-15,-2 4-13 0,7-6-9 16,1 5-19-16,-8 1-4 0,13-7-6 0,-4 6-22 0,-9 1-14 15,23 1-22-15,-12-1-3 0,-1 3-29 0,10 1-22 16,-5-3-25-16,2 1-16 0,-3 2-29 0,0-1-33 16,-1 0-33-16,-3 2-24 0,1-5-27 0,-2 5-28 15,-1 0-193-15,-5-2-480 0,2 1 213 0</inkml:trace>
  <inkml:trace contextRef="#ctx0" brushRef="#br0" timeOffset="34234.9">8486 3336 209 0,'-2'1'227'0,"-3"4"-5"0,5-5-3 0,0 0-10 15,-10 2 0-15,10-2-2 0,0 0-6 0,0 0-10 16,5 8 7-16,-5-8-21 0,10 8-14 0,-2-4-16 16,1-2-12-16,5-1-17 0,1 4-13 0,5-2 1 15,2 5-17-15,1-7-9 0,-3 1-11 0,10-2-22 16,-9 1-33-16,2-1-37 0,5 3-47 0,-3-6-54 15,-2 2-70-15,4-7-53 0,-9 5-201 0,5-1-484 16,-3-3 214-16</inkml:trace>
  <inkml:trace contextRef="#ctx0" brushRef="#br0" timeOffset="34667.11">9154 3180 150 0,'0'0'277'0,"0"0"-3"15,0 0 6-15,0 0-15 0,0 0-18 0,0 0-20 16,0 0-16-16,0 0-21 0,-21-9-11 0,11 9-16 16,-2-1-6-16,1-3-5 0,-3 4-10 0,1 0-12 0,-2 0-13 15,-1 4-9-15,3-3-14 0,-2 1-8 16,6-1-8-16,-2 3-8 0,-1-1-10 0,1 4 0 15,2-2-10-15,1 0 0 0,1 4-11 0,1-1-6 16,4 2-2-16,-3-3 2 0,5 4-1 0,5 1-1 0,-3 3-1 16,6-2-10-16,5 5 1 0,2-2 2 0,2 4-5 15,1-1-1-15,0 1-1 0,2 0 4 16,3-3-4-16,-6-2-3 0,-4-2 8 0,7 10-15 0,-5-13 5 16,-5 0-8-16,1 2 6 0,1-4-2 0,-6-2-6 15,4 0 15-15,-6 0-9 0,1-2 7 0,-2 0-3 16,-3-4 7-16,0 0 9 0,0 0 10 15,0 0 1-15,-22 4 0 0,16-4-10 0,6 0 0 0,-33-3 2 16,11 2-7-16,1-1 0 0,-9 2-14 0,7-5-31 16,-7 4-35-16,2 0-39 0,6-2-45 0,1 6-50 15,6-2-65-15,2-2-80 0,-2 1-250 0,0 0-636 16,7 2 282-16</inkml:trace>
  <inkml:trace contextRef="#ctx0" brushRef="#br0" timeOffset="62603.57">9669 3653 149 0,'0'0'300'0,"0"0"-15"15,0 0-12-15,0 0-16 0,0 0-16 0,7-10-21 16,-7 10-14-16,0 0-20 0,0 0-13 0,0 0-8 15,0 0-27-15,0 0-13 0,0 0-11 0,0 0-7 0,0 0-15 16,0 0-7-16,25 10-10 0,-21-6-6 0,3 0-9 16,-2-2-4-16,-5-2-8 0,8 9-6 0,-4-3-3 15,1-2-1-15,-4 2-5 0,1 1-4 0,1-2 0 16,-3-5 0-16,0 12-6 0,-5-7 2 0,2 2 0 16,-9 4-5-16,9-5 0 0,-9 3 3 0,-2 0-6 15,0 2-10-15,-1-4-15 0,6 4-37 0,-5-2-55 16,6-2-56-16,-4 5-75 0,4-3-81 0,2-3-184 15,-3 2-536-15,8 2 237 0</inkml:trace>
  <inkml:trace contextRef="#ctx0" brushRef="#br0" timeOffset="63733.95">10384 3522 127 0,'7'-11'263'16,"-2"-1"-2"-16,-4 4-6 0,6-6-5 0,-4 6-10 16,-3-1-16-16,4-1-20 0,-4 1-12 0,-4 0-10 0,4-2-13 15,-5 7-18-15,0-3-13 0,-1 0-21 16,-9 0-11-16,0 2-12 0,-2 4-7 0,-2-2-11 15,-3 6-8-15,0-2-7 0,1 4-7 0,-2 2-5 16,5 0-5-16,-9 1-8 0,9 2-3 0,-2 2-10 0,3-2-4 16,4 4-9-16,0-4-9 0,0 3-13 15,4 3-10-15,3-8-16 0,3 9-7 0,-2-4-8 16,5 3-4-16,5-8-7 0,-2 4-9 0,8-1-6 0,4-2-10 16,0 0-7-16,2-3-4 0,4-2 1 0,-4-4-1 15,4 0 2-15,1 0 13 0,-1-4 5 0,1 4 10 16,-6-6 3-16,6 0 10 0,-7-3 9 0,5 0 7 15,-5-3 10-15,0 3 13 0,-7 3 20 0,7-6 24 16,-9 3 15-16,-1 3 19 0,0-1 9 0,-1-3 11 16,-3 6 5-16,4 0 0 0,-5-3-7 0,0 7-5 15,0-9-9-15,0 9-6 0,0 0-5 0,0 0-5 16,0 0-3-16,0 0-3 0,0 0-6 0,0 0-2 16,0 0-2-16,-25 14-1 0,25-5-5 0,-5-1-1 15,2 0-6-15,3 1 3 0,0 2-5 0,7 4-3 16,-6-4-1-16,4 2 0 0,5 5-1 0,0-6-12 15,0 3-4-15,3-3-10 0,2 0-2 0,2-3-9 16,-4 0-11-16,5-4-7 0,0-1-2 0,-1-3-6 16,3-1 4-16,-2-1 2 0,4-2 1 0,-4-2 3 0,0-2 4 15,2-5 6-15,-4 1 3 0,-1-1 4 16,7-7 0-16,-7 4 3 0,0 0 3 0,-2-5 4 16,0-4 2-16,-3 0 10 0,0 1 0 0,-3-4 7 15,-1 1 10-15,-1 1 7 0,-1-2 7 0,-6 0 14 0,0 7 8 16,1-1 3-16,-4 4 5 0,-2-1 6 0,-1 5 5 15,6-2-4-15,-8 3 3 0,0-2-11 16,4 10-9-16,-1-4 2 0,-1 4-9 0,1-1-6 0,-3 2-5 16,10 3-2-16,-20 5 0 0,14 0-4 0,-3 0-4 15,4 4-1-15,0-1-3 0,-1 10 1 0,2-2-4 16,4 3 2-16,-1 1-10 0,2-2-2 0,4 6-8 16,2 0-11-16,1-4-7 0,-1-2-10 0,6 6-11 15,2-5-11-15,2 6-10 0,-2-12-12 0,1 1-10 16,2-1-5-16,7 0 2 0,-5-7-2 0,2-2 8 15,-4 0 7-15,2-4 5 0,3 0 10 0,-2-4 6 16,-3-3 2-16,2 0 9 0,2-2 5 0,1-4 10 16,-3 0 3-16,1-3 10 0,-6 1 18 0,0-2 18 15,-5-1 12-15,0-1 16 0,0-6 18 0,-2-1 13 16,-1 2 8-16,-5 3 17 0,3 0 4 0,-7 1-1 16,2 1 7-16,-3-2 9 0,-1 4-1 0,-1 1 11 15,2 3 7-15,-7-4 0 0,5 0 3 0,-5 6 2 16,0-5-8-16,4 9-13 0,-1-2-8 0,-1 2-14 15,1 2-6-15,-3 3-19 0,-1 1-6 0,11 1-7 16,-17 4-6-16,4 0-9 0,4 8 3 0,1-4-15 16,-5 7-3-16,5 2-2 0,-6 0-4 0,6 0-1 0,2 9-12 15,6-6 5-15,-4 7 2 0,8-2-1 0,2 4-12 16,1-2 9-16,3 0 1 0,3-2-4 0,2 2 0 16,5-2-2-16,-4-5-8 0,6 7-13 0,1-12-14 15,0 1-20-15,-3 1-27 0,10-5-34 0,-4-5-27 16,1 7-38-16,-7-6-35 0,8-3-42 0,-10-3-44 15,7-4-56-15,-5 1-280 0,0-3-678 0,-6 2 300 16</inkml:trace>
  <inkml:trace contextRef="#ctx0" brushRef="#br0" timeOffset="64317.42">11702 3269 113 0,'8'-5'298'0,"-8"5"-29"0,0 0-27 0,0 0-25 0,0 0-22 15,0 0-19-15,0 0-21 0,11 15-10 16,-7-8-18-16,-4 4-13 0,5 1-11 0,-4-3-11 0,6 9-7 16,-2-6-5-16,-3 4-12 0,4-2-8 0,-4 2-3 15,5 1-4-15,-3-2-8 0,0 0 0 0,2 0-3 16,-1-3-7-16,-1-3-4 0,2 5-2 0,-6-4-4 15,5-2-4-15,-3-1 1 0,3-1-2 0,-3 0-2 16,1-3 3-16,-3-3 23 0,0 7 26 0,0-7 11 16,0 0-4-16,0 0-9 0,0 0 1 0,0 0-7 15,16-10 0-15,-12 3 7 0,1-3 0 0,-2 2 1 16,2-1 6-16,3-2 4 0,1-4-7 0,-1 0 8 16,0 2 3-16,5-4 2 0,-1 5-3 0,-1-3-4 15,1 5-5-15,3-1 4 0,-7 0-10 0,2-1-3 16,0 5-8-16,0 6-2 0,-5-6-4 0,5 0-14 15,-5 2-3-15,0 4-8 0,-5 1-8 0,13-3 0 16,-13 3-2-16,13 3-1 0,-4-2 1 0,-3 7-4 16,3-2-1-16,-3 3-8 0,2 2-5 0,-1 2-13 0,3 1-37 15,-5-4-29-15,2 7-26 0,1-4-23 16,-2 3-32-16,-1-1-27 0,4 0-27 0,-8 0-23 16,8 2-31-16,-3-3-24 0,3-4-31 0,-5-1-168 15,3 7-535-15,0-11 237 0</inkml:trace>
  <inkml:trace contextRef="#ctx0" brushRef="#br0" timeOffset="65350.75">12291 3511 82 0,'3'-7'238'0,"-3"7"0"0,3-3-4 0,-3 3-9 0,0 0-15 16,0 0-16-16,0 0-22 0,0 0-14 0,0 0-15 16,0 0-7-16,0 0-12 0,0 0-9 0,0 0-11 15,0 0-11-15,0 20-5 0,0-15-10 0,0 4-8 16,2-6-5-16,3 5-1 0,0 1-9 0,-2-2-3 15,6-1-6-15,-1 2-6 0,-1-4-1 0,6 0 0 16,-5-3-10-16,0 2-7 0,7-3-2 0,-2 0-6 16,1-4-8-16,-4 4-8 0,1-7-6 0,-1 0-5 15,-3 1-2-15,-1-3-4 0,1 0 1 0,-7 0 1 16,0 2-1-16,0-5 0 0,-7 3 5 0,1-1 2 16,4 3-2-16,-5-5 5 0,-6 1 8 0,7 2-5 15,-9 2 5-15,6-1-2 0,1 1-2 0,0 2-2 16,-5 0 6-16,6 3-2 0,-1-4-1 0,1 3-3 15,7 3-2-15,-6-3-7 0,6 3-4 0,-9-3-14 0,9 3-7 16,0 0 2-16,0 0-3 0,0 0-5 16,22 10-15-16,-11-5-8 0,8 1-18 0,2-1-12 15,1-2-9-15,7-1-7 0,1-2-10 0,2 5-5 16,1-7 5-16,0 4 3 0,0-2 7 0,-2-2 13 0,-1 2 11 16,2-3 14-16,-13 1 8 0,3-5 26 0,-7 2 32 15,0-2 24-15,0 3 32 0,-9-2 20 16,1-2 12-16,0-1 17 0,-6 2 7 0,-2-4 4 15,-4 6 7-15,1-3 5 0,-7-3 0 0,6 4 2 0,-7 4-4 16,-8-2 2-16,5-2-6 0,-1 2-8 0,-2 4-10 16,-2 1-8-16,0 1-8 0,-2 4-8 0,4 4-5 15,2-4-6-15,-8 2-5 0,8 5-7 0,3-3-4 16,1 5-5-16,-1-1-3 0,0 1-2 0,8 1 1 16,0-1-5-16,1 4-2 0,3-1-6 0,1 0-5 15,1-1 1-15,4 2-18 0,2-3-6 0,0-5-12 16,2 2-11-16,-2 0-14 0,3-5-12 0,2-2-7 15,4 2-15-15,1-3-9 0,-2-1-8 0,3-9-2 16,0 1 2-16,2 2-4 0,0-2 1 0,0 1 6 16,-1-11 0-16,-2 7 11 0,11-11-2 0,-8 2 7 15,-3-1-4-15,4-3 4 0,-1-4-2 0,-3 5 14 16,-4-6 3-16,2-1 5 0,-7 2 20 0,-1-4 23 16,-4 2 24-16,2 0 21 0,-5 2 25 0,0 6 17 15,-5-3 16-15,2 5 16 0,-1 1 6 0,3 0 8 16,-6 1 6-16,5 1 4 0,1 6-7 0,-3 0-8 15,3-3-17-15,-1 5-14 0,0 3-10 0,2 3-9 16,-6-4-4-16,6 4-6 0,0 0-4 0,-13 16-9 0,11-5-2 16,-5 2-6-16,2 6-1 0,-3 1-2 0,3 2-3 15,3 2-4-15,1 3 2 0,-6-1-7 16,7 2-2-16,0-1-7 0,0 0-4 0,7-7-4 16,-6 10-9-16,4-12-7 0,2 3-4 0,0-2-4 0,3-2-6 15,-2 1-4-15,3-4-1 0,1-2 1 0,3-2 1 16,0-4 1-16,6 0-8 0,-4-3 2 0,3-3-1 15,-5-3-1-15,6-3 0 0,2 0-2 0,2-3 1 16,2-2 8-16,2-1-6 0,-4 0 2 0,-2-3 7 16,-6 0-1-16,4-1 3 0,-6 1 3 0,0 0 4 15,-5-3 8-15,2 1 6 0,-4 4 10 0,-6-5 20 16,3 9 12-16,-4-6 14 0,3 7 3 0,-4-4 3 16,-5 2-2-16,-2 5-3 0,0-2 0 0,-3 2-2 15,2 0 0-15,-3 3 0 0,2-1-7 0,9 3-3 16,-21 3-6-16,6 0-2 0,8 3-6 0,-1 0 2 15,-2 2-2-15,3-1 0 0,3 5-1 0,0 1-3 16,1 1 1-16,6-1-1 0,-3 4-5 0,4-5 0 16,2 4 2-16,2 1-1 0,4-5-8 0,-2 3 5 15,2 0-4-15,-1-1-1 0,-3-1-1 0,4-1 1 16,-4-3-2-16,1-1-3 0,-1-1 4 0,-3 0 2 16,1 0-8-16,1-2-4 0,0-2-13 0,-7 4-12 15,0-7-5-15,0 8-2 0,0-8-15 0,-10 5-40 0,6-2-44 16,-7-2-51-16,1-1-65 0,10 0-242 0,-20 2-531 15,10-1 235-15</inkml:trace>
  <inkml:trace contextRef="#ctx0" brushRef="#br0" timeOffset="65684.53">13741 2907 140 0,'0'-8'383'15,"0"1"5"-15,0-1-21 0,-4 3-17 0,4 5-27 16,0-8-28-16,0 8-37 0,-3-7-35 0,3 7-21 16,0 0-19-16,0 0-18 0,-6 23-14 0,4-4-14 15,-6 1-13-15,3 4-18 0,-4 8-5 0,1 9-15 16,-2 2-7-16,0 2-4 0,0 0-7 0,-3 4-4 15,1 1-8-15,3 0-5 0,-1-3-7 0,-4 7-1 0,-2-3-9 16,4 2-15-16,7-1-16 0,-5 1-11 16,5-7-19-16,-1 1-19 0,2-5-21 0,-2-11-26 15,2 0-20-15,4-4-22 0,0-2-26 0,0-6-22 16,0-1-34-16,4-7-34 0,1-3-41 0,3-1-196 0,-5-5-528 16,6-2 234-16</inkml:trace>
  <inkml:trace contextRef="#ctx0" brushRef="#br0" timeOffset="66534.32">13996 3090 149 0,'0'0'330'0,"-5"-9"-15"0,5 5-8 0,0 4-17 0,-7-5-6 15,7 5-37-15,0 0-14 0,-10-3-26 0,10 3-16 16,-15-3-14-16,9 0-20 0,6 3-7 0,-20 3-18 16,10-3-10-16,-2 3-10 0,4 0-21 0,8-3-1 15,-13 6-9-15,8 0-10 0,0 2-12 0,0 0 1 16,2 1-6-16,3 6-6 0,1-4-10 0,4 5 1 16,3 3-2-16,2-3-6 0,2 2 3 0,6 3 0 15,-11-3-14-15,11 3 5 0,-1-2-8 0,-3 3-2 16,0-5 1-16,1 0-7 0,-2-5-4 0,-5 3 2 15,-5-6-6-15,4 2-4 0,1-4 9 0,-3 2-3 16,-3-1-3-16,-2-7-2 0,0-1 5 0,0 0 1 16,-10 7 3-16,10-7 3 0,-20-4 3 0,4 1 2 0,2-2-2 15,-1 2 0-15,-1-4 13 0,1 1-18 16,-3 0 0-16,11 0-4 0,-4 0 5 0,-1 5-1 16,4-4-4-16,1 2-3 0,7 3-2 0,-8-4-2 15,0 1-4-15,8 3-14 0,0 0-15 0,0 0-9 0,0 0-9 16,0 0-22-16,0 0-11 0,34 0-3 15,-19 3-3-15,3-2-6 0,4 3-7 0,-1-2-5 0,1-2-1 16,-1 0-6-16,1 0 1 0,3 1 5 0,-9-1 3 16,6-1 10-16,-1 1 9 0,1-3 6 0,-2-4 7 15,-4 2 7-15,-1-1 14 0,2-2 1 0,-2-4 3 16,-2 4 9-16,-7 0 1 0,3-6 5 0,-3 1 6 16,1 0 1-16,0-1 12 0,-4-1 14 0,0 0 5 15,-3-2 5-15,2-2 11 0,-2 4 3 0,0 4 2 16,-2-1 4-16,2 0 2 0,-3-3 1 0,1 2 4 15,1 6-7-15,-1-1 7 0,0-3-2 0,-3 4-2 16,2 1-4-16,1 0-1 0,1-3-5 0,1 9-3 16,-2-7-1-16,-1 3-2 0,3 4 1 0,0 0-2 15,0 0-3-15,0 0 0 0,0 0 1 0,0 0-4 16,0 0 2-16,0 0 1 0,0 0-1 0,0 0 0 16,0 0-7-16,0 0 7 0,0 0 1 0,6 17 0 15,-6-17 2-15,0 0 3 0,0 0 6 0,0 0 7 16,0 0-2-16,0 0 0 0,0 0 5 0,0 0-1 15,0 0 5-15,0 0 6 0,17-12-1 0,-14 9 3 16,-3 3 4-16,4-6 0 0,-4 6 3 0,6-8 3 16,-6 8 9-16,2-4-6 0,-2 4-4 0,0 0-4 15,5-6-11-15,-5 6-7 0,0 0 0 0,0 0-6 0,0 0 0 16,0 0-5-16,0 0-4 0,-8 24 4 0,6-14-5 16,-3 7 13-16,0 0-17 0,2-1 0 15,1 2 3-15,0 3-8 0,-3-2 11 0,5 8-8 16,0-3 0-16,0 3 1 0,5-1-3 0,-3-6 4 0,1 0 2 15,6 3-2-15,-4-5-1 0,3 2-2 0,0-5-7 16,0 2-9-16,4-3-18 0,1-5-23 0,-5-2-28 16,2 0-36-16,2-2-40 0,-4 0-48 0,2-5-40 15,-10 0-43-15,22-8-165 0,-16 4-488 0,3-4 216 16</inkml:trace>
  <inkml:trace contextRef="#ctx0" brushRef="#br0" timeOffset="67117.25">14232 3181 17 0,'-6'-3'264'0,"6"3"-13"0,0 0-10 0,-7-4-12 16,7 4-12-16,0 0-22 0,0 0-18 0,0 0-18 15,0 0-12-15,0 0-9 0,0 0-12 0,13 14-13 16,-4-12-9-16,2 6-9 0,4-1-3 0,0 1-16 16,3-1-9-16,10 2 4 0,-3 5-15 0,3-6-6 15,2 2-8-15,0-4 6 0,-2 1-13 0,2-3-4 0,0 1-10 16,-1-2-11-16,0-1-11 0,-6-2-12 15,-3-2-12-15,-1-1-5 0,0-1-3 0,-4 3 2 16,-4-3 4-16,-1 0 1 0,-3-3 4 0,1 3 1 16,-6-4 8-16,-2 0 6 0,0 2 4 0,-2-2 3 0,-3 4-2 15,-3-4 5-15,-1 7 12 0,-5-5 12 16,-3 3 8-16,-3 1 9 0,2 2 6 0,-4 0 4 16,-4 2-1-16,-4 4 0 0,9-2 1 0,-3 6-5 15,3-5-2-15,-1 5-6 0,7-3-2 0,1 5-5 0,-1-2-7 16,1 5 2-16,6-6-2 0,2 1-1 15,-1 3-1-15,5-3-5 0,2 4 0 0,0-4-6 16,5 2 2-16,-1-1 0 0,5-2 0 0,3-3-3 0,1 3-2 16,4-5 0-16,-1 3-4 0,4-4 7 0,2-3-11 15,-2 0-11-15,3-2-1 0,-2-3-8 0,1 2-11 16,8-6 11-16,-12 1-16 0,0-3-7 0,-1 0-3 16,-2-4-2-16,-1 3 0 0,0-4 5 0,-4-2 1 15,1 1 8-15,-1 2 3 0,-3-1 0 0,-6 3 8 16,6-2 6-16,-2 1 8 0,-5 2 9 0,0 1 9 15,-5 4 7-15,5 1 1 0,0-1-2 0,0 7-5 16,-3-7 1-16,3 7 1 0,-9-2 1 0,9 2-2 16,0 0-2-16,-18 5 0 0,15 2 0 0,-4 0 7 15,-1 2-9-15,3 2-3 0,0-1-3 0,3 4 0 16,-1-1-3-16,0 5-6 0,3-6-2 0,3 3-7 16,-3-2-10-16,5 2-9 0,0-3-10 0,5 3-21 15,0-4-21-15,0 0-22 0,5-4-28 0,-2 2-14 16,4-1-20-16,-1-7-12 0,4-2-10 0,1 1-4 15,-4-7-1-15,5 3 13 0,-3-2-95 0,-2-4-300 0,3-1 133 16</inkml:trace>
  <inkml:trace contextRef="#ctx0" brushRef="#br0" timeOffset="67584.3">15020 3274 641 0,'10'-15'-28'0,"3"-2"19"15,-1 0 24-15,-2-7 18 0,-2 6 16 0,-3 1 13 16,0-2 22-16,0-1 23 0,-3 1 20 0,3 3 18 0,0-1 19 16,-2 0 17-16,-3 2 5 0,0 3 1 0,0 5-5 15,0-2-4-15,0-2-16 0,0 7-18 16,3-2-16-16,-3 0-14 0,0 6-9 0,0 0-11 15,0 0-13-15,0 0-8 0,-16 14-4 0,11-4-7 0,-2 2-3 16,-1 6-10-16,1-3-3 0,-1 5-5 0,-4 3-2 16,9 3 6-16,-7-1-13 0,3 2-8 0,4 0-5 15,-3-4-6-15,4-2-7 0,2 4-7 16,-3-4-6-16,6-3-12 0,5-1-3 0,-5 2-6 0,4-2-9 16,0-5-9-16,1 3-7 0,-1-5-8 0,9-2-9 15,-9-5-2-15,6 3-1 0,-1-5 1 0,-1-1 6 16,11-1 2-16,-7-2 14 0,4-1 1 0,-2-6 5 15,-2 1 2-15,0 2 6 0,0-5 5 0,0 1 3 16,-2-5 2-16,0 4 4 0,0-2 9 0,-3 2 10 16,-1-1 12-16,-1-1 7 0,2 5 15 0,-5-1 4 15,-2 1 3-15,-1 3 1 0,3 0-3 0,-2 0-1 16,0 3-7-16,-3 3-7 0,4-6-3 0,-4 6-3 16,0 0 2-16,0 0 0 0,0 0-5 0,0 0-1 15,6 19 0-15,-4-12 0 0,1 3 0 0,-1 0-3 16,1-1 0-16,2 5 2 0,-2-1-2 0,4-2 1 15,0 4-1-15,-1-7-2 0,-1 4 8 0,2-4-10 16,-2 0 0-16,0 6-1 0,0-7 2 0,0 2-1 16,-2-5-2-16,-1 3 4 0,3-2-6 0,-2-2 11 0,-3-3-9 15,3 9-1-15,-1-6 0 0,-2-3 0 16,2 7-5-16,-2-7 1 0,0 0-9 0,0 0-13 16,-7 5-27-16,7-5-37 0,-10 3-46 0,10-3-51 15,0 0-263-15,0 0-487 0,-26-10 215 0</inkml:trace>
  <inkml:trace contextRef="#ctx0" brushRef="#br0" timeOffset="67753.62">15184 3069 8 0,'-7'-8'302'0,"6"3"-13"0,1-3-15 0,0 8-21 16,6-14-26-16,3 7-21 0,-3-4-20 0,9 4-17 0,7-2-23 15,1-3-26-15,8 1-45 0,16 4-66 0,-3 1-85 16,8-1-83-16,2-1-180 0,-1 0-366 0,7 5 163 16</inkml:trace>
  <inkml:trace contextRef="#ctx0" brushRef="#br0" timeOffset="68651.62">16257 3011 64 0,'-5'-9'245'0,"5"-1"-16"0,-4 3-24 0,-1-1-20 0,-1 4-15 15,-3-1-20-15,-4 5-16 0,13 0-10 16,-30 5-9-16,16-2-12 0,-8 3-12 0,4 1-9 16,-9 6-6-16,4 1-5 0,7 0-12 0,-6 2-5 15,1-1-7-15,4-1-3 0,4 1-6 0,1-1-10 0,4 2-2 16,3-4-4-16,-2 3-1 0,4-6-4 0,1 1 3 15,4 1-4-15,3-5-2 0,2 0-3 16,1-2-3-16,0 0 2 0,12-1 1 0,-8-3-3 16,7-3-2-16,1-4 3 0,0 0-1 0,8-2-1 0,-3 0-4 15,-2-5 4-15,-1 6-1 0,-4-3 1 0,-1-2 2 16,2-1 5-16,1 2 11 0,-5 0 16 0,-5 0 10 16,5-1 6-16,-10 5 5 0,2 2-3 0,1-2-4 15,-6 3-3-15,4 0-10 0,-6 5-10 0,5-3-2 16,-5 3-3-16,0 0 5 0,0 0-12 0,0 0-5 15,0 0-6-15,-11 21-8 0,9-15-12 0,-1 3-14 16,-2 3-8-16,0-6-6 0,5 3-9 0,0 0-9 16,-2-2-6-16,2 1-4 0,2 3-7 0,-2-6-1 15,6 3 1-15,-1-5-3 0,4 1 8 0,-1 1 5 16,0-2 7-16,7-3 3 0,-2-1 7 0,4 1 1 16,-1-3 8-16,3-5 5 0,-3 5 13 0,4-2 1 15,-2 2 17-15,4-4 3 0,-1-1 17 0,-4 3 4 16,4-2 7-16,-8 2 3 0,2-2 2 0,-1 6-1 15,-8-2-3-15,2 0 1 0,1 2-8 0,-9 1 0 0,0 0-7 16,15 5-2-16,-9-2 3 0,-4 5-1 16,6-1-3-16,-4 1 1 0,-4 3-3 0,3-3-4 15,0 9 4-15,-3-8-3 0,-3 3 3 0,1-3-3 16,1 3 0-16,-3-1-4 0,4-4 2 0,-3 2-1 0,-2 2 2 16,3-3-2-16,1-3-1 0,-4 1 1 0,-2 0 1 15,4-1 0-15,3-5 7 0,0 0 3 16,0 0 0-16,0 0-4 0,0 0 0 0,0 0-1 15,0 0 0-15,18-12-2 0,-6 4-4 0,-4-2 3 0,7-1-2 16,0 2-1-16,-1-5 0 0,1 2-1 0,7-5 0 16,-2-1-1-16,-9 1 1 0,13-4-3 15,-10 0 1-15,1 7 3 0,-5-2 12 0,0 0 12 0,-2 1 27 16,-1 1 14-16,-7 5 9 0,2-2 10 0,1 4-1 16,-3 0-2-16,0 0-17 0,0 7-4 0,-5-8 0 15,5 8-3-15,0 0 4 0,-15 0-8 0,15 0-3 16,-15 7-7-16,10-1 2 0,-3-2-1 0,0 6-4 15,1-2 0-15,-1 1-9 0,3 3-3 0,2-1-5 16,1 0-6-16,-1 1-16 0,3-1-17 0,5 5-41 16,3-1-49-16,0-3-70 0,7 1-95 0,0-3-308 15,10 6-620-15,-5-9 275 0</inkml:trace>
  <inkml:trace contextRef="#ctx0" brushRef="#br0" timeOffset="69150.6">17488 3061 192 0,'7'-4'202'0,"1"3"-7"15,-1-5-11-15,1 2-16 0,0 0-11 0,-3 0-14 16,3-4-3-16,1 2-10 0,-3 1-14 0,7-3-3 16,-4 0 2-16,-1 0-7 0,5-2-3 0,-3 1 3 15,-3 1-1-15,4-2-3 0,-1 0 2 0,-3 2-1 16,1-1 4-16,-1 0-1 0,1 1 2 0,-1 1-1 15,-7-2 6-15,0 2-8 0,0 0 5 0,0 0-9 16,0 7-9-16,0-13-16 0,-2 9-5 0,-6 0-8 16,1-2-10-16,-1 4 1 0,-4-4 3 0,4 5-12 15,-5-2-15-15,13 3 1 0,-23 3 0 0,8 4-1 16,1-3-2-16,6 3-1 0,-3-2-3 0,1 3 7 16,3 6 0-16,-1-1-5 0,0 1 3 0,4-1-7 15,1-1 3-15,10 3-8 0,-7 2-2 0,8 0 1 16,0-1-10-16,2 2 3 0,2-3-8 0,2-1-17 0,15 2-28 15,-8 0-27-15,9-1-30 0,0-7-31 0,-2 7-37 16,7-3-45-16,6-1-45 0,4-1-23 16,4-7-30-16,-2 2-172 0,-13-3-520 0,3-2 231 15</inkml:trace>
  <inkml:trace contextRef="#ctx0" brushRef="#br0" timeOffset="69351.64">18284 3016 140 0,'5'-5'229'16,"-5"-2"6"-16,0 7 2 0,-7-10-9 0,7 10-7 0,-8-5-14 15,2 4 1-15,6 1-4 0,-22 4-8 0,9-2-4 16,-2 6-4-16,-2-3-10 0,-2 4-12 0,2 4-17 16,-5 0-14-16,6-1-5 0,1 0-23 0,0 0-4 15,0 3-13-15,0 0-10 0,-3 0-8 0,7-3-11 16,-3 3-19-16,1-2-35 0,5-3-17 0,-1-3-21 16,3 6-20-16,-1-5-22 0,2-1-18 0,2-2-10 15,1-1-47-15,2-4-47 0,0 0-36 0,0 0-15 16,0 0-6-16,0 0-144 0,0 0-429 0,32-13 189 15</inkml:trace>
  <inkml:trace contextRef="#ctx0" brushRef="#br0" timeOffset="69517.82">18056 3126 673 0,'6'-17'-27'0,"1"5"41"16,0-3 35-16,-6 2 48 0,3 1 34 0,-3 3 14 15,1-3 23-15,-2 3 26 0,0 3 20 0,-2-3-6 16,2 9-7-16,0-8-7 0,0 8-14 0,2-4-20 16,-2 4-13-16,0 0-15 0,0 0-7 0,0 0-8 15,0 0-12-15,-3 23-10 0,4-15-5 0,3 7-11 16,-1-4-7-16,0 4-6 0,4 3-13 0,1-4-2 15,0 5-9-15,4-6-19 0,1 4-28 0,2 0-27 16,2-6-32-16,6 8-38 0,0-9-42 0,-2 4-50 16,1-9-59-16,8 2-248 0,-7-1-543 0,5-6 240 0</inkml:trace>
  <inkml:trace contextRef="#ctx0" brushRef="#br0" timeOffset="69734.95">18589 3036 188 0,'0'0'206'0,"-10"-6"-13"0,10 6-11 0,-9 0-8 0,9 0-2 16,-14 8-9-16,7-3-6 0,-1 8-10 16,-7 1-4-16,5-2-14 0,2 6-8 0,-2 2-10 0,0 6-7 15,1 1-9-15,1 4-8 0,-2 7-10 0,7-9-5 16,3 13-8-16,0-3-6 0,0 3-4 0,2 2-8 16,3 0-2-16,1-4-2 0,-1 0-5 0,10-2 7 15,-10-7-15-15,5-2-8 0,0-4-23 0,-2-5-28 16,0-3-35-16,1-3-42 0,-1-3-62 0,5-8-59 15,-5 3-166-15,1-6-425 0,4-2 188 0</inkml:trace>
  <inkml:trace contextRef="#ctx0" brushRef="#br0" timeOffset="70017.86">18592 3030 50 0,'-5'-18'389'0,"-12"-6"5"0,6 1 13 0,1 4 6 15,3-1 7-15,-1 4 0 0,1-2-12 0,4 3-20 16,-2-2-26-16,5 7-26 0,3-3-32 0,-3 5-31 16,4-4-28-16,-3 5-29 0,4-1-13 0,4 2-34 15,-3 1-27-15,6 5-25 0,-1 0-27 0,1 5-20 16,5-2-22-16,-2 6-22 0,-1 0-20 0,1 4-21 16,0-2-17-16,0 1-11 0,0 3-19 0,-3 0-14 15,-4 0-9-15,2-2-16 0,-4 2-15 0,1 0-1 16,-2-3-2-16,-3-1 0 0,-2-2 4 0,-5 0 4 15,3-2-3-15,-5 4-13 0,-1-7-9 0,-5 4-20 16,5 1-26-16,-7-1-33 0,1-3-48 0,5-1-41 16,-5 1-244-16,-4-2-594 0,7 1 262 0</inkml:trace>
  <inkml:trace contextRef="#ctx0" brushRef="#br0" timeOffset="71067.42">18887 3135 200 0,'11'1'217'0,"-11"-1"-15"0,18 0-15 16,-9 0-10-16,6 0-16 0,-9 0-13 0,7-1-6 15,-13 1-12-15,30-3-11 0,-15-3-9 16,2 3-6-16,-6-1-8 0,6-7-10 0,-2 2-10 15,0-5-4-15,-2 4-7 0,7-4-6 0,-5-1-5 0,1-4-1 16,-3 1-4-16,-1-6-3 0,1 0-1 0,0-3-1 16,-6-1-2-16,5-1-6 0,-7 0-3 0,3-3-2 15,-3 0 3-15,-3 2-3 0,3 1-3 16,-5 1 1-16,-4 5 3 0,4 0 2 0,-5 3-2 0,2 2 0 16,3 2-6-16,-7 2 0 0,4 1-9 0,0 5-3 15,-2-3-2-15,-2 7-1 0,0 0-2 0,-1 2-2 16,8 2-4-16,-20 2 2 0,12 2 1 0,0 0-5 15,-4 7 2-15,1 1-2 0,4 4 3 0,-1 2-1 16,1-2 0-16,-1 11-2 0,3-7 0 0,0 6 1 16,3-3-3-16,-1 5-7 0,3-4 3 0,3 6 3 15,-3-2-10-15,2-2-2 0,1-7-5 0,-1-2-6 16,6 4-7-16,-6-1-3 0,3-5-7 0,1-2-6 16,1-4-3-16,1 6 3 0,2-6 3 0,-5-1-5 15,3-3 2-15,6 0 0 0,-1 2 6 0,3-2 2 16,3-5 6-16,-6 3 2 0,2-1 5 0,3-1 2 15,0-1 2-15,0 1 4 0,1 2 0 0,-4-3-2 16,-1 0 7-16,1-3 1 0,-8 3 1 0,-7 0-1 16,15 0 14-16,-4 0-4 0,-11 0 0 0,10 0-2 15,-10 0-1-15,0 0 1 0,0 0 7 0,0 0 2 16,5 7 1-16,-5-7-1 0,0 0 7 0,-11 12-1 16,11-12-6-16,-9 6 6 0,8-4-5 0,-4 6 3 15,-3-4-2-15,8-4-2 0,-7 5 1 0,5-2-2 16,-3 3 5-16,5-6-3 0,-8 6 6 0,8-6-1 15,0 0 7-15,0 0-1 0,0 0-7 0,0 0 6 0,0 0-3 16,0 0-4-16,0 0-3 0,0 0 1 0,36-8 1 16,-27 4-3-16,-3 3 2 0,6-4 0 15,-2 2-4-15,-2-3 5 0,4 1-3 0,-4 1-1 16,0-2 0-16,4 0 0 0,-7-2 1 0,5 3-3 0,-2 0-1 16,0 2 1-16,-4-3 1 0,2 3-2 0,-6 3 2 15,9-5 0-15,-3 2-1 0,-6 3 0 16,0 0-4-16,15 5 2 0,-15-5 1 0,13 6 2 15,-8 0 1-15,2 2-4 0,-2-3 2 0,3 3 0 0,-1 1-1 16,-1 3-1-16,3-3 2 0,-1 3 0 0,5 3 1 16,-5-6-2-16,-3 0-1 0,4 0 2 15,-3-3-1-15,3 5 2 0,-3-4-1 0,-4-1-1 16,4 1 2-16,1-4 2 0,-7 2 1 0,0-5 4 0,7 3 3 16,-7-3-3-16,0 0-5 0,0 0 5 0,0 0 0 15,-5-18-3-15,5 18-1 0,-2-13 0 0,2 2 3 16,0 5-7-16,0-3 7 0,-5-3-3 0,3 6-1 15,4-8 1-15,-4 4-5 0,4-2 0 0,3 3-4 16,3 1-1-16,-1-2-11 0,1 3-12 0,5-3-19 16,1 0-22-16,2 4-18 0,-1 3-23 0,8-2-17 15,4-1-2-15,-4 5 14 0,-1 1 4 0,-4-1 16 16,3 1 8-16,1-2 6 0,-7 4 4 0,0-2 14 16,-2 1 10-16,-5-2 9 0,-8 1 36 0,17 0-5 15,-17 0 5-15,6-2 14 0,-6 2 11 0,0 0 8 16,0 0 9-16,0 0 7 0,0 0 11 0,0 0 2 15,0 0 4-15,0 0-4 0,0 0-1 0,0 0-1 16,-31 3-5-16,31-3-2 0,-15 1-8 0,8 2-1 16,1-1-3-16,6-2-6 0,-12 6-1 0,12-6-4 15,-3 7 1-15,-1-3-3 0,4-4-4 0,9 12-2 16,1-5-18-16,1 1-30 0,14 8-44 0,-2-7-48 16,12 5-48-16,8 2-107 0,-5-1-303 0,15 0 134 15</inkml:trace>
  <inkml:trace contextRef="#ctx0" brushRef="#br0" timeOffset="71484.12">20515 3057 56 0,'-25'-11'235'0,"-3"3"-7"0,0 1-7 0,-2 3-11 16,6 0-14-16,-5 2-13 0,1 2-14 0,7 0-14 0,1 2-15 15,2-1-15-15,-4 4-13 0,6 0-9 16,-1 3-11-16,2-2-4 0,2 4-10 0,1 4-9 15,7-5 2-15,-5 2-12 0,7 1-3 0,3 0-5 16,0-2-6-16,3-1-2 0,7 6-3 0,-1-4-6 16,4-1-5-16,3-1-3 0,1 0-15 0,11 0-14 0,0-3-11 15,-1-5-13-15,9 1-13 0,-8-2-8 16,17-3-17-16,-12-1-8 0,0-3-12 0,2-3 7 16,8-3-9-16,-13-4 4 0,10-4 0 0,-14 0 1 15,5-8 12-15,-1-2 4 0,-13 4 7 0,4-9-7 0,1-3 30 16,-9 3 19-16,0-2 18 0,-3-5 25 0,-3 13 24 15,-1-3 21-15,-1 4 10 0,-3-1 7 0,-2 13 4 16,-2-10-2-16,-3 8 5 0,-1 4-21 16,4 3-4-16,1 0-13 0,-6 5-4 0,-5-1-8 0,4 7-3 15,0 1-8-15,8 0-2 0,-27 9-2 0,11 0-1 16,3 1-5-16,-1 13-3 0,-1-7 1 0,-1 11-5 16,8-3 1-16,-7 3-4 0,8 5 3 0,0 1-3 15,7-3-1-15,0 2-5 0,0-4-8 0,7 2-11 16,0-2-26-16,8-1-39 0,1-1-54 0,4-5-70 15,1-2-237-15,3-4-472 0,-1-1 209 0</inkml:trace>
  <inkml:trace contextRef="#ctx0" brushRef="#br0" timeOffset="71800.98">21066 2419 274 0,'-8'-8'440'0,"5"0"2"0,0 0-13 15,1 1-22-15,-3 4-26 0,5-5-40 0,0 8-41 16,0 0-23-16,0 0-33 0,0 0-24 0,0 0-22 16,16 15-21-16,-4 0-16 0,8 5-16 0,-4 4-15 15,8 0-15-15,2 9-8 0,-1 0-10 0,3 3-10 0,2 0-11 16,1 5-5-16,-1-2-9 0,-5 3-1 15,1-2-6-15,-1 2-8 0,-5 5-6 0,-2-4-1 16,-3 3-5-16,-6 5-6 0,-3-4-26 0,-11 1-38 16,4-4-51-16,-6 3-44 0,-8 0-46 0,-5-1-42 0,-11 7-54 15,1-13-75-15,-8 7-72 0,-20 4-217 16,-3-2-687-16,11-11 305 0</inkml:trace>
  <inkml:trace contextRef="#ctx0" brushRef="#br0" timeOffset="78784.48">8021 5017 92 0,'0'0'186'0,"-7"-8"0"0,-1 4-13 0,8 4-9 16,-9-7-7-16,3 2-9 0,6 5-1 0,-10-10-10 15,0 7-10-15,5 1-11 0,5 2-6 0,-15-4-10 16,8 0-4-16,-4 4-13 0,1-2 0 0,-3 2-6 16,13 0-3-16,-22 0-7 0,7 0-6 0,0 2 0 15,2 2-6-15,5-3-4 0,-14 2-3 0,12 1-4 16,-6 0-4-16,3 0-2 0,-2 1-5 0,0-2-2 16,-3 6 0-16,6-3-3 0,-1 3-3 0,-2-2-4 15,3 5 1-15,-3-2-1 0,5-3-4 0,2 3-1 16,-7 1-2-16,7-4 0 0,-4 5-1 0,4 2 0 15,3-2-3-15,-6 1 0 0,-1-2-1 0,9 1 1 16,-2 2-5-16,-9-1 2 0,11-1 0 0,-2 2-2 16,-3-1 6-16,1-1-5 0,6 3 0 0,-6-6 2 15,7 6-1-15,-3-5 1 0,-1 1 4 0,3-1-5 16,1 0-3-16,0-2 3 0,-5 4 1 0,5 0-15 0,5-4 3 16,-10 3 1-16,10-1 0 0,-5-4 0 0,0 1 4 15,1 4 0-15,-1-2 0 0,4-5 3 16,-1 7 1-16,-1-5-1 0,3 3 3 0,-4 2 7 15,4-6-8-15,-1 3 1 0,2-1 5 0,-1 1-3 0,-2 0-1 16,4-1 1-16,0 1 2 0,-1-3 3 0,4 2 4 16,-5 0 2-16,5-1-3 0,-5 0 4 0,3 2 2 15,-1-4-4-15,1 0 3 0,-1 3-7 16,0-3 7-16,-1-1 0 0,-3 2 2 0,7-1 0 0,-1-1 4 16,-1 2-3-16,-8-5-1 0,15 3 2 0,-9 1 1 15,3-3 0-15,-1 1 0 0,-1-1-2 0,1 3 12 16,4 0-15-16,-8-3-4 0,10 1 1 0,-8-1-2 15,4 3-4-15,-3-3 1 0,3 1-1 0,-10-2 2 16,18 1-4-16,-11 3-4 0,1-2 5 0,-1-1-4 16,1 1-3-16,-2 1 0 0,-6-3 5 0,14 3 0 15,-6-2-1-15,-8-1 2 0,10 0-2 0,1 2 4 16,-2-2 5-16,-9 0-6 0,15 0 0 0,-7 1 1 16,4-1 1-16,-12 0-5 0,14-1 4 0,-14 1-4 15,17 0 1-15,-7 0 1 0,-10 0 1 0,18 1-12 16,-18-1 14-16,15-3-4 0,-5 3 0 0,-10 0-2 15,15-1-1-15,-7-2 1 0,2 0 1 0,0 3-3 16,-10 0-3-16,21-2-1 0,-14 1 6 0,1-1-5 16,1-2 3-16,-1 3-1 0,-8 1 1 0,13-7 11 15,-5 6 2-15,-1-1 2 0,1-2 10 0,1-1 2 16,-9 5 16-16,13-4 0 0,-11 0-7 0,2 1-2 16,3-2 3-16,-4-1 4 0,4 3-13 0,-2-2-5 15,5 0 4-15,-5 2-3 0,-3-4-1 0,4 3-1 16,-3-1-5-16,1-3-1 0,-3 1 2 0,6 3-3 15,-2-2 4-15,-3-3-5 0,-1 4 2 0,4-2-8 16,-3 1 2-16,5 0 0 0,-2-2-2 0,-4 1-2 16,1 3 0-16,-2-4 3 0,6 0 2 0,-6 1-5 15,0 1-1-15,0 0 8 0,5-2-7 0,-3 3-3 0,-2-3 4 16,5 2-7-16,-5-3 3 0,0 0-3 0,0 9-4 16,5-12 5-16,-5 4-3 0,0 1-4 0,0 7 7 15,3-10-5-15,-3 3 5 0,0 0-5 0,2 1 4 16,-2 0-6-16,0-2 1 0,0 8 2 0,0-13 1 15,0 7 3-15,0-2-6 0,0 1-2 0,0 7 3 16,-2-9-1-16,2 1 0 0,0 8 0 0,-3-11 3 16,3 4 2-16,3 2 1 0,-3 5-5 0,-3-14 9 15,3 11 4-15,0 3 4 0,0-12 1 0,-3 6-2 16,3 6-2-16,3-9 4 0,-6 3-9 0,3 6 10 16,-2-12-10-16,-3 9 0 0,5-3 4 0,0 6-3 15,0-9 1-15,0 9-2 0,0-12 3 0,-2 7-5 16,2 5-1-16,-5-7 3 0,5-1-1 0,0 8-4 15,0-8 0-15,-6 3 3 0,6 5 0 0,0-6-5 16,0-2 1-16,0 8-2 0,-3-8 4 0,-2 3-5 16,5-1 2-16,0 6-2 0,-2-9 2 0,-3 3 3 15,5 0-7-15,-2-1 2 0,2 7 3 0,0-8-2 16,-5 1-3-16,5 7 2 0,-3-11 1 0,-2 6-3 16,3-2 2-16,-3 1 4 0,4 0 3 0,-3 0-3 0,4 6 1 15,-4-5-1-15,-3 1 1 0,7-2-4 16,0 6-2-16,-13-10 2 0,6 6-4 0,-1 0-5 15,1 1 4-15,-1-2-1 0,-7 2 1 0,3 0 7 16,-3-1-14-16,-1-1-6 0,1 2-10 0,-2 1-37 0,-2 2-26 16,5 0-65-16,-2 0-56 0,-2 0-62 0,-1 0-82 15,9 2-392-15,-1-2-807 0,-1 0 358 16</inkml:trace>
  <inkml:trace contextRef="#ctx0" brushRef="#br0" timeOffset="88085.16">7461 5636 93 0,'0'0'122'16,"0"0"0"-16,0 0-14 0,0 0-10 0,2-7-8 15,-2 7-1-15,0 0-9 0,0 0-7 0,0 0-2 16,0 0-1-16,0 0-4 0,0 0-2 0,0 0-5 16,0 0-1-16,0 0-1 0,0 0 2 0,0 0 0 0,0 0 1 15,0 0-1-15,0 0-1 0,0 0 2 16,0 0 0-16,0 0-2 0,0 0 4 0,0 0-6 15,0 0 4-15,0 0-5 0,0 0-1 0,0 0-4 0,0 0-5 16,0 0 1-16,0 0-6 0,0 0-5 0,0 0-3 16,0 0-6-16,0 0-1 0,0 0 0 0,0 0-4 15,0 0-2-15,0 0-3 0,0 0 1 16,0 0-3-16,0 0-2 0,0 0 0 0,0 0 0 0,0 0 0 16,0 0-1-16,0 0-2 0,0 0 1 0,0 0 0 15,0 0-1-15,0 0-4 0,0 0 0 0,0 0 1 16,0 0-6-16,0 0 3 0,-15 15-1 0,10-10 0 15,-2 0 2-15,-1 7-2 0,-2-5-1 0,-2 2 2 16,-2 7 5-16,-8 1-2 0,1 4 4 0,-3-1 19 16,-4 0 3-16,0 0-2 0,-3 9-4 0,-11 2 1 15,4-3-4-15,-3 3 3 0,-4 0-2 0,5 0 5 16,-3-1 5-16,-1 2 0 0,6 2-1 0,-5-2-4 16,0 1 2-16,0 0-5 0,1 1-1 0,2-2 0 15,-1-2-3-15,1 5-5 0,-1-4 3 0,1 2-3 16,2 3 0-16,-3-6 2 0,3 3 1 0,0-3 1 15,1 3 0-15,1-4 0 0,3 2 2 0,-2-1-5 16,-1-2 1-16,6-1-3 0,8-3 1 0,-14 5-1 16,8 1 4-16,-2-9 2 0,3 7 5 0,-1-5 4 0,0 5-1 15,3-6-2-15,2 0-2 0,-2-2-1 16,-6 7 0-16,9-5-2 0,-1-3-4 0,-3 3 1 16,3-2-1-16,1 4-2 0,-8 5 0 0,-5-2 10 15,4-2 8-15,6-2 1 0,0 1 4 0,2-2-7 0,-2 1-1 16,-3-2-4-16,5 1 5 0,-5 9-4 0,6-9 0 15,-12 10 8-15,14-10-3 0,0-1 3 0,-2 3-2 16,-2 0-1-16,0-2 8 0,0-2 2 0,2 2 0 16,1-2 6-16,-3 1 3 0,8-1 1 0,-6-1 2 15,-1-3 1-15,2 4 5 0,1-4 6 0,-3 3-12 16,1-3-3-16,7-1-6 0,0 0 2 0,-10 0 1 16,4 3-5-16,1-1 1 0,3-4-4 0,1-1 0 15,-9 6-5-15,9-6-1 0,-4 6 0 0,3-5 4 16,2 1-4-16,0-4 7 0,0 3-12 0,1-1-6 15,0 1 5-15,4-6-8 0,-3 7-4 0,0-7 1 16,5 1-4-16,-1 2 2 0,3-2-3 0,-1-5-4 16,-1 1 1-16,1 0-2 0,6 4 1 0,1-8 1 15,-7 5-3-15,7-5 2 0,-7 4 0 0,7-4-4 16,0 0 1-16,-6 3-3 0,6-3-10 0,0 0-16 16,0 0-12-16,0 0-28 0,0 0-59 0,0 0-71 15,0 0-69-15,13-15-99 0,-5 6-424 0,0-2-847 16,4-8 375-16</inkml:trace>
  <inkml:trace contextRef="#ctx0" brushRef="#br0" timeOffset="90585.35">8249 5643 31 0,'0'0'233'0,"0"0"-1"0,0-7-5 0,0 7-7 0,7-7-12 16,-7 7-10-16,5-4-13 0,-5 4-8 0,0 0-15 16,0 0-9-16,0 0-12 0,0 0-10 0,0 0-14 15,0 0-13-15,0 0-11 0,0 0-8 0,0 0-14 16,0 0-7-16,0 0-8 0,0 0-3 0,0 0-6 16,0 0-3-16,0 0-6 0,9 11-1 0,-2-4-5 15,3-4-7-15,-10 3-2 0,5-4-3 0,5 10 0 16,0-5 0-16,-2-1-1 0,2 6-1 0,3-3 0 15,1 1 0-15,-3 2 4 0,7 0 1 0,-4 2 4 16,2-1 0-16,-1 1-3 0,-2 1 0 0,2 1 0 16,5 3 5-16,-3 0-8 0,-1 2-4 0,1 0 0 15,-2-1-2-15,1 4 2 0,2-1-1 0,-1 1-1 16,-2 0-1-16,0-2 1 0,5 3 1 0,1 9 8 16,2 1 3-16,-1 1 6 0,-6-7 2 0,1-2-3 0,4 7 1 15,1 4 11-15,1-2-7 0,2-2 6 16,0 1-2-16,-4-1 4 0,-4-5-3 0,3-4 0 15,3 9 0-15,-2-7 1 0,-6 2 3 0,5-2 6 0,-3-2 5 16,2 2 2-16,-4 0-1 0,2-7 8 0,3 2-11 16,-5 0-1-16,-4-6 2 0,4 0-1 0,0 0-2 15,-2-1-2-15,4-2-3 0,-7-1-1 16,1 2-2-16,3-6-3 0,1 4 1 0,-7-1-3 0,5 0-3 16,-5-4 0-16,-1 2 1 0,3 2-6 0,-4-4-3 15,8 2 6-15,-1 3-9 0,2 0 3 0,-9-8-6 16,8 11-3-16,-3-7 0 0,-2 3 1 0,4 1 3 15,0 1-2-15,4 1 1 0,-2-3-7 0,-1 1 4 16,3 4 2-16,-2-5-3 0,1 5-1 0,1-3-2 16,0 9-3-16,-3-3 0 0,15-6-7 0,-18 2 9 15,7 3-3-15,-4-5 1 0,0 1-5 0,1 4 5 16,2 0-1-16,4 1 0 0,-2 1-2 0,-4-6 5 16,3 5 0-16,0-1 2 0,-6-1 1 0,2-2-1 15,1-2 1-15,-3 1-2 0,0 0-1 0,-1-3 2 16,2 4-1-16,-1-1-1 0,0-4 3 0,1 1-3 15,-2-3 2-15,3 9 0 0,-4-7 3 0,1-3 0 16,-1 5 5-16,3 0-8 0,-4-4 0 0,4 4 0 16,-5-4 0-16,5 1 0 0,1 3-3 0,-5-3 1 0,5 3-2 15,-6 0-2-15,4-5 0 0,-4 4-2 16,0-2-1-16,0 0 0 0,2-3-2 0,-5-2 3 16,9 8-4-16,-6-4 2 0,2-2 2 0,-4 6-4 0,8-3 1 15,-6-2-3-15,5 4-1 0,0-2 4 0,-1 2-7 16,1 0 8-16,4-3 0 0,-4 0-1 0,2 0 3 15,0 0 1-15,-2 3 1 0,2-3 6 0,0 3-5 16,0-2 2-16,1-2 2 0,-2 4-4 0,0-3-2 16,0 0 1-16,-1 0 0 0,-3-1-1 0,6 1 0 15,-6 1-3-15,0-3 1 0,3 0 1 0,-1 1-4 16,0 4-3-16,-2-8 4 0,3 6 6 0,-2 2-6 16,1-4-1-16,1-1-1 0,-1 1-1 0,-4 1 4 15,2-2-3-15,-2 0 1 0,4 0-1 0,-5 0-2 16,1 0 0-16,3-2 1 0,-6 1 2 0,0-2-3 15,-1 1 0-15,-4-4 0 0,8 7-2 0,-3-6 4 16,-5-1-2-16,5 6 1 0,-5-6 1 0,3 5 4 16,-3-5 11-16,7 3 4 0,-7-3-1 0,0 0 2 15,0 0-2-15,0 0 0 0,0 0 0 0,0 0-6 16,6 4 2-16,-6-4-1 0,0 0-6 0,0 0-21 16,0 0-34-16,0 0-63 0,0 0-94 0,0 0-99 15,2-15-119-15,-2 9-143 0,0-4-312 0,0 0-947 16,-2-3 420-16</inkml:trace>
  <inkml:trace contextRef="#ctx0" brushRef="#br0" timeOffset="99267.97">15244 5245 82 0,'0'-8'331'0,"3"-1"-7"0,-1 1-17 0,-4 2-8 0,4-2-2 16,-2 1 3-16,0 7-20 0,1-11-18 0,-1 11-13 16,4-9-23-16,-4 9-26 0,-4-5-21 0,4 5-21 15,0 0-21-15,0 0-15 0,0 0-15 0,0 0-11 16,0 0-9-16,7 19-9 0,-7-4-10 0,0 3-17 15,6 1 5-15,1 8-8 0,-5-1 0 0,-2 6-5 16,0-1-10-16,0-1 4 0,0 10 0 0,-2-9-16 0,0-3 5 16,-1 2-2-16,1-3-7 0,4 0 0 15,-4 0-4-15,1-8 6 0,-6 0-4 0,7 0-2 16,-1-2 1-16,1-1-4 0,-5-5 0 0,5 0-3 0,0-2 4 16,-2-1-3-16,4-2 0 0,-4 0 2 0,-1 0 0 15,3-6 6-15,0 8 5 0,0-8 9 16,0 0 7-16,0 0-3 0,0 0 8 0,0 0-17 0,0 0 10 15,0 0-15-15,6-20-3 0,-1 13 1 0,2-1-1 16,-1-3-4-16,-1 4 2 0,0-2-9 0,4-2 4 16,4 4-4-16,-3-2-3 0,5 0 2 0,-5 5-1 15,1-3-4-15,4 3-2 0,-3-2 1 0,4 1-1 16,-1 4 0-16,2-1 0 0,-7 2 3 0,5 0-3 16,3 3-5-16,-3-3 3 0,0 5-1 0,-1 2-1 15,1-2 0-15,-1 0-3 0,0 0-3 0,1 4-3 16,-3-2 0-16,-4 0-2 0,5 4 0 0,-4-2-3 15,-1-2-4-15,-1 2-1 0,1-2 11 0,-6 2-8 16,3-1-4-16,-2 2-5 0,-3-1 11 0,5-1-2 16,-5 2 1-16,0-1 3 0,0 1-2 0,0 0 2 15,-7-3 5-15,1 1 3 0,4-2-3 0,-10 2 9 0,2-3-5 16,0-2 21-16,-3 4-16 0,-7-2-4 0,12 2 0 16,-12-6-2-16,4 2 7 0,-4-2 3 0,3-1-2 15,-4 0 2-15,6-1 3 0,-3 1-2 0,8 0-1 16,-5-3 2-16,-2 2-2 0,4 1-2 0,5-4-7 15,1 0-28-15,4 0-20 0,3 4-39 0,-5-8-32 16,5 1-50-16,0 7-54 0,11-12-63 0,-1 4-68 16,5-1-188-16,0-1-596 0,2 0 264 0</inkml:trace>
  <inkml:trace contextRef="#ctx0" brushRef="#br0" timeOffset="99767.47">16056 5666 282 0,'-5'-7'325'0,"5"7"-2"16,0 0-7-16,0 0-7 0,-6-5-9 0,6 5-10 15,0 0-18-15,0 0-13 0,0 0-19 0,0 0-20 16,0 0-16-16,0 0-19 0,0 0-19 0,0 0-18 15,26 0-12-15,-11 2-12 0,3 0-19 0,5 3-4 16,6-1-14-16,0-3 2 0,1 4-6 0,7-2-23 16,1 3-4-16,-5-6-4 0,13 4-9 0,-3 1 0 15,-11-3-4-15,-3 0-1 0,0-2-7 0,0 0-4 16,-7 0-2-16,-1 0-3 0,1 0-3 0,-2-1-1 16,-4 0 4-16,-2-1-5 0,-5-3-2 0,3 2 3 15,-2 2-2-15,-3 1 1 0,-7 0-4 0,13-3-10 16,-13 3 8-16,10-4-5 0,-10 4-4 0,5-4-15 15,-5 4-29-15,3-4-35 0,-3 4-39 0,0 0-37 16,0 0-48-16,-2-11-47 0,2 11-64 0,0 0-68 0,0 0-227 16,0 0-655-16,0 0 290 0</inkml:trace>
  <inkml:trace contextRef="#ctx0" brushRef="#br0" timeOffset="101217.72">17420 5512 181 0,'3'-4'211'0,"4"-2"3"0,-2 0 0 0,-3-1-2 16,1 0-7-16,2 0-4 0,-3 0-6 0,-1-3-4 15,-1 3-9-15,0-2-11 0,0 0-9 0,0 2-15 16,-1-4-14-16,-1 3-9 0,-1 4-13 0,-2-7-12 16,1 6-9-16,-2 0-14 0,1 0 0 0,-3 0-16 15,1 2-5-15,-1-1-5 0,-6 3-9 0,3-1-3 16,-2 2-6-16,-6 3-3 0,3 1-7 0,-6 3 1 16,7-1-2-16,-1 3-5 0,-4 3 0 0,3-1 3 15,3 1-7-15,-3 1-1 0,5 1-2 0,-1 1 0 16,7-1-1-16,-4 1-3 0,6 2-5 0,1-2 1 15,3-1-1-15,0 1-1 0,3-3-4 0,2 1 4 0,5 1-4 16,0-2 2-16,5-1 3 0,0-2-6 0,1-1 3 16,6-1 2-16,-9-4-3 0,10 2 2 0,-1-3 5 15,-2-2-5-15,1-5 2 0,-4 2-2 16,3-6 2-16,-4 1-3 0,1 1 2 0,3-3 2 0,-5-1 3 16,-1-1-2-16,0-2 6 0,-4 1 7 0,-2-2 4 15,3 4 15-15,-4-4 16 0,-2 2 10 0,0 1 18 16,0 1 7-16,-2 1 3 0,-3 1 4 0,4-2 6 15,-4 6-11-15,3-3-8 0,-3 2-8 0,0 6-12 16,2-8-5-16,-2 8-11 0,0 0-7 0,0 0-11 16,0 0-1-16,0 0 11 0,0 0-26 0,0 0-7 15,0 0 7-15,-9 25-18 0,9-15-9 0,4 2-7 16,-1 3-5-16,-3 0-7 0,5 3-14 0,2-2-14 16,-4 0-15-16,5 0-24 0,-1-1-24 0,8 1-36 15,-2 1-38-15,-5-5-42 0,7 1-43 0,0-3-48 16,0 2-169-16,6-7-546 0,-6 0 241 0</inkml:trace>
  <inkml:trace contextRef="#ctx0" brushRef="#br0" timeOffset="101886.59">18026 5475 28 0,'0'0'186'0,"0"0"-1"0,0 0-7 16,0 0-7-16,-2-6-8 0,2 6-2 16,0 0-5-16,0 0-7 0,-6-6-6 0,6 6-5 15,0 0-9-15,0 0-5 0,0 0-11 0,0 0-9 0,-2-5-8 16,2 5-4-16,0 0-7 0,0 0-14 0,0 0-7 16,-7-4-4-16,7 4-10 0,0 0-4 0,0 0-4 15,0 0-4-15,0 0-6 0,0 0 5 0,-6-3-9 16,6 3-2-16,0 0-7 0,0 0 1 0,0 0 1 15,0 0-6-15,0 0 0 0,0 0-2 0,0 0 2 16,0 0-4-16,0 0-2 0,0 0 0 0,0 0 0 16,0 0 0-16,0 0 0 0,0 0-1 0,0 0-4 15,0 0 3-15,0 0-3 0,0 0 3 0,0 0-4 16,0 0 3-16,0 0-1 0,0 0-1 0,0 0 1 16,0 0-1-16,0 0-2 0,0 0 1 0,0 0-1 15,0 0 1-15,0 0-3 0,0 0 0 0,0 0 2 16,0 0 3-16,0 0-3 0,0 0-3 0,0 0 3 15,0 0 0-15,0 0 0 0,0 0 2 0,0 0-2 16,0 0 1-16,0 0-2 0,0 0 2 0,0 0 4 0,0 0-1 16,0 0-4-16,-2-9 2 0,2 9 0 15,0 0 0-15,0 0 1 0,0 0-2 0,0 0-1 16,-7-1 2-16,7 1-1 0,-8-5-1 0,8 5 1 16,0 0-2-16,-5-3 1 0,5 3-2 0,-8-5 0 0,8 5 0 15,-8-1 1-15,8 1-3 0,-15-3 4 16,3 3 0-16,12 0-2 0,-16 0-1 0,7 2 2 15,-4-1 0-15,5 3-2 0,-4-2 1 0,-4 4 0 16,1 1-2-16,5-2 1 0,3 2 1 0,-8 3 0 0,2-1 0 16,5 1 0-16,0-1 3 0,3 0 6 0,1 7-5 15,1-5 2-15,6 1 0 0,1 2 3 16,2 3-3-16,6-3-1 0,-1-1 1 0,9 4 2 0,3-5-1 16,7 3-3-16,0-5 2 0,0 2 2 0,5-1-4 15,-4 1-1-15,5-8-10 0,7 3-12 0,-11-3-12 16,-1-4-9-16,-2 0-9 0,-1-4-11 0,0 0-13 15,-8 0-14-15,4-7-13 0,-9 4-21 0,5-3-24 16,-3-4-22-16,-2-7-28 0,0 0-24 0,-1 3-114 16,-2-3-361-16,-4-3 160 0</inkml:trace>
  <inkml:trace contextRef="#ctx0" brushRef="#br0" timeOffset="102484.39">18319 5071 67 0,'0'-7'274'0,"2"-1"5"0,-2 1-4 0,5-1-5 16,-2 3-4-16,-3-2-8 0,3 2-9 0,-1-2-5 15,-2 7-26-15,0 0-17 0,0-8-25 0,0 8-19 16,0-7-14-16,0 7-22 0,0 0-15 0,0 0-11 16,0 0-5-16,5 23-4 0,-5-11-19 0,0 6-8 15,3-3-2-15,2 5-6 0,-3 3-6 0,3 6-5 16,-5-2-1-16,8 0-10 0,-1 5 7 0,-1-4-4 0,2 3-3 15,2 0-6-15,-3 1-3 0,3-3 1 16,0-1-8-16,-2-2 1 0,2 3-11 0,2-6-6 16,-4-6-16-16,-1 1-7 0,2-3-13 0,-4 0-12 15,2-3-10-15,-5 0-11 0,3-4-4 0,-2-1-12 0,-1-3-7 16,1 4-5-16,-1-5-21 0,-2-3-21 0,0 0-7 16,0 0-17-16,0 0 7 0,0 0-5 0,0 0 1 15,0 0 12-15,-10-22 11 0,5 15 13 16,-2-3 12-16,2 3 13 0,0-3 6 0,-5 1 10 0,7 1 15 15,-4-2 17-15,1 3 17 0,-1-3 29 0,4 3 23 16,-2 0 29-16,1-1 32 0,1 3 21 0,2-3 24 16,-1 2 16-16,-1-2 10 0,3 8 12 0,-2-9-1 15,2 4 4-15,2-1 0 0,-2 6-1 0,5-16-10 16,-1 11-10-16,0 0-11 0,4 0-3 0,-1 0 0 16,1-3-26-16,0 2-7 0,5 3-5 0,-1 1-18 15,-2-1-5-15,5 2-9 0,-2 1-5 0,4 0-5 16,-2 1-3-16,-1-1-4 0,3 3-4 0,-5-1-10 15,3 1-3-15,-4 3 2 0,6 3-7 0,-2-2 4 16,-6 0-5-16,5 3-2 0,-6-3-7 0,4 3 1 16,-4 0 1-16,0 1 1 0,0 0-4 0,1 3-9 15,-1-1 8-15,-1 3-5 0,-2-3-4 0,-4 1-1 16,1 1-3-16,3-2-12 0,-5 1-8 0,0 3-4 16,0-2-11-16,3-1-14 0,-3-2-6 0,0-1-14 15,0 2-16-15,5 2-16 0,-2-4-27 0,1-2-23 16,2-2-39-16,4 4-43 0,2-6-53 0,-2 0-196 15,3-2-529-15,4 0 234 0</inkml:trace>
  <inkml:trace contextRef="#ctx0" brushRef="#br0" timeOffset="103084.4">19069 5502 236 0,'-7'-6'279'0,"0"3"-7"0,1-1-15 15,6 4-18-15,-15-2-20 0,8 0-20 0,7 2-22 16,-6-3-19-16,6 3-17 0,0 0-10 16,-17 8-15-16,17-2-10 0,-6-2-10 0,6 4-9 0,-2 0-7 15,4-1-6-15,-2 1-3 0,6 4-10 0,-6-4-5 16,8 4-9-16,1 0-1 0,-3 2-4 0,8-2-6 16,-6-1 1-16,7-1-8 0,-4-1-4 0,-1 3-3 15,2-8-5-15,-2 3-6 0,3-5 2 0,-3 5-4 16,-2-4-3-16,4-2 0 0,-4 0-1 0,-8-1-4 15,20-2-1-15,-15-6-1 0,0 4 0 0,1-3-1 16,-6-3 1-16,0 1 2 0,0-2 3 0,-1-5-2 16,1 4 0-16,0-2 1 0,-3-5-2 0,6 4 3 15,-6-3 2-15,3 3 4 0,3 1 3 0,-2 0 2 16,-2 3 1-16,2-4 1 0,-2 3 0 0,1 5 2 16,0-1 2-16,1-3-7 0,-1 9 0 0,0 2-5 15,7-7-3-15,0 6 0 0,-7 1 1 0,0 0-3 16,15 6-1-16,-7-4 2 0,0 8-3 0,0-3-3 15,1 1 0-15,4 3 1 0,-1-1 0 0,1-1-3 0,-2 3-3 16,4-3 1-16,-8 1 0 0,1-2-1 16,-1 1 4-16,-1-2-2 0,-2 4 0 0,2-3 0 15,1-3 0-15,-2 3 2 0,0-2 2 0,0-3-2 16,0 2 5-16,-4-1-5 0,-1-4 5 0,5 4 8 0,-5-4 20 16,4 5 20-16,-4-5 17 0,0 0 15 0,0 0 6 15,0 0 4-15,0 0-1 0,0 0 13 16,20-9-18-16,-20 9-8 0,1-4-4 0,-1 4-9 0,13-7-6 15,-4 3 1-15,-4 1-17 0,-2-2 2 0,5 2 8 16,-8 3-21-16,9-4-2 0,-9 4 0 0,13-3-7 16,-8 1-3-16,3-1-5 0,-8 3-5 15,15 0-27-15,-15 0-17 0,20 5-15 0,-9-3-25 0,-4-1-14 16,-7-1-16-16,18 4-20 0,-6-2-21 0,-6 3-35 16,3-2-33-16,4-2-31 0,-3-1-36 0,3 3-27 15,2-3-210-15,-5-3-559 0,-10 3 247 0</inkml:trace>
  <inkml:trace contextRef="#ctx0" brushRef="#br0" timeOffset="103320.24">19842 5372 148 0,'0'0'274'0,"-2"-11"-2"0,-1 5-7 0,3 6-13 16,0-5-16-16,0 5-19 0,0 0-18 0,-10-5-20 15,10 5-13-15,0 0-22 0,0 0-12 0,0 0-12 16,-22 10-12-16,16-1-8 0,1-1-12 0,3 0-7 15,-5 1-6-15,6 5-9 0,-6-1-6 0,7 6-2 16,0-1-10-16,0-2-3 0,5 0-6 0,-2 1 0 16,1 1-4-16,-1-2-7 0,2 3-3 0,-3-3-5 15,4-1-17-15,1 0-15 0,-1-4-12 0,-1-1-16 16,-3 4-21-16,0-4-24 0,1-2-34 0,0-3-31 16,-3 2-35-16,0-7-56 0,2 7-194 0,-2-7-470 15,0 0 209-15</inkml:trace>
  <inkml:trace contextRef="#ctx0" brushRef="#br0" timeOffset="103484.35">19395 5292 377 0,'-10'-9'384'0,"3"2"-14"0,1-4-18 0,6 2-12 16,-2 2-25-16,-5-1-29 0,2-3-31 0,5 7-21 15,0-2-25-15,-6 0-43 0,6 6-53 0,-2-12-69 16,-5 9-82-16,1-2-87 0,-2-1-88 0,-1 4-299 15,-11-9-554-15,4 3 245 0</inkml:trace>
  <inkml:trace contextRef="#ctx0" brushRef="#br0" timeOffset="104151.61">17536 4300 12 0,'3'-5'428'0,"1"-1"-4"0,-1-2-14 0,2 2-6 0,2-1-21 15,-4 0-26-15,-2 0-31 0,4 3-24 0,-5 4-28 16,2-7-35-16,-2 7-23 0,0 0-33 0,0 0-20 16,0 0-16-16,0 0-14 0,15 15-15 0,-8-4-21 15,-7 2-6-15,6 2-27 0,-4 4-15 0,6 0-15 16,-3 0-6-16,2-2-14 0,-1 4-6 0,-2-3-7 16,2 0-14-16,-1 0-6 0,2-3 0 0,-4-2-11 15,4 3 4-15,-2-9 3 0,-4 4 4 0,1-6 6 16,5 0-1-16,-7-1-2 0,0-4 28 0,6 2-7 15,-6-2 9-15,14-7 3 0,-8 0 11 0,-1 0 10 16,5-2 6-16,-3-2 1 0,3-1 13 0,-2-3 13 16,5 2-6-16,-5-2 4 0,2 0 3 0,4 0 8 15,-3 3 0-15,-4-4 6 0,1 5 0 0,-1-1-10 16,1 4-3-16,-5 1-5 0,4-1-9 0,0 3-8 16,-1-2-6-16,-4 3-10 0,-2 4-7 0,3-4-6 15,-3 4 0-15,5-2-11 0,-5 2 1 0,0 0-9 16,13 15-15-16,-8-9-10 0,5 3-9 0,-3 2-15 0,1 2-11 15,-1 1-19-15,1 2-16 0,-1-4-18 0,8 6-26 16,1 0-15-16,2-5-22 0,-8 3-23 16,5-3-27-16,3 1-36 0,-3-3-44 0,2-3-45 0,-2-2-295 15,0 1-695-15,-1-4 308 0</inkml:trace>
  <inkml:trace contextRef="#ctx0" brushRef="#br0" timeOffset="104500.88">18150 4323 135 0,'0'0'219'0,"0"0"-21"15,-8-4-13-15,8 4-12 0,0 0-11 0,0 0-10 16,-8 13-9-16,6-9-7 0,2-4-9 0,-3 11-12 16,1 0-8-16,4-6-3 0,1 6-14 0,-1 1-11 15,1-6-4-15,2 7-9 0,3-1-4 0,-1-5-8 16,1 3-2-16,0 0-5 0,1-2-3 0,4-4-7 15,-2 4 1-15,1-1-3 0,3-7-6 0,-5 2-2 16,1-1-5-16,3-4-1 0,-6 2-2 0,0-5-1 16,5 1 0-16,-6 0-3 0,0-2-1 0,-4-3-1 15,2 1 0-15,-5-2 0 0,0-1 6 0,-5-1-4 16,2 7 8-16,-4-9 4 0,-6 2 4 0,4-2 0 16,-4 4-3-16,2 1-2 0,-1-3-2 0,-1 6-3 15,5 1-3-15,1 3 1 0,-8-5-6 0,7 7-13 16,-1-1-24-16,9 2-21 0,-13-1-22 0,13 1-33 15,-3 8-54-15,3-8-59 0,0 0-213 0,15 16-460 16,-5-9 205-16</inkml:trace>
  <inkml:trace contextRef="#ctx0" brushRef="#br0" timeOffset="104852.05">18620 4386 4 0,'0'0'285'0,"-13"-1"-20"0,13 1-23 0,0 0-29 0,0 0-18 16,-15 1-20-16,15-1-17 0,0 0-12 0,-10 3-17 15,10-3-12-15,-3 8-14 0,1-4-7 0,2-4-10 16,0 11-8-16,0-6-7 0,0-5-5 0,0 11-5 16,2-5-6-16,-2-6-4 0,8 10-4 0,-6-7-5 15,1-1-5-15,4 4-1 0,-7-6-3 0,8 1-2 16,-1 2 0-16,-7-3-5 0,14 2-2 0,-14-2-2 15,0 0 6-15,15-6 6 0,-15 6 10 0,9-6 5 16,-9 1 4-16,5 1 6 0,-5 4 2 0,0-12-8 16,0 8-8-16,0 4 1 0,-5-12-10 0,-4 5-1 15,9 0-4-15,0 7-6 0,-6-6 0 0,6 6-10 16,-9-7-8-16,3 5-16 0,6 2-17 0,-8-5-17 16,8 5-15-16,0 0-16 0,0 0-22 0,-12 8-38 15,12-8-44-15,0 0-48 0,13 11-41 0,-6-7-143 16,1-3-445-16,5 9 197 0</inkml:trace>
  <inkml:trace contextRef="#ctx0" brushRef="#br0" timeOffset="105568.29">18893 4424 76 0,'0'0'240'0,"0"0"-1"0,0 0-16 0,0 0-16 0,0 0-10 16,0 0-16-16,0 0-19 0,0 0-15 0,0 0-17 16,0 0-13-16,0 0-12 0,0 0-11 0,0 0-8 15,0 0-9-15,0 0-7 0,0 0-8 16,0 0-6-16,0 0-3 0,0 20-6 0,0-15-4 0,2 1-5 16,1 0-3-16,1 0-2 0,-3 1-3 0,4-2-2 15,3-1-1-15,1 3-5 0,-3-3 1 0,4-1-1 16,-1 3-4-16,0-1 0 0,0-3-5 0,4 1 1 15,-5-1 0-15,1-2-2 0,-9 0-3 0,26-2 0 16,-16-1-1-16,-3 1 2 0,1 0-4 0,-2-3 3 16,3 4-1-16,-3-5-2 0,1 2 3 0,1-4 0 15,-6 0 6-15,1 1 5 0,-1-1 3 0,3 3 10 16,-5-5-4-16,0 2 3 0,-5 1 6 0,3-2-6 16,-3 2-4-16,-3-1-4 0,1 0 1 0,-1 1-3 15,-5 0-1-15,3-2-1 0,-3 5-6 0,-2-3-5 16,2 0 3-16,4 5-2 0,-6-2-1 0,7 0-3 15,-2 2 3-15,0 1-5 0,10 1 8 0,-15 0-7 16,15 0-2-16,-6-4-6 0,6 4-1 0,0 0-2 16,-9-3-1-16,9 3 1 0,0 0 1 0,0 0 1 0,0 0-4 15,0 0 1-15,43 2 1 0,-26-1-4 16,11-2-7-16,-6 1-5 0,12-2-5 0,-7-2-13 16,3-1-9-16,-2-3-15 0,5-2-4 0,-3 1-21 15,1-2-2-15,-1-3 0 0,1-3 3 0,1 2 11 0,-6-1 5 16,1-2 6-16,-6-2 14 0,-4 4 7 0,-1-5 18 15,-4 3 19-15,-5 2 13 0,-2-3 21 0,-2 7 23 16,-1-6 15-16,-2 6 8 0,-2-1-1 16,-3 4-2-16,3 0-3 0,-3 1-4 0,-1 1 0 0,1 2-16 15,-7 2-6-15,6 1-3 0,6 2-5 0,-19 2-3 16,8 3-4-16,1 2 0 0,-10 4-3 16,7 0 1-16,4 7-3 0,-5 3-2 0,5 2 1 0,3 3-2 15,4 2-1-15,-3 7 3 0,12-4-4 0,-7 0 0 16,8 8-1-16,2-9-1 0,0 13 2 0,-2-15-5 15,7 10-1-15,-8-5 0 0,1-4 0 0,5 2-2 16,-5-1 3-16,4 2-3 0,-2-5 1 0,-4 3 0 16,3 2-5-16,-3-3 6 0,4 0-2 0,-6-2-3 15,-1-2-1-15,2-3-18 0,-3-2-12 0,1-1-12 16,-6-5-16-16,6-1-23 0,-3-5-25 0,0 6-24 16,-3-7-36-16,6-4-30 0,-3 2-266 0,0-5-495 15,0 0 219-15</inkml:trace>
  <inkml:trace contextRef="#ctx0" brushRef="#br0" timeOffset="105767.61">19481 4659 226 0,'0'0'410'16,"5"-7"-5"-16,-5 7-11 0,3-11-30 0,-1 3-21 0,3 7-18 15,-2-2-40-15,7-3-22 0,0 0-32 16,-2 2-23-16,4 1-26 0,-1-1-16 0,8 3-18 15,-5 2-29-15,3-2-50 0,0 1-48 0,2 0-51 0,-2 1-52 16,4-1-64-16,-6 4-87 0,7-4-96 0,-14 0-228 16,12 0-603-16,-3-4 267 0</inkml:trace>
  <inkml:trace contextRef="#ctx0" brushRef="#br0" timeOffset="111450.9">20764 5362 126 0,'8'-16'269'0,"-2"1"2"0,1 2 14 16,1-2 17-16,-1-1 21 0,0 1 20 0,-2-1 5 16,-2 7-1-16,2-8-9 0,-4 7-5 0,4 1-14 15,-5 0-15-15,4 1-19 0,-3 2-20 0,-1 2-30 16,0 4-23-16,5-10-29 0,-5 10-26 0,0 0-20 0,0 0-14 15,0 0-11-15,0 0-12 0,0 27-9 16,0-13-10-16,0 12-9 0,-5-7-4 0,4 10-8 16,-3 0-5-16,4-1-2 0,0 5-13 0,0 3-16 0,0-1-24 15,4-8-28-15,-3 4-28 0,4 0-31 0,-5-5-38 16,7 1-43-16,-4 1-37 0,4-9-29 0,-4 0-36 16,1 2-55-16,1-7-64 0,-1-4-340 0,0-3-790 15,2 1 349-15</inkml:trace>
  <inkml:trace contextRef="#ctx0" brushRef="#br0" timeOffset="111834.37">20800 5142 248 0,'0'-17'308'0,"-2"2"-6"0,4-1-8 0,-2-2-10 16,0 0-18-16,0 4-11 0,7 1-19 0,-2 2-16 15,-2-2-16-15,3 3-25 0,1 1-16 0,1-1-13 16,1 2-15-16,4 0-19 0,-6 2-8 0,4 3-13 16,-1 3-12-16,0-2 3 0,3 2-20 0,-3 2-9 15,5 4-7-15,0 1-9 0,-2 2 3 0,0 4-9 16,-3-3-5-16,2 5-1 0,-2 1-15 0,-2-2-3 16,-1 2-10-16,1 4-3 0,-3-4-4 0,-3 1 2 15,-2 0-3-15,-2-1-10 0,-3-1 1 0,-3 0 4 16,-1 1 0-16,0-5 1 0,-3 1 1 0,0-3 8 15,-3 1-6-15,-1-2 1 0,1 0-1 0,-2-2 3 0,1-1 0 16,-1-3 2-16,2 0 1 0,4-1-3 0,-1-1 5 16,2 0 1-16,10 0 3 0,-15 3-3 0,15-3-8 15,0 0-11-15,-13-4-26 0,13 4-34 16,0 0-25-16,0 0-35 0,28-11-37 0,-14 8-35 0,9 0-27 16,2 1-14-16,4-2-16 0,3 0-141 0,-2 0-442 15,3 1 196-15</inkml:trace>
  <inkml:trace contextRef="#ctx0" brushRef="#br0" timeOffset="112251.92">21278 5163 51 0,'0'-6'154'0,"2"-3"15"16,-4 3-2-16,2 6 4 0,-1-10-5 0,-4 3-3 15,3 2-8-15,-6 2-13 0,1-2-9 0,-1 3-12 16,0-2-11-16,8 4-13 0,-17 0-11 0,17 0-7 16,-20 0-9-16,10 4-7 0,0-2-8 0,4 3-4 15,-3-2-3-15,3 6-5 0,2-2-2 0,0-1-6 16,2 0-3-16,-3 6-4 0,10-5-4 0,-3 0 0 15,4 5-2-15,4-2-2 0,5-3-6 0,0 4 2 16,3-3 0-16,-1-1-3 0,4 1-1 0,4 2-1 16,-5-8-2-16,1 4-1 0,9-1 0 0,-12-3-1 15,2 1-2-15,-3-3 0 0,3 0 2 0,-4 0 0 16,2 3 5-16,-8-6 9 0,4 3 7 0,-6-1 3 16,-8 1 2-16,15 0-4 0,-15 0-3 0,13 1-7 15,-13-1-3-15,10 7-2 0,-3-5 0 0,-1 1-4 16,-6-3 1-16,5 7 0 0,-2-2-2 0,2 2-1 0,-1 4 0 15,-1-4 1-15,0-2-3 0,2 1-1 0,-3 3 0 16,3-5 2-16,-3 3-4 0,-2-7 0 16,1 8 6-16,1 0 11 0,-2-8 18 0,5 3 24 0,-5-3 25 15,0 0 25-15,0 0 38 0,0 0 20 0,0 0-8 16,0 0-19-16,0 0-16 0,0 0-13 0,0 0-8 16,3-21-9-16,-1 12-14 0,-1 0-12 0,4 0-17 15,-3 0-21-15,1-2-26 0,4-1-25 0,1 5-36 16,7-6-33-16,3 4-44 0,-1-4-33 0,6 6-34 15,0-5-46-15,14 3-35 0,-9 1-31 0,2 3-216 16,-1-5-571-16,4 3 253 0</inkml:trace>
  <inkml:trace contextRef="#ctx0" brushRef="#br0" timeOffset="112584.21">22208 5083 4 0,'5'-9'184'0,"-5"3"12"0,5-3 11 15,-3 1 11-15,-4 1-2 0,2 0 2 0,-5-2 1 16,5 3-1-16,0 6-18 0,-6-12-8 0,-2 7-13 15,1 1-14-15,5-2-14 0,-3 0-16 0,-5 5-13 16,10 1-16-16,-19-2-13 0,19 2-9 0,-10 0-6 16,10 0-11-16,-14 2-6 0,8 3-9 0,4-1-5 15,-3 4 1-15,3 0-4 0,2 3-5 0,2-1-1 16,5 5-4-16,-1 3-6 0,8-2-2 0,0 10 0 16,1-6-4-16,-3-4-2 0,0 8-2 0,2-2-6 15,3 0 4-15,-5-6-2 0,-2 0-2 0,4 1 1 16,-7-3-9-16,0-1-4 0,-1-1 6 0,-2-3-7 15,-1 0 3-15,-6 2 2 0,3-4-1 0,-5 1-3 16,-2-1 4-16,0-6 4 0,-4 7-3 0,1-7 1 0,-5 1-2 16,-7-2 0-16,6 1-1 0,-6-1-2 15,3-1 2-15,-5 1-3 0,4 0-7 0,6 0-18 16,-3-3-12-16,10 3-10 0,7 0-7 0,-16-3-18 16,8 0-38-16,8 3-37 0,0 0-35 0,0 0-31 0,11-12-38 15,2 7-205-15,6 1-493 0,-1-7 218 0</inkml:trace>
  <inkml:trace contextRef="#ctx0" brushRef="#br0" timeOffset="112800.81">22594 4923 57 0,'-3'-7'318'0,"1"-2"6"16,1 2 2-16,1 3-14 0,0 4-17 0,-5-7-21 15,3-2-38-15,2 9-19 0,0 0-28 0,0 0-17 16,0 0-20-16,0 0-12 0,0 0-17 0,-2 22-10 15,-3-12-8-15,10 5-8 0,-5 5-14 0,0-1-11 16,0 8-1-16,0-3-8 0,4 3-5 0,1 5-6 16,-4-2-13-16,4 0-23 0,-3 0-19 0,3-2-30 15,0 0-29-15,-2 0-40 0,-1 2-51 0,3-6-50 16,0-5-69-16,-5 1-241 0,5-2-556 0,-4-3 246 16</inkml:trace>
  <inkml:trace contextRef="#ctx0" brushRef="#br0" timeOffset="113768.19">22546 5206 215 0,'5'-5'221'16,"0"0"-19"-16,3 3-22 0,2 1-19 0,4-1-15 16,-14 2-14-16,24 5-13 0,-4 1-10 0,2 0-17 0,3 0-8 15,3 3-6-15,1 3-8 0,1 0-10 16,0-3-13-16,0 3-19 0,-2 0-19 0,2-5-22 15,1 2-14-15,-3-2-14 0,-6-3-9 0,-1-1-8 16,1-2-3-16,-2-2 0 0,-4-1 6 0,1-2 5 0,-7-2 11 16,-2 0 8-16,-1-5-6 0,-6 4 23 0,3-5 19 15,-4 3 14-15,-4-2 19 0,3-1 18 16,-6 4 8-16,-1-6 6 0,-2 5 2 0,3 1 4 16,-4 1-3-16,-1-2 0 0,2 6-8 0,-3-2-4 0,-4 2-7 15,-1 2-5-15,3 1 1 0,-1 3-8 0,-1 0-3 16,2 3 0-16,0 6-4 0,4-3-1 0,-4 6-1 15,0-3 3-15,7 6-9 0,-1-2-2 0,3 4-2 16,-1-2 3-16,2-2-8 0,5 4 5 0,-1-5-7 16,1 0-2-16,1 0-2 0,4-2-1 0,-3-2-1 15,4-2 0-15,1-3-1 0,1 3-2 0,6-7 0 16,-6 0 0-16,5-2-1 0,0-2-1 0,4-10 4 16,-2 5-7-16,0-4 2 0,1 0-2 0,-1-2 2 15,-3-4 1-15,1 0 1 0,-1 2 5 0,-1-1 19 16,1-2 21-16,-2-2 15 0,1 4 9 0,-4 0 11 15,-2 1 14-15,0 4 2 0,0 1-5 0,-2 0-3 16,0 2-12-16,-3-1-14 0,4 4-9 0,-4 5-11 16,0 0-14-16,0 0 5 0,0 0-5 0,0 0-6 15,0 0-5-15,0 0-1 0,0 19-3 0,-4-6-10 16,4-1 0-16,0 1-2 0,-3-1-3 0,6 5-7 16,-3-4-1-16,4 2-9 0,1 0-4 0,-2-3-2 15,2 1-9-15,2 1-7 0,6 1-5 0,-5-6-10 16,7 0-14-16,-2 0-18 0,-1-6-17 0,6 0-14 0,-3-1-13 15,5-4-8-15,-4-1-11 0,1 1 2 0,1-6 11 16,-1 0 5-16,3-3 6 0,-4 1 9 16,-1-2-2-16,5-1 11 0,-2-7 13 0,4 2 11 15,2-2 6-15,-10-2 11 0,1-1 10 0,-1-4 7 0,-5 3 18 16,4-4 26-16,-13-5 33 0,7 4 15 0,-7-2 31 16,0 1 14-16,0-1 19 0,0 2 15 0,0 0 16 15,-7 2 19-15,7 2 13 0,-7 4 12 0,6 1 0 16,1 4 8-16,-5 1-10 0,3 3-13 0,0 0-19 15,-3 5-13-15,4-4-24 0,-6 6-14 0,7 0-19 16,0 5-9-16,0 0 2 0,0 0-23 0,-21 10-5 16,12 1-5-16,-1 4-8 0,4 2-6 0,1 0-1 15,-3 8-6-15,3-3-5 0,3 9-2 0,-5-3-2 16,7 1-6-16,0 8-6 0,0-5 1 0,0-2 5 16,9 1-21-16,1-2-8 0,-2-1-7 0,3-1-2 15,3-1 1-15,1-1-7 0,-1-5-3 0,0-3-3 16,-6 0 2-16,8-6 2 0,-1 1 7 0,-1-3-2 15,5-2 5-15,-10 1 4 0,6-4 6 0,0-2-5 16,-4-1 4-16,-1-1 2 0,5-1 3 0,-2 1 1 16,-5-2 7-16,2-2 6 0,0 1 10 0,-5 1 8 15,-5 2 10-15,12-4 5 0,-12 4-2 0,8-2 1 16,-8 2-10-16,0 0-6 0,0 0-3 0,0 0-4 16,0 0 1-16,0 0-4 0,0 0-1 0,5 8-3 0,-5-8 9 15,-2 9 5-15,2-9-15 0,-8 10-1 16,7-2 4-16,-1-5 11 0,0 3-22 0,2 3-2 15,2-5 11-15,-2-4-18 0,3 12-12 0,1-7-13 16,2 0-38-16,2-1-45 0,1 1-59 0,1-2-74 0,9-2-86 16,-9-1-190-16,9-4-579 0,0-3 256 0</inkml:trace>
  <inkml:trace contextRef="#ctx0" brushRef="#br0" timeOffset="113968.68">23769 4974 454 0,'-11'-11'512'0,"4"2"3"0,2 2-7 16,-3-1-11-16,5-2-32 0,-1 1-40 0,4-3-41 15,4 6-42-15,-1 0-36 0,5 0-34 0,0 0-28 16,7 0-30-16,2 0-38 0,1 4-51 0,-1-2-63 16,4 7-81-16,1 0-95 0,6 5-95 0,-5 8-99 15,7-7-154-15,-10-2-270 0,-2 1-792 0,2-1 350 16</inkml:trace>
  <inkml:trace contextRef="#ctx0" brushRef="#br0" timeOffset="125433.78">4662 8152 84 0,'0'0'89'0,"0"0"2"0,0 0-6 15,0 0-8-15,2-5-2 0,-2 5 2 0,0 0-3 16,0 0-6-16,0 0 0 0,0 0-9 0,0 0-3 15,-2-8-4-15,2 8 3 0,0 0-1 0,0 0 1 16,0 0 3-16,0 0-8 0,0 0-4 0,2-6-4 16,-2 6 5-16,0 0-5 0,0 0 0 0,0 0-2 15,-3-8 0-15,3 8 3 0,0 0 5 0,0-7-1 16,0 7-8-16,-5-6 4 0,0 1-4 0,5 5 0 16,-2-9 3-16,2 9 0 0,-8-4 0 0,6 0 1 15,-3-3-7-15,5 7 1 0,-7-7-6 0,4 2 0 16,-2 1-4-16,2-2 0 0,-4 1-3 0,1 1-1 0,6 4-3 15,-12-8-2-15,5 5-1 0,2 2-1 0,5 1-1 16,-13-6-2-16,5 4 1 0,8 2-3 16,-18-4-3-16,8 4 1 0,10 0-3 0,-20 0 0 0,12 1-1 15,-1 2-1-15,-1-1-1 0,-3 4-1 0,0-5 2 16,3 2-3-16,-3 2 1 0,0 1-1 0,6-3 2 16,-8 3 0-16,7 0-1 0,-7 0 0 0,2-2 11 15,4 6 4-15,-4-5-4 0,5 2 5 0,-4-3-5 16,-1 4-1-16,1 0-3 0,4-1 6 0,-7 1-3 15,7 0 0-15,1-1 1 0,-3 1 0 0,2 0 0 16,2-3 4-16,-4 6 1 0,6-2 1 0,-7-2-3 16,2-4 2-16,3 9-2 0,1-1-2 0,-2-3 6 15,-1 0-7-15,3 0 0 0,-2 3 1 0,2-3 5 16,0 3-2-16,0-7-6 0,1 4 5 0,2 3-4 16,-1-3 5-16,-2 1-3 0,5 2 1 0,-2-4-2 15,-3 1-1-15,3 3-2 0,-4-6 2 0,6 3-1 16,0 1-2-16,-2 0-3 0,-3 0 3 0,5-2 1 15,0 2-4-15,0-1 0 0,0 2 1 0,0-1-2 16,5-2-2-16,-5 1 1 0,-5 4 0 0,5-4 1 16,0 4 1-16,0-5-4 0,5 1 2 0,-5-2 1 15,0 2 2-15,0-1-3 0,0 1-1 0,-5 0 2 0,10-3-1 16,-10 6 2-16,10-6 0 0,-5 6 2 0,2-5-1 16,-4 2 2-16,2-1-1 0,0 2 7 0,0-3-6 15,2 4 1-15,-2-2 1 0,0-1 0 16,0 1 1-16,6-2 0 0,-6 3 3 0,2-5 0 0,-2 4-2 15,5-2-3-15,-5 1 0 0,2 1 3 0,3-2 0 16,-5-6 1-16,3 13 3 0,-3-6-2 0,6-3 1 16,-6-1 1-16,0 5 0 0,5-3 0 0,-5-5 1 15,5 11-2-15,-5-10 2 0,5 5-6 0,-5-6 2 16,7 9-1-16,-2-2 3 0,-5-2 0 0,3-2-4 16,-1 4 2-16,5-3-2 0,-1-1 2 0,-4 3-1 15,3-3 0-15,1 1 0 0,-6-4 0 0,10 8 0 16,-3-4 2-16,-2 3 1 0,5-6 11 0,-4 3 2 15,4 3-4-15,-5-4 3 0,2 1-3 0,1-1 3 16,-1 0 3-16,1 2 3 0,-1-3-2 0,1 1 7 16,-1 4-9-16,1-6 7 0,0 2-3 0,-8-3 8 15,20 3-4-15,-15 0 10 0,5-3-10 0,-2 3-3 16,-8-3 1-16,20 3-5 0,-12-3 0 0,-8 0 1 16,17 1-8-16,-10 2 4 0,3-1-9 0,-10-2 2 0,18 2-3 15,-10-2-5-15,-1 1 1 0,-7-1 2 16,19 3 1-16,-9-3-3 0,-3 1 1 0,-7-1-10 15,20 3 4-15,-12-1 3 0,-8-2-2 0,15 0 1 0,-15 0-5 16,15-2 1-16,-15 2-2 0,17 0 11 0,-17 0-6 16,13-3 0-16,-13 3 2 0,15 0 1 0,-15 0 8 15,15 0 4-15,-15 0 5 0,13-1-2 0,-5 1 12 16,-8 0-14-16,17-3-4 0,-12 2 6 0,5-1-2 16,-10 2 1-16,16-5-1 0,-11 4-4 0,3 0-3 15,-1-4 2-15,1 2-1 0,-1 1 5 0,1-2 6 16,-1 1 2-16,1-2-9 0,0 2 14 0,6 1-9 15,-10-5 7-15,5 4 0 0,-3-1-4 0,3 1-3 16,-3-2-2-16,3-2-4 0,-1 2 11 0,-2 1-3 16,3 0 2-16,-3-3-7 0,3 2 4 0,-3-2-5 15,-1 3 0-15,0 0-2 0,2-3-1 0,3 2 0 16,-7 2-3-16,4-4 2 0,-1 2-3 0,1-3-1 16,-4 5 0-16,5-5-3 0,-3 4 6 0,0-2-1 15,-1-3-1-15,1 5 1 0,-2-1-1 0,4-1 9 16,-4-3-12-16,0 3-2 0,2 3-1 0,0-3 1 15,-2-2 0-15,-1 1-2 0,0-1 2 0,3 1-1 0,0-1-4 16,-2 4 4-16,2-2-3 0,-3 0-2 0,4-2 1 16,-4 1 1-16,0-1-9 0,3 1 5 0,1-2 3 15,-4 1-4-15,-2 1-1 0,0 3 4 0,6-5-3 16,-6 1-1-16,5 2-1 0,-1-2 1 0,-4 1-2 16,3 1 4-16,0-1-5 0,-3-1 0 0,0 1 3 15,0 0-2-15,2 0-2 0,3 0 7 0,-5 1-2 16,0-1-5-16,3 0 2 0,-3 0 0 0,2-3-1 15,-2 10 3-15,0-8-3 0,3 0 1 0,-3 0 3 16,0 2-4-16,0 1 2 0,0 5-2 0,2-9 0 16,-2 9 2-16,-2-10-1 0,2 3 0 0,0 7 0 15,0-9-2-15,0 9 1 0,-3-11 3 0,1 6-4 16,-1-5 2-16,3 10-1 0,-5-9 2 0,3 5-2 16,2-5-1-16,-6 4 4 0,6 5-4 0,-4-10-1 15,-1 4-1-15,5 6 4 0,-6-8-2 0,4 3 0 16,-6-2 0-16,3 3 1 0,3-4-2 0,-4 1 2 15,1 4 0-15,1-3-1 0,-2 0-1 0,6 6 2 16,-10-9 1-16,3 3-2 0,2 1 1 0,2 2 6 0,-7-1-8 16,7-1-1-16,-2 0 2 0,-2 0 1 0,7 5 0 15,-10-6-2-15,5 0 6 0,2 3-3 16,-4-3-1-16,1 3-3 0,-1-2 1 0,-1 1 2 0,8 4-2 16,-12-6 1-16,7 1 1 0,-5 2-2 0,0 1 1 15,4-5 1-15,-3 6-1 0,1-3 1 0,0 2-2 16,-4-4 0-16,4 1 1 0,-5 3-1 0,6-1 0 15,-8-2 0-15,5 2-4 0,-3 0 3 0,2 0-3 16,-1 0-1-16,-1 1-18 0,-2-1-16 0,0 3-14 16,0-1-17-16,-2 0-28 0,1-1-32 0,-2 2-47 15,1 0-31-15,1 0-35 0,-6 3-50 0,2 1-63 16,-1-4-79-16,2 2-228 0,-7 0-718 0,9-1 318 16</inkml:trace>
  <inkml:trace contextRef="#ctx0" brushRef="#br0" timeOffset="129284.86">10656 7997 30 0,'0'0'88'0,"0"0"-2"0,0 0-4 0,0 0 5 15,0 0-1-15,0 0-2 0,0 0-1 0,0 0 0 16,8-3-4-16,-8 3 0 0,0 0-5 0,0 0-7 15,0 0 4-15,0 0-11 0,0 0-2 0,0 0-5 16,0 0-3-16,0 0-5 0,0 0 0 0,-8-12-2 0,8 12-2 16,0 0 2-16,-7-7-3 0,7 7-4 0,0 0-1 15,0 0-2-15,-8-5 5 0,3 1 0 16,5 4 0-16,-4-3-3 0,4 3 2 0,-11-4 0 16,9 0-2-16,2 4 0 0,-8-4 1 0,8 4 3 0,-13-7-1 15,9 2-3-15,4 5 0 0,-10-6 0 0,2 6-3 16,8 0-2-16,-8-4-3 0,0 1-2 0,8 3-2 15,-10-6-4-15,10 6-2 0,-14-1-2 0,3 1-2 16,11 0-1-16,-18 0 2 0,18 0-4 0,-19 1-3 16,8-1 1-16,-2 1 0 0,-1 4-2 0,1 1 1 15,1-5-3-15,-1-1 1 0,3 3 0 0,-1 2 0 16,-4 2-1-16,0-2 1 0,5-2-1 0,-2 1 3 16,2-1 10-16,-1-3 0 0,1 7-1 0,-2-2 2 15,4 0 1-15,-5-2-5 0,5 1-2 0,-1 3 1 16,-1-4 0-16,2 2-1 0,1 2-1 0,-4-2-2 15,4-2 0-15,1 4 1 0,1-3-1 0,0 2 2 16,-5 0-2-16,3-2 0 0,1 3 5 0,1-2-1 16,-4 2-4-16,4 0 4 0,0-1 5 0,0-2-6 15,-1 7-2-15,2-4 0 0,-2 0 2 0,-1-2-2 16,2 3 2-16,4-1 4 0,-8 1-3 0,4 0-1 16,4-2-3-16,-6 1-1 0,5 3 2 0,-3-1 2 15,4-3-1-15,-6 1-2 0,2 3-3 0,4-4 3 16,-1 0-2-16,-5 4-2 0,6-2 3 0,-3 0 0 0,1-1-2 15,1 2 1-15,-3-2 6 0,5 4-5 0,0-5 4 16,-6 1 2-16,6 1 0 0,0-2-1 16,0 3 5-16,0-2-5 0,-2 1 5 0,2-2-2 15,-2 3 2-15,2-5-3 0,0 4-1 0,0 0 0 0,0 0 1 16,0 0-2-16,2-1 1 0,-2 1 3 0,0-2-3 16,2 0-1-16,-2-2 0 0,0 8 1 15,0-7 1-15,5 1-2 0,-5 1 1 0,1 2-3 0,-1-2 1 16,5 0 2-16,-3 1 0 0,0-1-6 0,-1-1 0 15,3 0 6-15,-3 0-4 0,4 0 3 0,-1 2-2 16,-4-1-1-16,5 1 1 0,-2-3-3 0,2 2 3 16,0 0-2-16,-4 1 2 0,3-1-3 0,1-1 1 15,0-2 1-15,-4 7-1 0,3-7-1 0,2-1-2 16,-6 4-2-16,5-5 2 0,-1 3 1 0,2 1-1 16,-1 1-2-16,-2-2 1 0,2-2-3 0,0 1 5 15,-1 1-3-15,2 2 2 0,1-2 2 0,-2 0 1 16,0 0 2-16,1-1 0 0,1 3 5 0,-7-7-4 15,15 6 5-15,-13-1-7 0,4-3 3 0,1 1 1 16,1 1-3-16,-1 1-2 0,-1-2-1 0,-1-1 2 16,2 1-3-16,3 0 3 0,-5 0-3 0,5 1-3 15,-2-2 1-15,-1 4 0 0,-1-3 0 0,4-2 2 16,-3 4-2-16,0-5 0 0,1 3-1 0,-8-3 2 16,18 4-1-16,-10 1 0 0,-1-3-1 0,-4 2-2 0,10-4 3 15,-3 3-5-15,-5-2 7 0,-5-1 0 16,15 5-7-16,-3-5 4 0,-12 0 1 0,16 3 4 15,-7-3 7-15,-9 0-2 0,15 0-1 0,-6 0-1 16,1 1 2-16,-10-1 4 0,17 0 11 0,-17 0-10 0,13-1 3 16,-13 1 1-16,15 0-4 0,-5 1 6 0,-10-1-1 15,17 0-1-15,-7-1 3 0,-10 1 3 16,19 0 2-16,-14 0 0 0,4-3 2 0,-9 3 2 16,13 0 6-16,-3-5-5 0,-4 4 6 0,3-1-7 0,-9 2-3 15,18-1-4-15,-7-3 2 0,-11 4-1 0,12-2-5 16,-4-5 2-16,1 2-3 0,2 5-6 0,-1-5 1 15,-3 2 0-15,4-4-6 0,-2 2 1 0,1 3 7 16,-4-3-4-16,4 2-4 0,0-2 7 0,0-2 10 16,-2 1 2-16,-1 3-8 0,1-2 5 0,0 2 3 15,2-4-8-15,-1 2 2 0,-3 1-2 0,3-4 0 16,-3-2 2-16,-1 7 12 0,2-4-4 0,3 2-2 16,-5 0 4-16,1-2-8 0,1-1 9 0,-1 4-11 15,3-4-2-15,-8 3 0 0,6-2-2 0,0 0-3 16,-6 1 2-16,8 0-1 0,-4 1 0 0,1-3 0 15,1 0 1-15,-6 2-1 0,6-2-3 0,-5 1-4 16,3 1 5-16,1 0-2 0,-4-3-2 0,5 3-1 16,-7 0 1-16,6-1-2 0,-4-2 3 0,4-1-1 0,-6 6 3 15,0-7-4-15,0 4 1 0,7-1 4 16,-5 1-3-16,-2 1 1 0,0-2 4 0,5 1-1 16,-2 1 0-16,-3 0 9 0,0-2-11 0,0 4 3 15,0-5-3-15,0 2-2 0,0 7 4 0,-3-14 2 0,6 6-5 16,-3 1-2-16,0 1 2 0,-8-1 3 0,8-1-4 15,5 2 0-15,-10-2 4 0,5 1-5 0,-2-2 5 16,-3 0 1-16,3 2 3 0,2-1 4 0,-6-3 0 16,4 4-7-16,-4-1 6 0,1-4-6 0,3 5-3 15,-5-3 0-15,1-1-1 0,4 4-3 0,-6-7 0 16,1 7 3-16,1-6-7 0,1 8-2 0,-5-10 2 16,3 6-2-16,0 1-1 0,-3-4-2 0,4 5-1 15,-1-1 2-15,-1-1-4 0,1 0 0 0,-3 1 0 16,2 1-4-16,-2 2-1 0,-1-2 1 0,-1 3-6 15,-3-3-14-15,-1 2-14 0,-1 1-20 0,2 0-12 16,-3-2-27-16,1 1-43 0,-4 4-59 0,-1-2-43 16,-7 0-47-16,0 2-60 0,6-1-77 0,-7 2-311 15,2-2-799-15,5-1 353 0</inkml:trace>
  <inkml:trace contextRef="#ctx0" brushRef="#br0" timeOffset="134651.13">6159 7605 240 0,'0'0'264'0,"0"0"0"0,0 0-2 15,0 0 0-15,0 0-10 0,0 0-4 0,0 0-7 16,0 0-4-16,0 0 4 0,0 0-18 0,0 0-21 16,0 0-13-16,0 0-17 0,0 0-15 0,0 0-13 15,0 0-12-15,0 0-16 0,0 0-12 0,0 0-14 16,0 0-6-16,0 0-9 0,0 0-7 0,0 0-9 15,0 0-15-15,0 0-10 0,0 0-29 0,36 0-41 16,-23 1-24-16,-5-1-41 0,12 0-35 0,-3 2-55 0,-1-2-57 16,4 0-55-16,-3 3-253 0,3-3-602 15,1 0 267-15</inkml:trace>
  <inkml:trace contextRef="#ctx0" brushRef="#br0" timeOffset="134833.46">6647 7575 125 0,'0'0'158'0,"0"0"-14"0,13-3-20 0,-13 3-10 15,15 3-11-15,-15-3-12 0,21 0-10 16,-9 1-8-16,3-1-11 0,1 3-19 0,1-3-28 0,3-1-43 16,1 2-32-16,1 1-32 0,1 1-68 0,-3-3-171 15,-4 3 76-15</inkml:trace>
  <inkml:trace contextRef="#ctx0" brushRef="#br0" timeOffset="134983.44">7082 7584 22 0,'0'0'214'15,"0"0"-6"-15,0 0-7 0,3-6-7 0,-3 6-14 16,0 0-16-16,0 0-16 0,0 0-13 0,0 0-19 16,0 0-9-16,12 0-12 0,-12 0-17 0,10 0-24 15,-10 0-25-15,16 3-41 0,-2 0-32 0,-3-6-40 16,-1 3-29-16,0 3-26 0,3 0-121 0,2-3-279 15,-1 1 123-15</inkml:trace>
  <inkml:trace contextRef="#ctx0" brushRef="#br0" timeOffset="135083.5">7322 7544 16 0,'0'0'78'0,"-8"-3"-14"0,8 3-10 0,0 0-33 15,-7-5-61-15,7 5-41 0,-6-6 19 0</inkml:trace>
  <inkml:trace contextRef="#ctx0" brushRef="#br0" timeOffset="135717.46">7461 7187 215 0,'0'0'280'15,"0"-5"-14"-15,0 5-20 0,0 0-23 0,0-8-20 16,0 8-19-16,0 0-19 0,0 0-22 0,0 0-10 16,0 0-18-16,0 0-10 0,0 0-12 0,0 0-9 15,7 22-13-15,-6-10-6 0,-1 1-7 0,4 6-4 16,-8-4-4-16,8 0-7 0,-8 5-2 0,8 6-4 15,-8-6-4-15,4 6-3 0,-1-6-3 0,-4 3-2 16,3 1-3-16,2-1 1 0,0-4-8 0,-3-2 0 16,3 1 1-16,-4-3-2 0,4 0-2 0,0-3 2 15,4-3-3-15,-8 2 0 0,8-4 0 0,-4-1-1 16,0 1-2-16,0 0 4 0,0-7 1 0,3 4 9 0,-3-4-2 16,0 0-1-16,7 3-3 0,-7-3-1 0,0 0 2 15,21-11-3-15,-11 8-2 0,-3-4-4 0,3 4 4 16,1-4-4-16,3-3 0 0,-6 6-1 15,7-2-1-15,1 0 0 0,-4 2 1 0,1-3-2 0,-3 6 0 16,3-5-1-16,-4 1-3 0,4 5 0 0,-3-4 4 16,-2 3-1-16,4-1-3 0,-1 2-1 0,-11 0 2 15,17-2 0-15,-7 4-1 0,-2 1-4 0,0 0 0 16,-1 0 3-16,-1 0-3 0,3 0 3 0,-3 3-3 16,4-1 3-16,-6-1-2 0,2 2 1 0,1 0 1 15,-4 1-2-15,4 1 1 0,-6-1 0 0,6 2 2 16,-5-2-3-16,3 0 3 0,-5-3-2 0,1 5 0 15,-2 1-1-15,1-2 0 0,-5-1 3 0,3-2 0 16,-6 3 4-16,1 0 0 0,-3-2-1 0,0-1 3 16,-5 2 2-16,-1 2 9 0,-1-3-7 0,-3-1-1 15,2 0 0-15,-3 2-4 0,1-3 1 0,3-3 3 16,-4 3-2-16,4-2 3 0,-3-1-6 0,14-1-2 16,-9 0-11-16,15 0-16 0,-15 3-31 0,15-3-48 15,-15-3-61-15,15 3-61 0,0 0-268 0,0-8-532 0,0 8 236 16</inkml:trace>
  <inkml:trace contextRef="#ctx0" brushRef="#br0" timeOffset="135966.71">8123 7576 232 0,'0'0'284'0,"0"0"-21"15,7-5-18-15,-7 5-23 0,0 0-21 0,1-7-18 16,-1 7-20-16,7-4-19 0,-7 4-16 0,0 0-18 16,0 0-36-16,12-3-42 0,-12 3-53 0,10 0-59 15,-2-1-71-15,-8 1-188 0,13 0-366 0,-13 0 163 16</inkml:trace>
  <inkml:trace contextRef="#ctx0" brushRef="#br0" timeOffset="136151.37">8456 7545 143 0,'0'0'325'0,"3"-4"-14"0,-3 4-8 0,0 0-25 16,0 0-25-16,5-5-22 0,-5 5-28 0,0 0-13 15,0 0-27-15,10-2-14 0,-10 2-23 0,0 0-32 16,10-1-45-16,-10 1-55 0,15 0-79 0,-15 0-79 16,16 3-91-16,-4-2-130 0,-4 3-417 0,1-3 185 15</inkml:trace>
  <inkml:trace contextRef="#ctx0" brushRef="#br0" timeOffset="136333.37">8845 7563 260 0,'0'0'312'0,"0"0"-25"0,0-6-25 0,0 6-31 15,8-5-24-15,-8 5-21 0,13-3-13 16,-4 3-17-16,-9 0-21 0,14-1-22 0,0 2-30 16,-4-1-40-16,3 2-45 0,0-1-58 0,-3 3-60 15,3-3-49-15,2 2-181 0,-3 0-379 0,-2-5 168 0</inkml:trace>
  <inkml:trace contextRef="#ctx0" brushRef="#br0" timeOffset="136501.07">9148 7561 117 0,'0'0'294'0,"0"0"-1"0,3-9-14 16,-3 9-10-16,0 0-20 0,0 0-22 0,0 0-20 15,0 0-19-15,0 0-22 0,0 0-23 0,0 0-17 16,0 0-32-16,10-1-42 0,-10 1-61 0,0 0-90 15,0 0-114-15,20 9-185 0,-20-9-430 0,0 0 191 16</inkml:trace>
  <inkml:trace contextRef="#ctx0" brushRef="#br0" timeOffset="154166.69">4397 9008 109 0,'-6'-5'126'0,"6"5"5"0,0 0-2 0,0 0 5 16,0 0-2-16,0 0-1 0,0 0 1 0,0 0 1 16,0 0 4-16,0 0 0 0,0 0 2 0,0 0 4 0,0 0 0 15,0 0 3-15,0 0 2 0,0 0 4 0,-8 10-5 16,8-10-1-16,0 0-3 0,-12 2 2 16,12-2-9-16,-2 6-8 0,2-6-7 0,0 0-19 0,-6 3-15 15,6-3-7-15,0 0-5 0,0 0-7 0,0 0-9 16,0 0-6-16,0 0-10 0,-7 4-4 0,7-4-7 15,0 0-2-15,0 0-5 0,-5 3-4 0,5-3-2 16,-5 7-2-16,5-2-1 0,-7 0-1 0,4-2-7 16,0 3 2-16,-5 2 5 0,4-3-6 0,-6 7 0 15,4-2-1-15,-4 3-1 0,-3 2 2 0,3 3-6 16,-7 3 6-16,4 3-13 0,-7 2 12 0,-2 9-2 16,-4 0 4-16,-1 0 1 0,4 0-8 0,-5 2 2 15,5 3-2-15,-5-1 3 0,-2 0 1 0,-5 4-3 16,6-1-4-16,-6 4 1 0,3-2 3 0,-6 6-4 15,-5 16 4-15,5-22 0 0,2-3-8 0,-2 4 4 16,1 2 5-16,-2-5 0 0,-1 1-2 0,0 1 9 0,4 0 7 16,-7-4 12-16,6-1 16 0,-1 3 3 0,-3-6-4 15,6 0 13-15,4-2-14 0,-11-1 5 16,7 1 3-16,4-5-2 0,6-6 2 0,0 1-3 0,-1-3-4 16,6-1 1-16,-2-3-5 0,1 1-6 0,9-4-3 15,-3-2 0-15,-1-2-5 0,3 1 1 0,4-5-6 16,3 2 1-16,-2-6-5 0,1 3 4 0,2-2 2 15,0 1-5-15,0-1-2 0,5-3-5 0,0 0-24 16,0 0-35-16,0 0-38 0,0 0-48 0,7-19-48 16,1 7-52-16,-1-1-58 0,9-9-69 0,4-1-293 15,1 0-705-15,6-7 311 0</inkml:trace>
  <inkml:trace contextRef="#ctx0" brushRef="#br0" timeOffset="155500.13">4333 8862 112 0,'0'0'138'15,"3"-8"0"-15,-3 8 0 0,0 0-3 0,3-7-10 16,-3 7-8-16,0 0-6 0,0 0-8 0,0 0-12 16,0-5-8-16,0 5-4 0,0 0-5 0,0 0-12 15,0 0-15-15,0 0 5 0,0 0-7 0,0 0-4 0,0 0-6 16,0 0 3-16,0 0-9 0,0 0-3 0,0 0-4 15,0 0-2-15,15 15-1 0,-15-10 0 0,2 1-4 16,3-2 2-16,2 3 3 0,-4-2 2 0,2 0 3 16,2 4-5-16,-6-1 4 0,6-1 0 0,-1 5 2 15,-4-6-4-15,5 3 1 0,1 3 3 0,-8-6-7 16,7 3 3-16,3 6-4 0,-6-1 5 0,3-6 2 16,0 7 2-16,1-3-4 0,-1 5 1 0,1-2 2 15,-1 0 2-15,7 0 5 0,-5 1 7 0,-1-4-1 16,4 6-1-16,-4-1-5 0,5 1-1 0,2 3 1 15,2 3 1-15,-1-3-2 0,-4-6 2 0,4 5 1 16,1-1-2-16,3 1-1 0,-5-2-2 0,1 2-5 16,4 0 0-16,-5-1-3 0,0-3 0 0,0 0-2 0,4 2-1 15,-7 2 2-15,1-7 5 0,7 5 8 0,-5 0-6 16,-2-5 6-16,-3 4-7 0,12 4 0 16,-7-6-1-16,0-2 3 0,-1 1 15 0,0-1 7 15,1-1-10-15,-2 0 5 0,2 3-4 0,1 0 3 0,-1-3 4 16,-2 5 7-16,-1-4-13 0,3 3 3 0,-2-4-2 15,2 1 0-15,-2-3 2 0,2 5-2 0,2-3 0 16,-4 3 2-16,2 1 2 0,-4-5-1 0,4 6 1 16,0-5-4-16,0 3-3 0,0-3-4 0,2 7 1 15,-1-5-3-15,-1 2-3 0,7 3-4 0,-8-2 1 16,1-3-4-16,7 6 15 0,-6-1-10 0,6 0 0 16,-2 0 2-16,-4 0-6 0,-1-2-2 0,0-1 4 15,7 2-1-15,1 2 2 0,-12-4-2 0,11 3-6 16,-7-2 3-16,1 0-3 0,4 3 3 0,-10-1 3 15,5-6-2-15,-2 2 7 0,2-1-5 0,2 5 5 16,-6-6 1-16,3 1 2 0,-4-1-2 0,3-1 2 16,-3-2-2-16,3 0-3 0,-5 2 3 0,4-2 2 0,-7-1 0 15,5 2-1-15,0-2 0 0,-4 0 3 16,3-1-4-16,-3 0 2 0,2 1 2 0,-1-2 5 16,6 0 3-16,-3 2-3 0,-2-2-4 0,6 1-3 15,-6 4-1-15,5-1 2 0,0-3-7 0,-1 3-3 0,1-3-2 16,1 0-1-16,-1 3-4 0,-5-5 1 0,7 1-2 15,-2 7 2-15,-3-8-8 0,-3 0 5 0,3 2-7 16,-4 0-2-16,3 0 2 0,1-4-1 0,-2 3-4 16,-2-2 2-16,-2-2-1 0,2 5 0 0,3-5 0 15,-8 1-1-15,6 0 3 0,-7-4-2 0,7 4-1 16,-1-1 1-16,-6-3 1 0,0 0-5 0,7 1 6 16,-7-1-2-16,0 0 0 0,0 0 2 0,0 0-2 15,10 4 2-15,-10-4 0 0,0 0-7 0,0 0-45 16,0 0-59-16,5-12-79 0,-4 5-83 0,-1 7-85 15,9-8-97-15,-9 1-341 0,0 2-854 0,0 5 377 16</inkml:trace>
  <inkml:trace contextRef="#ctx0" brushRef="#br0" timeOffset="156200.37">6076 10563 95 0,'-5'-7'237'0,"-2"0"-6"15,2 2-9-15,-1-2-11 0,1 4-12 0,-4-1-9 16,9 4-13-16,-16-11-13 0,4 10-10 0,-1-2-10 15,3 3-9-15,-3 0-11 0,1 0-11 0,-6 2-5 0,0-1-9 16,0 8-4-16,1-3-9 0,2 2-6 16,-1 0 0-16,1 3-3 0,-4 0-5 0,5-2 1 15,4 2-5-15,-5 3-5 0,2-1-5 0,-2 1-1 0,3-1-8 16,2 3 1-16,0-3-9 0,5 1 5 0,-1 4 3 16,4-2 1-16,-3-3-1 0,3 6-3 0,2-7-5 15,0 4 1-15,2-2-4 0,5 1-6 0,-4-2 4 16,2 3-2-16,1 1 3 0,8-2-6 0,-4-1-4 15,3-1 2-15,2 1-1 0,5 2-4 0,-4-1-5 16,6-3-1-16,4 4-3 0,-1 1 6 0,-5-9-3 16,8 2 3-16,-3 5-2 0,-2-12-2 0,0 5 22 15,2-8 15-15,2 3 8 0,-4-6 11 0,-3 3 9 16,3-8-4-16,-2 7 5 0,-1-6 3 0,2 3 3 16,-4-3 4-16,2-4 3 0,-4-1-5 0,1 1 2 15,1 1-2-15,-3-7-6 0,-5 1-3 0,3 1-11 16,2-7-6-16,-2-4-4 0,-1 0-4 0,-7 2-7 15,1-6-7-15,-1 5-6 0,-1-2-1 0,-6 1-7 0,-1-1-1 16,-6 3-6-16,-2-1 1 0,-4 4-6 16,-5-2-3-16,-5 3-1 0,-6-3-11 0,-9 3-17 15,-1 1-19-15,-6 0-19 0,3 0-32 0,-9 6-40 0,3 2-48 16,-3 1-39-16,3 4-33 0,-3 4-42 0,2 2-55 16,-5 2-62-16,0 7-298 0,-1-2-760 0,-1 2 337 15</inkml:trace>
  <inkml:trace contextRef="#ctx0" brushRef="#br0" timeOffset="157149.37">2984 10785 184 0,'-10'-1'263'0,"0"-6"-8"0,2 4-12 0,3-5-12 16,-5 3-13-16,-3 2-16 0,4 0-14 16,1 3-13-16,-8-1-9 0,-3-3-15 0,8 4-14 15,-4 4-8-15,-3-3-5 0,3 1-17 0,-2 3-8 0,2 3-9 16,-1 3-4-16,-4-7-6 0,5 11-7 0,0-4-3 15,-1 5-5-15,2-3-7 0,-7 7-5 16,8-2-1-16,4 3-4 0,-4 4 3 0,3 4-4 0,3-4-12 16,1 3 4-16,3 3-3 0,3-5-5 0,-4 1-4 15,8-3 3-15,-1 3-11 0,3-4 7 0,3 1-6 16,-1-4 7-16,5 1-3 0,-6-3-2 0,9 1 2 16,-2-2 5-16,7 3 1 0,2-4 2 0,-1-3-1 15,-1 1 6-15,9-3-1 0,-2-4-1 0,-1 1 2 16,-1-6 13-16,2-2 3 0,4 0 2 0,-4-1 4 15,-3-5 0-15,3-2 1 0,-6 4 5 0,6-6 9 16,-4-4 2-16,3 1 9 0,-6-2-6 0,1-5 5 0,0 1-8 16,-4-6-5-16,2 1-8 0,-6-4-4 0,0 0-2 15,1-13-8-15,-7 11-3 0,3 3-6 0,-11-5-3 16,0 2 1-16,0 3-4 0,-11 0 1 0,3 1-7 16,-7 0 0-16,-5 0-8 0,-8-5 0 0,3 13-3 15,-15-4-2-15,-1 3-3 0,-1 3-3 0,-9 5 0 16,6-4-8-16,-4 7-14 0,4 3-14 0,0 3-17 15,-1-2-27-15,11 4-34 0,-1 4-39 0,8-1-41 16,-4 4-35-16,4 3-37 0,2 4-41 0,11-6-71 16,0 11-315-16,3-4-741 0,2 2 328 0</inkml:trace>
  <inkml:trace contextRef="#ctx0" brushRef="#br0" timeOffset="160849.72">3042 11452 218 0,'0'-5'271'16,"0"5"-5"-16,0-8-12 0,0 2-13 0,0 6-11 15,0 0-17-15,-5-9-17 0,10 5-22 0,-5 4-19 0,0 0-14 16,0 0-20-16,0 0-13 0,0 0-7 0,-22 15-12 15,11-3-12-15,2 3-2 0,0 4-7 0,-8 6 1 16,-6 10-8-16,-5 1 17 0,3 0-16 0,0 3-1 16,-1-3-7-16,-4 6-1 0,7-3-9 0,-6 3 7 15,3 1-12-15,-2 3-5 0,0-3 2 0,-2 2-8 16,-5 6 1-16,2-3 13 0,-8 16-13 0,9-14 5 16,-6 13-4-16,-5 0-1 0,13-12 4 0,-4-2 5 15,4 0 0-15,-7 2 2 0,-2 11 8 0,4-13-9 16,-7 12 2-16,13-16-1 0,-4 3 8 0,-1-2 3 15,1-4-14-15,-1 4 15 0,4-4-6 0,0-2 5 16,2 1 0-16,1-4-6 0,1-3-9 0,4 0 14 16,4-9-13-16,-2-3-6 0,7 2-7 0,2-9 4 0,1-1-4 15,0 2 0-15,3-9-7 0,2 2 2 0,3-5-2 16,-4 2 2-16,6-6-11 0,0 0-32 16,0 0-14-16,0 0-34 0,28-19-36 0,-15 4-43 0,10-2-54 15,1-3-62-15,7-12-62 0,4 0-288 0,1-4-668 16,1-3 296-16</inkml:trace>
  <inkml:trace contextRef="#ctx0" brushRef="#br0" timeOffset="161665.87">2850 11570 132 0,'-5'-7'211'0,"3"2"-3"0,2 5-7 15,-3-8-6-15,3 8-10 0,-2-9-11 0,2 9-16 0,-3-5-16 16,3 5-16-16,0 0-6 0,0 0-16 16,0 0-12-16,0 0-9 0,0 0-10 0,0 0-9 15,0 0-5-15,0 0-5 0,25 14-7 0,-17-5-4 0,0-1-4 16,4 0-1-16,-4 4-5 0,4 0 2 0,-4 2-7 15,2 2 2-15,2-1 7 0,-2 2-1 0,-1-2-4 16,3 1 1-16,3 7-7 0,1-8-4 0,-9 3 1 16,8 6-1-16,-5-3-1 0,2 3-2 0,2 1-2 15,-2-2 1-15,-2 3-3 0,6-2 2 0,-1 4 12 16,-1 2 1-16,-1-2 0 0,2 2-4 0,8 9-3 16,-7 0 1-16,3-3-1 0,-4 1-2 0,6 2-4 15,-3 1-3-15,1 2-2 0,-1-6 3 0,3 3 11 16,1-2 10-16,-6 5-3 0,4-4 5 0,-3-2 9 15,9 3 10-15,-9-3 3 0,4 1-1 0,1-1-3 16,1 1 2-16,0 0 5 0,-5-10-6 0,6 9-2 16,0-1-4-16,-9-8-1 0,7-2-3 0,-6-1 2 0,4-2 6 15,-3 4-2-15,4-1 15 0,1-2-21 0,-7 1 4 16,5-2 2-16,-4 1-5 0,1 1-1 16,-4-8 4-16,0-1-5 0,0 0 5 0,-3 2-6 0,3-3 1 15,-4 1 1-15,-1-3-8 0,0-4-5 0,-3 3-2 16,2-5-1-16,0 3-2 0,-4-3-4 0,2 0 1 15,0-2-3-15,-5-4 3 0,5 5-6 0,-5-5 5 16,0 0-4-16,6 2-5 0,-6-2-13 0,0 0-43 16,0 0-45-16,15-14-68 0,-10 6-71 0,2-2-92 15,3 0-103-15,-4-9-238 0,8-3-711 0,-1-5 314 16</inkml:trace>
  <inkml:trace contextRef="#ctx0" brushRef="#br0" timeOffset="162500.2">6173 11127 51 0,'5'-5'177'0,"-5"-7"11"0,4 7 5 0,-4-3 6 16,0 1-3-16,-4 0-8 0,4 0 3 0,4 1-9 15,-4 6-11-15,-4-7-10 0,4 7-13 0,0-10-17 16,0 10-15-16,0 0-13 0,0 0-9 0,-13 0-11 16,13 0-10-16,-13 15-11 0,5-7-4 0,-1 7-5 15,-4 8-7-15,3 2-2 0,-6 4-1 0,-4 10 1 16,0 8-4-16,-3 2 3 0,1 0 10 0,-1 23-9 16,-5 1-1-16,5-19 5 0,-9 20-3 0,4-5 0 15,-2 3-3-15,1-1-2 0,-6-7-1 0,7 5-1 16,4-16-3-16,-5-1 3 0,-9 17 3 0,14-18 4 0,-5 17 3 15,1-16 4-15,1-3 3 0,2 1 4 0,-5-3-1 16,4 0-2-16,-4 2 5 0,5 0 5 16,-6-4 2-16,4-2 6 0,-2-2-11 0,0-4-7 0,0 7-5 15,4-7-3-15,2 2-4 0,1-13 0 0,2-2-12 16,-1 0-3-16,6-6 2 0,5 1 6 0,-3-7-13 16,4 3-7-16,-2-7 0 0,4 3-3 0,6-1 3 15,-6-4-3-15,7-6-11 0,7 4-23 0,-7-4-31 16,0 0-26-16,23-7-30 0,-5-2-38 0,-3-2-50 15,1 1-61-15,9-11-70 0,0 3-281 0,-2-6-655 16,5-6 290-16</inkml:trace>
  <inkml:trace contextRef="#ctx0" brushRef="#br0" timeOffset="163250.26">6195 11139 32 0,'0'-9'243'0,"5"5"-2"0,-5 4-6 16,2-8-7-16,-2 8-11 0,0-6-14 0,0 6-23 0,5-6-17 15,-5 6-19-15,0 0-13 0,6-1-15 0,-6 1-12 16,8 10-10-16,1-3-13 0,-3 5-6 0,4 3 2 16,-3-3 1-16,6 12 2 0,2-1-6 0,0 7 4 15,1-2 2-15,4 10 3 0,7 3-3 0,-6 0 1 16,6 6-2-16,-4-2 3 0,7 1 2 0,0 2 5 15,4 2-10-15,-1-4 2 0,0 4 17 0,12 13-23 16,-10-19-3-16,3-3-7 0,0 4-1 0,-2-1 0 16,6-2-16-16,-1 0-3 0,2-4-10 0,-6-1 3 15,-1 5-3-15,1-3-5 0,-1-5-1 0,-3-2-4 0,-5-1-1 16,2 3 2-16,-9-11-9 0,-1 1 2 16,-3 1-3-16,3-9 1 0,-4 8 10 0,-1-9-23 15,-5-3 8-15,2 3 9 0,3 0-10 0,-7 3-6 0,3-4 4 16,-2-4-6-16,-1 3 5 0,4-1-1 0,-7 0-3 15,3-4 8-15,3 3-9 0,-2-3 4 0,1 3 2 16,0 1-4-16,1 0 2 0,1-1-5 0,1 1 4 16,-1-1 5-16,1 0-12 0,2 2-3 0,0 1 9 15,1-2-13-15,-3 1 8 0,2-2 6 0,0 5-5 16,0-5 3-16,-2 4-7 0,2-4 6 0,0 1-3 16,-3-4 3-16,-4 0-8 0,2 1-24 0,-3-2-7 15,2-2-12-15,-4 1 0 0,4-2-8 0,-4 0-14 16,-5-4-29-16,3 5-36 0,-3-5-39 0,0 0-43 15,0 0-48-15,0 0-79 0,-18-16-188 0,5 4-575 16,4 0 255-16</inkml:trace>
  <inkml:trace contextRef="#ctx0" brushRef="#br0" timeOffset="165782.31">1688 13394 46 0,'0'0'249'0,"-13"-4"-15"0,13 4-16 16,-9 0-14-16,9 0-11 0,-14-3-14 0,14 3-14 16,-19 0-16-16,9 5-11 0,2-2-15 0,1 4-12 15,1-3-7-15,-2 1-9 0,-1 5-11 0,3-2-9 16,2 3-4-16,-1 2-11 0,5-2-4 0,-5 0-5 16,10 2-4-16,-5-1-2 0,5 5-6 0,0-8 1 15,2 7-7-15,1-4-4 0,5 3-1 0,1-6 0 16,1 1-5-16,6 0-2 0,-4-8-3 0,3 5 2 0,-4-2-6 15,4 0 3-15,-2-3 2 0,2-2 1 16,-5-8 20-16,1 4 7 0,-4 0 7 0,5-1 10 16,-6-3 11-16,1-4 4 0,-1 3 1 0,-4-4 9 0,-2-1-4 15,-2-2 2-15,-3-4-6 0,0 4-1 0,-3-6 11 16,-5 0-18-16,-1 2-8 0,-1-2 6 0,-4-3-7 16,2 6 6-16,-3-3-23 0,4 9-6 0,-6-3-3 15,5 4 7-15,-6 1-11 0,2 2-16 0,7 2-7 16,-4-3-18-16,0 9-26 0,-2-3-24 0,5 4-20 15,10 0-15-15,-20 12-7 0,12-2-20 0,6 2-16 16,-3 4-23-16,5 5-24 0,5 9-35 0,4-3-19 16,5 1-35-16,3 7-211 0,3 1-523 0,5-3 232 15</inkml:trace>
  <inkml:trace contextRef="#ctx0" brushRef="#br0" timeOffset="166515.72">3936 13372 160 0,'-4'-9'229'0,"1"4"2"0,0-3 7 16,1 2 1-16,-1-2 2 0,3 8-1 0,-5-10-9 15,1 5-7-15,1-2-13 0,-2-1-17 0,5 8-15 16,-5-2-25-16,5 2-8 0,-8-5-20 0,8 5-11 16,0 0-19-16,-18 6-8 0,13-5-7 0,-5 9-8 15,0-1-8-15,2 2-4 0,-2 6-9 0,1-5-3 16,-1 6-6-16,6-2-3 0,0-1-7 0,-2 0 1 16,6 11-7-16,3-8 17 0,0-3-18 0,4 0-1 15,3 0 7-15,-2-2-11 0,7 1-3 0,1-2 11 0,3 2-13 16,2-9-2-16,12-3-6 0,-11 3 0 0,4-5 6 15,6-2-5-15,-6-3 5 0,-4-2-5 0,8-5-5 16,-2 0 3-16,-3-3 2 0,-1 2-7 0,-2-5 3 16,-4-5-2-16,-1 3 6 0,-1-3-5 0,-11 4 7 15,3 0-9-15,-6-1 6 0,0 3-6 0,-6-5 9 16,-4 7 8-16,-3-9-1 0,-1 6-4 0,-10 2 1 16,8 4-2-16,-5 1-4 0,-1 4-3 0,-1-1 0 15,4-1 1-15,-4 6-3 0,-2-1-5 0,3 4-20 16,-8 3-5-16,11-2-16 0,-3 6-21 0,4-2-20 15,-1 5-31-15,6 0-29 0,1 5-39 0,3-5-41 16,7-1-46-16,0 6-35 0,7-3-180 0,1 7-525 16,5-3 232-16</inkml:trace>
  <inkml:trace contextRef="#ctx0" brushRef="#br0" timeOffset="167100.31">5205 13242 137 0,'-3'-7'245'0,"3"-1"1"0,-8 1-4 0,4-1-1 0,-1 1-7 15,-1-1-8-15,2-1-9 0,-1 6-12 0,-1-5-11 16,2 2-9-16,-2 2-12 0,-6-1-15 0,4 2-12 15,8 3-12-15,-22-1-14 0,9 1-17 16,-3 3-7-16,-6 3-8 0,4 0-6 0,0 2 3 0,-4 0-8 16,4 4-9-16,0 0-1 0,1 0-11 0,1-1-4 15,1 4-3-15,2 0-7 0,3-3-1 0,3 4-4 16,2-5-2-16,3 5 9 0,4-1-14 0,3-3 2 16,5-1-4-16,3 1 5 0,5 0-7 0,9-3-8 15,3 1-2-15,-1-5 0 0,1-2 3 0,2-2-4 16,2 1-1-16,-4-2-4 0,5-2-1 0,-5-3-5 15,0-2 10-15,-1-2-15 0,-4-2-2 0,2-1 8 16,-7 3-10-16,-1-11 3 0,-2 8 2 0,-5-8 16 16,-4 4-20-16,2 1 4 0,-7-5-2 0,0 4 2 0,-3-2-1 15,-3 2-3-15,-5-3-1 0,3 6 1 0,-10-1 14 16,0 1-13-16,3-1 3 0,1 5-6 16,-4 2-3-16,3-1-15 0,1 1-16 0,-1 2-10 0,2 5-21 15,0 0-25-15,10 0-33 0,-20 8-38 0,16 0-48 16,2-1-64-16,2 5-275 0,5 0-599 0,3 0 265 15</inkml:trace>
  <inkml:trace contextRef="#ctx0" brushRef="#br0" timeOffset="167832.49">7504 13100 226 0,'8'-4'239'0,"1"-1"-6"0,4 0-12 0,-5 2-6 16,0-2-9-16,6-2-15 0,-8 2-13 0,-6 5-17 15,10-2-14-15,-6 0-13 0,-4 2-22 0,6-5-10 0,-6 5-12 16,5-3-9-16,-5 3-9 0,0 0-7 0,0 0-4 15,0 0-9-15,-25 15 0 0,19-6-2 0,-8 4 7 16,5-3-5-16,-5 5 0 0,3-3-4 0,-1 4-5 16,-1-2-3-16,5 1-5 0,1-2-4 0,0 2-4 15,6-1-3-15,-4 3 3 0,10-4-2 0,0 1-1 16,0 2-3-16,6-12 0 0,-1 11-4 0,7-5 2 16,1-9-2-16,3 5 1 0,3-1-3 0,-3-3-1 15,1-2-1-15,1-2 1 0,5 0-4 0,-7-3 0 16,4 0 4-16,-3-5-1 0,-6-2-4 0,3 0-1 15,-3 1-1-15,-1-6 6 0,0 2-7 0,-8-4 2 16,4 0-2-16,-8 3-5 0,-1-3 6 0,-2 0 0 16,-2 2 4-16,-11-8-1 0,5 9-3 0,-9-5 3 15,1 3-2-15,-6 2 0 0,-4-1 2 0,1 5-5 0,0-1-6 16,-6 2-18-16,3 3-14 0,3 1-24 16,3 6-31-16,1-3-39 0,-1 4-46 0,1 0-53 15,4 0-56-15,2 4-172 0,-5-1-493 0,12-1 218 0</inkml:trace>
  <inkml:trace contextRef="#ctx0" brushRef="#br0" timeOffset="168749.14">10853 8845 57 0,'1'-4'253'0,"-1"-3"-8"16,0 7-9-16,3-12-8 0,-3 5-11 0,0 2-15 15,0 5-13-15,4-7-23 0,-4 7-18 0,0-5-18 16,0 5-17-16,0 0-12 0,0 0-10 0,0 0-7 16,-12 20-12-16,7-4-6 0,-5 4-2 0,2 5 2 15,-7 3-3-15,-3 12 0 0,-4 2-3 0,-1 11-2 16,-3-2-3-16,-11 24 4 0,-7-3 4 0,4-3-4 15,-6 3-1-15,1-3-2 0,-8 11-2 0,3-6-1 16,2 7 10-16,-3-4-4 0,3-2 13 0,3 0-12 16,1-4-1-16,7-4 7 0,-3-1 3 0,12-20 4 15,3 5 8-15,-8-4-3 0,9-2-7 0,-3-2 2 16,-3-1-10-16,7-6-2 0,2 1-7 0,4-12-1 0,-1 1-10 16,1-6-2-16,7-3-4 0,2-4-9 0,-2 3-19 15,4-8-31-15,2 2-10 0,3-5-25 0,1-5-36 16,5 5-41-16,-5-5-53 0,18-1-67 0,-3-7-52 15,0 0-288-15,8-7-642 0,2-1 285 0</inkml:trace>
  <inkml:trace contextRef="#ctx0" brushRef="#br0" timeOffset="169282.58">10632 9028 69 0,'2'-9'311'0,"0"-1"-10"0,3 2-10 0,-4-4-10 16,6 8-17-16,-7-5 1 0,0 3-20 0,5-2-20 16,-3 4-22-16,-2 4-15 0,0-4-33 0,0 4-11 15,0 0-19-15,0 0-12 0,29 16-19 0,-9-1-3 16,3 8-9-16,14 7-7 0,3 2-9 0,3 3-4 16,0 4-6-16,24 17-7 0,5-3 0 0,-3 1-10 15,-3 0 3-15,4 3-9 0,3 1 0 0,3 4 8 16,5 3-1-16,35 21-4 0,-40-22-2 0,5-3 3 15,-3 4-8-15,-4-2-1 0,-1-2-6 0,-3 2-2 0,-4-4-7 16,0-5 6-16,-8 2 2 0,-20-17-2 16,-2-2-7-16,-4-1 5 0,9 0-8 0,-11-6-2 15,5-2 2-15,-14-3 4 0,11 0 2 0,-11-1-6 16,-1-5-4-16,-2-2 3 0,-1-5-2 0,-2 1 2 0,0-1 1 16,0-1-4-16,-2-2 2 0,2 1-2 0,-4-3-2 15,-1-2 5-15,-1 0-7 0,-3-1 1 16,2 1 4-16,1-2 2 0,-4 0-1 0,5-1-3 0,-10 3 8 15,0-5-2-15,6 4-6 0,-6-4-13 0,13 0-33 16,-13 0-27-16,0 0-32 0,0 0-29 0,0 0-40 16,0 0-44-16,2-11-51 0,-2 11-56 0,-2-8-212 15,2 8-578-15,-13-8 255 0</inkml:trace>
  <inkml:trace contextRef="#ctx0" brushRef="#br0" timeOffset="169598.65">12577 10635 41 0,'-8'9'238'0,"3"-1"-9"0,-3 1-14 16,-1-2-12-16,6 4-12 0,-7 2-19 0,2 1-15 15,5 0-13-15,-2 1-22 0,5 0-2 16,0 1-12-16,6 0-10 0,-1-2-8 0,3-1-12 0,2 1-2 15,4-4-7-15,-4 2-10 0,8-2-1 0,-2-2-7 16,4-4-3-16,-2 3-5 0,-1-6-6 0,3 2-2 16,-5-3-4-16,1-3-8 0,4 0 3 0,-12-3-4 15,7-2 2-15,0-3-3 0,-8 0-4 0,-2-4-3 16,-5 3-4-16,-5-4 0 0,-2-4-9 0,-1 2-10 16,-7-9-8-16,-7 6-18 0,-12-7-20 0,-4-1-19 15,-5 4-33-15,1 5-37 0,-7-2-36 0,-4 2-197 16,-4 2-409-16,-2 6 182 0</inkml:trace>
  <inkml:trace contextRef="#ctx0" brushRef="#br0" timeOffset="170216.67">9888 10715 281 0,'-5'-4'282'0,"0"0"-20"0,5 4-19 15,-17-3-16-15,7 3-13 0,10 0-12 0,-20 7-10 0,10-2-8 16,-8 6-10-16,3 0-12 0,5 1-4 0,-3 0-20 16,0 7-16-16,5-3-14 0,1-1-8 0,2 1-11 15,5 3-6-15,0 0-5 0,3 1 5 0,11 5-14 16,-5-3-16-16,6-7 1 0,0 0-4 0,10 0 6 16,0 2-16-16,3 1-3 0,0-9-6 0,4 2 0 15,-9-4 2-15,12-4-7 0,-6-2-2 0,-1-2-2 16,-3-2-5-16,5-4 2 0,-8-1-3 0,-6-3-1 15,2-2 1-15,-6 2-5 0,1-7 2 0,-5 1 4 16,1-6-8-16,-4-3-1 0,-5 4 3 0,-5-5-4 16,-5 1 4-16,0 4-6 0,-3-2-1 0,-6-3 5 15,-4 7 2-15,-2 4-2 0,-3-2 2 0,0 0 9 16,-2 6-13-16,1 0-3 0,-1 4 4 0,0 6-30 0,8-3-18 16,-6 10-18-16,4-3-19 0,-5 6-33 15,10-1-42-15,4 8-54 0,0 1-60 0,5 0-55 16,3 3-165-16,-1 7-526 0,-2-2 233 0</inkml:trace>
  <inkml:trace contextRef="#ctx0" brushRef="#br0" timeOffset="170599.59">10028 11078 160 0,'0'0'209'0,"0"0"-18"0,0 0 7 0,0 0-13 16,0 0-2-16,-15 25-6 0,10-16-6 0,-3 5-3 0,0 2-12 16,-7 10-12-16,-5 1-6 0,-1 12 0 0,-3 0 4 15,-5 6-8-15,-1 1-5 0,-15 18-4 16,2 5-2-16,-8-7-1 0,6 5-2 0,0-1 5 0,-4-2-4 15,7 5 8-15,8-23-5 0,-9 18 0 0,0 1 0 16,11-15-8-16,-11 14-1 0,13-18-11 0,-5 3-1 16,4-3-7-16,-4-1-9 0,5-1-11 0,1-7-3 15,4-6-7-15,3-4-8 0,2-5-8 0,9-7-1 16,-1-2-10-16,-1-1-12 0,10 0-27 0,-9-5-12 16,11-4-22-16,1-3-30 0,0 0-37 0,16 0-34 15,-16 0-39-15,28-15-40 0,-11 3-54 0,9-8-57 16,2 1-274-16,14-11-649 0,-6-4 288 0</inkml:trace>
  <inkml:trace contextRef="#ctx0" brushRef="#br0" timeOffset="170982.24">9919 11187 98 0,'0'-6'252'0,"0"6"-25"0,0 0-27 0,0 0-7 16,0 0 12-16,0 0-9 0,10 26-8 0,3-11-5 16,2 10-2-16,2 14-4 0,9 5-3 0,2 0-13 15,10 21-11-15,0 2 1 0,4-1-13 0,-4 0 0 16,0-1-8-16,-2 4-6 0,1 1-17 0,-1-1-6 15,-1 2-8-15,-5-2-14 0,-1 6-9 0,1-6-1 0,0 0-9 16,-12-15-3-16,0 1-7 0,-3 2 10 16,2-1-17-16,-2-7-12 0,-4 1 3 0,1-2-6 15,-5-6-1-15,-1-11-1 0,1-2-7 0,-5-1 4 0,1-11-10 16,0 0 8-16,-3-10 5 0,0 5 0 0,2-6 15 16,3-4-5-16,-5-2-14 0,0 0-3 0,0 0-30 15,1-20-28-15,6 11-48 0,-5-6-50 16,3-2-74-16,3-1-72 0,7 2-331 0,-9-11-664 0,8 4 294 15</inkml:trace>
  <inkml:trace contextRef="#ctx0" brushRef="#br0" timeOffset="171365.59">10591 12777 106 0,'-22'3'316'0,"14"-1"-12"0,-3 2-17 0,-3 0-13 0,1 4-27 16,-2 4-13-16,2 0-22 0,1-1-13 0,1 5-19 15,1-1-16-15,3 1-19 0,1 3-12 16,-1 1-15-16,7 0-7 0,0-1-13 0,5-1 4 0,-2 1-21 15,6-2-11-15,4 3-8 0,-7-8-2 0,8 3-18 16,-1-5-4-16,-1 4-3 0,7-8-16 0,-5-3 2 16,4-2-7-16,-2-1-4 0,1 0-1 0,-2-4-12 15,1-7 8-15,-6-2-12 0,4 2 3 0,-5-6-4 16,1 0-6-16,-8-4-1 0,5-5-4 0,-14-2-5 16,0 1-5-16,-6 1-8 0,-3-1-8 0,-9-5-9 15,-5 1-19-15,-3 4-14 0,-3 4-24 0,-4 0-33 16,0 2-26-16,5 2-33 0,2 9-59 0,-11 1-137 15,-1 2-430-15,13-1 190 0</inkml:trace>
  <inkml:trace contextRef="#ctx0" brushRef="#br0" timeOffset="171916.55">9115 12562 126 0,'-12'-5'289'0,"-1"-5"-10"0,4 5-11 0,1-6-14 16,-5 8-16-16,3 2-22 0,2-3-23 0,8 4-17 0,-17 4-22 16,6-3-8-16,2 6-19 0,3 5-11 0,-4-1-9 15,3 8-9-15,-4 1-10 0,2 4-7 16,3 3-2-16,-1 4-9 0,4-1-8 0,-2 2-6 15,-2 9-2-15,6-9 6 0,2-2 12 0,6 2-6 0,-1-3-18 16,1 3 7-16,6-5 6 0,-3-3-18 0,7-1 1 16,-6-4-3-16,4-5 1 0,0 1-7 0,2-8-4 15,1 4-3-15,-2-7 3 0,4 0-2 0,-3-6 20 16,-2-4 7-16,3-6 4 0,0 3 8 0,-1-8 6 16,-1-2 4-16,4-5-6 0,-5-4 1 0,-7-1-7 15,9-10-6-15,-11 0-4 0,6 0-3 0,-10-6-4 16,-2 3-6-16,-2 13-6 0,-5 1-2 0,2 1-6 15,2 1 0-15,-10 4-8 0,6 4-22 0,-6 0-17 16,3 6-23-16,2-1-27 0,-5-1-30 0,4 8-32 16,3 3-31-16,-8-3-44 0,8 3-43 0,-2 1-54 15,8 2-61-15,-9 11-193 0,9-11-603 0,0 11 267 16</inkml:trace>
  <inkml:trace contextRef="#ctx0" brushRef="#br0" timeOffset="172665.69">12667 11064 120 0,'0'-4'313'0,"0"4"-11"16,6-11-19-16,-6 6-26 0,0 5-24 0,7-3-27 15,-7 3-19-15,0 0-16 0,5 12-13 0,-5 3-4 0,5 0-10 16,-5 7-11-16,0 3-1 0,0 14-11 0,0 0-16 16,-10 3 6-16,0 3-19 0,-2 7 0 0,-13 21 7 15,1 0 2-15,-6-3 20 0,-5 5-18 0,-8-1-9 16,-7-3 2-16,6 8-6 0,-6-1-5 0,-3-3-1 16,2 6-5-16,-2-5 2 0,3 4-12 0,4-6 6 15,-4-1-9-15,7-7 1 0,5-1-11 0,2-16-7 16,6-1-1-16,5-1-8 0,-6-4-6 0,2-4 2 15,3-5-6-15,9-8 0 0,6-4-5 0,1-7-5 16,3 2-21-16,1-9-3 0,6-1-19 0,0-4-28 0,0-3-37 16,0 0-41-16,38-15-38 0,-12 0-49 15,-3-2-60-15,15-14-62 0,-1-7-279 0,1 1-668 16,20-19 296-16</inkml:trace>
  <inkml:trace contextRef="#ctx0" brushRef="#br0" timeOffset="173082.37">12648 11013 161 0,'0'0'230'0,"0"0"-25"0,0 0 8 0,0 0 0 16,19 23 2-16,-6-8-5 0,2 10-9 15,14 11-1-15,1 5-1 0,2 2-4 0,1 7-5 16,12 14 2-16,6 0 4 0,-2 7 5 0,6-3-4 0,5 4 0 16,3-1-8-16,-1-1-9 0,1 2-20 0,-1-5-6 15,-3-1-15-15,6 3-13 0,-6 1-13 16,4-2-8-16,-6-5-11 0,0-3-10 0,-4-4-7 0,-11-13-11 15,-4-3-4-15,-3-1-5 0,-6-4-7 0,-4-4-5 16,-5-8-3-16,-7-5-7 0,-3-6-3 0,-1 3-4 16,-3-6 3-16,1-6-1 0,-6 3-6 0,-1-6 1 15,0 0-2-15,0 0-18 0,0 0-18 0,-18-15-42 16,13 1-43-16,-5 2-51 0,2-7-34 0,-2 7-46 16,0-6-57-16,2 3-57 0,1 2-330 0,1 1-729 15,-3 1 324-15</inkml:trace>
  <inkml:trace contextRef="#ctx0" brushRef="#br0" timeOffset="173432.68">13890 12665 90 0,'-10'-5'242'0,"10"5"-12"16,0 0-7-16,0 0-12 0,-25 6-6 0,13 0-13 15,2 3-12-15,-1 1-18 0,3-2-14 0,-1 6-13 16,3-3-12-16,-8 5-8 0,13-3-15 0,-4 2-8 16,3-1-8-16,2 1-7 0,2-2-8 0,3-4-5 15,3 1-6-15,7 2-4 0,-2-7-3 0,2 1-6 16,0-2-7-16,5-2 0 0,-2-4-4 0,2 2-3 15,1-5-2-15,-2-3-4 0,1-1 0 0,-4 0 1 16,-1-2-10-16,3-5 1 0,-6 5-3 0,1-8-2 16,0 3-4-16,-9-1-11 0,-1-1-12 0,-3 2-17 15,-5-4-18-15,-2 5-26 0,-4 1-36 0,-11-2-30 16,-4-2-42-16,-14-6-38 0,-3 7-183 0,-8-1-438 0,-7 9 193 16</inkml:trace>
  <inkml:trace contextRef="#ctx0" brushRef="#br0" timeOffset="173965.49">11809 12740 84 0,'-20'-4'308'0,"-3"4"-16"16,2 5-15-16,1-2-19 0,2 5-11 0,-2 0-16 15,1 0-19-15,1 1-27 0,3 9 2 0,2-4-19 16,5 1-2-16,1 2-22 0,6 2-12 0,1 0-15 16,6 1-11-16,2 2-12 0,7 2-4 0,0-3-10 15,7 0-8-15,1-3-6 0,7 0-9 0,-2 1-2 16,2-5-4-16,3-5-2 0,-2-3-10 0,4 4 0 15,-5-8-3-15,0 0-7 0,-4-4-3 0,-4-3 2 16,-1-2-5-16,-6 0 2 0,7-4 3 0,-14-5 18 16,5 1 1-16,-6-7-4 0,-1-3-4 0,-4-2-11 15,-4-2 5-15,-4 1-7 0,-3-3-5 0,-4-3 2 16,-8 0-7-16,-1-2-4 0,1 12-22 0,-11-6-18 16,4 10-16-16,-8-2-28 0,-2 1-27 0,6 7-41 0,-3 7-52 15,4 0-59-15,1-1-67 0,-10 6-213 16,-3-1-574-16,10 3 255 0</inkml:trace>
  <inkml:trace contextRef="#ctx0" brushRef="#br0" timeOffset="181916.2">7939 5314 110 0,'0'0'228'0,"0"0"-14"0,0-7-17 0,0 7-14 15,0 0-14-15,0-9-14 0,0 9-19 0,0 0-13 16,0-6-10-16,0 6-14 0,0 0-10 0,0 0-10 15,0 0-6-15,0 0-11 0,0 0-7 0,0 0-4 0,0 0-6 16,0 0-5-16,0 0-2 0,0 0-6 16,12 16-1-16,-12-16-5 0,0 0-4 0,8 6-4 15,-6-2-1-15,-2-4-3 0,10 1-4 0,-10-1-4 16,11 4-4-16,-6-2-4 0,-5-2 1 0,10 0 1 0,-10 0 1 16,0 0-2-16,9 1 4 0,-9-1-5 0,0 0 2 15,0 0 0-15,0 0 1 0,0 0-3 16,0 0 4-16,0 0-5 0,8-4 3 0,-8 4-1 0,0 0 13 15,0 0-18-15,0 0 1 0,-30-4 2 0,20 2 0 16,-3 2 0-16,13 0-2 0,-22 0 3 0,8 0-2 16,5-2 1-16,-4 4 10 0,13-2-11 0,-21 0-1 15,14 0-1-15,7 0-2 0,-10 2-2 0,10-2-4 16,0 0 2-16,0 0 1 0,0 0-2 0,0 0-1 16,0 0-6-16,0 0-9 0,0 0-9 0,0 0-8 15,38 0-5-15,-18-2-9 0,-4 0 2 0,1-1-1 16,-5 2-10-16,4 1 5 0,-3 0 1 0,-4-3 11 15,2 3 2-15,-2-3 3 0,-9 3 6 0,11-1-4 16,-3-1 1-16,-8 2 2 0,9-5 4 0,-9 5-3 16,0 0 0-16,0 0-3 0,0 0-7 0,-20-5-25 15,8 1-14-15,4 4-88 0,-9-3-191 0,2 3 85 16</inkml:trace>
  <inkml:trace contextRef="#ctx0" brushRef="#br0" timeOffset="196249.36">1850 13263 32 0,'-2'-8'114'0,"2"8"2"0,0 0-4 0,0 0 4 16,-4-7 5-16,4 7-6 0,0 0 5 0,0-8-6 15,0 8 6-15,0-5 1 0,0 5 3 0,0 0-5 16,0-10-3-16,0 10-7 0,0 0-4 0,-7-9-4 16,7 9-3-16,-2-3-8 0,2 3-3 0,-6-5-5 0,6 5-4 15,-7-8-4-15,7 8-3 0,-8-3-4 16,6-1-4-16,2 4-1 0,-8-7-6 0,8 7-2 15,-8-5 1-15,3-2-1 0,-4 4-6 0,6-2 1 16,-7 0-3-16,10 5-4 0,-15-7-2 0,9 3-4 0,-4 0 4 16,0 1-12-16,0 0-7 0,3 0 6 0,-1 1 1 15,8 2-9-15,-20-3 0 0,3 2-6 0,9-3 1 16,-5 4 1-16,13 0 1 0,-22 0-9 0,14 1 5 16,-5-1-5-16,5 4 4 0,-1-1-8 0,-1 1 0 15,-1 0-2-15,-4 0 4 0,0 4-3 0,5-1-2 16,0 2 0-16,-5 2-1 0,5 0 2 0,-1 2 2 15,-1 2-2-15,1 0 0 0,2-1 1 0,1 3 3 16,-2-2-6-16,0 2 1 0,2-2-1 0,0 3-1 16,1-2 1-16,-1 1 2 0,3 1-1 0,0-3 0 15,0 4 0-15,3-7 6 0,-3 7-8 0,4-7 2 16,-1 4-1-16,2 0 1 0,0-1 1 0,2-1 4 16,-1 4-5-16,1-11 0 0,3 12 3 0,0-6-2 15,3 1 2-15,0-3 2 0,-4-2 0 0,11 5 0 16,-2-5-3-16,3 2-4 0,-2-3 5 0,0-1 1 15,6 1 2-15,-3 0 0 0,1-5 1 0,0 5-3 16,0-1 0-16,2-2 2 0,2-1 1 0,-6-1 3 0,3-2-8 16,-4 3 1-16,4-4 0 0,-2 1 1 15,-2 1 2-15,-2-2 2 0,-1-2 6 0,1 4 8 0,-2-2 2 16,-1 0 7-16,2-2-1 0,-12 2 14 0,20 0-5 16,-14-1-2-16,-6 1 2 0,14-5-4 0,-6 3-2 15,0 1 6-15,6-3 6 0,-10-3 6 0,6 2 1 16,-3-3 4-16,3 2-12 0,-5-6 10 0,7-3-6 15,-4 0 0-15,-2 2-1 0,4-6 1 0,-1 4 6 16,-3 1-6-16,-1-3 16 0,-1 5 5 0,2-8-3 16,-6 7 2-16,0-2-5 0,0 4-2 0,0 1 1 15,-6-3-9-15,2-1-4 0,-1 2-5 0,-8 0-5 16,1 0-3-16,-2 1-8 0,-3 4 0 0,0-1-6 16,-4 1-6-16,-1 2-7 0,-4 0-18 0,-6 3-8 15,6-3-38-15,3 4-21 0,1 1-31 0,2 0-22 0,4 0-31 16,-4 0-39-16,5 0-56 0,8 1-66 15,7-1-55-15,-21 0-224 0,21 0-649 0,-7-2 288 16</inkml:trace>
  <inkml:trace contextRef="#ctx0" brushRef="#br0" timeOffset="211280.81">7201 4839 19 0,'0'0'67'0,"0"0"4"0,0 0-1 15,0 0-12-15,0 0-6 0,0 0 11 0,2-8 2 16,-2 8-2-16,0 0 0 0,0 0 5 0,7-3 10 15,-7 3 7-15,0 0 5 0,0 0 8 0,0 0 7 16,0 0 6-16,0 0 5 0,0-9 6 0,0 9 6 16,0 0 3-16,0 0 3 0,0 0-1 0,0 0-1 15,0 0-5-15,0 0 2 0,0 0-9 0,1-4-3 0,-1 4-11 16,0 0-6-16,0 0-9 0,0 0-13 16,0 0-5-16,0 0-12 0,0 0-7 0,0 0-5 15,0 0-7-15,0 0-3 0,0 0 3 0,0 0-13 0,15 16-4 16,-15-11 0-16,12 2-4 0,-11-4 0 0,8 4-6 15,-3 6 4-15,1-6 1 0,-1 1-9 0,3 4 3 16,-3-6 0-16,3 0-4 0,-3 5-1 0,-2-7 3 16,5 2-1-16,-7 0-4 0,5-4-1 0,-4 5-2 15,0-4 2-15,-3-3 2 0,9 2 0 0,-9-2-1 16,0 0-2-16,15-2 4 0,-15 2-6 0,9-10 2 16,-2 5 3-16,0-1-2 0,1-1 11 0,5-9 3 15,-3 5-5-15,5-6 4 0,-2 2 0 0,9-6-3 16,-2 3-7-16,1 1 0 0,1-2 24 0,-2 1-12 0,1 3 0 15,2 0-8-15,-5 3-12 0,-1 3-22 16,-2 0-29-16,-2 4-38 0,0 0-53 0,-3 0-73 16,0 3-65-16,0 1-239 0,-2 1-562 0,-8 0 249 15</inkml:trace>
  <inkml:trace contextRef="#ctx0" brushRef="#br0" timeOffset="212281.21">4053 7776 70 0,'0'0'360'0,"-2"-6"-16"0,2 6-18 0,0 0-13 15,0 0-31-15,0-9-27 0,0 9-21 0,0 0-31 16,0 0-23-16,0 0-26 0,0 0-12 0,0 0-13 16,0 0-15-16,0 0-9 0,9 16-17 0,-4-8-4 15,-4 1 7-15,6-2-22 0,-4 3 9 0,2 2-22 16,2-4-2-16,0 3-10 0,-1 1 3 0,-3-4-10 16,9-3-7-16,-4 6 1 0,-6-4 1 0,10 0-6 15,-4-2 4-15,0 0-6 0,2-5-1 0,3 0 1 16,1-1 13-16,-5-7-19 0,6 0-2 0,-1-2 3 15,-1 1-7-15,3-6 2 0,-4 0-6 0,6-6 4 16,-1 2-13-16,3-4-18 0,-6-3-23 0,1 1-36 16,0-3-34-16,0 1-56 0,0 0-66 0,0 2-59 15,-2 5-252-15,-5 0-591 0,-1 2 262 0</inkml:trace>
  <inkml:trace contextRef="#ctx0" brushRef="#br0" timeOffset="213431.81">2610 10480 282 0,'0'-7'303'0,"0"7"-11"16,0 0-27-16,2-6-25 0,-2 6-22 0,0 0-23 0,0 0-25 15,0 0-15-15,0 0-17 0,0 0-16 0,0 0-13 16,0 0-10-16,0 0-13 0,11 15-6 16,-9-10-7-16,3-2-6 0,-4 2-7 0,1 3-9 0,3-1-1 15,-3-2-7-15,4-1-5 0,-4 2 2 0,3-1-7 16,-5-5 1-16,10 6-6 0,-10-6-2 0,6 0 2 15,-6 0 0-15,15-6-5 0,-8 3 2 0,6-6-5 16,0 1-3-16,-3 0 2 0,-3-6 5 0,3 5-11 16,6-7-4-16,-6-1 0 0,4-1-18 0,-4 2-20 15,3-2-27-15,-3 1-35 0,1-1-41 0,-1 3-46 16,2 0-42-16,-4 2-57 0,-1 2-143 0,-4 2-455 16,4 0 201-16</inkml:trace>
  <inkml:trace contextRef="#ctx0" brushRef="#br0" timeOffset="214531.77">5604 6395 296 0,'2'-8'340'0,"-2"8"-21"0,5-4-16 0,-5-3-21 16,0 7-26-16,3-4-25 0,2-4-9 0,2 4-29 15,-4 0-26-15,8-3-9 0,4 2-28 0,7-2-12 16,4 0-29-16,6 1-51 0,3 0-58 0,-1 5-73 16,11-6-81-16,3 6-97 0,-3-3-160 0,-14 1-467 15,-3-1 207-15</inkml:trace>
  <inkml:trace contextRef="#ctx0" brushRef="#br0" timeOffset="-214215.45">3449 9515 59 0,'0'0'374'0,"-13"1"9"0,13-1-12 0,0 0-6 16,0 0-17-16,0 0-11 0,0 0-23 0,0 0-26 0,0 0-33 15,0 0-24-15,0 0-22 0,20-16-32 0,-4 11-22 16,6 2-46-16,-1-3-61 0,11-6-62 0,-4 6-76 16,7 3-85-16,-2-3-108 0,-5-3-295 0,2 1-624 15,-2 4 277-15</inkml:trace>
  <inkml:trace contextRef="#ctx0" brushRef="#br0" timeOffset="-213515.03">1940 12214 197 0,'0'0'312'0,"0"0"-22"0,0 0-28 0,21-15-25 16,-8 8-21-16,2 1-25 0,2 0-19 0,13-7-17 16,-4 2-16-16,4-4-18 0,10-6-24 0,3 6-49 15,-2 2-64-15,-8 0-88 0,10-3-86 0,-7 1-165 16,3 3-384-16,-10 0 170 0</inkml:trace>
  <inkml:trace contextRef="#ctx0" brushRef="#br0" timeOffset="-200648.78">3595 12268 289 0,'0'0'305'0,"-7"-7"-7"0,7 7-2 0,0-6-17 15,0 6-6-15,0 0-10 0,0 0-14 0,0 0-23 16,-2-6-10-16,2 6-10 0,0 0-18 0,0 0-21 16,0 0-18-16,0 0-15 0,0 0-12 0,0 0-18 15,0 0-12-15,0 0-13 0,0 0-7 0,24 7-7 16,-19 0-4-16,0 5-7 0,4-4-4 0,1 0-34 16,5 10-15-16,-5-1-28 0,3-1-28 0,2 6-24 15,0-1-36-15,2 6-53 0,-1-1-58 0,1-2-68 0,3 3-255 16,-4-3-594-16,1-2 263 0</inkml:trace>
  <inkml:trace contextRef="#ctx0" brushRef="#br0" timeOffset="-199532.42">4310 13128 228 0,'1'-5'242'0,"-1"5"-7"15,4-5-12-15,-4 5-15 0,0 0-18 0,0 0-18 0,6-5-17 16,-6 5-17-16,0 0-15 0,0 0-17 0,0 0-8 16,0 0-14-16,0 0-5 0,0 0-10 15,0 0-6-15,12 15-5 0,-12-15-5 0,0 7-6 16,0-7-4-16,3 8-6 0,0-4-2 0,-3 1-7 0,0-5-3 15,2 7 3-15,-2-7-5 0,0 7-1 0,5-3-3 16,-5-4 1-16,0 0-2 0,5 4 3 0,0-1-3 16,-5-3 2-16,12 2-5 0,-12-2-4 0,15-5 1 15,-7 4 1-15,5-2-2 0,-3-1-3 0,3-3 1 16,2-2-1-16,5 2-1 0,-10-5-4 0,11-1-23 16,-7 0-22-16,1-1-30 0,-1-1-50 0,5-7-57 15,1 3-42-15,-11 3-175 0,3-3-427 0,0 2 190 16</inkml:trace>
  <inkml:trace contextRef="#ctx0" brushRef="#br0" timeOffset="-194616.64">5319 9523 250 0,'0'0'247'0,"0"0"-7"0,0 0-9 0,0 0-8 0,0 0-14 16,0 0-13-16,0 0-11 0,0 0-12 0,0 0-12 16,0 0-12-16,0 0-8 0,0 0-10 15,0 0-15-15,0 0-12 0,0 0-9 0,0 0-11 0,0 0-11 16,33 0-10-16,-23 5-2 0,2-3-23 0,0 2-38 15,2-4-52-15,1 3-62 0,7-3-80 0,-9 3-80 16,2 0-149-16,5 0-458 0,-10 0 203 0</inkml:trace>
  <inkml:trace contextRef="#ctx0" brushRef="#br0" timeOffset="-192399.01">5290 9474 97 0,'0'0'188'0,"0"0"-13"0,0 0-17 16,0 0-12-16,0 0-12 0,0 0-7 0,0 0-3 15,0 0-7-15,0 0-13 0,0 0-8 0,34 6-5 0,-24-3-15 16,12 3-3-16,-7-3-11 0,3 0-5 16,0 2-4-16,4 2-7 0,7 1-4 0,-2-1-23 15,-9-6-39-15,10 10-47 0,-5-7-55 0,-6 4-174 0,3-7-321 16,-5 2 141-16</inkml:trace>
  <inkml:trace contextRef="#ctx0" brushRef="#br0" timeOffset="-190482.48">5415 11927 224 0,'-8'-4'277'15,"8"4"-12"-15,0 0-10 0,0 0-10 0,-8-4-13 16,8 4-2-16,0 0-7 0,0 0-4 0,0 0-5 16,0 0-11-16,0-8-23 0,0 8-21 0,16-6-16 15,-2 2-14-15,-6 3-9 0,7-6-20 0,8 5-4 16,-3-5-19-16,8 0-33 0,-7 3-41 0,6-4-43 15,-1 2-54-15,3 0-62 0,-1-3-69 0,-10 4-86 16,2 3-158-16,-4-6-508 0,-4-1 225 0</inkml:trace>
  <inkml:trace contextRef="#ctx0" brushRef="#br0" timeOffset="-185983.58">6885 11802 242 0,'0'0'308'0,"0"0"-16"15,0 0-17-15,0 0-13 0,0 0-21 0,8 1-19 16,-8-1-15-16,0 0-14 0,0 0-17 0,0 0-10 16,0 0-20-16,0 0-12 0,9 4-16 0,-9-4-12 15,13 0-9-15,-5 0-9 0,-1 4-11 0,8-3-6 16,0 4-25-16,1-2-33 0,2 3-33 0,-1-2-40 15,4 3-50-15,-4 0-57 0,1-1-47 0,2 1-39 16,0 1-190-16,-5 1-480 0,0 3 213 0</inkml:trace>
  <inkml:trace contextRef="#ctx0" brushRef="#br0" timeOffset="-154533.52">15487 7033 29 0,'-2'-6'210'0,"2"1"-11"16,-6-3 2-16,6 2-15 0,-7 0-9 0,7 6-12 16,-2-7-9-16,2 7-8 0,0-11-14 0,-1 8-11 15,1 3-12-15,-5-7-13 0,5 7-10 0,0 0-9 16,-10 0-10-16,10 0-3 0,0 0-5 0,-20 2-7 16,12 3-4-16,3-3-5 0,-12 3-3 0,4 2-3 15,-2 1 1-15,3 4-2 0,-2 0-6 0,-5-1-3 0,4 4-5 16,-6 3 2-16,9-1-3 0,-1-4-1 15,0 4-3-15,0 7-1 0,4-8-6 0,3 3 0 16,2 0 0-16,-1-1 3 0,5 1-7 0,0-1 1 0,14 8-5 16,-4-9-5-16,0 0-5 0,6 1-8 0,1-3-7 15,4 3-11-15,-1-7-11 0,5 2-12 16,1-1-19-16,1-5-2 0,4 2 6 0,-11-2 0 16,2-3 5-16,1-4 5 0,3-3 9 0,-4 2 9 0,-6-3 8 15,6-1-6-15,-7-2 20 0,1 2 13 0,-4-2 14 16,3-1 17-16,-7 1 15 0,0 2 9 0,1-5 9 15,-4 6 7-15,1-4 9 0,-2 1-5 0,1-1 5 16,-1 3 0-16,0-2-5 0,-3 3-9 0,-1 4-6 16,4-8-6-16,-4 8-8 0,0 0-9 0,3-3-4 15,-3 3 1-15,0 0-6 0,0 0-5 0,0 0 4 16,5 15-6-16,-3-8-6 0,3 0-5 0,3-1-7 16,-6 5-9-16,6-3-8 0,3 3-11 0,-1 1-6 15,4 2-16-15,-1-2-7 0,3 1-18 0,-1-1-9 0,2-3-16 16,4-1-2-16,-4-6 4 0,3 6-1 15,-5-4 10-15,5-1 8 0,-6-1 12 0,0-4-8 16,-4-2 27-16,-2 1 9 0,-1-6 19 0,-1 6 11 0,1-5 14 16,-7-4 5-16,-2 2 12 0,-3 0 12 0,0-7 13 15,-3 4 8-15,0 2 13 0,-2-1 7 0,-2-3 7 16,-3 3-2-16,0 1-3 0,7-1 5 0,-7 0 1 16,2 4 0-16,5 0-3 0,-6 2-10 0,6 0-4 15,6 3-5-15,-3-3-9 0,-1 1-6 0,6 5-6 16,-5-4-4-16,5 4-13 0,0 0-3 0,0 0 1 15,0 0 1-15,0 0-1 0,0 0-5 0,31 4-9 16,-14 1-5-16,-2-2-11 0,6 0-9 0,2-2-9 16,-1 1-4-16,0 2-5 0,-1-4-5 0,1 2-1 15,-1-2 3-15,1 0 2 0,-4-5 6 0,3 2 3 16,-6-2 4-16,7-2 5 0,-14 2 1 0,5-2 8 16,-4 0 10-16,-3 2 9 0,2-5 13 0,-8 3 7 15,7-1 5-15,-7-1 3 0,-3-1 3 0,-1 4 5 0,4-2 4 16,-1-3-1-16,-6 7 0 0,4-2-5 15,0-1-2-15,3 7-3 0,-7-10-4 0,5 8-8 16,2 2-2-16,-6-5-1 0,6 5-6 0,0 0 1 0,0 0-5 16,0 0 4-16,-9 14-4 0,9-14 0 0,2 13-1 15,5-7-1-15,-1 6 3 0,3-3-2 0,-3 1 1 16,6 6-5-16,-1-8 4 0,3 9-1 0,-1-4-2 16,-3 1 1-16,5-1-3 0,-2 3 2 0,-5-4 0 15,-1-1 0-15,3 0 1 0,-7 1-3 0,5-6-1 16,-4 4 1-16,-1 2-2 0,-3-4-1 0,2 3 4 15,-2-6-3-15,-2 1-1 0,0 1 2 0,1-2 0 16,-4 4-2-16,-2-4 2 0,-1 1 1 0,1-3 0 16,2-2-1-16,-5 4 1 0,-1 2 0 0,2-2 1 15,3-3-2-15,-3-1 1 0,9-1 1 0,0 0-10 16,-14 5-7-16,14-5-16 0,0 0-22 0,0 0-25 16,-15-6-27-16,15 6-38 0,1-11-21 0,-1 11-25 15,9-15-25-15,-3 3-134 0,1 3-377 0,6-6 167 0</inkml:trace>
  <inkml:trace contextRef="#ctx0" brushRef="#br0" timeOffset="-154283.65">16508 6893 95 0,'0'-15'279'0,"-6"1"3"16,6 5 8-16,-4-2 4 0,4 3-3 0,-3-3 6 0,3 3-28 15,-2 3-28-15,2 5-24 0,0-8-23 0,0 8-24 16,-5-6-19-16,5 6-19 0,0 0-15 0,0 0-15 15,0 0-9-15,-10 19-3 0,4-5-9 0,6 3-11 16,-4-1-7-16,1 3-9 0,0 8-2 0,3 0 8 16,3 0-22-16,0-1 2 0,1 6-10 0,-3-4 1 15,4-2-5-15,4 2-17 0,-3-1-18 0,3 0-16 16,4 0-24-16,-5-3-25 0,4 2-33 0,-1-7-39 16,-3 4-43-16,6-6-33 0,-4-6-49 0,1 5-240 15,-4-8-555-15,-1-1 246 0</inkml:trace>
  <inkml:trace contextRef="#ctx0" brushRef="#br0" timeOffset="-154098.95">16472 7153 296 0,'-7'-3'317'0,"-3"-4"-4"16,5 2-8-16,-1-2-11 0,1 2-15 0,5 5-12 0,-5-3-33 15,5 3-12-15,-9-4-29 0,9 4-17 0,0 0-22 16,0 0-13-16,0 0-12 0,0 0-9 0,0 0-19 15,30-1-33-15,-20 2-30 0,8 3-36 0,1-2-38 16,2-1-44-16,2 6-53 0,-1-2-74 0,8-1-54 16,-9-1-228-16,2 1-530 0,2-4 235 0</inkml:trace>
  <inkml:trace contextRef="#ctx0" brushRef="#br0" timeOffset="-151800.53">17817 7152 53 0,'0'-7'229'0,"0"-3"-10"16,0 10-16-16,0-12-12 0,-1 5-11 0,1 1-16 15,-4-3-11-15,3 4-11 0,1 5-17 0,-7-7-13 16,5 1-14-16,-4 2-9 0,6 4-9 0,-13-3-11 15,3 3-6-15,-2-4-6 0,12 4-6 0,-21 5-4 0,9-5-7 16,-1 2-4-16,-2 3-3 0,-2 0-2 0,4 1-7 16,0-2 1-16,-4 3-3 0,4-2-2 15,-2 7-2-15,10-7-5 0,-10 2 0 0,14 3-1 0,-8-2 1 16,3-1 0-16,-1 3-4 0,5 1 4 0,-3-4-3 16,5 2 0-16,5 0 1 0,-3-1 1 0,3-1-1 15,3 0-2-15,1 1 3 0,4-2-5 0,-3 2 4 16,10-3-5-16,-4 2 1 0,4-6 1 0,-3 3-1 15,-11-2-2-15,16-4 1 0,-6 2-1 0,-2-1-1 16,0-3 1-16,-4-1-1 0,7-1 2 0,-4-2-1 16,-3 4-2-16,-2-4 4 0,-1 0 23 0,-4-1 16 15,4-1 2-15,-2-2 12 0,-2 5 9 0,2 1 8 16,-3-6 5-16,-2 6-4 0,3-2 9 0,0 0 7 16,-4 1-5-16,1 7 0 0,0-12-6 0,1 9 3 15,-1 3-5-15,0-7-8 0,0 7-17 0,0 0-3 16,0 0-10-16,5-6-12 0,-5 6-5 0,0 0-6 0,0 0 2 15,0 0-10-15,0 0 3 0,10 13-2 0,-8-10 1 16,6 4 2-16,-8 2-12 0,5-1-8 16,2 0-4-16,1 1-8 0,0 5-19 0,1-6-7 15,4 7-17-15,2-7-21 0,0 3-23 0,-2 1-35 0,2-4-30 16,0-1-36-16,-2-2-34 0,0-3-27 0,-1 1-26 16,-4-1-156-16,-8-2-483 0,18-7 215 0</inkml:trace>
  <inkml:trace contextRef="#ctx0" brushRef="#br0" timeOffset="-151401.22">18062 7064 83 0,'0'0'159'0,"0"0"-3"0,0 0-11 16,0 0-10-16,0 0-7 0,-1 17 0 0,6-10-9 15,-4 0-14-15,1-1-8 0,1 3-7 0,-1 0-11 16,1 0-9-16,2-2-6 0,-1 7-12 0,-1-5 2 15,3 0-4-15,-2 5-5 0,2-8-3 0,-1 7-4 0,0-7 2 16,2 0-9-16,-2-3-4 0,2 6-5 16,-4-5 1-16,2 1 2 0,0-2-2 0,-5-3-6 15,11 3 5-15,-4-2-5 0,-7-1-1 0,0 0-1 0,17-5-8 16,-8 1 24-16,-4 0 17 0,2 0 12 0,0-4-1 16,1 2 9-16,-1-3 9 0,1-2 1 0,-3 7 6 15,3-4 7-15,-1-4 3 0,-2 7-3 0,-2-2-1 16,4 4 0-16,-1-4 12 0,-4-1-21 0,-2 8 1 15,6-4-20-15,1 1-8 0,-7 3-12 0,0 0-2 16,8-5-7-16,-8 5-5 0,0 0-1 0,0 0 2 16,0 0-5-16,0 0-7 0,17 8 0 0,-14-5-1 15,-1 5 0-15,-2-1-1 0,7-3-10 0,-4 3-15 16,-3 0-5-16,5 0-11 0,0 4-13 0,-2-9-14 16,2 7-21-16,2-1-24 0,1-3-24 0,-1 0-35 15,-1 4-31-15,2-5-35 0,2-3-38 0,-3 4-158 16,-7-5-453-16,22-2 201 0</inkml:trace>
  <inkml:trace contextRef="#ctx0" brushRef="#br0" timeOffset="-150968.08">18594 7153 74 0,'0'0'165'0,"0"0"-8"0,0 0-7 0,0 0-7 0,0 0-7 16,0 0-10-16,0 0-6 0,0 0-6 0,0 0-13 15,0 0-8-15,0 0-7 0,0 0-9 0,0 0-6 16,0 0-4-16,0 0-7 0,0 0-6 0,28 2-6 16,-28-2-3-16,15 0-5 0,0 0-2 0,-9-2-10 15,7 1 1-15,2-2-3 0,2-3-7 0,-2-2 6 16,3 6-9-16,-1-5 0 0,-3 4 1 0,1-1 0 16,-5 0-5-16,2-1 25 0,-4-1 16 0,0 3 2 15,1 0 3-15,-3 1 6 0,-6 2-6 0,9-4-3 16,-9 4-9-16,0 0-6 0,0 0-7 0,13 0-5 15,-13 0-1-15,0 0-6 0,8 7-4 0,-5-2-1 0,-3 6-1 16,2-3-1-16,0 0-2 0,3 10-2 16,-2-6 1-16,4 9-2 0,-2 3 3 0,-2 3 1 15,5 2 1-15,-1-1 2 0,-1 2 2 0,3-2-4 16,-3 2 0-16,3 13-2 0,1-9 2 0,-4-1 0 0,-1-3-3 16,2 3-2-16,-6-5-4 0,4-1 4 0,-5 2 1 15,2-10-3-15,-4-1 4 0,2 4-1 0,-6-8 3 16,-3 1 25-16,0-3 15 0,-1-1 5 0,-14-7-4 15,10 1-2-15,-11-3-4 0,-3-2-4 0,-2-3-7 16,-5-4-5-16,2-2-43 0,-15-6-49 0,3 0-62 16,1 1-86-16,7-11-101 0,-6 6-155 0,5-6-502 15,0-2 222-15</inkml:trace>
  <inkml:trace contextRef="#ctx0" brushRef="#br0" timeOffset="-150484.78">16687 7266 168 0,'0'0'321'0,"0"0"-20"16,-13 1-11-16,13-1-12 0,0 0-17 0,0 0-21 0,-10 2-12 16,10-2-10-16,0 0-15 0,0 0-16 0,0 0-25 15,28 4-13-15,-13-4-16 0,1 5-12 0,4-5-12 16,2 0-12-16,6 3-41 0,-2-2-46 0,2-2-59 15,2 2-80-15,-2-2-93 0,2-3-300 0,-8 0-566 16,1 0 250-16</inkml:trace>
  <inkml:trace contextRef="#ctx0" brushRef="#br0" timeOffset="-148368.03">16950 7289 90 0,'-10'0'209'0,"10"0"-7"16,0 0-16-16,-18 1-19 0,18-1-12 0,0 0-10 15,-7 0-9-15,7 0-4 0,0 0-6 0,0 0-10 16,0 0-4-16,0 0-8 0,0 0-4 0,0 0-5 16,-10 3 0-16,10-3 4 0,0 0-6 0,0 0-9 15,0 0-7-15,0 0-10 0,30 3-4 0,-30-3-4 16,15 0-7-16,-7 0-4 0,6-2-5 0,-14 2 0 16,19 0-10-16,-10 0-2 0,-9 0 0 0,16-1-4 15,-7 1-2-15,-9 0-7 0,14-8 1 0,-7 7-4 16,-7 1-2-16,13 0-20 0,-13 0-26 0,7-2-39 0,-7 2-46 15,0 0-55-15,16 0-47 0,-16 0-195 0,0 0-449 16,14-1 199-16</inkml:trace>
  <inkml:trace contextRef="#ctx0" brushRef="#br0" timeOffset="-147284.54">20409 6922 163 0,'0'0'266'0,"0"-7"-1"0,0 7-12 15,2-6-4-15,-2 2-7 0,0 4-6 0,0-11-9 16,0 11-8-16,0 0-1 0,0-9-15 0,0 9-5 16,-7-3-12-16,7 3-14 0,-1-11-12 0,1 11-13 0,-7-7-11 15,0 2-19-15,7 5-12 0,-8-4-7 16,0 1-4-16,1 0-14 0,-1 2-2 0,-5-3-14 16,6 3-10-16,-13-2-2 0,9 3 4 0,-6 0-25 0,-4 0 6 15,4 0-7-15,1 3-1 0,-1-3-1 0,0 5-7 16,3-4-2-16,-1 2-12 0,-4 1 6 0,11-1 11 15,-3 4-17-15,-3-5 1 0,6 6-2 0,-4-1-3 16,4-4 17-16,2 6-22 0,-3 1 3 0,1-3 11 16,3 1-4-16,-3 2-4 0,6 1-5 0,-3-4 2 15,4 5 4-15,-4 0-6 0,5-3 1 0,-2 3 2 16,4-2 0-16,3 1 0 0,-4 1 5 0,4-1-5 16,2 1 0-16,-4 0 3 0,4-5 4 0,3 4-7 15,0-1-1-15,-2-1-1 0,0-1 3 0,7 1 5 0,-3-5-8 16,2 2 8-16,1 0-4 0,2-2 3 15,-1 3-6-15,4-4 10 0,-3 2-4 0,3-5 0 16,-4 2-7-16,4-2 9 0,-2-2-2 0,4 1-6 0,-4-3 2 16,0 4 0-16,2-2 2 0,-3 1 3 0,-1-3-7 15,2 1-1-15,-8 2 6 0,4 0-4 0,-1-1 3 16,-3-1-2-16,-2 1 0 0,4-1-13 0,-12 3 8 16,16 0 6-16,-7-4-4 0,-9 4-2 0,11 0 4 15,-1-1 7-15,-10 1-12 0,0 0 0 0,13 0-1 16,-13 0 3-16,0 0-2 0,0 0 1 0,9-2-5 15,-9 2 16-15,0 0-18 0,0 0 7 0,0 0 0 16,0 0 2-16,0 0-8 0,0 0 2 0,0 0 2 16,8-1 4-16,-8 1-6 0,0 0-6 0,0 0-7 15,0 0-32-15,0 0-11 0,0 0-6 0,0 0-16 16,0 0-20-16,0 0-24 0,0 0-29 0,8 3-42 16,-8-3-40-16,0 0-43 0,0 0-47 0,0 0-173 0,0 0-543 15,0 0 239-15</inkml:trace>
  <inkml:trace contextRef="#ctx0" brushRef="#br0" timeOffset="-144501.66">20654 7061 220 0,'0'0'207'0,"0"0"-23"0,0 0-21 0,0 0-11 15,0 0-21-15,0 0-15 0,0 0-9 0,-1 11-11 16,1-11-13-16,-2 11-5 0,2-5-8 0,0-6-4 16,2 12-6-16,-1-2-5 0,4-3-4 0,-5 0-7 15,2 2-2-15,5-1-5 0,1-1 1 0,-5-3-4 0,7 1-1 16,-2-2-3-16,2 3-2 0,-3-3 0 16,6 0-7-16,-5-2 1 0,6-2 0 0,-14 1-2 15,23-3 5-15,-17-2 17 0,1 1 10 0,1-2-2 0,-3 3-4 16,-3-4 0-16,3-3-5 0,-5 3-1 0,-5 2 1 15,3-3 2-15,-4-3-2 0,-8-1 1 16,5 3-3-16,-3 2 0 0,-3-4 1 0,0 2 2 0,0 3-8 16,7 0-6-16,-2 0-2 0,0 1 2 0,5-1-5 15,-1 5-4-15,1-7-2 0,5 8-3 0,-9-3-1 16,9 3-2-16,0 0-3 0,-6-4 0 0,6 4-8 16,0 0-8-16,0 0-7 0,41 4-9 0,-21-1-4 15,0 1-15-15,3-3-8 0,5 2-8 0,-6 0-4 16,7-3-5-16,-9 0 3 0,0 0-1 0,2 0 9 15,-3-2 4-15,1-2 6 0,-8 4 7 0,1-5 5 16,-1 4 12-16,-1-5 12 0,-4 3 12 0,0-2 22 16,1 1 10-16,-2 0 7 0,-4-3 17 0,-2 7 8 0,7-7 2 15,-7 2 2-15,0 5 6 0,0-7-2 16,0 7-3-16,0 0-4 0,3-5-8 0,-3 5-9 16,0 0-5-16,0 0-7 0,0 0-6 0,0 0-5 0,0 0-3 15,0 0 0-15,0 0-3 0,0 0 1 0,0 0-2 16,10 17-1-16,-5-8 2 0,5 0-5 0,1 0 0 15,1 1 0-15,3 5-3 0,-2-3 6 0,0 4-7 16,-1-6-4-16,3 7 0 0,-2-4-1 0,-1 2 3 16,-2 0-4-16,5-1-3 0,-9-4 1 0,-1 0-4 15,0 4-1-15,-2-8 2 0,-3 6 0 0,-3-3 1 16,1-1 0-16,-6-1 0 0,2-1-2 0,-4 0 1 16,-2 0-3-16,0-5-10 0,-1 2-12 0,2 2-8 15,-4-3-14-15,6-1-13 0,-5-1-16 0,5 3-18 16,9-3-23-16,-15-3-39 0,15 3-42 0,-13-5-40 15,13 1-174-15,0 4-447 0,0-9 198 0</inkml:trace>
  <inkml:trace contextRef="#ctx0" brushRef="#br0" timeOffset="-144266.6">21374 6626 60 0,'-5'-10'395'0,"4"2"30"0,-1-3-16 15,-5 3 5-15,7 1-33 0,0 7-39 0,0-9-29 16,0 9-36-16,-5-8-32 0,5 8-30 0,0 0-23 16,0 0-19-16,7 20-16 0,1-6-14 0,-3 5-19 15,7 6-8-15,1 4-13 0,-6 1-10 0,6 9-9 16,2-2-8-16,-2 7-8 0,4-5-6 0,-6 0-6 16,-1 2-39-16,-3-10-16 0,6 7-35 0,-3-10-32 15,3-2-31-15,-6 1-32 0,1-2-40 0,-3 1-48 16,0-8-60-16,2-4-60 0,-7-3-266 0,5-4-652 15,-5-2 288-15</inkml:trace>
  <inkml:trace contextRef="#ctx0" brushRef="#br0" timeOffset="-144084.65">21426 6888 73 0,'0'-5'327'0,"0"5"-21"16,1-7-26-16,6 2-26 0,-7 5-22 0,15-4-26 0,0 4-13 15,-15 0-27-15,20 0-11 0,-4 1-18 0,2 2-11 16,1 2-15-16,-3 1-11 0,7-3-27 16,-5 3-42-16,2-3-59 0,0 3-76 0,2 0-90 0,-1 1-214 15,1-7-441-15,-1 5 195 0</inkml:trace>
  <inkml:trace contextRef="#ctx0" brushRef="#br0" timeOffset="-143734.84">22558 6787 119 0,'0'-9'373'0,"-5"5"0"0,1-4-12 0,-1 3-18 15,1-1-23-15,-6-2-27 0,5 4-23 0,-5-3-33 16,-4 5-13-16,6 0-23 0,-5-1-23 0,13 3-18 16,-30 5-18-16,15 0-13 0,-6 3-13 0,3 0-12 15,1 3-10-15,0 1-8 0,3 5-8 0,-10 0-7 16,8 2-7-16,3-1-11 0,-2 1 3 0,5 6-8 0,6-5 0 16,-4 6 0-16,8-4-6 0,8 5-3 0,-3-1 3 15,9-2-4-15,1 6-5 0,6-6-5 0,-1 0 2 16,11 5-3-16,2-1-25 0,-3-12-24 0,10 4-36 15,-7-5-41-15,8 1-50 0,1-2-61 0,3-2-65 16,-12-8-63-16,-2 3-283 0,-1-7-671 0,0-2 298 16</inkml:trace>
  <inkml:trace contextRef="#ctx0" brushRef="#br0" timeOffset="-143268.37">23198 6831 250 0,'-6'-3'268'0,"-1"-1"-9"0,0 0-10 0,1 0-15 15,-2 0-11-15,-1 1-19 0,-1-1-5 0,-1 1-18 16,11 3-11-16,-22-1-12 0,9 1-8 16,1 1-19-16,1 1-11 0,-4 3-10 0,2 0-8 0,-2 1-10 15,0-2-7-15,3 1-6 0,-1 5-5 0,0 0-8 16,3-3-4-16,2 1 2 0,3 3-6 0,-4-1-8 15,4-1-3-15,4 6 4 0,-4-6 0 0,5 3-6 16,5 3-3-16,-5-3 7 0,5 0-9 0,5 2-2 16,-2-1-4-16,5 1 2 0,2-2-7 0,2-4 2 15,1 3-4-15,2-2-4 0,1-3-2 0,7 2-1 16,-11-3-13-16,9-2-21 0,-4 2-20 0,-6-5-22 16,6 0-33-16,1-1-33 0,-3-3-48 0,0 3-44 15,-2-6-51-15,2 0-54 0,-5 3-172 0,0-8-533 16,-7 4 236-16</inkml:trace>
  <inkml:trace contextRef="#ctx0" brushRef="#br0" timeOffset="-142918.33">23356 6685 344 0,'0'0'343'0,"0"0"-12"0,0 0-10 0,0 0-11 0,0 0-20 15,0 0-25-15,0 0-21 0,0 0-23 0,0 0-15 16,0 0-5-16,0 0-8 0,0 0-8 0,23 12-12 16,-10-7-10-16,2 0-17 0,-7 2 4 0,14 2-9 15,-7 2-10-15,6-2-9 0,-3 3-10 0,0-1-11 16,2 0-11-16,-3 2-10 0,6 2-4 0,-8 2-12 15,-2-3-5-15,2 1-8 0,-2-2-9 0,-3 5 4 16,3-6-6-16,-4 6-4 0,2-1-12 0,-6-1 7 16,5 3-6-16,-5 0-2 0,0 0-2 0,0-3-1 15,-3 10-8-15,-1-6-23 0,-1-1-33 0,0 2-32 16,-3-2-51-16,1 1-28 0,-6 7-31 0,2-5-48 16,-6 2-69-16,4-1-72 0,-6 0-279 0,-2-3-708 15,-4 2 313-15</inkml:trace>
  <inkml:trace contextRef="#ctx0" brushRef="#br0" timeOffset="-128984.78">13461 4483 116 0,'0'0'212'0,"22"5"-9"15,-1-5-8-15,15 3-10 0,-2 0-9 0,14-2-11 0,5 1-7 16,6-2-6-16,-1 3-12 0,7 3-8 16,17-4-10-16,-19-1-3 0,0 0-12 0,-3-1-9 15,3 3-5-15,-2-6-9 0,-8 3-5 0,-2-1-8 16,-1 1-6-16,-12 0-9 0,-7 1-5 0,2-2-4 0,-13 1-6 16,2-1-2-16,-6 1-5 0,-2 1-6 0,-4-1 0 15,-2 0-4-15,-8 0-3 0,15 0-16 0,-15 0-16 16,13 0-14-16,-13 0-26 0,0 0-25 0,0 0-27 15,0 0-34-15,7 1-34 0,-7-1-42 0,0 0-164 16,0 0-408-16,0 0 181 0</inkml:trace>
  <inkml:trace contextRef="#ctx0" brushRef="#br0" timeOffset="-126918.72">14073 4831 46 0,'0'12'97'0,"5"-5"-6"0,-5 1-2 0,0 3-2 16,0-3-12-16,0-1 8 0,0 5-3 0,0-6 1 16,0 8-16-16,-5-4-4 0,5-2-5 0,-1 4-2 15,1-2-9-15,0 0 31 0,0 2-8 0,-4-1-6 16,1 2-9-16,3-2 3 0,0 1-7 0,0 0-6 15,-3 3-6-15,3 0-1 0,0-3 21 0,-3 3 0 16,3 0-6-16,3 0-4 0,-3 0-7 0,3-5 0 16,-3 7-4-16,0-9-1 0,0 9-5 0,0-5-7 15,0 0 6-15,0 1-7 0,0-3 1 0,0 7-3 16,0-8-6-16,-3 3 4 0,3-4-2 0,0 4-3 16,0-1-2-16,0-2-3 0,-3 1 2 0,1 1-3 15,2-2 0-15,0 3 1 0,0-1 1 0,-2 0-3 16,2-2 2-16,-5 2-4 0,5 1 0 0,0-5 4 15,0 2 0-15,-3 2 13 0,0 0 20 0,3-3-1 16,0 2-7-16,0 2 0 0,0-3-4 0,0-1-1 16,0 4-3-16,0-1-2 0,0 0-2 0,3-1-2 0,-3 0-3 15,-3 2-3-15,6 0-1 0,-3-1-3 16,0 0 3-16,3 1-2 0,-3 1-1 0,0-3-1 16,0 5-1-16,0-4 1 0,0 2-4 0,-3-1 2 15,3 0-2-15,0 3 2 0,0 2 2 0,0-7-4 0,0 7-1 16,3-2-1-16,-6 0 0 0,0 4 0 0,3-5 0 15,0 1 0-15,0-2 1 0,-2 6-1 0,0-6-1 16,2 5-1-16,0-5 2 0,0 2 0 16,0 2 2-16,0-4-6 0,0 7 4 0,-1-5 1 0,1 0-2 15,-4 3 3-15,4-3-2 0,4 3 0 0,-4-2-1 16,1-1 1-16,-1 4 0 0,-1-3 0 0,-3 0-1 16,4 4 1-16,0-3-1 0,0 2 7 0,4-2-6 15,-4 1-1-15,0-1-1 0,0 2 1 0,-4-1 0 16,8-1-2-16,-4 2 1 0,0 0 3 0,1 1 0 15,-1-1 0-15,2 1-2 0,-2-2 3 0,0 1-5 16,2-1 2-16,1 1-1 0,-3 1 2 0,0-1-3 16,3-1 1-16,-3-1 2 0,5 4 1 0,-5-3-3 15,0 0-1-15,2 0 1 0,-2 2 0 0,2-5-2 16,1 5 4-16,0-3-3 0,-3-2 2 0,3 6-1 16,1-4 2-16,-4-1-2 0,1 0 2 0,4 4-3 15,-5-3 3-15,2 0-3 0,-2 2 2 0,3-3-1 16,2 3-3-16,-5-2 2 0,0 1 1 0,-5 3-1 15,10-4 2-15,-5 1 0 0,0 3-1 0,0-5-3 0,0 6 3 16,5-2 1-16,-5 4-1 0,0-6 0 16,2 3 0-16,3 6-1 0,-2-9 0 0,-3 3-2 15,5 5 5-15,-5-7 6 0,0 8-5 0,7-3-5 16,-6 3 1-16,-1 0-1 0,7-1 1 0,-7 1 2 0,7-2 2 16,-6-1-5-16,6 5 2 0,-7-2 2 0,2 0-3 15,3-2 4-15,-5 2-1 0,1 0-3 0,-1 0 1 16,0 0 2-16,5 0-2 0,-5 0 2 0,0 3-2 15,2-2 1-15,-2-1-3 0,0 0 2 0,5 2-1 16,-10-2-1-16,5 3 3 0,0 0 0 0,5-2 2 16,-5-1-3-16,0 3 1 0,-5 1-1 15,10-4-1-15,-5 1-1 0,1 2 4 0,-1-2 0 0,2-1-2 16,5 7 0-16,-7-6 1 0,0-2 0 0,0 5 0 16,0-1 2-16,5 10-4 0,-5-11-1 0,1 5 1 15,-1-4 1-15,0 9 2 0,5 2-2 0,-3-13 3 16,-2 13 7-16,3-5-11 0,-3 0 2 0,0-5-2 15,-3 11 2-15,3 1-1 0,0-13-2 0,0 7 3 16,3-4 0-16,-3 10-1 0,0-5 0 0,0 4 0 16,4-2 0-16,-4 1 6 0,1-1-5 0,4-9 2 15,-3 1-3-15,1 9 5 0,1-2-5 0,-3 0 2 16,4-4-3-16,2 2-2 0,-6-7 4 0,3 3 0 16,1-1-1-16,1 11 2 0,-2-4-1 0,1-8 0 15,3 9-4-15,-5 6 4 0,2-10-2 0,2 4 1 0,-7-10 0 16,5 9 2-16,-2-7-2 0,0 7-1 15,-3-8 1-15,5 7 1 0,-3-2-4 0,0-6 6 16,-1 3-4-16,-1-3 3 0,2 11 0 0,1-10-1 16,-1 8 0-16,-2 3-1 0,0-12 0 0,5 2-2 0,-5-1 2 15,2 2 7-15,-2-3-6 0,0 3-1 0,1-1 1 16,-1-4 0-16,0 17 0 0,2-15 21 16,-2-2 29-16,0 4-6 0,3-2 2 0,-6 1-10 0,6-2-3 15,-3 1-2-15,-3 0-5 0,3 8-5 0,0-10 2 16,0-1-3-16,0 4 0 0,3 0-3 0,-3-3-1 15,2 6-2-15,-4-2-2 0,2-3-2 0,0 3-3 16,-3-1 2-16,0 8-1 0,3-8-1 0,0-3 3 16,-2 1-5-16,2-2 3 0,0 5 2 0,-3-2-6 15,1-5 1-15,2 2-2 0,0 3 0 0,-2-2 1 16,-1 1 0-16,3-1 1 0,0-1-2 0,-2-1 0 16,1 1 1-16,-1-5 2 0,0 4 19 0,2-7 4 15,-3 2 1-15,1-1 2 0,2 1-7 0,0-5-4 16,0 7-1-16,-3-7-3 0,1 3-2 0,4-1 1 15,-4-4-4-15,2 4 0 0,0-1-1 0,0 2 1 16,-1-1-6-16,1-1 0 0,-2 5 4 0,2-5 1 16,-3 1-6-16,6-3 2 0,-3 1-3 0,-3 4-2 15,6-5 1-15,-6 3 4 0,3-3-4 0,0 3 0 16,3-6-1-16,-3 5-1 0,0-1 2 0,2 0-2 16,-2-4-1-16,0 5 2 0,1 0-1 0,-1-7 1 15,0 5-1-15,2 3-2 0,-2-7 3 0,0 2 1 16,-2-2 1-16,4-3-4 0,-2 6-2 0,0-5 4 15,3 3 1-15,-1-3 3 0,-2 1-6 0,0-1 1 0,0-1 1 16,0-1-5-16,0 1 4 0,0-2 3 0,5 0-5 16,-5-6-2-16,-2 7 3 0,2-7 2 15,2 11-2-15,-2-11-1 0,0 4 4 0,0-4-4 0,0 8 0 16,0-8-1-16,2 7 1 0,-2-7-1 0,0 5 2 16,0-5 1-16,1 11-4 0,-1-11 4 0,-1 8-3 15,2-1 2-15,-1-2 0 0,0-5 1 0,-1 10 0 16,2-2-1-16,-1 1 0 0,2-2-1 0,-2-3-1 15,3 5 1-15,-1-2-2 0,-2 0 3 0,2-3-2 16,-2 2 2-16,0-6 1 0,5 12 2 0,-5-9-1 16,0-3 0-16,1 6-3 0,-1-6 3 0,0 9 0 15,0-9-23-15,2 6-26 0,-2-6-21 0,5 6-25 16,-5-6-27-16,1 5-33 0,-1-5-42 0,0 0-53 16,0 0-231-16,0 0-516 0,0 0 229 0</inkml:trace>
  <inkml:trace contextRef="#ctx0" brushRef="#br0" timeOffset="-126452.1">14151 12752 201 0,'0'0'251'0,"0"0"-21"15,-13-4-18-15,13 4-13 0,0 0-16 0,0 0-15 16,0 0-15-16,0 0-15 0,0 0-14 0,0 0-10 16,0 0 2-16,0 0 11 0,0 0 1 15,0 0 1-15,0 0-5 0,23 15 0 0,-10-10-7 0,2-2-12 16,7 3-7-16,8-1-11 0,1 2-10 0,2-1-5 16,-1-4-7-16,2 3-8 0,-2 6-5 0,-1-7-2 15,1-2-10-15,-6 3-6 0,1-4-1 16,-9-1-1-16,3 1-1 0,-2-2-5 0,-9 1-2 0,4 1-3 15,-2-1 3-15,-4-1-7 0,-8 1-1 0,15 0 1 16,-8-3-19-16,-7 3-22 0,8-6-20 0,-8 6-26 16,-2-7-29-16,2 7-34 0,-11-12-39 15,6 4-48-15,-3-1-59 0,-7-1-184 0,0 0-500 0,0-6 221 16</inkml:trace>
  <inkml:trace contextRef="#ctx0" brushRef="#br0" timeOffset="-125635.08">14565 8424 26 0,'0'-8'289'0,"0"0"-5"16,0 1-11-16,0 7-8 0,0-10-18 0,0 10-18 0,-2-6-21 15,2 6-25-15,0 0-24 0,2-6-16 0,-2 6-17 16,0 0-12-16,0 0-13 0,0 0-7 15,13 25-11-15,-9-11-7 0,1-1-9 0,-1 4-10 0,1 4-4 16,2 6-3-16,0 1-5 0,1 4-3 0,-1 7-4 16,1-2-7-16,-5 2 4 0,5 4-7 0,-1-12-4 15,-4-1-2-15,4 2-1 0,-2-2 1 0,2 1-5 16,-1-1 2-16,-1-3-2 0,2 2 6 0,-4-2-12 16,0-8 12-16,2 2-15 0,-3-4-14 0,3 0-27 15,0-3-26-15,-5-1-29 0,0-3-45 0,0 0-40 16,5-3-33-16,-5 1-56 0,0-8-171 0,-2 3-467 15,2-3 207-15</inkml:trace>
  <inkml:trace contextRef="#ctx0" brushRef="#br0" timeOffset="-125002.14">14447 8431 98 0,'0'-10'263'0,"2"5"-13"0,3 1-10 16,2-7-15-16,-6 7-18 0,6-2-18 16,0-3-17-16,1 6-17 0,-1-2-15 0,7 4-14 0,3 1-17 15,3 0-11-15,0 0-10 0,-2 1-7 0,10 6-10 16,-1 1-7-16,-1 0-7 0,2 3-4 0,2 2-6 15,0 2-7-15,-4 2-6 0,1-3-2 0,1 4-1 16,2-1-3-16,-4 2-4 0,-3 3-3 0,-1-2-3 16,-6 2-2-16,8-3 0 0,-11 5-4 0,7-4 1 15,-9-2-1-15,-4-1-2 0,1 0-2 0,-1 1-1 16,-1 1-2-16,-1 0-1 0,-1 0 1 0,-4 1 1 16,0-5 0-16,0 1-1 0,-4 3 2 0,-2 0-2 15,-1-3 0-15,-1 0-1 0,-4-1 2 0,1 1-3 16,-1-1 1-16,-1 1 1 0,1 2 1 0,-9 0 7 15,1 0 16-15,2-2 13 0,-4 3-6 0,-4-4 4 16,4 0 4-16,6-5 3 0,-11 5 0 0,4-5 7 16,0 2 5-16,-5 0-3 0,6-4 5 0,-3-1-2 0,0 2 18 15,6-1-12-15,-1-2-1 0,-3 0-1 0,6-3 1 16,-3 4 1-16,4-2 3 0,-4-2 7 16,3-1-3-16,4-1 4 0,-2 0-1 0,7 2 1 0,-6-3-1 15,1 2-3-15,3-2-9 0,10 0-6 0,-20 0 5 16,12 0-4-16,8 0-3 0,-10 0-10 0,10 0 8 15,-13 0-10-15,13 0 6 0,0 0-11 0,-10 2 2 16,10-2-1-16,0 0 2 0,0 0 1 0,0 0-3 16,0 0 2-16,0 0-1 0,0 0 1 0,0 0-7 15,0 0-2-15,0 0-5 0,0 0-1 0,0 0-3 16,0 0-3-16,0 0-5 0,33-4-2 0,-33 4-3 16,22 2-16-16,-7-2-13 0,-1-2-17 0,5 2-20 15,-1 0-35-15,3 0-38 0,3-3-48 0,4 2-57 0,-7 1-68 16,9-3-89-16,-10 0-328 0,6-6-778 15,-6 3 344-15</inkml:trace>
  <inkml:trace contextRef="#ctx0" brushRef="#br0" timeOffset="-124184.49">14646 8489 129 0,'-10'-4'221'0,"4"0"-7"0,6 4-4 15,-15-6-8-15,6 5-9 0,-1-3-11 0,1 1-10 16,0-1-8-16,-4-4-2 0,5 6-10 0,-6-3-13 15,5 0 0-15,-3 4-6 0,2-2-7 0,-3 0-4 0,0-2-11 16,4 1-8-16,1 3-5 0,0-1-13 16,8 2-8-16,-14-5-5 0,14 5-13 0,-14-3-5 15,10 0-5-15,4 3-4 0,0 0-8 0,0 0-5 0,-15 0 0 16,15 0 4-16,0 0-12 0,0 0-2 0,0 0-5 16,-5-1-3-16,5 1-1 0,0 0-6 0,0 0-6 15,0 0-6-15,0 0-1 0,0 0 0 0,0 0 1 16,-10-4-6-16,10 4 2 0,0 0-7 0,0 0 0 15,0 0-2-15,0 0-1 0,0 0 4 0,0 0-2 16,0 0 1-16,0 0-10 0,0 0-8 0,20 11-14 16,-10-11-12-16,2 2-16 0,4 3-19 0,-1-3-22 15,4 5-25-15,4-2-26 0,-3-3-18 0,3-1-22 16,-3 7-181-16,-1-4-420 0,3 1 186 0</inkml:trace>
  <inkml:trace contextRef="#ctx0" brushRef="#br0" timeOffset="-110319.61">18334 9190 163 0,'0'0'168'0,"-13"24"2"15,11-10-11-15,-3 7-17 0,-3 6 1 0,6 2-1 16,-5-2-12-16,1 2-10 0,-1 3-9 15,4 9-11-15,-9-13 1 0,6 3-10 0,-3-1-10 16,4 1-2-16,-5-3-9 0,4 1-4 0,1-9-6 0,2 0-3 16,-4-4-6-16,7 2-2 0,-8-1-2 0,1-7-3 15,5 2 5-15,-4-3 4 0,6-2 18 0,0 1 14 16,-7-1 24-16,7-7 29 0,-2 5 38 0,2-5 23 16,0 0-22-16,0 0-7 0,0 0-16 0,0 0-11 15,0-24-19-15,2 16-7 0,-2-11-17 0,7 3-6 16,-6-2-8-16,4-9-12 0,4 0-4 0,-1 0-9 15,-5-3-7-15,4 1-6 0,3 1-8 0,-2-3-2 16,4 0-3-16,-2 4-2 0,-2 0 21 0,-2-3-7 16,3 5 2-16,-1-1 4 0,4 4 5 0,-4-2 10 15,-8 8-2-15,7-4 4 0,-4 6 1 0,2-2 3 16,1 4-1-16,1 0-4 0,-5 3-6 0,4-1-1 16,-4 1-6-16,3 2-4 0,-3 1-9 0,-2 6-4 0,5-7-8 15,-5 7-10-15,3-5-2 0,-3 5-5 0,0 0-3 16,0 0-2-16,21 17-1 0,-14-8-1 15,0 3 1-15,3 2-3 0,-4 5 1 0,6-2-1 0,-2 6 0 16,3 1 0-16,-5 2-2 0,5-1 7 0,1 1-7 16,-1 1 0-16,-6-1-3 0,6-4 0 0,-5 5 0 15,0 0-2-15,4-1-5 0,-7-4-4 0,0-2-6 16,1-1 0-16,1-3-8 0,-5 4-1 0,1-1-2 16,2-3-1-16,-5-1-1 0,2 1-7 0,1-1 1 15,-3-6-4-15,2 6-3 0,-2-3-13 0,0-2-2 16,0 2-7-16,5-4-6 0,-5-4 6 0,3 7 2 15,2-3-7-15,-5-4 4 0,7 0-8 0,-1 1-16 16,2 1-6-16,-1-2-10 0,1 1-10 0,1-1-6 16,-3 3-16-16,2-7-13 0,4 1-18 0,-4 1-20 15,-8-2-23-15,17 1-23 0,-17-1-24 0,13-4-36 16,-8-1-200-16,-3-1-536 0,-1 0 237 0</inkml:trace>
  <inkml:trace contextRef="#ctx0" brushRef="#br0" timeOffset="-110067.65">18329 9501 203 0,'3'-6'258'0,"-3"6"-9"16,7-6-8-16,-6 3-10 0,-1 3-14 0,14-5-9 16,-14 5-21-16,10-7-10 0,1 9-20 0,-11-2-19 15,15-4-8-15,-5 4-18 0,-10 0-10 0,15 2-8 16,-4 0-11-16,-1 2-6 0,0-3-11 0,4 1-6 15,-3 3-9-15,6 0-4 0,1-3-13 0,-2 4-27 16,3 0-25-16,2-2-31 0,-4 4-26 0,3-5-35 16,1 3-25-16,1-4-29 0,-6 3-15 0,6-3-9 15,-1-1-9-15,1-1-139 0,-7 2-364 0,0-2 161 16</inkml:trace>
  <inkml:trace contextRef="#ctx0" brushRef="#br0" timeOffset="-109485.58">18814 9535 652 0,'8'-5'-45'0,"-8"5"23"15,7-2 27-15,-7 2 22 0,6-6 21 0,-6 6 18 0,5-3 5 16,-5 3 9-16,0 0 15 0,4-4 6 15,-4 4 1-15,0 0 4 0,6-7-5 0,-6 7-6 16,5-4-6-16,-5 4-10 0,0 0-12 0,0 0 1 0,0 0-9 16,0 0-7-16,0 0-4 0,18 11-7 0,-13-6-5 15,4-2-3-15,-8 5-5 0,4-1 1 0,-3 1-2 16,5 0-4-16,-6 0-4 0,4 2-3 0,-3-1 2 16,1-4-2-16,0 6-2 0,1 0-4 0,-4-6 1 15,5 6 5-15,-5 0-8 0,0-7 1 0,3 2-2 16,-3 0 0-16,0-6 3 0,3 4 5 0,-3-4 28 15,0 8 22-15,0-8 16 0,0 0 18 0,0 4 19 16,0-4 2-16,0 0-8 0,0 0-10 0,0 0 3 16,0 0 1-16,28-13-2 0,-21 7 1 0,1 1 10 15,1 0-7-15,-1-5 23 0,5 2-12 0,-5-1 2 16,4 1-1-16,-4-1-3 0,1 1 2 0,-1-2-8 16,3 4 1-16,-2-2-4 0,-3 1-7 0,1 1-2 15,-2 0-4-15,0 1-9 0,0 2-12 0,-5 3-6 0,8-4-11 16,-8 4-9-16,7-3-9 0,-7 3-5 15,8-5-1-15,-8 5-10 0,0 0-10 0,8 11-14 16,-3-7-15-16,-1 5-8 0,2-2-15 0,1 0-6 0,-4 2-19 16,9 5 2-16,-6-7-5 0,4 6-36 0,2-1-10 15,-1 3-12-15,4-3-15 0,0 0-15 16,0-1-21-16,10 2-19 0,-5-2-18 0,0 0-13 0,-5-7-16 16,6 3-20-16,-1-5 1 0,-4 1 6 0,6-3 12 15,-5 0 22-15,-3-1 8 0,1-3 29 0,-1-3 19 16,0 1 21-16,0-6 13 0,-1 0 19 0,-3 3 16 15,-4-4 21-15,1-1 20 0,0 1 25 0,-6-2 36 16,-1 1 26-16,5-1 24 0,-5 3 13 0,-3 3 22 16,0-6 11-16,-1 0 9 0,-6 3 1 0,-1 0 1 15,-1 0 3-15,6 6-7 0,-4 0-8 0,0-3-13 16,0 4-5-16,-2 1-9 0,2 1-9 0,4 3-7 16,-9 0-6-16,15 0-9 0,-23 3-1 0,9 1-2 15,6 3-7-15,0 3-4 0,-4-1-15 0,12 3-12 0,0 0-19 16,0 0-17-16,0 4-24 0,0-6-16 15,5 0-32-15,2 4-25 0,-2-3-24 0,5 5-27 16,-4-8-10-16,3 0-107 0,1-4-321 0,-4 3 142 0</inkml:trace>
  <inkml:trace contextRef="#ctx0" brushRef="#br0" timeOffset="-107952.73">19521 9626 21 0,'4'-6'88'0,"0"-2"32"0,2 0 18 16,-6 1 21-16,0-1 16 0,0 1 15 0,0-3 5 0,0 2 4 15,4 1-1-15,-8 0-6 0,1 0-3 0,0 1-13 16,3 6-18-16,-2-7-14 0,-1 0-18 0,3 7-14 15,-5-4-12-15,5 4-11 0,0 0-10 0,-15 0-4 16,15 0-12-16,-10 4-4 0,5 4-7 0,2-2-5 16,-2 3-6-16,3-1-3 0,-1-1-4 0,0-1-4 15,1 3-9-15,2-1-8 0,0 0-12 0,0-1-10 16,3-2-11-16,4 3-11 0,1-2-20 0,2-3-14 16,2 2-12-16,4-3-16 0,-4 1-5 0,4-3-7 15,1-4-12-15,4 3-1 0,1-5-5 0,-6 2 2 16,4-3-8-16,2-2-4 0,-6-2 14 0,11-2-9 15,-6-1-9-15,-2-8 1 0,7 4 17 0,-3-9-2 16,-1 6 6-16,-4-6 13 0,-3 0 16 0,3-9 26 16,-8 6 17-16,-8 0 21 0,1 1 16 0,-6-3 26 0,1-2 23 15,-5 6 7-15,1 0 15 0,2 1 15 0,-7 1 11 16,8 10 9-16,-9-3 9 0,4 4-3 16,4 3-1-16,-2 2-8 0,-1 0-9 0,0 2-11 0,3 2-9 15,0 3-12-15,-2-3-2 0,6 6-7 0,0 0-4 16,-17 9-3-16,10-2-6 0,-1 5-4 0,-3 2-1 15,2 3-5-15,-1-1 0 0,0 6-3 16,0 4 0-16,-3-4-5 0,5 8 1 0,1-6-5 0,-1 3 1 16,3 0 0-16,3 0-4 0,-4 0 0 0,1-1 1 15,2-5-8-15,3-2 10 0,0 6-4 0,3-4 0 16,0-6 0-16,-1 1 3 0,4 2-2 0,-4-8 2 16,10 4-3-16,-2-5 1 0,5-3 0 0,-9 0-2 15,14 0-3-15,-3-3 2 0,2-3-1 0,0 0-2 16,0-2 2-16,3 1 0 0,0-3 2 0,-4-3-5 15,3-1 1-15,-3 0 3 0,1-4 0 0,-4 5 9 16,-2-5 16-16,2 2 7 0,-4 5 10 0,-1-7 16 16,-2 4 1-16,-1 2 0 0,1-2 8 0,-1 3 3 0,-5-2 0 15,4 3-11-15,-1 0-5 0,-5 4-12 0,4-7-11 16,-4 7-4-16,0 0-4 0,0 0-5 16,0 0 4-16,0 0-5 0,0 0-6 0,-2 20 0 15,0-8-3-15,2-5-3 0,0 3-7 0,0 0 0 0,-5-3-9 16,5 7-4-16,0-5-2 0,7-2-6 0,-7 7-4 15,7-5-3-15,-6 0-7 0,6-2-2 0,-2-2-3 16,3 2-5-16,0-4 2 0,1 2 2 0,2-3 5 16,-1-2 2-16,2 0 2 0,-12 0 3 0,18-7 4 15,-10 4 1-15,4-4 3 0,-1 2 2 0,1-2 0 16,-4-2 4-16,0 0 0 0,1-5 11 0,1 7 13 16,-5-1 7-16,5-4 15 0,-5 8 0 0,1-4-1 15,1-2 9-15,-2 2 4 0,1 4-4 0,-2-4 1 16,1 3-2-16,0-2-7 0,0 5-7 0,-5 2-2 15,6-5-8-15,-6 5-1 0,0 0-4 0,0 0 0 16,17 7-2-16,-12 0 2 0,0 5-6 0,1-5 1 16,-2 5-4-16,4 3-1 0,0 5 5 0,-3-1 4 15,-3-3-7-15,8 15-3 0,-5-8 2 0,1 3-2 16,1 2 1-16,0 4-1 0,-1-2 1 0,-4 3-2 16,4 0 0-16,-4-5 5 0,5 2-4 0,-7 1-2 15,0-3 0-15,-7-4-2 0,7 6 4 0,-2-12-2 0,-3 3 0 16,4-3 5-16,-6-2-7 0,-1 3 6 0,1-6 0 15,1-3 4-15,1-1 14 0,1 1 28 16,-2-3 5-16,-1-1 12 0,2-2 19 0,-1-1 17 0,1 2 20 16,5-5 10-16,-14 3 5 0,8-2-1 0,6-1-3 15,-12-5-6-15,7 0-9 0,-1-1-12 0,2 0-8 16,-1-3-9-16,2 0-9 0,0-6-7 0,-1 0-10 16,1-5-6-16,0 1-7 0,6-5-6 0,-3-4-12 15,2-1-25-15,-1-6-18 0,6-2-25 0,1 7-19 16,2-3-25-16,5-7-22 0,0-1-17 0,0 12-11 15,-2-1-7-15,4 5-4 0,3-4-1 0,-4 2 4 16,11 3 7-16,-11 1 8 0,12 4 7 0,-10 0 6 16,7-1 4-16,-2 5 13 0,-1 1 6 0,-4 6 10 15,4-4 12-15,4 5 4 0,-8-1 4 0,4 1 6 0,-7 4 4 16,3-4 2-16,0 5 5 0,-5 0 7 16,-4-1 1-16,-1 1 6 0,0 1-1 0,-8 1 3 15,14-3 1-15,-6 0 4 0,-8 3-2 0,11-1 1 0,-11 1 0 16,0 0 3-16,0 0 2 0,0 0-1 0,0 0 0 15,0 0 4-15,0 0 6 0,0 0-3 0,0 0 1 16,0 0 0-16,-34 10 2 0,27-7 1 0,-1-1-1 16,-1-1 2-16,-4 0 4 0,8 2-5 0,5-3 1 15,-10 5-2-15,5-2 5 0,5-3-5 0,-8 8 7 16,6-2 0-16,2-6 0 0,0 12 2 0,0-10 1 16,10 6-4-16,-5-1 5 0,5 1-3 0,-3 3 1 15,6-4 0-15,2 2-1 0,0 6 1 0,-8-8 0 16,7 2 0-16,-2 2-2 0,-4-8-1 0,1 9 0 15,-1-4 1-15,-2-1-4 0,1-1 4 0,1 1-4 16,-8-4 0-16,0 5 3 0,2-4-2 0,-2 3 3 16,0-7-1-16,0 0 1 0,-8 8-1 0,4-6 3 15,-1 5 0-15,-1-5-1 0,-2 3-3 0,-1-4 2 0,-4 1 1 16,13-2 0-16,-13 1 2 0,3 0-4 16,-2-1 6-16,12 0-10 0,-16-1-10 0,16 1-6 15,-7-3-9-15,7 3-9 0,-6-10-14 0,6 10-8 0,6-11-9 16,1 0-13-16,1 4-5 0,7-5 1 0,-3 1-7 15,4-1 3-15,-1-1-13 0,8-6-5 16,4 5 10-16,-4-6 8 0,0 5 16 0,-6 2 8 0,2 2 25 16,-2-1 27-16,-1 2 21 0,-6 2 27 0,0-1 26 15,-1 4 15-15,1-2 5 0,-5 4 4 0,1-1-8 16,-6 4-10-16,7-4-9 0,-7 4-10 0,0 0-7 16,0 0-1-16,0 0-6 0,0 0-2 0,0 0-4 15,-4 16-4-15,1-9 1 0,1 2-2 0,-4 2-3 16,3 1-1-16,-2-1-1 0,3 2 0 0,-3 1-1 15,5-1 0-15,0 2-3 0,0-1-1 0,0-1 0 16,2-2 3-16,3-1-1 0,0 3-4 0,-2-1-6 16,3-4-26-16,3-1-27 0,-1 1-35 0,-1-2-40 15,6-3-41-15,-2-3-48 0,1 0-158 0,1-2-399 0,-3-1 177 16</inkml:trace>
  <inkml:trace contextRef="#ctx0" brushRef="#br0" timeOffset="-107618.83">21288 9228 122 0,'-1'-3'271'0,"1"3"-1"0,-9-6-8 0,4 1-17 0,5 5-22 15,-3-7-25-15,3 7-13 0,-8-2-14 0,8 2-22 16,0 0-10-16,0 0-18 0,-13 11-5 0,8-6-16 16,5-5-10-16,-9 8-5 0,6 0-7 0,-2-1-6 15,0 2-7-15,2-1-7 0,-2 1-4 0,1 0-4 16,1 0-5-16,1 0-3 0,-1 1-4 0,3 1 1 15,-3-2-2-15,6 5-3 0,-6-6-8 0,6 3 3 16,0 0-3-16,2-1-4 0,-1 2-1 0,4-2 1 16,-3 1-2-16,7 1-3 0,-2-3-3 0,-4 3 1 15,2-2-2-15,2-2-2 0,0-4 5 0,0 7-10 16,0-5-1-16,-7-3 3 0,4 3-1 0,-2-1-4 16,-2-1 0-16,1 0 0 0,-4-4 5 0,6 3-6 15,-6-3-1-15,0 0 4 0,0 0-2 0,0 0-3 16,0 0-14-16,-13 8-23 0,13-8-24 0,-15 0-32 15,4 0-50-15,11 0-66 0,-22-4-78 0,1 0-184 0,1 0-509 16,1-2 226-16</inkml:trace>
  <inkml:trace contextRef="#ctx0" brushRef="#br0" timeOffset="-107318.55">21007 9148 228 0,'-8'-4'331'0,"1"-2"-3"0,4 1-8 0,-4 3-15 16,2-5-26-16,5 7-22 0,-7-5-29 0,7 5-28 16,-8-5-26-16,8 5-15 0,0 0-15 0,0 0-15 15,0 0-13-15,0 0-10 0,0 0-15 0,15 19-9 16,-12-13-7-16,2 1-6 0,-1-5-12 0,-1 3-15 15,-3-5-6-15,7 7-5 0,-2-2-17 0,-5-5-8 16,3 6-5-16,-3-6-8 0,6 4-7 0,-6-4-9 16,0 0-10-16,0 0-13 0,0 0-18 0,0 0-29 15,0 0-36-15,0 0-55 0,0 0-60 0,0 0-252 16,0 0-536-16,-28-10 237 0</inkml:trace>
  <inkml:trace contextRef="#ctx0" brushRef="#br0" timeOffset="-106369.61">17514 9621 172 0,'0'0'362'15,"-14"-1"-4"-15,14 1-6 0,-14 0-14 0,14 0-1 16,-6-4-13-16,6 4-19 0,0 0-26 0,0 0-28 16,0 0-23-16,0 0-29 0,0 0-22 0,23-7-38 15,-8 6-38-15,6 1-47 0,-2-4-41 0,0 8-48 16,8-4-54-16,-6 0-66 0,4 1-74 0,-3-1-75 15,-1 0-226-15,1 2-574 0,-1-1 254 0</inkml:trace>
  <inkml:trace contextRef="#ctx0" brushRef="#br0" timeOffset="-101335.33">19034 10972 299 0,'0'0'297'0,"0"0"-23"15,-2-5-13-15,2 5-14 0,0 0-15 0,-6-5-23 0,6 5-25 16,0 0-19-16,0 0-11 0,0 0-20 0,0 0-12 16,0 0-13-16,-2-7-15 0,2 7-9 0,0 0-8 15,0 0-10-15,0 0-5 0,0 0-6 0,0 0-7 16,0 0-8-16,0 0 0 0,0 0-6 0,0 0-4 16,0 0-1-16,0 0 2 0,0 0-5 0,22 13 0 15,-22-13-3-15,16-1-4 0,-8 1 0 0,7 0-6 16,-15 0 0-16,17 0-8 0,-12 0-4 0,-5 0-2 15,16-4-5-15,-16 4-3 0,14-1-3 0,-9-2-8 16,-5 3-8-16,0 0-18 0,8-4-22 0,-8 4-31 0,0 0-30 16,0 0-41-16,0 0-50 0,0 0-239 15,-22-10-496-15,14 6 220 0</inkml:trace>
  <inkml:trace contextRef="#ctx0" brushRef="#br0" timeOffset="-21288.26">19294 10858 250 0,'0'-7'344'0,"0"1"-4"0,0-1-17 16,0 7-15-16,0-11-26 0,0 7-32 0,0 4-27 15,0 0-29-15,1-7-17 0,-1 7-23 16,0 0-10-16,0 0-18 0,5 20-13 0,2-11-6 0,0 3-9 16,-1 3-12-16,1 0-10 0,1 3-4 0,0 1-9 15,-1 1-5-15,6 3-6 0,-4-7-9 0,-1 0 2 16,3 1-4-16,-1-4-3 0,-3 2-8 0,1-6 2 16,-1 2 24-16,-2-2 26 0,-2-4 22 0,5 0 20 15,-3-3-3-15,-5-2-3 0,15-6-1 0,-6 0-10 16,-1 1-8-16,-3-10-9 0,8 8-8 0,-5-6-9 15,2-3-6-15,3 1-4 0,-3 3-7 0,5-3-5 16,-5 3-3-16,-1-3-9 0,0 7-1 0,-2-3-3 0,1 3-5 16,-1 1-5-16,-2-1-3 0,0 3-4 15,0-2-8-15,-5 7 1 0,8-4-2 0,0 1 4 16,-8 3-10-16,0 0 7 0,14 6-7 0,-8-2-1 0,-6-4-3 16,12 8 6-16,-7-2-1 0,1 0-1 0,1-2-4 15,-5 7 4-15,4-3-3 0,1 0 1 0,-5-1-2 16,4 1 4-16,1 0-3 0,-2-1 3 0,-2 2 1 15,-3-2 0-15,8-2-3 0,-8 2 4 0,5-3 0 16,-5-4 3-16,7 6 0 0,-7-6-2 0,7 1-2 16,-7-1 2-16,0 0-1 0,16-10 1 0,-3 9 0 15,-4-4 0-15,1-1-2 0,1 1 2 0,2-3-3 16,-1 0-2-16,1 1 6 0,1-7-1 0,-5 6-14 16,3-1-3-16,-2 5 2 0,-2-4 3 0,4 3-2 15,-2-1 5-15,-2 2-4 0,-1-3 1 0,-1 4-2 16,-1-2-2-16,-5 5 2 0,12-1-3 0,-12 1-1 0,0 0 4 15,20 4-3-15,-15 0-1 0,1 0 4 0,-1 4 2 16,4-1 2-16,-5-1 0 0,5 3-1 0,-3 1 2 16,3 4-2-16,4-1-27 0,-5 4-27 0,-1-4-34 15,1 2-23-15,5-3-37 0,1 2-25 0,-5-4-29 16,-2 7-35-16,6-7-34 0,-4 1-36 0,-1-5-24 16,5 0-287-16,-3-3-676 0,-3 3 300 0</inkml:trace>
  <inkml:trace contextRef="#ctx0" brushRef="#br0" timeOffset="-20438.93">20312 11043 143 0,'0'0'165'0,"0"0"0"16,0 0-1-16,10-2 1 0,-10 2-5 16,0 0-10-16,16 5-9 0,-16-5-7 0,17 3-14 15,-7-1-8-15,-2-1-11 0,7-1-15 0,0 1-3 0,5-1-8 16,-4 0-7-16,4 0-6 0,-3-1-8 0,2-2-3 15,1-2-8-15,-3 1-2 0,1 0-5 0,2-7-2 16,-5 8-4-16,0-5-3 0,0 0-1 0,-2-3-2 16,-5 5-4-16,4-8 7 0,-7 7 15 0,3-2 7 15,-6-2 14-15,3 4 4 0,-5-1 6 0,-5 1 3 16,3 0 6-16,0-1 8 0,-3-1-2 0,-1 1-3 16,2 4 5-16,-7-2-7 0,3 1 4 0,-2 0-8 15,-2 1-8-15,5 0-9 0,-4 3 0 0,-2 2-5 16,-1 0-4-16,-1 2-3 0,5 2-8 0,-3-1-1 15,0 7-7-15,5-7-3 0,-2 4-1 0,5 3-2 16,-10 0-8-16,13 5 2 0,-3-8 17 0,4 6-23 16,1-4-6-16,1 1 22 0,4 0-19 0,-3-3-5 0,3 4 1 15,5-4-19-15,-4-2-6 0,8 2-5 0,-3-7-4 16,6 2-8-16,1-2 0 0,-1-1-3 16,2-5 24-16,1-2-15 0,-1 3 3 0,7-5-1 0,-1-1 5 15,-2-1 0-15,-3-4 5 0,1 6 1 0,-4-3 2 16,-2-2 1-16,-2 2 10 0,2-1 12 0,-2-1 17 15,-3 2 9-15,-2 5 14 0,-1-1 11 0,0 1 2 16,-2 0 7-16,-2 2-12 0,0-1-1 0,-3 6-7 16,5-4-11-16,-5 4-6 0,8-5-6 0,-8 5-9 15,0 0 4-15,0 0-4 0,0 0 2 0,0 0 1 16,0 21 0-16,0-12-7 0,0 0-7 0,0 0-2 16,0-1 12-16,2 2-8 0,0-1 1 0,-2 0-10 0,1-2 9 15,4 5-8-15,0-4 3 0,-1-1-3 0,1-2-4 16,-2-1 1-16,2 2 1 0,2-4 6 0,-7-2-1 15,16-2-7-15,-16 2 0 0,17-6 4 0,-6 2 4 16,4-1-10-16,-7-2 7 0,2 2 1 0,-1-2-2 16,1-2 3-16,-1 2-6 0,0-1 5 0,-1-3-1 15,-1 3 24-15,1 1-6 0,-3 0 5 0,-5 7-4 16,8-5 3-16,-5 1-4 0,2 0-7 0,-5 4-9 16,0-7 10-16,0 7-13 0,0 0-5 0,0 0 2 15,0 0 7-15,9 12-8 0,-4-4 8 0,-5-2-2 16,0 0 1-16,1 0-1 0,4 3-7 0,-3-4 0 15,5 4 4-15,-7-2-7 0,8 2-2 0,-8-2-2 16,6-3 0-16,1 3-1 0,-5-1 2 0,6-2 6 0,-3-2 1 16,-5-2 0-16,15 0-8 0,-7 1 13 15,-8-1-4-15,15-4 3 0,-8 0 4 0,1-4-2 16,0 2 1-16,-1-2-1 0,1 3 3 0,-1 0 6 0,1 2 3 16,-3-5 14-16,2 3 0 0,-1 0 0 0,-2 0-3 15,2 1-14-15,-6 4 9 0,7-6-6 0,-7 6-3 16,6-5-17-16,-6 5 13 0,0 0 1 0,0 0-4 15,17 7 1-15,-10-3-2 0,-2 2-2 0,1 0-25 16,2 1-37-16,4 1-23 0,-7 0-26 0,10-1-26 16,0 2-24-16,-2 2-28 0,-3-4-26 0,3 1-28 15,2 0-25-15,0-1-29 0,-2-3-26 0,2 1-196 16,-2-1-557-16,-3-4 248 0</inkml:trace>
  <inkml:trace contextRef="#ctx0" brushRef="#br0" timeOffset="-19571.45">21616 10940 59 0,'3'-7'139'0,"2"0"18"0,-5 0 28 0,0-1 23 15,5-1 18-15,-3 4 8 0,-1 0 6 0,-1-1 1 16,0 6-3-16,2-12-7 0,-2 12-11 0,5-8-5 16,-5 8-29-16,2-3-17 0,-2 3-14 15,0 0-18-15,0 0-18 0,0 0-8 0,0 0-14 0,0 0-13 16,0 0 1-16,0 0-13 0,0 0-9 0,-15 16-7 16,13-9-1-16,2 0-5 0,0-1-2 0,0 1-9 15,0 1 15-15,2-1-18 0,1 4-8 0,0-3 10 16,4-3-17-16,-5 1-4 0,1-1-9 0,2 2-1 15,2-3-9-15,-1 0-5 0,1-1-3 0,1 1 9 16,-1 0-5-16,1 1 2 0,-1-3-11 0,-7-2 13 16,15 0-1-16,-15 0-6 0,14-2 7 0,-14 2 14 15,14-4-18-15,-14 4 3 0,10-1-1 0,-10 1 1 0,6-4 0 16,-6 4 5-16,10-6-4 0,-6 1-1 16,-4 5 11-16,1-5-8 0,-1 5-11 0,7-7 11 15,-7 7 1-15,5-4 3 0,-5 4-6 0,1-6 2 16,-1 6 0-16,0 0-5 0,0 0 1 0,7-4 7 0,-7 4-10 15,0 0 0-15,0 0 2 0,2-8 1 0,-2 8-3 16,0 0 3-16,0 0 0 0,0 0 0 0,0 0-10 16,0 0 6-16,0 0-4 0,0 0 0 0,0 0-7 15,0 0-1-15,0 0 2 0,0 0-3 0,21 11-4 16,-14-10-1-16,3 1-3 0,-4-1 0 0,1 4 1 16,8-5 5-16,-2 2-8 0,-3-1 5 0,8 2-4 15,-6-3 2-15,-1 3 2 0,3-3 1 0,-3 1 0 16,3-1-1-16,-1 4 3 0,0-4 0 0,-3 0 7 15,2 1-1-15,-4 2 3 0,-8-3 2 0,11 0-2 16,-1 1 3-16,-10-1-1 0,0 0 2 0,12 2 0 16,-12-2 3-16,0 0-6 0,0 0 3 0,0 0 1 15,0 0-1-15,0 0 0 0,8 1 1 0,-8-1 1 0,0 0 0 16,0 0 0-16,0 0 0 0,0 0-9 16,0 0-5-16,-15 12-7 0,15-12-6 0,0 0-2 15,-5 7-8-15,5-7 4 0,0 0-1 0,-3 3 2 0,3-3 1 16,0 0 3-16,0 0 3 0,15 4 3 0,-2-6 4 15,-13 2-1-15,23-2 6 0,-16 0 2 0,8-4-2 16,0-1 4-16,0 3 7 0,0 0 3 0,4-3 5 16,-2-1 1-16,-2 2 21 0,0-2 11 0,3-1 19 15,-8 6 12-15,3-1 5 0,-3-1 10 0,0 0 2 16,0 0-1-16,-3 0 1 0,1 1 1 0,-2 1 1 16,-6 3-15-16,9-3-5 0,-9 3-2 0,13-2-11 15,-13 2-3-15,12 0-8 0,-12 0-2 0,6 5 0 16,2-1-4-16,-1 3 1 0,-4 0-2 0,4 1-13 15,-2 4-2-15,2 1 6 0,1 2 0 0,-2 4-6 16,3 7 3-16,-1-3-2 0,5 2 1 0,-4 2-2 16,0-3 1-16,1 5-8 0,-1 2 7 0,-1-1-12 0,-1 3 4 15,-1 5 5-15,1-7-2 0,-6 0 2 0,6 8-3 16,0 0 3-16,-6-7 2 0,-1-2 2 16,0 3-1-16,7-1 12 0,-14-2 16 0,6-3 9 0,-6-5 6 15,0-3 16-15,6 1 12 0,-6-7 7 0,1 3 12 16,-1-4 4-16,2-5 12 0,0 2 9 0,-5-3 2 15,0-1-5-15,4-2-10 0,6-3-12 0,-17 0-7 16,17 0-12-16,-15-7-8 0,8 4-10 0,-2-1-34 16,4-8-60-16,-2 4-78 0,-1-4-84 0,4 0-88 15,1-3-104-15,3-3-113 0,7-7-276 0,1 7-833 16,4-10 369-16</inkml:trace>
  <inkml:trace contextRef="#ctx0" brushRef="#br0" timeOffset="-19138.5">23504 11107 197 0,'0'0'366'15,"0"0"-6"-15,-8-7-18 0,7 4-17 0,1 3-11 16,0 0-22-16,0-7-13 0,0 7-21 0,0 0-25 0,-4-10-24 16,4 10-22-16,0 0-16 0,0 0-24 0,0 0-21 15,0 0-10-15,0 0-15 0,0 0 1 0,0 0-21 16,0 0-13-16,0 0-14 0,0 0-27 0,0 0-18 16,0 0-8-16,0 0-35 0,-3-4-14 0,3 4-21 15,0 0-55-15,0 0-47 0,0-8-47 0,0 8-46 16,0 0-59-16,0-15-196 0,0 8-563 0,3 1 249 15</inkml:trace>
  <inkml:trace contextRef="#ctx0" brushRef="#br0" timeOffset="-18955.14">23460 10836 319 0,'-4'-5'324'0,"4"5"-1"0,-13-3-6 0,10-1-10 0,3 4-26 16,-10-3-13-16,10 3-25 0,-3-5-24 0,3 5-25 15,-4-5-18-15,4 5-24 0,0 0-13 16,0 0-14-16,0 0-35 0,0 0-39 0,0 0-43 0,0 0-56 16,0 0-54-16,0 0-58 0,0 0-76 0,0 0-263 15,20 16-540-15,-7-15 240 0</inkml:trace>
  <inkml:trace contextRef="#ctx0" brushRef="#br0" timeOffset="-18305.68">24597 10599 5 0,'6'-9'338'0,"-2"-1"-9"16,-4-1-19-16,6 2-17 0,-6-6-8 0,0 6-4 16,0 0-21-16,-6-1-22 0,4 7-18 0,-4-4-24 15,-3 2-10-15,-6-2-5 0,0 6 3 0,-6 1-2 16,-1 1-4-16,-11 10-9 0,2-2 0 0,1 3-10 16,-10 5-8-16,12-1-8 0,-2 0-14 0,-8 7-11 0,12-4-11 15,1 2-11-15,4 2-7 0,1 1-7 0,-2 3-7 16,14-2-8-16,0-1-7 0,3 0-5 15,5-1-6-15,6 4-3 0,3-9-6 0,4 3 1 0,8 3-5 16,4-4-6-16,2-3 5 0,2 0-10 0,1-2 1 16,3-1-7-16,2-7 1 0,8-2-1 0,-6-4-5 15,-8-1-1-15,8-1 0 0,-3-10-5 0,-4 2 3 16,2-3-2-16,7-10-2 0,-15 2-1 0,0-1 0 16,8-8-6-16,-14 4 1 0,-3-2 1 0,0 3 2 15,-5-4-3-15,-4 0-2 0,-4 1 3 0,-4 0-1 16,-4 2-3-16,2 5 2 0,-7 1-2 0,1 2 5 15,-3 4-6-15,-7-6 3 0,-3 4-5 0,4 4 0 16,-2 7-1-16,-1-1 3 0,1 2-15 0,-1 4-21 0,-1 1-27 16,3 3-34-16,5-1-40 0,-1 5-32 15,-1 0-24-15,2 4-16 0,6 1-11 0,0-1-24 16,4 2-27-16,5-3-40 0,2 0-42 0,1 0-217 0,11 0-621 16,-6 1 274-16</inkml:trace>
  <inkml:trace contextRef="#ctx0" brushRef="#br0" timeOffset="-17937.01">25357 10498 37 0,'0'-8'310'0,"-2"1"-6"15,-1 0-8-15,3-2-13 0,-5 2-4 0,0 0-17 16,-2 0-20-16,7 1-17 0,-8 3-19 0,-5-5-19 0,6 7-2 16,-8 1-9-16,0 0-5 0,-6 0 2 15,4 6 16-15,-4 1-9 0,-4 5-5 0,-2-2-4 16,-1 6-14-16,2-4-11 0,-1 11-3 0,4-4-9 0,0 2-12 16,3 3-5-16,0-2-12 0,4 5-12 0,6 3-7 15,-4-3-6-15,13 0-7 0,-4 5-7 0,5-2-7 16,6-6-6-16,1 7-3 0,6-2-6 0,-3 0-4 15,10-1-5-15,-3-1-4 0,4-1-16 0,2-6-18 16,2 0-15-16,2-2-24 0,2 0-27 0,1-8-17 16,0 4-23-16,0-8-24 0,1-8-15 0,1 4-17 15,-1-4-13-15,2 1-25 0,-1-5-45 0,6-12-54 16,5-3-53-16,-4-2-253 0,1-1-656 0,0-3 290 16</inkml:trace>
  <inkml:trace contextRef="#ctx0" brushRef="#br0" timeOffset="-17705.91">25812 10544 18 0,'-4'-7'252'0,"1"4"7"0,3 3 0 15,-8-5-8-15,8 5-10 0,-5-10-13 0,5 10-18 16,0 0-18-16,-10-1-10 0,10 1-4 0,0 0-4 0,0 0-10 16,-13 11-12-16,6-4-12 0,4 1-11 0,-1 2-6 15,3-1-9-15,1 6-15 0,-5 0-7 0,5 3-10 16,0 1-5-16,5 1-5 0,-4 7-9 0,4 0-6 15,-1-3-5-15,2 3-12 0,-2-1 3 0,-1-1-18 16,2 0-26-16,2 1-22 0,-4-5-30 0,2-5-28 16,1 3-30-16,-2 0-36 0,1-4-45 0,1 0-54 15,-2-6-273-15,2-2-563 0,-1 4 249 0</inkml:trace>
  <inkml:trace contextRef="#ctx0" brushRef="#br0" timeOffset="-17289.09">25797 10510 292 0,'-7'-15'307'16,"2"7"-1"-16,2-6-12 0,-2 7 0 0,3-4 0 0,1-3-3 16,1 6-17-16,1-3-16 0,1 2-21 0,0 1-23 15,1-2-19-15,0 2-20 0,2 1-14 0,2 2-17 16,1 1-15-16,0 0-12 0,4 2-25 0,0 0 0 15,-4 2-10-15,10 2-11 0,-8 0-2 0,12 3-9 16,-8 3-9-16,3 2-3 0,3 1 0 0,-4 1-9 16,6 4 0-16,-1 7-16 0,1-2 7 0,1 1 5 15,-1 0-10-15,-3 5-7 0,-2-2-9 0,3-3 6 16,-4 5-5-16,1 0 2 0,-2-3-5 0,-4 2-3 16,-4 1-6-16,-7-9 2 0,7 0 14 0,-11 5-19 15,4-8 5-15,-6 1-3 0,2 2-1 0,-7-5 1 16,-1-1 12-16,-3 0-16 0,-3 3 10 0,0-7-3 15,-2 1 0-15,2-3-1 0,-4-2 2 0,1 1 4 0,-1 0-2 16,-4-3-2-16,4 3-5 0,1-3 6 0,4-1-3 16,-1 2-6-16,7-2 2 0,-1 1-23 15,-1-2-20-15,13 0-17 0,-20-2-21 0,20 2-27 0,-13-1-31 16,4-3-40-16,9 4-43 0,-3-4-45 0,3 4-62 16,0 0-226-16,12-10-605 0,-6 5 267 0</inkml:trace>
  <inkml:trace contextRef="#ctx0" brushRef="#br0" timeOffset="-16872.3">26351 10243 278 0,'-6'-3'343'0,"-3"2"-6"0,4-5 0 0,5 6-18 0,-9-5-8 16,9 5-23-16,-5-4-21 0,5 4-25 0,0 0-13 15,0 0-37-15,0 0-15 0,0 0-9 0,14 15-4 16,-2-11-6-16,3 3-5 0,0 9-9 0,0-5-11 15,6 8-9-15,1 1-13 0,-4 0-8 0,7 2-11 16,-5 0-7-16,-4-1-7 0,2 3-6 0,-3 3-12 16,0-3-5-16,0 3-7 0,-7-1-4 0,6 1-6 15,-4 0 0-15,-5 4-5 0,1-1-3 0,-4 0-6 16,-2 0-1-16,5-2 0 0,-5 16 3 0,-7-7-10 16,1 5-1-16,1-13 7 0,-2 1-16 0,0 1 8 15,-4 11-12-15,-4-5-10 0,8-8-40 0,-4 3-31 16,-3-3-39-16,0 8-39 0,-1-1-39 0,0-11-45 15,-3 2-55-15,1 0-73 0,0-7-283 0,3 2-706 0,-6-2 313 16</inkml:trace>
  <inkml:trace contextRef="#ctx0" brushRef="#br0" timeOffset="-13255.25">19564 12687 247 0,'0'0'333'0,"-2"-5"-22"15,2 5-33-15,0 0-23 0,0 0-16 0,0 0 3 16,0 0 1-16,0 0-3 0,0 20-17 0,2-8-13 16,1-2-13-16,-1 2-17 0,1 5-17 0,-3 1-11 15,0 1-21-15,5 1-8 0,-4-4-14 0,4 4-10 16,2-1-9-16,-4 1 0 0,4 7-18 0,-5-9-3 16,6-2-11-16,-3-1-3 0,3 0-13 0,0 2-37 0,-1-5-27 15,0 3-25-15,-4-5-27 0,0-2-30 0,6 3-29 16,-3-3-40-16,2-1-45 0,-1-5-60 15,0 3-291-15,1 0-614 0,-6-4 272 0</inkml:trace>
  <inkml:trace contextRef="#ctx0" brushRef="#br0" timeOffset="-12955.15">19454 12628 299 0,'-8'-4'344'0,"6"0"-8"0,-3 0-12 0,5 4-10 15,-1-5-17-15,1 5-15 0,-7-8-21 0,7 8-23 16,0 0-22-16,13-6-8 0,-3 3-27 0,2 2-29 16,1-1-14-16,4 0-6 0,6-2-16 0,3 3-12 0,4-1-8 15,-3-3-14-15,2 1-8 0,3-2-4 16,1 5-16-16,-10-6 7 0,10 5-12 0,-8-3-5 15,-3 2-11-15,2 0-36 0,-4-1-34 0,0-6-39 16,-3 8-43-16,-4-1-55 0,-1-2-54 0,-3 2-57 0,1-1-49 16,-1-1-208-16,-3 3-587 0,-6 2 260 0</inkml:trace>
  <inkml:trace contextRef="#ctx0" brushRef="#br0" timeOffset="-12605.19">18916 12927 203 0,'-14'-1'360'0,"-5"1"-11"16,8 0 0-16,1-4 7 0,-2 1-10 16,12 3-12-16,-11-1-14 0,11 1-19 0,-10 0-21 15,10 0-22-15,0 0-30 0,0 0-20 0,0 0-23 0,0 0-19 16,0 0-13-16,54 1-40 0,-27 1-42 0,4-1-47 15,2 4-62-15,4-2-63 0,-1 0-60 0,-4 1-73 16,2 0-77-16,3 0-316 0,-6-3-678 0,-11 2 299 16</inkml:trace>
  <inkml:trace contextRef="#ctx0" brushRef="#br0" timeOffset="-12171.42">20202 12942 228 0,'4'-5'320'0,"-4"5"-9"0,0 0-23 16,5-6-20-16,-5 6-23 0,0 0-19 0,1-4-26 15,-1 4-16-15,0 0-22 0,0 0-21 0,0 0-11 16,0 0-8-16,0 0-17 0,0 0-6 0,14 14-13 15,-13-9 0-15,3-2-14 0,-1 6-10 0,2-3-3 16,-2 2-8-16,2 0-3 0,2-1-5 0,-2 1-1 16,3 0-5-16,-1 0-5 0,-2 1-5 0,3 0 1 15,2-1-8-15,0-1-16 0,-2 3-28 0,0-2-32 0,2-4-43 16,0 7-57-16,-5-3-68 0,5-2-63 16,-2-1-193-16,6-1-520 0,-6 0 230 0</inkml:trace>
  <inkml:trace contextRef="#ctx0" brushRef="#br0" timeOffset="-11338.86">20499 12885 124 0,'0'0'294'0,"0"0"-14"15,0-7-27-15,0 7-20 0,1-5-26 0,-1 5-21 16,0 0-18-16,0 0-17 0,0 0-15 0,0 0-13 15,15 10-15-15,-10-2-11 0,-3 1-7 0,3 1-1 16,0 2-18-16,3 3-7 0,-5 1-6 0,4-3-6 16,-5 1-4-16,9-1-5 0,-7 2-2 0,1 0-6 15,0-1-2-15,-2 2-4 0,-2-7-5 0,3-2-1 16,2 5 0-16,-2-4-6 0,2-4-2 0,4 4 3 0,-8-4-3 16,3 1-4-16,-5-5 1 0,10 0-2 15,-10 0 3-15,0 0-3 0,18-6-2 0,-11 3 1 16,1-2-4-16,-1-2 4 0,4-4-2 0,-6-1 2 0,5 3-5 15,3-6 4-15,-6 5-3 0,6-3 0 0,-5-1 0 16,-1 5 21-16,1 0 10 0,-1-2-3 16,0 7-6-16,1-4 2 0,-3 2-2 0,1 2-9 0,-4-2 2 15,5 3-3-15,-1-1-3 0,-6 4-6 0,9-2 1 16,-9 2 2-16,0 0 0 0,13 10-3 0,-10-3 0 16,0-2-4-16,1 3-1 0,-3-1-1 0,4 1 2 15,-3 3 1-15,1-1-1 0,1-3-4 0,-3 3-10 16,3 0 1-16,-1-4-4 0,0 3 3 0,-1 0-1 15,0-3 4-15,-1-3-5 0,-1-3 6 0,7 6-4 16,-4-1 4-16,-3-5 1 0,0 0 1 0,0 0 3 16,0 0-3-16,13-11 3 0,-8 8 0 0,2-3 2 15,-2-3-2-15,2 0 1 0,2 3-1 0,-4-4 4 16,5 0 0-16,-5 3 8 0,0 1 3 0,2-1-3 16,3-2 0-16,-4 1-1 0,-1 5-1 0,2-3-2 15,1 1 1-15,-1 2-2 0,0 1-3 0,-7 2 2 16,8-2-4-16,-8 2 1 0,0 0-2 0,23 6 2 0,-18-2 0 15,0 1 1-15,5 1 4 0,-2 2-9 0,0-3 2 16,1 6 5-16,4-2-9 0,2 2 4 0,0-1-10 16,3-2-1-16,-1-1 3 0,-3 3-4 0,6-2-3 15,-2-5-3-15,4 3-1 0,0 0-2 0,6 0-2 16,-7-4 3-16,1 2 4 0,1-4 0 0,0-3 2 16,7 2 5-16,-9-1-1 0,-4-4 0 0,9-2 1 15,-7 3 1-15,7-5 0 0,-9-5 1 0,4 8 2 16,-1-13-1-16,-5 8 3 0,0-4 1 0,-5 1-1 15,-2-1 1-15,0-3 13 0,-3 3 9 0,2 1 4 16,-7-1 5-16,0 1 2 0,0 3 1 0,-5-2-3 16,3 2 4-16,-4 3-4 0,-1 3 8 0,-1 0-14 15,-1-3-1-15,1 4-5 0,-5 4 0 0,3 1 8 16,-3 1-11-16,0 4 2 0,-2 5-2 0,0 0-2 16,5 0-2-16,-3 5-2 0,4 0 2 0,3 1-1 15,-3-1 5-15,4 5-1 0,5-1-3 0,0 1 1 16,5-2-1-16,-1-2 0 0,2 4-2 0,9-5 3 0,0 4-2 15,7 1 3-15,-1-5-3 0,4 0-13 0,1-3-20 16,4-3-27-16,-5 1-28 0,6-5-41 0,3-1-51 16,-11-1-53-16,8-3-56 0,-11-3-214 15,2-2-534-15,1-3 237 0</inkml:trace>
  <inkml:trace contextRef="#ctx0" brushRef="#br0" timeOffset="-11171.9">21313 12461 126 0,'0'0'149'16,"0"0"-16"-16,0 0-19 0,0 0-34 0,15 13-54 16,-5-6-72-16,-5 1-51 0,5 3-106 0,3-1 47 15</inkml:trace>
  <inkml:trace contextRef="#ctx0" brushRef="#br0" timeOffset="-10722.94">22655 12988 133 0,'5'-7'297'0,"-5"7"-16"0,0-8-17 0,0 3-18 16,0 5-17-16,0 0-21 0,-8-8-17 0,8 8-23 15,-7-4-15-15,7 4-16 0,-13-2-14 0,13 2-11 16,0 0-14-16,-20 4-9 0,14-2-7 0,-3 2-10 15,3 0-6-15,3 0-9 0,-4-1-3 0,0 3 0 16,7 0-9-16,-1 0-3 0,1-6 2 0,-2 10-11 16,2-10 0-16,2 8 0 0,-1 0-2 0,4-5-6 15,4 2 3-15,-8-2-9 0,7-1 4 0,1 1-6 16,1-1-1-16,-10-2 2 0,20 0-3 0,-9-2-1 16,-1-3 5-16,2 4-12 0,-6-5 4 0,4 5-6 0,-5-6-7 15,2 3-13-15,-4-2-5 0,-3 6-11 0,2-10-16 16,-2 7-4-16,-2-6-23 0,2 9-15 15,-10-10-26-15,5 5-34 0,-3-2-24 0,1 2-29 16,6-3-33-16,-8 2-164 0,4 1-431 0,-1-1 192 0</inkml:trace>
  <inkml:trace contextRef="#ctx0" brushRef="#br0" timeOffset="-10422.82">22604 12612 149 0,'-8'-3'270'0,"1"0"-16"0,7 3-19 15,-15-3-20-15,14-2-18 0,1 5-22 0,0 0-18 16,0 0-14-16,0 0-11 0,0 0-14 0,0 0-9 16,0 0-12-16,0 0-7 0,-7 13-7 0,7-13-6 15,0 0-10-15,8 7-6 0,-3-4-2 0,-5-3-5 16,0 0 1-16,9 6 0 0,-6-5-1 0,-3-1 6 0,0 0 2 15,13 4 3-15,-13-4-2 0,0 0-3 0,8-7 0 16,-8 7-5-16,0 0 1 0,9-7-5 16,-6 2-7-16,-3 5-9 0,-3-7 5 0,3 7-15 15,-4-9-9-15,-1 3-27 0,4 0-27 0,1 6-43 0,-10-3-42 16,0 0-60-16,10 3-65 0,-12 0-238 16,12 0-526-16,-20 3 233 0</inkml:trace>
  <inkml:trace contextRef="#ctx0" brushRef="#br0" timeOffset="-9355.33">23519 11130 60 0,'0'0'252'0,"0"0"-12"15,0 0-9-15,0 0-21 0,0 0-21 0,0 0-14 16,0-6-19-16,0 6-16 0,0 0-15 0,0 0-15 16,0 0-9-16,0 0-10 0,0 0-9 0,0 0-6 15,-10 15-9-15,10-15-11 0,-1 10-2 0,-3-6-7 16,4 3-2-16,0-7-5 0,4 13-2 0,-3-5-4 15,6 2-1-15,-4-1-5 0,7 2-4 0,-1-2-4 16,-3-3-2-16,4 3-6 0,-3-5-8 0,1 3-1 16,-1-4-2-16,4 2 4 0,-2-5-6 0,-3 2 3 15,-6-2 0-15,0 0-4 0,10-14 1 0,-3 11 2 0,-6-1 1 16,-1-5 0-16,0 1-1 0,0 1 2 16,-1-4 0-16,-1-4 2 0,-3 6 1 0,3-1-4 15,-3-2 6-15,4 4-5 0,-3-1 1 0,0-1-1 0,-1 5-1 16,1-2 1-16,-2 4-1 0,-1-2-15 0,7 5-27 15,0 0-30-15,-13-1-37 0,13 1-36 0,0 0-56 16,-13 8-176-16,13-8-405 0,-2 8 180 0</inkml:trace>
  <inkml:trace contextRef="#ctx0" brushRef="#br0" timeOffset="-8772.88">23561 10847 22 0,'0'0'293'0,"-7"-8"-12"0,1 7-10 0,6 1-7 15,0 0-13-15,-9-7-5 0,9 7-16 0,-6-1-13 16,6 1-7-16,0 0-19 0,0 0-15 0,-4-6-13 0,4 6-22 15,0 0-14-15,0 0-13 0,0 0-11 0,0 0-13 16,0 0-9-16,0 0-8 0,0 0-10 0,0 0-7 16,0 0-8-16,0 0-10 0,0 0-6 0,0 0-8 15,0 0-11-15,23 9 4 0,-16-6-1 0,-7-3-7 16,0 0 5-16,0 0 1 0,0 0-7 0,10 0 9 16,-10 0-8-16,0 0 4 0,0 0-7 0,0 0-3 15,0 0 3-15,0 0-3 0,0 0 0 0,0 0-2 16,0 0 1-16,0 0-1 0,0 0 0 0,0 0-7 15,0-12 8-15,0 12-6 0,0 0 3 0,0 0-1 16,0 0-2-16,0 0-12 0,0 0-10 0,0 0-5 16,0 0-8-16,0 0-9 0,0 0-3 0,-2 16-8 15,2-16-9-15,2 11-13 0,-2-4-18 0,0 0-15 16,5-2-19-16,-3 3-2 0,6 0-5 0,-3-1-3 0,-3 1 0 16,7-3-4-16,-5 2-4 0,2-1 5 15,-4 1 4-15,5-4 21 0,-4 1 5 0,2 3 15 0,-3-3 11 16,-2-4 20-16,0 0 20 0,0 0 10 0,0 0 20 15,0 0 19-15,0 0 8 0,0 0 18 0,0 0 12 16,6-16 12-16,-6 16 9 0,-3-11 9 0,3 11 4 16,-7-12 2-16,2 6-6 0,2 0 1 0,-4 0 0 15,4 1-9-15,0-2-1 0,-4 4-9 0,1-3-5 16,6 6-7-16,-7-6-3 0,-1 4-5 0,8 2-20 16,0 0-32-16,-15-1-48 0,15 1-42 0,0 0-70 15,-9 6-142-15,9-6-350 0,0 7 155 0</inkml:trace>
  <inkml:trace contextRef="#ctx0" brushRef="#br0" timeOffset="-790.08">20297 12620 295 0,'0'0'294'0,"0"-8"-14"0,0 8-15 0,0 0-17 15,0 0-14-15,-4-8-19 0,4 8-22 0,0 0-20 16,0 0-14-16,0 0-25 0,0 0-9 0,0 0-14 16,0 0-9-16,0 0-14 0,0 0-9 0,0 0-8 15,0 0-7-15,0 0-4 0,0 0-10 0,0 0-2 16,0 0-10-16,0 20 1 0,0-20-4 0,4 8-6 16,-1-4-2-16,-3-4-3 0,-3 7-2 0,3-7 1 0,3 5-6 15,-3-5 0-15,2 6-8 0,-2-6 4 16,0 0-1-16,5 9-1 0,-5-9 2 0,0 0-4 15,8 0 4-15,-8 0-5 0,0 0 1 0,0 0 0 0,0 0-2 16,0 0 3-16,0 0 1 0,15-8-7 0,-15 8 2 16,0-7 0-16,0 7 4 0,8-5-7 0,-8 5 4 15,0-5-4-15,0 5-4 0,0-10 6 0,0 10 0 16,0 0 1-16,0-4-5 0,0 4 9 0,0 0-15 16,0 0 1-16,0 0-1 0,0 0 0 0,0 0-1 15,0 0 1-15,0 0-3 0,-5-6 1 0,5 6 0 16,0 0 2-16,0 0 0 0,0 0-3 0,0 0-4 15,0 0 4-15,0 0-1 0,0 0 4 0,0 0 0 16,0 0 5-16,5 20 0 0,-5-20-3 0,0 0 1 16,7 1 4-16,-7-1-2 0,0 0 0 0,0 0 2 15,0 0-4-15,20-6 1 0,-19 1-2 0,-1 5-8 16,9-7-16-16,-3 4-30 0,-1-2-31 0,-5 5-49 16,2-4-54-16,-2 4-74 0,6-6-213 0,-6 6-517 0,0 0 228 15</inkml:trace>
  <inkml:trace contextRef="#ctx0" brushRef="#br0" timeOffset="10259.34">24019 12398 214 0,'-5'-6'247'0,"0"-2"-13"15,-1 2-13-15,-1 0-19 0,0 3-22 0,1-2-16 0,6 5-14 16,-17-4-20-16,9 4-12 0,8 0-11 0,-23 6-11 16,10 1-8-16,-2 1-1 0,-2-1-4 0,-3 5 3 15,7 0 4-15,-10 6-15 0,1-1 1 0,4 4 1 16,2-1-2-16,-4 2-5 0,2-1-6 0,1 5-5 15,2-1-6-15,0-3 1 0,7 1 2 0,0 2-6 16,-1-2-3-16,-1-4-9 0,7 7 3 0,-2-3-6 16,3 4-4-16,4 0 3 0,3-5 0 0,2-3-3 15,3 1 1-15,5 1 6 0,3 0 9 0,0-3 0 16,5 1 0-16,0-3-2 0,5-1-6 0,1-7 1 16,2 4-1-16,4-4 1 0,-5 1 1 0,6-6 10 15,-1 0 0-15,1-3-6 0,-3 0-2 0,4-3 3 16,-6-2 12-16,-3-3 8 0,9-3-3 0,-14 0 7 15,5-4 8-15,2-2-10 0,-9-3 2 0,1-1-4 0,-1-1-2 16,-6-3-7-16,2-3 4 0,-6 0-4 0,-2 1 2 16,-3 0-3-16,1-2-5 0,-7 1-5 15,-2 2-5-15,-8-2-6 0,2 0-4 0,-9 1-3 0,-2 0-10 16,-11-3 6-16,-7 3-7 0,1 0-8 0,-7 3 3 16,3 8-7-16,-4-2 3 0,1 3 2 0,1 3-6 15,11 4-21-15,-7 7-23 0,8 0-33 0,0-1-40 16,2 2-30-16,0 4-20 0,11 1-19 0,-3 4-25 15,5 2-26-15,7 2-45 0,2 2-49 0,6 0-281 16,6 1-657-16,2 0 290 0</inkml:trace>
  <inkml:trace contextRef="#ctx0" brushRef="#br0" timeOffset="10792.55">25123 12222 8 0,'-3'-13'306'15,"-2"2"-12"-15,2-1-10 0,-2 1-5 0,0 4-4 16,0-2-13-16,3 1-16 0,-6 1-20 0,4 1-24 15,0 0-23-15,-5 5-18 0,9 1-16 0,-18-2-11 0,6 2-18 16,-2 4-11-16,-3 7-11 0,-3-2-10 0,-1 5-9 16,4 6-1-16,-6 2 0 0,3 2-7 15,-1-2 4-15,-9 10-1 0,12-7-7 0,1 9-1 0,0-4 1 16,7-1-1-16,-1-2-4 0,4 2-10 0,4-1 5 16,5 3 2-16,-1-2 2 0,11-1-9 0,-2 4 13 15,13 2-17-15,2-2-8 0,1-1 2 0,7-2-5 16,-3 3-3-16,2-9-4 0,4 1-2 0,0-1-1 15,6-2-11-15,-2-1 0 0,1-6-26 0,0 1-24 16,-6-4-26-16,-2-3-37 0,9-1-29 0,-8-3-37 16,-2-4-41-16,1 0-45 0,2-3-46 0,-2 0-279 15,-8-6-626-15,3-3 277 0</inkml:trace>
  <inkml:trace contextRef="#ctx0" brushRef="#br0" timeOffset="11293.15">25645 12206 174 0,'0'-11'276'0,"0"6"-6"16,-2-3-12-16,2 8-20 0,0-10-25 0,0 10-22 0,-5-5-21 16,5 5-18-16,0 0-17 0,0 0-16 0,0 0-9 15,-8 19-12-15,8-10-8 0,0 6-8 0,-5 4-6 16,5 8-5-16,-4 4-13 0,-1-1-4 0,4 2-12 15,1-1 4-15,-2 1-5 0,2-2-4 0,-3 1-7 16,3-3-4-16,0 1-2 0,0-2 1 0,3 1-5 16,-1-9 2-16,-2 2-8 0,0-6 1 0,1 0-2 15,4-3 2-15,-1-1 2 0,-4-3-1 0,5-3-2 16,-5-2-2-16,6 2 5 0,1-3-2 0,-7-2-3 16,0 0 0-16,23-10-3 0,-15 1 1 0,7 1 1 15,-1-3-3-15,4-4-3 0,0-1 2 0,-2 2 1 16,3-1-1-16,-3 3 3 0,1-2 3 0,-2-1 7 15,3 5 6-15,-3 0-4 0,0-1 0 0,-4 7-2 16,-4-1-5-16,3-2 2 0,-2 2-1 0,2 5-5 0,-10 0-1 16,17 9-4-16,-9-5-2 0,-3 3-1 15,3 0 6-15,0 8-9 0,-1 0 4 0,0 2 3 16,-2 0-2-16,-4 0-1 0,-1 1-1 0,2-2 2 0,-4 4 0 16,1-3-3-16,-4 2 3 0,5-6-4 0,-2 2 1 15,-5 2 2-15,2-3-3 0,-3-9 2 0,1 9-2 16,-1-8 4-16,0 0-2 0,-5-2 2 0,1 4 2 15,-6-8-2-15,3 0-1 0,-3 3 0 0,0-7-7 16,-4-6-14-16,4 8-25 0,-4-8-22 0,6-2-32 16,-2 4-30-16,3-3-52 0,0-2-51 0,5 3-65 15,2 3-148-15,4-5-477 0,1 3 212 0</inkml:trace>
  <inkml:trace contextRef="#ctx0" brushRef="#br0" timeOffset="11909.25">26058 11823 92 0,'0'-8'310'0,"0"1"-3"0,0 7-11 0,4-10-3 15,-3 3-3-15,-1 0 2 0,5 3 5 0,-3-1-4 16,0-1-5-16,-2 6-19 0,0 0-22 0,3-12-22 16,-3 12-28-16,0 0-21 0,5-3-20 0,-5 3-20 15,0 0-13-15,0 0-13 0,0 0-8 0,7 21-9 0,-7-12-8 16,4 3-13-16,3 3-5 0,-4 0-9 16,2 3-4-16,-3 0-13 0,5 0 4 0,1 2-5 15,-3-1 6-15,-2 1-13 0,9-1 3 0,-9-1-12 0,2 0-20 16,2 3-23-16,-1-5-22 0,-2 0-24 0,2-3-30 15,-1 1-26-15,-1-6-31 0,0 2-28 0,-4 0-36 16,0-3-41-16,2-3-57 0,-2-4-56 0,8 4-192 16,-8-4-607-16,0 0 269 0</inkml:trace>
  <inkml:trace contextRef="#ctx0" brushRef="#br0" timeOffset="12377.05">25991 11753 55 0,'-2'-8'282'15,"-3"4"-6"-15,5 4-19 0,0-12-10 0,0 12-12 16,7-8-19-16,-3 5-24 0,3 0-12 0,-4-3-17 0,6 3-19 16,-9 3-12-16,13-4-11 0,3 2-12 15,-6 2-4-15,2-1-18 0,1 1-9 0,4 0-8 16,-4 0-6-16,2 1-8 0,-3 2-8 0,4 1-3 0,1 1-3 15,-2-2-7-15,-1 4-4 0,1 0-2 0,0 0-3 16,-2 3-3-16,-1-2 0 0,0 1-5 0,-4 0-2 16,5 0-1-16,-5 3-5 0,-1-2 3 0,0-1-1 15,3 5-1-15,-7-3 0 0,4 2-4 0,-3-4 1 16,1 6-5-16,0-3 3 0,-3-2-1 0,0 1-3 16,-2-2 4-16,0 3-4 0,0 0 2 0,0-2 1 15,-2 1 5-15,-5 1-6 0,7 0-7 0,-5-4 6 16,1 0 0-16,-3 6-3 0,-5-6 4 0,9 2 3 15,-9-1 2-15,2-3 8 0,-3 3 13 0,0-3 4 16,1-2 11-16,-6 4 2 0,3-4-4 0,0 1 11 16,-6-2-4-16,9 0 3 0,-3-1-7 0,-3-1-2 15,3-1-6-15,5 3-2 0,-5-3-8 0,4 1-2 16,3 1-4-16,8-2 0 0,-14 3 2 0,14-3-8 16,-11 2-1-16,11-2-16 0,-8 1-4 0,8-1-19 15,0 0-8-15,-5 4-6 0,5-4-20 0,0 0-21 16,0 0-37-16,0 0-61 0,0 0-62 0,0 0-62 0,24 2-230 15,-24-2-575-15,14-2 256 0</inkml:trace>
  <inkml:trace contextRef="#ctx0" brushRef="#br0" timeOffset="13109.6">26616 11881 222 0,'0'0'308'0,"-6"-4"6"0,6 4 6 0,-5-4-5 0,5 4-1 16,-4-7-15-16,4 7-15 0,0 0-12 0,0 0-23 15,-3-4-24-15,3 4-23 0,0 0-21 0,0 0-22 16,0 0-15-16,0 0-16 0,0 0-18 0,0 0-6 15,0 0-11-15,10 18-9 0,-5-9-9 0,0-2-4 16,8 8-10-16,-5-1-3 0,7 0-8 0,-3 1-5 16,-2 0-5-16,5 9-3 0,0-2-5 0,-4-6-6 15,6 8 5-15,-9-2-8 0,4-2-1 0,-4-3-4 16,2 10 5-16,0-1-9 0,-5 1 2 0,1-2-1 16,1 2-2-16,-5 2-2 0,4-4-3 0,-6 2 0 0,0 0-1 15,-2 0-2-15,-2 0 1 0,2-1-8 0,0 2 9 16,-4 3 3-16,-1-5-6 0,-1-2 1 15,-1 3-4-15,-2-3 4 0,1 0-1 0,-3 1-4 0,-1-2 5 16,0 0-3-16,-1 1 3 0,0-8-2 0,5-1 2 16,-3 3-1-16,-7-5-4 0,5 2 6 0,-2 4-4 15,2-6 3-15,-1-1 1 0,4 0 1 0,-3 0-11 16,0 0 9-16,6-2 3 0,-1-2-11 0,-2-1 6 16,0 3-19-16,4-3-16 0,-2 0-24 0,4 0-54 15,-3-2-44-15,3-2-54 0,-3 5-72 0,4-4-83 16,5-4-290-16,0 0-708 0,-8 3 314 0</inkml:trace>
  <inkml:trace contextRef="#ctx0" brushRef="#br0" timeOffset="47540.71">16723 14463 118 0,'4'1'273'0,"-4"-1"-8"16,0 0-9-16,0 0-9 0,0 0 4 0,0 0-11 16,0 0-9-16,18-4 2 0,-18 4-17 0,11-1-8 15,-11 1 2-15,9-7-2 0,-9 7-9 0,10-4-8 16,-4 1-7-16,1-3-14 0,1 2-9 0,-5-3-13 0,2 3-10 16,2-4-11-16,1 0-11 0,-4-2-11 15,6 1-11-15,-7-6-12 0,2 7-3 0,5-6-9 16,-7 2-5-16,-1 2-6 0,1 2-4 0,-3-2-6 0,0 1-4 15,-5-1-7-15,5 0-5 0,-10 3-1 0,4-1-5 16,-8 2-2-16,1 3-3 0,-2 0-3 0,-6 1-2 16,1-1-2-16,-2 6 0 0,1 1-2 0,-12 3 1 15,3 2-1-15,0 0 1 0,0 4 4 0,4-1-8 16,1 5 0-16,3-2-4 0,4 0-3 0,2-3 2 16,2 5-5-16,1-3 0 0,8 1-4 0,-3 5 0 15,6-6-1-15,4 1-10 0,3 2-7 0,3-6 3 16,5 1-9-16,1 0-10 0,2-3-6 0,2 3-11 15,12-6-7-15,-10-3-11 0,8-2 3 0,-3 2 3 16,-2-7 1-16,-1 1-1 0,-2-2 10 0,-2-5-1 16,8 1 8-16,-6-2 5 0,-3-1 5 0,-2-1-1 15,1-1 5-15,-4 1 8 0,-1-2-5 0,-1 0 3 0,-6-1 14 16,2 2 0-16,2 2 11 0,-8 0 6 0,4-1 11 16,-1 3 2-16,-1 3 0 0,4-2 6 15,-6 6-6-15,0-3 1 0,0 6-5 0,0 0-4 0,0 0 5 16,0 0-5-16,0 0 1 0,0 0 0 0,0 0-4 15,-6 18 3-15,6-6-4 0,-2-5 0 16,2 12-1-16,2-4 1 0,-2-3-1 0,6 3 2 0,-6 1-2 16,7 0-15-16,-7-5-7 0,7 0 1 0,-2 2-8 15,-2-4 3-15,3-3-9 0,-4 3-7 0,6-4-7 16,4-3-4-16,-4 1-4 0,1-1-1 0,-9-2-2 16,26-5 4-16,-16 4 5 0,5-7 5 0,1 0-5 15,1-3 6-15,-2-1 3 0,1-3 6 0,-6 3 3 16,4-4 2-16,-3-1 3 0,4 0 8 0,-5 1-1 15,-2-2 2-15,1 6 3 0,-1-4 4 0,-3 2 9 16,3-1 8-16,-3 6 9 0,-2-1 1 0,4 0 2 16,-4 5 1-16,1-2-5 0,-3 3 1 0,8 1 0 0,-9 3-6 15,6-4 5-15,-6 4-5 0,0 0 4 0,20 10-5 16,-12-2 0-16,-1 1-1 0,4 2-3 0,-1 3-1 16,-1 1 0-16,4 0 3 0,-5 2-3 0,0-3-2 15,6 1 0-15,-6 0 0 0,0 4 2 0,6-4 1 16,-10-2-2-16,0-2 0 0,4-1-7 0,-8 2 2 15,0-2 0-15,3-3 0 0,-6 1 0 0,3 0 0 16,-8-5 0-16,6 1 0 0,-4 1-1 0,-8-2 2 16,6 0 0-16,-4-3-1 0,12 0 3 0,-19 0 1 15,7 0-2-15,12 0 2 0,-23-6 2 0,16 5-5 16,7 1 2-16,-15-4-2 0,9 0 2 0,6 4-3 16,-7-8 0-16,7 4-5 0,0 4-2 0,5-11-6 0,3 6-11 15,-1-2-11-15,4 3-9 0,6-2-7 0,-2-4-9 16,1 2-13-16,4-1-8 0,-3 0-16 15,13 0-7-15,-10 0-1 0,4-1-5 0,5-4 4 0,-13 6 7 16,2 0 9-16,0-4 6 0,1 3 13 0,-8-1 6 16,4 2 8-16,0-1 7 0,-8 4 11 0,-1-3 12 15,3-1 17-15,-3 2 13 0,1 1 17 0,-7 2 17 16,1-6 17-16,-1 5 8 0,0 5 10 0,-1-8 4 16,1 8 1-16,-7-9 0 0,7 9-2 0,-6-1 0 15,6 1-1-15,0 0-4 0,0 0-3 0,0 0 3 16,0 0-4-16,-9 19-2 0,9-13-12 0,7 6-5 15,-5-4 1-15,4 1-4 0,7 7-6 0,-4-4-4 16,-1 0 0-16,7 3-4 0,-7-3-4 0,7 3-2 16,-8 0 1-16,6 0-3 0,0-3-2 0,-3 3 6 15,-3-4-12-15,8 1-4 0,-10-4 2 0,1 0 1 16,-4 3-3-16,1-6-3 0,-3 3 5 0,0-4 2 16,0-4-6-16,-11 7 1 0,2-3 0 0,-2-4 2 0,11 0-1 15,-25 0-3-15,7-3 0 0,1 2 1 0,2-1 0 16,-5-3-5-16,10 4 3 0,-9-2 3 15,7 0-6-15,-6 0-1 0,10 3-7 0,-2-2-8 0,5 1-16 16,5 1-24-16,-14-7-30 0,14 7-37 0,-1-7-37 16,1 7-33-16,10-9-27 0,3 6-20 0,-5-1-187 15,7-2-462-15,5 0 204 0</inkml:trace>
  <inkml:trace contextRef="#ctx0" brushRef="#br0" timeOffset="47940.71">17864 14357 28 0,'6'-7'178'15,"-1"3"7"-15,0-2 6 0,0-2 11 0,-5 8 5 16,0-4 3-16,0 4 2 0,2-6-6 0,-2 6-13 16,0 0-16-16,-2-10-19 0,2 10-10 0,0 0-17 15,0 0-13-15,-3-7-8 0,3 7-16 0,0 0-2 16,0 0-7-16,0 0-9 0,-7 20 0 0,4-14-14 16,1 6-2-16,-4-3-10 0,9 3 1 0,-6 2-8 0,6-3-2 15,0 0-1-15,-3 5-14 0,5 0-2 0,0 0-3 16,0 0-3-16,5-1-7 0,-3-3-4 15,4 2-6-15,-2-3-3 0,-1-2-3 0,7 2-2 0,0-3 0 16,-2-2-7-16,-5-3 1 0,12 1-5 0,-7-4 0 16,-1 0 2-16,3-5 0 0,3-2 3 0,-5 3 1 15,-1-8-1-15,1 0 5 0,-3 1 1 0,3-1 1 16,-4-3-1-16,2-1 2 0,-1 4 5 0,-2-4 11 16,-1 1 16-16,-2 1 14 0,-3 2 16 0,3 2 7 15,-2-1 3-15,-1 2 17 0,2 2 0 0,-4 0-12 16,2 1-3-16,1 1-14 0,-3 5-8 0,0 0-1 15,0 0-9-15,0 0-4 0,0 0-7 0,0 0 4 16,0 0-8-16,0 0 1 0,-6 25-21 0,7-16-7 0,-2 3-19 16,2-3-24-16,-1 3-20 0,2 3-29 15,5-1-26-15,-7-1-36 0,6-1-36 0,-4-3-43 16,5 0-46-16,1-1-217 0,2-3-541 0,0 2 239 16</inkml:trace>
  <inkml:trace contextRef="#ctx0" brushRef="#br0" timeOffset="48724.05">18481 14357 66 0,'-10'-10'294'0,"10"10"-18"0,-10-1-15 0,10 1-20 16,-10 0-14-16,10 0-10 0,0 0-16 0,-13 6-15 16,13-6-16-16,-3 12-14 0,-1-6-13 0,4 3-17 15,0-2-8-15,0 4-16 0,4-2-6 0,-3 3-11 16,1-3-9-16,3 3-3 0,-2 0-14 0,4-3-7 15,0 0 3-15,-1 1-17 0,2-2-6 0,1-1-12 16,1-3-4-16,-2 0-12 0,2-1-9 0,-2-2-2 0,0 1-1 16,-8-2-5-16,22-3 0 0,-12-1-1 15,-2-3 1-15,2-1 2 0,0-3 3 0,-3-1 0 16,6-3 3-16,-6 3-1 0,1 0 4 0,-2-4-2 16,3 2 6-16,-4 5 10 0,-4-2 1 0,1 3 0 0,5-1 4 15,-7 4-3-15,5-1 1 0,-4 0-4 0,-1 6-3 16,5-8 3-16,-5 8-5 0,0 0 1 15,0 0 0-15,0 0 0 0,-5 23 1 0,5-19 7 0,-1 8-8 16,2-1-6-16,-1 0-1 0,0 1 5 0,0-1-5 16,5 0 2-16,-5 1 0 0,0 0-6 0,3-3 3 15,-3-2 1-15,5 4-5 0,-3-3 4 0,5-4-2 16,-4 0 2-16,-3-4 1 0,12 4-3 0,-7-1 1 16,-5-3 4-16,10-10-4 0,-4 8 4 0,1-5-5 15,1 3 1-15,-6-7 8 0,4 3-6 0,3-3 1 16,-4-4-4-16,-2 6 6 0,2-2 11 0,0 3-5 15,-4-4 5-15,6 4 7 0,-5-3 4 0,1 3-3 16,-1 0 6-16,-1 5 0 0,-1 3-6 0,5-9-2 0,-5 9-8 16,0 0 7-16,0 0-7 0,0 0 4 15,0 0 10-15,0 0-15 0,9 21 1 0,-9-14-4 16,1 4 0-16,1-2 2 0,5 2-2 0,-1 0-2 0,1 1-5 16,3 3 4-16,-4-7-9 0,6 4 1 0,1 0-3 15,0 0-10-15,2-3-4 0,5 1-6 0,0-2-3 16,-2-1-3-16,10 4-3 0,-11-7-1 0,4-2-1 15,6 1 5-15,-6-6-3 0,6 1 2 0,-7 1 3 16,8-8 3-16,-10 8 1 0,4-8 3 0,1 1 1 16,-2-4 5-16,7 3 0 0,-4-6 3 0,-1 5 0 15,-3-5 3-15,3 0 2 0,-2 3 3 0,-7 0 5 16,-1-2 14-16,-3 2 15 0,3-3 17 0,-6 5 11 16,1 0 6-16,-6-2 6 0,1 2 2 0,-3 1-2 15,-3-3 3-15,3 4-3 0,-2-2 12 0,-6 2 1 16,1 6 10-16,-6-1 7 0,3-2-1 0,-3 5-3 15,-1-3 0-15,-1 4-3 0,1 2 7 0,-3 2 0 0,4-1-14 16,-2 9-29-16,0-8-13 0,8 3 0 0,-6 4-4 16,10 0-3-16,-5-5-15 0,3 5 3 15,5 5 2-15,1-3-5 0,-1 1-3 0,7 0-21 0,1-2-23 16,5 1-36-16,6-1-18 0,-1 1-48 0,-2-4-31 16,11 5-53-16,-4-4-70 0,7-1-74 0,0-2-276 15,-1-6-684-15,3 5 304 0</inkml:trace>
  <inkml:trace contextRef="#ctx0" brushRef="#br0" timeOffset="49607.53">19858 14939 68 0,'2'-5'269'0,"-2"5"-26"0,0 0-29 0,0 0-15 16,0 0-21-16,0 0-15 0,11 13-13 0,-9-2-11 15,-2 1-7-15,0 4-9 0,2 1-10 0,-2 4-11 16,3 3-7-16,-3-1-9 0,0 4-7 0,0 1-11 0,-5-1-4 16,5 0-7-16,0 2-6 0,0-10-6 15,0 6-1-15,0-5-4 0,0-2-6 0,-2 2-1 16,-3-9-5-16,5-2-2 0,-1 4-1 0,1-6-2 15,0 0 2-15,0 1 26 0,0-2 24 0,1 0 21 0,-1-6 1 16,0 0-13-16,0 0-5 0,19-2-11 0,-19 2-9 16,16-10-2-16,-3-2-4 0,2 4-11 15,-5 6 1-15,5-6-4 0,3-1-5 0,-3 4 2 0,0 0-9 16,-3 3-4-16,1-2-5 0,2 4 2 0,-2-4-7 16,-3 4 1-16,3 4-4 0,2-3-1 0,-7 4-2 15,11 0 4-15,-9 0-5 0,-2 6 2 0,3-4-2 16,1 1 1-16,-7 4-12 0,2-4 6 0,1 4-1 15,-3 0 2-15,-3-2-2 0,-1-2 4 0,-1 1-3 16,-1 1-3-16,-1-2 8 0,-5 1 3 0,1-1-1 16,-3-5 2-16,-2 1 3 0,-4-1 3 0,-2-1 1 15,-4-2-3-15,-1 0-3 0,1-2 0 0,-1 1-1 16,-8-5 0-16,12 5-21 0,0-2-11 0,-3-4-18 16,6 3-22-16,3-1-30 0,0 1-45 0,8 0-56 15,0-3-60-15,4 7-70 0,5-13-180 0,3 6-542 16,7-3 239-16</inkml:trace>
  <inkml:trace contextRef="#ctx0" brushRef="#br0" timeOffset="49807.43">20550 15184 91 0,'0'0'352'0,"0"0"1"16,0 0-3-16,0 0-6 0,0 0-25 15,15-4-22-15,-8-1-28 0,-7 5-32 0,9-1-21 0,5-1-18 16,-6 1-9-16,5-2-32 0,2 0-17 0,5 1-39 16,-2 2-43-16,5-3-52 0,-3 3-51 0,2 0-56 15,1 3-63-15,-2-1-66 0,-6-2-72 0,4 0-171 16,-1 0-512-16,-5 2 227 0</inkml:trace>
  <inkml:trace contextRef="#ctx0" brushRef="#br0" timeOffset="49991.65">20603 15366 46 0,'-7'3'282'0,"6"0"0"15,1-3-3-15,0 0 0 0,-10 6-6 0,10-6-23 16,0 0-19-16,0 0-21 0,16 2-26 0,-4 2-22 16,4-4-8-16,3 1-17 0,2-1-17 0,7 0-28 15,2 0-42-15,0 0-49 0,-2-1-66 0,7-3-78 0,-2-3-81 16,-7 3-210-16,6-7-469 0,-1-1 207 0</inkml:trace>
  <inkml:trace contextRef="#ctx0" brushRef="#br0" timeOffset="50373.97">21141 15106 149 0,'-10'-1'281'0,"10"1"-2"0,0 0-9 15,0 0-9-15,0 0-23 0,0 0-8 0,0 0-7 16,0 0-8-16,0 0-2 0,5 15-8 0,-5-15-7 16,10 10-8-16,1-2-11 0,-2-1-16 0,1 1-17 15,5 4-8-15,-1-3-19 0,0 1-5 0,1 1-13 16,-5 1-10-16,3 0-13 0,0 0-4 0,0-2-6 16,-3 4-9-16,0-4-14 0,0 5 3 0,-3-5-6 15,-2-1-5-15,1 3-16 0,-2-5 12 0,-1 2-3 16,-1 3 1-16,-2-5-8 0,0 1 0 0,0 3 0 15,-2-4 4-15,-5-1 7 0,4 1 6 0,-4 1 1 16,4-4 2-16,-5 3-6 0,3-3 1 0,0 0-3 16,0 3-2-16,5-7 4 0,-7 5-8 0,7-5-3 15,-1 3 0-15,1-3 4 0,-4 7 8 0,4-7 8 0,0 0-2 16,0 0 0-16,15 5-2 0,5-2-8 0,-7-1-5 16,7 3-11-16,-2-1-12 0,14-3-35 15,-1 4-43-15,6-2-55 0,9-3-54 0,-11 3-68 0,11-6-79 16,2 2-106-16,-15-2-233 0,4-2-720 0,1-1 319 15</inkml:trace>
  <inkml:trace contextRef="#ctx0" brushRef="#br0" timeOffset="50957.21">20014 16200 52 0,'-2'-3'359'0,"-5"-5"-1"16,7 8-13-16,-3-4-30 0,3 4-18 15,-1-7-23-15,1 7-33 0,0 0-25 0,0 0-21 16,0 0-15-16,0 0-20 0,4 20-13 0,-2-10-16 0,5-3-17 15,-1 5-9-15,1 1-7 0,0 2-9 0,-1 1-14 16,-2 2-5-16,2-1-8 0,1-2-2 0,1 2-6 16,-1 2-14-16,-1-5-10 0,-6 2-37 15,9 1-20-15,-9-3-31 0,6-4-30 0,-6 0-41 0,5 0-42 16,-3-5-55-16,-1 2-66 0,6-3-220 0,-7-4-554 16,0 0 245-16</inkml:trace>
  <inkml:trace contextRef="#ctx0" brushRef="#br0" timeOffset="51291.7">20001 16128 159 0,'-4'-1'341'0,"4"1"0"0,-5-7-11 0,5 7-6 16,-1-7-33-16,1 7-23 0,0 0-14 0,10-8-37 15,-10 8-8-15,13 0-24 0,2 8-19 0,5-2-18 16,1 2-14-16,2 5-20 0,4-1 8 0,-1 2-22 15,1 2-3-15,1 2-17 0,-3-1-12 0,-2 3-7 16,10 7-13-16,-15-1 1 0,4-2-4 0,-6 0-5 0,1-3-8 16,-6 0-4-16,-2 3-4 0,-3-6 0 15,1 0-6-15,-6-1 0 0,4 3-4 0,-11-2 3 16,6-2-2-16,-7-3 18 0,-4 1-19 0,-1-3-1 0,-1-2 0 16,-5 2-2-16,-2-2 2 0,-2-3 3 0,1 0-8 15,-7-3 11-15,4 3-10 0,6-1 2 0,-2-1-3 16,0-4 3-16,9 0-10 0,-2 0-4 15,-1 0-14-15,14 0-13 0,-16 0-18 0,16 0-34 0,-8-4-33 16,3-1-41-16,5 5-59 0,11-11-76 0,-1 6-310 16,3-5-651-16,6-2 288 0</inkml:trace>
  <inkml:trace contextRef="#ctx0" brushRef="#br0" timeOffset="51524.05">20668 16371 354 0,'0'0'403'0,"11"-4"-11"0,-8 1-18 0,7-1-22 16,-5 1-28-16,5-2-24 0,2-2-29 0,-4 5-23 16,7-3-24-16,0-1-23 0,0-1-12 0,5 0-28 15,0 5-10-15,-2-3-22 0,2 0-15 0,-2 5-26 16,-2-3-42-16,4-1-46 0,0 3-45 0,-3 1-37 15,-4 0-37-15,0-2-50 0,-3 2-56 0,-10 0-58 16,22 2-48-16,-14-2-181 0,-2 1-554 0,-6-1 246 16</inkml:trace>
  <inkml:trace contextRef="#ctx0" brushRef="#br0" timeOffset="51690.73">20772 16414 57 0,'-15'5'244'0,"5"-1"-15"16,-2-1-5-16,4 2-5 0,2-2-5 0,-1 0-9 15,7-3-2-15,-3 4-4 0,3-4 8 0,-4 7 3 16,4-7-14-16,12 12-16 0,-4-8-12 16,5-1-23-16,4 3-2 0,-2-2-27 0,11 1 2 0,2 1-41 15,2-2-41-15,0-2-52 0,1 1-56 0,-6 2-69 16,10-7-95-16,-5-1-252 0,0-2-528 0,-1-3 234 16</inkml:trace>
  <inkml:trace contextRef="#ctx0" brushRef="#br0" timeOffset="52157.34">21287 16161 58 0,'-9'-3'386'16,"9"3"-14"-16,0 0-9 0,-6-4-14 0,6 4-27 16,0 0-24-16,0 0-32 0,0 0-27 0,0 0-15 0,0 0-32 15,0 0-9-15,0 0-16 0,0 19-2 0,5-7-1 16,5 1-4-16,-2-1-6 0,3 6-15 15,3-2-10-15,-3 2-9 0,9 4-12 0,-5-3 1 0,2 3-21 16,1-3-9-16,-2 2-6 0,-1-3-4 0,-5-3-9 16,3 0-7-16,1-2-7 0,-4 2 1 0,3-3-9 15,-7-1-3-15,8-2-5 0,-11-2-2 16,2 1 0-16,-3-1-2 0,4 0-4 0,-6-2-4 0,0-5 2 16,5 5-4-16,-5-5 2 0,0 0 1 0,-11 9 2 15,11-9-6-15,-10 0-2 0,10 0-12 0,-20-2-13 16,7 2-23-16,-2-4-17 0,0 1-20 0,0 2-25 15,0-1-30-15,0-4-30 0,0 3-19 0,2-2-23 16,5 2-23-16,-6-1-32 0,6 0-47 0,5-3-43 16,-2 2-237-16,-2-6-628 0,4 0 278 0</inkml:trace>
  <inkml:trace contextRef="#ctx0" brushRef="#br0" timeOffset="52607.1">21426 16170 131 0,'0'0'389'0,"0"0"6"0,1-9 4 0,-1 9 1 16,0 0-6-16,5-3-8 0,-5 3-16 0,0 0-26 0,9-3-33 15,-9 3-31-15,8-3-28 0,3 3-26 0,-7-5-19 16,11 5-22-16,-15 0-20 0,21-1-18 0,-8 1-15 16,7 1-11-16,-10 3-11 0,7-1-14 15,1-3-10-15,-2 4-11 0,-2-1-5 0,2 2-9 0,1 0-7 16,-2 2-5-16,-5-3-6 0,4 2-6 0,-2 0-4 15,0-2-9-15,-2 3-2 0,-4-3-5 0,2 2-4 16,1 0-3-16,1 0 1 0,-5 0-3 0,1-2-4 16,-1 4 1-16,-3-1-1 0,1 1 0 0,2-1 2 15,0 2-6-15,-5-1 1 0,2-1-1 0,-2 1 1 16,0 2-1-16,5-1 2 0,-4 2-3 0,-1-2 4 16,2-2-1-16,5 8-1 0,-1-8 2 0,-1 3-1 15,-1-1 4-15,7 3-2 0,6-3 0 0,-9 2 1 16,5-6-1-16,2 3 2 0,-2-2-2 0,-1-5 1 15,3 2 2-15,0-3-2 0,-2 0 2 0,0-3-1 16,2 2 1-16,-5-3-1 0,5-3 1 0,0-1-2 16,-5-3 0-16,-2-1 0 0,-1-3-4 0,-4 0-5 15,-3-2 0-15,0-2-6 0,0 1 1 0,-10 1-7 0,7-1-11 16,-6 4-14-16,3 0-12 0,-4 2-21 0,0 0-29 16,-2-2-31-16,-1 5-48 0,2 2-41 15,-9 2-45-15,3 2-46 0,-1 2-81 0,0-2-327 0,-2 7-783 16,2-2 347-16</inkml:trace>
  <inkml:trace contextRef="#ctx0" brushRef="#br0" timeOffset="54307.07">23670 16611 11 0,'-8'-11'233'0,"-1"1"-14"16,-2-2-16-16,-4 4-14 0,5 4-14 0,-3 1-15 15,-4 5-13-15,-1 2-1 0,-5 5-5 0,-4 1-6 16,-4 10-6-16,1 4-10 0,0-2-5 0,1 9-8 16,-3-1-9-16,6 2-6 0,7-5-6 0,1 2-6 15,3 8-6-15,5-5-5 0,2-2-6 0,3-3-11 16,5 4 0-16,0 0-5 0,10-3-3 0,0-1-3 15,2 0-4-15,2-3-1 0,8-2 0 0,3-3-3 16,1-6-2-16,4 1 1 0,0-7-11 0,5-2 4 16,1-5-2-16,9-4 0 0,-10 3-3 0,9-11-2 15,-12-2-3-15,11-2 0 0,-5 1-2 0,-8-5 2 16,3-10 0-16,-7 8-3 0,1-10 8 0,-11 5 4 0,4 0 4 16,-10 0 2-16,2-2-1 0,-11 0 1 0,-7-3 1 15,-1 2-2-15,-3-1 0 0,-5 4-6 0,-13-8 0 16,0 6-4-16,5 4 0 0,-9-3-3 0,2 10-5 15,2 5 0-15,0-3 3 0,0 6-5 0,-2 1-6 16,7 3-16-16,2 1-23 0,-1 5-15 0,1 3-28 16,4 2-34-16,5 6-35 0,-3-3-58 15,12 0-62-15,3 7-210 0,3-8-519 0,2 10 230 0</inkml:trace>
  <inkml:trace contextRef="#ctx0" brushRef="#br0" timeOffset="54641.42">24541 16484 18 0,'-7'-17'356'15,"5"-2"-7"-15,-4-1-11 0,-1 6-9 0,-1-2-15 0,1 1-15 16,-1 0-30-16,1 7-27 0,-1 0-23 15,1 1-30-15,-6 7-20 0,-3 3-20 0,-1 5-13 0,-3 1-16 16,-5 9-11-16,2 3-12 0,-5 8-10 16,-7 5-9-16,6 1 2 0,0 1-16 0,6 3 3 0,2-1-14 15,-1 0 5-15,1-1-8 0,6 4-6 16,3-5 0-16,2-5-7 0,5-1 2 0,2 2-8 0,3 1-4 16,8 4 0-16,-1-10 0 0,6 0-4 0,2 0 3 15,2-1 1-15,4-2-13 0,17 3-3 0,-5-3 2 16,-1-10-5-16,9 3-42 0,-1-2-31 0,1-7-33 15,-3-2-43-15,-5-5-53 0,0-2-60 0,14-5-68 16,-4 0-267-16,-2-8-636 0,-9 1 281 0</inkml:trace>
  <inkml:trace contextRef="#ctx0" brushRef="#br0" timeOffset="55273.67">24810 16653 30 0,'-5'-11'299'0,"5"1"-12"0,0 1-2 0,-3-2-14 0,0 3-14 16,-1-4-19-16,8 3-12 0,-11-1-26 0,6-2-7 16,1 5-12-16,-2 1-18 0,2-4 1 15,0 3-16-15,0 0-15 0,-5 2-11 0,5 5-7 16,5-12-12-16,-5 12 1 0,0-7-17 0,0 7-3 0,2-8-9 16,-1 4-9-16,-1 4-5 0,0 0-8 0,13-4-6 15,-4 4-4-15,-9 0-7 0,15 4-5 0,-1 2-2 16,1 2-2-16,7-1-5 0,-9 0-1 0,9 6-2 15,1 0-1-15,-2 1-2 0,3 3-2 0,-3-2-8 16,-4 2-2-16,1-5 6 0,-2 9-7 0,1 2 2 16,-2-3 4-16,-2 3-9 0,-1-5 1 0,-2 4-2 15,-2-2 3-15,-5-1 7 0,0 7-12 0,-3-7 2 16,-1 8-3-16,-4-4-1 0,5-2 4 0,-7-2 1 16,-1 0-5-16,3-3-1 0,-5-1 5 0,0 0 2 15,-1 0-8-15,-4-3 6 0,3-3-1 0,-5 2 6 16,3-4 8-16,-1 1 23 0,6-4 35 0,-2 0 19 15,-1-2 16-15,4 0 23 0,-5-1 21 0,6 2 12 16,7-3 7-16,-15-4 2 0,15 4-5 0,-8-4-9 16,8 4-14-16,-5-8-6 0,5 1-17 0,0 7-9 15,5-8-13-15,2 1-6 0,1 2-13 0,0 1-10 16,5 0-12-16,2 1-2 0,8 0-10 0,-6 1-11 16,3 2-11-16,8 0-8 0,-7 2-14 0,6-2-13 0,1 3-20 15,2 1-15-15,5 1-18 0,-14-3-19 0,7 3-24 16,-3-2-27-16,2 1-36 0,-3-3-27 15,0 2-18-15,-6-1-22 0,-2-7-33 0,1 4-34 0,-4-1-48 16,4-4-44-16,-7 0-287 0,-2-8-743 0,2 1 329 16</inkml:trace>
  <inkml:trace contextRef="#ctx0" brushRef="#br0" timeOffset="55923.65">25247 16092 48 0,'0'-9'318'0,"0"9"-17"0,0 0-22 0,0 0-24 15,0 0-23-15,-8-5-16 0,8 5-23 0,0 0-19 16,0 0-17-16,0 0-13 0,0 0-1 0,17 22 4 15,-12-17 13-15,3 9-8 0,5-2-8 0,-3 4-2 16,5 1-10-16,3-3-11 0,0 5-15 0,4 1-10 16,-1-1-8-16,1 0-9 0,3-2-4 0,-7 2-9 15,-3-4-9-15,1 0-12 0,-1 1 3 0,0-3 9 16,-7 2-24-16,6-3-1 0,-6 2 3 0,-1-6 2 16,-6 4-20-16,6-2 10 0,-7-3-13 0,3 2 4 15,-6-1 1-15,3-3 0 0,0-5-7 0,-8 11 9 16,1-7-6-16,-6-2 6 0,4-1-3 0,-5-1-5 15,-1-1 6-15,-7-1-11 0,4-2-6 0,-4-2-27 0,1 1-26 16,-4 0-25-16,4-3-29 0,-1-3-29 16,2 4-35-16,-1-1-37 0,6-5-64 0,3 6-63 15,1-1-198-15,2-7-576 0,3 7 255 0</inkml:trace>
  <inkml:trace contextRef="#ctx0" brushRef="#br0" timeOffset="56408.01">25352 16059 109 0,'0'0'369'0,"0"0"-10"0,0 0-11 16,3-8-24-16,-3 8-36 0,7-2-29 0,-7 2-23 16,9-7-12-16,-9 7-39 0,15 0-12 0,-1 0-21 15,2 2-16-15,1 4-10 0,1-2-17 0,0 0-8 16,4 0-14-16,-1 0-6 0,1 1-13 0,1 1 1 15,-2-2-13-15,-4 4 8 0,3-4-11 0,1 1-17 16,-4-3-4-16,-4 3 1 0,2 0-2 0,-3-2-11 16,-4 1-3-16,3-2 3 0,-2 3-5 0,-4-2-2 15,1-3-2-15,-6 0-3 0,5 5 0 0,-1 2 1 0,-4-7-6 16,1 5-3-16,-1 2 6 0,0-7-4 16,0 10-2-16,-1-1 2 0,-1-5-4 0,0 7 3 15,2-3-2-15,-3 0 4 0,3 1-1 0,0 2-1 0,0 0 1 16,3-1-2-16,-1 2 0 0,5 1 9 15,1-4-8-15,-3 5 3 0,6-2-1 0,-2 0 2 16,6-3-4-16,-2 5 5 0,5-8-1 0,-1-1-3 16,-1 4 2-16,7-6-1 0,-6 2 2 0,3-3-5 0,-5-2 1 15,6-3 4-15,-1-2-9 0,-5-2 5 0,-2-2 0 16,-3-1-3-16,-2-5 3 0,4 3-1 0,-9-3-1 16,5 2-2-16,-8-2 1 0,0-4-3 15,-8 2 13-15,0-1-14 0,1 2-2 0,-8-3 4 0,1 3-5 16,4 5 5-16,-9-4-1 0,3 8-15 0,1-1-17 15,-5-4-23-15,7 7-17 0,0 3-25 0,1 2-24 16,-3 0-35-16,7 2-43 0,-2 2-54 0,0-3-279 16,2 4-580-16,1 2 258 0</inkml:trace>
  <inkml:trace contextRef="#ctx0" brushRef="#br0" timeOffset="56923.85">26219 16117 441 0,'-3'-9'459'0,"3"9"-18"16,0 0-24-16,0 0-25 0,0 0-33 0,-4-7-33 15,4 7-30-15,0 0-32 0,0 0-25 0,0 0-20 16,0 0-25-16,19 16-29 0,-15-8-13 0,6 4-14 16,2 3-14-16,10 6-11 0,-1 3-10 0,-4-3-10 15,2 6-9-15,5 6-9 0,0 3-17 0,-4 0 4 16,0 1-9-16,-3-1-5 0,3 5-5 0,-7-3-3 16,-2 2-7-16,1 1-2 0,-5-1-5 0,-1-2-1 15,-7-9-3-15,2 3-5 0,-1-2 1 0,-10 0-1 16,5 0-1-16,-6 3-6 0,-2-3-3 0,3-4-10 15,-10 1-18-15,3 0-28 0,1-7-21 0,-4 3-31 0,-2-5-34 16,6 0-30-16,-6-2-29 0,-1-1-37 0,-3-1-43 16,9-5-63-16,-3 0-337 0,5-3-729 15,-3-2 322-15</inkml:trace>
  <inkml:trace contextRef="#ctx0" brushRef="#br0" timeOffset="57473.63">27103 16661 82 0,'0'0'427'0,"3"-3"26"16,-3 3-12-16,0 0-15 0,0 0-12 0,0 0-19 15,0 0-15-15,3-7-18 0,-3 7-22 0,0 0-16 16,0 0-24-16,0 0-27 0,0 0-28 0,12-4-25 16,-12 4-26-16,5-3-22 0,5 1-17 0,-10 2-15 15,16 0-19-15,-6 2-17 0,4-2-27 0,2 3-32 16,2-3-37-16,7 4-39 0,-10-4-33 0,0 2-50 16,6 3-56-16,1-4-35 0,-7 1-42 0,-2 0-49 15,4 6-55-15,-9-6-43 0,7 2-311 0,-9-4-763 0,-6 0 338 16</inkml:trace>
  <inkml:trace contextRef="#ctx0" brushRef="#br0" timeOffset="57674.25">27103 16844 211 0,'0'0'259'0,"-7"4"2"0,7-4 7 15,0 0 11-15,3 4 4 0,-3-4-4 0,10 5-19 16,-3-3-19-16,3-1-11 0,2 5-26 0,6-1-20 15,-2-1-21-15,2-1-15 0,7-3-15 0,-8 4-19 16,4-4-16-16,-1 4-47 0,7 0-43 0,-7-4-53 16,-2 3-61-16,5-3-75 0,10-2-95 0,-15 2-235 15,4-5-555-15,1 1 246 0</inkml:trace>
  <inkml:trace contextRef="#ctx0" brushRef="#br0" timeOffset="70156.45">28245 16732 264 0,'-12'0'299'0,"12"0"5"0,0 0 1 0,0 0 7 15,-11-1 17-15,11 1 10 0,0 0 8 0,0 0-1 16,0 0 2-16,0 0-6 0,-7-4-17 15,7 4-26-15,0 0-26 0,15-11-23 0,-3 8-24 0,2-2-30 16,18-2-14-16,13-4-18 0,11 2-17 0,25 1-14 16,3 1-12-16,14 0-13 0,1-1-13 0,9 4-15 15,43-1 0-15,2 5-8 0,-5 8-11 0,12-5-3 16,-4 5-9-16,4 5-2 0,1-1-6 0,-9 3-3 16,5-3-4-16,-54-1-4 0,48 2-5 0,-47 2-2 15,2 0-3-15,41-6-6 0,-51-2-10 0,4 4-18 16,-11-4-21-16,-8-7-26 0,-26 2-24 0,-2-4-27 15,-7-2-37-15,-3-2-27 0,-13 1-52 0,-12-2-46 16,0 2-62-16,-5-5-84 0,-6 4-387 0,-5-8-874 16,1 2 387-16</inkml:trace>
  <inkml:trace contextRef="#ctx0" brushRef="#br0" timeOffset="109727.16">8683 12441 109 0,'-9'-6'234'0,"9"6"-4"0,-8-5-1 0,8 5-9 0,-5-4-8 15,5 4-8-15,0 0-12 0,-8-7-15 0,8 7-8 16,0 0-10-16,0 0-10 0,0 0-9 0,0-7-10 15,0 7-12-15,0 0-8 0,0 0-9 0,0 0-3 16,0 0-13-16,0 0-3 0,0 0-7 0,0 0-7 0,0 0-4 16,0 0 4-16,0 0 4 0,0 0 0 15,0 0-4-15,28 3-6 0,-18-4-6 0,8-1-11 16,-1 4 0-16,4-4-2 0,1 1-7 0,9-5-5 0,-1 4 0 16,6-1-10-16,-4 2 1 0,3 0 1 0,-1-4 2 15,-4 4-4-15,3-3-9 0,0 4 2 16,-3-3-5-16,2 2 1 0,-3 1 1 0,3-3 0 0,-6 3-10 15,-9 0 7-15,9-1 2 0,-9 1-5 0,4-2 0 16,1 2 4-16,-6 0-3 0,-1-2-2 0,-1 2 2 16,-1-3-1-16,-3 1 0 0,3 2-3 0,-5-2 0 15,1-1-1-15,-1-2 4 0,2 4-1 0,-10 1 0 16,13-3-1-16,-8 0 2 0,-5 3-1 0,12-3-2 16,-12 3-2-16,9-2 1 0,-9 2-1 0,7-4-2 15,-7 4 4-15,8-1-2 0,-8 1 4 0,0 0-1 16,0 0-5-16,12-2 2 0,-12 2 0 0,0 0 1 0,0 0 1 15,0 0-6-15,10-3 0 0,-10 3-2 0,0 0 3 16,8 0 5-16,-8 0-1 0,0 0 2 16,0 0-6-16,0 0 4 0,0 0 1 0,0 0-2 0,15 3 0 15,-15-3-6-15,7 2 7 0,-7-2-7 0,0 0 10 16,0 0-1-16,11-7 2 0,-11 7-5 0,0 0-1 16,5-3-1-16,-5 3 8 0,0 0-7 0,0 0 6 15,0 0-2-15,0 0-5 0,0 0-1 0,0 0 8 16,0 0-10-16,13 8 6 0,-13-8-5 0,0 9-2 15,0-3 4-15,2-2 1 0,-2 4-4 0,5-1 5 16,-5 2-2-16,0 2 2 0,0 0 0 0,0 2-2 16,0 5 4-16,0-2 0 0,2 3-1 0,-2-3-1 0,0 3-1 15,5 0 1-15,-5 1 5 0,0 6-6 0,1-1 0 16,-2-3 4-16,2-3 2 0,-1 7-4 16,0-9 6-16,2 6-5 0,-2-4 2 0,5 0-1 0,-5 1 2 15,2-1-4-15,3-3 8 0,-4 3-3 0,-1-3 2 16,0 0-3-16,4-1 3 0,1 1-7 0,-5-4 13 15,4 3-9-15,-2-3 1 0,6 0 0 0,-8-2-1 16,2 2-3-16,1-4 7 0,4 0-1 0,-5-1 15 16,3 1 8-16,-4 3 0 0,1-6 4 0,3 3-14 15,-3-4 2-15,-2 4-2 0,5-5-9 0,-5 4 7 16,0-7-7-16,1 7 1 0,-1-7 0 0,7 5 4 16,-7-5-8-16,1 5-1 0,-1-5-3 0,0 7 1 15,0-7 5-15,0 5-10 0,0-5-2 0,7 6 6 16,-7-6-2-16,0 4 1 0,0-4 1 0,0 0-3 15,-7 8 2-15,7-8-2 0,0 0 0 0,7 6 5 0,-7-6 6 16,0 0-5-16,-7 8-7 0,7-8 4 0,0 0 6 16,0 0-9-16,-8 5 1 0,8-5-4 0,-1 4 4 15,1-4 1-15,-5 4-4 0,5-4 7 0,0 0-1 16,-9 4-7-16,3 0 2 0,6-4-1 0,-9 1 3 16,9-1 0-16,-5 5-4 0,5-5 1 0,-14 2-7 15,14-2 12-15,-9 3-8 0,1-1 12 0,1 4-15 16,7-6 2-16,-6 8 7 0,-1-7-7 0,5 3 7 15,-4-1 1-15,6-3-5 0,-8 7 0 0,1-3 1 16,4 0 1-16,-2 1-1 0,5-5-1 0,-7 7-5 16,4 0 4-16,-1-3 4 0,4-4-3 0,-3 8-2 15,3-8 2-15,-5 5-1 0,2-2 1 0,3-3 3 0,0 0-2 16,0 0 9-16,-5 7-6 0,5-7-2 0,0 0-3 16,0 0 10-16,0 0-5 0,-7 4 25 0,7-4 1 15,0 0-2-15,0 0 0 0,0 0 3 0,0 0-7 16,0 0 2-16,0 0-8 0,0 0 6 0,0 0-6 15,0 0-1-15,0 0-2 0,0 0 1 0,0 0-2 16,0 0 0-16,-8-12-3 0,8 12-1 0,0 0 2 16,0 0-5-16,0 0-2 0,0 0 5 0,-23 0-5 15,23 0-4-15,-13 1 0 0,13-1 0 0,-20-1 2 0,8 2 1 16,-1-1 2-16,-7 0-13 0,3 4-4 16,-2-4 8-16,0 0 1 0,-2 0-1 0,-7 0 6 15,5-4 16-15,-6 8 8 0,0-8-4 0,-3 3 4 0,12 1 3 16,-5 0 0-16,4 0-3 0,-2 0-1 0,-4-2 0 15,6 2-8-15,3 0 4 0,-2 0-5 16,3 0 0-16,-3 2 2 0,7-2-6 0,3 1-1 0,-3-1-5 16,13 0 8-16,-22 0-1 0,16 0-7 0,-3 4-2 15,9-4 6-15,-14 3-8 0,14-3 2 0,-14 1 0 16,9 5-2-16,5-6 1 0,-11 0 0 0,11 0 0 16,-12 1 0-16,12-1 3 0,-6 4 4 0,6-4-13 15,-10 1 6-15,10-1-4 0,-9 4 2 0,9-4 6 16,-8 3-3-16,8-3-3 0,0 0-1 0,-10 5 2 15,10-5-5-15,0 0 6 0,-11 3 0 0,11-3-2 16,-7 3-1-16,7-3-3 0,0 0 2 0,0 0-1 0,-12 3 4 16,7 0-7-16,5-3 4 0,0 0 4 0,0 0-2 15,-6 3 0-15,6-3 0 0,0 0 1 0,-7 6 2 16,7-6-3-16,0 0-5 0,0 0 9 0,0 0-5 16,0 0 1-16,0 0 6 0,0 0-3 0,0 0 2 15,0 0 5-15,0 0 9 0,-13-9 5 0,13 9-3 16,0 0 2-16,-2-6 0 0,2 6 7 0,-1-6-2 15,1 6 4-15,0-10-2 0,0 2 3 0,0 1-3 16,0-1-4-16,-2 1 2 0,4-1-1 0,-2-3-1 0,1-1-2 16,-1-4-1-16,0-2-2 0,2 0-2 15,-2-1-3-15,7-8 2 0,-6-2-7 0,-1-1 0 16,0 5-2-16,2-2-1 0,-2-4-2 0,0 4 2 0,-2 2-1 16,-3-1-1-16,2 1-2 0,1 1-1 0,-1 1 3 15,3 4-3-15,-7-6-1 0,4 6-1 16,0 1 0-16,1 1-1 0,-1 2 1 0,1 1-1 0,-4-3 2 15,4 9-2-15,2-1 2 0,-5 1-3 0,5-2 1 16,0 2-2-16,-2 0-4 0,2 8 0 0,0-7-2 16,0 7 0-16,0-8-1 0,0 8-20 0,0 0-31 15,0 0-32-15,0 0-34 0,0 0-43 0,0 0-38 16,0 0-32-16,17 15-58 0,-17-8-70 0,5 2-88 16,-2-4-249-16,0 3-761 0,1-3 337 0</inkml:trace>
  <inkml:trace contextRef="#ctx0" brushRef="#br0" timeOffset="113544.18">9537 12743 160 0,'0'-8'263'15,"5"1"-5"-15,-5 0-3 0,3 2-3 0,-3 5-10 16,7-11-11-16,-7 3-7 0,0 4-5 0,1-2-7 15,-1 6-8-15,5-8-7 0,-5 8-13 0,2-5-17 16,-2 5-21-16,0 0-8 0,3-7-19 0,-3 7-14 16,0 0-17-16,0 0-7 0,0 0-1 0,0 0-10 0,-18 24-7 15,10-14-3-15,-6 3-3 0,3 2-5 0,-7 8-8 16,1-3-6-16,-1 5 2 0,-2 0-7 16,-2-1 2-16,3-2-6 0,0 4-8 0,-2-2 13 0,-2-1-9 15,3-3-5-15,-2 2-2 0,1-2-7 0,-1 4-5 16,7-12 3-16,2 5-14 0,-2-4-34 0,5 4-26 15,0-3-27-15,-1-1-26 0,6-3-34 0,-7-2-36 16,7 1-38-16,5-3-40 0,0-2-43 0,0-4-196 16,0 8-548-16,0-8 243 0</inkml:trace>
  <inkml:trace contextRef="#ctx0" brushRef="#br0" timeOffset="113911.77">9406 12528 135 0,'-2'-6'239'0,"4"-3"-5"15,3 1-4-15,-5 8-7 0,0-9-6 0,0 9-13 16,0-8-19-16,0 8-17 0,0 0-18 0,2-4-7 15,-2 4-20-15,0 0-10 0,0 0-1 0,0 0 9 16,-15 20-7-16,5-5-1 0,1-3-5 0,-4 6-7 16,0-5-5-16,-5 10-6 0,0 1-6 0,-4-1-3 15,0 0-4-15,4 3-3 0,-8-2-5 0,-4 4-10 16,8-5-3-16,-7 10-5 0,6-12-8 0,1 2 4 16,-1 0-13-16,1-1 0 0,1-5-1 0,3 6-6 15,-2-7-2-15,5-1 2 0,0 2-6 0,2-2-2 16,-2-3-14-16,7-2-27 0,1-2-26 0,-1 3-20 15,3-3-30-15,1-1-30 0,-2 0-28 0,6-2-34 16,0-5-43-16,0 0-40 0,0 7-206 0,0-7-518 0,0 0 230 16</inkml:trace>
  <inkml:trace contextRef="#ctx0" brushRef="#br0" timeOffset="114277.34">9070 12480 32 0,'0'0'239'0,"0"0"-12"16,-5-12-12-16,5 12-12 0,-5-3-16 0,5 3-17 16,0 0 0-16,0 0-3 0,-23 9-5 0,13-2 0 15,-3 5-4-15,-4-2-4 0,-3 2-2 0,-1 4-6 16,-1 3-7-16,1 1-10 0,-3 1-13 0,-4-1-7 16,4 1-16-16,-3-2-6 0,4 4-9 0,0-3-4 15,0 2-14-15,-1-3-3 0,5 1-1 0,-1 0-10 16,8-3-15-16,-1-5-31 0,3 6-29 0,-2-6-42 15,6 3-45-15,6 0-60 0,0-7-58 0,0 0-266 16,0 3-539-16,6-7 238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9T09:26:57.75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3169 2040 98 0,'-3'-11'298'0,"-2"4"-10"0,5-5-11 0,-7 5-12 0,4 1-16 15,0-2-5-15,1 5-20 0,2 3-20 0,-8-8-17 16,8 8-22-16,0-7-18 0,0 7-18 0,0 0-13 16,0 0-9-16,0 0-6 0,2 24-12 0,-2-11-10 15,4 3-4-15,-4 7-10 0,4 1-4 0,-1 2-10 16,-1 2 0-16,1 2-9 0,2 2-2 0,-5-1-4 15,5 7 2-15,-5-3-9 0,0-4-4 0,2 9-1 16,-2-14 0-16,-2 2-3 0,-1-2-3 0,3 1-1 16,-2-8-5-16,2-2-9 0,0-2 0 0,-5-3-6 15,3-3 4-15,2-1 0 0,-1-1 3 0,1-7 4 16,-2 6-6-16,2-6 0 0,0 0 3 0,0 0-4 16,0 0 4-16,2-27-3 0,1 12 0 0,-3-3-1 15,5-7 2-15,-3-4 0 0,3-8 1 0,-2-4-5 0,2-3-3 16,0 9 5-16,-2-8 2 0,2 1-7 0,-2 2 5 15,1 10 16-15,-1-1 25 0,-3 2 9 16,3 2 21-16,1-5 8 0,-1 8 21 0,-3 5 0 16,0-1 12-16,0 5 9 0,2 0-4 0,-2 3-1 0,0 4-7 15,3-3-10-15,-3 3-5 0,0 1-11 0,3-1-13 16,-3 8-5-16,2-5-11 0,-2 5-1 0,0 0-4 16,13 0-9-16,-13 0-5 0,15 12-1 15,-3 1-5-15,3 2-4 0,-1 6-3 0,3 3 0 0,1-3-6 16,4 18 2-16,-1-2-3 0,1-2-2 0,-1 3 0 15,-4-1-2-15,8-1-11 0,-5-1-12 0,-1-1-9 16,-4-4-25-16,-3-3-16 0,1 0-14 0,-1-1-29 16,-1-1-18-16,-1-7-13 0,-1 0-5 0,-1 0-15 15,-5-6-5-15,2-2-14 0,2-5 2 0,-6 5-1 16,-1-3-13-16,0-7-43 0,0 5-34 0,0-5-32 16,0 0-21-16,0 0-190 0,-13-22-546 0,8 14 242 15</inkml:trace>
  <inkml:trace contextRef="#ctx0" brushRef="#br0" timeOffset="199.98">3279 2322 109 0,'-5'1'187'0,"0"6"3"16,-2 0-5-16,7-7-7 0,-8 8-3 0,3-3 3 16,0-3-20-16,1 3-14 0,4-5-14 0,-3 8-7 15,3-8-10-15,3 11-14 0,1-8-9 0,1-2-2 16,3 4-14-16,0-3-8 0,6-4-6 0,2-3-13 15,4 5-8-15,-3-1-24 0,4-2-25 0,1-1-36 16,6-3-43-16,0-1-41 0,2-3-30 0,-6 3-29 16,6 0-115-16,-12 1-330 0,7-6 146 0</inkml:trace>
  <inkml:trace contextRef="#ctx0" brushRef="#br0" timeOffset="883.45">3707 1877 126 0,'0'-11'293'0,"-8"3"4"0,6 3-6 0,-4-5 2 15,6 6-17-15,0 4-17 0,-7-8-29 0,7 8-19 0,0 0-26 16,-3-7-37-16,3 7-17 0,0 0-14 0,0 0-12 16,0 0-9-16,-5 18-2 0,5-7-14 15,0 1-10-15,0 3-6 0,0 2-9 0,0 3-9 0,5 4 2 16,-2 3-4-16,-1 2-7 0,3-2-5 0,3 4-7 15,0-4-17-15,4 1-12 0,-2 1-9 0,5-2-13 16,5 0-6-16,-4-3-9 0,7-3-7 16,-5-2-5-16,6-1-15 0,-8-4-10 0,7 1-4 0,5-3-9 15,2-6-10-15,-2-2-9 0,2-4 7 0,0 0-3 16,0-3 6-16,-4-2 9 0,4-3 12 0,1 0 3 16,-4-2 9-16,-4-2 11 0,2-4 5 0,-10 2 7 15,1 1 10-15,1 1 10 0,-7-3 18 0,0 3 19 16,-4-2 11-16,1 4 22 0,-7-1 7 0,0 0 3 15,-2-1 4-15,-4 5 2 0,-1-2-2 0,-3-2-5 16,-3 7 1-16,-2-2 3 0,2 1-2 0,-9 3-1 16,4-3 1-16,-3 10-4 0,-8-5-3 0,0 1-2 15,7 0-5-15,2 2-4 0,4 2-6 0,-7-1-2 16,8-2 8-16,-2 6-15 0,7-4-3 0,-5 0-5 16,7 1 1-16,5-1-1 0,-2-1-3 0,-2 2-1 15,4 1-1-15,0 0 0 0,3-6 0 0,13 10 0 16,-7-5-4-16,4 2 7 0,7 4-7 0,1-7-4 15,-1 4 3-15,4 1 6 0,6 6-15 0,-3-3 3 16,5 5-3-16,2-4-1 0,-1 2-1 0,-2 0 3 16,-5 6-3-16,4 1-3 0,-3-1 4 0,6 5 1 15,-7 0 0-15,-3-1 4 0,-6-1-2 0,0 3-3 16,3 3 7-16,-5 0-7 0,-4 1 1 0,0 0 0 16,-1-3-2-16,-1 2 3 0,-4-2 2 0,-2-1 3 15,0-3 10-15,0 3 4 0,0-1 6 0,-2-10 6 0,-4 3 12 16,4-3 2-16,-3-5 14 0,5 2 16 0,-7-4 21 15,7-3 21-15,-1 0 15 0,1 0 31 16,0-6 22-16,-7 6-3 0,7-6-15 0,0 0-21 16,0 0-11-16,-13-14-12 0,5 4-17 0,1-1-14 0,-1-5-33 15,0-10-43-15,1 1-51 0,0-2-61 0,-1-12-58 16,3-3-52-16,0 1-49 0,0 2-66 0,5-5-34 16,-5 3-283-16,10 10-692 0,-5 0 306 15</inkml:trace>
  <inkml:trace contextRef="#ctx0" brushRef="#br0" timeOffset="1516.62">4507 2179 86 0,'6'-4'152'0,"-2"-4"22"0,1 5 10 0,1-1 7 0,-6 4-7 15,2-5-10-15,-2 5-14 0,0 0-15 0,8-4-16 16,-8 4-16-16,0 0-13 0,0 0-10 0,0 0-11 16,0 0-6-16,0 0-7 0,2 13-7 0,1-3-8 15,-6 0-3-15,3-1-4 0,-2 6-6 0,4-2-3 16,-4 7 3-16,4-1-7 0,1 1 2 0,0-4-8 15,2 6-5-15,-1-6 9 0,2 0-10 0,1-1-4 16,0 0 0-16,-1 0-5 0,4-7-9 0,-5 1-7 16,5-2-4-16,-3-3-17 0,4-3-10 0,-3 1 3 15,2-2-16-15,-10 0-4 0,20-10-8 0,-10 6 8 16,5-5-3-16,-5-3-1 0,0 0 1 0,-2-3 3 16,0 1 2-16,-1-2 4 0,0 1 9 0,-1-2 16 15,-6 4 15-15,0-2 17 0,0-2 12 0,0 4 22 16,-5 2 12-16,4-1 11 0,-1 2 9 0,2 1 4 15,-5 0 6-15,3 2 8 0,-3-3-4 0,4 5-9 16,1-2-7-16,0 7-5 0,0-7-9 0,0 7-7 16,-3-6-9-16,3 6-3 0,0 0-6 0,0 0-6 15,0 0 3-15,9-4-7 0,-9 4-3 0,0 0 1 16,24 4-1-16,-16 0-4 0,5 0-4 0,2 0-4 16,5 4 4-16,-4-4-4 0,-1 5-11 0,5 0 0 15,2 0-6-15,-6 0-2 0,1 5-4 0,-1-6-4 0,-2 6-2 16,2-6-2-16,-6 2 3 0,0-1-2 0,-2-1-4 15,-1 1 0-15,-2-2 2 0,3-1 1 16,-6 4 9-16,-2-5-2 0,0-5 2 0,0 6 4 16,0-6 0-16,0 0 4 0,-8 5 4 0,8-5 11 0,0 0 9 15,0 0 7-15,0 0 1 0,-17-16-1 16,14 9-2-16,3-2-3 0,0 3 1 0,3-6-5 16,-1 1 0-16,6-1-1 0,-6 0-1 0,9-3-5 15,-6 3 0-15,0 2 1 0,5-4 1 0,0 7 1 0,-2-1-1 16,-1 1 1-16,1 2-7 0,0 2-3 0,1-1-2 15,2 4 0-15,-11 0-2 0,15 0 3 0,-2 4-2 16,-3-1-2-16,-3 5 1 0,1-2 2 16,5 6 0-16,-4-2-2 0,2 4 3 0,-1-2-2 0,0 0 2 15,2 4 1-15,-2 1 1 0,1-2 0 0,-1-2-21 16,-1 4-23-16,2-6-26 0,-3 0-35 0,1 0-46 16,-3-6-40-16,3 2-47 0,-1-1-169 0,-5-3-434 15,-3-3 192-15</inkml:trace>
  <inkml:trace contextRef="#ctx0" brushRef="#br0" timeOffset="1767.7">5394 1816 341 0,'0'-4'413'0,"0"4"-10"0,0-8-15 16,0 8-25-16,-5-9-30 0,5 9-39 0,0 0-36 15,-5-4-29-15,5 4-23 0,0 0-22 0,0 0-19 16,0 21-17-16,2-14-17 0,6 8-8 0,-8 2-13 16,5 1-10-16,0 1-15 0,-2 7-6 0,4 1-36 15,1 0-24-15,0 0-27 0,-1 0-38 0,1-2-29 16,-1-1-17-16,4 2-43 0,-7-10-32 0,4 7-27 16,-3-4-44-16,5-3-29 0,-5-6-24 0,3 0-193 15,-3-2-524-15,3-4 232 0</inkml:trace>
  <inkml:trace contextRef="#ctx0" brushRef="#br0" timeOffset="2602.25">5626 1728 208 0,'-4'-14'345'0,"3"2"3"16,-1 5 7-16,2-1 1 0,-5 1-23 15,5 1-26-15,0 6-29 0,-2-7-31 0,2 7-29 16,-1-7-29-16,1 7-15 0,0 0-19 0,0 0-17 0,3 20-19 15,2-8-4-15,-2 3-14 0,4 4-7 0,-1 5-12 16,-4 3-8-16,3 3-9 0,3-1-4 0,-1 0-9 16,3 2-7-16,-5-3-3 0,3 2-5 0,4 2 0 15,-4-5-14-15,0 0-17 0,1-3-7 0,-3-5-9 16,2-1-3-16,-1-1-3 0,-5-7 5 0,8 2 0 16,-7-4 4-16,4 1 6 0,-4-6 1 0,2 0-2 15,-5-3 3-15,0 0-1 0,15-8-1 0,-15 0 5 16,5 1-3-16,-4-3 10 0,-1 0 5 0,7-5 8 15,-5-4 10-15,3 7 11 0,-4-7 2 0,4 4 2 16,-1 0 8-16,-4 5 11 0,5-4 0 0,-4 3-1 16,-1 6-6-16,5-3-6 0,-2 1-6 0,-3 0-11 15,0 7-10-15,7-4-4 0,-7 4-1 0,0 0-6 16,15 0-2-16,-15 0-7 0,13 9-12 0,-4 0-15 16,-3 0-13-16,9 2-16 0,-7-1-15 0,6 5-21 15,-1 0-16-15,2 0-12 0,0-3-18 0,-5 2-16 16,4-2-17-16,0 1-16 0,2-4-25 0,-4 0-16 15,3 2-21-15,-4-6-15 0,3-2-5 0,-3-3 1 16,1 0 5-16,-12 0 10 0,20-3 23 0,-9-1 20 16,-6 1 24-16,2-3 26 0,1 0 28 0,-1 0 24 15,-1-3 42-15,-4 2 26 0,3-4 42 0,3 4 35 16,-8-4 31-16,5 2 26 0,-5 2 21 0,0-1 13 16,2 2 10-16,-2-2 9 0,0 8 2 0,0-7-9 15,0 7-16-15,0-7-15 0,0 7-15 0,0 0-15 0,0 0-10 16,0 0 2-16,0 0-16 0,0 0-6 0,0 0-6 15,1 20-1-15,4-12-9 0,-1 1-1 16,-4 3-5-16,3 3-1 0,-1-3-8 0,3 3-11 16,-4-3-7-16,1 0-7 0,5-3-3 0,-1-1-8 0,-1 2-6 15,3-4-3-15,1-2-1 0,-6 1-8 0,2-3 5 16,5-1-2-16,-10-1 2 0,20-3 1 0,-10 2 2 16,-4-4 2-16,1-2-1 0,1-1 5 15,-1 1 3-15,-2-1 3 0,-2-3 10 0,4-1 14 0,-1 4 4 16,-4 0 12-16,3-4 7 0,-3 6 5 0,1-2 5 15,0-1-6-15,-3 5-7 0,0 4-6 0,2-6 2 16,-2 6-9-16,0 0-4 0,0 0-3 16,0 0-3-16,0 0 5 0,0 0-6 0,15 10 10 0,-14-2-10 15,3 0-3-15,-3-3-2 0,4 3-2 0,0 4-2 16,-1-3-6-16,1 0-2 0,-4-2-7 0,8 1 7 16,-8-4 1-16,2 3-3 0,6-2 6 0,-8 0-3 15,-1-5 4-15,15 2 2 0,-8-1-4 0,-7-1 4 16,0 0-3-16,16-8 3 0,-4 3-1 0,-4 2 1 15,-1-4 1-15,1 2-3 0,-1-2-3 0,-1 0 3 16,-2 1 3-16,2 0-3 0,6 1-11 0,-9 1-23 16,4-2-25-16,1 1-29 0,-3 2-20 0,-5 3-43 15,13-1-36-15,-13 1-40 0,10 0-31 0,-10 0-148 16,14 0-440-16,-14 0 196 0</inkml:trace>
  <inkml:trace contextRef="#ctx0" brushRef="#br0" timeOffset="2816.37">6101 1851 233 0,'-5'-5'408'0,"5"5"-22"16,-10-3-8-16,10 3-24 0,-5-1-27 0,5 1-31 15,0 0-36-15,0 0-19 0,0 0-29 0,0 0-32 0,0 0-37 16,10-11-39-16,-10 11-46 0,10-2-50 0,-10 2-50 15,16 1-72-15,-4-1-71 0,-4-1-67 0,5 1-248 16,-4-5-541-16,-9 5 240 0</inkml:trace>
  <inkml:trace contextRef="#ctx0" brushRef="#br0" timeOffset="3635.62">3691 1857 198 0,'0'0'243'0,"0"0"-26"16,0 0-25-16,6-6-17 0,-6 6-18 0,0 0-19 15,15 0-8-15,-15 0-16 0,17 3-14 16,-6 1-8-16,-1 3-10 0,4-2-9 0,2 2-5 0,-1 1-7 16,0 3-5-16,-2-2-5 0,7 0-5 0,-5 3-6 15,-4-3-5-15,4 3-5 0,-3-1 1 0,-4 1-6 16,-1 4 0-16,-2-4-8 0,-5 3-21 0,-4 1-27 16,1 2-33-16,-7-6-58 0,0 5-56 0,-5-7-156 15,0 7-360-15,-6 1 160 0</inkml:trace>
  <inkml:trace contextRef="#ctx0" brushRef="#br0" timeOffset="4266.28">2196 774 330 0,'-5'-6'354'15,"5"6"-26"-15,0 0-32 0,-2-7-36 0,2 7-16 16,0 0-37-16,0 0-24 0,0 0-21 0,0 0-13 15,7 24-15-15,-7-14-11 0,5 8-13 0,-3 4-13 16,4-5-11-16,4 5-3 0,-5 9-10 0,5-1-9 16,-3-8-3-16,1 5-4 0,-1-6-8 0,-1 4-20 15,4-2-17-15,-5-4-22 0,0 0-20 0,-2-3-22 16,4 2-22-16,-7-3-30 0,7-3-34 0,-7-4-19 16,1-3-30-16,1 2-32 0,-2-7-201 0,0 0-455 15,0 0 201-15</inkml:trace>
  <inkml:trace contextRef="#ctx0" brushRef="#br0" timeOffset="4633.05">2019 744 39 0,'-7'-9'306'0,"7"1"-10"0,-1 1-13 16,2-1-18-16,6 0-20 0,-5-1-19 0,9 1-22 15,-1 2-19-15,5-2-9 0,5 3-14 0,3-2-18 16,-5 3-15-16,4-2-10 0,8 4-15 0,1-1-6 15,-3 6-14-15,0 1-9 0,2-3-8 0,5 6-7 16,-5 0-6-16,-1 5-11 0,14 3 3 0,-19-2-4 16,2 2-6-16,-4 1-3 0,1 3-5 0,-5-3-3 15,2 3 0-15,-7 0-15 0,-1-3-4 0,-2 2-3 16,-7 0-2-16,4 1-2 0,-7-2-5 0,0 1 4 16,-7 1 0-16,0-5-2 0,1 2 4 0,-9 1-2 15,-2-2 0-15,-4 2 2 0,-1 0 2 0,1 0 2 0,-6-5-1 16,1-6 0-16,3 1 1 0,3-3 12 0,-10 0 1 15,12-4 9-15,-2 4 6 0,7-4 3 16,-9-3 2-16,12 3-3 0,0 0-1 0,-1-4-8 16,4 1 2-16,4-2-9 0,3 5-17 0,-5-10-14 15,8 5-17-15,-3 5-25 0,12-7-23 0,-1 1-31 0,-1 0-35 16,12 3-42-16,1-2-40 0,-2 4-35 0,-4-3-209 16,4-3-508-16,3 5 225 0</inkml:trace>
  <inkml:trace contextRef="#ctx0" brushRef="#br0" timeOffset="5249.83">2322 1014 273 0,'0'0'297'0,"-13"0"-26"0,13 0-26 0,0 0-23 0,0 0-24 16,0 0-21-16,26-12-19 0,-18 12-16 15,6 0-14-15,2-3-14 0,1 2-11 0,1 2-4 0,-2-1-16 16,4 3-11-16,-1-3-5 0,4 0-2 0,-5 3-12 16,0-2-5-16,4 2-5 0,1 2-6 0,-8-1 7 15,5 7-13-15,-4-10-5 0,-3 10-3 0,2 0-3 16,2-1 0-16,-12-4 0 0,5 5-5 0,-5 1-4 15,3 1 2-15,-1 1-3 0,-7 1-2 0,6-2 4 16,-4-1 5-16,4 2-12 0,-7-1 0 0,-4-3 1 16,3 6 0-16,1-3-3 0,-4 1 0 0,-4-4 0 15,3-1 3-15,-3 4-1 0,-2-2 3 0,-6 0 11 16,4-1 11-16,3-1 9 0,-3 3 9 0,-5-4 10 16,-1-3 6-16,1 3 3 0,-2-2 11 0,2-2 6 15,-2 0 2-15,-8 0 13 0,8-1 2 0,0 1 1 16,1-4 0-16,2-3-3 0,-3-1 5 0,4 0-6 15,1 0-1-15,1 0-7 0,1-2-7 0,7-2-7 16,-4 3-8-16,3-2-9 0,-3 2-19 0,5-4-26 16,5 1-21-16,-5 2-23 0,10-5-23 0,-5 4-31 15,0 2-24-15,5-2-26 0,-2 2-28 0,4-2-26 16,-5 1-31-16,4 1-28 0,3 3-36 0,-3-1-25 16,1-4-226-16,-7 7-577 0,0 0 257 0</inkml:trace>
  <inkml:trace contextRef="#ctx0" brushRef="#br0" timeOffset="5749.58">3113 994 168 0,'-8'-5'264'0,"4"-2"-20"0,-1 4-19 0,-4-2-18 16,2 2-20-16,-8-4-17 0,7 6-17 0,-5 1-14 0,-2 1-13 15,-5 2-12-15,5 2-10 0,0-2-11 16,-2 4-10-16,3 1-8 0,-1 4-9 0,-2-5-5 16,4 9 2-16,0-4-15 0,-4 3-2 0,9 1-5 15,-2 0-3-15,2 2-4 0,1-2-4 0,7 0-5 16,-5-4 0-16,5 3-10 0,-3-3-4 0,6-1-7 0,2-3-8 15,0 2-9-15,5-5-17 0,0 0-13 16,0-2-15-16,6 0-11 0,-3-2-6 0,6-5-7 16,1 1 1-16,-1-2 8 0,-4 0 5 0,2-5 6 15,4 3 6-15,-4-5 0 0,-1-1 11 0,1 3 7 16,-2-6 4-16,1 4 16 0,-7 0 16 0,1 0 18 0,-2-3 16 16,-1 4 21-16,-6 1 19 0,-1 4 7 15,0-5 14-15,0 4 1 0,0 7 1 0,-1-9 0 16,-1 1-3-16,2 8-13 0,-5-7-11 0,-2 2-5 15,7 5-12-15,0 0-1 0,0 0-6 0,0 0-6 0,-16 16-3 16,12-12-3-16,-2 0 7 0,6 1-12 0,0 7-8 16,0-5-15-16,0 1-13 0,3 6-16 15,0-4-21-15,2-1-34 0,5 0-27 0,0 2-38 16,0-4-45-16,7 5-34 0,1-4-176 0,0-4-432 16,10 0 191-16</inkml:trace>
  <inkml:trace contextRef="#ctx0" brushRef="#br0" timeOffset="6483.85">3654 937 154 0,'-6'-5'288'0,"-3"0"-10"0,-1 2-9 16,-1 3-5-16,3-3-8 0,-12 2-11 0,5 2-15 16,3 2-17-16,-1-2-17 0,-2 6-17 15,-3-2-12-15,1 3-3 0,1-1-16 0,-1 3-14 0,4 2-12 16,-2-2-15-16,2 4-11 0,5-4-12 0,-6 3-9 15,6 1-2-15,1 1-13 0,1-5 0 0,6 5-3 16,0 2-2-16,0-2-9 0,5 1 3 0,3-1-16 16,-1-3-12-16,8 2-5 0,-2-2-13 15,10 3-5-15,-8-9-23 0,10 8-16 0,3-7-18 0,2-3-18 16,-2-2-21-16,2 1-14 0,-1-6-13 0,-4-6-6 16,8 0-1-16,-6 3-5 0,-1-6 9 0,-4 1 5 15,6-5 9-15,-7 1 9 0,-7 0 6 0,-3 0 4 16,4-9 11-16,-7 0 9 0,1 0 1 0,-3-3 14 15,-2 0 0-15,-8 0 2 0,1-1 16 0,-2-6 10 16,-3 6 13-16,-1-2 19 0,1 4 26 0,-3-1 13 16,1 2 27-16,1-1 21 0,-2 9 17 0,4 2 24 15,-3 1 8-15,4 1 8 0,-3-2 9 0,3 7-2 16,-1 0-11-16,7 1-15 0,-3 3-13 0,-2-3-22 16,3 2-8-16,2 5-8 0,0 0-10 0,0 0-4 15,0 0-2-15,-5 19-9 0,5-10-7 0,5 9-1 16,-3-3-18-16,5 3 5 0,1 0 4 0,-3 8-7 15,5-1-3-15,-2 2 0 0,4 0-2 0,-3 0 0 16,3 3-1-16,-2-3-11 0,3 1-5 0,-3 4-22 16,3-2-13-16,1-2-14 0,-3-5-2 0,-1 7-12 15,-2-7-5-15,2 0-13 0,-1-6-12 0,2-3-3 16,-9-6 0-16,0 3 3 0,1-5 5 0,0-3-5 16,4 1-19-16,-7-4-11 0,0 0-6 0,0 0-3 15,0 0-10-15,16-20 8 0,-12 9 7 0,7-1-14 16,-4-4 2-16,3-1-10 0,1-7-6 0,3 7-8 15,-4-8-7-15,3 4 12 0,-5-3-80 0,4 6 206 16,-2 2-59-16,-4-1 32 0,-1 2 35 0,-2 1 38 16,2 2 28-16,-3 4 30 0,3-3 29 0,-3 6 5 15,-2-5-2-15,0 5 3 0,0 5-5 0,-2-8 0 16,2 8 4-16,-12-7-3 0,12 7 7 0,-9-1 2 16,9 1-5-16,-22 8 6 0,9-4-4 0,0 0-4 0,-2 7-6 15,5-2-9-15,-4-2-7 0,6 9-8 16,-5-5-10-16,6 1-6 0,-1 3-4 0,5 1-7 15,-1 0 6-15,4-1-13 0,0-6-8 0,5 10 6 16,5-4-9-16,-3 4 0 0,6-4-6 0,-1-2-5 16,4-1-19-16,1-3-17 0,11 1-23 0,0-4-36 15,-5-4-37-15,5-2-41 0,-1-5-56 0,3 2-53 16,1-1-189-16,-11-4-484 0,8-1 215 0</inkml:trace>
  <inkml:trace contextRef="#ctx0" brushRef="#br0" timeOffset="6782.85">4442 626 247 0,'0'-8'321'0,"0"1"-5"0,0-4-10 0,-2 3-11 16,2 8-4-16,2-13-6 0,-2 10-16 15,0 3-27-15,0-8-16 0,0 8-29 0,-2-7-20 16,2 7-27-16,0 0-20 0,0 0-15 0,0 0-10 0,0 0-7 15,0 0-6-15,9 23-15 0,-9-12-4 0,6 1 0 16,-4 8-13-16,5-1-7 0,-2 8-11 0,-2 0 2 16,4 0 1-16,1 4-2 0,0 0-14 15,-3-4-15-15,5 0-15 0,-5 0-7 0,3 1-10 16,-1-2-23-16,3 1-9 0,-5-7-7 0,0 3-19 0,0-6-12 16,0 0-21-16,-4-8-20 0,3-2-20 0,-3 6-11 15,1-6-19-15,0-1-45 0,-2-6-30 0,11 0-225 16,-11 0-519-16,0 0 230 0</inkml:trace>
  <inkml:trace contextRef="#ctx0" brushRef="#br0" timeOffset="7016.92">4288 590 264 0,'-10'-6'375'16,"4"4"10"-16,1-4 10 0,1 2 2 0,4 4-12 15,0 0-7-15,-10-4-15 0,10 4-25 0,-5-7-23 16,5 7-29-16,0 0-28 0,0 0-28 0,0 0-25 16,9-8-21-16,-1 5-21 0,2 2-15 0,8-2-18 15,-1 3-26-15,6-3-29 0,-2 3-27 0,1 0-36 16,8-2-43-16,-2-1-40 0,2 3-37 0,-1-2-30 16,0 0-33-16,-1 4-41 0,-8-2-42 0,1 0-58 15,1-2-40-15,-3 2-280 0,-9 0-684 0,4 0 303 16</inkml:trace>
  <inkml:trace contextRef="#ctx0" brushRef="#br0" timeOffset="7732.81">4715 824 16 0,'8'4'214'16,"6"-1"-19"-16,-6 1-18 0,5-2-17 0,2 1-14 16,0 1-18-16,0 4-12 0,0-1-14 0,5 1-9 15,-4 3-13-15,-1-3-2 0,2 4-12 0,-4 0-4 16,0-2-5-16,-3 3-7 0,2 1-2 0,-2-4-2 16,-5 4-8-16,-2-3-10 0,0-2 3 0,-3 2 1 15,2-2-10-15,-4 1 3 0,-3-1 2 0,4-4 2 16,-8 1 9-16,3-3 11 0,1-2 17 0,-4 6 7 15,9-7 8-15,-16 0 9 0,16 0 5 0,-13 0 2 16,13 0 1-16,-15-8-9 0,13 2-14 0,-1-2 3 16,3 3-16-16,3-4-8 0,-1-2-9 0,4 0-12 15,4-2-21-15,2-4-21 0,3 5-22 0,1-3-30 16,6-1-21-16,1 1-18 0,0-2-23 0,5 1-17 16,-6 2 5-16,3 4 1 0,3 0 4 0,0-1 11 15,-8 5 14-15,-5 0 15 0,1-2 12 0,-9 3 13 16,3 0 10-16,-4 2 22 0,3-2 17 0,-9 5 4 15,6-1 1-15,-6 1 11 0,0 0 7 0,0 0 12 16,0 0 3-16,0 0 3 0,0 0 2 0,-38 4 5 0,30 1 5 16,-7 2 10-16,-5 0-4 0,5-2 5 15,0 2 0-15,1 1-3 0,-1 4-6 0,0-1 1 16,0 0 0-16,3 1-4 0,4-1-7 0,0-3-2 16,-1 1-4-16,3 2-2 0,-1-1-2 0,6-2 0 15,1 2 0-15,0-3 2 0,0 3-7 0,8-1 3 0,-2-2-5 16,3-3-2-16,-1 4-16 0,5-4-17 0,2 0-21 15,0-4-16-15,7 0-28 0,-3-4-9 16,3 1-16-16,-1 1 0 0,-2-5 5 0,4 0-2 16,-8-4 12-16,3 4 12 0,-2-2 12 0,-1 0-3 0,0-5 28 15,2 2 18-15,-7-1 19 0,-7 4 26 0,0-3 25 16,-1 3 38-16,0-3 30 0,-2 3 24 0,0 0 25 16,0 1 8-16,0 0 21 0,-2 1-6 15,2 7-5-15,-2-12-10 0,2 5-11 0,0 7-20 16,2-8-14-16,-2 8-13 0,0 0-13 0,0 0-8 0,-7-1-9 15,7 1-17-15,0 0-4 0,0 0 1 0,-14 14-7 16,17-5-2-16,-10-1-26 0,6-3-13 0,2 7-22 16,-1-3-21-16,7 3-32 0,-7 0-42 15,5 0-52-15,3 0-55 0,4 0-37 0,-1 0-225 0,2-3-517 16,4-3 229-16</inkml:trace>
  <inkml:trace contextRef="#ctx0" brushRef="#br0" timeOffset="8249.84">5781 808 109 0,'-11'-7'313'0,"4"4"-12"0,-3 1-4 0,10 2-8 16,-22-3-13-16,11 3-18 0,-1 2-19 0,-1-1-21 16,-3 4-18-16,-1 2-11 0,2-2-21 0,0 2-13 15,2 1-22-15,0 3-9 0,-2 1-12 0,2-4-16 16,6 3-9-16,-5 1-4 0,4-1-11 0,1 2-3 15,2 2-7-15,5-1-7 0,0-2-6 0,0-2-16 16,5 5-14-16,-3-5-8 0,13 2-11 0,0 0-20 16,-7-2-21-16,12-1-30 0,-2-4-19 0,12 2-28 15,-3-3-24-15,2-1-16 0,1 3-23 0,2-11-11 16,2 3-6-16,-4 2 1 0,3-8 10 0,-8 3 13 16,3-4 8-16,-3-3 15 0,-5 5 15 0,-4-6 11 15,-1-1 10-15,-1-1 7 0,-3-1 17 0,1-1 7 16,-7-4 17-16,-2-3 19 0,0-2 23 0,-6-2 33 15,1 1 28-15,1 0 43 0,-4-3 37 0,-2 6 32 16,2-3 17-16,-1-1 12 0,-1 1 1 0,-3-4 10 16,5 3-12-16,0-1 0 0,-2 5 1 0,1-3 9 15,-1 10-1-15,6-1-8 0,-3-1-7 0,1 7-7 16,1 4-13-16,-3-3-18 0,4 6-19 0,1-3-21 16,0 8-12-16,0 0-13 0,0 0-5 0,0 0 4 15,0 0-21-15,-2 28 3 0,2-2-8 0,2-7-7 16,3 8-2-16,-4 3 2 0,6-3-3 0,1 15 6 15,0-3-21-15,-1-6-16 0,0 7-14 0,3-2-16 16,-5-5-9-16,1-4-18 0,2 2-17 0,1-4 0 16,-1 0-25-16,4-3-13 0,-2 2-19 0,-4-10-16 15,1 3-29-15,3-7-24 0,-5 2-10 0,5-6-28 16,-5-3-14-16,3-1-26 0,-8-4-148 0,15-4-464 16,-15 4 206-16</inkml:trace>
  <inkml:trace contextRef="#ctx0" brushRef="#br0" timeOffset="8516.09">6342 708 73 0,'-16'3'290'0,"16"-3"-11"16,-22 3-12-16,9-2-12 0,0 3-14 15,1-3-19-15,-6 3-19 0,1 4-19 0,2-5-16 16,1 3-14-16,-1 2-21 0,1-3-13 0,6 3 5 15,-7-1-22-15,9 2-17 0,-3 2-6 0,3-5-6 16,4 4-6-16,-5-2-10 0,7 1-1 0,0 1-9 0,7 1-2 16,0-2-13-16,3 3-17 0,3-3-11 15,2 1-20-15,6 1-27 0,7-4-29 0,2 5-26 16,-8-7-23-16,7 2-35 0,1 0-20 0,0-4-20 16,2-1-10-16,-3-4-12 0,-1 2-133 0,-4 0-378 0,-5-2 167 15</inkml:trace>
  <inkml:trace contextRef="#ctx0" brushRef="#br0" timeOffset="9082.94">6577 909 777 0,'7'-8'-49'0,"-2"1"25"0,-2-1 32 15,-1 1 31-15,-2-2 32 0,0-2 30 16,0 3 26-16,-4 0 18 0,3-3 11 0,-4 3 10 16,5 1 10-16,0 2 0 0,-7-2-1 0,4 0-13 0,3 7-17 15,-5-8-16-15,5 8-13 0,-7-4-20 0,7 4-7 16,0 0-10-16,0 0-6 0,0 0-9 0,0 0-7 16,-8 19-7-16,1-12-12 0,7 3-14 15,5-4-9-15,-10 3-15 0,10 3-14 0,-3 3-10 0,6-1-16 16,-8-6-14-16,7 7-14 0,1-3-14 0,-1-4-6 15,3 3-3-15,1-6-14 0,-1 2-4 0,2 0 9 16,-2-4-4-16,3 0 13 0,2 2 4 0,0-4 10 16,-5-2 9-16,1-1 9 0,3-1 12 15,-4 0 15-15,4 1 12 0,-2-3 31 0,-2 2 21 0,0-6 22 16,3 1 15-16,-5 1 5 0,2 0 1 0,0 0 1 16,2 1 8-16,-1 0-2 0,-4 1-8 0,1 1-8 15,7-3-8-15,-2 2 0 0,-3 2-14 0,4-3-2 16,6 0-7-16,-6 6-5 0,8 0-3 0,4-2-2 15,8 4-10-15,-10-1-10 0,9-1-10 0,-1 5-11 16,6-3-14-16,-8-1-13 0,6 2-12 0,12-2-7 16,-6-1-5-16,6 0-12 0,-15 0-14 0,-2-5-6 15,2 3-8-15,12-6-18 0,-15 1-23 0,-1-2 7 16,1-3 2-16,-15 4 15 0,3-2 10 0,-9-5 16 16,-3 3 12-16,-2-2 20 0,-6-1 12 0,0 5 22 15,-11-3 18-15,3-3 27 0,-3 6 23 0,0 0 8 16,-9 0 3-16,7 3 8 0,-1-1 2 0,-6 4 2 15,1-1 9-15,-1 5-3 0,4 4-8 0,-4-1-7 16,4 2-1-16,-5 6 3 0,6 0-2 0,3 2 6 16,-6 3-6-16,6 9 5 0,6 0 4 0,-3-1 6 15,6 3-1-15,0 4-5 0,5 10-3 0,5-11-6 16,0 7 3-16,6 10 10 0,1-6 0 0,-2 2-3 16,8-1-1-16,-2 0-9 0,1 0-5 0,6 2-4 15,-5-5-2-15,7 1-2 0,-3-6-3 0,-6 1-5 16,-1-11 1-16,2 0-4 0,-1-3-4 0,-6-6 1 15,-2-2-3-15,6-5-8 0,-9-1-7 0,-2-2-22 16,4-2-30-16,-7-3-26 0,0 0-36 0,0 0-41 16,-9-20-35-16,3 4-216 0,-8 1-435 0,-2-8 192 15</inkml:trace>
  <inkml:trace contextRef="#ctx0" brushRef="#br0" timeOffset="9249.84">6824 541 192 0,'-3'-10'237'0,"-6"4"-30"0,6-1-27 16,1-4-45-16,-6 5-54 0,8-1-89 0,0 0-163 16,0 7-185-16,8-7 82 0</inkml:trace>
  <inkml:trace contextRef="#ctx0" brushRef="#br0" timeOffset="10149.43">8433 507 27 0,'0'-12'221'0,"0"0"-13"0,-2 3-20 16,-5-1-7-16,-1-2-18 0,-5 0-14 0,-2 0-13 15,-2 1-16-15,-2 5-4 0,-3 0-9 0,-1 2-13 16,3 1-6-16,-3-1-8 0,1 8-7 0,2-4-5 15,-4 1-7-15,7 3-10 0,-3 2-3 0,5-1-5 16,7 1-1-16,-7 2-5 0,9 2-4 0,-1-1-1 16,4 0 6-16,-2 2 16 0,6 4 10 0,6 1-7 15,0-4-5-15,4 6-6 0,11 3-3 0,-4-2-4 16,5 4-5-16,4-2 2 0,2 6-5 0,-1-6-5 16,2-1-2-16,0 7 0 0,-2-10 6 0,-3 3-12 15,-5 2-5-15,3-3 2 0,-1-3-3 0,-4 3 3 0,-3-7-3 16,0-1 0-16,-2 2-5 0,0-3-4 0,-11-3 1 15,4 3 1-15,3 0-2 0,-9-3 2 16,3 2 9-16,-6-1-8 0,-6-7 3 0,1 5 7 16,-5-3 5-16,0 3 2 0,-4-4 1 0,-3 2-7 15,4 1 3-15,-6-4 4 0,1 1-1 0,-6 2-8 0,6-3 1 16,1-1 1-16,3 0-3 0,-1 0-4 0,3 2 4 16,-2-2-2-16,8 0-3 0,2 1 3 15,7-1-4-15,-20 0 4 0,13 2-4 0,7-2 1 16,0 0-4-16,0 0 0 0,0 0-13 0,0 0-10 0,37-9-7 15,-26 8-10-15,13-2-10 0,-1-4-16 0,12 3-14 16,-6 4-18-16,4-8-14 0,2 4-20 0,10-8-13 16,-15 1-15-16,16-2-11 0,-13 2-16 15,-1-1 15-15,-4-1 11 0,2 3 13 0,-4-5 23 0,-8 7 8 16,0-7 13-16,-3 4 22 0,-5-3 9 0,-5 3 24 16,-1-4 25-16,-4 4 21 0,-2 3 27 0,-3-8 22 15,3 8 13-15,-8-2 11 0,-1 0 1 0,-4 3 4 16,2-1 0-16,-6 2 4 0,8 5-1 0,-7-4-5 15,-2 6-9-15,5 3 0 0,-2-3-12 0,-3 1-7 16,6 2-4-16,-1 4-3 0,0-1-5 0,6 1 5 16,-2 5-5-16,9 1-9 0,-4-1 0 0,6 1 0 15,0-1-4-15,3 2-1 0,0 1-1 0,12-1-2 16,0-1-16-16,5-1-25 0,5 1-20 0,1-4-28 16,6 2-21-16,14 0-36 0,2-2-33 0,-2-6-25 15,-1-1-128-15,6 2-338 0,-1-5 150 0</inkml:trace>
  <inkml:trace contextRef="#ctx0" brushRef="#br0" timeOffset="10549.9">9358 695 98 0,'-8'-10'211'16,"-6"1"-11"-16,-1 1-7 0,1-2-11 0,-6 5-7 16,5-2-16-16,-7 6-16 0,7-2-7 0,-8 4-14 15,2-1-13-15,1 3-9 0,0 4-11 0,0 0-12 16,-1 3-3-16,6 0-11 0,-5-2-2 0,5 8-7 15,0-6-5-15,5 8-5 0,0-6-2 0,4 6-7 16,-1-6-3-16,5 4-7 0,4-1-13 0,-2-4-3 16,2-2-12-16,4 3-13 0,-1-3-4 0,7 0-12 15,1-5-12-15,4 4-9 0,1-4 1 0,0-2-9 16,2-2 1-16,-2 1 10 0,7-2 8 0,-5-5-3 16,1 3 5-16,-1-5 4 0,3 1-1 0,0-3 10 15,-3-1 11-15,2 0 11 0,-9-3 16 0,2 1 22 16,-3 1 22-16,1 0 38 0,-5-3 20 0,-1 2 19 15,-2-2 12-15,-2 4 5 0,4-4 14 0,-4 10-11 16,-1-3-1-16,-1 0-3 0,-1 2-11 0,0-3-19 0,0 9-17 16,-1-7-15-16,1 7-17 0,0 0 2 15,0 0 8-15,0 0-27 0,-17 12-3 0,10-5-4 16,2 1-8-16,0 4-11 0,2-1-13 0,2-1-14 16,-4 7-6-16,5-6-14 0,0 8-11 0,0-6-3 0,5 3-26 15,-2-5-19-15,2 0-19 0,1 1-29 0,3 1-22 16,-1-6-30-16,0 1-34 0,7-2-26 0,0 0-38 15,-2-4-148-15,-1-2-462 0,-2 0 204 16</inkml:trace>
  <inkml:trace contextRef="#ctx0" brushRef="#br0" timeOffset="11099.25">9624 665 219 0,'0'-8'228'0,"0"0"8"0,0 8 1 0,2-10 4 0,-2 10-6 16,0-6-7-16,0 6-17 0,-2-7-22 0,2 7-17 15,0 0-23-15,0 0-17 0,0 0-13 0,7-4-14 16,-7 4-10-16,0 0-11 0,0 0-7 0,8 12-8 16,-8-4-4-16,7-1-7 0,-5 1-5 0,3 0-8 15,-4-1-13-15,7 1 6 0,-1 4-22 0,1 0-5 16,-1-2-8-16,6 0-6 0,-5 1-5 0,7-2-2 16,-6-2-6-16,-3 3-3 0,-4-5-4 0,3 0 1 15,2 1 0-15,-7 0 3 0,0-6 0 0,6 3 3 16,-6-3 0-16,0 0 1 0,0 0 4 0,0 0-1 15,0 0 1-15,-26-1 6 0,26 1-2 0,-9-9 8 16,9 9 0-16,-8-8 3 0,1 2 8 0,7-5-8 16,0 7 0-16,-4-4-2 0,4 0-3 0,0-3-13 15,3 2-15-15,3 2-28 0,4-5-18 0,5 0-13 16,0 0-24-16,2 2-8 0,3-2-5 0,6 4 1 16,-1-3-2-16,0 2 21 0,5 2 1 0,-11 0 8 15,11 0 12-15,-2 1 5 0,-11 5 8 0,3-5 12 16,0 1 4-16,-9 3 11 0,1 1 17 0,-2-3 21 15,-4 2 23-15,-6 2 11 0,14-2 5 0,-14 2 2 16,8-4-7-16,-8 4 1 0,0 0 6 0,0 0 2 16,0 0 6-16,0 0 1 0,0 0 9 0,0 0 7 15,-27 15 14-15,17-12 4 0,-3 3 6 0,2 3 4 16,-8-3-7-16,9 3 4 0,-4 1-13 0,0-2-6 16,1 5-4-16,-2-3-4 0,-1 2-8 0,9 1-1 15,-8 1-8-15,8-1-5 0,3 1 3 0,-6-1 3 16,5-1-8-16,5 6-5 0,0-6-1 0,0 3 1 15,5-6-2-15,5 6-5 0,1-4-1 0,-3-3-9 16,7 3-21-16,0-3-19 0,13 0-24 0,0-1-30 16,-3-3-33-16,3-4-27 0,4-3-25 0,3 0-12 15,-7-6-19-15,15-3-169 0,-10 1-396 0,-5 1 175 16</inkml:trace>
  <inkml:trace contextRef="#ctx0" brushRef="#br0" timeOffset="11532.78">10469 483 171 0,'-5'-28'227'0,"0"2"11"15,1 8 16-15,-9-6-7 0,6 8-3 0,-1-4-13 0,2 6-13 16,-3 1-4-16,1 4-20 0,0 0-16 0,-1 0-17 16,3 1-22-16,1 5-16 0,-5-1-11 0,-2 4-14 15,12 0-7-15,-16 3-7 0,7-2-14 16,3 10-7-16,-6-2-5 0,9 0-2 0,-2 9-9 0,-3 1-1 16,1 7-9-16,5-1-3 0,-3 1-4 0,4 1-3 15,2 4 0-15,6 1-9 0,-7-2-3 0,13 9-6 16,-6-10-11-16,3-3-4 0,1-1-8 0,-1 2-7 15,4-2-3-15,1-3-7 0,-7-3-1 0,7-6-1 16,-9 2 2-16,4-8 6 0,-5 0 5 0,7 0 5 16,-2-4-3-16,0-3 6 0,1 3 3 0,-1-6 4 15,-10 3 18-15,23-5 10 0,-13 0 1 0,-1-3 13 16,1 3 17-16,1-2 20 0,1-5 22 16,1 3 18-16,-8-2 11 0,5 4-7 0,-4 1 4 0,4 0 1 15,-5-3-4-15,0 6-8 0,2-3-15 0,-7 6-17 16,5-6-11-16,-5 6-13 0,10-3-3 0,-10 3-9 15,0 0-3-15,11 9 4 0,-2-1-10 0,-3 1-5 16,1-2-2-16,-2 2-5 0,-2 2 1 0,9-1-4 16,-4 5-4-16,0-3-1 0,-1 3 0 0,8-3 0 15,-2 1-5-15,-3 1 6 0,2-5-12 0,3 0-7 16,-6-2-11-16,3 2-17 0,-4-3-15 0,7-1-29 16,-5-5-34-16,2 3-24 0,-2 0-39 0,1-3-40 15,-11 0-44-15,10-3-46 0,-10 3-51 0,5-11-249 16,-7 7-652-16,-7-8 289 0</inkml:trace>
  <inkml:trace contextRef="#ctx0" brushRef="#br0" timeOffset="13599.87">2373 1726 81 0,'-6'4'228'0,"6"-4"-7"0,0 0-11 16,0 0-8-16,0 0-14 0,-9 1-9 0,9-1-12 15,0 0-6-15,0 0-13 0,0 0-10 0,0 0-3 16,0 0-9-16,0 0-8 0,32-3-6 0,-32 3-6 16,18-5-4-16,-8 5-8 0,1 0 6 0,1 0-16 15,1-1-11-15,-3 2-2 0,3-2-13 0,7 1 2 16,-3 0-2-16,-1-1-9 0,4-1-7 0,0 1 0 15,2 1-5-15,-2-4-7 0,1 4 2 0,1-3 7 16,7 3-18-16,-1-1-2 0,2-2 0 0,-2 3 0 16,2-3 0-16,-7 1-3 0,6 1-5 0,-5-1-2 15,9-2 4-15,-1 3-1 0,-4-1-1 0,-3-3-3 16,1 2-2-16,-2 3 0 0,2-4 14 0,0-1-14 16,3 4 1-16,-1-2-2 0,0-3-4 0,-7 5 2 15,3-4 0-15,0-1-6 0,0 3 7 0,4-2-1 0,-7 1 3 16,9 1-3-16,-2 2-2 0,-11-3-1 0,9 3 0 15,-4-1 4-15,-1-2-7 0,-3-1 5 16,4 5-3-16,-2-4 3 0,0 4-1 0,-2-3 1 16,-2 3-2-16,1-1-4 0,3 1 4 0,-4-2 2 0,4 1-2 15,-3-6 1-15,3 6-1 0,1 1 1 0,-4-3-2 16,-2 2 0-16,5 2 3 0,-4-4-9 0,7 3 8 16,-5-2-1-16,-1 2-4 0,0-3 7 15,1 2-1-15,-2-2-2 0,4 3 1 0,-2-1 0 0,2-1 1 16,-2 2-3-16,1 0 3 0,-3-5-3 0,1 5-1 15,3-1 1-15,3 1 9 0,-3-2-5 0,-4-2-5 16,6 4 1-16,-7-1-2 0,9-1 1 0,-5-3 5 16,-1 3-1-16,0-5-1 0,0 4 0 0,-3 2 0 15,5-2 1-15,-3 0-1 0,4 2 4 0,-6-1-2 16,3 0-4-16,-3-1-1 0,-3 2 4 0,1-5 2 16,2 4-7-16,-2-2 1 0,2 3 2 0,1-1 2 15,-2-1 0-15,1 2-2 0,0-3 0 0,4 1-1 16,-2 1 1-16,-2 0-1 0,1 1 9 0,4-3-16 15,-2 0 5-15,4 3 6 0,-4-1-3 0,0-1-2 16,11 0 1-16,-8 1-2 0,9-1 4 0,0 1-7 16,-7 0 6-16,10 1-2 0,-7-6 4 0,4 5-2 15,-2 2 0-15,5-5 1 0,-3 2-2 0,2 0 2 16,-1-1-2-16,4 2 3 0,-4-3-4 0,6 2 4 16,-4 3-4-16,-2-1 0 0,4-2 3 0,-5 0 0 15,3 1 1-15,0-1-4 0,0 3 1 0,2-4 1 16,-5 1-1-16,1 2 0 0,4 1 0 0,0-4-1 15,-4 1 3-15,4-1-3 0,-4-1 1 0,-1 4 1 16,0-1 2-16,0 2-2 0,-1-1 2 0,-7-2-2 16,6 2-5-16,4-2 7 0,-6-4-3 0,-4 6 5 15,4-2-1-15,2 0-1 0,-6 3-1 0,8-3-1 16,-9 0-1-16,7 0-3 0,-5 2 3 0,7 1-4 16,-8-2 3-16,4 0 5 0,1 4-1 0,-6-4-3 15,1-1-1-15,7 3 0 0,1 0 2 0,-7 0-3 0,-1-1 6 16,6 2-4-16,0 2-2 0,-5-3 1 0,-3 0-1 15,5-3 3-15,2 3-3 0,-8-4 6 16,8 7-3-16,1-3 0 0,-3-3 2 0,-4 3-4 16,9 0 9-16,-2 3-7 0,0-6 2 0,4 3-2 0,-6 0 0 15,4 3 1-15,-3-6-2 0,7 3-3 0,-4 0 5 16,0-3-2-16,1 2 1 0,4 2-2 0,-3-1 3 16,1-1 2-16,3 1-4 0,-3 1 1 15,2-2-1-15,3 2-1 0,5-4 1 0,2 5-3 0,-10-2-5 16,3 0 6-16,5 0-4 0,-10 0 2 0,13-2 0 15,-13 4-2-15,12-2 6 0,0 0 6 0,-11 1-10 16,1 2 0-16,6-3 1 0,-6 0 1 0,0 0 1 16,-4-3-5-16,1 3 5 0,3 0-5 0,-6 3 6 15,1-6-1-15,0 2 0 0,3 5 0 0,-1-4-1 16,-3 0 1-16,0 3 0 0,-1-2 4 0,-8-2-4 16,8 5 3-16,0-7-1 0,-5 6 1 0,-2-1-4 15,6 0 1-15,4-1 1 0,-1-2 0 0,0 2 0 16,0 2-3-16,5 0 4 0,-6-3-3 0,1-2 2 15,2 4 1-15,1 1-1 0,0-6 3 0,0 6-5 16,0-3 5-16,2 2-3 0,-4-1 1 0,6-2 1 16,1 1-1-16,-7 0 1 0,2 0-1 0,2-2 2 15,1 2 1-15,-3 2-2 0,2-2-4 0,-3-2 4 16,-4 2-2-16,2 0 0 0,4 0 4 0,-7 0-3 16,6-3 0-16,-3 3-2 0,-12-2 0 0,12 4 2 15,-10 1 3-15,1-3 3 0,2 0-7 0,-1-3 1 16,-2 6 0-16,3-3 0 0,-3 0-3 0,-2 0 4 15,2 0 4-15,8 0-3 0,-8 0-4 0,3-3 4 16,-3 3-1-16,3-2-2 0,-1 2 2 0,6-4 0 16,1 4 1-16,1-1-3 0,-2 1 0 0,-4-4 2 15,5 4 2-15,-1 0-2 0,-6-3-5 0,1 2 6 0,5 1 3 16,-6-3-7-16,-1 3 5 0,-2-3-5 16,2 3 5-16,1-3-1 0,-6 1-5 0,4-1 0 15,-5 2 3-15,0-2 4 0,-2 2-1 0,-5-3-2 0,6 1 1 16,-11 0 1-16,-3 3-1 0,20-1-2 0,-19-2 3 15,6 2-14-15,-7 1-18 0,13-7-13 16,-6 6-14-16,-7 1-17 0,10-11-25 0,-4 9-27 16,-1-3-26-16,-5 5-32 0,15-5-27 0,-5 0-45 0,-2-2-153 15,6 3-441-15,-4 1 195 0</inkml:trace>
  <inkml:trace contextRef="#ctx0" brushRef="#br0" timeOffset="16582.3">5013 1919 30 0,'0'0'269'0,"0"0"-20"0,0 0-20 16,0 0-25-16,0 0-21 0,0 0-19 0,0 0-17 15,-3-8-16-15,3 8-18 0,0 0-7 0,0 0-11 0,0 0-8 16,0 0-6-16,0 0-13 0,0 0-7 0,0 0-6 16,0 0-2-16,0 0-5 0,0 0-7 15,6 16-3-15,-6-16-1 0,9 5-6 0,-3-3 1 16,-6-2-5-16,15 0-1 0,-15 0-2 0,17-2-2 0,-4 1-2 16,-5-3-3-16,4 1-1 0,-4 2-1 0,0-3-2 15,1-3 0-15,-3 6 1 0,1-3-3 0,0 1 0 16,-7 3-2-16,8-7-3 0,-8 7-6 0,0-5-10 15,0 5-11-15,0 0-10 0,0 0-12 0,-8-8-16 16,8 8-25-16,0 0-28 0,0 0-45 0,0 0-57 16,-29 8-131-16,29-8-372 0,-8 7 164 0</inkml:trace>
  <inkml:trace contextRef="#ctx0" brushRef="#br0" timeOffset="19982.3">4368 3681 142 0,'-5'-8'426'0,"5"-4"21"0,5 8 3 0,-5-3-5 16,1 0-10-16,-1-2-24 0,0 2-22 0,2-1-33 16,-2 8-32-16,-2-8-36 0,2 8-31 15,2-7-28-15,-2 7-32 0,0 0-21 0,0 0-19 0,0 0-15 16,5 15-16-16,-3-1-12 0,3 3-9 0,3-4-11 15,-2 4-7-15,-4 8 18 0,5-7-22 0,1 8-39 16,-1-1-32-16,-2-6-37 0,-4 1-41 0,3-2-42 16,0 3-41-16,-4-2-38 0,7-5-32 0,-7 7-27 15,7-7-30-15,-7 2-43 0,0-7-43 0,0 0-35 16,0-3-218-16,0-6-665 0,-2 6 294 0</inkml:trace>
  <inkml:trace contextRef="#ctx0" brushRef="#br0" timeOffset="20715.4">4143 3538 267 0,'0'0'271'0,"-2"-4"-20"0,2 4-16 16,6-8-28-16,1 5-16 0,3 2-20 0,2 0-16 15,6 1-16-15,3 0-16 0,1 1-10 0,-2 5-10 16,11-6-12-16,-1 7-8 0,-7 1-10 0,7 2-7 15,-2 1-4-15,0-3-9 0,0 5-7 0,-4 2-3 16,0-3-2-16,0 9-3 0,-5-4-7 0,1-1 2 0,-7-1-8 16,-1 1-4-16,3 7 0 0,-5-7-1 15,-3 4-3-15,1-1 0 0,-7-1-6 0,1 2 3 16,0 3-3-16,-2-7 2 0,-4 3-2 0,-1 0-1 0,1 0-4 16,-6-3 5-16,0-1-1 0,-2 2-1 0,-4-2 14 15,1 0 21-15,0-3 16 0,0-1 12 0,-2-4 17 16,-1 2 18-16,-5-5 18 0,6 3 9 0,-3-3 7 15,4-3 3-15,1 2 6 0,2-3-13 0,5 0 8 16,8 0-3-16,-22-1-6 0,15-1-3 0,-1 1-13 16,8 1-7-16,-10-6-8 0,10 6-12 0,-6-6-10 15,6 6-12-15,-5-3-13 0,5 3-6 0,0 0-14 16,0 0-7-16,8-11-9 0,-8 11-11 0,0 0-7 16,13-4-10-16,-13 4-8 0,10 0-5 0,-3-1-19 15,-7 1-15-15,15 0-14 0,-2 1-19 0,0-1-6 16,4 0-35-16,2 0-16 0,-2 0-13 0,5 3-25 15,-3-3-17-15,3-3-17 0,8 3 1 0,1 0-8 16,-1 0-13-16,1-1 3 0,2-6-1 0,-1 3 13 16,-2-1 9-16,4-1 13 0,-2-1 28 0,-2 1 14 15,-2-3 11-15,-8 0 16 0,0 1 27 0,-1 3 21 16,-4-3 31-16,0-6 35 0,-3 4 26 0,-4 1 21 16,0-4 26-16,-1 6 19 0,-4-3 15 0,4 4 16 15,-7-2 16-15,0 1 6 0,0 2 7 0,0-3 7 0,0 8-3 16,-8-8-5-16,6 2-3 0,-5 3 1 0,-1 1 7 15,1-5-19-15,7 7-6 0,-14-1 0 16,0 1-14-16,1 1 1 0,-2 6-3 0,-1-3-2 16,1 0-11-16,0 4-2 0,2-4-13 0,-2 8-3 0,0-6-8 15,5 6-7-15,-3 0-6 0,1-8-6 0,4 10 1 16,1-4-4-16,-3 0-3 0,5 0-8 0,4-1 0 16,1 1-1-16,0 3 14 0,0-3-22 0,1 1 7 15,14-3-15-15,0 4-8 0,-2-1-8 0,9-4-15 16,8 2-25-16,-2-1-19 0,8-4-26 0,-4 3-29 15,2-7-29-15,-2-4-27 0,4 1-26 0,-6-2-17 16,5-2-23-16,-4 3-12 0,4-11-6 0,-7 3-6 16,-3-3-1-16,-2 0-150 0,0-2-450 0,-1-5 199 15</inkml:trace>
  <inkml:trace contextRef="#ctx0" brushRef="#br0" timeOffset="20998.8">5379 3612 56 0,'-5'-16'200'0,"2"-3"24"0,-4 0 22 16,0 4 16-16,2-2 16 0,0 1 10 0,-1 2 5 15,3 5 10-15,-2 2-4 0,1-1-13 0,1 3-3 16,0-5-13-16,-1 6-30 0,4 4-30 0,-5-6-22 16,5 6-18-16,-3-6-24 0,3 6-16 0,0 0-13 15,0 0-12-15,0 0-12 0,-13 23-11 0,10-13-6 0,3 7-8 16,-4 1-10-16,3 8-3 0,1 1-2 0,0 7-10 16,1 8-3-16,6 0-2 0,-4 2-4 15,4 2 0-15,1 4-2 0,2-6-15 0,-2 4 7 16,1 0 4-16,4 2-8 0,-2 0 1 0,6-3-4 0,-2-1 0 15,-7-2-2-15,5 0-1 0,-3-4 1 0,2-10-2 16,-4 2-4-16,5-5-12 0,-4-7-23 0,-6-3-15 16,2 0-15-16,0-4-25 0,0-1 7 0,0-5 12 15,-5-4-29-15,0-3-36 0,5 4-29 0,-5-4-18 16,0 0-35-16,0 0-48 0,-15-29-53 0,10 14-62 16,-3-11-207-16,-6 4-626 0,-1-6 276 0</inkml:trace>
  <inkml:trace contextRef="#ctx0" brushRef="#br0" timeOffset="21181.54">5207 3912 298 0,'0'0'413'0,"-5"-6"30"16,5 6-23-16,-3-6-14 0,3 6-24 0,0 0-34 16,0 0-36-16,8-14-34 0,-5 11-26 0,7-1-28 15,-2 1-22-15,2-2-26 0,5-2-39 0,3 7-44 16,-1-5-57-16,4 1-55 0,1 1-67 0,-1 2-68 15,1-3-72-15,8-3-73 0,-4 7-307 0,-4 0-657 16,1-1 290-16</inkml:trace>
  <inkml:trace contextRef="#ctx0" brushRef="#br0" timeOffset="23432.03">6619 3216 37 0,'0'-15'390'0,"0"2"-5"0,-4 2-16 16,4 0-10-16,-3 1-16 0,3 4-14 0,0 6-30 15,0-14-34-15,-3 10-33 0,3 4-31 16,-2-5-20-16,2 5-18 0,0 0-17 0,0 0-12 0,8 23-17 16,-3-10-7-16,-3 4-20 0,0 1-3 0,6 1-11 15,-5 8-5-15,4-1-7 0,-2 1-7 0,-2-2-9 16,-1 1-1-16,1-2-6 0,-3-3 0 0,2-1-4 16,-2-3-17-16,0-2 4 0,0 0-9 0,-2 1 8 15,-1-8-18-15,3 2 3 0,0-3 1 0,0-1-1 16,0-6 2-16,3 7 3 0,-3 0-2 0,0-7 4 15,0 0-10-15,12 0 14 0,-12 0-13 0,0 0-8 16,19-11-6-16,-9 8-6 0,2-1-7 0,-2 0-7 16,8 0 2-16,0 1-1 0,-1 3 0 0,4 0 0 15,-11 0-7-15,12 2 7 0,-4 0 0 0,2 3 2 16,-4-2-3-16,-1 4 5 0,5 0-4 0,-5 3 1 16,0-1-1-16,0 3 6 0,-3 0-1 0,-1-1 2 15,-4 1-5-15,1 1 9 0,-3 1-2 0,-3-7 1 16,-1 6-7-16,1 1 6 0,-2-1 4 0,-2-1 2 0,-1-2 16 15,-2-2-11-15,-7 8 1 0,4-6 0 16,-3-1 0-16,-1 0 8 0,-5-2 1 0,3-2 7 16,-6 1 10-16,6 0-4 0,-2 0 10 0,-6-2 2 15,6-2-1-15,-6 0-1 0,7-2 0 0,2-2-6 0,-2-5 7 16,0 5 3-16,0-7-6 0,1 8-3 0,7-7-7 16,0 1-4-16,-1 0-24 0,5 0-21 15,3 1-30-15,0 6-29 0,6-17-31 0,3 7-28 16,1-4-27-16,4 4-34 0,3 0-25 0,11-4-34 0,-3 1-2 15,8 2-213-15,-3 5-526 0,0-6 232 0</inkml:trace>
  <inkml:trace contextRef="#ctx0" brushRef="#br0" timeOffset="23864.89">7446 3403 95 0,'0'-4'224'0,"0"4"0"0,2-9-7 0,-2 9-15 0,0-12-13 15,0 12-9-15,-10-6-16 0,3 5-11 0,-1-3-11 16,8 4-8-16,-20 4-7 0,9-3-9 0,-9 3 4 16,3 3-10-16,-3 0-7 0,-5 5-9 0,6-3-6 15,-8 6-7-15,2 0-6 0,12-3-14 0,-12 2-4 16,5-1 5-16,1 3-18 0,2-2 0 0,5-1-7 16,-7 5-3-16,5-6-3 0,6 3-3 0,1 1-3 15,4-8 1-15,-2 4-7 0,3-1 3 0,4 1-4 16,3-5 6-16,-2 2-21 0,4-1-9 0,1-2-10 15,7 0-8-15,0-3-11 0,0 1-9 0,5-4-5 16,-4 2 0-16,4-2-3 0,-3-2 2 0,3-5 10 16,1 1-1-16,-3-1 3 0,1-1 9 0,-5-4 6 0,1-2-1 15,-1 4 3-15,-4-4 10 0,-2 4 15 16,0-4 11-16,0 1 16 0,-4 3 14 0,-1 0 13 16,-3 1 15-16,2 1 11 0,3 1 12 0,-5 0 7 0,1 2 3 15,-1 0-10-15,0 5-4 0,0 0-11 0,4-11-16 16,-4 11-6-16,0 0-12 0,0 0-7 0,0 0-3 15,0 0-1-15,0 0-7 0,0 0-3 0,0 0-7 16,0 0 3-16,-5 27-14 0,5-16-11 0,0-2-10 16,1 4-15-16,4 2-13 0,2-3-17 0,-4 2-19 15,7-2-25-15,0 3-28 0,2-7-19 0,-1 6-39 16,4-4-44-16,2 1-39 0,4-4-224 0,-4 4-534 16,3-5 237-16</inkml:trace>
  <inkml:trace contextRef="#ctx0" brushRef="#br0" timeOffset="24182.08">7938 3442 145 0,'-5'-10'282'16,"5"10"-3"-16,-3-4-4 0,3 4-3 0,-14-5-3 16,8 3-9-16,6 2-2 0,-17 0-3 0,4 0 3 15,-2 2-10-15,0 1-2 0,-6-1-13 0,6 3-12 16,-7 0-13-16,2-1-16 0,4 2-25 0,-7 1-9 15,3 2-14-15,-2 1-16 0,4-1-15 0,5 2-2 16,-4-1-15-16,2 2-12 0,2 0-13 0,5-2-3 16,-1 5-5-16,6-7-7 0,-2 7-2 0,0-2-4 15,5 7-4-15,5-10-4 0,3 9-8 0,1-6-6 16,4-1-11-16,2 2-11 0,1-4-14 0,13 0-19 0,0 0-12 16,3-3-24-16,-1-4-22 0,4 3-28 15,-2-6-15-15,0-1-22 0,-3-4-15 0,5 4-15 16,-7-7-12-16,-2 4-11 0,3-10-12 0,-10 5-17 15,-2-2-20-15,6-6-16 0,-3-2-15 0,-3-3-190 0,-11 6-511 16,-1-3 226-16</inkml:trace>
  <inkml:trace contextRef="#ctx0" brushRef="#br0" timeOffset="24431.97">8029 3229 47 0,'-7'-9'175'0,"4"2"2"15,-2-1 23-15,2 3 6 0,-1-2 2 0,1 2 1 16,3 5-22-16,-7-8-21 0,7 8-13 0,0-6-12 15,0 6-22-15,0 0-11 0,0 0-15 0,0 0-8 16,0 0-8-16,0 0-10 0,0 0-2 0,5 23-6 16,-1-15-3-16,1 3 0 0,1 1-2 0,-1 3-2 15,2 1-5-15,1 1-5 0,2-2-3 0,-3 7-3 16,-2-5-5-16,1 2-1 0,-1 3-5 0,3 1 0 16,-3-3-2-16,0-2-3 0,2 7-1 0,0 1 0 15,1-2-2-15,-5-5-1 0,1-2-16 0,-1 1-21 16,-1 1-19-16,-2-7-24 0,0 2-29 0,1-4-37 15,2 4-33-15,-1-10-33 0,1 4-34 0,4 1-139 16,-4-3-400-16,1-3 177 0</inkml:trace>
  <inkml:trace contextRef="#ctx0" brushRef="#br0" timeOffset="24715.97">8383 3383 271 0,'0'0'303'0,"-12"-8"-5"16,7 5-8-16,5 3-8 0,-14 0-10 0,14 0-12 16,-17 0-7-16,4 0-19 0,3 3-20 0,-3-2-9 15,-2 6-16-15,1-3-4 0,0-1-21 0,-1 3-14 0,1 1-15 16,6 0-9-16,0-3-17 0,-7 5-11 0,10 0-14 16,-3 4-2-16,-1-3-1 0,3 0-13 15,3-3-14-15,3 3 4 0,0 3-4 0,3-1-7 16,3 3-7-16,1 0-1 0,3-3-2 0,-3 1-20 0,6 2-16 15,10-1-16-15,-1 1-28 0,6-5-34 0,-5 0-29 16,-2-5-42-16,3 2-48 0,-5-2-41 0,0 2-40 16,5-6-22-16,-4 2-252 0,0 0-596 15,-3-2 264-15</inkml:trace>
  <inkml:trace contextRef="#ctx0" brushRef="#br0" timeOffset="25131.94">8567 3023 255 0,'0'0'412'0,"0"-11"-10"15,0 11-17-15,0-5-28 0,0 5-34 0,0 0-22 16,0 0-45-16,0 0-31 0,0 0-24 0,0 0-8 16,0 0-31-16,0 0-19 0,5 29-14 0,-5-14-12 15,6 4-12-15,-4 1-9 0,5-1-8 0,-6 8 2 16,6 3-26-16,-2 1 0 0,-3-4-6 0,6-2-13 15,-2 4 5-15,-1-2-4 0,-1 1-4 0,2-1-3 16,6 3-2-16,-9-7-6 0,9 4-3 0,-7-10 2 16,0 3-5-16,5-3-14 0,-4-1-14 0,8 0-17 0,-3-5-17 15,1 1-23-15,3-4-33 0,-2-1-23 0,0-3-47 16,-3 0-41-16,3 0-49 0,4-10-46 0,1 1-38 16,-8 2-201-16,5-2-583 0,-4-3 259 15</inkml:trace>
  <inkml:trace contextRef="#ctx0" brushRef="#br0" timeOffset="25832.06">8860 3348 120 0,'0'0'310'0,"-9"-4"-3"0,9 4-13 0,0 0-12 16,0 0-14-16,0 0-28 0,0 0-12 0,0 0-28 15,0 0-4-15,0 0-17 0,0 0-11 0,17 15-13 16,-9-10-18-16,4 2-14 0,3-2-16 0,-5 6-5 15,3 4-8-15,2-6-16 0,0 3-6 0,6 2-3 16,-9-3-11-16,3 5-3 0,-5-6-27 0,3 8-4 16,-3-7-10-16,1 2-9 0,-1 2-8 0,-5-1-5 15,-1-4-8-15,2 0-2 0,-6 2-2 0,5-4 3 16,-3-2 1-16,-4 3 4 0,-3-3 6 0,5-6 0 16,-10 5-4-16,10-5 6 0,-13-2 1 0,13 2 9 0,0 0 7 15,-23-6 13-15,23 6 4 0,-8-11 4 16,3 7-5-16,3 0-1 0,0-4-8 0,2-3-2 15,4 3-3-15,1-3-11 0,3-1-12 0,7 0-14 16,1-1-20-16,4-5-29 0,5 3-20 0,1-1-23 0,4 1-13 16,2 2-11-16,-2-2-1 0,4 4-1 15,-4 1 5-15,0 1 4 0,-7-2 14 0,5 6 5 16,-8 0 19-16,-3-1 6 0,-7 2 19 0,4-3 26 16,-9 6 22-16,7-2 17 0,-7 2 7 0,-5 1 4 0,10-2 5 15,-10 2 5-15,0 0 15 0,0 0 9 0,0 0 6 16,0 0 8-16,0 0 10 0,-32 2 5 0,21-2 2 15,-2 5 3-15,-2-2 0 0,-4 5-7 16,5-2-7-16,-3 0-2 0,2 5-7 0,0-3 0 0,0 0-10 16,0 6-2-16,4-6-4 0,1 3-6 0,-3-2-2 15,6 5 1-15,5-4-6 0,-4 1 2 0,4-3-2 16,2 3-2-16,0 1-5 0,2-5 4 0,4 1-5 16,1 0-1-16,1-1 1 0,-1 1-2 0,8-4-6 15,0 0-3-15,0-4-9 0,0 0 6 0,6 0-7 16,-4-7 0-16,4 4 0 0,-1-2 5 0,-5 1-2 15,1-7 5-15,-2 6-6 0,1-4 1 0,-4-4-1 16,1 1 5-16,-4 0 0 0,4 0 5 0,-4-1 17 16,-3-1 21-16,-2 2 18 0,-3 2 33 0,5 2 12 15,-5-2 8-15,3 1 9 0,-3 0-1 0,0 0-1 16,4 3-10-16,-4-2-9 0,0 8-19 0,0-8-14 16,3 6-5-16,-3 2-12 0,0 0-9 0,0 0-8 15,0 0-11-15,0 0-12 0,0 0-23 0,0 0-20 16,-7 17-24-16,7-17-19 0,0 12-24 0,4-8-7 15,-4 7-22-15,6-4-25 0,-2 2-28 0,-1 0-30 16,5-2-28-16,4 3-40 0,1 0-39 0,2-6-215 16,2 2-572-16,-3-1 254 0</inkml:trace>
  <inkml:trace contextRef="#ctx0" brushRef="#br0" timeOffset="26382.03">9985 3342 14 0,'-8'-12'316'0,"1"6"3"0,1 0-9 16,-1 1-6-16,-1 1-13 0,-5-4 2 0,3 4-2 16,-2 1-11-16,2-3-14 0,-1 1-10 15,-4 4-32-15,0 1-23 0,15 0-19 0,-23 1-21 0,14 2-15 16,-1 1-15-16,2 0-11 0,-2-1-18 0,4 3-6 16,-4 4-1-16,5-2-17 0,0 1-9 0,0 0-7 15,3 1-5-15,-3 4-8 0,7-5-4 0,1 6 7 16,0-3-12-16,2 3-1 0,2-1-20 0,1 0-7 15,5 1-8-15,-1-3-10 0,3 1-10 0,3-1-15 16,-1-3-9-16,3-2-22 0,-2-1-12 0,3 0-22 16,-4-2-6-16,9-2-14 0,-11 0-13 0,7-2-12 15,-7-2-12-15,4 0-5 0,-4-2-10 0,0-2-10 16,-3-3-5-16,-1 1-5 0,3 1 5 0,-3-8-3 16,1 5 8-16,-4-4 11 0,0-1 14 0,-1 0 12 15,3-2 20-15,0 2-1 0,-2-4 13 0,-1-2 13 16,3 3 6-16,-5 0 14 0,3-9 15 0,-1 2 2 15,-2 2 17-15,1-2 11 0,-6 3 22 0,3 3 23 16,-3-8 25-16,4 7 23 0,-4 2 20 0,0 1 23 16,-7-3 14-16,7 5 12 0,0 0 6 0,-6 2-2 15,4 0 3-15,-5 4-6 0,7 2-1 0,-8-1-9 16,8 1-13-16,-3 2-2 0,-2 0-22 0,5 5-8 16,-10-7-10-16,10 7-7 0,0 0-7 0,0 0-6 15,-15 9-4-15,10 2-4 0,3-4-4 0,-3 2-2 0,4 3-4 16,1 3-1-16,-5 2-2 0,5-2-2 0,0 4-3 15,1 3-1-15,4 1-1 0,-3 3-5 16,5-1 0-16,-1-2 3 0,1-4-4 0,1 4 2 0,0 3-1 16,-1-9-4-16,1 2 3 0,1 0-1 0,-3 1-18 15,7-5-10-15,-4 1-12 0,4-1-18 0,-5-2-19 16,0 1-29-16,-1-5-25 0,6-2-35 0,-6 1-34 16,1-7-37-16,1 5-43 0,-3-1-140 0,-6-5-440 15,15-3 196-15</inkml:trace>
  <inkml:trace contextRef="#ctx0" brushRef="#br0" timeOffset="27231.97">10531 3236 273 0,'0'0'329'0,"0"0"-11"0,0 0-15 0,0 0-19 16,-6-8-21-16,6 8-12 0,-10-3-22 0,10 3-11 15,-10-1-24-15,10 1-12 0,-17-4-8 0,7 4-25 16,10 0-7-16,-21 4-25 0,11-1-4 0,-3-3-17 16,0 2-6-16,3 3-9 0,-4 1-13 0,4-3-4 15,-1 5-10-15,-4 0-1 0,8 0 0 0,-1 1-12 16,1 3-6-16,-1-3 6 0,8 3-16 0,0-4-11 16,0 3 0-16,0 3-8 0,7-5-2 0,-1 6-11 15,1-6-11-15,3 3-9 0,5 0-15 0,-4-1-18 16,4-4-15-16,2-3-16 0,1 3-10 0,2-3-15 15,0-3-7-15,-2-1-3 0,2 4 0 0,1-8 2 16,-4 4 7-16,-1-3 11 0,1-1 10 0,1-2 16 0,-6 0 7 16,-2-2 14-16,0 4 20 0,3-5 24 15,-6 3 19-15,2-3 32 0,-4 3 2 0,2 0 11 16,1-1 11-16,-8-1 15 0,7 2 10 0,-5 0 8 16,3 0-1-16,-4 1-1 0,6 1-6 0,-7 4-12 0,0 0-14 15,0-7-5-15,0 7-7 0,0 0-6 0,0 0-9 16,0 0 2-16,0 0-8 0,0 0 2 0,0 0 4 15,0 0-14-15,0 0-2 0,-7 20 11 0,7-13-19 16,0-2-5-16,0 5 8 0,5-3-14 0,-3-1-2 16,4-2 10-16,-4 6-17 0,-2-6-2 0,7 0-1 15,1 4-5-15,-1-7-1 0,4 6-4 0,-1-4-5 16,0 1-5-16,2-3-7 0,1 1 4 0,-3-1-3 16,3 1 3-16,4-2-5 0,-1 0 3 0,-1-2 1 15,7 2 4-15,-3-1 5 0,-2-1 1 0,1 2 2 16,0-5 1-16,4 2 2 0,8-5-4 0,-10 0 4 15,3 4 8-15,-3-3-1 0,1-4-6 0,-1 5 3 16,7-4-18-16,-6-1-2 0,1 2-7 0,-4-3-5 16,2 3-2-16,1-3-6 0,-4 0 1 0,-1 0 6 15,1 2 3-15,1 0 5 0,-5-2 3 0,2 2 4 16,2 0 6-16,-9-1 4 0,5 0 3 0,-6 4 12 16,1-2 8-16,-1 0 11 0,-2 2 2 0,-2-1 6 15,-3-1 0-15,0 3 6 0,0 0 4 0,-2-3 5 16,-4 6 5-16,-1-2 3 0,-1 1 5 0,-4 1 1 15,1 3 2-15,11 0 3 0,-28 3 5 0,8 0 2 16,3 2-3-16,2-1-1 0,0 5-4 0,0 0-2 16,2 1-7-16,-2 4 4 0,5-3-8 0,-3 5-3 15,3 0-3-15,0 8 2 0,9-1-1 0,-6 1 0 0,7 3-4 16,3 3-1-16,1-2 1 0,4 13 9 0,7-3 3 16,0 3-1-16,3 0-1 0,-2 2-5 15,1-5-4-15,-2 4-1 0,6-3-4 0,-1-3 3 16,-10-5-7-16,5-4 0 0,-2-4-3 0,-3 0 2 0,-5-4-2 15,2-4-4-15,-1-5 0 0,-4 0 13 0,-2-3-11 16,0-1-1-16,0-6-4 0,-5 6-16 0,5-6-11 16,0 0-26-16,0 0-30 0,-31-19-47 15,16 9-71-15,2-9-72 0,-11-1-256 0,3-2-564 0,-11-12 251 16</inkml:trace>
  <inkml:trace contextRef="#ctx0" brushRef="#br0" timeOffset="27416.16">10939 2987 158 0,'0'0'453'16,"-4"-7"-11"-16,4 7-16 0,-6-5-18 0,6 5-26 16,-4-7-34-16,4 7-31 0,0 0-32 0,0-7-33 15,0 7-35-15,0 0-56 0,0 0-69 0,-3-8-80 16,3 8-85-16,0 0-96 0,0 0-112 0,-3-5-291 15,3 5-620-15,0 0 275 0</inkml:trace>
  <inkml:trace contextRef="#ctx0" brushRef="#br0" timeOffset="30165.99">12018 2841 23 0,'-7'-15'279'15,"-1"0"-11"-15,5 6-7 0,-7-4-11 0,3 5-19 16,-3-1-20-16,3 1-14 0,-6 1-22 0,3 2-18 0,-3-2-17 16,-2 4-17-16,2 5-11 0,3-1-14 15,-10 2-7-15,4 3-11 0,-1 3-11 0,2 0-2 16,0 3-8-16,2 0-5 0,0 2-6 0,4 1-6 16,-5-2 0-16,7 2-11 0,5-3 0 0,1 7-2 0,1-4 1 15,1 0-1-15,6 2-9 0,-1-2 1 0,4 0-1 16,2-1-1-16,-2 0 0 0,5 1-3 0,8 2 1 15,-1 0 0-15,-6-1-8 0,2-1 1 16,-1-6-1-16,6 9 2 0,-3-9-1 0,-4 5-6 0,1-1 13 16,-2 1-14-16,-2-4 0 0,0 5-1 0,-3-3 2 15,4 6-1-15,-10-4-6 0,6-1 5 0,-10-4-2 16,7 8-3-16,-7-8 11 0,5-1-7 0,-10 4 0 16,5 0-1-16,-7-2 1 0,7 0 1 0,-10-3-1 15,6-1 2-15,-10 3 0 0,4-2 0 0,-3-3 4 16,0-1 5-16,-2 5 8 0,-2-7 8 0,-4 2 7 15,3-6 10-15,-1 3-5 0,5-4 2 0,-5 0 12 16,4 0 6-16,-3 0-4 0,7 2 1 0,-3-3-3 16,3-2-7-16,3 1-5 0,-1 3-4 0,3-1-5 15,6 4 3-15,-9-7-8 0,9 2-8 0,0 5-7 16,0-8-9-16,0 8-10 0,9-6-6 0,2 3-5 16,1 1-1-16,-1 2-2 0,6-3 3 0,5 2-15 15,-1 2-6-15,7 2-10 0,2-3-6 0,1 0-8 16,3 2-8-16,-1-2-6 0,3-2-4 0,-6 2-4 15,1-3-7-15,4-1 1 0,0-1 4 0,-5 1 4 16,1-2 8-16,-1-3 9 0,-7 1 7 0,-1 3 4 16,6-5 6-16,-12 2 5 0,4-3 7 0,-3-1 1 15,2 0 5-15,-10 1 6 0,-3 3 4 0,3-8 8 16,-9 8 8-16,5-3 7 0,-5 2 9 0,-5 0 6 0,3 0 5 16,-5 1 2-16,1 4 1 0,-1-2 2 15,1-2 3-15,-9 4 1 0,5 3 0 0,-4-1 1 16,0-1 5-16,-1 6-2 0,0 0-2 0,2 1 5 15,-4-1-16-15,-3 4 0 0,5 1-2 0,2 0-2 0,0 3-1 16,-1 1-5-16,6-7 0 0,2 9 1 0,1-5 1 16,3 3-2-16,2 3 0 0,2 0-1 15,4-1 0-15,7 0 1 0,-1 1-2 0,3 0-3 16,5 2-3-16,10-2-7 0,1-1-13 0,-3-1-16 0,15-3-16 16,0 6-16-16,4-11-16 0,-14-2-13 0,11 8-16 15,-9-11-6-15,-2 3-5 0,4-6-2 0,-8 0 7 16,1-5 13-16,2 4 9 0,-14 0-1 0,5-10 21 15,-8 6 8-15,5 1 6 0,-10-3 7 0,0-4 3 16,-7 5 17-16,0-4 15 0,-3 3 20 0,-1-2 17 16,-3 1 17-16,-1 0 15 0,-5-4 10 0,-1 6 7 15,-4-3-1-15,0 1-1 0,7 4-4 0,-14-3-3 16,7 3-1-16,2 4-7 0,-8-2-1 0,4 3-4 16,2 1-6-16,-6 2-3 0,6 1-5 0,-2 2 2 15,-3 0-7-15,4 5-5 0,1-1-2 0,0 1-1 16,2 0 0-16,3 2-5 0,0-1 0 0,2 0-1 15,1 4-1-15,4-5-1 0,-2 7-2 0,8-6-2 16,-3 0-4-16,2 1 1 0,6 2-10 0,-5-3 0 16,9-2-1-16,3-1-2 0,-2 2-10 0,4-2-2 15,-1-6-7-15,6 3 1 0,-4-2-3 0,7-4 3 16,-2 1 5-16,-2-2-3 0,1 2 6 0,-1-6 0 16,1-2 3-16,-6 2 3 0,4-1 2 0,-3 0 4 15,-4-2 7-15,0 1 17 0,-4 1 13 0,-3-1 19 16,3-1 24-16,-6 0 21 0,2-2 15 0,0 3 11 0,-4 1 9 15,1 1 5-15,5-2 7 0,-12 3 2 16,10-2-6-16,-4 4-2 0,-1 4-20 0,0-8-16 16,0 8-13-16,0-7-15 0,0 7-10 0,0 0-11 0,0 0 1 15,0 0-11-15,0 0-7 0,-6 17-19 0,6-8-7 16,0-1-12-16,0 0 10 0,5 4-34 16,-4-3-16-16,-1 1-7 0,5 5-23 0,-1-4-13 0,2 5-25 15,-1-4-17-15,4 3-28 0,-1-3-11 0,3 0-29 16,-1-4-42-16,5-1-35 0,0 0-31 0,0-2-172 15,-7-3-515-15,6-2 229 0</inkml:trace>
  <inkml:trace contextRef="#ctx0" brushRef="#br0" timeOffset="30483.65">13173 3136 198 0,'0'0'179'0,"-2"-4"-16"0,2 4-19 0,0 0-15 0,0 0-10 15,0 0-15-15,0 0-10 0,0 0-8 0,0 0-9 16,10 21-4-16,-3-11-12 0,0 0-1 0,1-2-7 16,-3 1-8-16,3 2-6 0,0 3 0 0,1-1-2 15,2 2-6-15,-6-2-7 0,2 1 6 0,-1-1-2 16,-1-1-7-16,-1 2 7 0,1-6-14 0,-5 3 2 16,0-2-2-16,0-1 0 0,-2-2-7 0,-3 3 3 15,3-5 5-15,-6-1 1 0,8-3 12 0,-13 5 15 16,13-5 18-16,0 0 13 0,-17-6 14 0,17 6 6 15,-10-6 7-15,5-2-7 0,2 4-15 0,3 4-6 16,0-12-6-16,3 0-8 0,2 5-6 0,7-5-10 16,-4 1-16-16,2-1-15 0,8-3-19 0,-1 3-33 15,9-3-34-15,-1-1-44 0,5-1-30 0,6-2-25 16,1-3-32-16,6 7-162 0,-12 0-397 0,1 5 176 16</inkml:trace>
  <inkml:trace contextRef="#ctx0" brushRef="#br0" timeOffset="30782.17">13790 3023 174 0,'-11'0'204'0,"11"0"-5"15,-20 1 3-15,8 2-5 0,-1-1-5 0,-3-1-4 16,-4 3-4-16,3 0-15 0,1 1-7 0,-4 2-9 16,3 0-12-16,2 2 0 0,-3 0-23 15,3 1-13-15,0 4-6 0,0-5-11 0,5 7-10 0,-3-5-7 16,-2 0-6-16,7 2-6 0,1 1-5 0,2-4-4 15,5 4-3-15,-3-3-5 0,3 1 5 0,3 5-12 16,1-5-4-16,4 2-4 0,0-3 4 0,7 1-7 16,0-1 2-16,0-3-8 0,7 0-15 0,-3 0-13 15,5-5-17-15,4 1-11 0,-3 1-14 0,4-2-23 16,1-3-12-16,-2-3-19 0,0 0-15 0,-3-3-11 16,-3 3-12-16,-2-3-4 0,3-6-16 0,-3 4-7 15,-4-5-8-15,1 1-4 0,-2-2-116 0,-4 1-321 16,-2-2 142-16</inkml:trace>
  <inkml:trace contextRef="#ctx0" brushRef="#br0" timeOffset="31432.17">13938 2771 60 0,'-2'-9'162'0,"-1"-1"15"0,1 2 12 0,2 0 1 15,-2 2 8-15,2 6-5 0,-3-10-1 0,3 10-8 16,-3-7-9-16,3 7-20 0,-2-7-12 0,2 7-16 15,0 0-14-15,0 0-12 0,0 0-14 0,0 0-11 16,0 0-10-16,0 0-2 0,0 0-8 0,0 0-9 16,0 0-1-16,5 19-5 0,-2-9-4 0,1 4-2 15,2 0-8-15,1 4 1 0,0 3-4 0,3 3-3 16,-4 3-3-16,2-1 1 0,2 2-3 0,0 2 3 16,0-2 3-16,0 2-8 0,-2-1-4 0,-1 1 3 15,0-3-2-15,-2 0 0 0,1 1 0 0,3-1-1 0,-3-9 2 16,-3 2-5-16,2-4-7 0,0 1-10 0,-3-2 0 15,-2-5-8-15,8 0 5 0,-8-3-5 16,0 3 4-16,5-5 4 0,-5 1 1 0,2-2-1 16,-2-4 0-16,0 0-6 0,0 0-10 0,0 0 1 0,0 0 0 15,21-10 1-15,-14 5-2 0,0-3 2 0,-1 0-9 16,-2-1-4-16,2 2 2 0,6-4-3 0,-2 2-14 16,-4 0 10-16,8-3-2 0,-6 4 5 15,-1 0 7-15,1-3-1 0,-3 3 4 0,0 1 6 0,0-1-1 16,1-1 8-16,-6 6 14 0,4-2 9 0,-1-2 9 15,-3 7 10-15,8-7 8 0,-8 7 6 0,2-5 1 16,-2 5 2-16,3-4 2 0,-3 4-1 0,0-6 2 16,0 6 0-16,0 0 3 0,0 0-1 0,0 0-8 15,0 0 1-15,-11-8-6 0,11 8-5 0,0 0-3 16,0 0-3-16,0 0-3 0,0 0-1 0,0 0 3 16,0 0-7-16,0 0 0 0,0 0-2 0,0 0 0 15,0 0-5-15,0 0-1 0,-15 14 1 0,15-14 1 16,0 0-4-16,0 0 3 0,8 9 3 0,-8-9-4 15,7 11-2-15,-1-8 2 0,-1 1-4 0,-2 2 2 16,6 1 1-16,-4 0-4 0,3 0 2 0,-1-3-13 16,-1 4-2-16,4 3-3 0,-3-4-3 0,1 1-4 15,0 1 0-15,2 3-1 0,-5-5-3 0,2 1 7 16,-1-3-3-16,-1 2 2 0,0-1 4 0,-1-4-4 16,-3 5 6-16,1-2 1 0,3 0 2 0,0-2 1 15,-5-3 0-15,3 6-8 0,-3-6-5 0,7 6-16 16,-7-6-21-16,0 0-27 0,8 6-36 0,-8-6-48 15,15-6-50-15,-15 6-176 0,13-2-425 0,-13 2 188 16</inkml:trace>
  <inkml:trace contextRef="#ctx0" brushRef="#br0" timeOffset="31865.1">14779 2698 292 0,'-4'-8'314'0,"1"-1"-10"0,-4-1-10 0,6 5-20 16,-6-5-15-16,0 8-31 0,2-5-19 15,-1 6-23-15,6 1-24 0,-18 0-10 0,18 0-21 0,-22 6-12 16,7 1-9-16,4 4-13 0,-8 0-5 0,4 5-6 16,1-3-8-16,-5 12-2 0,4 0-9 0,-4-1 4 15,4 6-4-15,1-3 4 0,5 3-10 0,0-3 5 16,-2 1-6-16,4 4 0 0,5-5-4 0,2 3-7 15,0-2 6-15,2 1-14 0,13-1-10 0,-8 3 6 16,6-3-2-16,2-1 2 0,5-5-4 0,4 4-5 16,11 1-4-16,-2-2-24 0,-5-6-31 0,9 1-9 15,-7-1-56-15,1-4-48 0,5 1-50 0,-1-1-75 16,-5-9-53-16,5 1-231 0,-4 3-599 0,1-5 265 16</inkml:trace>
  <inkml:trace contextRef="#ctx0" brushRef="#br0" timeOffset="36548.15">15356 2619 69 0,'0'0'340'0,"0"0"-17"16,0 0-22-16,-5-6-22 0,5 6-27 0,0 0-27 16,0 0-23-16,0 0-24 0,0 0-17 0,0 0-19 15,0 0-14-15,0 0-11 0,0 0-11 0,0 0-11 16,0 0-12-16,0 0-9 0,8 19-4 0,-8-19-10 0,2 12-4 16,3-5-3-16,-3-4 0 0,3-1-12 15,1 6-6-15,1-2 1 0,-4 2-4 0,6-4-4 16,-6 4-1-16,2-4-3 0,1 2-3 0,3 2-3 15,-4-6 1-15,3 6-1 0,-1-2 1 0,1-2 0 0,-2-2-4 16,3 4-5-16,-3-2 3 0,-6-4-6 0,9 4 5 16,-3-3 5-16,-6-1-7 0,7 4 0 15,-7-4 1-15,7 3-3 0,-7-3-1 0,0 0 10 16,0 0-1-16,0 0 4 0,0 0-2 0,0 0 0 0,3-12 13 16,-3 12-19-16,-10-12 2 0,5 8-3 0,0-5 1 15,2 3 2-15,-6 0-6 0,3 0 6 0,-1 0 16 16,-1-3-9-16,0 5 7 0,-2-3-9 0,3 2-2 15,-5 2 4-15,6-5-3 0,-6 5-5 0,4-3-1 16,-2 0 0-16,0 5-4 0,2-1 1 0,-4 0-3 16,2-1-2-16,2 2 14 0,8 1-20 0,-20 0 6 15,20 0-1-15,-15 1-5 0,0-1 1 0,5 3 0 16,-1 2 0-16,3-1-4 0,-1 3 12 0,1-4-9 16,-4 6 5-16,6-5-8 0,4 2 5 0,-11 3-3 15,11 0 2-15,-4-3-4 0,-1 3 2 0,0-2 4 16,6 1 1-16,-6-1-3 0,7 1 1 0,-5-2 2 15,2 0-3-15,3 1 1 0,0 2-3 0,0-2 0 16,-5-2 1-16,5 3 5 0,0-1-5 0,0 1 1 16,11-2 7-16,-9 0-8 0,3 1 3 0,-3 5 2 15,4-9-3-15,1 8 2 0,3-2-1 0,-3-2 5 16,1 1-5-16,3-1 1 0,-2-2 0 0,1 2-3 16,0-2 3-16,-1 2-5 0,1 0 6 0,2 0-1 15,-2 1-2-15,3 1 1 0,4-2 2 0,-7-3-7 0,0 3 7 16,1-2-3-16,-3 2 1 0,2-3-2 15,2 0-1-15,0 3 1 0,-4-5 0 0,2 3 8 0,-2 2-11 16,2-2 3-16,2 1 18 0,-4-2-21 16,-2 3 2-16,4-2-2 0,-3 2-1 0,1-3 5 0,-1 0 0 15,0 3 1-15,-4-2-5 0,3 2-1 0,3-3 4 16,-4 0-1-16,1 4-1 0,-4-2-1 16,3-3 2-16,-2 4-1 0,-3 1 0 0,5-2-1 15,-3-2 1-15,3 1 4 0,-4 1-4 0,-1 0-4 0,0-6-2 16,0 10-1-16,0-10 9 0,0 9-2 0,0-1 0 15,0-8 3-15,0 7-4 0,-1-2 0 0,1-5 1 16,-7 10 0-16,2-5 1 0,4-2 11 0,-6 1-10 16,0-1 0-16,4 2 0 0,0-2 2 0,-7 1-3 15,5 1 4-15,-5-2 4 0,-3 0-3 0,4-2 0 16,-1 1-5-16,-1-1 5 0,-1 1 4 0,1-2-6 16,1 3 9-16,10-3-4 0,-22-3 2 0,11 3 4 15,1 3 2-15,10-3-1 0,-22-3 5 0,9 1 15 16,3 1-7-16,-2-1 5 0,4 1 8 0,-5-2-7 15,13 3 7-15,-22-3 3 0,12 2 3 0,2-3 5 16,0 1 6-16,8 3 1 0,-13-1-1 0,4 0-2 16,4-4 0-16,5 5 1 0,-14-3-3 0,14 3-3 15,-9-6 1-15,9 6-2 0,-6-4-3 0,6 4-7 16,-7-5-1-16,7 5 0 0,-8-4-3 0,8 4-6 0,-7-5 0 16,7 5-6-16,-8-3-2 0,8 3-4 15,0 0 2-15,-5-3-6 0,5 3 3 0,0 0-7 16,0 0 2-16,0 0-2 0,0 0-2 0,0 0-4 0,0 0 2 15,0 0 2-15,0 0-7 0,0 0-3 0,0 0-1 16,0 0-7-16,0 0-6 0,0 0 3 0,0 0-1 16,0 0-6-16,0 0 4 0,0 0 2 15,0 0 2-15,0 0 2 0,0 0 1 0,0 0 3 0,20 13-4 16,-14-10 4-16,3 1 0 0,-1 0 0 0,5 0-13 16,-5 1-7-16,7 1-10 0,4 2-13 0,-8-1-15 15,7-4-25-15,-3 3-26 0,3-2-25 0,-3 4-36 16,0-4-46-16,-2 1-60 0,2-2-62 0,0 2-283 15,-6-4-679-15,2 0 301 0</inkml:trace>
  <inkml:trace contextRef="#ctx0" brushRef="#br0" timeOffset="43247.68">16171 3180 165 0,'-2'-6'460'0,"2"6"12"0,-7-8 7 16,7 8-7-16,0 0-5 0,-1-5-19 0,1 5-13 0,0 0-28 16,-5-7-31-16,5 7-24 0,0 0-28 0,0 0-38 15,0 0-34-15,0 0-23 0,0 0-21 0,0 0-27 16,0 0-22-16,0 0-16 0,0 0-15 0,0 0-7 16,0 0-17-16,0 0-11 0,28 16-7 0,-20-12-9 15,-1 2-8-15,3 2-7 0,-5 1-5 0,3-5-6 16,0 5-8-16,4 1-10 0,-6-2 3 0,-2-2-22 15,2 2-18-15,-6-1-10 0,5 0-13 0,-3 0-6 16,-2-1-12-16,0 1-12 0,0-1-10 0,0-6-18 16,-7 9-25-16,1-3-33 0,-3-2-34 0,3-2-48 15,6-2-49-15,-15 6-40 0,7-5-44 0,-6-1-56 16,14 0-60-16,-16 3-271 0,16-3-807 0,-13-4 357 16</inkml:trace>
  <inkml:trace contextRef="#ctx0" brushRef="#br0" timeOffset="43564.45">16743 2703 290 0,'-1'-6'408'0,"1"6"-23"0,1-7-30 15,-1 7-27-15,5-8-36 0,-5 8-30 0,0 0-34 0,0 0-24 16,0 0-20-16,0 0-22 0,7 16-14 0,-6-6-11 16,3 2-17-16,-1 1-10 0,0 3-6 15,4 2-15-15,0 6-8 0,-4 8-11 0,4-7-2 0,-1 4-10 16,1 0-5-16,-2-1-2 0,1-1-7 0,3 1-7 16,-6 2 5-16,4-3-3 0,1-1-10 0,-2 2-23 15,1-2-22-15,-5-6-11 0,4-3-28 0,1 0-14 16,-5 0-31-16,3-4-30 0,-4-3-27 0,3-1-27 15,-1 2-36-15,-1-7-39 0,2 1-48 0,5 0-170 16,-9-5-517-16,0 0 229 0</inkml:trace>
  <inkml:trace contextRef="#ctx0" brushRef="#br0" timeOffset="43914.48">16758 2670 196 0,'-7'-14'403'0,"4"4"7"16,-2 1 10-16,0-4-6 0,5 6-10 0,-3 2-10 16,1-3-17-16,-1 1-25 0,1 2-20 0,2 5-29 15,-1-7-23-15,1 7-29 0,3-11-28 0,-3 11-25 16,8-8-22-16,-1 5-19 0,3 2-14 0,-10 1-17 16,18-3-13-16,-3 6-10 0,-4-3-15 0,9 1-11 15,-10 2-12-15,12 5-13 0,-4 1-11 0,-1-3-10 0,2 2-8 16,3 3-9-16,-6-2-12 0,4-1-5 0,-3 4-10 15,-1-2-1-15,-4 2-7 0,1 0 0 16,-3-1 0-16,-2 0-1 0,1-1-3 0,-4-3-6 16,1 4 7-16,-4-2 3 0,0 1 0 0,-2-1 1 0,-2 4 2 15,-5-4-2-15,-3 3 9 0,-1 1 1 0,-1-1-2 16,-3 3-6-16,-5-6-14 0,6 3-14 0,-3 0-20 16,-3-3-26-16,4 3-32 0,-11 2-35 0,12-7-28 15,0 5-22-15,0-1-21 0,4 1-28 0,1-4-44 16,7 0-38-16,3 3-290 0,0-1-682 0,6 0 302 15</inkml:trace>
  <inkml:trace contextRef="#ctx0" brushRef="#br0" timeOffset="44398.3">17415 3004 16 0,'0'0'300'16,"-1"-9"1"-16,1 9-4 0,-5-7-5 0,5 7-7 15,-12-8-9-15,4 4-13 0,-4 1-9 0,2 3-18 16,-3-3-14-16,-2-2-19 0,-6 5-17 0,4 0-7 16,-3 0-17-16,4 3-17 0,-4-1-10 0,1 4-14 15,1 0-11-15,3 1-9 0,0-2-14 0,-1 4-9 16,1-1-7-16,0 0-8 0,4 3-3 0,1-3-7 0,1 2-11 16,1-2-1-16,1 2-2 0,1-1 0 0,4 0 0 15,-1 0-19-15,3 2-8 0,0-4-8 16,0 5 2-16,5-4-11 0,1-3-9 0,1 5-6 0,3-6-11 15,0 0-8-15,8 1-1 0,-1-1-2 0,-2-1-8 16,4-3 9-16,0-1-5 0,1-1 4 0,-4-2 27 16,4-2-19-16,-4-1 6 0,-1-4 4 15,7 2-3-15,-7-1 6 0,8-6 2 0,-10 0 0 0,2 2 12 16,-2 0 17-16,-3-4 14 0,4 1 19 0,-8 0 11 16,1 5 23-16,-1 2 22 0,1-2 14 0,-2 3-1 15,-2-2 10-15,-1 4-1 0,0 1-5 0,1 0-10 16,-1-2-10-16,-2 8-15 0,1-4-11 0,-1 4-12 15,0 0-10-15,0 0-9 0,0 0 1 0,0 0-4 16,0 0-4-16,0 18-3 0,-1-12-7 0,2 8 0 16,-2-6-6-16,1 2 2 0,-2 2-17 0,4 3-4 15,-1-1-15-15,4 0-13 0,2 2-15 0,-6-5-23 16,6 1-25-16,0-4-19 0,3 5-27 0,-2-6-29 16,0 0-28-16,2 5-39 0,0-9-41 0,-2 2-37 15,7-3-36-15,-8-4-271 0,6 4-672 0,-3-5 298 16</inkml:trace>
  <inkml:trace contextRef="#ctx0" brushRef="#br0" timeOffset="44664.28">17723 2589 265 0,'0'-6'436'0,"-2"-1"12"0,2 7-10 0,2-11-1 16,-2 11-7-16,-2-7-27 0,2 7-30 0,0-8-37 15,0 8-36-15,0 0-35 0,2-6-31 16,-2 6-25-16,0 0-25 0,0 0-17 0,0 0-21 0,0 0-13 16,-2 26-10-16,4-13-15 0,0-3-9 0,1 9-8 15,-1-2-8-15,3 5-8 0,0 1-12 0,0 3-22 16,1-1-29-16,2 2-26 0,1-3-32 0,-4 3-37 16,5 2-21-16,-4-2-39 0,4-3-26 0,-3-1-25 15,4-6-25-15,-2 1-33 0,-1-1-28 0,0-2-31 16,4-3-23-16,-6-3-32 0,-2-1-198 0,4-6-611 15,0 5 270-15</inkml:trace>
  <inkml:trace contextRef="#ctx0" brushRef="#br0" timeOffset="45114.5">18049 2559 122 0,'0'-10'317'0,"-2"-1"-3"15,2 5-6-15,-1 1-18 0,1 5-22 0,-2-12-29 16,2 12-26-16,0-4-26 0,0 4-24 0,0 0-14 16,0 0-13-16,0 0-15 0,0 0-12 0,-11 21-11 15,9-9-8-15,2 6-10 0,2 1-5 0,-2 1-8 16,0 3-5-16,0 7-8 0,0-3-4 0,0 0-3 16,0 0-4-16,8 0-2 0,-8 1-5 0,3-1-5 15,0 0 0-15,2 0-3 0,-5-7-10 0,4-4-4 16,-1 0-10-16,0 1-6 0,1-4 3 0,-1-2-2 15,0-2-1-15,1-2 0 0,1 0 4 0,-4-2 1 16,1-2 2-16,-2-3 6 0,5 5-8 0,-5-5-1 0,0 0 6 16,0 0-6-16,16-12 3 0,-9 9-2 0,1-6 3 15,-3 1 13-15,2 1 5 0,1-1 6 16,0-2 3-16,1 4 1 0,-3-5 5 0,3 4 13 0,-1-1 9 16,0 1-15-16,0 2-3 0,2-2 7 0,2 6-16 15,-5-4-8-15,1 2-3 0,-3 0-5 0,-5 3-5 16,16 4 8-16,-9-2-4 0,1 3-8 15,4 0-3-15,-4 3 0 0,0-1 4 0,-6 1 12 0,10-1-20 16,-4 4 7-16,-1 1-6 0,-1-1-15 0,1-3-12 16,-4 4-18-16,4-3-10 0,-2 2-22 0,-2-2-21 15,4-2-22-15,-2 0-30 0,-4 0-39 0,1-1-39 16,4 0-31-16,-6-6-48 0,7 6-191 0,-7-6-535 16,5 2 238-16</inkml:trace>
  <inkml:trace contextRef="#ctx0" brushRef="#br0" timeOffset="45347.55">17857 2720 290 0,'0'0'373'0,"-10"-2"-12"0,10 2-2 0,-11-3-1 15,11 3-7-15,0 0-22 0,0 0-22 0,-12-2-19 16,12 2-24-16,0 0-22 0,0 0-27 0,0 0-16 15,0 0-22-15,0 0-16 0,28 7-15 0,-16-7-19 16,4 1-32-16,-1 2-34 0,3-2-50 0,-1-2-55 16,4 2-65-16,1-1-70 0,1 2-78 0,7-4-91 15,-9 1-282-15,13 1-682 0,-8-6 302 0</inkml:trace>
  <inkml:trace contextRef="#ctx0" brushRef="#br0" timeOffset="45748.24">18321 2264 468 0,'0'0'483'0,"-2"-4"-24"0,2 4-29 0,0 0-40 15,0 0-41-15,0 0-34 0,0 0-33 0,21 9-24 16,-7 2-22-16,1 1-25 0,6 6-18 0,4 2-15 16,10 7-15-16,-2 4-13 0,0-4-10 0,-2 1-15 15,9-1-9-15,-18-2-10 0,6 3-7 0,1 7-16 16,-7-10-8-16,-2 0-9 0,-4 2-2 0,1-6-11 15,-2 5-1-15,-2 1-8 0,0 1-2 0,-3 4-4 16,-3 1-5-16,-7 6-4 0,3-8-26 0,-8 1-20 0,-8 7-24 16,-4 0-45-16,-2-5-45 0,-5 4-40 0,-5-7-34 15,0 7-29-15,-7-8-34 0,0 0-42 16,4-3-48-16,-3 0-294 0,6-9-707 0,2-3 313 16</inkml:trace>
  <inkml:trace contextRef="#ctx0" brushRef="#br0" timeOffset="80795.8">15346 2532 51 0,'0'-8'232'0,"0"8"-13"0,0 0-5 16,0-7-7-16,0 7-10 0,0 0-7 0,4-9-5 15,-4 9-5-15,0 0-6 0,0 0-3 0,-4-6 2 16,4 6-13-16,0 0-5 0,0 0-10 0,0 0-9 16,0 0-5-16,0 0-14 0,0 0-8 0,0 0-11 15,0 0-3-15,0 0-11 0,0 0-6 0,0 0-9 16,0 0-10-16,0 0-6 0,0 0-7 0,0 0-12 15,0 0-1-15,0 0-2 0,0 0-3 0,0 0-2 16,0 0-7-16,0 0 14 0,0 0-19 0,0 0-1 16,0 0 3-16,0 0-1 0,0 0-4 0,0 0 1 15,15 18-1-15,-10-15-1 0,2 3 0 0,-1-3-5 16,-2 6 6-16,2-6-8 0,3 3 5 0,-1 2-3 16,2-4 0-16,-5 4 2 0,5-1-2 0,-4 1-2 0,-1-3 6 15,7 2-33-15,-11 0-14 0,4-3-32 0,4 4-41 16,-8-5-56-16,1 3-57 0,5 0-66 0,-7 0-241 15,0-6-574-15,0 10 255 0</inkml:trace>
  <inkml:trace contextRef="#ctx0" brushRef="#br0" timeOffset="81645.72">15235 3261 78 0,'-3'-5'252'0,"3"5"-8"0,0 0-9 16,0 0-12-16,0 0-12 0,-3-5-16 0,3 5-12 15,0 0-8-15,0 0-12 0,0 0-12 0,0 0-8 16,0 0-14-16,0 0-11 0,0 0-13 0,0 0-5 15,0 0-8-15,0 0-12 0,0 0-8 0,0 0-6 16,0 0-4-16,0 0-6 0,0 0-2 0,0 0 8 16,0 0 5-16,0 0 0 0,0 0-1 0,6 18-10 15,-1-16-2-15,-1 5 2 0,1-3-9 0,0 4-6 16,-2-4-1-16,10 3-7 0,-5 1 2 0,2-2-20 16,2 0-27-16,-2 1-47 0,5 1-53 0,-2 0-68 15,5-1-79-15,-5 5-275 0,1-9-579 0,1 3 256 16</inkml:trace>
  <inkml:trace contextRef="#ctx0" brushRef="#br0" timeOffset="86962.8">6417 4982 123 0,'5'-16'403'0,"-4"6"-6"0,3-7 3 0,-1 10-14 0,-3-2-17 15,2 3-11-15,-2-4-16 0,6 3-34 0,-6 7-28 16,0-8-32-16,0 5-36 0,0 3-20 0,0 0-19 0,0 0-13 16,8 11-22-16,-3-3-13 0,-1 7-14 15,1-2-6-15,1 7-14 0,3 2-4 0,-3 5-10 16,3 4-7-16,-3-3-7 0,1 3-7 0,-1-1-6 15,1 2-1-15,1-5-23 0,-1 2-47 0,0-5-20 0,1 1-49 16,-2-6-38-16,-1 4-46 0,0-4-41 0,-5-4-61 16,7 0-70-16,0-3-54 0,-6-1-218 0,-1-5-670 15,0-3 296-15</inkml:trace>
  <inkml:trace contextRef="#ctx0" brushRef="#br0" timeOffset="87428.74">7011 4853 170 0,'7'-14'306'0,"-6"-2"-5"0,-1 2-3 0,0-3-11 16,0 9-8-16,-1-3-11 0,1 2-9 0,0 0-6 16,-9 3-25-16,4-1-22 0,-1 0-23 0,-1 3-21 0,0 1-16 15,7 3-12-15,-24 3-14 0,7 1-1 16,-3 4-21-16,5 2-7 0,-1 1-10 0,-4 9-5 16,-2 3-2-16,1 1-7 0,6 7-2 0,8-3-4 0,-8 1-3 15,5-1 3-15,4 3 3 0,1 0-4 0,5 0-1 16,7 7 0-16,2 2-6 0,-4-9-3 0,12 8-6 15,-5-7-2-15,2 4-4 0,1 0-6 0,7 2-1 16,-2-3-5-16,-5-8-2 0,1 5 5 0,-3-3-11 16,4-2 5-16,-4 1-10 0,2 3 12 0,-5-5-9 15,2 1-4-15,-4 1-3 0,-1-2-4 0,-4-6 2 16,0-4 2-16,-1 5-2 0,-4-4-4 0,2-1 7 16,-3-3-7-16,1-1 2 0,1-1-11 0,-4 0-18 15,3-4-26-15,-5-1-16 0,6 0-28 0,1-6-39 16,0 0-45-16,-9 6-48 0,9-6-54 0,0 0-61 15,-10-13-298-15,7 5-691 0,-2-4 307 0</inkml:trace>
  <inkml:trace contextRef="#ctx0" brushRef="#br0" timeOffset="87629.16">6756 5268 50 0,'-8'-3'372'16,"8"3"-17"-16,0 0-26 0,0 0-23 0,0 0-29 16,0 0-27-16,21-8-25 0,-8 8-19 0,2-1-23 0,0 1-15 15,8 0-25-15,-1 0-24 0,6 0-32 0,2-1-43 16,0 1-51-16,-1 0-55 0,1 0-67 0,5-2-62 16,-4 2-78-16,-1-3-141 0,3 0-443 0,-1-2 196 15</inkml:trace>
  <inkml:trace contextRef="#ctx0" brushRef="#br0" timeOffset="88111.97">7850 4971 103 0,'0'0'397'0,"0"0"-21"0,0 0-27 0,0 0-28 0,0 0-29 16,0 0-38-16,0 0-32 0,0 0-21 0,15 11 7 15,-15-5-9-15,3 1 0 0,2 0-10 0,-5 6-11 16,2 1-9-16,3 1-13 0,3 4-15 0,-3-3-13 15,-3 3-13-15,6 5-4 0,-1-4-18 0,-1 2-12 16,3 1-5-16,-1-4-5 0,-2 4-11 0,1-3-5 16,0-1-27-16,1-4-44 0,2 3-31 0,0-5-42 15,-9 3-42-15,4-8-43 0,-1 4-49 0,-4-4-41 16,6-2-47-16,-6-1-276 0,0-5-635 0,9 1 282 16</inkml:trace>
  <inkml:trace contextRef="#ctx0" brushRef="#br0" timeOffset="88496.7">8222 5047 86 0,'0'0'337'0,"4"-6"-4"0,-4 6-12 0,0 0-9 15,8-4-8-15,-8 4-7 0,0-6-25 0,0 6-14 0,0 0-36 16,-8-7-16-16,8 7-18 0,0 0-14 0,-13-2-16 15,13 2-17-15,-7-5-18 0,7 5-19 0,0 0 2 16,-15 7-16-16,15-7-8 0,-10 7-10 0,3-2-10 16,3 2-2-16,2 1-7 0,-1-1-5 0,-1 3 6 15,8 0-14-15,1 6 3 0,-1-4-2 0,6 0-5 16,2 6 2-16,-7-6-2 0,7 4-5 0,1-1-5 16,-5 0-5-16,7 2-1 0,-2-2 0 0,-5 1 0 15,4-3-2-15,-2 1-6 0,0-2 2 0,-5-2-2 16,3 0-7-16,-1-4-7 0,-7 1 13 0,6 1 7 15,-7-4-11-15,1 4 11 0,0-8-8 0,-5 9 0 16,1-6 0-16,-7 3-2 0,11-6-7 0,-17 0 10 16,-3 1 4-16,6-1-14 0,-8 0-23 0,7-1-34 15,-3-1-54-15,-2-3-49 0,-1 2-50 0,-1-2-51 16,4-2-64-16,0-1-322 0,1-3-699 0,2 1 308 16</inkml:trace>
  <inkml:trace contextRef="#ctx0" brushRef="#br0" timeOffset="88828.74">7969 4755 293 0,'0'0'379'0,"0"0"-30"0,0 0-36 0,0 0-32 0,0 0-27 15,0 0-36-15,0 0-19 0,0 0-19 0,0 0-19 16,0 0-14-16,0 0-13 0,12 21-13 0,-11-15-16 16,4 0-7-16,-1 3-11 0,-3-2-9 0,4 1-5 15,0 3-10-15,-3-6-3 0,0 1-7 0,3 3-9 16,-2-6-1-16,-3 2 2 0,0-5-4 0,5 7 0 16,-5-7 0-16,0 0-9 0,0 0 8 0,0 0-11 15,0 0-3-15,10-15-1 0,-10 6-3 0,0 2 0 16,0-4-9-16,-3 2-2 0,3-1 0 0,-4 1-3 15,4-2-13-15,-1 4-22 0,1-1-30 0,-2 1-30 16,0 1-42-16,2 6-50 0,-3-7-71 0,3 7-62 16,0 0-204-16,0 0-559 0,0 0 247 0</inkml:trace>
  <inkml:trace contextRef="#ctx0" brushRef="#br0" timeOffset="89878.63">8999 4815 149 0,'-5'-6'253'0,"1"0"-6"16,-2 3-7-16,-1-1-6 0,1-1-6 0,-3 2-10 15,3-3-7-15,-3 4-4 0,-5-2-7 0,5 1-10 16,-2-1-10-16,-4-1-7 0,0 3-8 0,-2 2-10 16,1 0-12-16,-4-1 0 0,0 2-5 0,2 4-7 15,-4 1-2-15,1-2-11 0,1 3 3 0,2 1-15 16,1 1-15-16,-1 1-3 0,0-2-13 0,3 4-5 15,3 0-4-15,-3-2-12 0,7 3-2 0,-5-2-4 16,5 2-5-16,1-4-2 0,2 8-1 0,2-7-6 16,6 0-1-16,-3 2 1 0,5 2-8 0,3-1 3 0,6 1-2 15,0 2-5-15,6-4-6 0,2 2 4 16,3-1-30-16,-2 1-16 0,3-4-28 0,-4 0-13 16,3-3-19-16,-2-2-14 0,-2-1-5 0,1-1-3 15,-1-2 1-15,1 3 8 0,-6-4 7 0,-2 0 9 0,1 0 10 16,-7-4 7-16,0 1 9 0,-1 2 8 15,-7 1 10-15,13-4 11 0,-11-1 10 0,-2 5 7 16,0 0 6-16,-9-9 10 0,9 9 13 0,-15-2 21 0,9-1 12 16,-9 2 3-16,2 1 8 0,-2 0 4 0,-8-2 2 15,1 5 8-15,4 2-6 0,-4 2 2 0,3-5-11 16,0 4-1-16,4 1-13 0,-4 5 7 0,4-4-11 16,0 3-3-16,2 0-6 0,4-2 1 0,1 6-6 15,1-5 5-15,6 4-5 0,-4-3-3 0,10 4 0 16,-2-1-2-16,5 0-9 0,4 1 6 0,-2-3-5 15,8 2 0-15,-1-2-5 0,-1 0-11 0,12-1-25 16,-3-4-16-16,3 2-19 0,5-5-10 0,-1 1-23 16,-2-3-14-16,-1-2-9 0,3-2-5 0,-1 1-2 15,-4-3 7-15,1 0 0 0,-7-5 9 0,1 3 11 16,-4-3 7-16,0 0 12 0,-6-3 8 0,4 3 11 16,-6-3 18-16,0 0 24 0,2 5 16 0,-9-1 11 15,4 0 17-15,-1 1 9 0,-4-1 6 0,3 1 12 16,-5-1 2-16,2 4 3 0,-2 4-9 0,6-6-1 0,-6 6-3 15,0 0-13-15,0-6-7 0,0 6 3 16,0 0-8-16,0 0 3 0,0 0-2 0,0 0 1 16,0 0-5-16,-15 16-6 0,15-8 2 0,0-1-2 15,0-2-4-15,0 5 6 0,0-2-10 0,0-2 8 0,0 3-5 16,7-3 0-16,-7 1 4 0,8 1-6 0,-3-1-2 16,-1 1 5-16,1-2-1 0,3 0-6 15,0 0 0-15,4-2-8 0,3 0-7 0,-5 0-3 0,4-4-3 16,-7 1 3-16,5-1-1 0,-12 0 0 0,23-5 6 15,-13 3 2-15,3-4 1 0,-5 0 3 0,7-2 0 16,-7 1-2-16,1-5 10 0,1-1 8 16,0-1 15-16,-4-1 11 0,1 2 19 0,-4-3 20 0,2 3 12 15,-3-5 15-15,3 9 7 0,-2-9 4 0,2 6 3 16,-3-2 6-16,1 4 1 0,0-4 0 0,4 10-3 16,-7-4-5-16,2 1-12 0,-2-1-11 0,0 8-14 15,3-4-11-15,-3 4-12 0,0-8-5 0,0 8-2 16,0 0-11-16,0 0 4 0,0 0-11 0,8 20-3 15,-5-13-14-15,-3 4-18 0,4 1-14 0,-1-3-15 16,0 5-20-16,4-4-22 0,-4 5-20 0,6 0-23 16,-1-3-31-16,5 0-9 0,-3-2-14 0,7 2-14 15,-1-4-27-15,1 1-25 0,3-2-23 0,-4 0-24 16,16-3-13-16,-4 0-18 0,0-4-9 0,2 0-177 0,-1 0-543 16,3-1 241-16</inkml:trace>
  <inkml:trace contextRef="#ctx0" brushRef="#br0" timeOffset="90361.93">10137 5120 174 0,'0'-7'234'0,"-3"3"8"0,3 4 6 16,-10-11-3-16,5 7-2 0,-5-4 6 0,-1 5 8 15,1-1 0-15,-7 1 7 0,-3-3-8 0,4 3-7 16,-4 0-13-16,-2 3-14 0,6-1-6 0,-4 5-26 16,5-3-13-16,-8 1-17 0,3 2-16 0,4 1-15 15,-1 2-14-15,2 2-13 0,0 2-1 0,0-4-18 16,2 4-11-16,2 4-2 0,2-6-6 0,3 7-4 15,1-5-12-15,1 7-6 0,4-8-3 0,-1 7-21 16,2-7-13-16,3 2-24 0,4 1-19 0,0 0-17 16,2-4-24-16,2-2-14 0,3 1-17 0,1-2-11 15,4-1-5-15,-2-1-7 0,4-3-2 0,-1-2 8 16,-6-2 8-16,7 0 8 0,-2-6 5 0,-4 1 12 16,6 0 9-16,-6-4 6 0,-3-3 10 0,2-4 8 15,5 0 5-15,-8-5 5 0,3 0 4 0,-5-3 5 16,-2-3 11-16,-2-2 17 0,-1 2 23 0,4-1 23 15,-6 1 21-15,-3-2 16 0,-3 1 17 0,-1 3 11 16,3 1 13-16,-3-4 12 0,-1 4 17 0,2 9 22 0,3-1-1 16,-3 2 2-16,0-1 0 0,1 4 0 15,0 3-4-15,1 0-8 0,-3 4-12 0,4-1-14 16,0 3-15-16,0 5-13 0,-1-11-16 0,1 11-15 0,0 0-4 16,0 0-7-16,0 0-4 0,0 0-6 0,-9 18 1 15,9-8-11-15,-1 8-1 0,-4-1-3 0,5 5-1 16,0 5-6-16,-5 5 2 0,1-1-4 0,6-1-4 15,5 2 0-15,-6-1-11 0,6 1-25 0,1 9-22 16,-3-13-20-16,5-1-33 0,-3 3-15 0,8-6-39 16,-2 0-29-16,3 1-29 0,6-5-22 0,-7-1-33 15,3-5-39-15,9-1-41 0,1-5-40 0,-5 1-249 16,-2-6-682-16,1-1 302 0</inkml:trace>
  <inkml:trace contextRef="#ctx0" brushRef="#br0" timeOffset="90728.74">10801 4621 347 0,'4'-7'492'0,"-4"7"-7"0,4-4-14 0,-4 4-15 0,0-7-20 15,0 7-28-15,0 0-37 0,0-9-42 0,0 9-39 16,0 0-29-16,0 0-29 0,0 0-24 0,-19 11-21 16,10-3-19-16,-1 5-16 0,-3-1-14 15,0 12-14-15,1 0-13 0,-1 3-13 0,-2 10-3 0,4-10-16 16,1 12-1-16,3-9-9 0,0 13-4 0,2-6-7 15,9-4-4-15,-3-3-5 0,6 9-7 0,1-9-2 16,1-2-14-16,4-1-31 0,0 0-41 0,0-3-39 16,4-2-40-16,6-2-54 0,4-4-62 0,-1-3-47 15,-3-1-72-15,5-4-71 0,2-3-346 0,2-3-841 16,-13-4 372-16</inkml:trace>
  <inkml:trace contextRef="#ctx0" brushRef="#br0" timeOffset="91797.22">11207 4572 11 0,'6'-3'357'0,"-6"3"-14"16,0 0-22-16,0 0-23 0,0 0-40 0,0 0-27 15,0 0-23-15,0 0-15 0,0 0-24 0,17 9-16 16,-12-3-15-16,-3 0-20 0,4 3-9 0,-3 2-9 15,11 2-9-15,-6-4-11 0,0 8-4 0,2-7-10 16,0 5-8-16,-2-2-9 0,-1 1 2 0,1-1-6 16,6-1-7-16,-6 2-3 0,-2-6 0 0,3-1-6 15,-9 0-4-15,6 1-8 0,1-2-7 0,-4 0-1 16,2-3 3-16,-5-3-4 0,7 7-6 0,-7-3-4 16,0-4 0-16,0 0-2 0,0 0-3 0,13-11-1 15,-13 11-3-15,0-9 0 0,-5 2 5 0,5 7-1 16,-5-14 0-16,2 7 0 0,-4-3-1 0,2 2 4 15,-3-1-1-15,5-1 4 0,-11 0 5 0,6 3 5 16,-3-1 5-16,2 2-3 0,1 0 8 0,0-3 11 16,-4 6 0-16,-3-2 3 0,5 1 1 0,-3 1 2 15,3-2 6-15,-3 0 2 0,3 2 9 0,-3-2-7 16,4 5-4-16,-2-2-3 0,3 1-7 0,-1-2 0 16,9 3-3-16,-16 0 5 0,6 4-14 0,10-4-4 15,-12 2 4-15,6-1-2 0,-3 6-12 0,6 2 8 0,-2-5 1 16,0 2-7-16,5 3 11 0,0 0-9 0,0 1-2 15,7 4 0-15,-4-4 1 0,2 1-2 16,0 7-5-16,3-3 3 0,1 3 4 0,-1-3-1 0,0 1-1 16,4 3 1-16,-2-6 5 0,1 1-10 0,-1-6 4 15,3 6-4-15,1-2-2 0,-4 1-3 0,-2-2 4 16,-2 1 1-16,4 0-3 0,-3-3-3 0,1-2-1 16,-3 1 4-16,5-1-2 0,-5 0 1 0,-3 1 12 15,4-3-17-15,-2 1 2 0,1 0 1 0,0 1 3 16,1 0-2-16,-4-1 0 0,0-1 11 0,3 3-10 15,-5-2-7-15,1 1 7 0,4-1-6 0,-3 3 3 16,-2-1-1-16,1-1 2 0,-1 1-1 0,0-1 1 16,5 1-4-16,-5-4 6 0,0 4 0 0,0-8 2 15,0 7-3-15,-5 0 2 0,5-7-2 0,-1 9 4 16,1-5 2-16,0-4-6 0,-7 4 8 0,7-4 1 16,0 0-3-16,-16 2 5 0,9-2 3 0,7 0 0 15,0 0-4-15,-20-6 10 0,5 2 2 0,5 0-1 16,0 1 0-16,-1-1 4 0,-2-1 4 0,1 4 5 0,-1-8 3 15,1 3-1-15,2 3-4 0,-5-6-5 16,0 2-1-16,2 0-3 0,2 3-5 0,-1 0 3 16,4-1 14-16,-1 2-23 0,1-1 3 0,8 4-3 15,-11-7 1-15,4 4-1 0,-1-1-3 0,8 4-3 0,-7-6 0 16,-1 4 2-16,8 2-4 0,-7-4-7 0,7 4 3 16,0 0-5-16,0 0 1 0,0 0 2 15,0 0 0-15,0 0 1 0,0 0 3 0,0 0-2 0,-8 9-4 16,8-9 5-16,0 0 2 0,0 7-2 0,0-7 1 15,7 8 0-15,-6-2 2 0,6-2-6 0,1 4 3 16,4-1 4-16,-2 2 0 0,1-1 1 0,4 3 1 16,0-3 3-16,0 0-19 0,3-1 16 0,4 4-2 15,-6-5 2-15,2 1-7 0,1 4 1 0,-1-5 4 16,0 0-5-16,-3-3-10 0,0 6-11 0,5-5-21 16,-12 2-20-16,5-1-17 0,-5-3-10 0,1-1-22 15,-3 0-19-15,-6-1-28 0,14 5-28 0,-14-5-35 16,6 3-33-16,-4 0-29 0,-2-3-265 0,0 0-597 15,0 0 264-15</inkml:trace>
  <inkml:trace contextRef="#ctx0" brushRef="#br0" timeOffset="92296.32">11536 4524 242 0,'-7'-3'413'0,"7"3"-3"15,-3-6-3-15,3 6-13 0,0 0-20 0,0 0-23 16,-5-6-32-16,5 6-29 0,0 0-35 0,0 0-25 16,0 0-21-16,0 0-18 0,0 0 15 0,12 20 6 15,-6-14 4-15,3 3-6 0,-1-1-1 0,5 9-12 16,2-3-9-16,-2 1-18 0,7 1-19 0,0 2-13 15,3 3-14-15,-3 3-10 0,2-6-11 0,1 3-12 16,-3-2-8-16,3 7-9 0,-2-2-6 0,-4 2-4 16,-4 2-10-16,2-2-7 0,0-1-1 0,-2 2-5 15,-3-3-3-15,3 1-10 0,-8-5-4 0,2-1-10 16,-2 5-4-16,-5 2-8 0,3-7-12 0,-3 2-8 16,-3-3-12-16,0 2-18 0,-2-4-16 0,-4 7-29 0,1-7-23 15,-2 2-33-15,0-4-41 0,-1 1-47 0,-4-1-32 16,0-3-40-16,0 5-53 0,3-8-45 0,-3 3-60 15,-1-3-240-15,-4-3-765 0,10 1 338 16</inkml:trace>
  <inkml:trace contextRef="#ctx0" brushRef="#br0" timeOffset="96078.3">12791 4968 70 0,'5'-6'422'0,"-5"6"3"16,1-8-10-16,-1 2-13 0,0 6-20 0,0 0-22 16,5-7-45-16,-5 7-30 0,0 0-29 0,0 0-29 15,0 0-27-15,0 0-18 0,0 0-20 0,0 0-21 16,0 0-10-16,-16 20-15 0,16-15-12 0,-4 3-8 16,-2 0-9-16,6-1-2 0,-2 2-15 0,-3 2-5 15,-1-3-10-15,6 3-5 0,0-2-6 0,0-2-11 0,0 4-26 16,6-7-15-16,-6 5-30 0,0-3-23 0,0-1-22 15,7-1-28-15,-7-4-30 0,13 0-32 16,-13 0-44-16,17-5-43 0,-11-3-54 0,4 1-46 0,-5-7-211 16,2 5-617-16,-1-6 273 0</inkml:trace>
  <inkml:trace contextRef="#ctx0" brushRef="#br0" timeOffset="96412.32">12627 4656 178 0,'0'0'302'0,"0"0"-24"0,0 0-26 0,-5-4-25 16,5 4-24-16,0 0-19 0,0 0-22 0,0 0-14 16,0 0-14-16,0 0-15 0,-10 10-6 0,10-4-15 15,0-6-12-15,0 11-5 0,2-6-7 0,-1 0-8 0,6 2-4 16,-1 0-5-16,3 0-9 0,2-3-1 0,1 1-6 15,8-2-6-15,-5 3-7 0,1-4-17 16,4-1-10-16,-3 3-7 0,4-5 0 0,-8 1-2 0,1-3 3 16,-4 2 0-16,3-3 1 0,-5 0-2 0,2-2 4 15,-5 1-3-15,3-3-2 0,-8 0 1 0,4 0 1 16,-8 4 3-16,4-5-2 0,-3 0-2 0,-4 4 1 16,2 1-2-16,-3-2 1 0,0 1 0 0,1 1 0 15,-1 3-2-15,8 1-23 0,-15-2-37 0,15 2-51 16,-15 0-59-16,15 0-67 0,-13 3-136 0,13-3-411 15,2 9 183-15</inkml:trace>
  <inkml:trace contextRef="#ctx0" brushRef="#br0" timeOffset="99711.58">13918 4594 258 0,'0'-4'360'0,"0"4"-9"0,-2-11-21 0,2 11-12 16,2-4-21-16,-2 4-26 0,0 0-27 0,0-6-29 15,0 6-32-15,0 0-20 0,0 0 6 0,0 0-34 16,0 0-17-16,0 0-10 0,-3 29-11 0,-1-21-12 16,4 9-10-16,4-3 2 0,-8 2-12 0,4 0-1 15,4 2-16-15,-1-1-4 0,0 1-3 0,2 2-1 16,0-1-4-16,3-3 0 0,4 3-1 0,-2-6-7 15,5 1 0-15,0-3-3 0,-2 0 2 0,3-3-5 16,-1 1-1-16,7-5 4 0,-6-1-26 0,4-2 6 16,3-1-3-16,-1-5 1 0,-2-3-3 0,-4-3 1 15,6 1 1-15,-7 1-3 0,0-7 0 0,8-4 4 16,-8 5-1-16,-2-6 0 0,-3 4 2 0,-3-2-2 0,1-1 1 16,-3 4 2-16,0-5-13 0,-2 9 6 15,-1-5 4-15,-2 5-1 0,0 1-4 0,-2 3 0 16,2-3-2-16,0 6-4 0,-2-3-3 0,2 8-7 0,-6-6-21 15,4 1-30-15,2 5-23 0,0 0-36 0,0 0-39 16,0 0-39-16,0 0-42 0,-20 12-38 0,20-5-242 16,0-2-571-16,0-5 253 0</inkml:trace>
  <inkml:trace contextRef="#ctx0" brushRef="#br0" timeOffset="99979.15">14565 4552 125 0,'5'-3'324'16,"-5"3"-24"-16,0 0-27 0,0 0-30 0,7-4-30 16,-7 4-22-16,0 0-15 0,0 17 16 0,3-7 6 15,-3-3-9-15,0 13-1 0,2-5-6 0,1 4 1 16,-1 10-15-16,4-2-11 0,-3 3-12 0,4 0-11 16,5 10-16-16,-4-1-12 0,2-9-5 0,3 9-9 15,-1-9-7-15,-2-1-15 0,5-2-4 0,-4 0-3 16,-1 0-8-16,0-5-8 0,3 2-4 0,-5-5 0 15,2-3-4-15,-1 2-4 0,1-7-20 0,-4 1-21 0,-1-4-29 16,-1-1-3-16,2-6-25 0,-4 7-27 0,-2-8-29 16,8 1-40-16,-8-1-38 0,0 0-40 0,7-15-41 15,-2 6-42-15,-5-4-184 0,3-1-544 16,-6-6 242-16</inkml:trace>
  <inkml:trace contextRef="#ctx0" brushRef="#br0" timeOffset="100311.62">14669 4610 298 0,'-1'-8'322'0,"-1"-6"3"0,-3 2-6 15,3 0-8-15,1 0 2 0,2 5-5 0,-2-3-16 16,1 0-18-16,0 2-26 0,0 0-9 0,0 0-32 16,0 2-12-16,0 6-28 0,1-9-17 0,1 5-19 15,-2 4-15-15,7-6-11 0,-7 6-11 0,6-3-8 16,-6 3-14-16,15-2-7 0,-5 2-9 0,0 3-7 15,2-1-8-15,-1 3-18 0,2-3 0 0,4 6-8 16,-7-2-8-16,3 5-8 0,2-2-2 0,0 3-1 16,-2-1-4-16,-3 1-3 0,3 0 5 0,-4 3-12 0,2 0-4 15,-7-4-2-15,0 1 6 0,-2 0 4 16,-2-1 1-16,0 1-5 0,0-4 7 0,-6 0 7 16,-3 1-7-16,3 0 3 0,-4-1-1 0,-2-3 9 0,4 3-5 15,-7-4 3-15,0 1-9 0,2 0-21 0,5-3-16 16,-6 1-17-16,6-3-25 0,0 4-32 0,8-4-44 15,-17-2-50-15,17 2-43 0,-8-5-46 16,8 5-250-16,0 0-600 0,7-10 265 0</inkml:trace>
  <inkml:trace contextRef="#ctx0" brushRef="#br0" timeOffset="100862.51">15153 4569 245 0,'0'0'281'0,"8"-2"-3"0,-8 2-12 0,0 0-8 0,0 0-13 16,8-3-18-16,-8 3-14 0,0 0-13 0,0 0-20 15,0 0-13-15,0 0-12 0,0 0-21 0,0 0-10 16,0 0-13-16,0 0-10 0,0 0-11 0,0 0-3 16,-36 0-12-16,36 0-10 0,-15 5 1 0,3-2-11 15,2 0-4-15,2 1-8 0,-2 1-1 0,0 1-3 16,-1 2-9-16,-3-3-2 0,6 3 6 0,0 2-13 15,-4-1 0-15,6-1-4 0,1 4 1 0,-2-5-2 16,4 4 0-16,-1 0-1 0,4-1-5 0,0 2-8 16,0-2-13-16,2 0-11 0,3-3-14 0,2 3-10 15,1-2-12-15,0-4-10 0,2 3-10 0,2-3-9 0,-2-1-3 16,3-3-7-16,-3 0-3 0,3-2 2 0,2 1 2 16,0-5 6-16,0 1 10 0,0-2 11 15,-2-2 5-15,0-2 7 0,-3-1 6 0,3-3 7 16,-4 2 10-16,-3-2 12 0,1-1 15 0,-6-4 11 0,8 2 12 15,-9 2 9-15,3-6 15 0,-6-3 10 0,3 7 14 16,3-2 5-16,-6-2 9 0,3 4 12 0,-4 0 4 16,-1-1 10-16,4 3 3 0,-6 1 5 0,7 2 6 15,-6 2 2-15,-1-4 3 0,5 11-9 0,-4-4-12 16,6-2-10-16,-2 5-17 0,2 5-5 0,-5-7-15 16,5 7-3-16,0 0-10 0,0 0-2 0,0 0-4 15,0 0-5-15,0 0-1 0,-8 22-6 0,8-13 1 16,0 1-3-16,1 7-2 0,-1-2-10 0,7 4-20 15,-2-3-21-15,-3 0-17 0,4 10-19 0,3-8-21 16,-3 0-14-16,2 6-23 0,4 1-20 0,5-4-26 16,-9-4-26-16,7 3-17 0,-2-7-11 0,4 2-15 15,6 0-8-15,-7-4-10 0,-1-4-160 0,3 1-452 16,2-1 199-16</inkml:trace>
  <inkml:trace contextRef="#ctx0" brushRef="#br0" timeOffset="101728.02">15639 4633 143 0,'7'-4'191'15,"-7"-8"13"-15,0 5 6 0,1 0 4 0,-1-2-8 0,-1-1-9 16,1 4-7-16,-5 0-21 0,-2-2-15 0,4 4-11 16,-5-4-8-16,-1 5-11 0,-2-1-9 0,1 4-6 15,-2-1-6-15,-3 1-10 0,0 1-9 0,1 2-8 16,-1 0-6-16,0 3-5 0,0-1-10 0,2-3-6 16,4 6-3-16,-1-2-4 0,4 2-5 0,1 0-3 15,-3 1-5-15,4-2-3 0,1 0-15 0,3 2-10 16,-3-3-12-16,6 0-5 0,-3 1-7 0,5 0-14 15,2 0-6-15,2-4-10 0,-4 3-5 0,5-2-2 16,-1 1-1-16,4-3 1 0,-3-1 9 0,5-1 5 16,-2 0 5-16,2-1 2 0,-2-6 6 0,2 3 3 15,-7-2 9-15,9 3 15 0,-6 0 16 0,4-3 17 16,-6-4 14-16,4 3 16 0,-10 3 11 0,7-2 12 16,-3-4 6-16,-2 3 11 0,0 4 3 0,0-1 2 15,-4-4-8-15,-1 8-7 0,7-5-10 0,-7 5-13 16,5-3-10-16,-5 3 2 0,0 0-16 0,0 0-4 15,0 0-3-15,0 0-4 0,0 0-3 0,0 0-2 16,3 16-1-16,-3-10-5 0,0 0-11 0,0 4-14 16,2-5-17-16,3 2-12 0,-5 0-15 0,3 2-7 0,2-5-14 15,2 2-12-15,1-3-20 0,-5 3-23 16,10-2-19-16,-1 1-20 0,5-3-11 0,-1-2-7 16,2-2-3-16,1-3 1 0,0 2 10 0,-2-1 0 0,-2-2 13 15,0 0 10-15,-2-6 15 0,2 3 8 0,1 2 16 16,-11-5 12-16,4 1 13 0,-1-7 8 0,2 3 21 15,-5-2 11-15,0 0 26 0,-3-3 11 16,-1-5 24-16,-1-1 24 0,-1 2 23 0,-1-3 21 0,-3 0 13 16,0 4 16-16,0-4 13 0,-2 0 16 0,1 3 7 15,-1 7 5-15,4-10 5 0,-4 9 3 0,1 1 5 16,-1-1-7-16,7 3-3 0,-7-1 2 0,1 4 0 16,4-2-5-16,2 8-15 0,0 0 5 0,-7-2-29 15,7 8-13-15,0-8-17 0,0 1-9 0,0 7-11 16,0 0-9-16,0 0-3 0,0 0 0 0,0 0-10 15,0 27 0-15,7-19-4 0,-7 11-3 0,0-2-3 16,8 3-2-16,-8 5 1 0,7 2-8 0,1 0-3 16,0 0 2-16,-1 2-6 0,5-1-2 0,-4 0 4 15,2-1 5-15,-3 2-24 0,4-2-13 0,-1-2-5 16,0 2-6-16,2-3-7 0,-3 2-5 0,1-10 2 16,0 3-5-16,-1-6 1 0,2 2 6 0,-3-4 5 15,6 1 1-15,-3-4 4 0,-2-3-2 0,7-2 6 16,2 0-5-16,-4-2 0 0,-4-1-2 0,8-1 2 0,-2-5 0 15,1 4 3-15,-2-1 3 0,5-4 0 16,-7-5 1-16,5 4 5 0,-5-1 2 0,1-6 1 16,-3 7 7-16,-6-2 16 0,5 0 18 0,-3 1 3 15,-2 0 12-15,-2 0 11 0,0 2-3 0,-1 0-5 0,-2 7-1 16,-2-8-11-16,2 8 0 0,-6-7-8 0,1 3 4 16,5 4 8-16,-17 3-7 0,17-3-5 15,-13 3 1-15,3 2 0 0,2 1-11 0,-2-1-5 16,-2 0 7-16,7 1-1 0,-3 3-4 0,1-2 0 0,1 1-2 15,4 1 4-15,0 1-8 0,2-1 4 0,2-2 3 16,0 4-4-16,4-6 2 0,1 1-24 0,6-5-41 16,-1 6-37-16,3-2-41 0,4 0-54 15,1-5-52-15,2-1-48 0,9-7-277 0,-11 5-606 0,-2-3 268 16</inkml:trace>
  <inkml:trace contextRef="#ctx0" brushRef="#br0" timeOffset="101912.54">16056 4316 328 0,'-11'-4'325'0,"2"3"-5"0,9 1-9 16,-9-2-11-16,9 2-12 0,0 0-27 0,-5-5-29 16,5 5-27-16,0 0-18 0,19-2-21 0,-9 0-16 15,4-1-48-15,-3 6-53 0,6-3-62 0,-1 0-73 16,2 0-88-16,2 2-100 0,-3-2-173 0,8 0-483 15,-5 0 215-15</inkml:trace>
  <inkml:trace contextRef="#ctx0" brushRef="#br0" timeOffset="102661.46">17111 4444 207 0,'0'0'433'15,"0"-10"-1"-15,0 3-16 0,1 0-16 0,-1 7-8 16,2-8-12-16,-2 8-33 0,0-10-29 0,3 6-37 0,-3 4-33 16,0 0-28-16,0 0-29 0,0 0-22 0,0 0-11 15,0 0-19-15,12 19-17 0,-7-9-9 0,1-1-10 16,-4 4-11-16,6 2-9 0,-1 3-8 0,1-5-11 16,1 5-10-16,-5-2-13 0,3-1-17 0,1-2-13 15,-1 2-18-15,-2-8-7 0,0 4-10 0,0-2 0 16,3-2 0-16,-5-2 2 0,2-2 4 0,2 4 2 15,0-5 4-15,-7-2-5 0,15 0 0 0,-15 0 4 16,13-9-2-16,-5 5 2 0,-1-3 4 0,1 2-4 16,0-7 2-16,-1 1 1 0,8-1 0 0,-7-2 3 15,0 1 2-15,2-2 4 0,0 2-1 0,2-1 10 16,-4 1 4-16,2-1 7 0,-2 2-1 0,-1 3 4 16,0-1 6-16,-3 2-6 0,1 0 5 0,2 4 6 15,-2-5-11-15,0 4-4 0,-5 5-3 0,5-5-9 16,-5 5 0-16,0 0-2 0,0 0 1 0,13 8-3 15,-6-1 3-15,-6-2-13 0,6 2-10 0,-2 3-13 16,-2 0-4-16,4 1-11 0,0-2-18 0,-2 1-7 0,-2 2-11 16,5-3-7-16,-1 2-4 0,1-2-6 0,-3 1-1 15,3 0 4-15,-4-3 8 0,1-1 17 16,1-3-1-16,2 2 11 0,-1-1 6 0,1-4 7 16,-8 0 0-16,15-3 12 0,-15 3 0 0,15-8 8 0,-3 1 2 15,-4 1 18-15,5-5 22 0,-3 1 16 0,-3 1 21 16,8-2 19-16,-9-2 9 0,4 4 15 15,0-1 7-15,-5 1 11 0,0-1 3 0,3 2-2 0,4 1-3 16,-5 2-6-16,-6-2-17 0,3 3-2 0,-4 4-16 16,6-8-12-16,-6 8-6 0,0 0-9 0,0 0-2 15,0 0-3-15,22 12-8 0,-17-5 1 0,-2-2-3 16,4 6-4-16,-4 1-2 0,2-1-9 0,5 2-30 16,-5-1-30-16,0 1-20 0,5-1-40 0,-4-3-40 15,3 2-38-15,-3-2-34 0,1 1-39 0,-2 0-45 16,1-5-49-16,4 0-308 0,0-2-716 0,-5-2 318 15</inkml:trace>
  <inkml:trace contextRef="#ctx0" brushRef="#br0" timeOffset="102878.19">17993 4317 30 0,'0'0'359'0,"0"0"-20"0,0 0-26 0,0 0-32 15,0 0-29-15,0 0-20 0,0 0-10 0,0 0-9 16,0 0-16-16,1 21-17 0,1-12-8 16,-2 3-25-16,5-5-13 0,-5 12-14 0,2-7-11 0,3 4-10 15,-2-1-11-15,2 1-53 0,3-4-47 0,-3 3-50 16,-1 0-64-16,1-6-61 0,1 4-68 0,-1-4-225 16,2-2-520-16,-1-2 230 0</inkml:trace>
  <inkml:trace contextRef="#ctx0" brushRef="#br0" timeOffset="103279.24">18195 4389 79 0,'0'0'213'0,"0"0"-7"0,0 0-12 0,0 0-11 0,0 0-12 15,0 0-4-15,-10 18-14 0,10-9-13 0,-3-1-10 16,6 0-10-16,-3 3-14 0,0-2-8 0,1 0-11 15,-1 1-7-15,0 0-10 0,-1-1-4 0,1 1-7 0,1-1-5 16,-1 0-6-16,5-3-5 0,-1 0 1 16,-4 0-5-16,0-6 1 0,6 8-5 0,-1-7-4 15,-5-1 0-15,12 0-4 0,-12 0-2 0,0 0-2 16,20-9 13-16,-12 6 8 0,-1-5 5 0,1 4 9 0,0-4 13 16,5-2 9-16,-6 2 13 0,3-1 13 15,5 2-2-15,-10-1 1 0,5 0 14 0,1 0 9 16,-2 0 5-16,-1 4-1 0,-1-3-6 0,-2 3-12 0,1 0-6 15,-3 0-16-15,-3 4-12 0,12-4-10 0,-12 4-8 16,0 0-6-16,10 7-5 0,-10-7-7 0,13 7-5 16,-6-1-3-16,-4 0-2 0,4 2-5 0,-2-1-4 15,3 3 0-15,-6 0 1 0,6-1 2 0,-3 1-21 16,2-1-35-16,2-1-32 0,-4 0-30 0,4 2-39 16,-1-3-36-16,-3 0-41 0,2 0-50 0,1-6-59 15,2 4-57-15,3-3-204 0,-6-2-623 0,3 0 277 16</inkml:trace>
  <inkml:trace contextRef="#ctx0" brushRef="#br0" timeOffset="103512.12">18658 4331 35 0,'0'0'348'0,"0"0"-13"16,0 0-19-16,0 0-31 0,0 0-24 0,0 0-26 15,0 0-25-15,0 0-22 0,0 0-12 0,0 0-11 16,0 0-14-16,8 23-10 0,-3-14-18 0,-3-1-6 0,5 7-10 16,-1 0-12-16,-4-3-10 0,5 2-11 0,-1 2 6 15,-4-3-17-15,5 2-6 0,-1 0-6 16,-1 0-28-16,-3-6-44 0,6 5-37 0,-8-3-47 16,2-1-48-16,1-3-55 0,-1 1-58 0,-1-1-219 0,1-2-526 15,-2-5 232-15</inkml:trace>
  <inkml:trace contextRef="#ctx0" brushRef="#br0" timeOffset="104129.1">18817 4304 168 0,'0'0'271'0,"0"0"-29"0,0 0-25 0,0 0-14 0,0 0-6 16,0 0-10-16,0 0-14 0,10 18-14 0,-8-9-17 16,3-4-13-16,0 5-12 0,0 2-9 0,-2-5-9 15,4 6-11-15,-4-1-9 0,5-1-9 0,-5 0-5 16,2-3-7-16,0 1-3 0,0-1-8 0,0 2-4 16,0-3-4-16,0 0-2 0,-1-1-5 0,-4 0-2 15,1-3 1-15,6 2-2 0,-7-5-1 0,6 2-4 16,-6-2-1-16,0 0 2 0,0 0-9 0,0 0 1 0,0 0-4 15,15-10 2-15,-6 7-1 0,-8-4-1 16,3 0 27-16,4 3 4 0,-5-2 5 0,7 0 2 16,-7-2 8-16,4 0 0 0,0 3-1 0,1-2 6 15,5 0-6-15,-11-1 1 0,9 3-10 0,-4 2-1 0,-4 0-9 16,4-2-7-16,-7 5 0 0,13 0-5 0,-13 0 1 16,0 0-14-16,13 5 4 0,-4-1-6 15,-9-4-2-15,1 11-1 0,4-5 1 0,-3 3 0 0,3-1 2 16,-2 0-6-16,-3 0-5 0,2 1 4 0,1-2-6 15,-1 4-7-15,3-4-1 0,-2 0 0 0,-1-2 1 16,1 0 1-16,-3-5 3 0,2 9 5 0,-2-9 2 16,10 3 4-16,-10-3-8 0,0 0 4 0,0 0 1 15,0 0 3-15,18-12 18 0,-15 9 4 0,4-3 7 16,-2 0 13-16,-2 0 10 0,2-3 19 0,2 2 9 16,-4-1 11-16,2 2 7 0,0-2 4 0,-2 0-2 15,2 1 9-15,2 0 10 0,-1-1-2 0,3 3-8 16,-4 0-7-16,-4 2-8 0,-1 3-11 0,5-6-11 15,2 4-16-15,-7 2-5 0,0 0-10 0,7-8-8 16,-7 8-6-16,0 0-3 0,0 0 0 0,13 16-5 16,-12-13-12-16,1 2-20 0,1 0-28 0,-3 5-25 15,10-3-27-15,-6 1-36 0,1-1-35 0,1-1-38 16,-2 0-37-16,-1 2-35 0,3-3-38 0,-2 0-41 0,1 1-50 16,1-3-266-16,3-2-716 0,-9-1 317 15</inkml:trace>
  <inkml:trace contextRef="#ctx0" brushRef="#br0" timeOffset="104495.13">19466 4282 121 0,'-5'-4'282'0,"5"4"-9"0,0 0-13 0,0 0-17 16,0 0-15-16,0 0-16 0,0 0-15 0,0 0-17 15,0 0-17-15,0 0-15 0,-17 15-12 0,16-8-14 16,-3 2-9-16,3 1-15 0,1 3-5 0,0-2-6 15,0 2-13-15,0-3-6 0,1 7-7 0,3-7-2 16,1 7-6-16,-2-8-5 0,0 1-3 0,4 4-7 16,3-5 0-16,-2-2-4 0,0 1-5 0,2-1-19 15,2 0-11-15,-2-5-11 0,3 1-7 0,0-3-8 16,-3 0-1-16,2 0-1 0,4-3 4 0,-4 2 3 16,1-5-2-16,-1 3 5 0,-1-6 1 0,-4 4 3 15,3-5 4-15,-2 4 0 0,-1-5 14 0,3 3 14 16,-9-3 11-16,1 0 3 0,3 1 11 0,-5 3 2 15,7-5 3-15,-7 4 2 0,1 2-4 0,-1 1-10 16,0-5 2-16,0 10-7 0,-1-9-8 0,1 9-1 0,-5-4-10 16,5 4-15-16,0 0-14 0,0 0-23 15,0 0-23-15,0 0-29 0,0 0-36 0,-15 13-41 16,13-10-53-16,2-3-49 0,0 12-178 0,0-8-488 16,0-4 216-16</inkml:trace>
  <inkml:trace contextRef="#ctx0" brushRef="#br0" timeOffset="105063.36">19809 4261 264 0,'0'0'347'0,"0"0"-12"16,0 0-30-16,0 0-29 0,3-6-32 0,-3 6-21 15,0 0-30-15,0 0-18 0,0 0-19 0,0 0-9 16,0 0-19-16,0 27-13 0,3-19-8 0,0-1-11 15,-1 5-5-15,1 1-14 0,-1 1-6 0,1 0-8 16,2 1-8-16,-3 3-1 0,5-9-9 0,-4 1-19 16,2 4-21-16,2-6-8 0,-1 2-8 0,-3-4-6 15,4 0 3-15,-5 2-3 0,4-6-5 0,1-2 0 16,-7 0-3-16,0 0 1 0,17 0 2 0,-17 0 1 16,6-4 3-16,1-2 3 0,-2 3 0 0,1-6 8 15,-2 2 4-15,2-1 6 0,-1 1 8 0,4-3 6 0,-6 0 12 16,3 4 3-16,1-6 2 0,0 4 3 0,-2 5 0 15,0-2 8-15,0-3-2 0,-5 2-3 16,6 1-6-16,-6 5-7 0,5-3-5 0,-5 3-7 16,0 0 4-16,0 0-5 0,0 0-2 0,0 0-2 0,12 11-4 15,-7-2 7-15,-5-2-5 0,1-4 1 0,-1 4-4 16,2 3 1-16,3-3 0 0,-5-4 3 0,0 6 1 16,2-1-4-16,3-2 2 0,-5-6-5 15,1 8 2-15,-1-4 2 0,0-4 3 0,5 6 4 0,-5-6-9 16,0 0 3-16,10 2 4 0,-10-2-5 0,0 0-2 15,22-7 4-15,-12 5 11 0,0-1 13 0,-2-4 12 16,5 2 13-16,-5-2 7 0,2 0-1 0,5 1 14 16,-3 0 7-16,3-2 11 0,0 1 4 0,-6 1-9 15,5 0-8-15,-4 1-2 0,1-2-12 0,-4 4 0 16,-1 2-3-16,-6 1-14 0,12-5-9 0,-5 3-6 16,-7 2-4-16,0 0-8 0,15 3-5 0,-15-3 6 15,6 11-12-15,-1-3 2 0,-2-3 2 0,1 2-30 16,-1 1-24-16,-1 0-29 0,3-2-32 0,-4 0-37 15,6 3-30-15,-7 0-38 0,0-5-46 0,3 4-46 16,1-4-50-16,-4-4-288 0,0 0-682 0,0 0 301 16</inkml:trace>
  <inkml:trace contextRef="#ctx0" brushRef="#br0" timeOffset="105611.32">18582 4092 482 0,'0'0'509'0,"-5"-3"-9"16,5 3-20-16,0 0-24 0,-7-6-28 16,7 6-31-16,0 0-41 0,0 0-39 0,0 0-34 15,0 0-27-15,0 0-33 0,0 0-27 0,0 0-24 0,0 0-15 16,-6 9-15-16,6-9-14 0,3 11-17 0,-3-11-23 15,3 8-33-15,-3-1-24 0,0-7-25 16,4 5-24-16,-4-5-29 0,3 7-29 0,-3-7-29 0,0 7-22 16,0-7-22-16,0 0-8 0,0 0-9 0,0 0-9 15,0 0-35-15,0 0-51 0,0 0-40 0,0 0-43 16,0 0-263-16,-18-21-656 0,8 9 290 16</inkml:trace>
  <inkml:trace contextRef="#ctx0" brushRef="#br0" timeOffset="105928.76">17996 4026 290 0,'0'0'300'0,"0"0"-26"16,-3 3-16-16,3-3-23 0,0 0-23 0,0 0-21 15,0 0-20-15,0 0-16 0,1 8-11 0,-1-8-6 16,0 0-3-16,14 5-12 0,-8-2-5 0,4-3-10 16,-10 0-6-16,14 5-12 0,-5-5-7 0,3 0-6 15,-12 0-7-15,18-1 7 0,-18 1-2 0,12-5-2 16,-6 3-13-16,-6 2-4 0,10-5-4 0,-5 1-8 16,-1-1-3-16,-4-2-10 0,6 1-12 0,-6-1-17 15,0 7-31-15,-8-14-27 0,1 8-31 0,-1 1-35 16,0-2-43-16,-4 5-52 0,4-5-41 0,-5 6-221 0,-10-1-518 15,6 0 229-15</inkml:trace>
  <inkml:trace contextRef="#ctx0" brushRef="#br0" timeOffset="107244.36">21270 4209 105 0,'8'-12'259'0,"1"0"-7"0,-1-4-1 16,2 0-3-16,-2 1-4 0,-1-4-8 0,-4-2-4 15,2 2-7-15,-2-5-18 0,1 4-8 0,-4 0-8 16,0-1-11-16,-4 2 6 0,1 1-22 0,-4 1-15 16,4-1-6-16,-7 2-19 0,2 0-11 0,-5 2-14 15,3 1-13-15,-5 2-11 0,-5 8-10 0,0-6-7 16,0 6 2-16,-6 2-7 0,-4 4-15 0,2 5 2 15,-2-3-9-15,3 7-6 0,3 3 1 0,-4 0-1 16,4 8-6-16,1-4 1 0,0 1-3 0,3 0-2 16,5 6-1-16,4-2 1 0,-1 2-4 0,4-2-1 15,6-1 2-15,0 1 5 0,4-4-10 0,1-1-3 16,7-1-8-16,0-1-3 0,4 0-13 0,0-4-8 16,3-1-8-16,0-3 0 0,1 0-17 0,2-3-3 15,1 0 0-15,9 0 3 0,-9-6 3 0,1 2 7 16,-1-4 6-16,1-3 3 0,-2 3 6 0,-2 0 3 15,0-6 2-15,-3 5 4 0,2-2 2 0,-7 1 5 16,1 0 12-16,-2 1 0 0,-3 0 6 0,2 0-3 16,-8 3-5-16,10-5-2 0,-10 5 1 0,10 0-8 0,-10 0 8 15,5 6-4-15,-1 1 5 0,-1-2-5 16,0 3 5-16,2-1-1 0,-2 2-1 0,1 3 7 16,4-1-4-16,-3 1-5 0,3 0 4 0,7 3 0 0,-8-1-3 15,8-1 0-15,-4-1-1 0,-1 0-4 0,5-3-1 16,0 1-6-16,0 0 0 0,-7-5-3 0,5-2 4 15,2 1 1-15,-3 0 1 0,-2-4 1 0,5-1-2 16,-4-2 4-16,-1-1-3 0,-3 0 0 0,-4-2 2 16,4-2-2-16,-4-1 3 0,-1 2 7 0,-2-6-5 15,-2 3 3-15,-1-3-3 0,-5-1 4 0,1 0 3 16,-1-3 3-16,-1 7-3 0,1-4-1 0,-5 2 5 16,3 0-3-16,-2 5 0 0,6-1 3 0,-3 0 4 15,3 1-5-15,-1 1 1 0,6 0-2 0,1 6 1 16,-14-6 0-16,14 6-2 0,-1-3 1 0,1 3 0 15,0 0 5-15,0 0-5 0,0 0 0 0,15-3 1 16,-2 3-3-16,-13 0-6 0,30 3-3 0,-14-3-4 16,4 1-3-16,3-1-4 0,5-1-11 0,-8 1-7 15,0-2 0-15,1 1 5 0,3-2 0 0,-6-1 2 16,3-3 2-16,-2 2 4 0,-5-2 1 0,5 0 8 16,-3-2 0-16,-6 0 1 0,3 2 3 0,-4-1 5 15,-3-4 4-15,-1 6 9 0,-3-6 11 0,0 4 6 0,-2 1 10 16,0 2 5-16,0-5 5 0,0 10 3 0,-2-13 5 15,0 9 3-15,2 4-5 0,-5-8 4 16,5 8-8-16,0-8-3 0,0 8-11 0,-6-6-2 16,6 6 0-16,0 0-11 0,0 0 1 0,0 0 1 0,0 0-2 15,0 0-2-15,6 19 2 0,1-8-1 0,1-2 0 16,0 6-1-16,6-1-3 0,-6 3-3 0,5-2 1 16,0 0 2-16,2 5-2 0,-5-4 2 0,2 1-6 15,8 1 5-15,-10-1 0 0,0-3-7 0,-2 0 3 16,-1-1 5-16,1 1-11 0,-2-5 0 0,-1 2-12 15,-1-4-7-15,2 2-6 0,-6-5-1 0,0 3 3 16,0-7-4-16,-8 11-2 0,3-7-4 0,2-3-15 16,-9 2-12-16,1-3-24 0,11 0-19 0,-25-3-35 15,10 2-29-15,0-3-29 0,3-3-19 0,6 3-29 16,-7-1-174-16,-2-1-451 0,8 5 200 0</inkml:trace>
  <inkml:trace contextRef="#ctx0" brushRef="#br0" timeOffset="107529.13">22005 3707 166 0,'-3'-10'374'0,"-1"3"-2"15,4 2-8-15,-5 0-16 0,5-2-34 0,0 7-34 16,-6-7-37-16,6 7-27 0,0 0-24 0,0 0-19 0,0 0-3 15,-2 19-27-15,2-7-14 0,-5 3-15 0,3 4-12 16,1-1 2-16,1 7-17 0,0 3-14 0,0 1-3 16,6 11-8-16,-6-8-8 0,4-2-1 0,-1 11-5 15,5-4-3-15,-1-6-1 0,1-1 0 0,4 1-44 16,-6-3-29-16,8-6-21 0,-1 4-18 0,-10-8-19 16,10 0-29-16,-4-3-16 0,4-2-31 0,-6-2-27 15,2-2-40-15,5-3-30 0,-8-5-40 0,3 2-161 16,4-6-497-16,-13 3 221 0</inkml:trace>
  <inkml:trace contextRef="#ctx0" brushRef="#br0" timeOffset="107712.4">22035 4001 151 0,'0'0'320'0,"-7"-5"1"0,7 5-7 0,0 0-10 15,0 0-7-15,0 0-8 0,-3-5-10 0,3 5-10 16,0 0-18-16,0 0-14 0,0 0-18 0,0 0-27 15,0 0-19-15,28-1-16 0,-13 2-17 0,6-2-34 16,-7 2-48-16,7-1-62 0,1-1-67 0,2 1-74 0,-4 0-87 16,12-2-93-16,-2 1-225 0,-9-3-597 0,1 0 264 15</inkml:trace>
  <inkml:trace contextRef="#ctx0" brushRef="#br0" timeOffset="108177.9">22981 3984 197 0,'9'-1'388'0,"-9"1"-6"0,10-4-35 16,-10 4-24-16,6-3-43 0,-6 3-23 0,0 0-26 15,17 11-21-15,-16-4 1 0,6 7-19 16,0 4-8-16,-6 0-5 0,3 10-2 0,-1 3-10 0,2 11-11 16,-2-2-18-16,-3 2-6 0,0 1 2 0,4-2-16 15,-1 6-2-15,2-3-9 0,0 3-14 0,3-2-8 16,0-2-7-16,2-1-8 0,2 2-10 0,-1-7-3 16,-2-5-4-16,4-3-7 0,0-4-2 0,-4-2-4 15,4-7-11-15,-12 0-29 0,4-2-16 0,-1-6-26 16,1-3-55-16,1-2-51 0,-6-3-47 0,0 0-58 15,17-12-55-15,-9 0-56 0,4-6-279 0,-9-1-698 16,-3-8 309-16</inkml:trace>
  <inkml:trace contextRef="#ctx0" brushRef="#br0" timeOffset="108495.18">23029 4028 15 0,'-6'-11'386'0,"-2"2"11"15,1-5 12-15,0 3-4 0,1 2-5 16,4-3-8-16,-1-1-12 0,-1 4-19 0,3-1-18 16,1 0-21-16,1 0-26 0,-1 0-27 0,4 0-30 15,-1 2-24-15,2-3-24 0,0 4-22 0,5 2-17 0,-2-2-20 16,2 4-9-16,3-2-19 0,1 1-13 0,4 3-30 16,0 2-29-16,0 8-19 0,4-6-20 15,-1 1-15-15,-4 7-12 0,3-2-14 0,3 1-11 0,-7 4-9 16,-1-2-16-16,5 9-16 0,-7-7-9 0,2 1-8 15,-8-1 2-15,3 4-1 0,-9-2-6 0,3 2 6 16,-4-2 0-16,-4 0-1 0,3-4 4 0,-7 7 0 16,-1-7 0-16,-4 3-8 0,-2-7-6 0,0 6-13 15,0-2-12-15,0-4-14 0,-1 1-11 0,4-5-13 16,2 2-13-16,-1-1-24 0,3-2-18 0,1-2-165 16,0 0-445-16,7-1 197 0</inkml:trace>
  <inkml:trace contextRef="#ctx0" brushRef="#br0" timeOffset="108945.02">23635 3948 92 0,'-6'-3'323'0,"-4"-2"-12"15,-2 1-11-15,1-2-21 0,-1 3-19 16,2 1-18-16,-3-1-20 0,0 3-24 0,3 0-17 15,-4 5-19-15,-2-2-16 0,-1 4-17 0,6 1-13 16,-3 1-8-16,4 1-10 0,-3 2-9 0,7 2-11 0,-3-1-9 16,4 2-5-16,-3 2-5 0,8-2-6 0,-3 0-11 15,4 0-14-15,-1 0-17 0,2-4-14 16,6 2-15-16,-3-7-12 0,4 3-12 0,-1 0-16 0,5-3-11 16,2-3-4-16,0-3 0 0,1 0-3 0,-1 0 5 15,-1-3 9-15,5-1 3 0,-2-4 8 0,3-4 3 16,-4 5 4-16,-1-8 9 0,4 4 15 0,-5-4 14 15,-2 2 18-15,3-6 25 0,-7 4 16 0,2-1 21 16,-2 3 16-16,-1-4 24 0,0 2 25 0,-4 2-2 16,4 2 6-16,-6 3-5 0,-1-2 2 0,0 3-8 15,5-1-14-15,-5 5-21 0,0 3-10 0,2-8-14 16,-2 8-8-16,0 0-9 0,0 0-5 0,0 0-5 16,-7 19-6-16,7-12 0 0,-1 5-9 0,1-2 2 15,0 7-1-15,0-2-5 0,1 3-11 0,3-2-25 16,1 2-24-16,1-2-26 0,2 0-38 0,6-1-30 15,-8 0-30-15,6-3-42 0,-1 3-47 0,4-7-48 16,0 0-57-16,0-1-195 0,0-6-590 0,-2-1 261 16</inkml:trace>
  <inkml:trace contextRef="#ctx0" brushRef="#br0" timeOffset="109210.97">23966 3604 62 0,'-3'-12'370'0,"0"8"-11"0,1 0-5 0,2 4-6 15,-3-14-21-15,3 9-30 0,0 5-38 0,-2-4-31 16,2 4-27-16,0 0-19 0,0 0-10 0,0 0-24 16,3 23-18-16,-1-11-11 0,3 4-9 0,2 2-14 15,-4 2-7-15,2 7-10 0,0 0-8 0,1 0-4 16,1 1-8-16,0-2-5 0,1 2-6 0,0-1 5 15,-1 4-12-15,1-2-18 0,4-2-42 0,-2-2-31 16,1-2-29-16,-1-7-39 0,-3 1-37 0,4 1-41 16,-2-6-45-16,2 0-41 0,4-2-253 0,-8-6-579 15,3 0 257-15</inkml:trace>
  <inkml:trace contextRef="#ctx0" brushRef="#br0" timeOffset="109679.11">24201 3604 134 0,'0'0'335'0,"0"0"-19"0,0-8-23 16,0 8-22-16,0 0-27 0,0 0-27 0,0-8-23 0,0 8-22 16,0 0-17-16,0 0-16 0,0 0-14 15,7 23-6-15,-4-18-13 0,-3 9-9 0,5-1-4 16,2 5-14-16,-4-1-7 0,-3 2-7 0,5 0-4 0,0 0-8 15,-2 7-3-15,-3-6-2 0,7 1-12 0,-2 2 1 16,-3 1-5-16,4 0 0 0,-4 0-3 0,3-3-5 16,-3-2-2-16,2-2-1 0,3-2-1 0,-5 0-4 15,-1 2 0-15,4-7-4 0,-1 0-3 0,2-3 0 16,4 0 5-16,-5-4-3 0,2 1 2 0,1-2 0 16,5-2-2-16,-13 0-3 0,17-2-3 0,-6-2 4 15,-1-1-3-15,4 0 3 0,1-5 7 0,-2 3 15 16,-3-1 11-16,-2 1-1 0,0-1 9 0,6-4 2 15,-6 8 3-15,-2-6-4 0,1 2 7 0,-2 1-8 16,-2-1 7-16,4 2-8 0,-5 2-10 0,4 0 0 16,-6 4-12-16,7-4-1 0,-7 4-15 0,0 0-2 15,0 0 5-15,0 0-5 0,0 0-1 0,0 0-1 16,11 15 15-16,-7-7-9 0,-4-4-6 0,6 5-2 16,-6 1 1-16,7-1 2 0,-4 3-2 0,4-1-12 15,-1-2-32-15,-1 0-20 0,-1 0-23 0,2-2-22 16,1 1-18-16,0 0-23 0,-1-5-25 0,-4 1-39 15,5 0-47-15,-7-4-36 0,0 0-240 0,14 0-576 16,-14 0 255-16</inkml:trace>
  <inkml:trace contextRef="#ctx0" brushRef="#br0" timeOffset="109895.2">23989 3744 76 0,'0'0'380'0,"-11"3"-5"16,11-3-1-16,0 0-3 0,-12 0-7 0,12 0-9 0,0 0-7 16,0 0-14-16,0 0-19 0,0 0-21 0,0 0-24 15,0 0-33-15,0 0-22 0,22 9-24 0,-11-6-17 16,1-3-21-16,6 3-30 0,-1 1-42 0,-1-4-56 16,4 4-66-16,-2 0-77 0,2-1-64 0,-3 1-75 15,4-4-84-15,1 7-345 0,-7-6-744 0,1-1 330 16</inkml:trace>
  <inkml:trace contextRef="#ctx0" brushRef="#br0" timeOffset="125643.57">6577 6707 413 0,'0'-7'436'0,"0"-3"-9"16,0 1-1-16,0 1-14 0,0 8-16 0,0-11-20 0,0 4-28 16,7 3-35-16,-7 4-30 0,0-6-28 0,0 6-26 15,0 0-30-15,0 0-24 0,0 0-15 0,0 0-11 16,10 17-19-16,-5-6-8 0,0 3-14 0,-2 4-10 15,2 0-6-15,2 7-5 0,-4 1-12 0,-1 1-3 16,3-3-9-16,0 2-9 0,-4-1-2 0,4-6-7 16,-3 6-1-16,-1 0-3 0,3-4-8 0,-1-3-24 15,2 0-23-15,-3 2-27 0,1-7-32 0,2 2-40 16,0-3-47-16,0 3-33 0,0-4-35 0,0-4-45 16,-2-3-63-16,5 1-83 0,-3-3-293 0,-5-2-772 15,0 0 342-15</inkml:trace>
  <inkml:trace contextRef="#ctx0" brushRef="#br0" timeOffset="125927.4">6574 6576 65 0,'-5'-6'354'0,"5"0"-2"15,-7 0-2-15,7 1 11 0,-1-3-8 16,-3 1-6-16,4 7-18 0,-1-8-27 0,1 8-21 0,-2-8-25 16,2 8-24-16,3-7-26 0,-3 7-19 0,5-7-17 15,0 3-26-15,4 3-10 0,-1-3-16 0,7 4-11 16,1-4-14-16,3 4-21 0,-1 0-19 0,5 0-16 16,5-1-24-16,-6 1-32 0,9 0-32 0,-3 1-32 15,-5 3-30-15,5-4-24 0,-6 4-29 0,-2-3-34 16,1 2-40-16,-4-2-48 0,-4-1-52 0,-5 3-207 15,-1 1-592-15,-7-4 262 0</inkml:trace>
  <inkml:trace contextRef="#ctx0" brushRef="#br0" timeOffset="126143.4">6574 6744 90 0,'0'0'324'15,"0"0"-6"-15,-5 4-8 0,5-4-10 0,0 0-17 16,0 0-22-16,0 0-21 0,15 3-26 0,-15-3-15 16,15 0-27-16,-15 0-11 0,16 4-18 0,-4-3-13 15,-2 2-14-15,8-1-10 0,0-1-19 0,-1 3-17 16,4-4-33-16,7 4-28 0,-11 0-46 0,11 0-42 0,-5 0-57 16,5 0-66-16,1-3-61 0,0 2-213 15,0 2-515-15,-11-7 228 0</inkml:trace>
  <inkml:trace contextRef="#ctx0" brushRef="#br0" timeOffset="126761.48">7122 6851 47 0,'0'0'265'15,"-15"1"-8"-15,10 2-5 0,0 0-25 0,-5 0-11 16,5 2-16-16,5-5-16 0,-13 10-16 0,10-3-11 16,-9-2-16-16,7 5-12 0,-5 1-11 0,3-5-13 15,1 4-6-15,1 6-10 0,2-9-7 0,3 6-9 16,-7-2 1-16,7-2-6 0,2 0-11 0,3 3-5 16,-4-3-3-16,4 2-6 0,3-4-2 0,1 2-5 15,-1-2-2-15,4 1-1 0,4 0-11 0,-1-4-5 16,2 0-6-16,-3-1-8 0,0 1-9 0,1-3-6 15,-1-1-3-15,0 0-6 0,-4 0-1 0,3-5 1 16,-5 1-2-16,4 0-1 0,-9-4 3 0,4 1 8 16,-1 0-4-16,1 0 3 0,-7-2 1 0,2-2 3 0,-2 2 1 15,-2-2 12-15,0 0 3 0,-3 1 8 16,5-4 12-16,-6 2 6 0,4 5 15 0,-3-4 13 16,5 2 11-16,-8 1 17 0,8 1-4 0,-7-1 6 0,6 1-2 15,1 1-2-15,0 6-4 0,-7-9-5 0,7 9-6 16,0-8-6-16,0 8-8 0,0 0-8 0,7-4-6 15,-7 4-8-15,13 0 3 0,-13 0-13 0,16 4-1 16,-9-1-13-16,1 2-5 0,2 2-2 0,7-4-8 16,-7 5-7-16,6 3 3 0,-1-4-13 0,-2-1-6 15,2 5 1-15,-2 1 1 0,2-4-2 0,-1 4 3 16,-3 1 3-16,-1-6 0 0,2 2 1 0,-1 0 5 16,-4-2 1-16,1-2-6 0,-1 1 3 0,-4 3 2 15,4-5-1-15,-7-4 7 0,0 7 0 0,0-7 11 16,5 5 19-16,-5-5 36 0,0 0 13 0,0 0 22 15,0 0 19-15,0 0 23 0,0 0 15 0,0 0 11 16,0 0 12-16,0 0 2 0,-19-15-1 0,18 10-7 16,2-6-14-16,-1 3-14 0,4-2-11 0,-1 0-14 15,4-4-18-15,1-1-12 0,-1 2-17 0,9-3-19 16,-3 4-30-16,2-3-38 0,0 2-51 0,0 3-66 16,8-4-77-16,-5 5-70 0,-1 1-80 0,0 0-100 15,1-3-335-15,-2 3-867 0,-2 1 384 0</inkml:trace>
  <inkml:trace contextRef="#ctx0" brushRef="#br0" timeOffset="133776.37">8290 6763 39 0,'0'0'166'0,"-3"7"-3"0,3-7-20 16,0 7-10-16,0-7-2 0,0 10-18 15,3-7 12-15,-1 4-7 0,3-2 4 0,0-2-4 16,0 4-6-16,2-3-3 0,1 0-9 0,5 1-4 0,-5-2-12 15,7-2 0-15,-2 1-6 0,4-1-8 0,0-2-5 16,-3 1-2-16,6-3-8 0,-5-1-1 0,2 0-5 16,-4-2 2-16,2 1 14 0,-2-6-1 0,-3 2-1 15,3-2 0-15,-1 1 4 0,-9-2 2 0,4 3 0 16,-4-6 0-16,0 3-1 0,-3-3-6 0,-6 3-5 16,1 0 0-16,0 4-6 0,-5 1 7 0,0-6-5 15,-3 5 0-15,-5 2 1 0,1 0-4 0,-3 4-1 16,2-1-8-16,0 3-4 0,-2 0 0 0,0 3-1 15,3 4-6-15,-6-2-6 0,7-2 6 0,1 4-12 16,5-2-3-16,-2 6-4 0,4-2 3 0,1 3 3 16,2-2-3-16,5 2-3 0,0 2 2 0,5-1 1 15,7 3-2-15,0-1 3 0,4 4-2 0,12 1 0 16,4-4-7-16,7 2 0 0,3-2-12 0,3-4-7 0,-2 0-17 16,1-1-14-16,8-5-17 0,-19 3-19 15,15-6-14-15,-4-5-5 0,1 2-1 0,-7-1-1 16,3-8 5-16,3 0 8 0,-15 1 10 0,3-4 8 15,-4 0 7-15,0-3 6 0,-5 0 10 0,-1-2 19 0,-7 0 6 16,0-4 14-16,-2-5 13 0,-5 7 15 0,0-1 19 16,-6 1 19-16,3 2 21 0,-7-2 14 0,-3 4 9 15,2-1 6-15,-4 2 0 0,2 4-6 0,-8-4-13 16,2 5-3-16,-8 3-4 0,4 0-17 0,-1 4 0 16,-4 1-8-16,2 2-11 0,-2 1-4 0,-3 4-2 15,1 1 6-15,-6 4-19 0,7 1 1 0,-3 3-5 16,3-4-6-16,4 5 1 0,3-4-4 0,0 3 5 15,4-3-10-15,-1 4-4 0,1-4-4 0,3 5-3 16,2-8 1-16,4 0-3 0,-1-2 0 0,4 4-4 16,4-3 22-16,1-3-21 0,9 3-2 0,-7-4-4 15,7-1-4-15,2-3-1 0,-1 0-4 0,4-3 2 16,3-1-2-16,-4-2 5 0,3-1 3 0,-2-2-1 16,6-2 4-16,-11 0 3 0,1 0-1 0,-2-3-2 15,0-1 3-15,-1 1 5 0,0 1 6 0,-6-4 22 16,0 7 13-16,-1 3 22 0,0-7 21 0,-1 5 8 15,-4 2 11-15,3-1 5 0,-4 0-4 0,1 5-13 16,-2-2-9-16,0 5-14 0,0 0-11 0,0 0-13 0,5-7 1 16,-5 7-3-16,0 0-4 0,0 0-8 0,0 0-1 15,-5 20-2-15,5-9-19 0,3-3-3 16,-3 3-21-16,4 4-13 0,2-6-22 0,3 6-27 16,2-3-29-16,1 3-32 0,-1-1-31 0,4-1-47 0,0-4-53 15,8-3-48-15,-1 0-311 0,1 0-685 0,10-5 302 16</inkml:trace>
  <inkml:trace contextRef="#ctx0" brushRef="#br0" timeOffset="134076.31">9725 6519 28 0,'-11'-8'310'0,"-2"5"-4"0,3-1-2 0,3 1-5 15,-15 1-12-15,8-1 3 0,-3 3-7 0,-3 0-10 16,4 3-17-16,-4 1-23 0,3 0-18 0,-1 0-7 15,-2 6-19-15,2-1-16 0,3-2-21 0,0 1-6 16,4 4-7-16,-1-4-22 0,2 7-13 0,3-6-9 16,-1 6-10-16,0-3-6 0,3-2-5 0,0 6-10 15,2-7-8-15,3 3 3 0,1-2-11 0,6-2-4 16,-2 4-8-16,6 0 0 0,3-3-21 0,1 0-18 16,1 0-22-16,9-5-25 0,1 3-32 0,-4-6-23 15,-1 2-20-15,13-2-20 0,-1-2-18 0,-5-3-17 16,2 0-11-16,-2-3-15 0,-10-2-9 0,10-2-4 15,-1-2 1-15,-4-8-13 0,-2 5-1 0,-3-3 1 16,6-8 7-16,-9 3-136 0,-9-3-390 0,7 0 173 16</inkml:trace>
  <inkml:trace contextRef="#ctx0" brushRef="#br0" timeOffset="134443.72">9934 6481 1268 0,'2'-31'-89'0,"4"-8"36"15,-6 12 42-15,-6-5 47 0,4 1 36 0,-3 0 25 0,-3 2 22 16,-1 4 20-16,1-2 19 0,-2 1 12 0,9 6 10 16,-9 4 12-16,5 4 16 0,0-3 5 15,-2 3 7-15,2 1-6 0,2 3-14 0,-2 0-27 0,3 2-13 16,-1 1-21-16,3 5-19 0,-3-7-13 0,3 7-14 15,-9-1-8-15,9 1-9 0,0 0-8 0,0 27-3 16,2-12-10-16,5 0-5 0,-7 10-4 0,6-3-5 16,-3 5-4-16,9 2-6 0,0 1-3 0,-7 0 1 15,6-2-4-15,-1 4 0 0,0 1-9 0,3-5 6 16,-4 2-6-16,4-1-7 0,2 1-10 0,0-3 1 16,-2-3-1-16,2 2-7 0,-9-10 2 0,3-1-1 15,-1 0-2-15,0-6 1 0,-5 0 7 0,1 1 4 16,1-7 8-16,-4 2 18 0,6-3-5 0,-7-2 3 15,0 0 6-15,0 0 10 0,22-10 13 0,-14 5 13 16,-2-7 4-16,3 2 12 0,-3-5 1 0,4 3-1 16,-3-4 1-16,1 1-1 0,-1 0-6 0,4 2-3 15,-1-1-6-15,2 2-4 0,-4 0 0 0,-1 3-6 16,-4 2-11-16,4 0-5 0,1 3-6 0,-3-2-8 16,5 1-4-16,-2 4 0 0,-8 1-9 0,17 1-17 15,-6 4-17-15,4 3-18 0,0-1-28 0,0 2-34 16,0 4-37-16,0-1-38 0,3 2-38 0,0 2-33 0,0-4-50 15,2 7-57-15,2-6-63 0,4 4-292 0,-4-5-762 16,4 1 338-16</inkml:trace>
  <inkml:trace contextRef="#ctx0" brushRef="#br0" timeOffset="135043.53">11473 6474 126 0,'-1'-7'270'0,"1"7"6"15,0-13-7-15,-2 8 1 0,2 5 3 0,-5-16 2 16,5 13-7-16,-2-7 8 0,-1 1-1 0,0 1-14 16,-2-4-15-16,1 4-19 0,-4 0-17 0,3-3-11 0,-6-1-18 15,1 4-13-15,1-3-19 0,-4 3-14 16,-2 0-12-16,0 0-16 0,0 4-17 0,-4-3-3 16,2 4-12-16,-3 3-12 0,-3 0-11 0,5 2 2 15,-10 4-5-15,6-3-9 0,-6 6-5 0,0 5 0 0,10-6-7 16,3 6-5-16,-2-4 1 0,2 7-5 0,-3 0-2 15,3-4-10-15,7 8 8 0,0-8-1 16,3 5-4-16,-2-2 1 0,7 2-12 0,0-2-4 0,0 2-2 16,7-1-14-16,-1-4-5 0,8-1-1 0,-1 0-23 15,3-2 3-15,4-1-11 0,0 1-12 0,2-6-10 16,-3-1-1-16,5 2-1 0,-5-9 3 0,0 3 2 16,2-2 8-16,1-1 3 0,-6-6 7 0,4 5 3 15,-3-6 8-15,-4-1 2 0,2 1 6 0,-7-2 9 16,4-1 6-16,-9 1 8 0,5 1 17 0,-8-3 17 15,4 3 14-15,-4 3 14 0,0-3 19 0,0 3 12 16,-4-2 14-16,4 2-5 0,0 2 0 0,0-1-2 16,0 1-7-16,-3-1-11 0,3 8-8 0,0-7-9 15,0 7-9-15,-7-5 3 0,7 5-16 0,0 0-9 16,0 0-14-16,0 0-10 0,0 0-11 0,-1 23-14 16,2-11-21-16,1-5-20 0,6 7-17 0,-3-1-26 15,2 1-21-15,6 0-30 0,-3 1-44 0,3-3-40 16,4-5-57-16,-2 2-54 0,5-3-186 0,1 2-594 0,-3-3 262 15</inkml:trace>
  <inkml:trace contextRef="#ctx0" brushRef="#br0" timeOffset="135343.07">11908 6332 78 0,'-3'-8'316'0,"0"5"-3"16,0-3 0-16,-4-3-4 0,2 1-10 0,-3 5-1 15,-4-6-6-15,1 5-7 0,1 3-16 0,-4 1-15 16,-2-3-21-16,1 1-18 0,-3 4-18 0,3 1-16 16,0-1-15-16,0 1-21 0,2 2-10 0,3-1-19 15,-5 4-10-15,2-1-13 0,-2 5 4 0,7-4-21 16,1-1-4-16,0 5-9 0,-1-1-6 0,1 4-4 16,7-6-3-16,0 9-7 0,0-7-2 0,7 5-5 15,1-3-6-15,2 4-10 0,2-4-8 0,4-1-11 16,6 0-17-16,4 0-21 0,-2 1-29 0,5-6-34 15,-1 0-20-15,4 1-27 0,-2-2-18 0,-1-2-23 16,0-4-26-16,0 0-16 0,-5-3-23 0,4-2-4 16,2-3-19-16,-2-1-2 0,-7 0 4 0,2-6-167 15,1-1-477-15,-6-5 211 0</inkml:trace>
  <inkml:trace contextRef="#ctx0" brushRef="#br0" timeOffset="135826.54">12140 5880 172 0,'-13'-20'205'0,"-2"2"5"0,2 1 2 16,5 6-2-16,-1-1-3 0,3 1-19 0,-1 4-21 0,0 4-22 16,7-2-17-16,0 5-14 0,-14 0-9 0,14 0-12 15,-7 11-8-15,5-3-8 0,2 3-11 16,0 1-4-16,0 8-5 0,9 6-7 0,-5 2-4 16,0-1-2-16,2 2-5 0,8 0-1 0,-6-2-2 0,7 5-1 15,-2 7-5-15,-5-9-5 0,7 9 1 16,-2-8-2-16,-3-1-3 0,4-6-2 0,-4 3 3 0,3-2-9 15,0-1 0-15,-8-5 1 0,0-1-2 16,0-4 0-16,0 2-3 0,-2-9-3 0,-1 2-1 0,5 5-1 16,-7-11-1-16,0 0 2 0,0-3-4 0,0 0-1 15,4 5 3-15,-4-5-5 0,0 0 1 0,0 0-2 16,0 0 4-16,-8-22-2 0,5 15 0 0,1-1-1 16,1-4 2-16,1-1 1 0,-5 2 1 0,5 0 1 15,0-1 5-15,0 1 2 0,0-4 3 0,0 6 9 16,3-3 8-16,-1 5 0 0,-1-1 5 0,1 1 2 15,5-4-3-15,-4 3-1 0,2 6-2 0,0-3-5 16,1-1 5-16,3 3-11 0,-1-1 0 0,-1 0 2 16,1 1-6-16,-8 3 0 0,21 0-3 0,-21 0 0 15,15 3-3-15,-6-1 1 0,4 1 0 0,-5 3-2 16,5 0 2-16,-3 0-6 0,3 3 1 0,7 2-2 16,-10 0 1-16,5 0 3 0,3 2-6 0,-3-2 1 15,0 0-6-15,-3 1-10 0,3 0-9 0,-2-1-11 16,-2 0-13-16,-4-3-17 0,1-1-17 0,1 2-25 15,-3 0-36-15,1-2-28 0,-4 4-22 0,4-8-21 0,-7 3-28 16,1 1-141-16,-1-7-412 0,4 11 183 16</inkml:trace>
  <inkml:trace contextRef="#ctx0" brushRef="#br0" timeOffset="136527.41">12804 6321 200 0,'0'0'250'0,"0"0"-25"16,0 0-19-16,-13 8-18 0,13-8-12 0,-2 7-13 16,-1-1-9-16,3-6-13 0,3 14-10 0,-3-10-14 15,2 7-9-15,-2-6-9 0,6 5-11 0,1 0-3 16,-5-1-10-16,4 0-8 0,4 0-7 0,-5 0-3 15,8-3-6-15,-3 1-6 0,-1-2-3 0,2 2-1 16,1-2-7-16,-2 0-5 0,1-3-6 0,1 1-4 16,3-1-3-16,-7 0-5 0,4-4-4 0,-2 0-1 15,-10 2-1-15,16-5-2 0,-9 0-2 0,-1-3-1 16,-1 1 3-16,-1-5 2 0,-4 7-3 0,0-5 1 16,0-4 4-16,-4 7 0 0,-1-9 5 0,4 5 7 15,-4-4-1-15,-4 2 1 0,3-2 5 0,2 4 6 16,-5-2 2-16,5 2 0 0,-1 3 4 0,2-2 1 15,-4 2-1-15,2 3-3 0,5-2-1 0,-1 3-4 16,-4-4-7-16,5 8 1 0,-2-7-5 0,-1 4-8 0,3 3-5 16,0 0 2-16,0 0-3 0,0 0-1 0,0 0-1 15,0 0-1-15,0 0 0 0,16 15 4 16,-9-8-2-16,1 0-2 0,4 0 2 0,-6-1-1 16,11 1-1-16,-5 4 0 0,1-2 0 0,3 1-1 0,-1-1 0 15,-6 1-3-15,4-2 3 0,0 1-3 0,-5 1-5 16,7 2 1-16,-7-4-2 0,4 0-3 0,-2 7-1 15,-3-11 1-15,-1 3 1 0,1 0-1 0,-1-1 1 16,-4-2 2-16,5-1 4 0,-6-1-1 0,-1-2 5 16,7 5 3-16,-7-5 3 0,15 0 5 0,-15 0 1 15,0 0 5-15,0 0 4 0,5-11 6 0,-3 5 5 16,-2 6 16-16,8-15 3 0,-7 10 8 0,4-3 7 16,0-3 14-16,0 2 0 0,5-2-4 0,-1-1 4 15,-3 4 8-15,4-6 8 0,-3 6-2 0,-1-1-5 16,3 1-6-16,-1 0-9 0,0 1 0 0,0 3-7 15,-1-1-17-15,1-1 4 0,-3 2-5 0,4 1-7 16,-9 3-7-16,8-1-2 0,-8 1-7 0,13 3-5 16,-5 2-1-16,-1 1-1 0,0 1-1 0,1 3-3 15,4 5 0-15,-3-4-6 0,6 5 3 0,-6 0-5 16,-1 0-13-16,5-1-8 0,2 1-24 0,-3 1-18 16,-2-4-19-16,-1 1-21 0,3-1-23 0,-4 1-23 15,-1-5-27-15,1 2-33 0,-1-4-51 0,-1-1-49 0,1-3-276 16,-7-3-627-16,10-2 278 0</inkml:trace>
  <inkml:trace contextRef="#ctx0" brushRef="#br0" timeOffset="136709.57">12989 5844 16 0,'-23'-14'361'16,"7"6"-20"-16,1-4-15 0,0 1-33 0,5 3-23 15,0 1-30-15,3 2-21 0,2-2-35 0,4 4-44 16,1 3-52-16,0 0-66 0,0 0-93 0,28 3-106 16,-12 4-199-16,6-2-406 0,8 2 179 0</inkml:trace>
  <inkml:trace contextRef="#ctx0" brushRef="#br0" timeOffset="137627.1">14932 6348 152 0,'0'-12'263'0,"0"0"-15"0,-5-3-13 0,4 0-13 0,-2-1-11 16,-2 1-12-16,-2-4-12 0,4 7-12 0,-2-7-15 15,-4 6-13-15,-4-5-9 0,7 1-10 0,-9 5-14 16,5-3-13-16,-9 4-5 0,5 0-3 0,-3-1-20 15,-4 1-6-15,-1 7-7 0,4-3-6 0,-4 6-9 16,-6-5-2-16,5 8-5 0,3-2-3 0,-1 5-5 16,-1 2-6-16,4-3-2 0,-2 7 0 0,5-3-7 15,-1 0 1-15,1 7-2 0,1-6 0 0,6 0-1 16,-3 1 0-16,7 0 3 0,-2 3-6 0,2 1-1 16,1 0 5-16,6-1-5 0,-3 0-1 0,10 1 1 15,-6 0-3-15,9 0 11 0,0-1-15 0,2-2 1 0,5 1-4 16,5 0-9-16,-6-5-8 0,3 1-9 0,0-5-5 15,-3 1-7-15,10 3-3 0,-6-2-3 16,-2-3-3-16,1-4-5 0,-1-1 5 0,-4 3 5 0,3-1 5 16,-4-2 1-16,-1-2 6 0,-2-3 0 0,1 1 7 15,-8 2 2-15,-2-5 8 0,2-3 11 0,4 6 8 16,-10-1 9-16,5-3 6 0,-5 3 12 0,5-3 8 16,-5 1 6-16,0-1 6 0,0 2 12 0,0 2 4 15,3-3-3-15,-4 3 0 0,1 2-3 0,0 5 8 16,-2-12 2-16,2 12-20 0,0-7 1 0,0 7-15 15,-5-6-8-15,5 6-2 0,0 0-3 0,0 0-3 16,0 0-4-16,0 0-1 0,-2 20 8 0,-1-11-11 16,6 2-3-16,-6 1-2 0,3 4 1 0,5 0 0 15,-5 1 0-15,7-3-2 0,-1 4 1 0,1-2 0 16,1 0 2-16,0 0-5 0,6-2-5 0,-1-2 1 16,-1 3 1-16,4-11-6 0,-3 8-4 0,7-4 3 15,-5-2 1-15,2-5-8 0,-1-1 0 0,1 0 3 16,1 0-3-16,-10-3 5 0,5-4 2 0,-1-3 1 0,0-1 6 15,1-4-13-15,-5 4 6 0,5-4-5 16,-6 2 6-16,0-3-1 0,-4-1 3 0,4-3-2 16,-1 6 1-16,1-3-4 0,-6 1-11 0,8-3-13 0,-6 4-13 15,-1 6-22-15,-1-3-33 0,-1 5-41 0,5 1-46 16,-1-1-61-16,-4 7-276 0,-4-8-564 16,4 8 249-16</inkml:trace>
  <inkml:trace contextRef="#ctx0" brushRef="#br0" timeOffset="138309.69">16147 5791 259 0,'0'-8'317'0,"0"-4"-1"0,0 2-1 0,0-2-8 16,-3-1-8-16,0 2-6 0,-4 1-11 15,4 1-13-15,-1-2-21 0,-10-2-15 0,5 7-26 16,1 1-22-16,-12 0-20 0,5-3-11 0,-3 6-19 0,-5 2-14 15,3 0-10-15,-5 3-10 0,-3 6-6 0,8-1 1 16,-10 2 2-16,7 6-5 0,-5 2-9 0,0-1-2 16,5 3-8-16,3-1-7 0,3 3-3 0,2 2-8 15,7-5-2-15,0 4 3 0,3 2 2 0,3-3 2 16,9-3 0-16,-4 4-4 0,9 4-6 0,1 0 0 16,9 8-6-16,-4-11-6 0,5-8 1 0,5 6-8 15,2-7-8-15,13 2-13 0,-17-6-19 0,6 1-32 16,-2-6-12-16,4-5-41 0,-2 1-50 0,-1 1-46 15,-1-3-34-15,-8-6-46 0,-1 3-45 0,7-6-54 16,-11-1-311-16,3 2-734 0,-5-7 325 0</inkml:trace>
  <inkml:trace contextRef="#ctx0" brushRef="#br0" timeOffset="138609.62">15823 6001 46 0,'-7'2'346'0,"7"-2"6"15,-10 1 10-15,10-1 11 0,0 0 9 16,0 0 8-16,0 0-1 0,0 0-4 0,0 0-6 16,0 0-11-16,0 0-16 0,0 0-14 0,0 0-11 0,0 0-33 15,0 0-33-15,0 0-27 0,0 0-21 16,0 0-21-16,40-10-22 0,-23 8-18 0,3-1-18 0,3 3-18 15,6-1-19-15,3 1-28 0,1-1-25 0,-6-1-37 16,4 4-31-16,-1-2-32 0,-2 0-36 0,-7 1-39 16,4-1-42-16,-8-1-41 0,9-1-41 0,-9-1-40 15,-4 6-49-15,0-6-62 0,-3 3-60 0,-3-5-254 16,1 4-779-16,-1-1 345 0</inkml:trace>
  <inkml:trace contextRef="#ctx0" brushRef="#br0" timeOffset="141209.49">17038 5871 216 0,'-5'-7'303'0,"3"-4"-15"16,-4 2-10-16,4 3-18 0,0 3-27 0,-1-3-24 16,3 6-26-16,0 0-21 0,0 0-17 0,0 0-16 15,0 0-11-15,-17 20-17 0,12-5-4 0,0 1-11 16,-1 10-10-16,1 1-8 0,-3 1-5 0,1 0-5 16,0 6-4-16,6 5-8 0,-6-11-5 0,0 1-3 15,-1-2-4-15,2 0-5 0,4-5-2 0,-5-1-1 16,2-1-1-16,5-4-5 0,-3-1 2 0,-2-6-2 15,3 3 0-15,2-6 2 0,0 2 3 0,0-8 3 0,0 0 0 16,0 0-2-16,0 0-3 0,0 0 6 0,7-20 0 16,-4 8-12-16,2-4 2 0,4-10-2 0,-3 0 0 15,1-8 4-15,1-2 2 0,0-4 5 16,-1-1 6-16,5 4 1 0,-9-4 7 0,8 2 6 0,-6 8 16 16,0-3 11-16,5 3 22 0,-6 3 20 0,-3-3 17 15,4 4 8-15,-3 2 27 0,-2 0 8 16,0 5-2-16,5 1 0 0,-3 2-3 0,-1 0-9 0,1 7 5 15,1 0-22-15,-3 2-1 0,2-3-19 0,-1 7-15 16,-1 0-15-16,0 4-14 0,5-7-11 0,-5 7-9 16,0 0-6-16,0 0-8 0,19 26-5 0,-6-14-1 15,0 11-5-15,2-1-7 0,0 2 0 0,-2 4-4 16,12 10 0-16,-4-3-11 0,3-3-7 0,-3 3-11 16,1-8-14-16,-1 7-15 0,-3-7-15 0,7 8-16 15,-8-11-23-15,-1 3-22 0,1-3-21 0,-7-7-26 16,5 3-16-16,-7 0-30 0,0-6-26 0,-1 2-12 15,0-7-14-15,-3 0-14 0,-2 0-8 0,0-6-23 16,-2 0-36-16,0-3-24 0,0 0-14 0,0 0-192 0,0 0-610 16,0 0 271-16</inkml:trace>
  <inkml:trace contextRef="#ctx0" brushRef="#br0" timeOffset="141377.01">17033 6050 84 0,'-8'-2'228'0,"8"2"9"15,-12-2 10-15,12 2 4 0,-12-3 6 0,12 3-9 16,0 0-4-16,-8-1 1 0,8 1-21 0,0 0-18 0,0 0-20 16,0 0-18-16,0 0-17 0,30-6-20 0,-20 6-9 15,10-1-12-15,0-3-20 0,6 4-34 0,4 0-42 16,-2 0-45-16,8 0-54 0,-6 0-69 0,7-3-92 16,-3 2-252-16,3-3-538 0,-6 0 238 0</inkml:trace>
  <inkml:trace contextRef="#ctx0" brushRef="#br0" timeOffset="141709.31">17994 5935 259 0,'0'0'377'0,"-1"-10"-1"0,-4 8 0 0,5 2 0 15,-7-10-17-15,2 3-20 0,-5 4-16 0,4-2-21 16,-4 2-21-16,-2 0-25 0,4 3-21 0,-7-5-25 0,0 7-20 16,0-2-18-16,-6 6-14 0,4-3-14 15,-4 5-18-15,-1 1-10 0,1 1-12 0,2 3-11 16,1-2-9-16,0 1-9 0,3 1-8 0,2 0-5 0,1 1 1 16,2 4-11-16,4-1-4 0,6-2-6 15,-2 3-6-15,4-3-3 0,4 5-4 0,9-8-6 16,0 4-8-16,8-4-14 0,5 0-20 0,1-3-23 15,4-3-23-15,13-2-35 0,2 1-38 0,-13-3-31 0,9-11-25 16,0 2-27-16,-1-4-30 0,-4-1-39 0,3-10-37 16,-3-3-31-16,-2 2-247 0,-1-7-656 0,-6 1 291 15</inkml:trace>
  <inkml:trace contextRef="#ctx0" brushRef="#br0" timeOffset="141942.6">18378 5671 120 0,'-14'-28'170'15,"-1"-2"29"-15,0 6 21 0,2-2 24 0,-2 6 29 16,0 0 19-16,6 5 23 0,1 1 15 0,2 5 4 15,-1-1-8-15,0 1-16 0,6 3-29 0,-6 0-26 16,4 3-29-16,3 3-27 0,-5-9-24 0,5 9-19 16,0 0-12-16,0 0-17 0,-5 20-12 0,5-9-1 15,5 5-23-15,-5 0-9 0,0 11-11 0,5-1-1 16,1 2-10-16,-2 5-7 0,4 4 1 0,5 1-12 16,-5 2-3-16,1-10-13 0,-3 2-19 0,3 7-16 15,2-9-21-15,4 9-28 0,-7-13-31 0,6 4-37 16,-4-2-26-16,1-2-20 0,-1-4-23 0,-2-3-29 15,-1-5-38-15,3-1-38 0,-3-5-42 0,-1 1-252 16,1-3-643-16,1-2 285 0</inkml:trace>
  <inkml:trace contextRef="#ctx0" brushRef="#br0" timeOffset="142192.6">18339 5779 124 0,'-5'-4'332'0,"3"-2"3"0,-1 1 2 0,0 1-10 0,-4 0-1 15,7 4-12-15,0 0-16 0,-2-9-15 16,2 9-19-16,0 0-12 0,-3-7-9 0,3 7-24 16,0 0-13-16,0 0-15 0,0 0-11 0,0 0-27 0,28 8-10 15,-16-4-15-15,3 4-11 0,1-5-13 0,-1 5-6 16,7-3-13-16,-6 3-9 0,4-1-6 16,10 5-10-16,-12 0-17 0,7-2-20 0,-9 2-19 0,11-4-25 15,-12 4-14-15,3-1-30 0,-3-2-22 0,0 6-22 16,-7-8-16-16,5 7-6 0,-5-2-22 0,-1-2-19 15,0 4-24-15,1-1-37 0,-3-2-33 0,-3 1-44 16,3-3-31-16,-4-2-175 0,1 3-558 0,-2-2 248 16</inkml:trace>
  <inkml:trace contextRef="#ctx0" brushRef="#br0" timeOffset="142827.23">19047 5879 112 0,'-13'-3'304'16,"13"3"-12"-16,0 0-14 0,-8-4-17 0,8 4-18 15,0 0-23-15,-14 8-16 0,13-2-21 0,-4 0-16 16,3-2-12-16,-4 4-9 0,4-1-21 0,-3 1-8 16,3-1-12-16,2 5-8 0,2-1-7 0,3 1-8 15,-3 0-8-15,4 2-7 0,-4-5-3 0,4-1-7 16,6 3-3-16,-2-2-5 0,2-3-6 0,-3 0-4 15,6 1-6-15,0-2-6 0,-8-2-7 0,14-3-3 16,-7 0-11-16,-4-1-8 0,-2-1-6 0,3-3-5 0,-2-2-3 16,-3-1-1-16,1-1 2 0,-4-1 1 15,-1-3 1-15,1-6 0 0,-3 4 1 0,-5-1 5 16,5 0-3-16,-8-1 2 0,3-1 0 0,2 3 4 0,-2-1 9 16,-2 1 3-16,5 3 4 0,-4 1 5 0,-2-1-6 15,4 1 2-15,-1 6 3 0,0-2-3 0,4 3-1 16,1 4-8-16,0-6-6 0,0 6-1 15,0 0 1-15,0 0-1 0,0 0-1 0,16 9-2 0,-4-3 0 16,-6 1-2-16,9 1-3 0,-5-2-4 0,3 3-1 16,6 3 2-16,-6-1 1 0,2-3-2 0,0 3 5 15,3-2-5-15,-2 1-2 0,-1-1-3 0,2-1 3 16,-2 1 3-16,-2-3 1 0,-5-2 2 0,6-1-1 16,-6 4 0-16,3-5 4 0,-2 3 0 0,-3-5 5 15,3 2 3-15,-9-2 5 0,10 1 8 0,-10-1 5 16,0 0 15-16,14-5 10 0,-9 1 14 0,2 0 17 15,0-3 12-15,-4 3 21 0,2-4 7 0,2 3 16 16,-1-3-1-16,1 2 8 0,-2 0-15 0,1-3 2 16,3 3-5-16,-1 0-6 0,-1-2-7 0,-1 3-3 15,2 2-12-15,-3-4-8 0,2 3-12 0,-7 4-11 16,7-3-8-16,-7 3-4 0,13 0-7 0,-13 0-5 16,0 0-5-16,16 9-3 0,-9-3-5 0,-2 1-7 15,2 4-13-15,-1-2-12 0,1 3-13 0,1-2-19 0,0 6-20 16,2-5-29-16,0 6-29 0,-1 0-23 0,-3-7-23 15,2 2-27-15,-6-2-35 0,5-1-47 16,6-3-53-16,-11-2-332 0,4-1-713 0,-6-3 316 16</inkml:trace>
  <inkml:trace contextRef="#ctx0" brushRef="#br0" timeOffset="143009.63">19262 5473 285 0,'-6'-4'421'0,"-1"-2"-25"0,4 3-15 0,-2-3-30 0,5 6-32 15,-10-8-33-15,5 4-30 0,5 4-40 0,0 0-33 16,0 0-53-16,0 0-45 0,0 0-58 0,12 18-64 16,-4-10-74-16,2 4-99 0,3-3-287 0,2 2-537 15,8 3 237-15</inkml:trace>
  <inkml:trace contextRef="#ctx0" brushRef="#br0" timeOffset="143309.2">20027 5442 149 0,'-7'-1'335'0,"7"1"-20"15,-19-5-24-15,9 5-28 0,10 0-28 0,-19 5-21 16,8 0-15-16,-2 2-15 0,1 0-9 0,-3 3-10 0,2 2-9 16,1 3-10-16,4 4-6 0,-7 4-18 0,8-6-13 15,-2 9-10-15,2-3-1 0,2-3-13 16,3 7-3-16,2 2-11 0,5-4 0 0,4-1-11 16,-3 3-1-16,6-3-3 0,3-2-9 0,3 1 6 0,3 0-11 15,4-4-29-15,2-1-29 0,4-5-30 0,-1 4-39 16,0 0-52-16,4-8-57 0,0-3-62 15,0-4-72-15,-4-2-168 0,5-1-536 0,-5-2 237 16</inkml:trace>
  <inkml:trace contextRef="#ctx0" brushRef="#br0" timeOffset="144409.65">20500 5377 309 0,'0'-7'447'0,"0"7"-18"16,0-8-16-16,0 8-24 0,0 0-32 0,4-7-30 15,-4 7-37-15,0 0-30 0,0 0-32 0,0 0-23 16,0 0-24-16,0 0-21 0,0 0-13 0,11 21-14 0,-4-15-15 16,0 11-15-16,-1-2-11 0,1-2-14 0,-1 2-11 15,3 3-11-15,-1-1-9 0,0 0-14 16,0-2-10-16,-1 3-8 0,5-2-9 0,-6-1-8 16,-1-3-5-16,-1-4-11 0,-1 0 3 0,4 3-4 0,-4-6 8 15,0 2 0-15,5-4 2 0,-8 2 4 0,0-5 0 16,7 3 3-16,-7-3-1 0,0 0-3 15,0 0-4-15,0 0 6 0,0 0 1 0,-2-22 0 0,-3 16 0 16,2-1-4-16,-2-3 6 0,-1 3-4 0,-1-5 1 16,0 0 4-16,-3-1 4 0,4 3 0 0,-4-3-10 15,-2 1 16-15,2 1 0 0,-3 1-2 0,3 3 11 16,-3-1-19-16,1-1 5 0,2 0-8 0,0 8 2 16,-1-4 3-16,-4 2-2 0,5 1 2 0,-2 2-8 15,2-3 7-15,10 3-7 0,-18 3 2 0,2-1 4 16,7 0-4-16,1-1 1 0,-5 4 2 0,6-4 4 15,-1 8-8-15,-2-5-6 0,5 4 10 0,0-1-6 16,-3 0 9-16,1-2-2 0,6 3 3 0,-3-1-7 16,1 4 5-16,3-2 2 0,0 3-6 0,0-2 10 0,0-1-2 15,7 1 6-15,-6 2-8 0,6-4 5 16,6 4 3-16,-5 0 4 0,1 3-9 0,4-7-1 16,2 4 3-16,0-2 12 0,5-1-12 0,-6 1-6 15,3 0-1-15,5-3 2 0,-6 4-10 0,4-2 5 0,-3 1-2 16,2-2 5-16,-2 1-6 0,3-2-2 15,-5 3-3-15,-2-3 11 0,-1 0-12 0,2 1-4 16,-5-1 3-16,2 0-1 0,-7 1-5 0,9 0 4 0,-7-1 4 16,1 4 1-16,-2-3-5 0,-2-3-3 0,-3 6 4 15,7-7-1-15,-4 4 7 0,-6-1-8 0,3 1 1 16,0-8 2-16,-7 12 2 0,4-5 2 0,-2-2 2 16,-2-2 4-16,7-3 1 0,-14 3 0 0,5-2 5 15,-2-1-8-15,-1 0 18 0,1-3 5 0,-1 3 6 16,-6-1 2-16,8-5 3 0,-3 3 0 0,4-3-8 15,-11 2 12-15,10-1-2 0,-3-1 0 0,-2 5 0 16,5-7-6-16,-1 4 0 0,1 1-2 0,-2-4-1 16,4 6 2-16,1-3-4 0,-1-1-1 0,3 2-5 15,5 3 2-15,-10-4-1 0,10 4-4 0,0 0 2 16,-8-2-4-16,8 2-3 0,0 0 2 0,-7-5 2 16,7 5-3-16,0 0-2 0,0 0 6 0,0 0-3 15,0 0-1-15,0 0 0 0,0 0-3 0,0 0 4 16,0 0-12-16,0 0 8 0,0 0 0 0,0 0-2 15,0 0 4-15,0 0 3 0,25 12-7 0,-20-10 1 16,3 3 3-16,4-1-10 0,-2-3 7 0,5 6-1 16,0-3 2-16,-4 0-2 0,1-1-2 0,6 1 1 15,-3 0-1-15,-3-1 0 0,1-2 3 0,-2 4-6 0,1-2-6 16,-2 1-8-16,5-1-15 0,-4-1-20 0,3 1-27 16,-4 0-32-16,3-2-28 0,0-1-34 15,-5 2-39-15,2-1-53 0,-3 3-59 0,6-4-63 16,-6 1-202-16,1 1-637 0,7-2 282 0</inkml:trace>
  <inkml:trace contextRef="#ctx0" brushRef="#br0" timeOffset="144775.75">20676 5338 327 0,'-7'-4'416'0,"1"0"-6"0,6 4-1 16,-4-8-29-16,-2 5-19 0,6 3-30 0,-5-5-32 15,5 5-31-15,0 0-25 0,0 0-24 0,0 0-21 16,0 0-11-16,5 21-5 0,5-10-10 0,3 4-13 15,0 3-9-15,2 3-3 0,0 3-13 0,1-6-9 16,6 8-10-16,-2-1-13 0,-4 2-8 0,6-3-9 16,-1 3-12-16,1 6-3 0,-4-5-11 0,0-1-4 0,-1 0 3 15,-1 5-12-15,-1-6-5 0,2 1-5 16,-6-2-11-16,-1 2-28 0,-1 0-21 0,-1 0-25 16,-5-1-23-16,1-3-44 0,-4 0-47 0,0 2-45 15,-7-5-37-15,2 5-59 0,-2-9-71 0,-3 3-362 0,-3 2-797 16,0-6 353-16</inkml:trace>
  <inkml:trace contextRef="#ctx0" brushRef="#br0" timeOffset="167541.29">8830 8061 84 0,'0'-9'391'0,"0"5"1"15,3-3-6-15,1 2-11 0,-3-2-13 0,6 2-7 16,-7 5-16-16,0-7-19 0,0 7-30 0,0 0-25 15,5-4-13-15,-5 4-12 0,0 0-1 0,0 0 17 16,3 12-10-16,4-3-13 0,-7 0-21 0,0 0-34 16,1 2-21-16,4 1-16 0,0-1-11 0,-1 1-13 0,-3 4-11 15,4-1-12-15,-3 1-15 0,4-4-28 16,-2 4-28-16,-4-3-18 0,5 0-25 0,-5 1-32 16,5-1-26-16,-4-4-42 0,8 3-41 0,-9-3-28 0,5-1-30 15,1 0-23-15,-4-3-33 0,-2 2-34 0,7-2-54 16,-6-2-61-16,-1-3-221 0,0 0-698 15,0 0 309-15</inkml:trace>
  <inkml:trace contextRef="#ctx0" brushRef="#br0" timeOffset="167758.15">8889 7935 187 0,'-1'-7'381'0,"-4"-4"13"15,3 1 4-15,-3 4-3 0,4-3-13 0,1 2-11 16,0 0-19-16,-4 1-25 0,4 6-26 0,-3-9-27 15,3 9-26-15,0-6-30 0,0 6-23 0,7-6-20 16,-1 1-18-16,6 2-15 0,8 2-28 0,0-2-29 16,1 2-29-16,7 1-30 0,2-3-45 0,1 3-38 15,4 0-50-15,-5-4-29 0,1 8-26 0,-9-4-27 16,8 3-30-16,-14-2-30 0,4 3-36 0,-5-2-26 16,2 1-19-16,-6 0-189 0,-8 1-563 0,2 3 249 15</inkml:trace>
  <inkml:trace contextRef="#ctx0" brushRef="#br0" timeOffset="168075.75">9007 7994 10 0,'-18'7'102'16,"-4"2"8"-16,4-2 3 0,3 0 0 0,7-3 7 15,-5 2-10-15,4 0-6 0,3-2 19 0,6 1 5 0,0 2 6 16,0-7-1-16,5 11-6 0,5-7-10 0,-4 1-9 16,14-2-12-16,-3 3-8 0,4-1-9 15,7 0-9-15,0-2-6 0,-1 2-7 0,3-2-4 16,-9 1-8-16,1 0-11 0,-1-3-27 0,-4 5-19 0,-2-3-19 15,-5-2-18-15,0 4-12 0,-4-2 0 0,-4 3 5 16,-2-6 9-16,-2 8 2 0,-4-3 8 0,-4 0 2 16,-5-1 4-16,-5 7 3 0,-2-8 3 0,-6 3 12 15,-2 1 6-15,1 4 16 0,-1-4 12 0,2 2 19 16,1 3 10-16,-1-4 8 0,7 2-1 0,1-5-3 16,3 2-3-16,7 0-6 0,-1-2-4 0,4 0 2 15,4 1 17-15,1-2 15 0,2-4 0 0,12 11-7 16,3-5-5-16,3 0-9 0,13-2-3 0,1 1-6 15,11 2-3-15,8-5-17 0,-6 1-31 0,-1-6-37 16,3 1-38-16,-12-1-46 0,8-2-42 0,-12 0-47 16,17-6-133-16,-18 4-378 0,1-2 168 0</inkml:trace>
  <inkml:trace contextRef="#ctx0" brushRef="#br0" timeOffset="168292.56">9605 8032 183 0,'0'0'225'0,"0"0"-12"0,0 0-9 16,0 0-10-16,0 0-13 0,0 0-7 0,-10 19-6 0,3-14-12 16,2 3-10-16,3 3-13 0,-4-1-13 0,4 2-7 15,-3 3-11-15,0 2-13 0,0-1-7 16,0-2-4-16,4 2-3 0,-8 4-12 0,3-4-8 16,-1 2-4-16,0-2-26 0,-4 1-33 0,1 1-38 0,0-3-41 15,2-2-49-15,1-5-52 0,0 1-45 0,-1 1-123 16,0-7-384-16,1 4 170 0</inkml:trace>
  <inkml:trace contextRef="#ctx0" brushRef="#br0" timeOffset="168491.96">9411 8118 159 0,'0'0'274'15,"0"-11"-22"-15,0 11-18 0,0 0-28 0,0 0-19 16,0 0-9-16,0 0-7 0,0 0-10 0,0 0-12 15,0 0-9-15,5 25-13 0,-2-18-7 0,2 3-15 16,2 0-12-16,-4 0-7 0,7 0-8 0,-3 6-5 16,4-5-9-16,-1 6-5 0,2-3-12 0,3 3-29 15,1-3-36-15,-1-1-45 0,3-2-54 0,0 1-44 16,-1-1-37-16,5-6-206 0,4 3-438 0,-9 1 193 16</inkml:trace>
  <inkml:trace contextRef="#ctx0" brushRef="#br0" timeOffset="169308.07">9801 7894 182 0,'-4'-16'354'0,"4"1"5"0,-4 6-1 0,3-3-1 15,-3 1-8-15,3 3-12 0,-1 0-27 0,2 2-22 16,0 6-36-16,-3-12-29 0,3 12-23 0,0-6-23 0,0 6-18 15,0 0-19-15,0 0-16 0,0 0-12 0,5 25-11 16,-4-14-9-16,3 4-15 0,-3 1-4 0,3 8-7 16,-4-4-4-16,4 7-8 0,3 0-3 0,-5 0-4 15,3-1-3-15,-2 1-5 0,2 0-3 0,2 1-6 16,-1-1-12-16,3 0-17 0,-6-11-13 0,7 9-10 16,-2-8 8-16,4 3-34 0,-6-2-15 0,7-3-7 15,-1-2-9-15,0-1-6 0,1-1 6 0,2 0-13 16,-2-4-7-16,4-1-8 0,-3-2-2 0,0-4-2 15,2-1 1-15,2-2 1 0,-3-2 7 0,0-2 3 16,2-1 10-16,-2 0 6 0,0-4 9 0,-7-2 6 16,0 1 8-16,0-1 4 0,-3-1 8 0,2-2 12 15,-4 7 16-15,1-7 15 0,-8 2 22 0,4 6 4 16,-3 2 8-16,-4-6 2 0,2 5 2 0,-3-1 1 16,2 1 3-16,-3 4-5 0,1-1-1 0,0 4-2 15,8 1-3-15,-22 0-1 0,7 1 0 0,0 4-9 16,7 2-2-16,-5-2 1 0,6 4-1 0,-3-3-2 15,4 3-1-15,-1 1-2 0,5 0-1 0,-3 3 2 16,5-6-1-16,5 7 1 0,-3-5-2 0,-2 0 0 0,8 2 0 16,-1-4-2-16,1-1-3 0,7 0-4 0,-8 0-5 15,13 0-6-15,-10-5-4 0,8-1 1 16,-2 0-1-16,6-4-7 0,-2 3-4 0,-2-3-3 0,2 0 5 16,-2-2 2-16,-1-2 1 0,2 3 1 0,-4-6 2 15,0 2 5-15,-2 0 2 0,-4 0 6 0,-1 1 5 16,0 4 10-16,-8-4 9 0,7 3 4 15,-2 0 4-15,-5 5-3 0,6-5-6 0,-6 5-4 0,4-4-4 16,-4 4 0-16,0 0-3 0,0 0 2 0,0 0-3 16,0 0-3-16,-2 16 2 0,2-8 1 0,0-4 0 15,0 7 1-15,0-2-2 0,0-2 2 0,7-1 1 16,-6 6-10-16,6-4-5 0,0 0-2 0,-1-1 1 16,1-1-6-16,3 0-4 0,-4-3-1 0,4 2-5 15,2-5 3-15,1 1-1 0,-3-1 4 0,3-5-1 16,4 2 4-16,-5-1 3 0,2-1-1 0,-4-3 3 15,2 6 3-15,-4-6 10 0,0 1 10 0,2 0 21 16,-1-3 24-16,-3 7 19 0,1-4 24 0,-2-2 21 16,-2 1 5-16,-3 4 15 0,7 0 0 0,-7-5-5 15,0 9-11-15,5-8-20 0,-5 8-8 0,3-4-12 16,-3 4-13-16,8-2-4 0,-8 2-22 0,0 0-9 16,0 0-23-16,0 0-24 0,7 7-23 0,0 1-23 15,-1 0-21-15,6-3-24 0,6 1-30 0,-3 2-35 0,1 1-33 16,4-3-34-16,0 0-39 0,10 1-23 0,1 0-25 15,-1-2-183-15,0-2-544 0,3 1 241 16</inkml:trace>
  <inkml:trace contextRef="#ctx0" brushRef="#br0" timeOffset="169724.56">11164 8122 196 0,'-7'-8'215'0,"0"0"14"0,-2 4 17 0,-8-4 8 15,2 0 5-15,-3 1-4 0,0 4 0 0,-2-2-7 0,-3 2-9 16,-6 3-13-16,8 0-4 0,-2 0-20 0,1 3-20 15,1 2-12-15,-2-2-18 0,3 4-18 0,2 1-10 16,-1 1-13-16,3 0-15 0,3 3 8 0,3-3-22 16,-2 5 12-16,2-2-28 0,3 2-10 0,4-3-5 15,-2 1-9-15,5-2-2 0,0 4-16 0,7-5-12 16,-4-1-6-16,9 5-6 0,-2-6-14 0,5 1-10 16,-1-1-16-16,5-3-12 0,0 0-7 0,1-4-11 15,-1 0-4-15,0 1-6 0,10-6-2 0,-8-2-3 16,1 0 0-16,1-2 6 0,5-3-5 0,-7-3 2 15,-4-3 4-15,3 3 4 0,-2-5 1 0,-1-4 0 16,-6-1 4-16,1-4 4 0,-1-10 7 0,-1 11 8 16,-5-3 3-16,-5-7 13 0,0 7 27 0,-1 0 27 15,-9 0 21-15,5 3 22 0,-5 1 20 0,0 1 17 0,5 3 15 16,-7-1 14-16,2 8 8 0,2 2 1 0,1 1-10 16,1 7-13-16,1-2-16 0,-3 1-12 15,1 5-6-15,7 2-13 0,0 0-7 0,-15 14-6 16,7-5-4-16,1 9-7 0,6 0-5 0,-6 6-5 0,5 3-4 15,2 0-29-15,-5 3-12 0,10-2-19 0,-3 2-17 16,5 1-26-16,1-3-23 0,-2-2-36 0,1-1-33 16,3 0-53-16,-3-6-54 0,6-3-56 0,-5 0-240 15,7-4-613-15,-7-2 272 0</inkml:trace>
  <inkml:trace contextRef="#ctx0" brushRef="#br0" timeOffset="169943.63">10565 7726 138 0,'-12'-3'462'0,"2"3"-2"0,3 0-9 16,7 0-11-16,-11-3-18 0,11 3-28 0,-4-5-37 15,4 5-41-15,0 0-28 0,19-4-30 0,-6 4-28 16,2-3-22-16,6 3-21 0,-4 0-27 0,11-1-49 15,-6 1-60-15,-1 1-60 0,9-1-96 0,-7 3-82 16,-1-1-95-16,7 0-108 0,-9 2-270 0,2-3-715 16,-4-1 316-16</inkml:trace>
  <inkml:trace contextRef="#ctx0" brushRef="#br0" timeOffset="172225.41">11890 7986 307 0,'0'0'368'0,"2"-11"-25"0,-2 11-35 16,0-7-35-16,0 7-32 0,0 0-27 0,0 0-21 0,7 19-13 15,-4-9-25-15,0 3-14 0,4 5-7 0,-4 2-10 16,5 3-8-16,-1 8-3 0,1-3-4 16,4 3-5-16,-6 1-7 0,4-2-12 0,-1 11 0 0,-1-13-11 15,2 0-12-15,-3 2 0 0,2-6-8 0,0 2-4 16,-3 0 0-16,3-9-7 0,-8 6-3 0,13-9-3 15,-14 2-12-15,6-4-23 0,2-4-14 0,-8-1-10 16,7-1-23-16,0 0-32 0,-4-5-42 0,-3-1-43 16,0 0-49-16,0 0-66 0,20-13-267 0,-15 6-590 15,-4-5 261-15</inkml:trace>
  <inkml:trace contextRef="#ctx0" brushRef="#br0" timeOffset="172508.01">11877 7987 185 0,'-7'-19'292'0,"1"4"-6"16,2-5 0-16,0 4-8 0,2 1-9 0,2-2-8 15,0 6-19-15,2 2-7 0,-1-2-38 0,4 0-20 16,3 3-13-16,-1-3-20 0,3 5-18 0,2 0-11 0,4-2-11 16,4 7-10-16,-3-1-13 0,4 2-9 15,-4 0-5-15,7 0 5 0,-5 3-18 0,2 2-6 16,1-3-4-16,-7 2-8 0,6 0-1 0,-6 4-5 15,2 0-2-15,-6-1-4 0,1-3-7 0,-4 5 2 0,-3-1-5 16,2-4-2-16,-2 4-4 0,-4 2 1 0,1-1-7 16,-4 2 0-16,-4-4 2 0,1 2-4 0,-5 3-10 15,-4-4-16-15,0 4-11 0,-1-3-21 0,-2-3-24 16,-4 6-20-16,6-3-24 0,-5-1-27 0,5 4-43 16,5-7-45-16,-3 2-60 0,6-4-167 0,0 2-505 15,7-5 225-15</inkml:trace>
  <inkml:trace contextRef="#ctx0" brushRef="#br0" timeOffset="172941.58">12564 7819 186 0,'-15'-3'283'0,"5"-1"-11"0,-3 3-10 0,-4-1-10 16,1 2-17-16,-1 2-21 0,-1 2-18 0,-2 0-15 15,5 5-13-15,0 1-13 0,0 0-18 0,1 4-11 16,-1-2-12-16,0 8-10 0,2-6-10 0,4 6-11 16,3-7-6-16,-3 5-11 0,6-2-3 0,0-1-6 0,1 2-6 15,2-2-4-15,2-3-7 0,1-2 2 16,2-2-4-16,5 1-6 0,-5-2 1 0,5 0-3 16,0-4-4-16,5-1-5 0,-2-2-4 0,-3-1 0 0,3 0-5 15,4-7 4-15,2 1-2 0,-4-5-5 0,0 1-2 16,5-4-2-16,-3 4 5 0,-2-6-4 0,-4 0 0 15,-1-1 2-15,0 0-2 0,-3 2 2 16,1-4 12-16,-3 6 7 0,0 4 25 0,-2-2 19 0,-1 3 21 16,-2 0-5-16,0 1-1 0,3 4-14 0,-3 4-11 15,2-7-14-15,-2 7-1 0,0 0 0 0,0 0-16 16,0 0 11-16,0 0-16 0,0 0 2 0,10 22-4 16,-7-13 0-16,-1 0-9 0,3 8-8 0,-4-2-17 15,8 4-10-15,-1-9-15 0,0 9-19 0,4-8-15 16,-2 5-26-16,-2-3-27 0,5-1-40 0,-1-3-51 15,4-1-56-15,-1-7-58 0,-5 3-229 0,3-1-601 16,2-6 267-16</inkml:trace>
  <inkml:trace contextRef="#ctx0" brushRef="#br0" timeOffset="173177.28">12820 7456 78 0,'-1'-2'406'16,"1"-4"-3"-16,0 6-7 0,-7-8-28 0,7 8-32 0,0-8-29 16,0 8-34-16,0 0-31 0,0 0-29 15,0 0-20-15,0 0-18 0,0 0-21 0,0 0-12 0,15 23-19 16,-5-5-6-16,-5-3-14 0,3 4-10 0,4 7-9 16,-4-3-10-16,0 2-20 0,1 0-33 15,-1 2-29-15,0 1-24 0,-1-5-30 0,4 1-27 0,-2-6-29 16,-3 6-28-16,-2-5-38 0,2-3-44 0,3-1-42 15,-4-6-31-15,-1 1-186 0,1-2-526 0,2 0 233 16</inkml:trace>
  <inkml:trace contextRef="#ctx0" brushRef="#br0" timeOffset="173592.03">13079 7502 297 0,'-2'-11'338'0,"2"2"2"0,0 2 12 15,0-1-1-15,0 8-13 0,2-12-23 0,-2 12-36 16,-2-3-32-16,2 3-25 0,0 0-23 0,0 0-25 16,0 0-11-16,0 0-19 0,0 0-18 0,0 0-13 15,7 23-6-15,-6-15-14 0,-1 12-13 0,7-2-3 16,-7 2-8-16,7 3-3 0,1 3-8 0,-8-1-13 16,8 0-23-16,0 0 6 0,-3-4-31 0,4 4-7 15,-3-1-16-15,3-1-9 0,-3-4-7 0,2 0-6 16,-1 0-2-16,8-6-7 0,-10 1 5 0,5-2-1 15,-5-3 3-15,1-2 8 0,-1-2 6 0,0 2 2 0,2-4 6 16,-7-3 1-16,13 4 1 0,-13-4 0 0,0 0 4 16,18-9 11-16,-11 3-2 0,0-2 2 0,1 0 14 15,-3 1 16-15,2 1 13 0,-3-1 22 16,3-3 7-16,1 1 10 0,-3 2 5 0,0 3-2 0,2-3-7 16,-4 3 0-16,-3 4-13 0,9-8-6 0,-5 4-15 15,-4 4 4-15,10 0-3 0,-10 0-4 0,14 6-2 16,-6-1-7-16,0 0-1 0,0 3 7 0,6 1-7 15,-6 3-6-15,5 0-11 0,-6-3-23 0,8 5-25 16,-7-5-19-16,7 1-26 0,-8-2-29 0,-1 2-35 16,2-4-44-16,-3 0-55 0,4 0-51 0,-3 2-295 15,3-7-646-15,-9-1 285 0</inkml:trace>
  <inkml:trace contextRef="#ctx0" brushRef="#br0" timeOffset="173774.53">12820 7596 279 0,'-9'-1'391'0,"2"-3"-22"0,7 4-18 0,-13-3-35 15,13 3-30-15,0 0-24 0,0 0-36 16,0 0-21-16,43 0-13 0,-23 0-22 0,4 3-22 16,6 2-52-16,5 1-48 0,-5-2-68 0,3 3-79 15,3 2-100-15,7-4-305 0,2 3-545 0,3-2 241 0</inkml:trace>
  <inkml:trace contextRef="#ctx0" brushRef="#br0" timeOffset="174476.46">14328 7569 53 0,'5'-8'304'0,"-3"4"-18"15,0-2-21-15,-2 6-19 0,-7-9-23 0,5 4-16 16,-4-2-20-16,-1 4-19 0,-1-2-15 0,-2 1-14 0,-2 3-14 16,-1-3-4-16,-2 1-11 0,-1 2-6 0,-1-1-5 15,-3 4-15-15,5-1-3 0,-6-2-9 16,11 1-2-16,-10 4-8 0,7-2-5 0,4 1-4 0,-4 0-5 16,3 0-7-16,5 2-6 0,-3-1-5 0,1-1-4 15,6 3 1-15,-3 0 2 0,4 2-3 0,0-1-1 16,4 1-1-16,4 0-5 0,0 4 1 0,7 0-2 15,-2 2-5-15,2-1 3 0,0-1-5 0,7 5 1 16,-2-2-4-16,-5 3 0 0,6-3 2 0,-4 0 2 16,6 3-6-16,-10-8 0 0,4 5-1 0,-3-3-1 15,0 0 2-15,-1 2-3 0,0-5-1 0,-8 3 3 16,5-5-5-16,-7 1 3 0,2-1 10 0,2 1-10 16,-4-4-3-16,-3 1-1 0,0-5 6 0,-3 9 0 15,3-9 22-15,-12 6 10 0,7-4 17 0,-6 0 3 16,-1-2 2-16,-4-2-6 0,-1 2-5 0,-3-5 17 15,2 2-17-15,0-2-12 0,-5 3 8 0,1-5-11 16,2 4-12-16,4-4-13 0,-6 2-19 0,7 1-17 0,0 1-17 16,7-3-22-16,0 3-28 0,-4-1-38 0,12-1-50 15,0 5-64-15,0 0-41 0,5-10-260 16,5 3-593-16,3 3 263 0</inkml:trace>
  <inkml:trace contextRef="#ctx0" brushRef="#br0" timeOffset="174874.28">14543 7611 190 0,'-1'-6'281'16,"1"6"-11"-16,0 0-19 0,0 0-16 0,0 0-25 16,-2-7-21-16,2 7-25 0,0 0-13 0,0 0-15 15,0 0-12-15,0 0-12 0,-3 24-12 0,3-19-9 16,0 6-9-16,0 0-8 0,0 1-9 0,3-1-3 15,0 9-4-15,2-8-6 0,-3 6-5 0,6-2 8 16,-1 0-5-16,0-1-6 0,1 0-3 0,-1-3-2 0,1 0-5 16,0-2-5-16,-1 0 3 0,1-2-9 0,2-2-1 15,-2-3-5-15,2 3-5 0,2-3-5 16,-4-2-3-16,2-1-4 0,1 0 1 0,1-1-4 16,0-2 2-16,-4-3-1 0,4 0 2 0,-4 2 3 0,2-7-3 15,5 2-1-15,-9-2 4 0,3 1 6 0,-3-3 5 16,-4 1 10-16,6 1 14 0,-8-1 17 0,7 0 6 15,1-2 11-15,-8 2 1 0,5-1-2 0,-3 6-3 16,-2-7-5-16,5 7-9 0,-5 1-5 0,1-3-5 16,-1 2-4-16,0 2-18 0,0 5-33 0,0 0-20 15,0-7-10-15,0 7-17 0,0 0-22 0,0 0-26 16,0 0-35-16,0 0-38 0,0 0-58 0,-6 21-51 16,11-13-202-16,-10-2-530 0,10 0 234 0</inkml:trace>
  <inkml:trace contextRef="#ctx0" brushRef="#br0" timeOffset="175290.91">15285 7649 92 0,'2'-9'389'0,"-2"9"5"0,0 0-15 0,-9-10-6 0,9 10-13 16,-6-5-11-16,-3-2-13 0,-4 6-17 0,3-3-16 15,-1-1-19-15,-6 3-13 0,2 1-27 0,0 1-23 16,2 0-20-16,-3-2-21 0,2 4-20 0,1-1-17 16,3 4-14-16,-3 1-14 0,-2 2-11 0,5 0-10 15,2 0-9-15,-4 3-7 0,6 2-9 0,2-6-3 16,-1 7-9-16,2-4-7 0,0 9-4 0,6-4-9 16,-1 2-5-16,-1-2-23 0,8-3-22 0,-1 2-28 15,0-1-37-15,7-2-47 0,2-4-58 0,1 2-50 16,-3-1-54-16,6-1-60 0,1-7-58 0,-2 3-305 15,-2-1-769-15,3-2 341 0</inkml:trace>
  <inkml:trace contextRef="#ctx0" brushRef="#br0" timeOffset="175591.03">15603 7633 328 0,'-10'-3'360'0,"-2"0"4"16,12 3 1-16,-8-2-9 0,8 2-9 0,-15-3-15 16,2 3-18-16,5-4-17 0,8 4-17 0,-20 4-24 15,5-3-15-15,5-1-23 0,-5 3-18 0,2 1-21 16,4-1-21-16,-4 2-13 0,2-1-15 0,1 6-11 16,-5-1-15-16,7-3-8 0,1 1-11 0,2 3-7 15,-5 0-7-15,7 0-6 0,-4 1-8 0,7-3-5 16,0 7-7-16,0-7-15 0,3 3-9 0,4 1-15 15,0-4-20-15,8 4-27 0,-4-1-34 0,6-3-51 16,3-1-49-16,6 2-38 0,-4-3-44 0,6-1-51 16,1-2-38-16,1-3-57 0,0 0-221 0,-2-3-675 15,2-2 298-15</inkml:trace>
  <inkml:trace contextRef="#ctx0" brushRef="#br0" timeOffset="175941.87">16031 7356 17 0,'0'0'394'0,"0"0"-5"0,0 0-4 16,0 0-14-16,0 0-18 0,-3-8-26 0,3 8-22 15,0 0-35-15,0 0-26 0,0 0-23 0,0 0-14 16,0 0-33-16,-23 8-18 0,13-5-13 0,0 3-22 16,4 2-6-16,-6 4-14 0,2 1-10 0,2 1-23 15,-2 1 12-15,-2 6-12 0,4-2-5 0,1-3-4 16,-1 11-7-16,1-3-4 0,6 3-4 0,-4-1-2 16,5-2-3-16,0-2-3 0,5-1-3 0,3 9-6 15,-1-7 4-15,1-7-3 0,0 4-34 0,12 2-9 16,-5-6-27-16,2-6-40 0,6 3-44 0,2-1-43 15,-4-4-58-15,-1-1-57 0,8-3-69 0,-6 0-280 16,7-4-686-16,-5-1 303 0</inkml:trace>
  <inkml:trace contextRef="#ctx0" brushRef="#br0" timeOffset="176391.1">16450 7440 198 0,'0'0'415'0,"-3"-6"9"0,3 6-7 0,0 0-7 0,0 0-22 16,0-7-26-16,0 7-26 0,0 0-31 0,-7-5-27 15,7 5-30-15,-6-3-21 0,6 3-20 0,-12-7-27 16,9 4-18-16,-4-4-17 0,7 7-16 0,-20-2-13 15,14 0-11-15,-6 2-13 0,12 0-13 0,-18 0-9 16,10 3-2-16,-2-2-10 0,10-1-8 0,-15 10-6 16,8-3-3-16,-1-4-6 0,0 3-1 0,3 0-6 0,0 1 0 15,5 1 3-15,-2-1-9 0,2 4-2 16,2 1-1-16,-2-1-1 0,5 1-4 0,1 1-4 16,3-1 5-16,4 2-2 0,2-3 1 0,-5 5-4 0,5-5-1 15,-1 5-1-15,1-8-3 0,0 4-5 0,0-1-3 16,-2 1-2-16,7-5 2 0,-7 2-1 0,1-1-3 15,-8-2 1-15,1-2-3 0,0 1 2 0,-6 2-5 16,4-3 3-16,-5-4 0 0,2 6 4 0,-2-6-5 16,0 5 6-16,0-5-3 0,-8 8 0 0,1-4 4 15,-1 0-3-15,-2 0 4 0,-2-4-12 0,-3 3-20 16,4-2-25-16,-3-1-33 0,1 7-31 0,2-6-50 16,-4 3-40-16,3 1-37 0,-1 1-46 0,5-3-65 15,1 2-332-15,0-2-750 0,7-3 332 0</inkml:trace>
  <inkml:trace contextRef="#ctx0" brushRef="#br0" timeOffset="176626.31">16790 7838 84 0,'3'5'414'0,"-3"-5"3"0,0 0-6 16,0 0-21-16,0 0-34 0,0 0-24 0,0 0-34 15,0 0-30-15,-5 8-29 0,5-8-21 16,0 0-24-16,0 0-17 0,-5 11-18 0,5-11-16 16,-5 4-14-16,0 2-24 0,0 0-47 0,3 0-33 0,-6-1-49 15,6-1-26-15,1 4-28 0,-3-4-27 0,4-4-28 16,-1 7-33-16,1 0-36 0,0-7-52 0,6 2-39 16,-6-2-226-16,0 0-562 0,15 0 249 0</inkml:trace>
  <inkml:trace contextRef="#ctx0" brushRef="#br0" timeOffset="177174.87">17185 7581 221 0,'5'-10'246'0,"-2"-1"-8"0,-3 0-11 16,2-1-8-16,3 4-13 0,-5-3-7 0,2 0-12 15,-2 2-8-15,0-1-12 0,0 1-11 0,-2 1-17 0,2-4-12 16,0 7-9-16,-5-3-16 0,3-1-10 16,-3 4-10-16,0 0-10 0,-3 0-7 0,8 5-8 15,-18-1-8-15,8-1 1 0,-3 2-8 0,0-2-5 0,1 4-4 16,-3 1-3-16,2 0-5 0,-5 0-3 0,1 1 1 16,2 4-5-16,0-2-2 0,0 2-4 15,0-3 0-15,9 3 1 0,-2 0-2 0,-1-1 0 16,1 2-2-16,-4 0 1 0,11 0-2 0,-6 0 1 0,7 3-2 15,0 0 0-15,0-3-12 0,7 1-1 0,-6 0-10 16,11 3-8-16,-4-6-12 0,1 4-8 0,5-5-12 16,-4 3-13-16,5-3-14 0,2-2-8 0,-1 2-6 15,1-4-1-15,-5-2 5 0,4 0 1 0,-3 0 11 16,4-2 15-16,-7-1 2 0,3-1 8 0,-1 1 1 16,-2-3 11-16,0-3 12 0,-4 4 17 0,4-2 23 15,-5-1 22-15,0-1 17 0,3 2 21 0,-8-1 19 16,2 1 13-16,3-1 11 0,-5 3 7 0,0-3 13 15,0 8 0-15,0-9-5 0,0 3 2 0,0 6-7 16,0-8-20-16,0 8-13 0,0 0-6 0,-5-7-9 16,5 7 1-16,0 0-28 0,0 0 0 0,0 0-4 15,0 0-2-15,-10 16-7 0,10-8-7 0,0 3 4 16,2-4-8-16,-2 5-4 0,6-3 0 0,-4 1-15 16,5 6 4-16,-1-5-19 0,1 5-9 0,1-5-10 15,7-2-29-15,-2 2-20 0,0 1-24 0,-3-9-46 16,5 6-53-16,-1-5-63 0,-6-1-294 0,7-3-607 15,-4 0 269-15</inkml:trace>
  <inkml:trace contextRef="#ctx0" brushRef="#br0" timeOffset="177507.52">17294 7236 23 0,'-10'-3'406'0,"10"3"-1"0,0 0-15 15,0 0-6-15,-11 0-42 0,11 0-24 0,0 0-34 16,0 0-23-16,0 0-17 0,0 0-18 0,0 0-18 16,23 17-11-16,-8-12-14 0,0 6-16 0,1 1-1 15,11 6-25-15,-4-2-12 0,5 8-13 0,-1-4-12 16,1 9-8-16,0-9-12 0,-5 2-8 0,2 0 0 15,-2 2-13-15,0-2-6 0,-1 4-5 0,-6-2-8 16,4 2-6-16,-3 1-1 0,-11 0-9 0,4 0-13 16,-5-2-18-16,2-1-24 0,-7-3-18 0,0 0-23 15,0-2-25-15,-7 1-23 0,1-1-27 0,-4 3-26 16,-2-3-31-16,-3-4-44 0,0 0-66 0,2 2-75 16,-10-5-209-16,6-4-642 0,-3 2 285 0</inkml:trace>
  <inkml:trace contextRef="#ctx0" brushRef="#br0" timeOffset="180792.26">18570 7541 135 0,'9'-7'269'0,"1"-3"-8"15,0 3 2-15,-5-3-7 0,0 3 3 0,1-3 4 16,1 0-1-16,-1 5 0 0,1-3-10 0,0-4-6 15,-6 9 6-15,1-5-13 0,5 4-9 0,-14-7-19 16,7 11-21-16,-2-4-17 0,1-2-19 0,1 6-15 0,-7-7-18 16,-3 5-11-16,10 2-19 0,-18 0-3 0,3-1-10 15,2 4-8-15,1 2-9 0,-1 0-5 0,-2 0-7 16,-5 0-12-16,9 4-1 0,-1-1-16 0,2 2-17 16,0-1-14-16,5 2-10 0,-5-7-15 0,9 11-13 15,-1-3 5-15,4 2-7 0,-1-2-6 0,9 0-16 16,-2 1-7-16,6-5-9 0,1 1-9 0,1 1-6 15,2-2-11-15,2-5-18 0,5 1 0 0,-8-2-4 16,4-1-1-16,-1 1 6 0,1-4 11 0,1-1 14 16,-7-1 9-16,5 1 13 0,-5-3 7 0,-5 0 12 15,-2-2 6-15,2 0 13 0,-4-3 14 0,-2-1 19 16,1 1 15-16,-4 1 14 0,-1-1 16 0,0 0 14 16,-1 0 6-16,-1 2 8 0,-3 0 11 0,3 3-15 0,-1-5 0 15,1 9-6-15,2 2-8 0,-3-10-10 16,3 10-2-16,-8-7-6 0,8 7 0 0,0 0-2 15,0 0-4-15,0 0 0 0,-8 12-1 0,8-12 0 16,0 14-9-16,3-6-4 0,0 1-2 0,2 2-8 0,2 0-2 16,-4-3-8-16,9 6-8 0,-2-2-10 15,1 1-11-15,-1-1-5 0,5-1-11 0,-3 1-8 16,3-5-12-16,-4 1-9 0,4-2-2 0,-2-3 1 0,2 2-1 16,2-3 6-16,-7-2 14 0,0 0 6 0,1-2 4 15,-1-6 10-15,-2 2 5 0,1 2 13 0,-1-4 17 16,5-3 17-16,-13 4 18 0,7-5 14 0,-6 3 14 15,8-2 8-15,-9 4 9 0,5 1 6 0,-5-1 3 16,0 0-2-16,0 7-4 0,1-8-10 0,-1 8-8 16,5-8-6-16,-5 8-9 0,2-4 3 0,-2 4-5 15,0 0-2-15,0 0-5 0,0 0-2 0,5 17-2 16,-3-9-1-16,-2-2-1 0,5 2-6 0,-4 0 3 16,1 0-3-16,3-2 2 0,1 4-6 0,-4-2-3 15,5-1-1-15,-6-2 0 0,6 2 1 0,1-4 1 16,-3 4 0-16,2-6-2 0,-7-1 1 0,10 0-3 15,-10 0 3-15,16-3-1 0,-16 3-1 0,15-5 3 16,-8 1 4-16,-1-4 11 0,-1 4 13 0,4-2 15 0,-6 0 6 16,2 0 15-16,0 0 2 0,-2 0 14 0,2 3-1 15,-5 3-10-15,8-9-7 0,-4 6-5 16,-4 3-8-16,3-8-15 0,-3 8-5 0,0 0-14 0,7-1-12 16,-7 1-15-16,0 0-13 0,23 1-27 0,-15 1-24 15,5 4-35-15,4 1-40 0,-2-2-53 0,6 2-44 16,3 0-45-16,-1 1-219 0,11 0-548 0,-4-2 243 15</inkml:trace>
  <inkml:trace contextRef="#ctx0" brushRef="#br0" timeOffset="181241.74">19900 7452 271 0,'-15'-8'296'16,"-4"4"0"-16,5 1-13 0,-5-2-5 0,-2 2-12 15,1 3-11-15,-10 3-9 0,5 2-16 0,1-1-17 16,0 1-9-16,-5 3-22 0,7-6-17 0,1 9-12 16,4-3-16-16,-3 0-17 0,4 4-10 0,2 2-14 0,-1-1-6 15,1-1-8-15,4 2-12 0,1-1-5 16,3 1-3-16,-1 1-13 0,5-3-2 0,1-1-13 16,2 1-5-16,3-4-3 0,4 8-12 0,-1-6-11 0,6-1-16 15,-3-5-7-15,8 5-14 0,2-6-5 0,-2-1-3 16,5-2-5-16,0-2-4 0,-3-1-3 15,3-6 2-15,7 2-3 0,-7-5 0 0,-3 1 5 0,3-5 2 16,-1 1 0-16,-2-5 5 0,-4 0-1 0,-1-3 6 16,-1-3 4-16,-6-1 3 0,2 3 11 0,-4-7-3 15,3 1 17-15,-4-2 19 0,-5 4 25 0,-2 1 17 16,-1 1 22-16,1-1 19 0,-5 3 9 0,1 5 18 16,2 1 6-16,-4 1 7 0,2 7 2 0,1-7-3 15,1 10-9-15,-2 1-19 0,1-1-14 0,3 0-14 16,-3 3-13-16,5 4-7 0,-10-1-4 0,10 1-17 15,0 0-5-15,-11 17-11 0,7-9-11 0,3 4-3 16,-4 5-11-16,5 4-14 0,0 6-7 0,5-2-19 16,-4 4-13-16,6-1-28 0,-1-4-26 0,4 6-15 0,4-3-26 15,1 0-29-15,1 0-40 0,-1-3-42 16,8-2-50-16,2-2-302 0,1-1-664 0,3 0 294 16</inkml:trace>
  <inkml:trace contextRef="#ctx0" brushRef="#br0" timeOffset="182157.4">20911 7273 115 0,'-2'-7'315'0,"6"-4"7"15,-6 2-10-15,2-1-11 0,-2 1-9 0,1-3-12 16,-4 5-13-16,0-12-16 0,0 9-10 0,0-2-15 16,-2-2-11-16,0 4-7 0,4 0-25 0,-3 0-20 15,-1 3-16-15,-1-2-18 0,1 1-14 0,-5 4-20 16,2 1-6-16,1 2-9 0,-10 2-10 0,4 5-4 16,-1-3-21-16,-4 11 9 0,-3-3-9 0,3 5-10 15,3-5-3-15,3 10-3 0,0-3-8 0,4 5-12 0,-5 4-3 16,7-7-6-16,2-1-4 0,4 1-6 0,2 0 4 15,2 5-2-15,4-3 2 0,2 2-9 16,2-11 1-16,2 4-5 0,5-7-5 0,-3 6-6 0,8-9 13 16,1 5-28-16,-1-6 8 0,1-4-12 0,5-1 4 15,-7-1-1-15,1-1 3 0,-4-3 10 0,0-3 2 16,1 2-1-16,0 0 3 0,-4-1 6 0,2-5 4 16,-7 2 4-16,-2 3 3 0,-1 1 5 0,-1 0 10 15,-1 2 7-15,-1-5 6 0,-1 0-3 0,-3 8 3 16,7-6-9-16,-7 6-2 0,0 0-5 0,0-4 7 15,0 4-1-15,0 0-1 0,0 0-3 0,0 0-10 16,-14 15 10-16,14-8-8 0,-3 0-2 0,3 2-3 16,-2-2 1-16,-1 5-5 0,6-4-2 0,2 0-9 15,-1 4 6-15,-1 0-9 0,4-2 2 0,1 2-8 16,-2-5-3-16,6 1-4 0,0-3-3 0,1 3 3 16,-2-2-6-16,3-5 6 0,-1 3 2 0,0-3-1 15,-5 1 3-15,9-4 4 0,-10-3 0 0,4 4 6 0,-4-5 0 16,-1 0 5-16,-2-1 2 0,-4 0 3 0,5-1 4 15,-5-3 4-15,-5 2-1 0,3-2 7 16,-4-5 7-16,-3 7 14 0,1-8-3 0,-2 9 2 0,0-1 10 16,3-3-9-16,-1 4 4 0,0-1 1 0,3 4 2 15,-2 0-3-15,6 0 3 0,-6 0-4 0,7 0-1 16,0 5-1-16,0-12-5 0,2 5-9 0,9 4-4 16,-2-1-13-16,5 1 1 0,6-2-6 0,-3 2-8 15,4-1 0-15,3 3-8 0,4-4 3 0,2 2-1 16,-1-1 0-16,3 1 5 0,-4-2 1 0,-7 3 4 15,3-2 2-15,-6-2 1 0,0 0 5 0,2 1 0 16,-5-1 7-16,-5 2 11 0,-4-4 10 0,6 3 10 16,-9-2 2-16,4 0 6 0,-2 2 5 0,-4-3-8 15,-1-1 6-15,0 9 3 0,-6-8 0 0,-1 3 1 16,4 1-3-16,0-1-8 0,3 5 4 0,-15-4-1 16,15 4-6-16,-15-1-5 0,15 1 0 0,0 0-4 15,-15 2-3-15,15-2-3 0,-2 11 1 0,2-5 2 0,0 2-3 16,2-1 1-16,-2 0 6 0,7 4-11 0,1-2 0 15,3 5-1-15,-1 1 3 0,2 1-1 16,-2-4-2-16,3 6 3 0,0-3-5 0,-3 2 4 0,5-4-3 16,-5 2-1-16,0 0 0 0,-2-1 5 0,1-1-11 15,-6-4-5-15,5 3-13 0,-5-3-6 0,-1 3-9 16,1-4-9-16,-3 0-13 0,0 0-18 0,-3 1-16 16,1-2-27-16,-1-1-26 0,-5-1-30 0,3-1-39 15,5-4-34-15,-15 0-209 0,15 0-495 0,-15-1 220 16</inkml:trace>
  <inkml:trace contextRef="#ctx0" brushRef="#br0" timeOffset="182440.87">21662 6956 18 0,'0'0'377'0,"-6"-9"-1"0,6 4-6 15,0 5-16-15,0 0-16 0,0-8-16 16,0 8-28-16,0 0-29 0,0 0-20 0,0 0-37 16,0 0-22-16,0 0-20 0,0 0-20 0,0 0-11 0,0 0-16 15,6 27-13-15,-2-14-15 0,2 1-5 0,-1 4 0 16,-2 2-13-16,6 4-6 0,-3 2-7 0,-1-1-3 16,2 2-4-16,0 5-9 0,-1 9-10 0,-4-9-28 15,4-3-24-15,3 3-13 0,-4-5-23 0,0 2-15 16,6-2-21-16,-4-3-20 0,0 0-15 0,1-8-35 15,-2 2-32-15,9-2-42 0,-6-3-43 0,2-6-53 16,1 0-169-16,1 0-540 0,0-6 238 0</inkml:trace>
  <inkml:trace contextRef="#ctx0" brushRef="#br0" timeOffset="182642.54">21780 7153 192 0,'-12'-1'337'16,"2"-1"-9"-16,4 1-16 0,-3-5-14 0,3 1-11 16,6 5-19-16,0 0-21 0,-12-4-33 0,12 4-19 15,0 0-13-15,0 0-21 0,0 0-12 0,0 0-14 0,0 0-15 16,22 11-7-16,-11-7-42 0,4 0-36 0,7-2-33 16,-1 4-46-16,7 3-60 0,0 0-74 0,-1-6-72 15,3 2-262-15,-9-3-555 0,9 1 246 0</inkml:trace>
  <inkml:trace contextRef="#ctx0" brushRef="#br0" timeOffset="182974.03">22376 7027 67 0,'-4'-4'380'0,"4"4"0"0,-3-8-2 16,-4 4 5-16,7 4-11 0,-3-8-7 0,3 8-21 16,-8-4-27-16,8 4-31 0,-12-6-25 0,12 6-29 15,-6-3-22-15,6 3-28 0,0 0-20 0,-24 5-18 16,15-1-11-16,-1-1-17 0,0 3-13 0,0 4-11 0,-5 1-4 16,3 4-15-16,-1-2-4 0,5 6-9 0,-2 4-4 15,2-4 3-15,1 1-13 0,2 0-2 16,0 7-4-16,3 2-3 0,6 0-1 0,-1 1-3 0,4-6-2 15,6 3-7-15,0 0-17 0,4-1-24 0,1-3-25 16,7-2-36-16,-1-2-54 0,5-4-48 0,2 1-48 16,-1-4-58-16,0-4-59 0,16 1-66 0,-13-6-238 15,-1-4-703-15,-4 1 312 0</inkml:trace>
  <inkml:trace contextRef="#ctx0" brushRef="#br0" timeOffset="183373.99">22854 7076 186 0,'0'0'284'0,"-7"-5"-11"0,7 5-5 0,0 0-7 15,-1-6-17-15,1 6-12 0,-14-3-9 16,8 2-1-16,-2-3-6 0,8 4-12 0,-22 0-5 15,4-1-4-15,5-1-11 0,-7 2-12 0,8 0-16 0,12 0-18 16,-21 2 0-16,9-2-31 0,2 0-5 0,4 1-12 16,6-1-19-16,-15 5-1 0,10-2-5 0,1 1-5 15,-1 3-7-15,4-2-2 0,1-5-10 16,1 14 9-16,1-5-16 0,3 2 1 0,3-1-5 0,1-1-2 16,2 6-2-16,1-6-5 0,3 3-9 0,-2 0 8 15,2 2-9-15,0-2-2 0,0-5-3 0,-1 5-5 16,0-3 5-16,-4-2-5 0,-4 1-2 0,6-2-3 15,-4 0 5-15,-6 0-11 0,4 0 0 0,-1-3 1 16,-5-3 4-16,9 11-2 0,-9-7-4 0,0-4 4 16,0 0 4-16,-7 8 1 0,0-4-12 0,1 2-18 15,2-1-17-15,-7-1-28 0,3 0-27 0,-1 3-28 16,-2-3-32-16,1-1-46 0,-3 0-64 0,4 2-63 16,3 0-219-16,-3-1-602 0,9-4 267 0</inkml:trace>
  <inkml:trace contextRef="#ctx0" brushRef="#br0" timeOffset="183590.5">23099 7429 19 0,'0'8'301'0,"0"-8"-10"0,0 9-13 0,0-9-7 15,-2 8-13-15,2-8-21 0,-3 9-15 0,0-5-21 16,3 2-16-16,0-6-18 0,-9 10-18 15,6-3-19-15,0 1-5 0,-4-4-19 0,4 3-22 0,0 1-25 16,1-3-39-16,-5 2-33 0,7-2-38 0,-6 3-43 16,9-2-57-16,-3-6-48 0,7 8-234 0,-4-7-469 15,5 2 209-15</inkml:trace>
  <inkml:trace contextRef="#ctx0" brushRef="#br0" timeOffset="184057.83">23465 7200 219 0,'1'-12'304'0,"-1"5"-5"0,-6-4-6 16,4 1-6-16,2 2-14 0,0-6-15 0,-2 7-17 16,-2-1-22-16,0 1-20 0,-1-2-26 0,-1 3-16 15,-3 1-18-15,4 0-18 0,-6 3-9 0,3 1-12 16,-11 2 1-16,4-1-22 0,-1 3-14 0,3 1-4 0,-1-1-5 15,-2 8-11-15,-1-2-5 0,-4-2-10 0,4 2-9 16,4 5 5-16,-2-3-22 0,2-1-4 16,6 2-9-16,-1-5 1 0,1 10-11 0,1-9-6 0,6 5-1 15,-2-5-2-15,2 0 1 0,2 4-4 0,3-4-5 16,1-2-2-16,3 0-3 0,-1 0-10 0,0-3-2 16,7 2 0-16,3-4 2 0,-8-1 6 0,7 0 3 15,1-1 4-15,-3-6 3 0,0 3 7 0,0-1 2 16,1-1 3-16,-3 1 3 0,-3-3 8 0,-1 2 13 15,5 0 15-15,-7 0 19 0,3-2 22 0,-2 1 15 16,-1 0 17-16,-2 2 17 0,2 4-2 0,-7-6 6 16,6 2-11-16,-6 5 8 0,2-8-27 0,3 5-9 15,-5 3-10-15,0 0-6 0,0 0-15 0,0 0-7 16,0 0 2-16,0 0-10 0,0 0-8 0,0 0-10 16,-5 23-5-16,3-17-11 0,2 4-11 0,2 1-16 15,4-4-15-15,1 5-17 0,-5-4-21 0,4 5-29 16,8-3-43-16,-5 2-45 0,-2-4-49 0,11-2-68 15,-8 0-185-15,5 0-549 0,0-1 243 0</inkml:trace>
  <inkml:trace contextRef="#ctx0" brushRef="#br0" timeOffset="184358.09">23635 6910 380 0,'-8'-10'459'0,"3"5"7"0,3 1 2 16,-6-1-8-16,8 5-22 0,-5-3-20 0,3-2-44 15,2 5-36-15,-5-3-37 0,5 3-38 0,0 0-26 16,0 0-28-16,0 0-20 0,0 0-17 0,12 23-17 16,-4-8-16-16,7 1-13 0,3 3-16 0,-1 7-9 15,0 2-8-15,2-1-13 0,0 0-7 0,5 8-10 16,-4-1-7-16,-6-6-27 0,7 11-26 0,-6 4-26 15,0-1-36-15,-2-2-23 0,-3-9-31 0,-3 7-31 16,-1 3-15-16,-6-13-21 0,4 0-4 0,-8 2-15 16,4-2-15-16,-6-1-22 0,-4 0-43 0,-2-5-57 15,4-4-52-15,-10 1-213 0,3-5-651 0,-7 6 288 16</inkml:trace>
  <inkml:trace contextRef="#ctx0" brushRef="#br0" timeOffset="-180526">9267 9307 25 0,'5'-4'287'0,"-5"-2"-6"0,6 0-10 16,-6-2-11-16,2 4-13 0,3-4-5 0,-3 0-20 0,3 0-6 15,-4 2-15-15,-1-2-3 0,0-1-9 16,0 2-10-16,0 3-15 0,-1-4-4 0,1-3-5 16,-5 4-5-16,5 2-19 0,-7-5-1 0,5 3-10 15,-4 1-19-15,1-1-10 0,-5 3-20 0,-3-1 5 0,4 2-6 16,-7 1-11-16,-4 0-3 0,7 2-12 0,-10 0 4 16,6 3-18-16,-3 1 6 0,4 1-5 15,-4 4-6-15,3 0-2 0,-4 0-3 0,-2 6 3 0,1 3-4 16,9-6-6-16,-10 8 1 0,14-4-8 0,-6 8 2 15,2-3 5-15,5-3-7 0,6 7 2 0,-3-5-10 16,4 6 10-16,7-2 4 0,3 3-2 0,-1-4-5 16,7 1 3-16,0 0-3 0,8-1-1 0,-3-4-9 15,8 1-7-15,-5-3-7 0,2-3-1 0,8 1-17 16,-2-3-6-16,1 2-6 0,1-3-4 0,-2-6-4 16,6 3-3-16,-3-5 0 0,-2-3 1 0,11 1 5 15,-8-4 4-15,-4-1 3 0,1-1 6 0,1-2 3 16,-7-3 5-16,9 2-1 0,-12-2 10 0,5-4 0 0,2 1 4 15,-8-4 3-15,-8 7 4 0,6-6 4 16,-3 1 0-16,-2 2 15 0,-5-1 10 0,1 1 11 16,-1-1 9-16,-6 6 4 0,-3-8-6 0,-1 6 2 0,-1-3-5 15,-4 5-8-15,0 1 7 0,-10-5-12 0,6 5 6 16,-7 0-7-16,1 2 0 0,-7 1-3 16,8 3 6-16,-8 1-8 0,-1 2 7 0,1 3-5 15,3-3-8-15,-5 5-4 0,-4 1-6 0,12 2 14 0,-6-1 7 16,7 3-11-16,2 0-2 0,1-1-3 0,4 2 2 15,2-6-9-15,-1 7-10 0,4-2-13 0,1 0-4 16,2-6-4-16,5 8-5 0,0-7-3 0,3-1 2 16,0 1-4-16,2 0 13 0,7-4-9 0,1-2-1 15,2-1 6-15,-2-1 3 0,5-2 6 0,1-4-2 16,-8-2 8-16,2 2 3 0,12-5 2 0,-15 3-1 16,2 0 4-16,1-3 4 0,-5 0 5 0,-1 1 5 15,1-1 15-15,-5 3 4 0,-3 2 15 0,-2-1 6 16,2-2-3-16,-1 2 2 0,-4 4-3 0,0-4-4 0,0 8-6 15,3-9-1-15,-3 9-4 0,0 0-11 16,0 0 5-16,0 0 0 0,0 0 0 0,0 0-5 16,0 0-4-16,-18 17 22 0,16-11-20 0,2 3-3 15,0 2 2-15,0-4-2 0,2 5-3 0,-2 0 3 0,5-3-4 16,1 1-9-16,4 2-5 0,2 2-10 0,1-2 6 16,4-3-20-16,-1 3-5 0,6-5-7 15,-6 0-4-15,6-2-6 0,-1-5 2 0,9 2-4 0,-2-4 4 16,-5-2 3-16,7-4 7 0,-10 3 4 0,5-5 4 15,-4 3 5-15,-1-2 2 0,2-7 5 0,-7 2 3 16,0-6 3-16,-1 7 2 0,3-8 4 0,-2-3 7 16,-4-1 8-16,-1-1 10 0,-5-1 13 0,2 3 13 15,-4-2 9-15,-6 6 3 0,3-6 7 0,-5 6 5 16,3 2 5-16,-3 1 8 0,-1 2-2 0,-1-4-17 16,1 9 8-16,4-2-4 0,-5 3-3 0,1 1-6 15,4 1-9-15,-5 2-8 0,6 1-4 0,1 4 2 16,0 0-5-16,0 0 1 0,-20 9 0 0,17-2-11 15,-2 3 6-15,1 0-4 0,-1 5-1 0,4 0-3 16,-3 1-5-16,4 7 0 0,0-5 0 0,0 2 0 16,5-1 2-16,-3 6 4 0,5-7-3 0,1 1-5 15,2-2-6-15,0 2-11 0,0-3-13 0,3 1-4 0,2-3-5 16,-2 0-13-16,2-2-9 0,0 0 1 0,6-3-6 16,-4 0 0-16,3 0-4 0,1-6 3 15,2 2-2-15,-1-5 4 0,-1 0 6 0,1-4 3 0,8 3 4 16,-9-5 7-16,-2-2 1 0,2-1 2 0,-4-2 6 15,2-3 3-15,-2 2 4 0,3-9 2 0,-4 3 3 16,-1-5 2-16,0 1 4 0,-2-5 5 0,1 3 4 16,-6-5 7-16,0 2 11 0,-8-3 4 0,0-2 4 15,0 3 4-15,0 0 4 0,-6 2 0 0,4 4 10 16,-5 0 10-16,-1 7 7 0,1-4-4 0,6 2 4 16,-11 2 2-16,9 0 5 0,-2 6-1 0,-3 2 10 15,3-1-11-15,1 2-6 0,-2 1-9 0,-1 4-16 16,-1-5 4-16,1 6 0 0,7 1-3 0,-13 8-6 15,6-4-6-15,-3 3 4 0,4 9-2 0,-7-5 4 16,4 9-15-16,1-1 4 0,1 8 6 0,-1-3-4 16,5 3 5-16,-2-1-1 0,0 1-3 0,3 1-4 15,2 3-6-15,0-5 22 0,5 1-14 0,-3-6 0 0,3 5-3 16,3 1-6-16,0-2 1 0,1-7 18 0,-1 0-18 16,7 4 0-16,-4-4 2 0,1-1-2 15,3-3 5-15,0 2-7 0,0-5-1 0,5 2 18 0,-6-6-14 16,8 4-9-16,-7-3 8 0,6-3 0 0,-4-2-4 15,1 2 3-15,-1-3-2 0,-7-2 8 0,9-2-44 16,-2-3-23-16,-2 5-22 0,-7-4-28 0,4 0-39 16,-4-1-43-16,-3-1-52 0,2-2-59 0,-4 4-309 15,-3-2-656-15,0-4 291 0</inkml:trace>
  <inkml:trace contextRef="#ctx0" brushRef="#br0" timeOffset="-179342.54">11811 9069 83 0,'-2'-11'337'16,"4"1"-9"-16,-2-2-9 0,0 0-4 0,0 3-8 15,0 2-20-15,0-5 10 0,0 4-17 0,0 5-23 0,0 3-28 16,0 0-27-16,0-9-25 0,0 9-23 0,0 0-11 15,0 0-15-15,6 20-12 0,-6-7-12 0,2 2-13 16,1 3-4-16,1 2-6 0,-3-1-2 0,4 5-15 16,2 3-12-16,-5 0 0 0,3-3-6 0,-2 2-7 15,-1-7-3-15,3 5-2 0,-1-8-6 0,-2 4-28 16,3-3-37-16,-2-1-20 0,-1-1-30 0,1-6-20 16,-1 3-21-16,0-5-21 0,1 1-15 0,-3-2-16 15,0-6-34-15,3 3-28 0,-3-3-16 0,0 0-16 16,0 0-203-16,12-12-515 0,-15 2 229 0</inkml:trace>
  <inkml:trace contextRef="#ctx0" brushRef="#br0" timeOffset="-178760.19">11803 9048 14 0,'-7'-10'199'16,"0"0"8"-16,-1 1 8 0,1-1 4 0,1 1 5 16,-2-3-4-16,1 6 8 0,5-2-10 0,-4-1-2 15,-1 4-14-15,7 0-11 0,-7 0-19 0,7 5-12 0,0-10-13 16,0 10-17-16,0-7-18 0,0 7-11 0,12-6-4 15,-12 6-11-15,17 0-12 0,-3 0-9 16,1 1-5-16,2 2 2 0,1 0-13 0,4-2-10 0,-1 6 1 16,4 5-6-16,1-8-4 0,1 3 2 0,-4 4-7 15,-3-2-10-15,3-6 9 0,-8 6-12 0,0-2-6 16,0 4-3-16,3-2 2 0,-8-2-7 0,-2 0 1 16,-1 3-8-16,-1-1 1 0,3 0-3 0,-4 2 0 15,-5-3 0-15,0 1 2 0,-5 2 4 0,3-2-5 16,-5 1 4-16,-1 2-1 0,2-2 7 0,-6-1-3 15,0 1 2-15,1-7 9 0,3 3-12 0,-7 0 1 16,6 0-2-16,-1 2 1 0,0-7 0 0,4 4 4 16,-2-4 2-16,8-1-1 0,-7 6 1 0,2 0 0 0,5-6 0 15,0 0-6-15,0 0 5 0,0 0-3 16,0 0 3-16,15 8-1 0,-4-4 2 0,4-4-1 16,5 3 0-16,-3 1-3 0,6-2 1 0,-3 5-2 0,1-4 1 15,9 6-1-15,-8-6 1 0,1 9 0 0,5-4-3 16,-11-2-1-16,1 2 2 0,0-1 3 0,0 1-9 15,-8 1 4-15,0-2 1 0,3-1 1 0,-1 3 8 16,-7-1-11-16,3-1 2 0,-3-1 0 0,-5 1-1 16,0 1 1-16,0-2 5 0,-2 0-2 0,-4-2 1 15,-1 4 2-15,-8-5-4 0,0 3 11 0,0-3-3 16,-3 0 9-16,-3-1-6 0,3-1 19 0,-7 0-11 16,3-2 1-16,-6 2 5 0,7-2 1 0,4 2-9 15,-5-3 7-15,6 2-2 0,-4-5-1 0,7 5-2 16,5-1-4-16,-1-1 1 0,9 2 0 0,-13 0-4 15,13 0-9-15,0 0-23 0,0-7-20 0,0 7-20 16,22-7-23-16,-8 4-25 0,15-1-23 0,-6 1-18 0,11 2-19 16,-4-3-15-16,5 1-8 0,11 1-11 0,-1-1-7 15,-5-4 1-15,-5 6-1 0,9-5-126 16,-7 1-365-16,-4 1 162 0</inkml:trace>
  <inkml:trace contextRef="#ctx0" brushRef="#br0" timeOffset="-178376.69">12619 9315 725 0,'14'-8'-40'0,"1"-1"24"15,0 1 31-15,-3 0 20 0,3-3 21 0,-9 4 25 16,3-2 20-16,-8 2 23 0,3-1 12 0,-3-3 7 15,-1 7 3-15,-1-5 3 0,-3 0 0 0,3 2-3 16,-9 2-4-16,5 0-5 0,-5-2-7 0,0 4-4 16,-2-2-5-16,-3 4-7 0,0 0-5 0,2 1-6 15,-5 2-11-15,3 3-9 0,-3 1-4 0,1 2-13 16,1-4 4-16,1 5-14 0,2 3-7 0,-1-5-2 16,6 4-3-16,-2 1-13 0,5-5 7 0,-1 7-7 0,4-4-7 15,0 0 3-15,2 0-8 0,4 0-11 16,1-2-9-16,1 1-12 0,4-3-8 0,-5 3-1 15,5-3-22-15,-2-3-4 0,1-2-4 0,2 1-5 16,2-2-1-16,-1-2 6 0,3-1 3 0,-2 2 4 0,0-5 6 16,1-3 3-16,-6 1 7 0,2 1 6 15,-2-4 17-15,4-1 13 0,-9 4 21 0,4-4 12 16,-2 1 16-16,-4 2 10 0,-1-2 10 0,0 1 13 0,2 4 1 16,1 3 7-16,-3-6-5 0,0 9-8 0,2-9-20 15,-2 9-1-15,0-6-13 0,0 6-1 0,0 0-3 16,0 0-7-16,0 0 1 0,0 0-6 0,-5 27-5 15,8-14-1-15,-1-1-5 0,3 3 1 0,0-1-1 16,1 1 0-16,8 3-12 0,-4-3-18 0,-4 0-19 16,7 0-19-16,2-2-22 0,0 1-19 0,0-2-23 15,2 0-25-15,-1-5-25 0,1 1-27 0,1-2-42 16,0-4-13-16,0-4-33 0,2-4-195 0,-3 2-507 16,-4-4 225-16</inkml:trace>
  <inkml:trace contextRef="#ctx0" brushRef="#br0" timeOffset="-177960.22">13289 9144 175 0,'0'0'326'0,"-5"-12"-23"16,-2 6-18-16,1 1-14 0,-3 4-12 0,-1-5-8 0,-3 4-9 15,-3 1-9-15,-3 1-9 0,3 1-11 16,-7-2-12-16,3 7-15 0,2 1-6 0,-2 1-10 15,0-1-18-15,3 2-15 0,3 3-7 0,0 2-11 0,3 2-15 16,-1-5-6-16,5 1-14 0,6 1-4 0,1 2-4 16,1-1-7-16,6 1-6 0,1-2-9 0,7 1-2 15,2-1-3-15,3 2-6 0,8 2-7 0,0-8-19 16,2 1-31-16,0 0-31 0,1-5-31 0,2-1-24 16,0-3-22-16,-3 2-28 0,0-6-24 0,-5 3-28 15,1-8-24-15,2 3-20 0,2-4-21 0,-8-2-19 16,-3-1-210-16,-4-2-537 0,0-1 238 0</inkml:trace>
  <inkml:trace contextRef="#ctx0" brushRef="#br0" timeOffset="-177526.92">13544 8961 183 0,'-4'-14'211'0,"-2"0"20"16,-2 0 9-16,1 1 8 0,0-1 1 0,-1 3-5 16,6 4 2-16,-3 1-8 0,4 0-20 0,-3-2-16 0,4 4-32 15,0 4-17-15,0 0-16 0,0 0-10 16,0 0-15-16,0 0-14 0,0 0-9 0,0 22-6 15,0-10-9-15,5 8-2 0,0 1-9 0,2 4-5 0,-4 1-10 16,4 6-8-16,1-2 6 0,-1-2-5 0,-1 3-6 16,4 8-4-16,-3-8-10 0,1-3-15 0,1 2-15 15,1-3-9-15,-1 0-11 0,5-6-13 0,-6 3-9 16,-1-6-6-16,3-3-1 0,-1-1-3 0,-5-7 7 16,7 1 4-16,-6-3 4 0,0 0-1 0,4-3-1 15,-9-2-1-15,14-5 4 0,-14 5 5 0,15-12 4 16,-8 4 2-16,8-4 4 0,-7 0 3 0,-1-4 3 15,6 0 3-15,-1-6 0 0,-2 3 8 0,-2 4 7 16,-2-5 10-16,3 1 4 0,-3-3 10 0,-4 5 11 16,5 2 14-16,-7 2 9 0,1 2 9 0,4 0 9 15,-5-1-8-15,-5 5-8 0,4 2-2 0,1 5-11 16,-7-8 4-16,0 4-4 0,7 4 3 0,-15 4 1 0,7-1-6 16,0 2-6-16,-5 3 3 0,4-1 0 15,3 7-8-15,-1-1 0 0,-1 3 1 0,5-1-4 16,-2 1 11-16,5 2-18 0,-5-2 2 0,10 1-6 0,-5 1 4 15,5-3-6-15,0-3-38 0,4-1-14 0,1 1-27 16,-1-4-18-16,12 0-27 0,1 0-38 0,-7-4-42 16,4-1-45-16,3-3-37 0,3-3-219 0,-2-1-534 15,5-5 237-15</inkml:trace>
  <inkml:trace contextRef="#ctx0" brushRef="#br0" timeOffset="-177309.17">14136 8893 23 0,'-5'-9'316'16,"-1"2"2"-16,2-1-3 0,-1 1-4 0,-1-2-6 16,4 6-18-16,-3-3-20 0,5 6-35 0,0 0-22 15,0 0-18-15,0 0-20 0,0 0 2 0,0 15-15 0,0-5 8 16,5 2-23-16,-3 6-14 0,9-1-2 0,-7 2-26 16,7 6-6-16,-7 0-3 0,7 2-11 0,-3-3-15 15,1 2-6-15,2-3-7 0,-2-4-31 0,-1-2-40 16,0 1-29-16,4-1-29 0,-4 1-31 0,2 0-41 15,-3-8-40-15,1 2-37 0,-2-4-38 0,3-4-56 16,-3-1-190-16,4 0-550 0,-10-3 244 0</inkml:trace>
  <inkml:trace contextRef="#ctx0" brushRef="#br0" timeOffset="-177093.19">14039 8795 8 0,'-14'-12'322'0,"0"2"-2"0,5 1-4 16,-2 1-1-16,4-2-6 0,0 5-13 0,-1-2-11 16,5 2-11-16,-2-4-22 0,5 9-18 0,-2-10-23 15,-1 6-21-15,3 4-21 0,3-11-18 0,-3 11-17 0,10-2-13 16,-2 0-14-16,6-1-27 0,-1 6-44 0,3-3-36 16,-1 0-38-16,5 3-44 0,-2-2-51 0,2 7-62 15,2-2-48-15,-1-1-59 0,-4 1-222 0,4 3-565 16,-1-4 250-16</inkml:trace>
  <inkml:trace contextRef="#ctx0" brushRef="#br0" timeOffset="-176359.28">14275 9030 91 0,'0'0'322'15,"-11"-7"-13"-15,11 7-14 0,0 0-26 0,16-10-7 16,-6 9-20-16,-1-2-17 0,4-2-16 0,3 5-20 16,1-1-16-16,1 2-20 0,0 4-12 0,0-1-22 15,2 2-13-15,2-1-7 0,-6 2-9 0,-1 2-12 0,4 1-5 16,-5-2-9-16,3 3-6 0,-5 1-7 16,1-1-12-16,-2 2-11 0,-4-1-6 0,5 0-7 15,-7-3-2-15,0-1-7 0,-1 1-5 0,-2 1-1 0,-2-2-5 16,-2-3 3-16,-2 3 0 0,2 0-1 0,-5-2 0 15,1-4 1-15,-1 1 2 0,7-3 1 0,-17 2 9 16,6-2-13-16,11 0 4 0,-15-5 1 0,5 3 3 16,3-3-4-16,1 4 1 0,6 1 2 0,-8-11 0 15,8 6-5-15,0-2 0 0,0 7-10 0,6-15-6 16,2 7-16-16,-1 1-12 0,8-2-18 0,0 1-13 16,5 1-14-16,0-1-7 0,6 0-6 0,1-3-9 15,1 3-4-15,3 1-8 0,-4-2 23 0,-6 6 5 16,1-2 9-16,-1 1 11 0,-6 0-2 0,0-3 22 0,-2 4 26 15,-3-1 26-15,-3-1 20 0,1 2 15 16,-1-1-3-16,-7 4 1 0,0-9 7 0,0 9 9 16,-9-6 7-16,3 1 9 0,6 5 7 0,-22-1 1 0,9 1 4 15,-2 1 4-15,-5-1 1 0,2 4-2 0,0 0 0 16,-2-3-5-16,3 5-9 0,-1-1-3 16,0 6-6-16,5-3-8 0,-2 4 0 0,5-1-8 0,0 4 1 15,7-6-3-15,1 3-7 0,2 0 2 0,2 0-6 16,4 1 1-16,1 3-4 0,1-4-3 0,2-1-8 15,3 3-6-15,2-11-15 0,0 3-14 0,5 2-7 16,2-3-10-16,-4 0-11 0,5-5 0 0,-5 0-6 16,2-5 3-16,0 4 2 0,0-7 4 0,-4 1 6 15,-1-1 3-15,0-4 7 0,0 5 0 0,-3-8 6 16,-3 5 7-16,0-3 16 0,-3 0 14 0,-4 1 14 16,5 1 10-16,-7-1 15 0,3 2 7 0,-1 0 12 15,-2 0 8-15,-2 2 4 0,2-1-3 0,-3 1 1 0,3 2-6 16,0 6-4-16,-4-11-6 0,1 7-3 0,3 4-9 15,-7-5-8-15,7 5-8 0,0 0 2 16,0 0-2-16,0 0-7 0,-19 11 4 0,14-5-11 0,5 1 4 16,0 3-1-16,0 0-7 0,0 0 4 0,5 2-5 15,-4-1-23-15,2 0-19 0,2 2-25 0,4-1-26 16,-3-3-29-16,3 3-33 0,2-2-27 0,-1 1-40 16,5-2-43-16,5-2-46 0,-2 0-192 0,4-3-528 15,-1 2 233-15</inkml:trace>
  <inkml:trace contextRef="#ctx0" brushRef="#br0" timeOffset="-175343.63">15381 9066 155 0,'-2'-8'276'0,"-1"1"5"0,0-1 2 0,-4 1 0 16,0-1-4-16,1 1-6 0,-9-1-6 0,5 4-5 16,-2-2-5-16,4 4-11 0,-7-3-19 0,0 3-19 15,5 2-16-15,-8 0-22 0,8 2-3 0,-1-1-24 0,-4 5-14 16,0 0-15-16,7 0-8 0,1 3-10 0,-8 3-19 15,13-1 4-15,-1-1-8 0,0 3-11 16,3 2-2-16,3 2-9 0,2-5-8 0,2 5-27 0,1-4-36 16,4-1-11-16,-2-1-28 0,4 0-21 0,10 3-17 15,0-5-13-15,-4-3-20 0,0 1-19 0,8-5-17 16,0 1-14-16,-1-3-21 0,3 0 3 0,-9-3 6 16,7 0-3-16,4-8 3 0,-12 4 6 0,3-2 0 15,-2-6 4-15,-1 3-2 0,2-8-30 0,-6 1-108 16,6 1-347-16,-12-7 154 0,-4-1 1345 0,-6 2-917 15,0-3 42-15,-3-3 43 0,-2 2 29 0,-3 1 45 16,0 0 14-16,-6 1 24 0,1-2 13 0,5-3 15 16,-2 9 10-16,-2-2 9 0,4 4 4 0,1 3 8 0,-1 3-2 15,6-4 5-15,-3 10-15 0,5-4-3 16,-1 5-14-16,-4 1-18 0,5-1-11 0,0 7-19 16,0 0-8-16,0 0-8 0,0 0-8 0,0 0-5 0,0 0-6 15,6 25-10-15,1-11-3 0,-5 2-5 0,4 1-2 16,-1 0-3-16,-3 9-1 0,6-6 8 0,-3 4-20 15,2-6 2-15,-1 7 1 0,-2-1-9 0,2 6 6 16,1-3 0-16,0-3-6 0,-6 6 0 0,8-3-3 16,-4-3-8-16,4 2-29 0,-2-3-12 0,1-3-19 15,1 4-17-15,-1-7-10 0,-1-3-13 0,2 1-9 16,-4 4-12-16,5-12 7 0,-5 5 1 0,2-9-1 16,1 3-6-16,4-6-5 0,-4 0-4 0,-8 0-9 15,20-1 26-15,-10-6 5 0,-2 0 12 0,7-2 8 16,-2-3 7-16,2 0 10 0,0-3 5 0,-2 2 10 15,-1-2-2-15,1-8 12 0,7 0 23 0,-12 8 12 16,-1 0 22-16,1-2 20 0,0 3 21 0,-8 3 15 0,4 1 11 16,-4 1-1-16,-4 0 3 0,4 1-1 0,-8 1-2 15,0-1 3-15,1 7 2 0,-1-2 1 16,-5 3-2-16,13 0-2 0,-23 2-1 0,9 0-1 0,4 3-7 16,-3 2-7-16,0 0-5 0,5-2 6 0,-1 3-19 15,3 1-2-15,-4 0-7 0,5 0-2 0,2-3-3 16,1 3-4-16,2 3-4 0,0-5-4 0,2 3 5 15,1 0-9-15,4-1 2 0,1-1-6 0,-2 1-7 16,6-6-7-16,3 2-9 0,-4-2-15 0,9 2-10 16,-3-1-16-16,3 1-11 0,3 0-14 0,3-4-10 15,-4 3-10-15,1-2-14 0,7 1-4 0,1 2-13 16,-1-3 0-16,7 1 0 0,7 1 5 0,-7 0 4 16,-1 2 3-16,9-4 20 0,4-1 7 0,-4 5-2 15,-12-5 6-15,15 2 9 0,-15-3 19 0,10 2 1 16,-6-4 14-16,-3-1 9 0,-2-1 15 0,1-2 19 15,-6-3 7-15,-6 4 13 0,-1-7 9 0,0 4 14 0,-4-4 11 16,1 1 7-16,-6-5 13 0,1-1 4 0,-4-1 10 16,-3-8 8-16,-3 10 7 0,-2-2 3 0,-2 2-3 15,-3-4-3-15,5 6 0 0,-11 0-2 0,2 4-5 16,-2 0-10-16,3 1-5 0,-7 1 9 0,0 8-19 16,-2-3-6-16,-1 3 14 0,1 5 1 0,-2 3 8 15,2 5 5-15,1 1 1 0,-4 7 6 0,5-1-1 16,0 3 9-16,2 7-3 0,4-2-9 0,3 2-6 15,4 4-6-15,-5 6-10 0,7-5-5 0,4 0-3 16,1 7-7-16,5 1-5 0,1-5-8 0,4-9-1 16,0 10-5-16,0-10-5 0,5 8 3 0,-4-12-24 15,4 1-26-15,-3-5-29 0,-1 2-16 0,-4-10-31 16,3 1-13-16,-2-6-21 0,-5-3-8 0,2 1-20 0,-1-5-23 16,0-1-30-16,-9 0-25 0,12-4-26 15,-4-4-22-15,-4 1-28 0,-3-3-246 0,1-7-593 16,-9-7 263-16</inkml:trace>
  <inkml:trace contextRef="#ctx0" brushRef="#br0" timeOffset="-175175.99">16353 8974 304 0,'-9'-12'292'0,"3"5"-18"0,-3-8-32 16,4 6-19-16,2-3-28 0,-2-3-13 0,5 4-21 15,-1-1-13-15,1 3-31 0,-5 1-48 0,5-2-58 16,0 3-69-16,0 1-67 0,0-1-215 0,5-2-367 16,-2 1 163-16</inkml:trace>
  <inkml:trace contextRef="#ctx0" brushRef="#br0" timeOffset="-173510.5">17246 8649 119 0,'-1'-15'273'0,"1"0"-4"0,-2 6-12 0,-3-3-20 15,-2 1-17-15,-1 2-16 0,0 5-15 0,-7-3-14 16,-2-2-12-16,-1 2-9 0,2 6-20 0,-1 1-8 15,-3 1-12-15,4 6-11 0,-1 3-6 0,1-1-9 16,1 0 0-16,3 3-11 0,1 2-4 0,2-1-3 16,6 3-9-16,1 2-1 0,4 6-4 0,3-9-10 15,5 5-2-15,6 3 6 0,1-1-14 0,6-1-2 16,4-2-5-16,9 5-5 0,-8-4-1 0,7 5-2 16,-7-5 0-16,-1-1-3 0,-3-3-5 0,-2-3 5 15,-7 1-7-15,5-3 2 0,-5 1-1 0,-2-3-7 16,-5 2 6-16,-1-4 4 0,-4 2-3 0,-1-1 4 15,-2-2 8-15,0-6 11 0,-10 11 3 0,0-7 1 0,-2-3 6 16,-8 3 8-16,2-3-8 0,-2-2 0 16,-3 1-3-16,2-4-8 0,-1 3 6 0,-1-5-9 15,3 5 1-15,3-4 5 0,1 2-13 0,-1-1 2 0,4 0-6 16,2 0 0-16,2 1 0 0,3 0 2 0,6 3-11 16,-10-6-14-16,10 6-20 0,0 0-14 15,0 0-20-15,0 0-12 0,25-3-13 0,-6 4-10 0,-2 1-6 16,4-1-7-16,9 4-3 0,0 1 0 0,2-2-3 15,2 1 3-15,1-1-3 0,-4 3 3 0,3-6 4 16,-3 1 2-16,5 0 10 0,-4-2 7 0,-2-4 10 16,-1-1 9-16,1 1 2 0,-10-4 8 0,3 1 8 15,-8-4 2-15,7-2 7 0,-11 2 3 0,-1-5 17 16,0 2 17-16,0-2 18 0,-3-2 17 0,-7 1 15 16,1 1 14-16,-2 5 7 0,-3 1 3 0,3-2 5 15,-6 6-3-15,2-5-1 0,-6 4 5 0,-3-2 1 16,-1 3-8-16,1 1 3 0,-6 1-6 0,3 4-7 0,4 3-7 15,-4-2-4-15,2 6-3 0,-1-2-9 16,1 3-2-16,5-1-5 0,2 4 3 0,4 0-6 16,0 1-3-16,4-4 1 0,0 4-1 0,1 0-3 0,9 3-1 15,2-1-9-15,3-1-3 0,11 3-5 0,-3-5-13 16,5 0-12-16,4-1-11 0,11 4-11 0,2-2-14 16,-4-3-13-16,7-2-8 0,3 1-1 0,-6-6-8 15,6 2-2-15,-3-4 5 0,-1-2 2 0,-3 2 5 16,-11-5 2-16,-4-2 9 0,-1 0 13 0,-5-1 2 15,-7-1 6-15,-2 1 7 0,-3-3 11 0,-3-4 18 16,-8 3 24-16,2 4 15 0,-2-9 12 0,-2 7 16 16,-4-2 3-16,-1 2 4 0,-1 1 1 0,-7-4 11 15,-6 3 3-15,2 0 15 0,-2 5-13 0,-1-2-4 16,-1 5-5-16,3 1-16 0,-3-1 4 0,3 4-1 16,2-1-12-16,-3 4-4 0,1-1-4 0,5 6-1 15,0 0-10-15,7 0 5 0,-6 4-7 0,8-4 0 0,-1 5-4 16,5-5-5-16,2 3 19 0,0-4-20 0,2 1-3 15,5 2-5-15,4 0-7 0,-2-1-2 16,5-2-4-16,1-3-8 0,-6-2-7 0,11 0-3 16,-2-4-1-16,-2 1-2 0,1-4 1 0,1 1 1 0,0-4 0 15,-1 1 6-15,-1-3 2 0,-1-4 0 0,7 5 3 16,-7-7 3-16,0 2-9 0,-2-3 9 0,-2 0 12 16,1-2 13-16,-4 2 21 0,-1 1 9 0,-1-1 6 15,1-2 13-15,-5 5 16 0,4 0 0 0,-6 4 3 16,2 1-8-16,-2 1-15 0,5 0-3 0,-3 0-11 15,-2 6-5-15,0 0-4 0,0 0-3 0,0 0-18 16,0 0 9-16,0 0-5 0,-15 20-15 0,8-13-18 16,7 2-10-16,-2 2-11 0,2-4-18 0,-1 3-10 15,1 4-12-15,1-5-12 0,-1 2-8 0,2 0-8 16,3-3-5-16,-3 1-11 0,4 2-12 0,1-5-14 16,3-4-13-16,-3 3-13 0,4 1-4 0,-1-6-3 15,2 0 10-15,-2 0 16 0,4-6 15 0,1 4 17 0,-3-2 7 16,3-2 11-16,0-3 7 0,0 3 19 0,1-1 16 15,-1-1 7-15,2-2 22 0,-2-1 23 16,-1 2 23-16,0-6 25 0,1 4 18 0,-4 3 15 0,-1-1 6 16,0 6 11-16,2-4 2 0,-7 0 9 0,5 1-8 15,-4 3-8-15,-4 0 1 0,-2 3-17 0,8-1-12 16,-8 1-1-16,0 0-7 0,0 0-5 0,15 8 2 16,-15 0-3-16,7-1-9 0,-7 2-1 0,0 2-2 15,5-2-4-15,-4 1-3 0,-1 2 0 0,0-2-3 16,5 0 0-16,-2 0-4 0,-3-1-2 0,0-1-1 15,5 1 2-15,-5-1-6 0,2-3 1 0,-2-5 7 16,0 8-3-16,0-8-1 0,0 0-1 0,0 0-1 16,0 0-7-16,0 0 4 0,0 0-4 0,7-21-1 0,-7 9 0 15,0 0-2-15,0-1-10 0,0-3-5 16,6-2-8-16,-4 1-7 0,10-2-21 0,-4 0-23 16,8 1-25-16,4-2-27 0,3 1-8 0,2-1 7 0,2 7 10 15,-2-5 11-15,1 6 9 0,-8 1 10 0,2 4 9 16,0 1 5-16,-3 6 7 0,-9-7 21 0,5 7 10 15,-5-2 12-15,1-3 19 0,-3 4 3 0,-6 1 22 16,15-1 13-16,-15 1 14 0,0 0 10 0,0 0 14 16,0 0 14-16,0 0 6 0,0 0 5 0,-15 19 2 15,2-16-3-15,5 3-1 0,-4 6-4 0,-3-6-2 16,5 2-8-16,-1 2-6 0,1-3-9 0,-2 4-5 16,2 4-6-16,2-6-6 0,0 6-6 0,1-6-1 15,2 5-4-15,2-2-4 0,1 1-5 0,4 1-4 16,6-1-2-16,-5-4 1 0,9 6-5 0,3-3-26 15,0-2-13-15,15 2-20 0,-4 1-24 0,-3-6-18 16,12 5-19-16,-5-10-24 0,1-2-23 0,1 1-17 0,2-2-27 16,9-3-31-16,-8-4-10 0,-2-1-4 0,-1-1 7 15,-6-2 3-15,-3-1-117 0,-1-5-369 16,-1 2 163-16</inkml:trace>
  <inkml:trace contextRef="#ctx0" brushRef="#br0" timeOffset="-173142.61">19415 8790 1191 0,'13'-27'-110'16,"-10"-2"30"-16,4 1 34 0,-6-5 31 0,3 1 40 0,-4 4 37 15,0 0 43-15,-5 2 26 0,-2 2 12 0,5 5 13 16,-2-1 6-16,-5-1 1 0,6 6-3 0,-4-2-3 15,2 2-10-15,-3 5-14 0,1 0-12 0,1 2-9 16,-2 2-17-16,1 4-12 0,0 1-8 0,7 1-8 16,0 0-6-16,-26 6-8 0,16 1-6 0,2 2-5 15,1-1 0-15,-1 7-5 0,3 0-1 0,-5 1-4 16,10 4-7-16,-3 5-3 0,-1 2-1 0,4 2-1 16,4 1 0-16,-1 0-1 0,3-2-3 0,-1 1 9 15,-1 1-15-15,9 0 3 0,-3 0-1 0,3-3 2 16,2-2-9-16,0 1 0 0,0-7 4 0,0 2 0 15,0-7 0-15,0-2 0 0,-1-3-6 0,1 1 7 16,-1-6-3-16,-3 1 0 0,4-5 17 0,-3-1 15 0,1 1 5 16,-3-6 8-16,3 0 6 0,0 0 16 0,4-3 21 15,-6-2 16-15,-1 4 18 0,2-5 1 16,-2 2 2-16,6-1-6 0,-9 0-2 0,0 6-4 0,-1 0-4 16,-1 0-10-16,2 0-12 0,-2 3-15 0,-5 2-9 15,8-8-11-15,-8 8-8 0,0 0-5 0,13 3-2 16,-13-3-7-16,7 11-1 0,-7-8-4 0,7 6-3 15,-6 0-4-15,6-2-7 0,-5 4-13 0,2-2-21 16,-2 1-14-16,6-1-27 0,-8 2-25 0,12 1-30 16,-5-5-37-16,-1 2-38 0,3-1-40 0,-1-2-60 15,0 0-64-15,12 0-67 0,-8-5-227 0,6-1-698 16,-2-1 309-16</inkml:trace>
  <inkml:trace contextRef="#ctx0" brushRef="#br0" timeOffset="-172310.16">20520 8308 261 0,'0'-17'286'0,"0"0"-5"0,-5-1-11 0,5 3-1 0,-3 1-6 16,1 2-5-16,-3 0-14 0,4 4-27 0,-4-1-21 15,-4-1-19-15,3 7-22 0,-4 3-14 0,-2 0-18 16,-4 3-9-16,-4 5-10 0,-3 4-7 0,-7 3-11 16,5 4-3-16,-5 12 2 0,4 0 0 0,-2 5 0 15,6 1-7-15,-1 2 7 0,5 8 8 0,5 3-12 16,3 5-3-16,1-1 2 0,8 0-15 0,7 2-6 16,8 15 0-16,10 2-2 0,0-21-12 0,4-1-1 0,23 17 2 15,-1-10-9-15,-11-15 2 0,26 11-3 16,-15-19-5-16,-2-5-28 0,10-2-51 0,-7-4-50 0,7-7-50 15,-7-4-70-15,-5-5-86 0,4-5-79 0,-5-7-234 16,-1-4-667-16,-1-7 296 0</inkml:trace>
  <inkml:trace contextRef="#ctx0" brushRef="#br0" timeOffset="-167560.62">23721 8574 158 0,'0'0'302'0,"0"0"-33"0,4-7-24 0,-4 7-18 15,0 0-3-15,6 20-9 0,-6-6-15 0,4-1-7 16,-3 7-12-16,3 1-10 0,0 4-11 0,-2-7-11 16,3 11-10-16,-2-2-9 0,4 2-9 0,0-2 4 15,-1 0-34-15,3 1-1 0,-3-1-11 0,-1-3-6 16,2-5-9-16,-2 1-2 0,1-1-14 0,1-5 2 16,1 2-4-16,-1-1-6 0,1-4-7 0,-1 1-26 0,1-4-17 15,-8-1-21-15,7-1-24 0,-1-3-27 0,-2 1-34 16,1 0-31-16,-5-4-38 0,11 1-39 15,-11-1-35-15,0 0-206 0,0 0-502 0,0 0 223 0</inkml:trace>
  <inkml:trace contextRef="#ctx0" brushRef="#br0" timeOffset="-167193.96">23804 8640 30 0,'-7'-12'296'0,"-1"-4"9"16,2 1-4-16,-4 1-5 0,5-1 1 0,-2 2 5 15,0-3-6-15,2 5-8 0,2-1-10 0,1 0 6 16,-2 2-23-16,4-3-9 0,0 6-8 0,-2-4-25 16,0 2-16-16,2 2-21 0,2 0-20 0,-2-2-18 15,6 4-10-15,-1-3-20 0,4 3-13 0,1-2-10 16,5 2-13-16,3 4-15 0,0-2-5 0,5-2-16 15,-8 7-7-15,7-2-9 0,-3 3-8 0,-2 0-12 0,1 1 5 16,-6 0-21-16,3 1 2 0,-4-2-4 0,-1 2-7 16,2 0-6-16,-2 4 4 0,-4-2-2 0,-1-1 3 15,0 1-3-15,-1 4 3 0,-4-3-3 0,1-1 6 16,-2 5-3-16,-4-3-7 0,5 3-5 0,-10-3-6 16,1 4-15-16,-1 2-21 0,-1 2-19 0,-1-7-15 15,1 2-17-15,-1 0-13 0,-1-1-18 0,-2 1-22 16,5 2-23-16,-2-4-29 0,-2-1-29 0,9-1-22 15,0-1-32-15,-2 3-166 0,2-8-518 0,5 1 229 16</inkml:trace>
  <inkml:trace contextRef="#ctx0" brushRef="#br0" timeOffset="-166710.62">24355 8509 211 0,'5'-5'279'0,"-3"-3"-6"16,0 2 0-16,-1 1-17 0,-1-2-17 0,7 3-6 16,-7 4-17-16,0-12-16 0,0 4-15 0,0 8-16 15,-7-7-17-15,4 3-14 0,3 4-12 16,-5-7-12-16,5 7-19 0,-8-5-6 0,8 5-9 0,-15 0-11 16,15 0-5-16,-22 4-7 0,14 1-6 0,-5-2-8 15,1 5-4-15,-6-4-2 0,3 8-5 0,0-4-5 16,2 4-2-16,3 2-2 0,-3-1-4 0,-1-3 2 15,6 5-5-15,0-6-4 0,1-1-4 0,6 4-7 16,-4-5-1-16,3 4-2 0,2-2-6 0,7-2-5 16,-6-2-1-16,6 1-7 0,1-2-1 0,5 0-6 15,-4-3 1-15,7-1-3 0,2-3 3 0,-1-2-1 16,3 4 5-16,-4-7 4 0,4 0-1 0,-5-2 10 16,3 0-1-16,-3 0-5 0,0-2 5 0,-2-2 1 0,1 4 10 15,-3-1 19-15,-1-1 3 0,-2 5 14 16,-1-1 7-16,1-4 6 0,-6 6 6 0,1 0-1 15,-1 0 4-15,-2 6-4 0,8-8-5 0,-8 8-4 0,2-4-10 16,-2 4-3-16,0 0-4 0,0 0-3 0,0 0-5 16,0 0-6-16,0 0 2 0,0 0-2 0,-10 24-5 15,8-18 7-15,-1 7-1 0,6 2-8 16,1 4 7-16,-3-4-6 0,4-2-12 0,-3 2 0 0,6-1-17 16,2-1-13-16,0 2-19 0,2-3-23 0,-1-3-28 15,4 1-37-15,0 1-33 0,0-7-48 0,0-2-47 16,3 1-260-16,-8-1-571 0,11-4 253 0</inkml:trace>
  <inkml:trace contextRef="#ctx0" brushRef="#br0" timeOffset="-166476.52">24731 8241 84 0,'-5'-7'307'0,"5"0"-11"16,0 7-12-16,-2-9-20 0,2 9-30 0,0-10-17 15,0 10-31-15,0 0-15 0,0 0-24 0,0 0-12 16,0 0-14-16,0 0-14 0,-10 21-5 0,7-9-16 0,3 3-6 16,3 1-10-16,-1 3-3 0,3 0-10 0,-8 6-3 15,6 1 4-15,2-2-16 0,0 3-2 16,0-4-1-16,-3-5-19 0,4 3-22 0,1 1-36 0,-1-2-34 16,-1-4-36-16,0 2-52 0,2-9-40 0,0 0-63 15,1-3-142-15,2 2-437 0,-4-7 193 0</inkml:trace>
  <inkml:trace contextRef="#ctx0" brushRef="#br0" timeOffset="-166044.22">24910 8145 260 0,'0'-6'274'0,"0"6"-25"16,0 0-24-16,0 0-28 0,-2-7-22 0,2 7-16 15,0 0-16-15,0 0-18 0,0 0-10 0,-7 25-12 16,7-13-8-16,0 3-12 0,0 3-6 0,0 2-8 0,0 3-7 16,0 4-7-16,5 0-6 0,-5-3-2 0,2 3-5 15,0-3-3-15,-2 2-2 0,8-5-4 16,-5 6-1-16,4 0-3 0,-4-8-7 0,2-4 1 16,2 4-1-16,-4-3-1 0,4-5 0 0,-2-3-4 0,3-3-2 15,-6-2 0-15,4 1-1 0,-6-4-2 0,0 0 2 16,25-7 0-16,-20-1-3 0,5 4-1 0,-5-4 0 15,7 3 6-15,-8-6 17 0,8 3 13 0,-7 0 7 16,0-4 4-16,2 5 5 0,-2 3 6 0,1-4 3 16,1 1-6-16,-4 4 0 0,2-3-7 0,-5 6-7 15,7-6-12-15,-7 6-6 0,0 0 3 0,13 3-10 16,-13-3-1-16,5 9-1 0,0-4-1 0,5 2-8 16,-5-1 3-16,3 2-6 0,0 0 3 0,1 7 0 15,-1-3-1-15,-1-1-6 0,2 0 1 0,0-1-1 16,1-4-18-16,-2 2-19 0,-1-4-14 0,1 2-21 15,-2-3-34-15,1-1-44 0,1-1-48 0,-8-1-43 16,0 0-52-16,15-8-196 0,-10 3-522 0,-5-5 231 0</inkml:trace>
  <inkml:trace contextRef="#ctx0" brushRef="#br0" timeOffset="-165859.95">24817 8357 260 0,'0'0'326'0,"-15"-3"-7"0,15 3-5 0,-11 0-4 0,11 0-6 16,0 0 5-16,0 0-2 0,0 0-10 0,0 0-22 16,0 0-20-16,0 0-31 0,0 0-22 0,0 0-21 15,26-8-21-15,-26 8-15 0,26 1-16 0,-6-1-26 16,-10 3-42-16,10-3-45 0,2 2-53 0,-6-2-51 16,6 5-60-16,-7-4-69 0,4-2-93 0,-5 2-307 15,-1-1-667-15,-1 0 296 0</inkml:trace>
  <inkml:trace contextRef="#ctx0" brushRef="#br0" timeOffset="-164944.18">23283 8868 42 0,'0'0'354'0,"-10"0"-5"0,10 0-31 0,0 0-18 0,0 0-23 16,0 0-25-16,0 0-20 0,-2 4-28 0,2-4-14 16,0 0-23-16,0 0-16 0,10 8-12 0,-5-4-21 15,-5-4-11-15,10 8-7 0,-5-4-14 0,-5 1-4 16,3 1-8-16,4 0-11 0,-6 4-5 0,-1-5-8 16,0 2-2-16,0 4-9 0,-1-3 1 0,1-1-9 15,-3 5 9-15,-4-3-26 0,-5-3-20 0,2 7-25 16,2-5-34-16,-7 2-42 0,-3 1-59 0,1-1-65 15,-4-3-70-15,6 0-202 0,-13 4-546 0,5-2 242 16</inkml:trace>
  <inkml:trace contextRef="#ctx0" brushRef="#br0" timeOffset="-163744.18">20792 8605 167 0,'0'-4'309'0,"0"-2"-16"16,1-3-6-16,-1 1-12 0,0 8-17 0,0-10-6 15,0 1-13-15,0 9-15 0,0-4-16 0,0 4-17 16,0-8-16-16,0 8-18 0,0 0-19 0,0 0-17 16,-1-6-13-16,1 6-2 0,0 0-19 0,0 0-6 0,0 0-12 15,-30 7 3-15,17-4-17 0,4 2-4 0,-4-3-5 16,5 7-2-16,-4-2-7 0,-3 2-5 0,2-5 1 16,2 6-9-16,4-9-2 0,-3 5-2 0,3 0-3 15,2 1-6-15,-1-2 4 0,2 4-6 0,3-6 4 16,-2 4 4-16,3 1-2 0,3 1-2 0,-2-1 0 15,6 1-2-15,-4 1 8 0,4-2-9 0,8 5 2 16,-3-1-4-16,-1 0 1 0,9 3-7 0,-5-3 4 16,0 2-4-16,0-4 4 0,0 5-10 0,-1-1-3 15,1 1 4-15,4-2-1 0,-5 1 2 0,-2-1-5 16,0 1 5-16,-2-4-1 0,1 5-7 0,-6-6 10 16,3 3-2-16,-3-4-2 0,0 1-3 0,-3 3 3 0,0-8 1 15,-2 3 3-15,0 1 1 0,0-4-7 16,0-4 6-16,-5 9 6 0,-2-6-9 0,0 5-1 15,-3-4-3-15,-1-2 8 0,-2-1 1 0,13-1 16 0,-25-1-15 16,5 1-2-16,5 0 1 0,-1-2-10 0,-4 2 6 16,5-4 7-16,0 3-2 0,7-1-4 0,-4-3 2 15,5 2-22-15,-3 2-18 0,4-2-28 0,6 3-26 16,-8-12-38-16,3 7-47 0,5 5-47 0,6-11-49 16,4 3-279-16,-5-3-597 0,10 3 265 0</inkml:trace>
  <inkml:trace contextRef="#ctx0" brushRef="#br0" timeOffset="-163344.04">21073 8741 8 0,'0'0'259'0,"0"0"-14"15,0 0-20-15,0 0-21 0,0 0-19 16,0 0-19-16,0 0-17 0,0 0-16 0,0 0-15 15,0 0-10-15,0 15-11 0,0-15-9 0,-2 12-7 0,4-5-5 16,-2 1-10-16,0 4-6 0,0 0-8 0,7-2-2 16,-7 0-3-16,1 4-6 0,6-3-3 0,-2 1-3 15,-3-4-7-15,-1 4 1 0,6-3-2 0,-1-1-3 16,1-1-3-16,-5 4 2 0,6-5-3 0,-3-3-2 16,5 3-1-16,-5-2-5 0,8 0 2 0,-5-4-2 15,1 4 4-15,2-4-4 0,-11 0-2 0,15 0-1 16,-5-6-2-16,0 4 3 0,-3-3-3 0,3 0 7 15,-5 2 23-15,1-6 10 0,1 4 10 0,-2 0 6 16,-2-3 3-16,2-2-2 0,-2 2 12 0,1 0-3 16,-3 1-8-16,4-4-6 0,-1 2-3 0,-4 1-10 15,0-3-4-15,0 3 0 0,1 1-5 0,-1 3-6 16,0-5-3-16,0 9-5 0,0-10-23 0,4 6-20 16,-4 4-28-16,0 0-39 0,-5-8-19 0,5 8-35 15,0 0-42-15,0 0-29 0,0 0-35 0,0 0-209 16,0 0-492-16,0 0 219 0</inkml:trace>
  <inkml:trace contextRef="#ctx0" brushRef="#br0" timeOffset="-163010.12">21591 8775 237 0,'0'0'295'0,"-5"-6"3"0,5 6-11 0,0 0-3 16,0 0-10-16,0 0-7 0,0-12-13 0,0 12-19 16,0 0-18-16,-6-5-13 0,6 5-15 0,-2-6-17 15,2 6-23-15,0 0-14 0,0 0-17 0,-10-1-4 16,10 1-17-16,0 0-7 0,0 0-14 0,0 0-6 16,-18 11-13-16,11-7 17 0,1 4-31 0,-1-1 0 0,5-1 0 15,-6 1-10-15,1 1 1 0,1-1 9 16,-1 1-17-16,5 3-4 0,-4-3-15 0,4 0 11 15,-3-1 1-15,4 1-10 0,1 3-6 0,0-3-5 0,0 0-8 16,1 0 0-16,6-4-8 0,-1 2-24 0,1 0-7 16,3-4-20-16,3 3-20 0,-4-3-29 0,4 0-24 15,0 2-31-15,0-4-35 0,-1-3-41 0,4 2-42 16,4 1-220-16,-10-2-555 0,3 0 246 0</inkml:trace>
  <inkml:trace contextRef="#ctx0" brushRef="#br0" timeOffset="-162594.39">21836 8746 8 0,'-3'-5'321'0,"3"5"-16"16,0 0-16-16,0 0-15 0,0 0-18 16,-9-5-19-16,9 5-19 0,0 0-20 0,0 0-20 0,0 0-9 15,-14 0-29-15,14 0-10 0,0 0-15 0,-15 9-11 16,8-8-12-16,4 5-10 0,-4-2-7 0,2 1-4 15,-3 2-13-15,6 0-2 0,-3 1-3 0,4-1-5 16,-4 1-6-16,5 2-5 0,0-1 0 0,-5 0-6 16,10 3 2-16,-5-3-4 0,0-2-3 0,0 4-4 15,5-2-3-15,1 1-5 0,-4-2-10 0,5-1-11 16,-1 1-15-16,1-2-24 0,-4 0-35 0,10 0-38 16,-6-4-54-16,1-1-45 0,0 2-50 0,7-3-206 15,-15 0-512-15,25-4 228 0</inkml:trace>
  <inkml:trace contextRef="#ctx0" brushRef="#br0" timeOffset="-162260.1">22106 8558 78 0,'0'0'297'0,"-10"-7"-10"0,10 7-7 15,-3-4 0-15,3 4-17 0,-4-6-13 16,-2 1-15-16,6 5-16 0,0 0-15 0,-7-4-22 0,7 4-16 16,0 0-17-16,0 0-11 0,0 0-18 0,0 0-11 15,0 0-12-15,-23 7-10 0,23-7-9 0,-8 8-4 16,1 1-13-16,-1-2-1 0,4 4-9 0,-2-2-2 16,-1 0-6-16,4 6-4 0,-5 0 0 0,1 3-6 15,5-2 0-15,2 1-5 0,-6 3 1 0,2-3-5 16,4 2-1-16,0-3 1 0,4 3 11 0,2 0-16 15,-6-3 1-15,7 2-5 0,-2 0 1 0,3-1-6 16,4-1 2-16,1-3-3 0,2 2-6 0,-2-4-16 16,4-2-14-16,3 2-19 0,-4-3-23 0,4-1-31 15,3-2-36-15,-3-2-39 0,2 1-47 0,-1-6-48 16,-3 2-46-16,2-5-167 0,-5 0-523 0,2-2 233 16</inkml:trace>
  <inkml:trace contextRef="#ctx0" brushRef="#br0" timeOffset="-161744.1">22392 8607 84 0,'4'-5'318'0,"-1"1"-2"0,-3 4-3 0,0 0-1 15,0-8-9-15,0 8-19 0,3-7-2 0,-3 7-8 16,0-8-13-16,0 8-16 0,0-5-23 0,0 5-15 16,-3-10-17-16,3 10-21 0,0 0-16 0,0 0-20 15,0 0-15-15,-3-5-20 0,3 5-2 0,0 0-7 0,-12 0-10 16,12 0-14-16,0 0-6 0,0 0-7 0,-18 12-5 15,14-11-5-15,1 2-2 0,-2 3-7 16,-1 0-7-16,6-6 1 0,-9 7-3 0,8 1 3 0,-4-2-12 16,3 2-2-16,-3-3 3 0,5 6-4 0,0-5-4 15,0 4 3-15,7 1-3 0,-4-2 1 0,0 0 3 16,2 3-5-16,3-4-3 0,2 5-2 0,2-4-9 16,1 3 6-16,-1-2-12 0,-6-1 0 0,3 1-4 15,4-2-2-15,-5 1 12 0,1-1-17 0,-3-2 6 16,1-3 0-16,-4 3-2 0,2 0-6 0,0-1 3 15,-5-1 9-15,0-4-6 0,2 11-2 0,-2-11 16 16,-2 5-8-16,-3 2-2 0,0-4 5 0,2 2 0 16,-6-2-1-16,5 2-14 0,-6-1-12 0,3 1-25 0,-3 0-16 15,-2-1-23-15,6-3-29 0,-2 2-35 16,1 2-41-16,-1-2-41 0,8-3-41 0,-7 4-47 16,7-4-179-16,0 0-558 0,0 0 248 0</inkml:trace>
  <inkml:trace contextRef="#ctx0" brushRef="#br0" timeOffset="-161526.81">22705 8880 71 0,'0'6'235'0,"0"-6"0"0,-3 7-13 0,3-7-12 15,-2 13-16-15,2-11-14 0,-3 5-13 0,-1 1-16 16,4-3-14-16,0-5-15 0,-1 18-11 0,-1-10-11 15,-1-4-6-15,1 5-12 0,2 1-6 0,0-2-14 16,0 1-31-16,-1-2-34 0,-4 1-42 0,5-2-54 16,0-6-39-16,5 9-58 0,-5-9-138 0,0 0-360 15,3 3 159-15</inkml:trace>
  <inkml:trace contextRef="#ctx0" brushRef="#br0" timeOffset="-161060.46">22894 8619 217 0,'-5'-6'247'0,"0"3"-19"0,5 3-13 16,-7-6-19-16,-1 0-20 0,1 3-19 0,6-2-17 15,1 5-16-15,-20-3-11 0,20 3-10 0,-15 5-12 16,5 0-6-16,-3-1-11 0,8 2-7 0,-10 0-6 15,7 3-5-15,-1-2-9 0,-4 4-6 0,5 4-1 16,-4-3-2-16,2 1-4 0,5-2-2 0,4-2-5 16,-8 6 0-16,6-1-3 0,3-2-6 0,0-1 2 15,0-2-5-15,2 3 1 0,8-2-4 0,-9-3-9 16,11 1-2-16,-6 1-7 0,6-5-4 0,0 0-4 16,-4-1-4-16,5 1-2 0,4-1-6 0,-6-3 0 15,-1-2 3-15,3 1 7 0,1-4-1 0,-6 3-1 16,5-2 8-16,-3 0-3 0,-3-5 4 0,3 2 11 15,-7 0 7-15,4 2 13 0,-6-5 8 0,6 2 12 16,-4 1 12-16,-3-1 4 0,5 4 8 0,-5 4 6 16,-1-12 2-16,1 4-1 0,0 8-3 0,1-7-9 15,-1 7-3-15,0-5-7 0,0 5-8 0,0 0-2 0,0 0-8 16,0 0 5-16,0 0-14 0,0 0-6 0,0 0 2 16,0 0-7-16,0 0 3 0,-8 19-1 15,8-19-6-15,2 13-7 0,-1-7-5 0,-1 2-16 16,4-1-17-16,-3 1-30 0,4 2-33 0,2-1-35 0,-2-1-45 15,6-3-56-15,-1 0-226 0,-3 1-498 0,4-3 220 16</inkml:trace>
  <inkml:trace contextRef="#ctx0" brushRef="#br0" timeOffset="-160761.22">22948 8440 148 0,'0'0'334'15,"-5"-4"-7"-15,5 4-14 0,0 0-18 0,-1-8-20 16,1 8-30-16,0 0-15 0,0 0-18 0,0 0-29 16,0 0-1-16,0 0-37 0,0 0-18 0,0 0-7 0,15 23-4 15,-10-14-18-15,0-2-10 0,1 1-7 0,2 7-8 16,2-1-5-16,-1 2-6 0,-1 3-5 15,2-3-5-15,0 0-6 0,0-1-4 0,-4 3-4 0,4-1-8 16,-6 2-2-16,4-1-1 0,-2-1-5 0,-2 1-5 16,2-1-14-16,-6 2-31 0,4-2-18 0,-4 5-37 15,-4-3-43-15,1 2-52 0,-4-4-54 16,1 2-57-16,1-1-228 0,-5-3-561 0,3-3 248 0</inkml:trace>
  <inkml:trace contextRef="#ctx0" brushRef="#br0" timeOffset="-159894.55">24853 7831 281 0,'0'0'275'0,"0"0"-9"0,-11 5 1 0,11-5 9 16,11 15 6-16,1-3-9 0,3 0-12 0,0 3-7 16,11 3-9-16,11 9-19 0,4 1-7 0,-1 4-14 0,0-2-11 15,-1 3-18-15,6 0-11 0,-5 1-18 16,4 1-11-16,-2 4-16 0,-4-8-7 0,-2 7-8 16,-4-2-18-16,-6 3-6 0,-3-1-9 0,-6 5-7 0,-2 0-7 15,-9 4 0-15,-1-3-13 0,-10 2-2 0,-1 5-4 16,-11-8-5-16,-4 4-6 0,-1 6-9 0,-3-6-13 15,-3 4-23-15,-15 11-23 0,7-12-31 0,4-4-26 16,-2-3-21-16,-3-1-23 0,1 1-26 0,-2 1-35 16,1-2-40-16,2-5-54 0,4 2-56 0,-5-5-211 15,6-4-611-15,7-3 271 0</inkml:trace>
  <inkml:trace contextRef="#ctx0" brushRef="#br0" timeOffset="-156261.36">7186 10561 123 0,'-5'3'220'0,"5"4"-12"0,-1-2-16 0,1-5-7 0,1 12-14 15,-1-7-7-15,5 0-11 0,-3 0-4 0,-2-5-3 16,8 5-10-16,-1 2-3 0,6-5-10 0,-3-1-9 16,8-1-11-16,0 0-9 0,2-1-10 0,-1-2-7 15,2-3-9-15,-1 1-7 0,0-2-6 0,0-1-3 16,-2-2-8-16,0 0-3 0,-5-2-1 0,2 0-5 16,-3-2-2-16,-2-1 23 0,-5-2-2 0,0 6 2 15,0-3 1-15,-4-3 7 0,-1 7-9 0,-1 1-2 16,-4-2 0-16,-4 2-4 0,8 2-4 0,-13-2-4 15,6 6-6-15,-3 0-3 0,-3 3-3 0,-4 0-1 0,2 4-4 16,-6-1 11-16,4 5-16 0,1-1-2 16,1 1-4-16,-1 1-1 0,4 3 0 0,-2-3-1 15,7 4 1-15,-5 1-6 0,4-2 1 0,8 1 0 16,-4-3 5-16,3 6-6 0,2-4-2 0,2-1 1 0,3 2 1 16,3 2 2-16,-1-3-5 0,4-1 3 15,1 0-6-15,3-3-12 0,1 1-6 0,2-2-12 16,1-2-11-16,0 0-3 0,0-4-3 0,2 0-5 0,1 2-4 15,1-6 6-15,-3 3-3 0,1-2 4 0,-4-3 3 16,4 0 3-16,-1 1 9 0,-3-2 0 0,-9 1 3 16,5-2 6-16,2 1 9 0,-8-1 10 0,-1 0 12 15,1 0 9-15,-4 2 9 0,4 0 5 0,-2 0 7 16,-3-1 1-16,4 3-1 0,-6 3-5 0,2-6-10 16,-2 6-8-16,0 0 3 0,0 0-1 0,0 0-3 15,0 0-2-15,0 0-1 0,6 13-1 0,-1-5 3 16,-1-2-4-16,1 2-6 0,-2-1-2 0,5 3-2 15,-1 0-1-15,3-3 0 0,0 0-5 0,0 1-4 0,1-2 4 16,3 2-8-16,0-3 6 0,-2-3-7 16,6-1-1-16,-3-1 5 0,2 0 0 0,-7-1 3 15,3-2 1-15,0-1 2 0,-5-3 2 0,2 3 6 16,-5-4 8-16,4 0 12 0,2 0 6 0,-8-1 13 0,4 0 4 16,-2 0 21-16,3 0 1 0,-8 2 20 0,2-3-3 15,3 6 8-15,-3-2 2 0,3 0-8 16,-5 6-5-16,3-12-14 0,-3 12-2 0,0-3-14 0,0 3-13 15,5-5 2-15,-5 5-7 0,0 0-14 0,8-1-7 16,-8 1-23-16,0 0-20 0,23 6-20 0,-16-3-30 16,6 1-35-16,0-2-33 0,4 3-35 0,-1 0-35 15,6-2-29-15,-1 2-32 0,8-3-237 0,-6 0-561 16,0-3 248-16</inkml:trace>
  <inkml:trace contextRef="#ctx0" brushRef="#br0" timeOffset="-155844.1">8410 10514 157 0,'0'0'193'0,"-7"-11"5"0,4 6 4 0,3 5-4 16,-10-8 3-16,3 6 1 0,2 1-10 0,5 1-8 15,-20-4-7-15,5 4-12 0,7 4-5 0,-12-3-12 16,-3 2-11-16,6 8-14 0,-2-4-7 0,2 1-12 0,-3 2-12 16,-1 0-4-16,4 2-9 0,1 0-9 15,1 0-7-15,0 5-7 0,3-4-4 0,2-1-2 16,4-1-9-16,1 1-2 0,3-3 8 0,0 1-15 0,4-1-4 15,0-1-10-15,3 2-12 0,1-2-6 0,4 0-10 16,2-4-11-16,6 0-9 0,-3-1-4 0,1-3-3 16,6-3 0-16,-2 2 0 0,-5-2-1 0,8-5 3 15,-3 0 8-15,3-3 1 0,-8-1 3 0,5-1 1 16,-4-1 3-16,4-7 5 0,-3 0-1 0,-4-4 5 16,-2-4-2-16,-4 2 3 0,1-5-1 0,-8 2 11 15,5-2 17-15,-5 1 16 0,-5 0 24 0,4 1 15 16,-6 2 25-16,0-4 27 0,-1 5-2 0,-8 1 6 15,4 4 14-15,0 5-15 0,1-1 1 0,3 5 1 16,-2 1-17-16,-2 1-10 0,4 4-12 0,1-1-11 16,4 4-10-16,-7 1-7 0,10 3-11 0,0 0-3 15,-20 12-5-15,13 2-6 0,2 2-7 0,-1 0-3 0,3 4-6 16,4 10-15-16,-1-3-10 0,8 4-10 0,-8-1-21 16,7 1-25-16,3-1-30 0,-5-2-26 15,5 3-28-15,0-4-47 0,0-3-59 0,3-1-75 16,-5-4-329-16,2-2-706 0,5-3 313 0</inkml:trace>
  <inkml:trace contextRef="#ctx0" brushRef="#br0" timeOffset="-154978">7226 7838 125 0,'0'-29'320'0,"5"2"-4"0,-10 0-12 0,5 3-1 0,0 4-10 16,0 3 0-16,7-5 2 0,-7 9-10 0,6-4-9 16,-6 8-24-16,0 1-29 0,0 0-21 0,0 2-35 15,0 6-21-15,0 0-17 0,0 0-13 0,0 0-11 16,9 31-9-16,-9-4-15 0,0 23-4 0,0-2-3 15,0 9-1-15,-9 24-18 0,3-4-9 0,-1 5 1 16,-1 1-4-16,8 4-9 0,0 4-3 0,-2 2 2 16,2 1-2-16,10-5-4 0,-3-3 2 0,8 2-8 15,-2-4 0-15,3-5 8 0,-2-2-15 0,2-17-21 16,-1-6-22-16,3-3-27 0,-1-3-40 0,-2 0-41 16,0-6-54-16,-2-1-77 0,0-16-87 0,-3-6-291 15,-2-2-700-15,-1-2 311 0</inkml:trace>
  <inkml:trace contextRef="#ctx0" brushRef="#br0" timeOffset="-146312.05">6273 11967 26 0,'0'-12'345'0,"0"3"-5"16,-4-3-10-16,4 1-6 0,0-1-4 0,4 1-12 0,-3 2-8 15,-1-4-10-15,4 4-4 0,-8 2-16 0,4-3-14 16,0 4-25-16,0 6-20 0,4-9-23 0,-4 9-26 16,0-7-21-16,0 7-13 0,0 0-15 0,0 0-8 15,0 0-13-15,0 0-11 0,3 24-12 0,-6-12-1 16,3 3-1-16,0 4-16 0,0 0 2 0,0 5-7 15,0 2-5-15,0-7-8 0,0 8-1 0,0-2-4 16,0 0-6-16,0-4-9 0,0-2-8 0,0-3-15 16,3 4-9-16,0-2-18 0,-3-2-1 0,7 4-24 15,-2-5-20-15,-3 1 2 0,2-5-6 0,-2-2 0 16,5 0-5-16,-7-1 1 0,3-6 3 0,2 8-11 16,-5-10-11-16,7 1-9 0,-7-1-6 0,3-13-2 15,-3 13 5-15,5-10-1 0,-5-2 10 0,-2-1 5 16,-1-2 9-16,0-3 7 0,3-2 6 0,-9 3 10 0,3-10 8 15,-6 1 6-15,1-2 9 0,-3 1 14 0,1-2 13 16,-2 2 16-16,-1 0 13 0,2 0 16 16,-2 2 19-16,3 1 6 0,-4-2 9 0,-1 0 0 0,8-1 4 15,-3 5 4-15,1-4 0 0,7 8 0 0,-6-1-8 16,11 1 9-16,-9 3-4 0,8-3-2 0,1 3-6 16,0 6-4-16,0-3-2 0,1 3-9 0,3 0-3 15,1-1-6-15,1 4 2 0,7-1-3 0,-4 3-17 16,4 3 4-16,2-3 3 0,1 4-4 0,3 4-3 15,-1-3 1-15,2 2-3 0,-4 3-1 0,-1 2-5 16,2 2-3-16,4 1-1 0,-6-3-5 0,0 7-2 16,0-4-1-16,0 1-6 0,-4 1 2 0,3 1-3 15,-3 1 5-15,1 0 2 0,-9-3-2 0,4 4-3 16,-1-5 2-16,-6 2 0 0,0-1 7 0,0-1 2 16,0 1-4-16,0-1 2 0,-1-1 2 0,-4-1 0 15,3 0-3-15,-5-2 1 0,-1 2 1 0,3-1 3 16,-3-2-1-16,1 0-5 0,1 0 14 0,-3-2-7 15,4 3 12-15,-1-2-16 0,1 0 3 0,-2-2 1 0,4 1-6 16,-2 3 4-16,0-3 2 0,3 3-3 16,1-2 4-16,1 1-7 0,0 3 4 0,0 3 5 15,0-5-1-15,3 5 5 0,0 0-4 0,4 0 0 0,-2 5 2 16,5-2-6-16,-4 2 4 0,-1-5-2 0,5 4 3 16,2-4-1-16,-1 5 3 0,-1-4-5 15,-1-1-4-15,4-1-13 0,-1-3-25 0,4 4-25 0,-1-5-34 16,0 0-39-16,0-1-33 0,1-6-43 0,-1 2-34 15,3-4-210-15,-1-3-500 0,-2 2 222 0</inkml:trace>
  <inkml:trace contextRef="#ctx0" brushRef="#br0" timeOffset="-145912.02">6728 12025 99 0,'0'0'167'0,"0"0"0"0,0 0-1 0,-20 8-14 15,20-8 0-15,-7 7-10 0,6 0-10 0,1-7-12 0,-4 4-7 16,4 4-5-16,0-8-7 0,-6 8-7 16,4-5-5-16,2-3-11 0,0 9-4 0,0-9-4 15,2 13-4-15,4-9-4 0,-6-4-4 0,7 6-5 16,1-3-8-16,4-2 0 0,-2 2-5 0,1-3-6 0,1 0-2 16,1 0-2-16,0-3-2 0,-3 3-3 0,7-4-5 15,-5 1-1-15,-4-3-4 0,3-1-4 16,-2 0-8-16,-1 3 2 0,-8-6 0 0,7 2-1 0,-7-2-3 15,1 2 3-15,-1-7-4 0,-1 6 10 0,-1 2-2 16,-3-5 10-16,-3 2 9 0,-1 3 5 0,3-2 3 16,-1 5 5-16,-8-1 0 0,2-1 1 0,6 5 0 15,-9-1 0-15,3 2-2 0,1 0-8 0,0 2 1 16,-2 2-5-16,5 0 4 0,-1 3-9 0,0 0 2 16,2 3-3-16,2 0-4 0,-1 3-1 0,2 1 2 15,2 2-3-15,-1 0 1 0,6-4-2 0,0 0-2 16,3 1 7-16,3 1-4 0,2 0-2 0,6-1 5 15,-4 1-7-15,6-1-3 0,0-2-22 0,-3-2-18 16,13-2-26-16,-6 0-29 0,-6-3-40 0,6-3-34 16,-2-2-42-16,1 1-30 0,-2-4-178 0,0-4-446 15,-2 1 197-15</inkml:trace>
  <inkml:trace contextRef="#ctx0" brushRef="#br0" timeOffset="-145128.08">7072 11748 16 0,'-3'-18'257'0,"0"3"7"0,-2-5 1 0,1 5 8 16,1 3 7-16,-2 4-9 0,2-3-4 0,-2 2 0 16,5 0-12-16,0 3-21 0,-2-2-18 0,-1 4-26 15,3 4-24-15,-2-9-14 0,2 9-18 0,0 0-16 16,0 0-19-16,0 0-7 0,0 0-8 0,2 22-11 16,1-10-9-16,-3 3 15 0,2 3-30 0,-2 2 1 15,5 4 8-15,-2 3-24 0,2 0 1 0,-2 0-4 16,1 0-4-16,2 0-1 0,-1 0-1 0,3 1-8 15,-3-2 6-15,4-2-6 0,-3-5 1 0,3 7-9 16,-3-6-12-16,1-1-16 0,1-3-9 0,-1-1-14 16,1 1-14-16,-5-5-17 0,7-2-15 0,-3-1-19 15,-4 2-19-15,4-3-21 0,-1 0-25 0,1-4-30 16,0-3-21-16,-7 0-6 0,0 0-10 0,0 0 0 0,15-8 16 16,-14 4 17-16,4-4 18 0,-5 8 19 0,-5-15 17 15,4 6 37-15,1 2 33 0,-7-4 27 16,0 2 22-16,-1-1 20 0,1 1 44 0,-1 5 22 15,-3-4 9-15,1-6 17 0,3 12 6 0,-1-6 5 0,-2 5 6 16,-2-6 3-16,6 3-4 0,-1 5-6 0,7 1-8 16,-8-7-13-16,8 7-5 0,-7-3-4 0,7 3-9 15,0 0-1-15,0 0-3 0,0 0-3 0,0 0-4 16,0 0 1-16,15 14-5 0,-2-11-2 0,-5 2-5 16,14-1-2-16,-14-3-4 0,12-1 0 0,-5 2-1 15,0-2-1-15,5 1-4 0,-4-2-4 0,4 1 2 16,-3 0-3-16,-2-3 3 0,1 0-1 0,-1-3-3 15,-7 0 1-15,4 3 0 0,-4-2 14 0,0 2 16 16,1-1 11-16,-3-4 5 0,-2 4 1 0,-1 1 5 16,4-3 2-16,-7 6-3 0,5-6-1 0,-5 6-10 15,1-3-3-15,-1 3-10 0,0 0-3 0,0 0-8 16,0 0-3-16,0 0-3 0,0 0 0 0,0 0 0 16,7 15-3-16,-4-8-4 0,-3 4 1 0,3-7-3 0,1 8-5 15,-1 0 2-15,2-1 0 0,0 1-1 16,3-1 0-16,-3 1 3 0,5-2-2 0,-3-2-5 15,1 1 5-15,-1-2-5 0,1-1 4 0,-1 0 1 0,-1-2 2 16,-1 0-4-16,0-3 0 0,-5-1-1 0,13 3-2 16,-13-3 0-16,0 0 6 0,15-8-3 0,-8 3-2 15,-5-2 1-15,4-3-3 0,-6 0 13 0,5 3-14 16,-3-3 1-16,-1-2 0 0,4 4 1 0,-3-7 16 16,-2 6 14-16,0 2 13 0,0-6-2 0,7 5 1 15,-14 2 8-15,7-3-1 0,0 9-6 0,0-12-5 16,0 5-2-16,0 7-14 0,0-8-9 0,0 8 1 15,0 0-11-15,0 0-11 0,0 0-10 0,0 0-13 16,0 0-9-16,0 0-12 0,0 0-10 0,0 24-28 16,7-12-22-16,-7-6-22 0,0 3-35 0,5 2-35 15,-4-4-28-15,1-1-32 0,6 3-24 0,-3 0-185 16,2-6-508-16,-1 2 225 0</inkml:trace>
  <inkml:trace contextRef="#ctx0" brushRef="#br0" timeOffset="-144561.92">7724 11976 161 0,'0'-7'213'16,"0"7"-2"-16,2-3-17 0,-2 3-14 0,0 0-20 15,0 0-12-15,15-4-5 0,-15 4-4 0,0 0-5 16,15 8-11-16,-9-4-6 0,4 1-8 0,-6 1-11 16,2-5-10-16,4 6-4 0,-3-3-9 0,1 2-12 15,5 3-1-15,-9-6-5 0,2 3-6 0,1-2-7 16,1 7-1-16,-3-5-9 0,2-1-2 0,-6-4-3 15,-1-1-2-15,7 9-5 0,-7-9 2 0,0 6-1 16,0-6-6-16,0 0 7 0,0 6-7 0,0-6-1 16,-8 5 0-16,8-5 1 0,0 0-2 0,0 0-1 15,0 0-3-15,-20-9 3 0,20 9-4 0,-8-8 2 16,8 8-4-16,0-9-9 0,0 3-18 0,0-3-19 16,8 0-25-16,-5 0-26 0,2-3-21 0,7 2-22 0,3-1-25 15,-5-2-3-15,3 2 9 0,2 0 13 16,0 4 8-16,-7 1 10 0,3 0 17 0,-1 3 3 15,-3 1 13-15,3-1 12 0,-10 3 20 0,0 0 16 0,21 5 14 16,-16-3 20-16,-5-2 4 0,10 5 3 0,-3-2 16 16,-2 5 1-16,-3-4 9 0,6 4 3 0,-8-1 6 15,5 0 0-15,-4 3-9 0,1-1 8 0,1-1-5 16,-1 4 9-16,3-5-3 0,-3 2-2 0,4 0-4 16,-4 1-2-16,0-3-1 0,1 0 3 0,-1-1-6 15,3 0 6-15,-5-6 8 0,1 6 14 0,-1-6 19 16,4 4 17-16,-4-4 18 0,0 0-6 0,6 3-7 15,-6-3-5-15,0 0-6 0,0 0-9 0,8-12-5 16,-3 7 5-16,0-1-2 0,-1-3 6 0,4 6 0 16,-5-4 4-16,4-2 5 0,-1 1 5 0,-1 0 1 15,2 2-2-15,0-2 5 0,1 1-4 0,-1 1-10 16,-2 3-3-16,0-3-16 0,1 1 0 0,-6 5-13 16,15-4-12-16,-15 4 0 0,10 0-3 0,-10 0-9 0,0 0 2 15,18 4-23-15,-11 4-15 0,-6-4-26 16,6 3-26-16,-2 0-44 0,3 2-60 0,1-2-53 15,-1 7-52-15,-2-4-276 0,1-2-591 0,6 3 262 0</inkml:trace>
  <inkml:trace contextRef="#ctx0" brushRef="#br0" timeOffset="-143995.42">8757 11685 158 0,'0'0'315'16,"3"-9"-33"-16,-3 9-30 0,0 0-26 0,4-3-25 16,-4 3-20-16,0 0-17 0,6 21-12 0,-1-8-13 15,-1 2-8-15,2 8-8 0,-1-5-12 0,0 7-5 16,2-2-12-16,1 4-12 0,2 0-3 0,-3 0-12 15,1-4-3-15,2 2-10 0,-4 1-5 0,3-4-2 16,-3-2-5-16,3-4-1 0,-3 2-7 0,1-3 2 0,-2-3-7 16,0-4-3-16,0 1 2 0,1 1-4 15,-2-4 10-15,1-2-13 0,-4-1 4 0,-1-3-4 16,0 0-1-16,0 0-4 0,0 0-4 0,0 0-4 0,14-12 0 16,-13 5 1-16,-1-4-1 0,-1 2 1 0,1-4 7 15,-2-2-12-15,-5-3 8 0,1 6-10 0,1-6-1 16,1 0 4-16,-2 0-3 0,1 0 3 0,-4 3-5 15,3-3 3-15,4 2 1 0,-4-1-7 0,-1 0 7 16,5 4-3-16,-4-2 5 0,6 5-5 0,-7-1-1 16,5 5 17-16,2-3 12 0,-3 4-12 0,3-2 0 15,0 7 0-15,-3-8 1 0,3 8-2 0,-3-7-5 16,3 7-2-16,0-9 1 0,0 9-2 0,-4-4-1 16,4 4 0-16,0 0-3 0,0 0-2 0,0 0-1 15,0 0 2-15,0 0 9 0,0 0-8 0,0 0-3 16,-1-7-1-16,1 7 3 0,0 0 0 0,0 0 0 15,0 0 0-15,0 0 0 0,0 0-4 0,0 0 1 16,0 0-3-16,0 0 6 0,0 0-4 0,0 0-18 0,0 0-15 16,0 0-16-16,0 0-15 0,0 0-18 0,0 0-26 15,0 0-34-15,0 0-9 0,0 0-19 16,0 0-10-16,0 0-28 0,0 0-25 0,0 0-160 0,5-5-428 16,-5 5 190-16</inkml:trace>
  <inkml:trace contextRef="#ctx0" brushRef="#br0" timeOffset="-143778.8">8802 11679 39 0,'0'0'175'0,"-7"-4"14"16,7 4 4-16,0 0-4 0,0 0-11 0,-3-4-10 15,3 4-15-15,0 0-15 0,0 0-10 0,0 0-12 16,0 0 2-16,0 0-6 0,16 16-8 0,-7-8-7 16,4 4-9-16,2 0-10 0,0 2-4 0,0-1-7 15,8 7-6-15,-3-3-5 0,1 7-8 0,2-6 0 16,-1 1-5-16,1-1-7 0,-3 0-4 0,1 0-1 15,-4-5-16-15,-1-1-21 0,-1 0-20 0,-3 0-22 16,-2-4-31-16,-3 3-25 0,1-7-28 0,0 2-23 0,-1 0-28 16,-1-3-158-16,-6-3-368 0,7 1 163 0</inkml:trace>
  <inkml:trace contextRef="#ctx0" brushRef="#br0" timeOffset="-142945.56">9166 11994 115 0,'-7'-5'233'0,"7"5"3"0,-8-3-6 0,3-1 2 0,5 4-7 15,-7-9-7-15,7 9-8 0,-1-6-8 0,-6 1-5 16,7 5-9-16,-5-7-12 0,5 7-9 0,-1-5-9 15,1 5-11-15,0 0-3 0,0-10 2 0,0 10-24 16,-2-8-11-16,2 8-12 0,2-7-12 0,-2 1-13 16,0 6 0-16,4-8-5 0,0 4-13 0,2 1-2 15,-1-3-9-15,-1 1 0 0,2 3-7 0,-1-5-4 16,2 1 15-16,1 2-21 0,4-4-7 0,-7 6 2 16,3-5-5-16,0 0 1 0,-1 1-1 0,1 0-4 15,5 2-3-15,-6-5-3 0,1 3 4 0,1-2-1 0,2 4-3 16,-3 0 1-16,-1-1-1 0,0 0-2 0,1 3-6 15,-8 2 5-15,8-1-3 0,-8 1-9 0,0 0-1 16,15 3 5-16,-7 2-3 0,-4 0 2 0,-1 3 1 16,5 1 12-16,-3 6-15 0,2-3 15 0,1 3-10 15,-5 1-6-15,4 2-1 0,0-1 2 0,1 1 2 16,-3-3 0-16,2 1 1 0,1 1 2 0,-3-3 5 16,-2 1-3-16,2-2-5 0,-2-1-2 0,1-2 5 15,1-2-2-15,0 4 1 0,0-6 0 0,-4 2-1 16,1-3 3-16,-2 0 3 0,2 1-3 0,-2-6 1 15,0 0 3-15,5 9 11 0,-5-6-8 0,0-3-4 16,0 0 1-16,0 0 3 0,0 0 0 0,0 0 4 16,5 8 3-16,-5-8 6 0,0 0 2 0,0 0 2 15,3 1 7-15,-3-1 6 0,0 0 4 0,0 0 10 16,0 0-15-16,0 0 0 0,0 0-4 0,0 0-7 16,0 0-5-16,0 0 4 0,0 0-12 0,0 0 3 15,0 0-11-15,0 0-20 0,0 0-26 0,0 0-29 0,0 0-47 16,8-12-35-16,-8 12-53 0,0 0-58 0,5-5-55 15,-5 5-290-15,0 0-659 0,5-7 292 0</inkml:trace>
  <inkml:trace contextRef="#ctx0" brushRef="#br0" timeOffset="-142644.39">9626 11835 140 0,'0'0'326'0,"0"-6"0"0,0 6-27 0,7-6-25 16,-7 6-22-16,0 0-28 0,0 0-23 0,0-6-24 16,0 6-18-16,0 0-17 0,0 0-16 0,6 22-12 15,-6-11-11-15,0 1-10 0,2 0-8 0,-2 3-9 0,5 1-9 16,-3 2 0-16,-2-1-11 0,5 1-4 0,-4-2-4 15,6 3-5-15,-6-3-5 0,6-1-15 0,1 1-24 16,-1 1-21-16,0-4-32 0,-1 1-36 16,1-6-44-16,-1-1-55 0,1 0-60 0,3-2-213 0,-2-3-501 15,1-1 221-15</inkml:trace>
  <inkml:trace contextRef="#ctx0" brushRef="#br0" timeOffset="-142244.58">9840 11862 96 0,'0'0'239'0,"0"0"-14"0,0 0-13 0,0 0-16 16,-10 4-13-16,10-4-11 0,-5 8-9 0,5-1-14 16,-2 3-7-16,2-3-9 0,2 2-8 0,3 0-12 15,-4 3-9-15,1-1-11 0,1 0-6 0,1-3-8 16,1 1-10-16,-2 3-4 0,3-3-6 0,1-1-5 0,-2 4-5 15,-2-7-1-15,1 2-7 0,1-4 5 16,-5-1 10-16,0-2 6 0,15 5-4 0,-15-5 2 16,11-5 7-16,-11 5-4 0,8-9 7 0,1 6 17 0,-3-2-9 15,1-6 8-15,1 3 1 0,-6 1 13 0,4-5 14 16,1 4 15-16,0 0 7 0,-1 0-2 0,-2-3 4 16,1 7 0-16,1-4-9 0,-4 1-10 0,3 2-13 15,-4-1-9-15,4 2-15 0,-5 4-7 0,9-1-11 16,-9 1-6-16,0 0-6 0,21 7-8 0,-14-1-5 15,1 0-5-15,0 2-2 0,1 0-6 0,2 7-2 16,-1-3-14-16,-2 2-20 0,6-1-13 0,-8 1-34 16,4-1-19-16,-1 2-32 0,0 1-29 0,1-6-27 15,-3-2-27-15,-4 2-39 0,2-3-42 0,2-2-55 16,0 0-53-16,-4-1-224 0,-3-4-654 0,10 1 289 16</inkml:trace>
  <inkml:trace contextRef="#ctx0" brushRef="#br0" timeOffset="-142025.39">10303 11839 221 0,'-7'-4'308'0,"7"4"-17"0,0 0-27 0,0 0-19 16,-1-5-24-16,1 5-20 0,0 0-21 0,0 0-12 15,0 0-7-15,0 0-11 0,0 20-16 0,0-13-9 16,0 1-7-16,0 1-17 0,6-2-4 0,-4 5-11 15,6-1-9-15,-8-2-4 0,0 3-5 0,12 3-10 16,-4-1-1-16,-1-1-24 0,-1-4-25 0,1 1-29 16,-4-2-40-16,4 1-61 0,0 1-65 0,1-8-67 15,-3 4-213-15,1-4-506 0,-6-2 225 0</inkml:trace>
  <inkml:trace contextRef="#ctx0" brushRef="#br0" timeOffset="-141494.65">10574 11791 228 0,'0'0'236'0,"0"0"-16"16,0 0-9-16,0 0-16 0,0 0-10 0,0 0-17 16,-6 16-10-16,6-8-14 0,0 0-12 0,0-1-12 15,0 2-13-15,0 2-10 0,0-2-7 0,1-2-10 16,4 5-10-16,-3-1-4 0,6-2-6 0,-8-2-4 15,5 3-7-15,0-2-4 0,-1 0-3 0,2-4-3 16,1 1-1-16,-5 1-7 0,4-5 2 0,-6-1-6 16,15 3-3-16,-15-3-2 0,0 0-1 0,15-8-3 15,-10 6 2-15,-2-4-3 0,5 0-1 0,-3-2-4 16,0 3-1-16,-3-3 15 0,1 1 11 0,2-1 3 16,0 0 3-16,-3 2 5 0,-2 1-6 0,0 5 10 15,7-9-15-15,-7 9-4 0,1-7-5 0,6 4-5 16,-7 3-2-16,0 0-3 0,0 0 0 0,0 0-2 0,15 12-8 15,-15-4 5-15,6-2 1 0,-1 5-4 16,-1-4 10-16,-4 2-13 0,11-1-2 0,-6 0 1 16,0 1 1-16,2-1-1 0,-4-2 0 0,2 0 0 15,2 1 0-15,-1-4 1 0,1 1 0 0,-7-4-2 0,10 1 5 16,-10-1-2-16,0 0-1 0,15-8-2 0,-10 4 0 16,-2-4 11-16,4 1 11 0,-2-1 10 0,-2 1 20 15,2-3-4-15,-2 0 17 0,7 1 2 0,-7 2-1 16,4-4 6-16,-5 2 4 0,4 4-5 0,-1-5 0 15,-3 6-8-15,5 0-4 0,-7 4-16 0,1-8-6 16,-1 8-3-16,0 0-13 0,15 1-12 0,-15-1-19 16,7 8-15-16,1-2-19 0,-1 3-10 0,-1-2-18 15,3 1-14-15,-3-1-20 0,2 2-24 0,6 3-24 16,-6-2-28-16,-1-2-43 0,7 1-44 0,-5-1-47 16,-1-5-213-16,-1 1-568 0,-1-1 251 0</inkml:trace>
  <inkml:trace contextRef="#ctx0" brushRef="#br0" timeOffset="-141162.36">11144 11803 62 0,'0'0'180'0,"0"0"2"16,0 0-7-16,0 0-3 0,-17 9-12 0,14-2-8 16,-2-1-8-16,0-1-5 0,2 3-5 0,-4 4-11 15,7-3-9-15,-2 3-13 0,4-2-5 0,-2 1-9 16,0 1-2-16,5-1-10 0,0 1-7 0,-2-4-6 15,-1 3-3-15,3-3-6 0,2 0-4 0,-4-1 0 16,5 0-5-16,-1-4-4 0,1 3-4 0,4-5-1 16,-2-1-1-16,1 0-7 0,-1-1 1 0,3-5-7 15,-3 1 0-15,-1-2 0 0,2 2-3 0,-4-3-3 16,3 1-1-16,-4-1 2 0,4 0 4 0,-3 0 4 16,1-2 14-16,-3 2 7 0,2-1-3 0,-6 2 3 15,3-2 0-15,-1 2-4 0,-3 0-6 0,2 3-4 16,-2 4-5-16,5-8-7 0,-5 8-2 0,0 0 0 15,0 0-14-15,0 0-19 0,0 0-16 0,0 0-30 0,0 0-39 16,-10 20-38-16,10-13-37 0,3 3-48 16,-1-1-208-16,3-4-467 0,1 3 206 0</inkml:trace>
  <inkml:trace contextRef="#ctx0" brushRef="#br0" timeOffset="-140662.15">11488 11815 79 0,'-2'-8'307'0,"2"8"-9"0,-1-7-25 0,1 7-25 15,0 0-23-15,0 0-25 0,0 0-20 0,0 0-17 16,0 0-16-16,0 0-18 0,0 0-10 0,0 0-13 16,8 19-12-16,-6-9-7 0,4-1-8 0,-1 0-8 15,-1 3-10-15,2-2-5 0,-1-1 4 0,3 5-13 16,-4-5-5-16,2 1-5 0,-1 2-2 0,0-4-3 15,-1 0-9-15,-3 0-6 0,1 0-3 0,1-2-8 0,-1-1 1 16,-2-5 0-16,7 4-4 0,-7-4 4 16,4 6 0-16,-4-6 0 0,0 0-2 0,0 0 1 15,0 0-3-15,0 0 4 0,17-10-4 0,-15 5 3 0,-2 5 0 16,8-7-1-16,-1 3-3 0,-6-3 6 0,6 4-2 16,1-3 0-16,2 0 0 0,0 3-1 0,5-2-6 15,-7 1 3-15,-1 3 3 0,6-1-1 0,-5-3-1 16,1 4-2-16,-9 1 3 0,13-2-8 0,-13 2 6 15,0 0-4-15,16 3 0 0,-9 0 4 0,-7-3-6 16,7 4 3-16,-7-4 6 0,8 4-6 0,-3 0-1 16,-5-4 0-16,8 4 1 0,-8-4 2 0,2 5-1 15,-2-5 4-15,6 2 12 0,-6-2 9 0,0 0 10 16,0 0 14-16,0 0 1 0,15 0 6 0,-15 0 8 16,0 0-15-16,0 0-3 0,17-3 3 0,-12 0-2 15,3 0-1-15,-8 3-7 0,15-5-3 0,-2 4-4 16,0-2-3-16,-1 2-3 0,1-3-3 0,1 1 2 15,2 2-8-15,-1 1 2 0,-3-2-16 0,-1 2-17 0,2 0-28 16,4 2-22-16,-10-2-36 0,3 1-54 16,-10-1-68-16,14 5-70 0,-9-5-251 0,-5 0-587 15,14 0 261-15</inkml:trace>
  <inkml:trace contextRef="#ctx0" brushRef="#br0" timeOffset="-140495.75">11291 11372 169 0,'-10'-10'139'0,"5"3"-73"0,5-2-74 16,7 1-53-16,6 5-67 0,4-1 30 0</inkml:trace>
  <inkml:trace contextRef="#ctx0" brushRef="#br0" timeOffset="-139461.81">13532 11685 60 0,'-3'-21'206'16,"0"3"-8"-16,-11 3 2 0,11-4-9 0,-9 2-5 15,4-1-7-15,-5 3-9 0,-9-7-6 0,8 11-10 0,-1-4-13 16,-9 0-8-16,3 5-11 0,-4-1-9 0,-1 0-11 16,-3 6-10-16,0 1-7 0,-1 4-10 0,-2 4-5 15,3 3-2-15,-1 5-9 0,3 3-8 0,-4-2-2 16,3 9-4-16,6-2-8 0,1 1 0 0,4 4-6 15,2-5-2-15,9 0-1 0,-1 7 1 0,4-3-3 16,3 3-5-16,3-6-1 0,4 3-1 0,-1-8 2 16,11 10-3-16,-4-11 2 0,4-2-5 0,9 3 1 15,-3-3-1-15,5-1 1 0,-6-5-5 0,-1-1 1 16,3-4-2-16,4 1-3 0,0-6-5 0,-2 1-3 16,-4-1 0-16,-1-4-2 0,3-1 1 0,-3 1 0 15,-6 1 0-15,7-1 4 0,-8-1-1 0,1-1 5 16,-6 0-7-16,-1 4 7 0,-1-2 7 0,-1 2 3 0,1 2 1 15,1-1-5-15,-8 4-4 0,5-6-5 0,-5 6 3 16,0 0-2-16,0 0 2 0,7 13-4 16,-7-4 0-16,3-1 0 0,-1 2 2 0,-2 2-3 15,10-1 3-15,-6 5 0 0,1-1 2 0,9-3-2 0,-6 0-3 16,5 0 3-16,2 2-6 0,0-2 6 0,0 0 1 16,-2-4-7-16,-1-4 1 0,1 2-10 0,4 4 5 15,-6-10-4-15,2 0-1 0,-3 0-2 0,0-1-5 16,0-5-3-16,0 0 0 0,-3 0 3 0,-6-2-1 15,-1 1 1-15,4-3 5 0,-1 0-4 0,-6 1 5 16,-1-1-2-16,-4-3 3 0,-2 2 0 0,-1-1 5 16,-3 0-2-16,3 6 2 0,-1-1-1 0,4-1 0 15,-7-1 5-15,5 3-4 0,3 2 3 0,-1-2 0 16,2 4 1-16,-1-3 1 0,7 5 0 0,-8-5 0 16,8 5 0-16,0 0 5 0,0 0-2 0,0 0 0 15,23 0-1-15,-8 0-2 0,6 0 2 0,1 1-3 16,-1 2 3-16,6-3 0 0,3 1 2 0,-2-1-2 15,1-1 2-15,0-2-4 0,-10 2 3 0,6-3-4 0,-3 3 2 16,-1-3 2-16,-6-3-1 0,-2 6-2 16,1-8 2-16,-3 3-1 0,1-5 2 0,-2 4 1 0,-9 3 2 15,4-3 8-15,0-5 5 0,-1 5-1 0,-4-1 2 16,0 4-1-16,0-4 2 0,0 8-3 0,-4-8 0 16,4 8-1-16,4-8-3 0,-4 8-3 0,0 0-5 15,1-4-2-15,-1 4 2 0,0 0 9 0,0 0-9 16,12 13 2-16,-5-6-2 0,2 4-1 0,0-2-1 15,4 5 1-15,2-1 3 0,0-1-3 0,1 6 2 16,-1-4 0-16,3-1-5 0,-3-1 6 0,0 3-3 16,-5-3-1-16,8 2-1 0,-8-1-1 0,-3-4-1 15,1-2-3-15,-1 4 6 0,-1-4-1 0,-4-2-2 16,0 2-2-16,-2-2-4 0,0-5-8 0,-5 7-9 16,-7-3-19-16,7-3-21 0,5-1-29 0,-25 0-33 15,9-1-48-15,-4-4-44 0,3-2-45 0,-4-1-149 0,1 0-446 16,5 2 197-16</inkml:trace>
  <inkml:trace contextRef="#ctx0" brushRef="#br0" timeOffset="-139179.08">14226 11328 54 0,'-2'-9'358'0,"2"9"-7"0,0-8-12 16,0 8-19-16,0 0-20 0,0 0-30 0,0 0-26 16,-3-7-34-16,3 7-23 0,0 0-7 0,0 0-29 15,0 0-14-15,11 26-12 0,-9-16-15 0,5 7-3 16,-1 0-14-16,2 8-16 0,1 1 2 0,2 4-6 16,4 11-7-16,-8-13-9 0,4 10-9 0,-2-6-1 15,2-4-9-15,-4-1-5 0,3 3-3 0,-5-2-16 0,5-2-5 16,-4 1-28-16,1-11-22 0,1 6-26 0,1-3-31 15,-3-2-39-15,1-5-43 0,-1-1-39 0,3-4-55 16,-1-2-238-16,0-1-555 0,4-3 245 0</inkml:trace>
  <inkml:trace contextRef="#ctx0" brushRef="#br0" timeOffset="-138979.1">14313 11447 215 0,'-21'-5'309'0,"-1"-1"-9"0,6 3-17 16,-4 1-18-16,7-2-20 0,3 2-18 0,0 1-10 16,3-3-10-16,-3 2-15 0,10 2-15 0,0 0-4 15,0 0-21-15,0 0-19 0,0 0-13 0,0 0-7 16,25 15-16-16,-10-9-34 0,2 2-40 0,12-1-40 16,-9 1-61-16,7 4-81 0,4-5-92 0,-11-2-250 15,15 2-543-15,-14-4 240 0</inkml:trace>
  <inkml:trace contextRef="#ctx0" brushRef="#br0" timeOffset="-138595.8">15095 11505 211 0,'11'-3'305'16,"-11"3"-27"-16,10 4-31 0,-5 3-16 0,-2 1-17 0,-3 4-2 15,2 3-4-15,-2 4-11 0,7 9-11 0,-7 1-6 16,0 0-8-16,0 13-9 0,0 4 3 0,3-7 0 15,0 6-1-15,6-1-8 0,-3-2-11 0,4 2-11 16,2-2-7-16,3 4-11 0,0-5-11 0,4 4-14 16,0-7-9-16,-6 1-5 0,8-2-4 0,-4 2-8 15,-4-15-5-15,-1-12-19 0,-4 6-25 0,2-5-17 16,-3-4-17-16,-2-1-18 0,1-2-40 0,-1-2-48 16,-5-4-50-16,0 0-46 0,0 0-51 0,3-16-35 0,-6 7-260 15,1-3-611-15,-1-9 271 0</inkml:trace>
  <inkml:trace contextRef="#ctx0" brushRef="#br0" timeOffset="-138278.18">15121 11624 216 0,'-5'-18'273'0,"-5"-8"5"0,7 8 7 16,0 0-11-16,-1 3 0 0,3 0 9 0,1 0-7 15,-5 3-5-15,5 0-14 0,-2 3-5 0,2 1-13 16,2 1-14-16,-2-2-21 0,0 9-22 0,5-7-18 15,-4 0-18-15,-1 7-16 0,10-3-14 0,-10 3-11 16,18 2-11-16,-6-1-18 0,6 10-14 0,2-5-14 16,-3 1-5-16,4 3-11 0,2 3-14 0,4-1-9 15,-4 3-15-15,0-3-7 0,0 3 6 0,-1 3-18 16,-6-7-15-16,1 2-8 0,-5-1-2 0,2 2-5 16,-5-7-3-16,1 2-1 0,-2 0 5 0,-5 0-3 0,4 0 2 15,-2-1 9-15,-10-3 4 0,2 3 0 16,-6-2 10-16,-2-2-1 0,-3 0 1 0,0 0-2 15,-5-3-5-15,-2 4-9 0,-9-5-7 0,10 2-1 0,-10-2-15 16,2 4-13-16,7-4-18 0,4 3-18 0,-4-2-17 16,6 4-15-16,6-3-22 0,-2-2-20 0,11 0-31 15,0 0-207-15,-8 4-467 0,8-4 208 0</inkml:trace>
  <inkml:trace contextRef="#ctx0" brushRef="#br0" timeOffset="-137828.95">15742 11467 201 0,'-22'-1'226'0,"1"-3"-12"0,1 4-14 16,0 4-18-16,-1-3-16 0,1 1-18 0,3 7-15 15,-3 0-11-15,5-6-14 0,0 9-7 16,9-5-8-16,-2 5-7 0,1 0-8 0,-1 3-8 15,6-1-3-15,-1-5-10 0,3 5-1 0,0-4-9 0,5 1-3 16,-5-3-5-16,8 3 0 0,-1-2-5 0,1 1-3 16,3-5-3-16,-1 2-4 0,2-3-11 0,-2 0-11 15,5-4-6-15,1 0-15 0,-2-3-6 0,2 0-8 16,2-2-9-16,-3 0 2 0,-2-2 4 0,-1-1 5 16,3-1 1-16,-2-2 3 0,0 0 2 0,-6-1 5 15,1-3-3-15,-1-1 18 0,0 4 18 0,-4-4 17 16,-3-1 17-16,2 5 21 0,-2-4 9 0,0 5 12 15,-2-6 13-15,2 7 2 0,0 2 3 0,0 1 2 16,0-1 8-16,0 3-4 0,0 5-19 0,-3-8-8 16,3 8-11-16,0 0-13 0,0 0-1 0,0 0-13 15,0 0-1-15,0 0-6 0,0 0 1 0,3 27-5 16,4-15-5-16,-3 4-5 0,6 3 1 0,-5 0-4 0,5-3-6 16,-3 3-6-16,1-1-14 0,7 7-18 0,-7-10-25 15,6 1-32-15,1 3-38 0,-7-4-50 16,5-3-58-16,2-1-58 0,-2-2-225 0,2-1-547 0,-5-2 243 15</inkml:trace>
  <inkml:trace contextRef="#ctx0" brushRef="#br0" timeOffset="-137578.1">16076 11176 125 0,'-3'-8'377'0,"-2"-3"-4"0,3 3-4 0,1-2 0 16,-3 3-1-16,3-1-18 0,-1 2-15 0,2 6-31 16,-2-8-24-16,2 3-33 0,0 5-27 0,0 0-23 15,0 0-15-15,0 0-27 0,9 17-12 0,-6-7-13 16,4 3-15-16,1 6-12 0,5 2-10 0,-5 5-20 0,4-2-21 16,-1 5-27-16,-1-2-18 0,0 2-36 0,5 1-36 15,-6-3-35-15,-1 2-30 0,5-2-39 16,-6 2-48-16,3-2-58 0,1-2-50 0,-3 1-289 0,-1-8-665 15,1-4 294-15</inkml:trace>
  <inkml:trace contextRef="#ctx0" brushRef="#br0" timeOffset="-137127.95">16411 11146 84 0,'0'-7'267'0,"0"2"-11"16,1-2-15-16,-1 7-22 0,-5-9-22 0,5 9-23 0,-3-4-17 16,3 4-15-16,0 0-13 0,0 0-14 15,-7 18-10-15,2-8-14 0,4 2-5 0,1 3-9 16,0 3-3-16,1 2-10 0,-1 2-8 0,5 3-3 0,-1 2-5 16,-1-1-6-16,4-2 0 0,-1 0-5 0,-3-5-6 15,6 7-4-15,-3-2 1 0,3-6-2 16,1 0-1-16,-6-3-1 0,6 0-6 0,-6 0 1 0,1-7 2 15,5 2-5-15,-10-2-1 0,6-3 0 0,-1 0-1 16,-1 1 0-16,-3-3-4 0,-1-3 0 0,13 0 2 16,-13 0 0-16,15-3-3 0,-15 3 12 0,9-11 10 15,-3 8 1-15,1-4 0 0,3 2 8 0,-5-2-2 16,1-1 12-16,3 7-2 0,-3-7-5 0,1 1-12 16,-1 4 7-16,3-3-8 0,-9 0-3 0,0 6 0 15,8 0-9-15,-8 0 0 0,0 0-7 0,0 0-1 16,23 7 1-16,-19-2-3 0,-3 4 2 0,6 1-2 15,-6-2-3-15,4 4 4 0,2 3-4 0,-5 0 8 16,3-1-6-16,-2-5-3 0,4 7-3 0,-4-7 2 16,4 1 14-16,-3 1-17 0,-2-5-15 0,0 1-18 15,3 1-17-15,-4-2-23 0,3 0-28 0,-4-6-59 16,0 0-54-16,0 0-53 0,0 0-206 0,0 0-512 0,-14-18 227 16</inkml:trace>
  <inkml:trace contextRef="#ctx0" brushRef="#br0" timeOffset="-136944.46">16162 11286 149 0,'-6'-3'357'0,"-3"0"-12"0,3 0 4 0,2-1-13 0,4 4 0 16,-5-7-7-16,5 7-44 0,0 0-29 0,0 0-27 16,15-4-19-16,-15 4-21 0,27 2-17 0,-9 2-18 15,-1-3-15-15,4 7-14 0,7-1-33 0,4 4-44 16,-1-6-51-16,1 5-62 0,-3-1-75 0,1 3-92 15,13 2-94-15,0-1-230 0,-10-1-602 0,4-1 267 16</inkml:trace>
  <inkml:trace contextRef="#ctx0" brushRef="#br0" timeOffset="-136611.83">17082 11634 177 0,'0'0'381'0,"0"0"-13"0,0 0-26 15,-9 3-25-15,9-3-29 0,0 0-27 0,0 0-25 16,0 0-23-16,-10 1-28 0,10-1-16 0,-2 6-18 16,2-6-12-16,-7 8-18 0,6-2-9 0,-1 0-8 15,-1 1-14-15,3 1-10 0,-2 0-6 0,2 0-11 16,-2 0-1-16,2 1-8 0,0-2-1 0,0 0-7 15,0-7-1-15,2 8-9 0,-2-1-2 0,0-7-5 16,2 5 5-16,-2-5 7 0,0 0-16 0,3 3 0 16,-3-3-12-16,0 0 6 0,0 0-14 0,0 0 6 15,0 0 1-15,10-15-18 0,-10 10-20 0,0 5-33 16,0-10-45-16,0 10-68 0,-2-7-89 0,2 7-92 0,-5-12-220 16,4 4-620-16,-1 1 275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9T10:00:28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2452 1490 254 0,'1'-20'271'0,"2"9"-4"16,-2-2-8-16,-1-1-16 0,2 0-5 16,-1 2-5-16,2-1-9 0,-2 2 0 0,-1 1-13 0,0-1-5 15,1 4-9-15,-1 1-19 0,3-1-6 0,-3 2-17 16,0 1-20-16,3 0-13 0,-3 4-24 0,0-3-12 15,0 3-8-15,0 0-8 0,0 0-11 0,0 11 1 16,0-2-8-16,4 1-8 0,-4 3-4 16,1-1-2-16,5 6 0 0,-1-1-9 0,-1 4-2 0,-1-3-6 15,2 2-9-15,4 1-20 0,-3-2-27 0,3-3-32 16,-4 2-20-16,2 2-26 0,2-2-24 0,-5-2-35 16,3-6-36-16,-1 3-46 0,-1-3-36 0,-1 1-205 15,-1-1-537-15,-1 0 237 0</inkml:trace>
  <inkml:trace contextRef="#ctx0" brushRef="#br0" timeOffset="1254.93">2429 1400 53 0,'-6'-9'231'0,"-3"0"-9"0,3-1-11 0,-2-1-9 0,4 4-6 15,-2-4-13-15,0 6-9 0,3-2-12 0,-2-1-13 16,1 3-7-16,1-3-13 0,0 3-7 16,3-1-12-16,-1 1-10 0,1-3-9 0,1 4-13 0,-1-2-6 15,3 1-8-15,1 0-10 0,1 0-3 16,1-1-4-16,5 2-6 0,-6 1-6 0,7-2-2 16,1 3-5-16,-1-1 0 0,1 3-4 0,0 0-4 0,0 2-1 15,2 0-5-15,3 4 5 0,1-1-10 0,-8 1 3 16,8 2-6-16,-2 3 4 0,0-2-4 15,0 6 2-15,-1-2-1 0,4 7 3 0,-8-6-6 16,3 3 1-16,0-1 0 0,-4 2 0 0,0 0-5 16,-3-2 4-16,0 1-3 0,2 0 0 0,-9 1-1 15,2-6-2-15,-3 1 1 0,0 0-3 0,-4 0 3 0,-2-3-4 16,-3 3 7-16,-1-3 5 0,-2 2 17 16,-6-2 1-16,1-3 0 0,-1 0-1 0,-1-1-1 15,-2 2 6-15,2-1 4 0,-1-5-2 0,1 3-6 16,0-4-4-16,5 1 2 0,-1-1 0 0,6-2-1 15,-1 4-2-15,1-3-3 0,9 0 6 0,-11 0-6 16,11 0 1-16,0 0-2 0,0 0-11 0,0 0-6 0,0 0-13 16,0 0-12-16,0 0-20 0,0 0-20 15,27-11-26-15,-9 10-18 0,1-2-24 0,1 1-10 16,2-1-17-16,0-1-12 0,1 3-11 0,3 0-3 16,-4-1 9-16,1 0 11 0,1-2-2 0,-2 3 8 15,1-5 11-15,-1 1 16 0,-2 2 15 0,-2-1 15 16,2-1 5-16,-7-1 18 0,1 3 9 0,-1-4 23 15,0 1 22-15,-3 1 6 0,-2-3 24 0,1 1 22 16,-3 2 9-16,1-3 20 0,-4 1 17 0,-1-3 7 16,2 4 18-16,-1-2 5 0,-3 3 12 0,2-1 4 15,-2-1 11-15,0-1 9 0,-2 5 7 0,-1-1 7 16,2-2-1-16,-3 1-6 0,3 2-14 0,-4 0-7 16,3 1-7-16,-3-3-12 0,5 5-1 0,-12-3-19 15,7 3-13-15,5 0-5 0,-20 5-4 0,10-2-3 16,-1 0-9-16,-1 4-6 0,0 0 0 0,1 0-7 15,0 0-1-15,3 1-3 0,-2 0-6 0,1 0-2 16,5 2-6-16,1 0-1 0,0-5-6 0,3 5-2 16,3-2-10-16,0 2-3 0,5-2-5 0,1 1-6 15,1-3-7-15,10 2-29 0,-2-2-28 0,2-2-35 16,2 1-23-16,0-5-27 0,-2 4-20 0,3-4-17 16,2-3-11-16,-2 0-1 0,-4 0-1 0,4-2 20 15,-4-1-106-15,0 2-323 0,0-3 144 0,-7 4 1252 16,-1-4-874-16,-3 2 25 0,-1 1 32 0,0 0 34 15,-3 1 32-15,0-2 30 0,-4 5 38 0,3-5 15 16,-3 5 16-16,0 0 1 0,3-5-2 0,-3 5-14 16,0 0-5-16,0 0-10 0,0 0-8 0,0 0-2 15,0 0-3-15,0 0-5 0,-8 20 0 16,6-12 9-16,1 4-9 0,0 4-4 0,-1 0-3 0,5 2-4 16,-4 8-7-16,3 1 2 0,0-8-8 0,-1 10 0 15,2-8-9-15,3 6-1 0,-2-7-4 0,1 8 3 16,0-8-7-16,-1 7-5 0,-1-8-3 0,2 0-3 15,2 0 7-15,-3-1-10 0,-3-2-1 0,2-4-3 16,-1 0 3-16,-4-3-3 0,5-2 2 16,-2 0 0-16,-2-2 2 0,1-5-2 0,1 7 11 0,-1-7 4 15,0 0-7-15,0 0 0 0,0 0-7 0,0 0-2 16,0 0-4-16,-12-19 3 0,5 8-6 0,2-7-4 16,2 2 3-16,-2-4-18 0,1-6-14 0,-2-2-15 15,3-1-14-15,2-2-4 0,-3-2 7 0,1 1 4 16,-1 1 7-16,3 3 3 0,-2 1 1 15,3 8 8-15,0-3-2 0,-4 3 8 0,1 1 1 0,1 1-2 16,-1 3 3-16,0-4 5 0,-1 6 7 0,3-1 3 16,1-1-1-16,-2 5 5 0,1-3 2 0,0 2 5 15,1 3 2-15,0 0 5 0,1 0 1 0,-1 2-5 16,1-1 0-16,-1 6 5 0,2-7-9 16,-2 7 1-16,6-3-1 0,-6 3-1 0,13-5 0 0,-6 4 0 15,-7 1-2-15,17 6-1 0,-6-5-1 0,0 3 3 16,1-1-3-16,-2 4-4 0,-1-2 0 0,2 1-2 15,-1 3-2-15,-1-3 1 0,-3 2 0 0,2 0-5 16,-4-1 3-16,-3 0 4 0,2 2-3 16,-3-2-3-16,0-3 3 0,-3 3 0 0,2-1 6 0,-3 1-3 15,0 0-4-15,-6 0 9 0,4-2-4 0,-7 0 6 16,3 3-4-16,0-3 1 0,0 0 3 0,-1-2-11 16,3 1-12-16,0-2-21 0,1-2-28 0,-6 1-45 15,13-1-61-15,-10-3-43 0,9-3-152 0,1 6-399 16,-4-9 176-16</inkml:trace>
  <inkml:trace contextRef="#ctx0" brushRef="#br0" timeOffset="1538.75">3359 1127 113 0,'0'0'295'0,"-3"-3"-27"0,3 3-27 15,0 0-24-15,0 0-22 0,0 0-23 0,0 0-10 16,0 0 2-16,-4 15-9 0,4-5-12 16,0 0-15-16,2 3-11 0,-1 5-10 0,0-1-16 15,2 3-1-15,-2 1-14 0,2 0-6 0,1 6-5 0,-1-5-7 16,4 3-4-16,-2 3-6 0,-1-9-4 0,3 1-4 16,-3-2-5-16,-1 3 0 0,5-3-10 0,-7-5-10 15,5 3-12-15,-2-4-14 0,3 0-24 16,-6-5-25-16,3-1-17 0,-2 1-6 0,4-3-17 15,-6-4-52-15,4 1-45 0,-4-1-34 0,9-6-149 16,-5 0-412-16,-3-1 182 0</inkml:trace>
  <inkml:trace contextRef="#ctx0" brushRef="#br0" timeOffset="1956.91">3475 1159 172 0,'0'0'186'0,"-2"-5"-21"0,2 5-16 0,0 0-19 15,0 0-9-15,0 0 4 0,0 0 9 0,0 0-12 16,0 17-9-16,0-11-13 0,2 0-11 16,-2 5-8-16,1-1-6 0,2 3-10 0,-2-2-2 15,3 7-6-15,0-3-6 0,-1 2-2 0,2 1-4 16,-1-1-10-16,3-2 0 0,-1 3-7 0,-5-7 2 0,5 6-5 16,-2-5-3-16,-1-1 3 0,2 0-5 0,-4-1-4 15,3-1 1-15,-1-5-2 0,-2 2 0 0,2 2-3 16,-2-6 2-16,1 1 0 0,-2-3 9 15,1 6 11-15,-1-6 5 0,0 0-2 0,4 3 1 16,-4-3-3-16,0 0 5 0,0 0 0 0,7-12 4 0,-7 12 7 16,4-3-2-16,-1-2 3 0,-2-2-1 0,3 2-6 15,0 2-3-15,0-3-3 0,2 2-4 0,-1 0-3 16,-1 0-3-16,0 0-1 0,3 3-8 0,-1 0 2 16,3-1-5-16,-4 1-2 0,-5 1 1 15,14 0-4-15,-8 0 2 0,3 3-3 0,-3-2-7 0,2 2 7 16,-3-2-6-16,3 3 2 0,-1 0-1 0,-3-1-2 15,2 2 4-15,1 0-6 0,-6-2 2 0,3 4-9 16,-2-2-23-16,1 0-20 0,1-1-29 0,-2 0-13 16,-2-4-18-16,-2 10-32 0,2-10-33 0,-4 5-54 15,-1 0-187-15,0-2-448 0,-4-1 199 0</inkml:trace>
  <inkml:trace contextRef="#ctx0" brushRef="#br0" timeOffset="2141.02">3275 1337 215 0,'4'-2'206'0,"5"-1"-21"16,-2 1-14-16,4-1-13 0,2 2-18 0,4 0-17 16,3 2-9-16,2-1-22 0,-1 0 0 15,2 1-17-15,5-1-39 0,2 3-39 0,-1-1-71 16,-1-1-71-16,-5 1-87 0,-2-1-249 0,3 0 111 0</inkml:trace>
  <inkml:trace contextRef="#ctx0" brushRef="#br0" timeOffset="2442.19">4042 1208 42 0,'0'0'349'0,"4"-4"13"16,-4 4-18-16,5-4-12 0,-5 4-4 0,4-4-36 16,-4 4-27-16,0 0-27 0,0 0-27 0,4-2-22 15,-4 2-16-15,0 0-19 0,0 0-14 0,0 0-17 16,6 13-17-16,-2-7-1 0,2 1-17 0,-1 5-5 16,3 4-6-16,-1-3-16 0,-3 4-1 0,3 0-7 15,2 2-1-15,-3-1-7 0,-4 1-3 0,5 1 2 16,0-1-4-16,1-1-17 0,-1 1-24 0,-2 0-21 15,1-2-18-15,-2-6-9 0,-1 1-11 0,3-2-22 0,-2 0-14 16,1 0-21-16,-4-3-19 0,0-1-9 16,2-1-15-16,-3-5-27 0,6 4-39 0,-6-4-59 15,0 0-185-15,0 0-508 0,0 0 225 0</inkml:trace>
  <inkml:trace contextRef="#ctx0" brushRef="#br0" timeOffset="2660.07">4004 1213 223 0,'-2'-5'258'0,"4"-2"-10"15,-2 7 4-15,2-11-20 0,1 3-22 0,0 2-21 16,0 1-14-16,2-1-19 0,-1 0-15 0,6 0-10 16,-2 0-16-16,3 0-16 0,-2 2-8 0,2-1-12 15,3 0-6-15,-2 5-14 0,-1 0-14 0,4-1-17 16,-1 4-21-16,0-2-29 0,4 4-25 0,-4-1-37 15,-2-2-34-15,4 1-33 0,-4 0-45 0,2 4-170 16,-3-3-396-16,-1 2 176 0</inkml:trace>
  <inkml:trace contextRef="#ctx0" brushRef="#br0" timeOffset="2893.54">4133 1322 144 0,'-8'3'217'15,"4"0"-17"-15,2 1-14 0,2-4-5 0,-4 6-16 16,3-2-11-16,1-4-17 0,-4 8-12 0,4-8-1 16,0 7-16-16,5-3-8 0,-1 2-13 0,-1-2-4 15,2 0-8-15,1 0-13 0,6 2-3 0,-1 0-3 16,3-2-11-16,3-1-3 0,-3 1-11 0,5-2-20 16,1 0-24-16,1-2-27 0,-2 0-18 0,2 0-34 15,-1-2-26-15,0-1-24 0,-1-2-18 0,-5 1-16 16,-5-1-90-16,2 0-288 0,-3 1 128 0</inkml:trace>
  <inkml:trace contextRef="#ctx0" brushRef="#br0" timeOffset="3044.69">4428 1355 650 0,'4'-2'-40'16,"-4"2"21"-16,0 0 31 0,0-7 9 0,0 7 19 16,0 0 19-16,-1-5 11 0,1 5 7 0,0 0 4 15,-4-3-16-15,4 3 8 0,0 0-7 0,0 0 9 16,0 0-1-16,0 0-4 0,0 0-6 0,-6 13-10 16,2-8 3-16,3-1-6 0,1 3-3 0,0-1-7 15,0 1-2-15,0 1-6 0,1 0 2 0,3 1-4 16,-3 1-1-16,1-1-7 0,-1 1 0 0,2 1-7 15,0-2-5-15,1 2-24 0,-4-2-34 0,4-1-26 16,-1-2-44-16,1 1-40 0,-1-4-98 0,-3-3-274 16,6 6 121-16</inkml:trace>
  <inkml:trace contextRef="#ctx0" brushRef="#br0" timeOffset="3629.42">4515 1348 210 0,'0'0'282'0,"0"-5"-6"0,0 5-11 16,0 0-22-16,0 0-15 0,1-4-20 0,-1 4-25 15,0 0-13-15,0 0-18 0,0 0-18 0,0 0-10 16,0 0-8-16,17 6-18 0,-12-3-6 0,3-1-17 16,2 3-1-16,0 1-14 0,2 0-2 0,-3 1-9 15,2-1-15-15,0 2-6 0,-3 0-17 0,3 0-6 16,-2-2-13-16,-2 2-14 0,2 0-9 0,-4-5-12 15,-2 2-16-15,1 2 3 0,-2-3 0 0,1-2 5 16,-3-2-2-16,-3 5 3 0,-2 0 7 0,5-5 2 16,-9 3 11-16,3-3-1 0,1 1 4 0,-5-1 4 15,10 0 1-15,-11-2 2 0,4-1 1 0,3-2 9 16,-1 1 0-16,-2 2-1 0,3-4 1 0,4-1-2 16,0-1 2-16,4-3-6 0,-2 2-20 0,4-3-7 15,1 2 3-15,7-3-6 0,-1 1 3 0,1 1-7 16,2 0-7-16,-1 1 16 0,0-2 6 0,-1 1 4 15,-2 4-2-15,0-2 3 0,-4 1 5 0,-1 1 7 16,1 3 6-16,-1 0 9 0,-3 0 10 0,-2 1 11 16,0 1-1-16,2-1 1 0,-4 3-3 0,6-3-7 15,-6 3 5-15,0 0-4 0,0 0-3 0,0 0 0 16,0 0-2-16,11 10-1 0,-10-2 4 0,3-5 1 16,-4 6 9-16,4 0-3 0,0 3 3 0,5-1 6 15,-3-1-6-15,4 6 4 0,-2-1 0 0,4-2-6 16,0 2 6-16,-1-1-8 0,0-3 2 0,1 0 0 15,5 1-3-15,-11-3-2 0,3 1 0 0,-2-2-1 16,-1 1 6-16,-2-3-6 0,0 0 1 0,2 1-4 16,-2-3 2-16,-3 1-2 0,-1-5 5 0,0 0-1 15,-1 7-3-15,-6-4 0 0,7-3 0 0,-16 3 2 16,8-2-5-16,-2 0 3 0,-3-2-1 0,-1-1-5 16,2 0-18-16,-2-2-18 0,2-1-26 0,-3 1-36 15,5-2-58-15,2-1-182 0,-1-1-363 0,1-2 161 16</inkml:trace>
  <inkml:trace contextRef="#ctx0" brushRef="#br0" timeOffset="3930.47">5058 1015 223 0,'0'0'309'0,"0"0"-16"0,0 0-23 15,0 0-25-15,-6-3-24 0,6 3-27 0,0 0-22 16,0 0-19-16,0 0-17 0,0 0-12 0,0 0-13 16,-2 15-11-16,2-7-11 0,0 2-8 0,0 3-12 15,0 0 4-15,0 5-8 0,1-2-11 0,0 11-7 16,2-6 4-16,1 5-8 0,-1 2-6 0,2-8 1 16,-2 1-1-16,2 5-9 0,1-5-3 0,-2-1 1 15,3 6-7-15,-1-7-5 0,0-1-4 0,-2-1-15 16,4-1 1-16,-5-1-27 0,1-7-17 0,4 4-20 15,-5-4-19-15,0-1-14 0,1-1-26 0,-3-4-23 16,3 3-53-16,-4-5-47 0,0 0-131 0,0 0-412 16,0 0 182-16</inkml:trace>
  <inkml:trace contextRef="#ctx0" brushRef="#br0" timeOffset="4098.75">4975 1189 164 0,'-4'-1'271'0,"4"1"-3"0,-7-5-8 0,7 5-13 16,-7-2-19-16,7 2-20 0,0 0-20 0,-5-4-19 16,5 4-18-16,0 0-14 0,0 0-13 0,0 0-10 15,0 0-14-15,30 2-20 0,-21 0-26 0,2-1-35 16,4 0-50-16,0 0-58 0,5-1-82 0,2 0-245 16,0-2-450-16,-4 1 200 0</inkml:trace>
  <inkml:trace contextRef="#ctx0" brushRef="#br0" timeOffset="4284.14">4552 915 210 0,'-11'-4'243'0,"4"-2"-20"0,-1 1-27 16,4 2-12-16,-2-1-26 0,5-2-29 0,1 6-38 15,0 0-52-15,10-3-68 0,-2 3-88 0,4 0-105 16,6 0-239-16,-3 0 106 0</inkml:trace>
  <inkml:trace contextRef="#ctx0" brushRef="#br0" timeOffset="5552.87">5738 989 106 0,'15'-13'261'0,"-7"3"1"16,2 2-15-16,-2-4-8 0,0 4-17 0,-3 0-2 16,2 0-9-16,0-2-11 0,-3 3-9 0,0 2-5 15,0 0-10-15,-3 1-14 0,4-2-12 0,-5 2-16 16,0 4-9-16,1-5-14 0,-1 0-17 0,0 5-11 15,0 0-2-15,-10-1-21 0,2 1-1 0,8 0-13 16,-20 3-4-16,9-1 1 0,-4 2-7 0,5 1-6 16,-3 2-1-16,1-1-1 0,1 0-5 0,0 4-5 15,1 3-2-15,1-4 2 0,1 1-8 0,1 7 3 16,3-5 0-16,1 0-13 0,2 2 2 0,2 3 1 16,6 1-4-16,-3-1 2 0,7-1 0 0,1 2-3 15,0-1 2-15,9 4 1 0,0-1-1 0,-7-6 3 16,8 6-1-16,-2-2-1 0,-2-6 1 0,1 2-3 15,-4-1 1-15,1-2 4 0,-2-1-2 0,-2 0-1 16,-2-3 0-16,-4 2-2 0,3-4 0 0,-3 3-1 16,-2-4-6-16,-1-1 5 0,0 2 2 0,0 0 0 15,-3 0 0-15,-3-2 3 0,3-3 1 0,-7 7 3 16,1-6-1-16,-7 1-5 0,1-1 2 0,-3 0 3 16,0-1 0-16,0 1 9 0,-4-1-10 0,4-1-4 15,0 0 8-15,0 1-6 0,3-3-1 0,0 2-1 16,-1 0 4-16,6 0-1 0,-2 1-5 0,5-2 1 15,4 2 11-15,-8-3-18 0,8 3-1 0,0 0-15 16,2-7-5-16,5 4-20 0,8 0-18 0,7-2-19 0,8-1-16 16,-3-1-10-16,6 3-15 0,-2-5-12 15,1 1 6-15,1 3 1 0,0-4 1 0,-1 3 11 16,1-2 8-16,-3 0-2 0,0 2 9 0,-11-3 12 16,2 3 8-16,-4-1 9 0,-5 0 8 0,-2 0 9 15,-1 0 16-15,1 1 9 0,-6 0 16 0,-1 0 12 16,1 1-3-16,-4 0 16 0,0 0 3 0,-1 0 13 15,-4 0 10-15,4 1 4 0,-6 0-6 0,3-1 0 16,-2 4 3-16,0-1-3 0,-2-1 6 0,1 0-3 16,-1 3-13-16,-2 0 4 0,-1 1-4 0,3 2-4 0,0-1-2 15,0 1 1-15,0 4-2 0,2-4-3 0,-3 5 3 16,3 0-3-16,1-1-4 0,1 3 1 16,1-1 3-16,2 2 0 0,2-1-5 0,3 1 1 15,3 0 4-15,0 0-7 0,9 2 1 0,1-3-4 16,4 1-4-16,8 1-13 0,-1-2-11 0,5-2-13 0,1 0-9 15,0-6-13-15,3 4-5 0,-2-5-11 0,0-1 4 16,1 3 21-16,-5-5-12 0,2 0 9 0,-5-4 4 16,-7 1 4-16,-4-1 8 0,2-1 15 0,-8 1 17 15,0-3 9-15,-3 2 10 0,-5 1 3 0,1-2 8 16,-4 1 7-16,0-2 10 0,-5 0 19 0,2 1 1 16,-6 0 6-16,0 0 0 0,1 1 2 0,-4 3-2 15,1 0-6-15,-1-2 1 0,-3 1-7 16,1 4-9-16,-3-3-3 0,-5 3-5 0,4 2 0 15,2-1-4-15,1 4-6 0,-3 0-3 0,0 3-2 0,2 0 1 16,2-1-5-16,2 1 0 0,0 0-4 0,2 4 1 16,0-2-2-16,0 2 0 0,3-3-3 0,3 4 1 15,-2-4-1-15,3 3-5 0,0-1 1 0,3-3-3 16,4-1 4-16,3 4-5 0,-5-5 1 16,4 0 1-16,4 0-2 0,2-3 2 0,0 0-1 0,0-1-3 15,3-1 1-15,3-1 3 0,-2-1-4 0,3-3 0 16,-5 0 2-16,0-1-3 0,-1 0 5 0,-1-3 0 15,-1 0-2-15,0-1 2 0,-3-2 9 0,3 5 15 16,-4-5 23-16,-2 0 23 0,1 3 17 0,-3-1 9 16,-2 4 2-16,3-4 14 0,-4 3-5 0,3 1 1 15,-2 1-10-15,2 0-14 0,-3 5-10 0,1-6-14 16,-1 6-14-16,0 0 0 0,0 0-11 0,0 0-5 16,0 0-1-16,0 0-5 0,0 0-2 0,0 0-10 15,-13 19-16-15,10-12-12 0,3 3-10 0,0 0-9 16,3 1-11-16,-2 0-17 0,-1-1-19 15,4 0-21-15,0 0-19 0,4 0-29 0,-4-5-33 0,0 3-39 16,6-3-45-16,-2-2-220 0,-3 0-526 0,5-3 234 16</inkml:trace>
  <inkml:trace contextRef="#ctx0" brushRef="#br0" timeOffset="6122.26">6757 1211 222 0,'0'0'220'0,"4"-3"-5"15,-4 3-19-15,1-4-14 0,-1 4-24 0,0 0-12 16,0 0-21-16,0 0-13 0,0 0-8 0,8 7-13 16,-6-4-9-16,2 2-7 0,0-1-11 15,3 4-2-15,-1 1-7 0,1 0-3 0,1 1-5 0,2-1-7 16,-2 2 0-16,0 0-7 0,3 4-3 0,1-1-2 16,-1-3-3-16,-5-2 0 0,1 2-2 0,3-2-3 15,-4-1-1-15,-1-2-4 0,-2-1 0 0,1-1-7 16,-3 1 5-16,2-2 6 0,-3-1-4 15,0-2-7-15,0 0 7 0,0 0-6 0,0 0 5 0,-15-9-2 16,10 3 10-16,-1 0 13 0,-2-4 7 0,1 3-2 16,0-2 5-16,3-1-2 0,3 2-1 0,-2-4-2 15,-1 4-2-15,4-2-6 0,1 2-6 0,2 2-8 16,1-1-12-16,3 2-14 0,1 0-15 16,7-2-19-16,-1 2-16 0,5 2-13 0,-3 2-29 0,6 0-9 15,2 1-8-15,-2 1-6 0,0 2 2 0,1 0 2 16,0 4-4-16,-1-4 14 0,1 0 4 0,-4 1 16 15,-1 2 3-15,-5-2 14 0,1-1 7 0,-6-3 27 16,2 1 0-16,-5 1 18 0,-1-2 29 0,-4 0 26 16,9 1 12-16,-9-1 3 0,0 0 2 15,0 0 14-15,0 0 10 0,0 0 7 0,0 0 6 0,-22-4-2 16,11 4 1-16,-1-1 2 0,2 1-7 0,-2-2-5 16,-2 2-4-16,1 0-11 0,2 3-4 0,-3-2-6 15,1 1-7-15,0 3-4 0,1-3-8 0,0 2 0 16,2 3-6-16,-1-1-1 0,2-1-1 15,5 0-3-15,-2 2-2 0,1 0-3 0,0-1-1 0,3 1 0 16,2-1 3-16,0 2-5 0,3-1 0 0,2-1-2 16,3 0-1-16,2 1-3 0,7 1 0 0,1-1-9 15,1-2-11-15,6-1-9 0,3 0-17 0,4-4-13 16,-1-2-14-16,0 2-30 0,-1-3-26 16,3-4-23-16,-1 1-27 0,0-4-16 0,-1-1-20 0,-1-2-117 15,-12 1-349-15,6-6 154 0</inkml:trace>
  <inkml:trace contextRef="#ctx0" brushRef="#br0" timeOffset="6539.95">7517 1000 163 0,'-6'-11'244'0,"0"-1"8"0,-1 5 6 0,0-2-4 0,2 0-8 16,1 2-14-16,-1-4-20 0,0 6-22 0,2 2-21 16,-1-3-23-16,4 6-16 0,-6-3-17 0,6 3-8 15,0 0-15-15,-13 10-7 0,8-2-8 0,1 2-8 16,1 3-7-16,2 0-11 0,1 0 3 15,0 6-7-15,0-1-6 0,0 1-2 0,1 0-6 0,2 0-3 16,1 3-3-16,2-1-5 0,1-2-2 0,4 5-5 16,0-5-2-16,4 6 4 0,-4-9-6 0,1 2 1 15,1-4-5-15,-1-1-2 0,1 3 2 0,-2-10-1 16,-3 3 1-16,2-4 1 0,-5-2 1 16,3 2 3-16,-1-4-2 0,-7-1-1 0,0 0 6 0,14-2 13 15,-14 2 7-15,8-5 18 0,-4 0 26 0,0 2 14 16,-4 3 9-16,4-9-5 0,0 5-10 0,-4 4 13 15,2-7-5-15,-1 1 1 0,-1 6-10 0,1-5-10 16,-1 5-5-16,3-4-4 0,-3 4-14 16,0 0-13-16,0 0-8 0,0 0-6 0,0 0-2 15,0 0-1-15,0 0-1 0,22 9-5 0,-15-3 4 16,-3 0-6-16,7-1-1 0,-2 2 3 0,2 0-11 16,1-1-1-16,2-1 0 0,-3 3 0 0,1-1-6 0,0-4-17 15,0 2-10-15,-2-2-21 0,0-1-16 0,0 1-10 16,4-3-23-16,-2 2-20 0,-4-2-31 15,-1-2-38-15,-7 2-46 0,9-7-48 0,-2 4-50 16,-7-1-223-16,0-2-602 0,-7-3 266 0</inkml:trace>
  <inkml:trace contextRef="#ctx0" brushRef="#br0" timeOffset="8229.12">2592 2097 14 0,'0'0'116'16,"0"0"-10"-16,0 0-8 0,0 0-10 0,0 0-10 0,0 0-3 16,0 0-4-16,0 0-9 0,0 0-2 0,0 0-9 15,12 5 5-15,-8-3-2 0,-4-2-1 0,10 3-3 16,-2-3-10-16,1 2 19 0,0-1-14 16,3-1-1-16,1 2 0 0,1-2-2 0,1 0-7 15,0 0 3-15,7 0-2 0,-6-2-8 0,6 1 1 16,-3 0 0-16,0 0 4 0,4 1-3 0,-3-2-4 0,1 1 8 15,-2-1-7-15,2 2 1 0,0-3-3 0,-2 1 1 16,1 2 1-16,1-5-5 0,-2 5 1 0,-1-3-1 16,2 3 4-16,-4-3 0 0,5 2 0 15,-1 0-3-15,-1-1 4 0,-4 1-3 0,0 0 3 16,0 0 2-16,0-2 0 0,-3 1 3 0,2 0 2 0,5 1 1 16,-3-1-1-16,-4 0-3 0,2 2 1 0,1-3-5 15,0 2 1-15,0-1-4 0,-1 0-3 0,2-2-1 16,2 3 2-16,2-2-7 0,-1 3-1 15,0-2 2-15,1 1-3 0,2-2 0 0,-1 2-2 16,-1-3-1-16,3 2-3 0,0-1 0 0,0 1 0 16,6-3 0-16,-7 4 0 0,2-2 0 0,-2 1-3 0,0 2-1 15,2-1 3-15,-1-1-3 0,-2 0 0 0,0 0 2 16,2 0-1-16,-3-1 0 0,4 2-1 16,-4-1 0-16,0 2 2 0,0-3-1 0,2 2 0 15,-3-1-3-15,1 2 5 0,2-2-2 0,1-1 0 16,-5 1 0-16,1 2-2 0,-4 0 1 0,5-4 1 15,3 2 0-15,-5 0-1 0,1 1 0 0,0-1 0 0,0-1-2 16,-3 2 1-16,2 0 0 0,1-2 1 0,-1-1 0 16,1 3 1-16,-5-1-3 0,7 0 1 15,-3 2-1-15,-2-4 1 0,3 3-1 0,-1-2 2 16,4 3-3-16,-2-5 2 0,-2 4-1 0,4-2-1 16,-1 2 6-16,-3 0-3 0,2 1-2 0,5-2 2 15,-2 0-1-15,-4 2-1 0,4-4-1 0,0 3 1 0,-2-1 1 16,3 1 1-16,-1 0-1 0,-1-1-1 15,8 0 0-15,-8 1-1 0,2-1 1 0,6 1-3 16,-7 1 5-16,11-4-3 0,-3 3 4 0,2-1-5 16,-2 2 11-16,2-2-12 0,-2-4 1 0,2 7 0 15,0-1 0-15,-2-1 2 0,2-2-1 0,-1-1 2 16,1 3-2-16,1-3-3 0,1 3 3 0,-1-2 0 0,-1 3-1 16,1-1 2-16,0-2-1 0,0 3-1 15,-1-3 2-15,1 1-1 0,-3 1-2 0,3 1 2 16,5-1 0-16,-3 0 5 0,-2-2-7 0,2 3 3 15,1-1-1-15,1 2 1 0,-1 0-1 0,-2-2-1 16,1 1 2-16,2-3-2 0,-3 3 1 0,3 0-2 16,-1-1 2-16,-2-2-1 0,2 3 1 0,1-1-1 15,0-1 0-15,-1 2 4 0,-2 0-5 0,2 0 4 16,-3-2 0-16,0 1-4 0,1-1 0 0,-1-1 2 16,0 2 1-16,0-2-2 0,2 0 0 0,-5 5-1 15,2 1 2-15,-3-2-1 0,2-5-1 0,-2 5 8 16,4-2-6-16,0-1 4 0,0 2-4 0,-1 0 1 15,1 2-1-15,-2-5 0 0,1 3-1 0,-2 1 1 16,2 2 1-16,-2-4-2 0,-1 4 2 0,1-5 1 16,-9 2-1-16,8-1 0 0,4 2 0 0,-12-2 0 15,8 2-2-15,1 1-1 0,-1-2 2 0,0 0-1 16,-1 1 0-16,-1-2 2 0,-4-1-1 0,-2 1 2 16,2 1-4-16,-1-2 2 0,1 2-2 0,-1 0 2 15,-1 2 1-15,1-4-2 0,-4 2 1 0,0 0-3 16,-4-1 5-16,3 1-3 0,-3-1 0 0,-3 0-1 15,0 1 3-15,-2 0 2 0,-3-2-4 0,-7 2 3 16,13 0-2-16,-8 0 2 0,-5 0-4 0,0 0 1 16,14 0 2-16,-14 0-1 0,0 0-1 0,7-1-9 15,-7 1-3-15,0 0-14 0,0 0-26 0,0 0-28 16,8-2-41-16,-8 2-51 0,0 0-196 0,0 0-400 16,0 0 177-16</inkml:trace>
  <inkml:trace contextRef="#ctx0" brushRef="#br0" timeOffset="9534.79">4634 2615 10 0,'-3'19'71'0,"-1"-1"-9"0,0-2-1 0,1-1-9 16,0-2 4-16,-1-1-10 0,4-1 1 0,-3-4 3 15,-1 1-1-15,3-2 7 0,-4-1 18 0,3 1 12 16,-1-2 27-16,3-4 27 0,-1 3 10 0,1-3-10 15,0 0-13-15,0 0-8 0,0 0-12 0,0 0-6 16,0-16-10-16,0 8-1 0,4-4-5 0,-4 2-7 16,2-1-5-16,0-2-3 0,2-3-7 0,-1-5-8 15,-2 1-2-15,2-3-5 0,1-3-3 0,0 5-4 16,-1 2 10-16,1 1 13 0,0-1 9 0,1 4 3 16,-3 3 2-16,1-1 6 0,-2 3 2 0,3 1-2 15,-4 0 5-15,1 1-3 0,2 3-4 0,0 1-15 16,-2 1-5-16,1-3-7 0,-2 6-13 0,1-2-6 15,-1 2-1-15,0 0-3 0,7 0-7 0,-7 0 0 16,11 9-2-16,-7-4-7 0,3 2 10 0,-1 4-7 16,4-2-9-16,-2 7 2 0,0 0-2 0,1 2-1 15,1 0 0-15,0 1 4 0,-2-2-1 0,4 1-5 16,-2-2-4-16,-2-1 7 0,0 1-19 0,-1-3-8 16,-2-1-5-16,1-1-13 0,1-1-13 0,-5 0-6 15,-1-1-16-15,2-2-16 0,-2-2-6 0,2 1-10 16,-3-2-6-16,2 1-8 0,0-1-15 0,-2-4-16 15,0 4-8-15,0-4-30 0,0 0-21 0,2 3-17 16,-2-3-130-16,0 0-381 0,0 0 168 0</inkml:trace>
  <inkml:trace contextRef="#ctx0" brushRef="#br0" timeOffset="9734.98">4631 2629 123 0,'0'0'280'15,"-7"-3"-11"-15,7 3-11 0,0 0-20 0,0 0-10 16,0 0-16-16,0 0-20 0,0 0-23 0,0 0-15 16,0 0-16-16,0 0-15 0,18-3-10 0,-13-1-13 15,6 3-11-15,2 1-26 0,1-2-28 0,2 1-38 16,2-1-52-16,3-1-47 0,2 0-62 0,0-1-66 16,-3 3-142-16,3-4-403 0,2 1 178 0</inkml:trace>
  <inkml:trace contextRef="#ctx0" brushRef="#br0" timeOffset="10169.26">5118 2494 264 0,'-4'-5'273'15,"4"5"-8"-15,-5-2-12 0,5 2-16 0,-4-3-3 16,4 3-23-16,0 0-18 0,0 0-17 0,-5-2-16 15,5 2-19-15,-11 0-11 0,11 0-15 0,-8 2-14 16,8-2-8-16,-11 3-8 0,6-2-14 0,-3 0-7 16,2 5-9-16,-2-4-5 0,1 0-5 0,-1 1-4 15,2 1-7-15,1 0 4 0,2 0-8 0,-1-1-5 16,0 0-2-16,0 2-6 0,4 0 2 0,0 2 0 16,0-2-3-16,2 1 1 0,3 1-1 0,3 0-2 15,-3 0 1-15,5 2-3 0,1-3-3 0,-2 1 0 16,4-1 5-16,3 0-3 0,-5 2-2 0,1-1 1 15,-1 1-6-15,0-3 2 0,0 1 1 0,0 1-3 16,-2-2-2-16,3 2 1 0,-3-1 0 0,-3-2-1 16,1-2-1-16,-3 3-2 0,-1-1-2 0,0-3 5 15,1 2-6-15,-4-3 0 0,2 4-1 0,-2-4 4 16,0 0-2-16,0 0 4 0,-9 4-4 0,2-2 4 16,2-1-3-16,-3 0 2 0,-3-2 2 0,0 1-2 15,3 0-1-15,-10 0 2 0,4 0-1 0,2 0 0 16,-1-1-11-16,6-1-14 0,-3 1-5 0,3-3-14 15,-1 1-22-15,4 2-29 0,-1-2-33 0,-1-1-39 0,6-3-49 16,0 7-34-16,3-7-183 0,2 0-468 0,2-1 208 16</inkml:trace>
  <inkml:trace contextRef="#ctx0" brushRef="#br0" timeOffset="10589.33">5391 2447 211 0,'0'0'219'15,"-12"-1"-12"-15,5 1-5 0,7 0-11 0,-14 1-14 0,6-1-15 16,4 1-14-16,-4 1-18 0,1-1-10 16,2 1-15-16,5-2-9 0,-11 2-9 0,6 1-10 15,-1-1-10-15,2 1-3 0,1 0-8 0,3-3-4 16,-4 5-5-16,1 1-4 0,2-4-3 0,1-2-1 0,4 10-3 15,0-2-4-15,3-3 3 0,0-1-6 0,4 5-1 16,1-1-3-16,3 2-1 0,0-1-3 0,-3-3 0 16,4 6-3-16,1-2-4 0,-1-2 1 15,-4-1-3-15,-1-1 1 0,0 0 0 0,-3 0-4 16,-1-2-1-16,-3 2 2 0,0-3-5 0,3 0-1 0,-4 2 4 16,-2-3-3-16,-1-2 1 0,0 5 0 0,0-5 14 15,-4 3 14-15,-3-1 8 0,0-1 8 0,-1 1 3 16,-3 0 1-16,-1-4 0 0,-1 0-4 15,0 2 5-15,1-1-10 0,-3-2-9 0,3-1-5 0,0 1 10 16,3 3-7-16,1-1-3 0,-4-4-1 0,8 4-6 16,-2 0-16-16,6 1-11 0,-6-5-32 0,7-1-33 15,-1 6-38-15,10-6-35 0,-5 2-37 0,10-1-41 16,-1 0-31-16,6 0-189 0,-1 0-474 16,0 0 210-16</inkml:trace>
  <inkml:trace contextRef="#ctx0" brushRef="#br0" timeOffset="11005.72">5652 2486 44 0,'0'0'230'0,"-5"-5"-9"15,5 5-12-15,0 0-14 0,0 0-16 0,-3-3-24 0,3 3-12 16,0 0-20-16,0 0-10 0,0 0-12 0,-11 6-8 16,7-3-9-16,3 0-7 0,-1 4-8 0,1-2 0 15,1 1-11-15,0 1-2 0,-2-1-6 16,2 2 0-16,2 0-7 0,2 2-4 0,-1-1-2 0,2 1-2 15,2-1-3-15,2 0-4 0,-2-1-4 0,3 0 3 16,1-1-1-16,1 0-7 0,0-2 4 0,3 1-3 16,-3-2-3-16,2-1-2 0,-2-1-1 0,-2 1 0 15,2-4-1-15,-4 1-2 0,-1 0-2 0,0-3 2 16,-2 1 0-16,-1-3 1 0,3 2 8 0,-4-4 1 16,0-1 7-16,-2 0 11 0,-1-3 7 0,0 0 8 15,-1 0 5-15,-2 1 3 0,1-1 8 0,1 1 12 16,-2-1 10-16,-1 1 2 0,4 1 7 0,-4 2 2 15,0-3 8-15,3 7-8 0,-2-5-4 0,0 3 3 16,2 0-1-16,1 2-22 0,0 3-5 0,0-7-12 16,-3 4-9-16,3 3-7 0,0 0-27 0,-1-5-19 15,1 5-4-15,0 0-22 0,0 0-4 0,0 0-19 16,0 0-17-16,4 16-21 0,-3-9-12 0,4 1-19 16,-4-1-20-16,4 5-25 0,-2-4-19 0,1 3-45 15,4-4-28-15,-2 3-24 0,1-3-187 0,-1 2-506 16,-2-1 224-16</inkml:trace>
  <inkml:trace contextRef="#ctx0" brushRef="#br0" timeOffset="11624.25">5968 2479 7 0,'0'0'264'0,"-3"-5"-9"0,3 5-10 15,-1-5-15-15,1 5-22 0,0 0-21 0,0 0-17 16,1-4-16-16,-1 4-21 0,0 0-15 0,0 0-11 15,0 0-13-15,0 0-6 0,0 0-11 0,4 14-7 16,-4-9-4-16,0 1-10 0,1 3-4 0,2-2-6 16,-1 4-3-16,0-3-6 0,2 0-1 0,-2 1-6 15,-1-3-3-15,2 2-5 0,-2 0-7 0,3-3-6 16,-1 0-6-16,1 0-2 0,-1-1-2 0,-2 1 3 16,3-2-5-16,-2-1 1 0,3 1 0 0,-5-3-1 15,8 1-3-15,-4 0 1 0,-4-1 1 0,8-5 1 16,-5 3 1-16,1-4-1 0,2 1 0 0,-2-1 1 15,1-1-1-15,-1 2 5 0,3-1-2 0,-3-3 5 16,-1 4-1-16,2-1 3 0,-1-1 8 0,-1 1 9 16,0 1 4-16,1-1 11 0,-3 0 2 0,-1 3-5 15,3 0-4-15,0 0-5 0,-3 3-3 0,0 0-4 16,0 0-6-16,1-8-3 0,-1 8 4 0,0 0-2 16,0 0-3-16,0 0-2 0,0 0-1 0,0 0-1 15,3 14-2-15,-3-9 2 0,0 0 1 0,0 0-1 16,0 0-5-16,1 1 1 0,1-1-5 0,-1 0-5 15,2 0 2-15,-6 2 0 0,6-2-3 0,-2-1 0 16,1-2 1-16,1 2-2 0,-3-4 4 0,6 3 1 16,-6-3-1-16,8 0 5 0,-8 0-5 0,0 0 1 0,10-3 4 15,-4 1-1-15,-2-2 3 0,-1-1 6 16,3-1 5-16,-1 1 8 0,-1-1 10 0,3 2 16 16,-2-2-1-16,-2 1 25 0,1 0 12 0,-1 0 10 0,1 0 6 15,0 0 12-15,0 2 2 0,0-2 7 16,-1 0 6-16,-3 5-1 0,5-3-11 0,-5 3-12 15,3-4-14-15,-3 4-11 0,4-4-4 0,-4 4-14 16,0 0-11-16,0 0 3 0,0 0-11 0,0 0-1 16,7 7-6-16,-3-5-8 0,1 5-15 0,-3-2-12 0,0 1-18 15,5 5-21-15,-3-3-18 0,5 1-16 0,-3 1-20 16,4 1-20-16,-2-2-21 0,3 0-21 16,4 2-23-16,-4-2-31 0,-1-2-39 0,1-1-31 15,2 1-29-15,0-4-194 0,-2 0-546 0,4-3 242 0</inkml:trace>
  <inkml:trace contextRef="#ctx0" brushRef="#br0" timeOffset="11892.87">6481 2451 64 0,'0'0'138'0,"-4"12"-5"0,4-7-7 0,0 1 0 16,0 6 0-16,1 1-2 0,3 6 12 15,1 1 2-15,1 7-11 0,-1 0-3 0,-1 4 9 16,5 1-7-16,0-2-9 0,0 4-10 0,1-2-10 0,2 0-9 16,-2 0-5-16,-2-1-9 0,5-1-5 0,-2-1-5 15,-2-1-9-15,1-3-3 0,0-4-4 0,-5-4-7 16,2 0 2-16,-3-6-9 0,0 0 0 16,0-2-2-16,-1-4 1 0,-2 0 0 0,1-1-3 0,-2-4-7 15,0 0-5-15,0 0-11 0,0 0-20 0,5-18-21 16,-5 8-31-16,-1-3-54 0,0-8-55 0,-2-6-226 15,-1-2-433-15,0-3 192 0</inkml:trace>
  <inkml:trace contextRef="#ctx0" brushRef="#br0" timeOffset="12193.05">6508 2481 62 0,'-2'-7'205'0,"4"2"-8"0,-1 1-17 0,1 0-11 16,-1-1-17-16,4 3-12 0,-2-1-15 0,-3 3-12 15,9-4-11-15,-4 3-6 0,1 0-10 0,2-2-11 16,-2 2-8-16,-6 1-8 0,15 0-5 0,-4 1-5 16,-3 2-5-16,0-1-6 0,4 1-2 0,-4 0-2 15,-1 0-6-15,3 4-5 0,-1-2 0 0,1 0-5 16,-2 3-2-16,-1-2-2 0,1 4-1 0,-3-1-7 16,1-3 8-16,-2 1-7 0,-4 0 2 0,3 0-3 15,-3 1-3-15,-3-2 3 0,3 2-1 0,-5-2-1 16,-1-1 1-16,2 1 1 0,-7 0-3 0,3-2 0 15,-4-1-2-15,-2 1-9 0,2-2-6 0,-2-1-19 16,-1-1-16-16,-5-1-23 0,8-2-30 0,-6-1-20 16,0-1-26-16,3 0-24 0,3-2-91 0,0 1-285 15,1 0 127-15</inkml:trace>
  <inkml:trace contextRef="#ctx0" brushRef="#br0" timeOffset="12478.14">6739 2192 20 0,'0'0'244'16,"0"0"-24"-16,0 0-23 0,0 0-22 0,0 0-15 15,0 0-17-15,4 12-13 0,0-5-12 0,2 1-13 16,-5 4-7-16,3-1-10 0,3 2-8 0,0 4-7 15,-1-1-9-15,4 2-5 0,-2 0 0 0,2 3-12 16,-6-5-4-16,1 5-4 0,1-2-2 0,0 0-3 16,1-2-2-16,-1 1-3 0,-1-3-4 0,-1 1 1 15,1-3-3-15,0 0-6 0,-1-2-22 0,-2-2-25 16,1 1-28-16,0-5-31 0,-2 0-25 0,1-1-33 16,-2-4-34-16,0 0-113 0,0 0-318 0,0 0 141 15</inkml:trace>
  <inkml:trace contextRef="#ctx0" brushRef="#br0" timeOffset="12795.24">6810 2419 179 0,'0'0'210'0,"0"-5"0"0,-2 1 6 0,2 4-12 16,-1-5-6-16,1 5-4 0,4-4-7 0,-4 4-9 16,1-5-15-16,-1 5-12 0,6-4-16 0,-3 3-11 15,-3 1-15-15,8-2-8 0,-4 0-13 0,-4 2-11 16,13 0-7-16,-2 1-4 0,-5 0-10 0,2-1-5 15,2 3-6-15,2 0-2 0,0-1-4 0,-4 0-8 16,4 1 1-16,2 2-2 0,-5-1-8 0,1-1 7 16,0 2-10-16,0-1 1 0,-3 1-3 0,0-3 0 15,0 4-5-15,1-2-2 0,-3 2-1 0,2-2 2 16,-3 2-7-16,-1 1 0 0,5-1 0 0,-4-1 0 16,0 4-2-16,-3-4 3 0,5 3-5 0,-6-2 0 15,0 2 4-15,0-3-2 0,0 1-2 0,0 2 1 16,-3-3-9-16,3 2-25 0,-1-2-21 0,1 0-19 15,0 0-28-15,0-5-34 0,-2 8-32 0,2-8-26 16,0 2-44-16,0-2-160 0,0 0-431 0,0 0 191 16</inkml:trace>
  <inkml:trace contextRef="#ctx0" brushRef="#br0" timeOffset="13465.06">7204 2465 61 0,'0'0'178'0,"0"0"-15"0,0 0-13 0,0 0-7 16,-5 12 7-16,5-7-8 0,0 0-12 0,0-5-6 15,1 8-3-15,-1-2-8 0,4-1-10 0,-4 2-10 16,4-2-3-16,0 1-9 0,0 0-7 0,3 1-6 16,-3-1-9-16,2-1-2 0,-1 1-6 0,-1-3-1 15,3 1-4-15,0 0-4 0,0-2-6 0,-2 1 0 16,2-3-4-16,-7 0-2 0,12-1-4 0,-8-1-3 15,2 0 2-15,-2-1 0 0,-2 0-3 0,1-1-1 16,-3-3-4-16,2 1 1 0,-2-2-4 0,-2 0 0 16,-1 1-3-16,1-2 6 0,-4-1-8 0,1-1 0 15,-3 1-6-15,0 0 6 0,1-1-7 0,0 1 0 16,-1 3 2-16,2-4 0 0,-2 3 6 0,5 1-7 16,-1 1-6-16,1-1 6 0,-1 4-2 0,3-2-2 15,-1-1 3-15,2 2 0 0,0 4-3 0,2-6 0 16,2 4-3-16,-4 2 3 0,8-3 4 0,-2 1-5 15,-6 2 1-15,16 2-1 0,-8 0-1 0,2 1 4 16,3 1-3-16,-3-2 2 0,1 2 1 0,2 3-3 16,-3-2 0-16,1 4 7 0,-2-3-9 0,2 2 3 15,-2-1 2-15,1 3-4 0,-4-2 3 0,5 0 1 16,-6 1-5-16,3-3 1 0,-4 4-2 0,-1-4 2 16,1-3 2-16,-4 4-5 0,4-1 3 0,-2 1-1 15,-2-2-2-15,1-2 1 0,-1 3 3 0,3-4-1 16,-3-2 3-16,0 0 2 0,-3 6 2 0,3-6 2 0,0 0 16 15,0 0 5-15,0 0 8 0,0 0 6 16,0 0 2-16,-3-13 1 0,3 7 4 0,0 6 3 16,0-11 0-16,2 6 7 0,-1-2-1 0,-1 3-1 15,3-4 4-15,1-2-4 0,-2 5 1 0,2-3-5 16,0 1-4-16,2-1-2 0,-2 3-6 0,3-2 0 0,2 1-15 16,-5 1 6-16,1 1-11 0,0-2 2 15,-1 3-1-15,0 0-2 0,-1 1 2 0,-3 2-2 16,11-4-5-16,-11 4-3 0,8 1-2 0,-8-1-3 15,11 3 2-15,-6-1-6 0,1 1 6 0,0 0-4 16,-1 1-1-16,0 2-6 0,3 0-11 0,-2 1-8 0,-1 3-21 16,1-2-15-16,-2-1-5 0,1 3-15 15,3-1-18-15,-2 1-22 0,2 1-24 0,-4-3-37 16,4 2-30-16,-1-3-27 0,-6-1-195 0,3 2-464 16,-4-4 205-16</inkml:trace>
  <inkml:trace contextRef="#ctx0" brushRef="#br0" timeOffset="13683.15">7166 2218 278 0,'-7'-2'304'0,"5"-1"-22"0,2 3-17 0,-2-5-37 15,2 5-23-15,-1-5-20 0,1 5-29 0,0 0-43 16,0 0-56-16,0 0-75 0,0 0-101 0,15 7-204 0,-15-7-350 16,5 4 156-16</inkml:trace>
  <inkml:trace contextRef="#ctx0" brushRef="#br0" timeOffset="15220.11">8413 2370 128 0,'6'-9'248'0,"-1"-1"1"0,-5 1-7 0,0 2-5 16,0-4-16-16,0 4-12 0,0-2-12 16,-2 4-17-16,0-3-16 0,-2 1-19 0,0 4-17 15,-3-4-13-15,2 4-16 0,-5 0-9 0,3 1-8 0,-4 2-12 16,-1 2-7-16,0 1-6 0,1 0-8 15,-4 4-4-15,6-2-4 0,-9 4-4 0,3 0-2 16,2 1-5-16,0-1-4 0,3 3 1 0,1-3-5 16,1 2-3-16,2-1-2 0,2 0-3 0,0 2-3 15,3-3-3-15,2 1 3 0,1-2 0 0,3 1-8 0,2 0-2 16,1 0-1-16,4-4-12 0,1 1-9 16,6 3-15-16,-3-4-14 0,3-1-13 0,1 0-10 15,-7 0-10-15,5-2 0 0,0-2 1 0,-4-1 3 16,1 1 9-16,1-1 6 0,-5-3 4 0,3-1 12 15,-1 3 7-15,-7 1 2 0,2 0 19 0,-1 0 4 0,-2-1 11 16,1 1 9-16,-2 0 13 0,-4 1-6 0,8-3-2 16,-8 3 2-16,6-3-7 0,-6 3 1 0,0 0-3 15,0 0-2-15,6 6 0 0,-6-6 4 16,3 2 0-16,-2 2 1 0,-1 0-4 0,0 1-1 16,0 0 3-16,4-1 0 0,-1 3 0 0,1 0 4 0,2-3 3 15,-1 4-8-15,2-2 2 0,1 3-2 16,-4-5 5-16,4-1-2 0,0-1-2 0,0-1 3 15,1-1-2-15,0 2 0 0,-9-2 0 0,16-2 0 16,-16 2-4-16,15-5 1 0,-9 1-1 0,-1-1 2 16,-2 0 0-16,1 0-2 0,-1-2 1 0,0 1-3 0,-3-1 0 15,-2-1-3-15,1 2-2 0,-3-6 5 0,0 7 2 16,-3-5 0-16,1 4-5 0,-3-1 4 16,2 1-2-16,3 0 10 0,-2 1-12 0,1 0 4 15,1 1 10-15,-1 0 4 0,-1 0 2 0,3 3 4 0,-1-1 1 16,4 2 0-16,0 0-2 0,-4-5 0 0,4 5-5 15,0 0-2-15,10-5 0 0,-6 3-1 0,-4 2-1 16,15-3-1-16,-7 2 1 0,3-1-5 0,5 0-3 16,-4 1-3-16,9-1-1 0,-7 0-4 15,3-1-6-15,-2 0-1 0,4-1-5 0,-4 1-2 0,0 0 1 16,-3-1 4-16,0 0-2 0,1 0 5 0,-4 0 0 16,2-1 1-16,-4 2 0 0,-3-1 7 0,0-1 1 15,-1 2-1-15,-3 3 1 0,5-5 1 0,-5 2 2 16,0 3 1-16,0 0-2 0,-8-5 3 15,8 5 3-15,-4-4-4 0,4 4 3 0,-5-1-1 0,5 1 1 16,0 0-1-16,0 0 0 0,0 0 0 0,-11 5 0 16,11-5 1-16,-3 4 0 0,3-4 0 0,-3 6 3 15,3-3 5-15,4 4 0 0,-2-2 0 0,-1-1-2 16,3 3 3-16,0 1-2 0,2-1-1 0,-1 3-1 16,1-4-2-16,2 2 0 0,-3 2-1 0,3-2-1 15,-1 2 3-15,1-2 1 0,-2 0-4 0,-1 1-1 16,-1-1 2-16,-1-2-2 0,1 1 0 0,-1-4 3 15,2 2-3-15,-5 1 1 0,0-1-1 0,0-5 3 16,-5 5-3-16,2-3 1 0,3-2-1 0,-8 5 4 16,2-4-4-16,-2-1 5 0,0 0-8 0,-3 0-20 15,0-1-17-15,-1-3-19 0,1 1-35 0,0 3-36 16,2-3-34-16,-2 0-49 0,1-1-129 0,4-3-368 16,0 3 163-16</inkml:trace>
  <inkml:trace contextRef="#ctx0" brushRef="#br0" timeOffset="15554.82">8991 2092 177 0,'0'0'201'0,"-8"0"-22"15,8 0-17-15,0 0-9 0,-3 7-14 0,3-7-6 16,0 8-16-16,0-3-7 0,0 4-3 0,0-4-11 16,0 2-5-16,2 3-9 0,-1-1-7 0,2 2-5 15,-2 2-6-15,-1-1-5 0,7 0-11 0,-7-1-2 16,1 2-4-16,2 0 3 0,0 1-10 0,0-1-1 16,-2 5-7-16,6-1 2 0,-1-2-7 0,-3-2 3 15,4 3-2-15,-1-2 1 0,-2-3-5 0,5 3 2 16,-4-5-5-16,1 1 0 0,-1-1-3 0,5 0-5 15,-5-1-10-15,1-2-24 0,-1-2-22 0,2 1-44 16,2-2-53-16,-3-2-46 0,2-2-143 0,-8 1-363 16,11-4 161-16</inkml:trace>
  <inkml:trace contextRef="#ctx0" brushRef="#br0" timeOffset="15755.5">9009 2257 93 0,'0'0'337'0,"0"0"-10"0,-5-3-12 0,5 3-16 0,0 0-14 16,0 0-27-16,0 0-35 0,0 0-19 0,0 0-9 15,0 0-18-15,0 0-20 0,17-3-11 0,-10 3-17 16,0 1-17-16,5 1-9 0,-1-1-7 0,2 2-19 16,-2-2-24-16,3 2-50 0,0-2-39 0,-1 0-54 15,3 2-64-15,1-2-75 0,-2 3-285 0,-3-6-556 16,0 4 247-16</inkml:trace>
  <inkml:trace contextRef="#ctx0" brushRef="#br0" timeOffset="17027.14">9681 2314 208 0,'0'0'199'0,"0"0"-13"0,0 0-11 16,0 0-11-16,0 0-13 0,0 0-6 0,0 0-8 15,0 0-8-15,0 0-8 0,0 0-8 0,0 0-4 16,0 0-7-16,-3 4-3 0,3-4-3 0,0 0-4 15,7 1-4-15,-7-1-9 0,8 0-4 0,-8 0-7 16,12 0-8-16,-6 0-6 0,3 0-3 0,2 0-5 16,-1 0-6-16,0 0-3 0,3 0-3 0,-8 0-6 15,10 0-2-15,-7 0-3 0,5 0 1 0,-3 0-4 16,1 0-3-16,0-1-2 0,1 1-1 0,-2 0-2 16,-4 0-4-16,3 1-1 0,-4-1-2 0,1 2-7 15,-6-2-11-15,10 0-20 0,-10 0-22 0,9 2-31 16,-9-2-40-16,0 0-34 0,5 0-26 0,-5 0-35 15,0 0-142-15,0 0-392 0,0 0 173 0</inkml:trace>
  <inkml:trace contextRef="#ctx0" brushRef="#br0" timeOffset="17277.5">9742 2400 64 0,'0'0'208'0,"0"0"-8"0,3 7 2 16,-3-7-3-16,4 3-4 0,-4-3-2 0,5 4-13 15,1-3-15-15,-1 1-17 0,2 0-13 0,1 1-15 16,2-1-10-16,2-1-14 0,1 1-8 0,1 0-4 16,1-2-15-16,1 4-7 0,3-4-10 0,-3-1-21 15,-2 4-30-15,4-2-27 0,-3-1-36 0,4 0-43 16,-4-1-52-16,4-2-32 0,-5 0-156 0,-2-1-372 15,1 1 166-15</inkml:trace>
  <inkml:trace contextRef="#ctx0" brushRef="#br0" timeOffset="18649.02">9950 2007 191 0,'3'-8'315'15,"-3"3"-12"-15,3 1-3 0,-2-1-19 0,-1 5-24 16,0-6-29-16,3 3-29 0,-3 3-26 0,0 0-18 16,0 0-16-16,0 0-14 0,0 0-14 0,-14 12-7 15,6-1-17-15,-3-2 2 0,0 7-15 0,0 0-5 16,-1 1-8-16,0 0-8 0,-3 7-8 0,1 0 3 0,5-5-6 15,-2 2 0-15,3-2-3 0,1 1-1 0,-2 0-5 16,3 0-5-16,-1 6 5 0,3-7-2 16,1 1-4-16,5 0-1 0,-1-1 0 0,2 1 0 15,1-1-2-15,4-1 1 0,0 3-14 0,3-4 9 16,-1-2 1-16,3 3-3 0,2-4 4 0,1 0-4 16,2 0-6-16,-3 0 3 0,3-6-15 0,2 2-23 15,-1-1-24-15,-4-3-26 0,0-2-38 0,-1-1-47 16,1 0-56-16,-3-2-66 0,0-2-233 0,-1-2-556 15,1-2 246-15</inkml:trace>
  <inkml:trace contextRef="#ctx0" brushRef="#br0" timeOffset="19234.09">10356 2126 159 0,'-2'-5'252'0,"2"5"-12"0,-4-7-9 16,4 7-10-16,-4-5-7 0,4 5-18 0,-7-2-19 16,2 0-18-16,5 2-10 0,-10-1-16 0,5-1-9 15,-2 2-16-15,-1 0-10 0,-3 2-8 0,3-2-6 16,-5 3-11-16,0-1-2 0,3 1-11 0,-3 2-5 15,2 1-5-15,1-2-4 0,-2 1-4 0,1 3-6 16,3-2 1-16,-3 0-6 0,4 1-1 0,-1 0 2 16,4-1-4-16,3 1-2 0,-2 2 0 0,3-2 4 15,0 1-5-15,4 0 0 0,0 2-2 0,4 0 2 16,2-2-2-16,-2 0-3 0,3 2-1 0,5 0-2 16,-3-1-2-16,-2 0 1 0,2-3-3 0,-2 3 2 15,2-3-6-15,-2 2 2 0,-1-1 0 0,-2-4-2 16,2 1-4-16,-4 3-1 0,-1-3 2 0,-1-2-4 15,0 0 0-15,-3 1 1 0,-1-3 0 0,3 5-3 16,-3-5 1-16,-3 7 1 0,-4-5 1 0,2 1-4 16,-3-2-1-16,-4 1 3 0,1 2-2 0,-8 2 1 0,1-3-20 15,3 1-18-15,-4-1-25 0,1 3-25 16,0 1-27-16,-1-1-40 0,7 0-50 0,0-3-54 16,1 3-187-16,0 1-481 0,6-5 214 0</inkml:trace>
  <inkml:trace contextRef="#ctx0" brushRef="#br0" timeOffset="19469.18">10441 2505 28 0,'0'0'256'15,"0"0"-14"-15,8 1-23 0,-8-1-22 0,0 0-17 16,0 0-19-16,0 0-15 0,0 0-13 0,0 0-14 15,0 0-8-15,-9 13-13 0,6-9-9 0,-1-1-7 16,0 4-11-16,-3-2-5 0,3 1-9 0,0-1-6 16,1 1-1-16,-1 0-9 0,0-1-23 0,0 3-18 0,3-2-28 15,-5 1-31-15,5-2-37 0,1-5-44 16,0 8-49-16,0-8-129 0,5 7-343 0,-1-4 152 16</inkml:trace>
  <inkml:trace contextRef="#ctx0" brushRef="#br0" timeOffset="19987.03">10774 2283 59 0,'3'-6'273'0,"-2"-1"-17"16,2 4-2-16,-1-4-15 0,0 2-17 0,0 1-20 15,-2-1-17-15,0 5-18 0,-2-7-13 0,0 4-20 16,0-1-14-16,-1 1-15 0,3 3-11 0,-8-2-9 16,4 1-10-16,-4-1-10 0,-1 2-3 0,0 2-7 15,-1-1-5-15,-1 1-4 0,0 2-8 0,-1 0-3 16,-1-1-6-16,2 2-4 0,-1 1 0 0,0 0-2 16,1 0 1-16,3 0-8 0,-2 2-1 0,2 1-2 15,2-4-3-15,1 3 1 0,1-1-3 0,0-2 2 16,1 3-3-16,2-1-2 0,1-1-1 0,1-1 0 15,2 0-1-15,1 1-1 0,-1 0 0 0,4-2-1 16,2 1-1-16,-3-3 3 0,2 1-3 0,5-1 0 16,-3-1 1-16,0-1-2 0,4 0 4 0,-4 0-1 15,1-2 1-15,1-1-2 0,-2-2-1 0,-1 2 1 16,2-3-2-16,-6 0 3 0,5 0 1 0,-4 1 2 16,1-3 0-16,-1 2 9 0,-2-1 11 0,0-1 18 15,-1 6 12-15,1-3 9 0,-1-2 13 0,1 3 7 16,-3 2-5-16,-1 2-7 0,4-4-6 0,-4 4-12 15,3-4 1-15,-3 4-9 0,0 0-17 0,0 0-4 16,0 0-2-16,0 0-2 0,0 0 0 0,0 0-3 0,3 12-9 16,-6-7-9-16,3 1-3 0,3-1-8 15,-3 0-8-15,1 5-10 0,-1-4-13 0,4 4-20 16,0-4-20-16,-1 1-30 0,5 1-41 0,-4-2-52 16,6-2-73-16,-5-1-243 0,2 1-564 0,5-1 250 15</inkml:trace>
  <inkml:trace contextRef="#ctx0" brushRef="#br0" timeOffset="20354.96">10855 1881 257 0,'2'-4'366'0,"0"0"-31"0,-1 2-18 0,-1 2-30 16,4-5-28-16,-4 5-28 0,8 0-23 0,-8 0-21 15,17 7-19-15,-8-1-16 0,6 4-16 0,3 0-16 16,-3 4-10-16,5 3-11 0,-2 0-9 0,1 2-5 16,3 1-10-16,1 3-4 0,-1 0-11 0,-2 0-9 15,0-1 10-15,-2 0-21 0,1 1-1 0,1 0-1 16,-3 0 8-16,-4-5-8 0,1 4-11 0,-2-4-6 15,0 0 0-15,-2 1 0 0,-3-2-6 0,-2 3-5 16,1-1-8-16,-4 1 6 0,1-1-17 0,-2-1-18 16,-2-2-1-16,-3 1-12 0,-3-2-21 0,1-2-12 15,-3 3-10-15,2-4-18 0,-3-4-12 0,-1 6-22 16,1-4-33-16,0-1-38 0,3 0-36 0,0-1-220 16,-2-5-499-16,4 1 222 0</inkml:trace>
  <inkml:trace contextRef="#ctx0" brushRef="#br0" timeOffset="20622.59">11509 2197 138 0,'5'-9'349'0,"2"7"-21"16,-3 1-20-16,3-2-22 0,4 1-23 0,1 1-21 16,-1-4-29-16,1 3-23 0,-1 0-27 0,4 1-4 15,-1 0-19-15,-1 0-13 0,5 1-14 0,1 0-5 0,-5 1-23 16,6-1-20-16,-6 0-45 0,1 1-40 16,-2 0-53-16,1 1-56 0,-3-2-66 0,3 1-74 0,-5 0-167 15,-1-1-471-15,-4 2 209 0</inkml:trace>
  <inkml:trace contextRef="#ctx0" brushRef="#br0" timeOffset="20807.18">11577 2321 177 0,'0'0'246'15,"-3"5"-1"-15,3-5-4 0,0 0-11 0,7 4-19 16,1-2-21-16,0 0-16 0,5 0-20 15,0-1-15-15,8 3-9 0,-1-2-18 0,11 1-14 16,-12 1-45-16,14-2-53 0,-9 3-74 0,9-5-86 16,-3 0-201-16,0 0-392 0,1-5 174 0</inkml:trace>
  <inkml:trace contextRef="#ctx0" brushRef="#br0" timeOffset="21141.23">12084 2186 233 0,'-4'1'223'15,"4"-1"-22"-15,-7 3-14 0,5-1-12 0,-3 1-13 16,5-3-14-16,-4 8-13 0,3-3-11 0,1 0-9 16,-1 1-10-16,1 2-7 0,0 1-4 0,1-1-15 0,-1-1-4 15,4 4-9-15,0-1-5 0,3 1-3 0,0-3-5 16,4 1-2-16,-2-3-3 0,2 4-2 15,10-3-7-15,-4-2-2 0,1 3-5 0,2-4 0 16,-2-2-4-16,0 1-4 0,3-3 0 0,-10 0-1 16,3 0-3-16,-2-4-1 0,-1 0 5 0,0 1 5 0,-3-4-3 15,-2 1-1-15,-4-1 0 0,5-2-2 0,-7-1-3 16,-1 1-3-16,-2-2-2 0,-4 0-4 0,0 1 0 16,-5-4-5-16,-3 2-3 0,-2 1-10 15,-3 0-20-15,0 3-13 0,-6-2-15 0,3 4-39 0,3 3-34 16,-1-3-63-16,-3 2-58 0,-5 3-128 0,6 0-408 15,1 2 181-15</inkml:trace>
  <inkml:trace contextRef="#ctx0" brushRef="#br0" timeOffset="39255.44">1899 4228 53 0,'-2'-18'349'0,"-2"2"9"16,4 2 8-16,0-4 11 0,-3 3 9 0,2 3 7 16,1 3-4-16,0 1-14 0,-3-1-24 0,3 3-20 15,0 0-17-15,0 0-20 0,0 1-26 0,-1 0-31 16,1 5-28-16,1-6-25 0,-1 6-19 0,0 0-21 15,0 0-28-15,0 0-13 0,0 0-9 0,0 0-9 16,0 0-7-16,7 22-13 0,-2-12-4 0,-2 8-12 16,4 3-11-16,2 5-20 0,1 3-23 0,-3-2-19 15,1 0-25-15,1 0-16 0,2 0-31 0,-1 0-31 16,1 0-20-16,2 1-21 0,-3-2-14 0,3-1-16 16,-2-6-25-16,-3 0-21 0,1 2-35 0,1-3-49 15,0-1-49-15,0-2-246 0,-4-5-676 0,1-1 300 16</inkml:trace>
  <inkml:trace contextRef="#ctx0" brushRef="#br0" timeOffset="40461.32">2450 4386 33 0,'2'-3'238'0,"-2"3"-2"0,5-5 1 0,-5 3-1 0,0 2-4 16,2-8-11-16,-2 8-11 0,-2-4-2 15,-2 1-24-15,0 0-16 0,-3 1-18 0,2-3-17 16,-2 2-12-16,-4 2-13 0,-2 0-7 0,-1 1-14 16,-5 1-8-16,0 0-7 0,-2 2-5 0,4 2-9 0,-4-1-3 15,4 2-9-15,-5 4-2 0,7-3-8 0,-4 2-3 16,4 3-3-16,3-3 1 0,-1 3-8 15,7-1-3-15,-4-1-3 0,5 0-1 0,1 0 1 16,0 3-8-16,4-4-1 0,1 4 3 0,2-3-3 0,2 0 1 16,2-2 0-16,2 0-8 0,1-2 4 0,2-2 3 15,2-1-5-15,0-2-1 0,7 0 1 0,-7-2 0 16,3-4 0-16,-4 1 0 0,2-1-2 16,1-4 1-16,-1-1-4 0,-3-5 1 0,3 1-1 0,-3-2 3 15,-1 1-4-15,-1-5 1 0,-3 1-3 0,1-6 2 16,-3-5 1-16,1 9 2 0,-5 1 10 0,-1-3-9 15,0 3 3-15,-3-7 0 0,-1 1 10 0,-1 5 13 16,1 3 13-16,0 2 19 0,-2 3 6 0,2 1 13 16,0 1 6-16,1 3 1 0,-2 1-1 0,4 1 2 15,-1 0-5-15,-1 0-13 0,2 2-9 0,0 0-9 16,1 4-18-16,-3-4-26 0,3 4-12 0,0 0-4 16,0 0 8-16,0 0-10 0,-7 13 6 0,7-2 5 15,-4-1-2-15,4 1-3 0,0 9 11 0,0 1-10 16,0 5-8-16,0-7 3 0,4 1 11 0,-4 0-16 15,4 0-1-15,0 1-7 0,-1-1 2 0,1-1-12 16,4-1-8-16,-2 0 1 0,-1-1-3 0,2-3 6 16,-2-1-6-16,2-4-2 0,4-2-2 0,-3 1-2 15,4-1-5-15,1-2-8 0,0-3-11 0,2-2-7 16,5-1-1-16,1-3-7 0,-1 0 0 0,-2-2 4 16,3-2 0-16,-1-1 0 0,-2-2 5 0,2-1-2 15,-1 1 7-15,-4-1 5 0,0-4 4 0,-3 3 8 16,2 1 9-16,-7 1 3 0,1 0 18 0,-4 1 15 15,1 1 13-15,-2 2 12 0,-3 0 10 0,0-1 8 16,-1 0 4-16,-5 2 6 0,4 1 1 0,-1-3-2 16,-5 3 1-16,1 1-5 0,0 3-3 0,-3-1-3 15,1 0-2-15,-2 1-4 0,0 2-2 0,0 1-5 16,1 1 0-16,-1 1 4 0,1 3-6 0,-1-1-4 16,2 0-3-16,2 4 1 0,-1-2-1 0,4 3 1 0,0 0-2 15,1 1-1-15,3-1 0 0,0 2-2 0,4-3 0 16,0 3 5-16,5-1 3 0,1-2-6 15,4 3-2-15,2-3-3 0,4 0 2 0,2-2-3 16,-2-2 1-16,5-1-6 0,6-1 2 0,-1-1-7 0,0-3-7 16,0-2 7-16,-8 1-12 0,1-4-1 0,0 1-3 15,-1-2 9-15,0-2-5 0,-2 1-5 0,0-3 8 16,-2 0 1-16,1 0 0 0,-4 0 5 0,-4-1 0 16,-2 1 4-16,-2 4 8 0,-1-3 15 0,0 2 3 15,-3 3 7-15,0-4 4 0,-3 2 0 0,0 0 4 16,-2 0 4-16,2 1-5 0,-2 0-3 0,-5 1-5 15,4 1-4-15,3 3-6 0,-9-4-1 16,1 6 0-16,-3-1-1 0,0 1-3 0,0 1-2 0,-2 0 0 16,0 3-4-16,-3 4 5 0,5 2-5 0,-4-1 4 15,6 1-3-15,-1 1 1 0,-3 0-7 0,7 0 12 16,-2-1-13-16,2-1 0 0,3 1-2 0,2-1-5 16,-2 1 6-16,1-3-3 0,2 1 3 0,5-4-2 15,-4 1 1-15,4 0 0 0,2-4 0 0,4 1 0 16,2 0-1-16,1-4 0 0,-4-2 1 0,4-1 3 15,1 0-4-15,-1-2 4 0,1-2 3 0,1-1-3 16,-4 0 1-16,2-3-5 0,-2-2 7 0,1 0-2 16,-3 1-1-16,-3 2 4 0,-2 0-2 0,2 0 7 15,-1 1 12-15,-4 2 4 0,0-1 14 0,-2 3 12 16,4 2 6-16,-3-5-1 0,-1 4-3 0,0 4-5 16,0-5-12-16,2 1-5 0,-2 4-6 0,0 0-8 15,0 0 5-15,0 0-5 0,0 0 0 0,-9 10 0 16,8-5 0-16,0 1-2 0,-2 1-1 0,0 1-1 15,3-2-3-15,-4 1 2 0,8 4 2 0,-4-1-5 16,3 0 3-16,-2-3 1 0,2 5-2 0,1-3-4 0,3 0 0 16,0 0 1-16,2-1-1 0,-1 0-16 15,2 0-26-15,5-3-31 0,-4-1-51 0,2-2-68 16,1 1-85-16,2-1-262 0,-1-4-581 0,-1 1 257 16</inkml:trace>
  <inkml:trace contextRef="#ctx0" brushRef="#br0" timeOffset="40760.89">3918 4455 174 0,'0'4'365'0,"0"-4"-3"0,0 0-6 16,0 0-9-16,0 0-23 0,0 0-17 15,0 0-24-15,0 0-25 0,0 0-27 0,0 0-24 0,0 0-26 16,0 0-20-16,0 0-18 0,0 0-38 0,0 0-35 16,-10 2-40-16,10-2-33 0,0 0-36 0,0 0-29 15,0 0-38-15,0 0-41 0,0 0-42 0,0 0-51 16,0 0-67-16,0 0-161 0,-9-6-506 0,7 0 223 15</inkml:trace>
  <inkml:trace contextRef="#ctx0" brushRef="#br0" timeOffset="40945.31">3821 4251 24 0,'-4'-4'330'15,"0"2"0"-15,4 2-7 0,-5-3-4 0,5 3-5 16,0 0-24-16,-7-1-19 0,7 1-36 0,0 0-23 15,0 0-22-15,-5-2-24 0,5 2-43 0,0 0-36 16,0 0-29-16,0 0-40 0,0 0-45 0,0 0-44 16,0 0-66-16,8 14-83 0,-4-10-253 0,1-2-512 15,2 2 227-15</inkml:trace>
  <inkml:trace contextRef="#ctx0" brushRef="#br0" timeOffset="41230.68">4319 4133 87 0,'2'-4'417'0,"-2"4"8"0,1-4-10 0,-1 0-14 15,3 0-31-15,-3 4-35 0,0-4-37 0,0 4-34 16,0 0-30-16,0 0-25 0,0 0-23 0,0 0-25 15,0 0-16-15,8 9-10 0,-7-2-21 0,3 3-7 0,-1 1-16 16,4 7-21-16,-3 0-18 0,4 0-20 0,-3 1-16 16,5-1-20-16,-2 1-18 0,3-1-22 15,-4 0-18-15,1-4-17 0,0 3-11 0,0-7-23 16,-1 0-14-16,0 1-25 0,0-4-25 0,-2-3-29 0,2 1-33 16,0-3-31-16,-3-2-227 0,-4 0-538 0,10-7 238 15</inkml:trace>
  <inkml:trace contextRef="#ctx0" brushRef="#br0" timeOffset="41781.3">4306 4027 211 0,'-6'-4'307'0,"1"1"-3"16,2-1-10-16,2-2-12 0,1 6-1 0,-4-5-28 15,4 2-29-15,0 3-18 0,5-10-26 0,-3 9-19 16,-2 1-17-16,13-2-14 0,-3 2-11 0,3 0-15 15,-2 0-12-15,3 2-14 0,5 1-5 0,0 5-7 16,-3-3-4-16,3 1-3 0,-1 2-12 0,1-2-5 16,-4 3-7-16,4 1-8 0,-3-2-13 0,-4 0-8 15,-1-1-3-15,7 4-12 0,-10-2-8 0,3-1-10 16,-4 0 0-16,1 0-5 0,-7-1-1 0,2 0-4 16,-3-1 2-16,0 1 1 0,-3 0 9 0,1 0 0 15,-7 2 0-15,0-4 5 0,-1 0 2 0,1 3 4 16,-2-3 0-16,-1-1 3 0,-1 1 1 0,1-1 1 15,1 0 3-15,3-3 0 0,-1 0-2 0,2 0 5 16,0 2 1-16,2-2 2 0,-1 0 1 0,6-1 14 16,-6 5-11-16,6-5 3 0,0 0-1 0,0 0-6 15,13 7 2-15,-3-3 3 0,2 1-1 0,7 2-4 16,0-1 3-16,0 2 0 0,1-1-3 0,2 0 2 16,-1 1-2-16,2-3 0 0,-3 2 0 0,-1 2-2 15,-1-1 5-15,-6-2-3 0,3 1-1 0,-7 0 3 16,5-3-3-16,-6 3 2 0,0-1-5 0,-1-1 1 15,-2-3 0-15,0 3 0 0,0 0 1 0,-7-2 1 16,3-3 6-16,-2 5 0 0,-1-2 8 0,-5 0 1 16,-2-1 5-16,-1 1-1 0,-2-3 1 0,-6 1-8 15,1-1 1-15,-2 0 2 0,-2 1-1 0,4-2-3 16,-1 4 1-16,1-3-4 0,3 0-4 0,2 2-1 16,1-1-8-16,3-1-16 0,4 0-17 0,-3 0-12 0,8 0-12 15,0 0 5-15,0 0-8 0,0 0-22 0,0 0-27 16,0 0-18-16,27-2-21 0,-8 1-24 15,4-1-15-15,0-1-8 0,8 1-7 0,3-4-125 16,0 3-361-16,-1-3 160 0</inkml:trace>
  <inkml:trace contextRef="#ctx0" brushRef="#br0" timeOffset="42183.03">5047 4167 95 0,'-11'-4'162'16,"-1"0"-8"-16,-1 1 2 0,0-1-7 0,-6 2-3 15,0 1-5-15,0 2-8 0,5 1-8 0,0 0-16 16,1 1-10-16,-3 4-8 0,4-1-7 0,-1 4-11 16,4-3-1-16,-2 4-9 0,5 0-5 0,-1 1-8 15,2-1 2-15,3 2-4 0,-1-1-8 0,0 0-3 16,3 0-2-16,3 0-4 0,0-2 2 0,0 1-7 16,4-1 1-16,-1-2-5 0,2 1 1 0,3-3-4 15,-3 2-2-15,3-4 0 0,1 0-3 0,-1-3-2 16,0 0-1-16,2-1 2 0,-2 0-1 0,-1-2-2 15,5-2-2-15,-6-2 0 0,2 1 0 0,-1 0-2 16,-3-3 5-16,-2 0 15 0,1 1 13 0,-3-2 8 16,1 3 10-16,2-4 10 0,-6 2 15 0,1-1 4 15,-1 1 11-15,0 2 8 0,0 2 7 0,0-2-10 16,3 1-2-16,-6 0-9 0,3 5-10 0,-1-4-9 16,1 4-11-16,0 0-11 0,-3-5-5 0,3 5-19 15,0 0-13-15,0 0-14 0,0 0-3 0,0 0-7 16,0 0-9-16,0 0-15 0,0 14-11 0,3-9-23 15,-2 0-26-15,3 0-24 0,5 2-41 0,-3 2-39 16,7-2-32-16,-2 0-40 0,3-1-162 0,0-1-470 16,5 0 208-16</inkml:trace>
  <inkml:trace contextRef="#ctx0" brushRef="#br0" timeOffset="42884.46">5418 4167 183 0,'-8'-3'312'0,"-3"-2"-4"16,-1 0-5-16,4 2-11 0,-4-1-13 0,3 2-25 15,0-2-17-15,-5 3-15 0,7 1-37 0,-1 0-23 0,-2 3-11 16,0 0-25-16,3-2-4 0,-3 6-17 16,4-3-15-16,-4 5-2 0,2-1-10 0,3 3-7 15,-2-2-5-15,3 1-7 0,0 3-13 0,0-2 3 16,2 0-7-16,2 0-6 0,0 1 0 0,0-2-4 15,6 2-3-15,-1-3 0 0,5 1-8 0,-1 0-4 0,5 0-13 16,5-4-15-16,0 4-8 0,-1-7-12 0,3 1-26 16,2-3-2-16,-1 1-15 0,4-2-7 15,-4-4-7-15,1-1-8 0,-4-1-1 0,4-1-20 16,-4-4-11-16,-1 1 4 0,-1-3-11 0,-3-1 5 0,1-2 14 16,-3-1 1-16,-3-1 19 0,-2 0 3 0,-1 1 13 15,-2-4 6-15,0 4 18 0,-4-3 30 16,-4 1 16-16,4 1 23 0,-4 0 23 0,1 1 24 15,-2 1 24-15,0 4 12 0,-1-1 14 0,2 2 11 0,0 1 11 16,0-1 14-16,1 5-4 0,0-1 6 0,-1 0-6 16,3 1-8-16,-2 2-1 0,3 4-37 0,-1-7-10 15,1 7-33-15,-3-2-12 0,3 2-3 0,0 0-2 16,0 0-9-16,0 0-2 0,0 16 0 0,0-8-2 16,3 1 0-16,-2 2-5 0,3 2-5 0,0 1 0 15,2 2-4-15,1 2 0 0,-2-2 4 0,2 2-4 16,1-1-6-16,0 2-4 0,0 1-13 0,1 0-10 15,3 3-10-15,-4-7-14 0,0 1-11 0,4-1-17 16,-6-5-6-16,3-3-8 0,-3 1-11 0,0-3-6 16,0-1 2-16,-3-1-4 0,1 0-4 0,0-3-10 15,-4-1 9-15,9-2-1 0,-9 2 17 0,8-5 9 16,-5 1 10-16,0-3 8 0,-2 1 8 0,2-2 11 16,-2-1 16-16,2-1 14 0,-3 1 21 0,0-2 20 15,0-1 20-15,3 2 14 0,-6-1 18 0,3 3 5 16,-3 1 12-16,2 2 9 0,1-2 9 0,0 0 9 15,-3 3-1-15,3-1-15 0,-1 1-11 0,1 4-10 16,-3-5-13-16,3 5-10 0,0 0 4 0,0 0-15 16,0 0-7-16,-15 5-5 0,14 0 5 0,-5 1-9 15,4-1-5-15,-1 2-6 0,0 4-2 0,3 2 9 16,-1 0-18-16,-2 0-8 0,6-3 2 0,-2 2-11 16,5-1-1-16,1 0-16 0,-1-2-18 0,5-2-24 15,3 0-31-15,5 0-37 0,4-2-45 0,-4-4-39 16,6 1-39-16,4-4-200 0,0 1-499 0,-6-2 221 15</inkml:trace>
  <inkml:trace contextRef="#ctx0" brushRef="#br0" timeOffset="43135.18">6059 3985 184 0,'-8'-5'286'0,"1"1"-3"0,3 1-9 16,0-1-20-16,-2 3-25 0,6 1-23 15,-8-3-24-15,8 3-18 0,-7 0-20 0,7 0-12 16,-8 3-14-16,7 1-12 0,-2 2-8 0,2 0-9 16,-2 0-11-16,-1 3-8 0,4 1-4 0,0 3-6 0,0 0-5 15,1 0-2-15,2 1-8 0,1-1-3 0,0 3-5 16,3 1-3-16,1-2-2 0,0 2-6 16,2 1-3-16,0 1-7 0,0-2-18 0,0-6-18 15,-1 0-30-15,2-1-37 0,-1-2-41 0,-2-3-54 0,5 0-52 16,-2 0-214-16,-2-4-484 0,1 0 214 0</inkml:trace>
  <inkml:trace contextRef="#ctx0" brushRef="#br0" timeOffset="43453.5">5973 4079 250 0,'0'0'324'0,"0"0"-1"0,-8 0-16 0,8 0-19 15,0 0-24-15,0 0-27 0,-7-2-18 0,7 2-25 16,0 0-20-16,0 0-12 0,0 0-21 0,0 0-16 15,0 0-6-15,17 8-17 0,-9-7-9 0,1 0-17 16,1 2-17-16,-1-1-20 0,3 1-29 0,2 0-27 16,0-2-33-16,1 2-40 0,-2-2-46 0,1 0-59 15,0 0-42-15,0-1-227 0,-3-1-502 0,-1 1 222 16</inkml:trace>
  <inkml:trace contextRef="#ctx0" brushRef="#br0" timeOffset="44138.95">6215 4103 13 0,'4'2'188'0,"2"2"-12"16,2 0-16-16,-3 1-5 0,3 0-7 0,-2-1-8 16,2 2-10-16,3 1-13 0,-3 0-12 0,-1 0-4 15,3 2-12-15,-1-3-11 0,-1 3-8 0,-1-4-4 16,-3 0-9-16,4 1-6 0,-4-1-1 0,-1 0-4 15,1 0-5-15,0-3-4 0,-4 3-4 0,0-5-3 16,0 5 1-16,0-5 4 0,-8 2 3 0,8-2-2 0,-6 3-2 16,1-1 0-16,5-2 1 0,-11-1 7 15,11 1 3-15,0 0 5 0,-11-1 3 0,11 1-1 16,0 0 0-16,-5-2-4 0,5 2-3 0,-2-5-10 16,2 5 0-16,6-9-8 0,-2 4-7 0,3 1-5 0,3-1-10 15,2-1-9-15,0 2-10 0,7-2-1 16,-1-4-6-16,1 7-5 0,2-2-9 0,0-1-5 15,-2-3 6-15,1 3 5 0,-5 1 1 0,0 1 2 16,-3-1 3-16,-2 1 4 0,-2 1 13 0,-1-1 9 0,-2 0 13 16,1 0-1-16,-2 1 2 0,0 1-3 0,-4-2 0 15,0 4-3-15,0 0 3 0,-4-8-5 0,-1 7 2 16,-1-2-1-16,-1 2 2 0,-2 0 0 16,1 0 3-16,-6 2 1 0,0 0 4 0,1 0-2 15,-2 2-1-15,1 1 1 0,3-3-5 0,-1 2 0 0,1 1 0 16,-1 2-2-16,5-1-1 0,-1-1 0 0,1 4-2 15,2-2 2-15,1-1-3 0,1 0 1 0,2 1-1 16,1-1 2-16,1 2-1 0,0 1 5 0,7-2-8 16,-1 3 2-16,-3-4-2 0,6 2-2 0,2-3 2 15,-1 2-4-15,5-4 0 0,-2 2-2 0,0-3-3 16,6 2 0-16,0-1-2 0,-6-2 2 0,6 1 0 16,-6-4 1-16,-1-1 0 0,0 0 0 0,0-1 0 15,-2 0 0-15,0-3 1 0,-3 2 3 0,0-3 2 16,1 3 7-16,-4-3 18 0,1 2 39 0,-1 1 9 15,-4 0 12-15,2-1 18 0,-2 1 19 0,2 1 7 16,-3 0 2-16,1-1-2 0,-1 3-8 0,3-1-19 16,-3 4-11-16,0-5-13 0,0 5-17 0,0-4-4 15,0 4-18-15,0 0-14 0,0 0-11 0,0 0-21 16,0 0-3-16,-4 11-14 0,4-11-15 0,0 10-8 16,0-5-21-16,0 2-20 0,4-2-24 0,-2 2-18 15,3 3-28-15,4-2-44 0,1 0-41 0,1-1-39 16,2 1-232-16,4-2-553 0,0-2 245 0</inkml:trace>
  <inkml:trace contextRef="#ctx0" brushRef="#br0" timeOffset="44423.5">7045 4064 292 0,'-7'-5'301'16,"-1"2"-3"-16,-2-3-3 0,1 2-7 0,-2 2-19 15,2-2-16-15,0 3-25 0,0-2-25 0,2 2-20 16,7 1-20-16,-15 1-17 0,7 1-18 0,1 0-12 16,-1 1-12-16,1 0-8 0,2 1-8 0,-2 0-12 15,3 3-9-15,-3-1-5 0,2 0-6 0,0 1-3 0,4 0-9 16,0 1-1-16,-4 2-7 0,6-3-3 16,3 3-10-16,-3 0-4 0,5 1 5 0,3 3-25 15,-1-4-8-15,6-2-15 0,0 4-21 0,2-3-12 16,-1-2-30-16,4 0-26 0,1-3-23 0,-2 1-23 0,5-1-31 15,-3-1-20-15,1-2-21 0,-1 0-3 0,2-3-2 16,-3-3-141-16,-1 0-406 0,-2-5 180 0</inkml:trace>
  <inkml:trace contextRef="#ctx0" brushRef="#br0" timeOffset="44674.1">7265 4126 478 0,'0'-13'-1'0,"2"0"25"0,-1-2 35 0,-1 1 9 0,0-3 33 16,-1-1 27-16,-1 5 17 0,0-3 14 0,-4-2 17 15,6 0 13-15,-3 5 16 0,-1-3 4 0,0 3 11 16,3 1 16-16,-2-1-2 0,-1 2-4 15,4 1-3-15,-3-1-14 0,2 2-6 0,0 3-6 0,1-2-14 16,-2 3-20-16,1 0-21 0,-1 1-19 0,2 4-17 16,-1-6-18-16,1 6-15 0,0 0-12 0,0 0-11 15,0 0 2-15,-4 14 0 0,4-9-13 0,0 8-6 16,0-2 1-16,0 1-11 0,0 1 0 0,4 3-1 16,-3-3 7-16,4 4-13 0,-3 0-4 0,4 1-2 15,-1-2-10-15,1 2-17 0,-1-2-20 0,5 1-20 16,-2-1-17-16,0-2-22 0,0-3-22 0,2 1-26 15,-1-3-21-15,1 0-38 0,2-2-36 0,-4-2-47 16,4 2-43-16,-1-4-245 0,-1-1-616 0,2-1 274 16</inkml:trace>
  <inkml:trace contextRef="#ctx0" brushRef="#br0" timeOffset="45476.78">7533 3987 126 0,'-5'-3'291'0,"5"3"4"0,-3-6-6 16,3 2-13-16,0 4-17 0,-7-5-21 0,5 4-26 16,2 1-24-16,-7-1-17 0,7 1-16 0,-11 2-19 15,6 1-11-15,-2-1-6 0,1 3-12 0,-1 0-14 16,-2-2-17-16,-2 4 1 0,3 1-10 0,0-2-3 16,-2 2-10-16,2-1-4 0,1 1-2 0,-1-1-7 15,4-2-7-15,0 1 0 0,3 1 7 0,-4 0-13 16,5-1-6-16,3 1 3 0,0-1-4 0,2 2-7 15,5-3-9-15,-2 2-13 0,6-4-15 0,-1 1-14 16,5 0-21-16,1 0-17 0,3-3-26 0,-2 1-19 0,-1-4-18 16,0 4-32-16,2-4 7 0,2 2 6 15,-4-3 2-15,0-2 13 0,0 2 11 0,-1-1 7 16,-5-1 18-16,1-1 14 0,-1-1 36 0,-3 2 34 16,-1-2 39-16,-2 2 20 0,-3-1 18 0,2 1 18 0,-5-1 15 15,2 1 16-15,-3 0 11 0,1 2-10 0,-2-3-1 16,-1 1-8-16,2 5-10 0,-4-4-9 15,1 2-6-15,3 2-7 0,-6-1-8 0,6 1-7 16,-10 0-4-16,10 0-8 0,-9 3-4 0,5 0 0 0,2-2 4 16,-2 4-14-16,-1-1 0 0,4 1-4 0,-2-2-2 15,3 1-2-15,0-4 1 0,0 8-2 0,0-3-1 16,3 0-1-16,-2-2-1 0,4 0 0 16,-5-3-1-16,6 5-2 0,-1-2-2 0,2-1 1 0,0 2 0 15,-1-3-5-15,5 2 0 0,-1-3-2 0,-3 1 1 16,2-1-5-16,4 0 3 0,-3 0-5 0,4 0-5 15,-4-1-3-15,4 1-6 0,7-3-3 0,-2 2-24 16,3 0 2-16,-2 2-6 0,3-2 0 0,6-2-5 16,-5 2 2-16,6 0-5 0,0 0 0 0,0-1 4 15,0 0 0-15,1-2 3 0,2 2 2 0,-5 0 0 16,-5-3 9-16,-2 1 3 0,2-1 3 0,-4 1 6 16,-4-2 4-16,0-1 13 0,-6 2 15 0,4 0 18 15,-5-1 11-15,-1-2 13 0,-2 1 12 0,-1-2 10 16,-1 0 9-16,-3 2 10 0,-1-1 16 0,-2 3 0 15,-3-4-6-15,4 1-4 0,-5 1-9 0,-4-1-2 16,0 2-8-16,-1-1-5 0,0 4-3 0,-2-2-6 16,-1 3-6-16,0 1-8 0,2-1-3 0,0 4-3 15,-2 0-1-15,3 1-12 0,1 2 0 0,-1 1-3 16,0 1-2-16,1 2-2 0,3 0 10 0,-2 6-17 16,5-3 4-16,-2 5-1 0,3 0-7 0,4 3 6 15,0 3-1-15,4 3 0 0,3 4 9 0,-2 1-4 16,6-2-9-16,0 4-1 0,1-3 1 0,2-1 0 15,1 2 2-15,1-2-4 0,-1-6 4 0,0 6-1 16,1-5-1-16,-7-6-4 0,0-3-3 0,-1-1 5 0,-1-2-5 16,1-4-27-16,-6-1-23 0,3-1-11 15,-1 1-14-15,-3-3-13 0,2-3-11 0,-3-1-34 16,0 0-32-16,0 0-47 0,0 0-49 0,0 0-276 16,-18-16-579-16,12 0 256 0</inkml:trace>
  <inkml:trace contextRef="#ctx0" brushRef="#br0" timeOffset="45660.71">7925 3842 137 0,'-7'-10'307'0,"-1"4"-18"0,5-1-29 15,-1 1-26-15,-1 0-18 0,2 4-26 0,-1-5-11 0,4 3-44 16,-4 0-50-16,4 4-68 0,-1-3-72 0,1 3-71 15,0 0-186-15,0 0-337 0,0 0 149 0</inkml:trace>
  <inkml:trace contextRef="#ctx0" brushRef="#br0" timeOffset="46313.53">8892 3989 13 0,'0'0'355'0,"0"0"17"0,-4 2 16 16,4-2 38-16,0 0 6 0,0 0 3 0,0 0-1 15,0 0-17-15,0 0-26 0,0 0-39 0,0 0-34 16,5-11-31-16,-2 9-31 0,1-3-30 0,4 3-24 16,7-2-22-16,-1-1-20 0,6 1-21 0,1 0-26 15,10 2-22-15,-12 0-26 0,14 0-33 0,-3 3-37 16,-7 0-32-16,0-1-36 0,-1 3-33 0,2-1-20 15,-5 1-45-15,0-1-26 0,0 0-13 0,-5 1-23 16,-3-1-28-16,-3-2-24 0,-1 0-32 0,-1 0-29 16,-6 0-274-16,0 0-671 0,0 0 297 0</inkml:trace>
  <inkml:trace contextRef="#ctx0" brushRef="#br0" timeOffset="46580.53">9055 3807 98 0,'0'0'330'0,"-4"-1"-13"0,4 1-15 0,0 0-20 16,0 0-21-16,0 0-24 0,0 0-24 0,0 0-30 16,0 0-9-16,0 0-22 0,0 0-16 0,0 0-14 15,-4 10-11-15,4-3-8 0,0-3-11 0,0 4-10 16,0 1-10-16,3 1 10 0,-2 2-22 0,2 1-2 15,1-1-6-15,0 5-4 0,5 0-2 0,-3-2-10 16,2 2-3-16,-1 0 1 0,4 0-2 0,-3 1-5 16,3-1-6-16,-3-2-38 0,3 1-28 0,-2-2-32 15,-2-3-49-15,4-1-63 0,-5-3-79 0,3 1-245 16,-3 0-555-16,3-6 246 0</inkml:trace>
  <inkml:trace contextRef="#ctx0" brushRef="#br0" timeOffset="48989.25">9828 3702 42 0,'3'-7'288'0,"-2"0"-7"16,2 1-9-16,-1 0-4 0,-2-1-13 0,0 2-7 15,0-1-17-15,0-1-10 0,-1 3-21 0,-3-2-8 16,1-1-24-16,-1 3-15 0,-3 1-13 0,3-1-6 16,-5-1-2-16,1 3-5 0,-5-2-7 0,4 3-3 15,-2 0-9-15,3 0-8 0,-6 2-5 0,3-1-13 16,4 2-13-16,-2 0-10 0,2 0 9 0,-4 0-14 15,6 3-13-15,-5-1-4 0,6-1-9 0,0 2 6 16,0 1-8-16,3 1 12 0,2 1-13 0,3 2 4 16,3 0-4-16,5 6-12 0,0-3 3 0,6 2-1 15,-2-1 1-15,7 4-5 0,2 0 7 0,-4 1-9 0,0-1 1 16,-3-4-3-16,1 6 2 0,-1-8-4 16,-3 1-4-16,1-3-2 0,-4 2-9 0,0-3 1 15,-5 1-6-15,3-3 13 0,-5 1-9 0,3-3-6 0,-4 2-7 16,-2-3 10-16,-1 1-1 0,3-1-2 0,-4 1 14 15,0-2-10-15,-1 2 2 0,1-5 6 0,-4 5 0 16,-1-3 0-16,0-1-4 0,-4-1 13 16,-1 1-8-16,0 1 1 0,-3-2 1 0,2-2 4 0,-4 2 0 15,2-1-34-15,0 0-11 0,-2-4-24 0,2 1-22 16,-1 0-14-16,3 0-25 0,4 2-28 0,-2-3-38 16,6 1-47-16,-1-3-39 0,4 0-240 0,-1-1-563 15,4-2 249-15</inkml:trace>
  <inkml:trace contextRef="#ctx0" brushRef="#br0" timeOffset="49257.08">10111 3546 251 0,'1'-3'304'16,"1"-1"-14"-16,-2 4-19 0,0 0-30 0,2-4-24 15,-2 4-19-15,0 0-25 0,0 0-17 0,0 0-16 16,0 0-15-16,0 0-13 0,0 18-11 0,4-7-8 15,-4 0-10-15,0 2-6 0,4 4-9 0,-4 0-2 16,2 2-9-16,0 1-3 0,1 0-5 0,1 0-5 16,3-1-5-16,1 0-2 0,-4 2-4 0,2-1-4 15,-2 0-1-15,4-2 1 0,-3-1-4 0,2 1-6 16,0-5-12-16,-3-1-21 0,0-1-18 0,0-2-27 16,-1 1-27-16,1-4-36 0,-3 1-49 0,3-2-33 15,-1-2-54-15,-3-1-154 0,0-2-446 0,0 0 198 16</inkml:trace>
  <inkml:trace contextRef="#ctx0" brushRef="#br0" timeOffset="49658.33">10067 3744 188 0,'6'-6'207'0,"-4"2"-19"0,4 3-6 15,-2-2-7-15,4 2-10 0,0 0-11 0,3-1-10 16,1 1-11-16,-2 1-14 0,-5 0-8 0,6 0-8 0,-3 1-10 15,0 1-8-15,2-2-10 0,1 2-8 0,-2 2-7 16,1 0-6-16,1-3-7 0,-4 2-6 0,1 3 0 16,1 0-6-16,2 0-3 0,-4 0-3 0,3 0-3 15,0 2 4-15,-1-1-14 0,0 0 4 0,-1 0-5 16,3 0-1-16,-5 1 1 0,3 1-2 0,2-4-1 16,-3 4-2-16,-2-4 2 0,-1-2-6 0,3 3 5 15,-3-1-3-15,1-1-5 0,2 0 6 0,0-3 1 16,-4-1-4-16,3 3 3 0,-1-2-3 0,-6-1 5 15,8 0 15-15,-8 0 13 0,11-4 3 0,-7 2 5 16,-3-2 4-16,3 0 9 0,0 0-1 0,-1-2 11 16,-2 0-3-16,1-3 3 0,-1 4-1 0,-1-1-1 15,-1-2 7-15,-2 2-8 0,0-3-11 0,-1 0-7 16,0 0-10-16,-3 0 6 0,-5 2-9 0,5-1-4 16,-4-1-4-16,-1 3 0 0,4 0-8 0,-3 1 3 15,0 1-17-15,3 1-15 0,1 0-20 0,0 0-30 16,1 3-24-16,-2-1-26 0,8 1-19 0,0 0-18 15,-9 4-38-15,9 0-46 0,0-4-42 0,10 5-181 16,-2-3-489-16,1 3 216 0</inkml:trace>
  <inkml:trace contextRef="#ctx0" brushRef="#br0" timeOffset="49925.75">10581 3776 90 0,'0'0'162'15,"0"0"-17"-15,4 6 6 0,-4-6-1 0,0 7-9 16,-3-1-1-16,2 4-3 0,1-3-8 0,-4 7-5 16,4-2-9-16,-1 3-9 0,6 4 0 0,-5 0-4 15,0 2-3-15,4 5-10 0,-1 1-6 0,1-1-7 16,0 4-7-16,2-2-5 0,1-1-6 0,-2-1-6 16,0-1-3-16,4 2-6 0,-7-6-2 0,2-1-1 15,4-1-6-15,-5-4-4 0,1-2-3 0,-1-2-2 16,1 0-5-16,-1-5 4 0,-2 0-5 0,-1-1 1 15,3-1-9-15,-3-4-16 0,0 0-24 0,0 0-25 0,0 0-38 16,5-14-53-16,-1 3-35 0,-4 0-198 0,3-6-409 16,-2-2 181-16</inkml:trace>
  <inkml:trace contextRef="#ctx0" brushRef="#br0" timeOffset="50226.54">10628 3705 164 0,'-7'-8'325'0,"1"-1"-4"16,0 2 0-16,0-2 6 0,5 4 10 0,-2 3-5 16,0-2-24-16,2-1-15 0,-3 1-26 0,4 4-27 15,-3-4-24-15,3 4-23 0,0 0-17 0,0 0-24 16,0 0-13-16,15 2-16 0,-7 1-21 0,2 5-15 16,2-2-14-16,0-1-16 0,6 6-17 0,-2 0-3 15,1 0-5-15,2 0-11 0,-3 1-8 0,0-2-6 16,2 1-9-16,-5 0-4 0,-3-2-18 0,1-2 3 15,-3 0-12-15,0 0 1 0,-1-2-9 0,-2 2-11 16,-2-2 2-16,-2 0 5 0,-1 1-3 0,0-1 2 16,-4-2 14-16,-1 0-3 0,0-1-4 0,-1 2-8 15,-2 0-14-15,-3-1-19 0,-3 0-28 0,-2-1-30 16,4-2-42-16,-2 2-42 0,-2-2-56 0,4 4-237 16,-2-4-555-16,0 0 245 0</inkml:trace>
  <inkml:trace contextRef="#ctx0" brushRef="#br0" timeOffset="50813.37">11044 3498 226 0,'0'0'252'0,"0"0"-30"0,8 0-16 0,-8 0-26 15,4 9-19-15,0-6-14 0,-3 9-15 0,4-2-16 16,0 3-12-16,0 5-8 0,-1 0-11 0,2-1-6 16,-2 2-10-16,0 0-4 0,0 3-9 0,-1-4 0 0,2 0-8 15,-2 0-6-15,1-1-2 0,-3-5-4 0,5 0-2 16,-3-1-3-16,-2-3 0 0,2 0-4 15,0-1-7-15,2-2 7 0,-3-2 0 0,3 3 1 16,-3-5 1-16,4 2-2 0,-1-3 0 0,-5 0 1 0,14-5 2 16,-9 0-1-16,1 2 2 0,2-5-3 0,1 0-1 15,0-1-4-15,-4 2 0 0,5-4-1 0,-1 3 1 16,-1-3 8-16,3 4-3 0,-5-3 13 16,2 3-6-16,-3 2-4 0,1-2-1 0,-2 2-4 0,1 3-2 15,-2-1-8-15,2 1-2 0,-5 2 0 0,7-1-3 16,-7 1-2-16,8 3-1 0,-4 0 3 0,2 3-4 15,-1 1 0-15,3 1-1 0,-1 1 2 0,0 2-4 16,1-1 1-16,2-1 0 0,1 1 2 0,-2-1 2 16,-1 1-5-16,3-1-2 0,0-2 1 0,-2 1 0 15,0-1 2-15,2-2 1 0,-3-3-2 0,1 3 4 16,-2-1 0-16,0-3 0 0,2 0-4 0,-3-1 2 16,1 0 10-16,0-2 7 0,-1-2 6 0,1-2-2 15,-3 1 7-15,-3-1-4 0,2-4 2 0,0 0-6 16,-3-1-6-16,-1-1 10 0,-1-3-16 0,-2-1-2 15,-3-2-16-15,-1-3-20 0,-1 3-13 0,-5-5-20 16,2 9-18-16,4-2-23 0,-3 3-30 0,1 2-39 16,2 1-43-16,1 1-35 0,0 2-203 0,-2 0-485 15,4 2 215-15</inkml:trace>
  <inkml:trace contextRef="#ctx0" brushRef="#br0" timeOffset="51833.91">11585 3469 167 0,'0'-4'238'0,"0"4"-27"0,0 0-15 16,0 0-26-16,0 0-17 0,0 0-13 0,0 0-13 15,4 17-13-15,-4-12-16 0,2 6-4 0,0 0-12 16,2 2-7-16,0-2-6 0,-1 2-8 0,1 4-6 15,0-4-2-15,2 3-7 0,-1 1-5 0,2-4-1 16,-3-1-8-16,3 4 1 0,0-3-4 0,-2-1-2 16,2-2-4-16,-2-1 1 0,1-1-6 0,-1-2 3 0,-2-1-3 15,1-1 1-15,-1 0 1 0,1-1 5 0,1-2 12 16,-5-1 3-16,6 0 4 0,-6 0 2 16,9-2 4-16,-6-2 7 0,0 0-1 0,2 0-1 15,-1 0 0-15,0-1 1 0,0-2-1 0,0 1-4 0,2 2 0 16,-2 0-5-16,3-5-3 0,-2 4 0 0,1 3-4 15,-1-3-4-15,1 1-2 0,-4 1-7 0,6 0-1 16,-2 1-3-16,-6 2-4 0,8-1 0 0,-8 1-5 16,12 3-6-16,-4-2 6 0,-4 2-2 15,2 1-2-15,-2 1 2 0,4-2-6 0,0 2 0 0,0 3 5 16,-2-3-4-16,5 0-5 0,-3 3 1 0,0 0 2 16,2-2 0-16,-1-1-4 0,1 2 0 0,-1-4 6 15,3 1-8-15,-6 0 3 0,2-3 2 16,0 2-6-16,3-5 1 0,-6 2-1 0,5-1 1 0,-2 0-7 15,-1-3 0-15,1 0 9 0,-4 1-14 0,3-3 7 16,1 0-1-16,-4 0-6 0,2 1 1 0,-2-7 1 16,-3 5 2-16,3-5 1 0,-4 4-6 0,3-3 15 15,-6 1-9-15,1-1 4 0,0 4-5 0,2-1 6 16,-4-2 0-16,0 0-6 0,-2 4 4 0,2 0 1 16,-1-2-4-16,-2 4-1 0,3-1 4 0,-3 1-2 15,0 1 2-15,-2 1-5 0,2 1 5 0,-1 1 0 16,1 1 0-16,-1 0-2 0,3 3 3 0,-2 0-1 15,1 0 3-15,1 2-3 0,0 1 3 0,2 0-1 16,3 1-2-16,-1 2 0 0,2-1 3 0,2 2-1 16,3-2 1-16,0 2-2 0,-1-4 4 0,2 4-3 15,1-4 5-15,3 2-2 0,3-3-2 0,-5-1 3 16,3-2 0-16,2 2 2 0,0-3-4 0,-3-1 3 16,2 2-6-16,-1-4 15 0,1-1-2 0,-1 0-10 15,-1-1 3-15,1 0-3 0,-1 0 1 0,-2-4-1 16,2 1 9-16,-3-2 3 0,-2 4 4 0,1-3 7 15,1-2 7-15,-3 3 11 0,-1-1 5 0,-1 2 9 16,0 0-8-16,2 1 10 0,-5-2-2 0,3 3-10 16,1-1-1-16,-4 2-17 0,0 2 2 0,0 0-9 15,0 0-3-15,0 0-4 0,0 0-6 0,0 0 4 0,0 0-4 16,0 0-6-16,0 0-2 0,-4 13-9 16,1-8 6-16,3 0-6 0,0-1 4 0,-2 5-4 15,4-4 4-15,-2 1 0 0,3 2-3 0,-3-5 5 16,1 5-4-16,2-2 0 0,-3-3 4 0,4 0 0 0,-1 2-1 15,2-2 1-15,-1 0 6 0,0-1-2 0,3-1-4 16,1 0 3-16,-8-1 0 0,10-1 0 0,-2-2 2 16,-2 0-4-16,-1 1 5 0,2-3-1 15,2 2 2-15,-2 0-2 0,0-3 5 0,-2 0 5 16,3 3 7-16,-2 0 17 0,-2-3 5 0,0 1 16 0,0 2 19 16,1 0 10-16,-2-1-4 0,1-3 3 0,-1 5-2 15,-3 2-8-15,6-4-7 0,-4 3-5 0,-2 1-6 16,0 0-15-16,0 0-3 0,0 0-4 15,0 0-10-15,0 0 2 0,0 0-2 0,12 6-6 0,-10 0-5 16,0 0-11-16,1-2-6 0,0 3-14 0,1 2-13 16,0-1-7-16,0 1-21 0,4 0-30 0,-4 1-25 15,1-1-33-15,0 0-45 0,-1 0-72 0,3-1-84 16,2 0-219-16,-2-2-614 0,-1-1 272 0</inkml:trace>
  <inkml:trace contextRef="#ctx0" brushRef="#br0" timeOffset="54642.53">13099 3469 104 0,'4'-12'238'0,"1"1"-10"0,-3-6-6 15,-2 6-15-15,0-1-8 0,-2 1-11 0,2 2-8 16,-5-3-14-16,0 2-11 0,-1 0-12 0,-1 1-8 16,-1 1-12-16,-1 1-4 0,-1 2-9 0,-1-1-6 15,-1 1-16-15,1 1-8 0,-2 3-13 0,0 1-7 16,-1 1-7-16,2 1-9 0,0 0 0 0,-3 3-5 16,4 1-2-16,3 0-4 0,-4 4-2 0,5 1 12 15,0 1-11-15,3 6 7 0,0-5 6 0,4 7 2 16,0 6-9-16,4-4 12 0,3 5-16 0,1 0 4 15,7-1-6-15,-7 2-2 0,6-1-5 0,-2-1 1 16,3 1-7-16,-3 1-1 0,-1-4-1 0,4 2 0 16,-1-1-5-16,-6-5 2 0,3-1 0 0,-2 0-5 15,0-1 4-15,1 0 6 0,-8 1-14 0,3-1-5 0,-2-5-10 16,1 1-9-16,0-1-12 0,-3-1-12 16,1-4-16-16,1 2-17 0,-2-3-12 0,0 0-20 15,2-2-36-15,0 1-42 0,-1-1-26 0,0-3-51 16,-1 1-170-16,-1-3-468 0,7 0 208 0</inkml:trace>
  <inkml:trace contextRef="#ctx0" brushRef="#br0" timeOffset="55595.84">12948 3666 173 0,'-3'-2'271'0,"-1"1"-13"16,4 1-18-16,-5-5-20 0,5 5-17 0,0 0-12 0,-4-4-26 16,4 4-12-16,0 0-17 0,0 0-11 0,0 0-11 15,0 0-8-15,0 0-10 0,16 7-11 0,-4-4-8 16,-4-1-6-16,3 1-10 0,4-1-4 16,-2-1-11-16,1 2-1 0,4-1-5 0,-2 0-4 0,-2-2-4 15,1-2-5-15,0 2-6 0,0-1 0 0,-1 0 0 16,0-3-10-16,-3 2-2 0,0-1-1 0,0 0-3 15,0-2 2-15,-3 1 0 0,-3 3 0 0,2-1 0 16,-3-1 3-16,-4 3-2 0,7-1 3 0,-4-1 0 16,-3 2-3-16,4-4-1 0,-4 4-3 0,5-3-3 15,-5 3 1-15,0 0-4 0,0 0 1 0,0 0 0 16,0 0 0-16,0 0-1 0,0 0 2 0,0 0 6 16,-1 13-9-16,-3-10 1 0,3 6-3 0,1-5 9 15,0 1-11-15,0 2 3 0,0 1 1 0,1-3-2 16,3 1-3-16,-3-1 5 0,2 2-1 0,1-4-3 15,2 3 2-15,-1-2 3 0,-1-1-3 0,2 0-3 16,0-2 0-16,1-1-2 0,0 1-5 0,-7-1-6 16,13-2 0-16,-3-1 4 0,-4 1-2 0,-1-2 1 15,2 1 2-15,0 1 2 0,-2-3 2 0,1 0 1 16,-1 0-3-16,-1 0 6 0,4-1 0 0,-4 2 1 16,-2 1-1-16,0-3 1 0,1 0 3 0,1 3 2 15,-1 0-4-15,-2-1 4 0,1-2-1 0,-2 6-2 16,1-4 3-16,-1 4 0 0,3-4 2 0,-3 4-1 15,0 0 1-15,5-3 1 0,-5 3 1 0,0 0 0 16,0 0 2-16,3-3 0 0,-3 3-2 0,0 0-1 0,0 0 3 16,0 0-3-16,0 0 2 0,0 0 1 15,0 0 0-15,8 7-2 0,-8-7 0 0,8 4 0 16,-5-2 0-16,1 3-1 0,0-2 1 0,0 1-2 16,-1 0 0-16,1-1 1 0,-1 4 0 0,2-1-1 0,-1-3 1 15,-1 4 1-15,2-1-1 0,-1 0 1 0,-1-1-2 16,0 0 9-16,1 1-7 0,-3-3-1 15,2 2-1-15,-2 0-1 0,-1 0-1 0,2-2 5 16,-2-3-3-16,1 4-3 0,-1-4 3 0,0 0 4 16,0 0 0-16,-1 5-4 0,1-5 3 0,0 0 3 0,0 0 4 15,0 0 7-15,0 0-5 0,0 0 5 0,0 0 0 16,0 0-3-16,-10-14-1 0,10 9-1 16,4 0-3-16,-4-1-6 0,6-2-10 0,-2 1-16 15,4-3-13-15,1-1-20 0,2 1-22 0,6-3-23 0,-1-1 1 16,3 2-39-16,5-4 1 0,-3-2 10 0,-6 8 13 15,-3 2-3-15,3-3 30 0,-5 2 2 0,-2 0 34 16,-2 3 18-16,0-2 28 0,-3 4 2 16,-2 0 20-16,0 1-6 0,2-4 17 0,-3 5-6 0,0 2 6 15,0 0-2-15,-7-4 6 0,7 4-8 0,0 0-4 16,0 0 6-16,-16 6-6 0,12-4 5 0,0 3-2 16,1-2 4-16,-1 4-1 0,1-1 7 0,2 1-2 15,-2 3 1-15,-1-1 5 0,3 1 4 0,2 2-3 16,3-2-3-16,-4 2-1 0,4-1-1 0,-1 3-5 15,1-5 0-15,3 4-2 0,-3-2-3 0,2 0 0 16,3 0-5-16,-5 1 2 0,3-3-3 0,-2 0 6 16,-2-1-6-16,2-1-4 0,1-2-4 0,-3 0-14 15,-2 1-11-15,3-3-17 0,-1 0-19 0,-3 1-24 16,0-4-23-16,0 0-52 0,0 0-37 0,0 0-150 16,0 0-365-16,0 0 162 0</inkml:trace>
  <inkml:trace contextRef="#ctx0" brushRef="#br0" timeOffset="55881.05">13772 3299 128 0,'2'-5'345'15,"0"2"-12"-15,0-1-19 0,-2 4-23 0,0-6-29 16,0 6-30-16,2-3-21 0,-2 3-26 0,0 0-20 15,0 0-17-15,7 11-2 0,-7-5-21 0,4 4-23 16,0 1-6-16,0 5-11 0,0 3-3 0,2 0-10 16,1 2-7-16,-1 4-3 0,1 1-8 0,0 1-4 15,1-2-6-15,0 3-4 0,-1-9-1 0,0 1-8 0,4 5-9 16,-6-5-22-16,1-2-16 0,1 3-20 16,-2-6-29-16,3-4-25 0,-4 3-31 0,0-4-40 15,-1 0-39-15,3-4-47 0,-2-2-219 0,0 1-505 16,1-1 225-16</inkml:trace>
  <inkml:trace contextRef="#ctx0" brushRef="#br0" timeOffset="56081.5">13688 3445 243 0,'-4'-4'283'16,"1"-1"-15"-16,2 2-1 0,1 3-28 15,-2-5-24-15,2 5-18 0,0-6-17 0,0 6-20 0,3-6-16 16,-2 4-15-16,-1 2-7 0,6-3-25 0,2 2-28 16,-4-1-27-16,4 0-36 0,1 2-40 0,-2-1-39 15,3 0-68-15,0 0-54 0,2-2-175 0,-1 3-400 16,-2-4 176-16</inkml:trace>
  <inkml:trace contextRef="#ctx0" brushRef="#br0" timeOffset="56298.18">13375 3189 242 0,'-4'-2'338'0,"4"2"-12"0,-10-1-18 0,10 1-21 15,0 0-23-15,-8-3-32 0,8 3-21 0,0 0-21 16,0 0-32-16,0 0-39 0,0 0-48 0,0 0-49 15,0 0-51-15,-4 6-73 0,4-6-90 0,0 0-216 16,11 5-441-16,-7-3 195 0</inkml:trace>
  <inkml:trace contextRef="#ctx0" brushRef="#br0" timeOffset="57519.68">12526 2915 59 0,'-5'-13'233'15,"-2"3"-4"-15,-1-2-6 0,1 3-7 0,0 0-14 16,-1 1-4-16,0 4-9 0,5-2-27 0,-2 1-12 16,-4 1-16-16,4 2-17 0,0-4-11 0,-2 5-14 15,7 1-12-15,-11 3-12 0,3 1-7 0,5 1-1 16,-4 1-10-16,2 2-5 0,1 3-5 0,-2 5-4 15,0 0 5-15,3 2-11 0,2 2-1 0,-1-1-5 16,4 1 0-16,-1 1-1 0,0-1 5 0,1 1-9 16,0-2-7-16,4 3 4 0,-4-2 8 0,3-1-10 15,-1 2-1-15,-2-4 0 0,3 2-3 0,1-1 0 16,-2 0-1-16,3 1 2 0,-3-7-1 0,-1 1-2 16,1 0 2-16,3 0-3 0,-2-1-11 0,1-1-11 15,-1-1-10-15,-4 1-19 0,2-5-20 0,3 1-31 0,-1 1-45 16,-2-4-43-16,2 1-48 0,-1-4-158 15,-1 1-422-15,-3-2 186 0</inkml:trace>
  <inkml:trace contextRef="#ctx0" brushRef="#br0" timeOffset="58087.98">12359 3119 52 0,'0'0'148'16,"13"-1"-13"-16,-3 0-2 0,-3 1-21 0,2 0-14 16,-2 0-11-16,4 0-7 0,-1 0-2 15,-1 0-9-15,5 0-6 0,-4 1-14 0,1-1 4 0,3 1-6 16,1-1-8-16,-5 0-3 0,4 0 9 0,-1 0-22 16,-1 0 3-16,2 0-3 0,-3-1-4 0,1 1-7 15,-1-1 14-15,-4 0-18 0,3-2 3 0,-3 2 0 16,1 0 6-16,-4-1-9 0,2 1 7 15,-1-1 2-15,-5 2 10 0,8-5 7 0,-8 5 3 0,6-1 0 16,-6 1 2-16,4-2 1 0,-4 2-4 0,0 0-10 16,0 0-1-16,5-2-5 0,-5 2 0 0,0 0-1 15,0 0-5-15,0 0 0 0,0 0-4 0,0 0 2 16,-1 10-3-16,1-10 1 0,0 6 0 0,-3-2-4 16,3-4 1-16,-4 6 0 0,4-1-5 0,0-2 1 15,0-3 6-15,3 6-3 0,-3-1-4 0,0-5 3 16,1 6 0-16,-1-6-1 0,0 0-1 0,4 1 3 15,-4-1-1-15,0 0-3 0,15-3-2 0,-11-1 5 16,0-1-6-16,2 1 4 0,0-1 0 0,0 0 2 16,-2 0-2-16,3 0 5 0,-3 0 4 0,2-1 13 15,-1 0 12-15,0 1 4 0,1 0 9 0,-3 0 8 16,-1 0 9-16,1 1 20 0,-2 0-7 0,2 0-4 16,0 1-3-16,-2 1-11 0,-1 2-4 0,3-4-7 15,-3 4-1-15,0 0-9 0,4-5-7 0,-4 5-3 16,0 0-2-16,0 0-5 0,4-1-6 0,-4 1-2 15,0 0-2-15,0 0 0 0,0 0-4 0,10 1 1 16,-10-1-6-16,8 4-3 0,0-3-12 0,-1 2-19 16,0-2-14-16,2 1-22 0,3 0-25 0,1 0-28 15,1 0-33-15,4-2-19 0,1 1-29 0,0-2-7 16,0 1-140-16,0 0-374 0,0-3 166 0</inkml:trace>
  <inkml:trace contextRef="#ctx0" brushRef="#br0" timeOffset="58540.15">13115 3029 170 0,'7'-6'13'0,"-3"2"21"0,-2 1 30 15,-1-2 24-15,0 1 4 0,-1-2 25 0,0 6 11 16,-2-9 9-16,0 5 5 0,-2 3-7 0,0-4-3 16,-2 3-2-16,2-2-1 0,-4 2-12 0,8 2-5 15,-12-2-9-15,6 2-9 0,-2 2-6 0,-4-1-10 16,5 0-9-16,-4 4-6 0,1-1-9 0,0 0-4 16,2 2-2-16,0-2-2 0,-2 2-7 0,6 2-5 15,-1-2 1-15,-1 1-7 0,2-1-3 0,2 1 0 16,-1-1-1-16,1 1-2 0,2-1-2 0,2 0-2 15,1 1 4-15,-2-2-9 0,4 0-2 0,2 0 1 16,0-1-3-16,1 0-6 0,3-2-14 0,-2 1-9 16,4-2-8-16,0-1-6 0,-2 0-4 0,3-1-11 15,-2-2 0-15,-2 0 0 0,3-2 3 0,-2-1 0 0,-4 0 6 16,5 0 4-16,-4-4 3 0,3 0-2 16,-7 0 6-16,7 0 0 0,-7-3 9 0,0 0 0 15,-1-4 2-15,1 0 4 0,-4 0 4 0,0-1 10 16,3 1 15-16,-7 1 8 0,5-1 15 0,-5 4 13 15,-3-3 13-15,3 4 17 0,1 1 12 0,-2-1 13 0,0 1 9 16,0 2 6-16,4 0 3 0,-2 3 3 0,-2-1-3 16,3 2-6-16,-2 0-16 0,4 1-14 15,0 4-5-15,-4-7-18 0,4 7-10 0,0 0-7 16,0 0-6-16,0 0-1 0,-10 11-7 0,8-5-5 16,-1 4-5-16,2 2 4 0,1 0 1 0,0 5 1 0,1 1-18 15,-1 0-8-15,3 0-6 0,1 1-15 0,-1 2-13 16,2-2-21-16,-1-2-25 0,3-2-22 15,4 3-33-15,-7-4-41 0,1-1-42 0,2-3-61 16,2-1-220-16,-8-2-535 0,6-1 236 0</inkml:trace>
  <inkml:trace contextRef="#ctx0" brushRef="#br0" timeOffset="58741.28">12902 2715 156 0,'-5'-1'277'0,"5"1"-31"15,-4-3-25-15,4 3-23 0,0 0-22 0,0 0-17 0,0 0-18 16,0 0-23-16,-5 6-32 0,5-6-51 16,4 10-72-16,0-4-88 0,0 1-151 0,2-3-298 0,-1 4 133 15</inkml:trace>
  <inkml:trace contextRef="#ctx0" brushRef="#br0" timeOffset="60680.32">12193 4642 181 0,'0'0'205'0,"1"5"0"15,-1-5-5-15,10 3-19 0,-4-2-16 0,4 2-16 16,3-3-13-16,-1 0-15 0,1 0-13 0,8 0-11 16,1-3-7-16,-3 1-12 0,-1-3-7 0,2 0-6 15,-3 0-8-15,-4 2-6 0,0-3-12 0,-1 0-6 16,-2 0-7-16,2-2 0 0,-5 0 1 0,1-1-5 16,-4 1 0-16,3 0-3 0,-4 1-4 0,-2-1 3 15,-1 1-5-15,-1 0 6 0,-2 1-3 0,-2-2 4 16,-1 4 4-16,1 0 3 0,-5 1 5 0,-2-1 3 15,1 3 1-15,3-1-2 0,-6 2-3 0,-1 2-1 16,2-1 2-16,-1 4-7 0,2-1-2 0,-2 1-2 16,3 1 0-16,1 1-6 0,0-1 1 0,2 3 0 15,2-4-1-15,1 4 8 0,1-2-10 0,-2 3 4 16,5-2 3-16,2-2-7 0,1 0-1 0,2 2-1 16,0-2 0-16,4 0-1 0,3 3-2 0,4-5-2 0,1 3-3 15,-1-3-9-15,3-1-8 0,4-1-13 16,-1-1-7-16,1-1-6 0,-1-1-2 0,-1-1-1 15,-1 0 1-15,4-3 2 0,-8-3 4 0,4 3 2 16,-3-3 5-16,-5 1 2 0,-1-1 7 0,3 0 4 0,-4 0 14 16,-2-3 11-16,-2 5 18 0,0 0 14 15,-2-1 13-15,0 1 9 0,-1 1 11 0,0 1-4 16,-2 0-8-16,1 0-4 0,3 1-9 0,-4 3-13 0,0-3-3 16,0 3-3-16,0 0 8 0,0 0-16 0,0 0 0 15,0 0-4-15,-13 7-3 0,6-3-1 0,4 1 1 16,1 0-4-16,0 2 0 0,-1-2-5 15,2 1 0-15,0 1-1 0,1 1-5 0,0-2 0 0,0 0-3 16,0 1-2-16,2-1-2 0,1-1 6 0,1 1-11 16,4-1 2-16,-4-2-8 0,6 0 2 0,-3-2-2 15,6 0 0-15,-3-1 5 0,2 0-2 0,-4-1 2 16,3-1 6-16,0-3-1 0,1-1 2 0,-4 0-1 16,5 0 2-16,-5-2 4 0,1 0 9 0,0-1 7 15,-4 0 22-15,3 0 5 0,-3 3 15 0,0-1 21 16,0 0 11-16,-5 1 13 0,6 0 2 0,-4 1 6 15,2 0-14-15,-3 1-6 0,1 1-7 0,-2 3-8 16,4-7-13-16,-4 4-14 0,0 3-6 0,0 0-23 16,0 0-10-16,6-1-3 0,-6 1-6 0,5 8-10 15,-2-6-4-15,-2 2-8 0,5 0-6 0,0 2-17 16,2 1-11-16,1-1-17 0,4 2-17 0,-2-1-22 16,4 3-13-16,4-2-29 0,1 0-32 0,1-1-19 15,1-4-27-15,2 1-11 0,-1-3 2 0,1 2 3 16,-1-2 12-16,-3 1 20 0,4-2 25 0,-6-3 15 15,1 0 14-15,-4 2 28 0,0-1 32 0,-1-2 22 16,-1-1 27-16,-5-1 15 0,1 3 36 0,-4-2 6 16,0 0 26-16,-2-1 18 0,0 0 13 0,-2 2 18 15,-5-1 14-15,4 0 6 0,-8-2 5 0,5 4 7 0,-3-2 1 16,-1 0 4-16,1 2-5 0,-3 0-3 16,-5 2-7-16,4-3 2 0,-3 7-10 0,-5-3-9 15,-3 1-1-15,4 3-12 0,-1-1-6 0,0 4-8 16,1-1-5-16,-2 2-6 0,4 2-2 0,-1-1-8 0,2-1-4 15,5 2-2-15,-5 2-6 0,7-3-4 0,-1 0-1 16,3-1-3-16,-1 2-3 0,2-4 4 0,4 3-12 16,0-4-1-16,2 0 0 0,0 1-2 15,5-2-1-15,0-1-5 0,8 1 0 0,-3 1-5 0,3-4-5 16,-1-1-5-16,5-1-3 0,0-3-1 0,0 2-1 16,1-4 7-16,-2-1-3 0,2-1 0 0,-1-4-6 15,-2 1 4-15,0-2 2 0,0-2-3 16,-3-2 3-16,2-5-2 0,0-1-1 0,-8 4 4 0,0-3-4 15,0 4 8-15,-4-1 5 0,-1 0 16 0,0 2 27 16,-3-1 14-16,3 0 24 0,-3 5 32 0,0 0 5 16,0 0 21-16,1 0 8 0,-2 3 0 0,1 0 6 15,0 2 3-15,-2 2-8 0,1-1-7 0,-1 2-11 16,2 0-17-16,0 1-15 0,-1-1-13 0,1 5-17 16,0 0-17-16,0 0-25 0,0 0-13 0,0 0-5 15,0 0-16-15,-9 10-3 0,6-2-7 0,0 4-14 16,-1-1-3-16,3 1-3 0,-2 6-11 0,3 0-15 15,0 3-27-15,4-2 0 0,-4 0-28 0,4 1-15 16,0 0-17-16,7 4-22 0,-3-3-38 0,3-3-51 16,8 4-55-16,-5-6-279 0,6 3-645 0,-1-6 286 15</inkml:trace>
  <inkml:trace contextRef="#ctx0" brushRef="#br0" timeOffset="61099.42">13976 4310 236 0,'-7'-5'228'0,"1"0"-14"0,0 1-14 16,-1 1-14-16,0-1-16 0,-2 4-19 0,4-1-16 15,-4 1-10-15,9 0-14 0,-16 5-13 0,8-3-9 16,2 2-7-16,1 0-10 0,-2 0-6 0,1 6-5 0,0-3-8 15,3 1-5-15,2 3-1 0,-2-1-2 0,3 2-4 16,3 0-3-16,1 0 2 0,0 1-8 0,7 3 2 16,-2-2-3-16,1 1-3 0,2-1-2 15,2 1-4-15,-1-2 1 0,0 1-2 0,-1-2-3 0,3 1-3 16,-7-3 6-16,3-1-7 0,-3 0-1 0,0-1-3 16,-2 0-2-16,1 0-3 0,-4-3 1 0,2 1 0 15,-3-2-1-15,-2-1 1 0,0-3-3 0,0 7 8 16,0-7 12-16,-5 4 5 0,-2-3 3 0,7-1-5 15,-13-1 1-15,3 1-4 0,-4-3 0 0,2 2-2 16,-1-2-4-16,0 1-7 0,2-1-12 0,-1 1-14 16,1-2-15-16,-1 0-14 0,4 0-28 0,2 0-20 15,1 0-25-15,2-2-40 0,2-1-26 0,1 0-24 16,0-1-159-16,4 2-395 0,-3-4 175 0</inkml:trace>
  <inkml:trace contextRef="#ctx0" brushRef="#br0" timeOffset="61315.88">14115 4245 149 0,'0'-6'315'0,"7"1"10"0,-7-1-9 0,1 1-11 15,2 3-18-15,-3 2-26 0,0-5-31 0,0 5-29 16,1-3-11-16,-1 3-33 0,0 0-17 0,0 0-11 16,4 15-16-16,-2-7-10 0,2 2-8 0,-3 3-10 15,3 3-6-15,0 0-9 0,0 3-8 0,4 0-4 16,-5 0-4-16,4 2-4 0,-2 1-13 0,2 4 3 15,0-7 1-15,0 0-26 0,-2 2-4 0,2-2-26 16,1-1-22-16,-2 0-31 0,-1-2-29 0,1 2-30 16,-1-8-43-16,-2 2-44 0,1-6-46 0,0 1-229 0,-2-2-529 15,1-3 234-15</inkml:trace>
  <inkml:trace contextRef="#ctx0" brushRef="#br0" timeOffset="61919.23">14122 4471 28 0,'-6'-5'192'0,"6"5"-14"16,-1-4-11-16,1 4-18 0,0 0-16 0,12-2-10 16,-4 2-8-16,3 2-17 0,3 0-9 15,-2-1-3-15,8 1-14 0,0 4-7 0,4-2-9 0,-2-1 1 16,6 4-10-16,4-3-3 0,-4 0-8 0,2-1-5 16,1 1 1-16,-8 0-8 0,7-4-2 0,-8 1-5 15,8-1-9-15,-7 0-5 0,-3-1-6 0,0-2-5 16,-1-2-8-16,-6 2 9 0,1-3-2 0,-3 4 2 15,-4-5 2-15,-1 1 1 0,-2-1 5 0,-1 0-6 16,-2 1 1-16,-2 0 8 0,-2 1 5 0,-1 0-8 16,-1 0 8-16,-2 1 5 0,0 2 5 0,-4-2 1 15,-1 1 7-15,-2 3-4 0,4 2 4 0,-5-2-3 16,0 2 3-16,1 2 0 0,-2-1-1 0,4 1-2 16,-1 2-1-16,0 0-3 0,2 1-1 0,-1 0 1 15,2 3-3-15,2-3-1 0,1 3 0 0,-1-2 0 16,4 3 0-16,-1-3-4 0,0 2 2 0,4-2-4 15,1 0 3-15,-1-2-1 0,2 2 2 0,0-2 2 16,5-1-3-16,-1 1-9 0,2-3 7 0,0 1-4 16,1-1 0-16,0-2-6 0,2-1 2 0,1 0-10 15,2 0 0-15,-1-3-3 0,-1 1 1 0,3-1-2 16,-2-3 3-16,1-2-1 0,-1 2 3 0,-3-2 3 16,2 0 0-16,1-2-1 0,-4 1 4 0,-1-3 18 15,3 5 16-15,-5-3 28 0,-1 1 16 0,2 4 14 16,-2-1 14-16,-3-1 5 0,2 2 1 0,-2 1-8 15,3 0-9-15,-4 0-12 0,0 4-12 0,3-4-10 0,-3 4-10 16,0 0-3-16,0 0-6 0,0 0-6 16,0 0-1-16,0 0-7 0,-9 17-9 0,6-11 5 0,2 2 0 15,-2 3-5-15,1-2-6 0,1 2-5 0,2-2-4 16,2 2-4-16,0 0-5 0,0-1-5 16,3-1-2-16,1 1-9 0,1-2-9 0,1-1-13 15,1 0-21-15,3 2-12 0,-1-5-18 0,1-1-14 0,1 0-11 16,1-2-19-16,3-1 5 0,-5-1-14 0,1 0-8 15,-1-4-4-15,5-3-7 0,-3-1 0 0,-4 1-11 16,5-3 6-16,-2-2-112 0,-7 1-305 16,3-2 135-16</inkml:trace>
  <inkml:trace contextRef="#ctx0" brushRef="#br0" timeOffset="62352.74">14932 4401 184 0,'3'-20'18'16,"-4"0"22"-16,1 1 34 0,-2 1 34 0,1-1 14 16,-3 7 21-16,1-5 3 0,-2 4 17 0,1 3 1 15,0-3-1-15,-2 4-1 0,5 1-7 0,-2 2-15 16,-1 0-12-16,2 1-17 0,1 2-12 0,-2-1-13 15,3 4-10-15,0 0-7 0,0 0-10 0,0 0-3 16,-12 7-5-16,11-2-4 0,0 3-7 0,-4 0-4 16,5 4-3-16,0 0-6 0,0 0 3 0,0 3 0 15,5 3-9-15,-4-1-6 0,0 0 2 0,1-1 2 16,0 1-5-16,1 1 1 0,0 0-2 0,2 1-3 16,1-1 0-16,-2-1 4 0,1-1-2 0,-2 2-2 15,4-3-1-15,-2-3-1 0,1-1-1 0,-1 1-3 16,3-2 0-16,-4 0-1 0,4-2 3 0,1-1-4 15,0-1 1-15,3 0 0 0,-1 0-1 0,0-3 1 16,3 0-3-16,-1-2 0 0,4-1 0 0,0 1-3 0,-2-1-5 16,0-1 5-16,0-3-3 0,-2 2 1 0,-1-4-1 15,0 3 3-15,-2-4 0 0,-1 2 1 16,-4 0 3-16,1 0 12 0,-1-3 4 0,-1 3 2 16,-1-1 7-16,1 2 7 0,-4-2 6 0,3 3 1 0,-3-1 1 15,0 4-7-15,0-6-2 0,0 6-1 0,-5-7 0 16,5 7-6-16,-6-4-6 0,2 4 4 0,4 0-8 15,-8-1 1-15,8 1-4 0,-12 1 0 16,8 2-2-16,-2 1-1 0,1 1 0 0,2-1 2 0,0 1-5 16,0 0 2-16,-2 0-1 0,4 0 3 0,1-1-5 15,-3 3-3-15,3-2-7 0,3 1-11 0,3-1-18 16,-3 0-31-16,4 2-54 0,-2-2-80 16,6-2-89-16,1 0-175 0,2 0-501 0,-2-2 222 0</inkml:trace>
  <inkml:trace contextRef="#ctx0" brushRef="#br0" timeOffset="62553.57">15097 4323 95 0,'-7'-5'410'0,"3"1"-3"0,-3-1-15 0,4 1-16 15,0-1-29-15,1-1-30 0,2 1-32 0,3 1-26 16,1-1-27-16,0 1-27 0,0-1-16 0,4-2-29 15,-1 5-33-15,1-1-37 0,3 1-46 0,0 2-46 16,0-2-65-16,1 1-60 0,-2 0-78 0,2 2-94 16,-3 2-241-16,2-3-584 0,1 2 259 0</inkml:trace>
  <inkml:trace contextRef="#ctx0" brushRef="#br0" timeOffset="103297.99">6377 5972 157 0,'-7'-3'215'0,"2"2"-7"16,-3 0-5-16,8 1-7 0,-14 0-14 0,4 1-3 15,-3 0-2-15,3 1-12 0,-1 2 10 0,-2 0-8 16,-1 1-10-16,2 0-3 0,0 1-7 0,-3 2 5 16,4-2-8-16,-4 6-12 0,3-5-4 0,-2 6 10 15,4-4-22-15,0 2-1 0,-2 3-11 0,1-4 8 16,1 0 4-16,1 4-11 0,-2-2-9 0,5 0-10 15,1-1-9-15,-2 4 0 0,3-2-9 0,-1 2-1 16,2-4-9-16,0 1 0 0,3 4-8 0,0-1 1 16,3-2-7-16,0-1-1 0,2 0-3 0,-1 1-1 15,7 1-4-15,2 0-4 0,4-1 0 0,-1-2-3 0,2 0 10 16,2-1-17-16,3-2-1 0,6 1 1 16,-2-2-4-16,-5-4-1 0,2-2-1 0,5 3-4 15,-6-4 2-15,-1 0-3 0,0-5 3 0,2 2-2 0,-5-1 8 16,2-3-3-16,2 1 10 0,-4-4 8 0,0 0-1 15,0 0 0-15,-4-3 3 0,5-1 9 0,-6-1 2 16,5-7-2-16,-7 4 1 0,-1-1 5 0,-4-8-4 16,0 8 1-16,-6-2-6 0,0 1 3 0,-2 0 3 15,-3-2-4-15,-4-3-2 0,-4 1-1 0,2 6-5 16,-9-6-2-16,0 3-3 0,-4 3-3 0,-2 1 1 16,0 4-7-16,5 2-3 0,-11 0-2 0,8 4-4 15,0 5-11-15,0 1-30 0,-6 1-82 0,6 2-20 16,0 3 12-16,4 0-14 0,0 6-37 0,1 0-14 15,-4 8-12-15,2 0-24 0,2 6-26 0,5-1-42 16,3 2-40-16,2 1-49 0,1 1-213 0,0-2-636 16,3 3 281-16</inkml:trace>
  <inkml:trace contextRef="#ctx0" brushRef="#br0" timeOffset="103799.76">6286 6408 293 0,'0'0'306'15,"0"0"-10"-15,0-2-10 0,0 2-7 0,3-4-14 16,-3 4-21-16,0 0-26 0,0 0-12 0,0 0-37 16,0 0-18-16,0 0 2 0,0 0-37 0,0 0-15 15,0 0-2-15,-7 11-18 0,3-6-7 0,-3 2-6 16,-4 4-9-16,-3 1-7 0,-7 7-4 0,1 2 5 15,-5 2-6-15,-6 3 8 0,-1 14 4 0,-12-3-2 16,3 1 3-16,-4 4-2 0,4 3 9 0,-8-2 2 16,0 1 8-16,3 1 2 0,1 1 2 0,-3-1-4 15,3 0 1-15,4-4-4 0,-2-3-4 0,2-2 1 16,2-2-13-16,10-9-2 0,-1 2-7 0,2-4-2 16,1 2-6-16,1-2-4 0,1-2-1 0,6-2-5 15,-1 2-3-15,2-6-5 0,6-1-1 0,0 2-1 0,1-5-25 16,4 1-26-16,4-8-26 0,-4 5-30 15,5-3-20-15,0-3-26 0,1 4-27 0,2-2-51 16,-1-5-67-16,11 3-61 0,-7-5-287 0,6-1-677 16,2-2 301-16</inkml:trace>
  <inkml:trace contextRef="#ctx0" brushRef="#br0" timeOffset="104534.86">6260 6473 129 0,'0'0'345'16,"2"-6"-12"-16,-2 6-12 0,0 0-22 0,0 0-9 16,0 0-17-16,1-3-28 0,-1 3-16 0,0 0-32 15,0 0-20-15,0 0-18 0,0 0-14 0,15 2-18 16,-11 1 2-16,4 1-22 0,6 1-18 0,-2 1-3 15,5 1-11-15,0 3-8 0,1 0-6 0,-1 3-4 16,9 5-8-16,1 0-5 0,2 1-4 0,2 0-3 16,-2 4-6-16,-2 0 6 0,3 2 4 0,0 0 11 15,-2 2 6-15,5 0 11 0,0-1-21 0,-1-2-2 16,-2 3-4-16,12 4 4 0,-13-7-8 0,1 2 4 16,0-3 3-16,-2 0 4 0,2 0 0 0,0-3-5 15,-1 2 5-15,2-3-7 0,-4 2 3 0,2-2 0 16,-1-1-4-16,1-3-3 0,-2-2 7 0,2 2 0 15,-5-3 2-15,3 1-2 0,-5-6-1 0,-3 2 1 16,3-2-2-16,-2 0 2 0,-2 0-6 0,1-2 0 0,-2 0-3 16,-3-1 1-16,0 0-5 0,-3-2-4 15,-3 2-4-15,2-2-2 0,-1 0-1 0,-2-1-4 16,0-1 2-16,-2 3-5 0,-1-1-2 0,4 0 1 16,-4-1-4-16,-1 2-3 0,-3-3 2 0,6 2-5 0,-6-2-10 15,0 0-19-15,5 2-23 0,-5-2-22 0,0 0-31 16,6 1-34-16,-6-1-34 0,0 0-49 15,0 0-58-15,0 0-59 0,0 0-62 0,10-1-278 0,-10 1-732 16,4-5 324-16</inkml:trace>
  <inkml:trace contextRef="#ctx0" brushRef="#br0" timeOffset="104903.31">7555 7249 275 0,'-7'2'299'0,"3"4"-7"0,-7 0-3 0,-1-1-3 15,2 4-3-15,-4 1-8 0,0 1-14 0,-2 1-15 16,-1 1-20-16,1 1-15 0,2 0-18 0,5 3-24 16,-2 0-11-16,4-1-14 0,-1 4-14 0,5-2-8 15,3 2-11-15,0 5-10 0,7-4-9 0,3-3-4 16,2 0-9-16,4 5-4 0,4-4-6 0,-2-7-12 15,8 4-4-15,0-4 0 0,-4-5-6 0,6-2-3 16,-6-2-4-16,1-4-6 0,8-5-2 0,-2 0-2 16,-7-1 2-16,-3-5-5 0,5-5 0 0,-3-2-2 0,-2-3-4 15,-2-2 9-15,-7 5-14 0,-2-2-2 0,-4-6-2 16,-4-1-4-16,-3 8-1 0,-6-4 1 0,1 3-7 16,-9-3-3-16,-3 3-6 0,-4 2-19 15,-2 4-11-15,2-2-15 0,-1 5-29 0,-4 2-28 0,1 2-28 16,-5 2-27-16,2 5-35 0,-3 3-45 0,1-2-54 15,-5 5-74-15,0 0-186 0,-2 1-605 0,-14 8 267 16</inkml:trace>
  <inkml:trace contextRef="#ctx0" brushRef="#br0" timeOffset="105622.32">5149 7507 233 0,'-7'-3'304'0,"0"-2"-10"0,-1 2-12 0,0 0-19 15,1 1-27-15,-1 2-18 0,-5 1-18 0,-1 3-12 16,2 2-4-16,-3 2-11 0,-3 4-9 0,3 1-9 15,-3 2-4-15,5 3-12 0,-8 2-13 0,9-1-7 0,-4 5-9 16,5-1-18-16,-2-5-1 0,7 2-14 0,0 0-6 16,5 0-5-16,1 1-4 0,4-1-5 15,2 0-4-15,7-4 2 0,-1 2-8 0,9 0 1 0,2-1-9 16,-4-5-2-16,14-2-1 0,-5-3-3 0,4-2 4 16,0-4-13-16,0-2 4 0,-1-4-1 0,0 0-6 15,-1-5-4-15,-1-1 0 0,-4-5 3 0,2-1-3 16,-5 0-2-16,-1-2 1 0,-4-4-8 0,1-2 2 15,-7 0-3-15,-3-1-2 0,-4 0 1 0,-2 7-3 16,-5 1-7-16,-4 1 1 0,-3-3 0 0,-3 2 3 16,-1 2-6-16,-7-4 3 0,-7 5-2 0,4 2-1 15,2 7 0-15,-4-3-8 0,-4 2 2 0,6 5-17 16,1 2-7-16,1 2-16 0,-8 2-21 0,5 3-17 0,5-1-29 16,-2 3-21-16,6 1-29 0,-3 3-41 15,4-1-37-15,0 3-49 0,0 0-231 0,4 1-570 16,-1 1 252-16</inkml:trace>
  <inkml:trace contextRef="#ctx0" brushRef="#br0" timeOffset="106073.63">4986 7891 25 0,'0'0'190'0,"-4"7"8"0,-1-1-7 0,-1 0 1 15,0 5 0-15,0-1 1 0,-3 7-3 0,-3-1-2 16,-3 9-4-16,-4 1 4 0,0 0-13 0,-4 3-1 16,-10 14-5-16,-1-2-5 0,-1 1 5 0,-4 5 0 15,-1-2-9-15,-1 3 1 0,-5-2-2 0,2 3-3 16,-3 2-4-16,-16 12-10 0,17-12-14 0,0-4-1 0,-1 1-6 16,-1-4-14-16,1 1-7 0,3-1-9 0,-2-2-6 15,6 0-8-15,3-2-7 0,7-12-9 0,3-1-2 16,1-1-7-16,6-1-6 0,1-5-1 0,5-3-7 15,1-1-7-15,7-9-2 0,-1 5-13 0,4-8-9 16,5 2-11-16,1-5-38 0,6-1-43 0,3-4-52 16,6-3-55-16,8-9-73 0,5-3-96 0,2-1-321 15,6-14-737-15,2 1 327 0</inkml:trace>
  <inkml:trace contextRef="#ctx0" brushRef="#br0" timeOffset="106676.3">5006 7991 119 0,'0'0'353'0,"0"0"-20"15,3-5-22-15,-3 5-18 0,0 0-22 0,0 0-28 16,0 0-24-16,0 0-23 0,2-4-22 0,-2 4-13 16,0 0-22-16,6 9-12 0,-2-3-11 0,-1 0-10 15,5 3-9-15,-3 1-10 0,5 6-4 0,-2-1 0 16,11 8-10-16,-4 2 9 0,0 1-7 0,0-1 1 16,8 3-1-16,-4-3-6 0,3 4-10 0,0 1 7 15,2 1-8-15,10 9-4 0,-1-2 0 0,-9-9-2 0,5 1-8 16,6 8-1-16,-1 1-8 0,-8-10-8 15,1 2 8-15,0-3-2 0,1 3-2 0,-2-3-6 16,1-1 1-16,-1 0-2 0,-2-2 1 0,3 1 6 0,-8-3 1 16,6-1 2-16,-5-2 3 0,2 1 0 0,-6-7-7 15,2 1 6-15,-4-2-2 0,2-2 1 0,-8 0 13 16,3-3-14-16,-1 3-3 0,0-1 0 0,-1-3-7 16,-4-2 10-16,2 1-14 0,1-2-4 0,-4 0 4 15,1-2 1-15,1 2 0 0,-2-1-4 0,-3-1-7 16,-1-2 7-16,7 3-2 0,-7-3-14 0,3 3-21 15,-3-3-34-15,0 0-40 0,0 0-35 0,0 0-35 16,0 0-45-16,0 0-51 0,4-8-65 0,-4 8-58 16,1-7-231-16,1 5-664 0,-2 2 294 0</inkml:trace>
  <inkml:trace contextRef="#ctx0" brushRef="#br0" timeOffset="107077.97">5920 9037 200 0,'-14'7'310'0,"-2"3"-5"15,1 2-8-15,-1-2-8 0,1 3-15 0,0 1-22 16,5-3-15-16,-3 5-18 0,2 2-20 0,6-8-15 15,-4 8-8-15,7-5-10 0,0 3-11 0,4-1-6 16,0 1-11-16,5 0-8 0,1 1-10 0,7-4-13 16,-1 0-10-16,6-3-10 0,1-1-3 0,-1-1-15 15,0-4-5-15,5-1 11 0,2-3-20 0,-2-1-8 16,-2-1 4-16,-3-5-10 0,1-3-5 0,-2 1-3 16,-2-4-4-16,-6-2-3 0,6-7 6 0,-7 3-13 15,-4 0-5-15,-2-2-1 0,-4-6 0 0,-4 7-5 0,-3 1 4 16,-5-1-9-16,-6-4-15 0,-2 2-16 15,-9 1-14-15,-3 2-4 0,-2 3-8 0,-2 2-8 16,-1 1-10-16,-2 4-21 0,1 1-17 0,-2 4-23 0,-3 1-25 16,1 1-30-16,-12 7-35 0,14-2-42 0,-16 4-40 15,15 0-199-15,-12 6-546 0,14-3 241 0</inkml:trace>
  <inkml:trace contextRef="#ctx0" brushRef="#br0" timeOffset="107695.95">3809 9220 8 0,'-12'6'306'0,"0"0"-9"0,-4 2-2 0,-1 4-8 16,2 1-11-16,-1 2-14 0,1-3-13 0,1 5-14 15,3 0-26-15,-1 1-21 0,1-2-10 0,7 2-19 16,-4 0-17-16,8-2-3 0,7 1-16 0,-2 1-2 15,6-2 5-15,1-1-2 0,5-2-11 0,4-3-11 16,5 0-6-16,4-2-15 0,-4-3-6 0,4-2-9 16,0-5 11-16,-1-1-20 0,-1-2-6 0,-5-3-3 15,4-4-5-15,-10 1-6 0,0-5 0 0,5-2-4 16,-10 0-8-16,1-5 4 0,0-5-2 0,-7 0-4 16,-1-3-14-16,-6-1-8 0,-5 0-1 0,-1 1-6 15,-3 5-2-15,-4 1-5 0,-5 2 13 0,0 4-20 16,-7 1-11-16,3 2-3 0,-7 3-5 0,0 0-11 15,0 4 3-15,-1 4-13 0,0 2-4 0,-2 3-11 0,3 2-16 16,0 2-20-16,8 0-22 0,-1 3-34 16,0 2-41-16,8 0-46 0,-1 4-62 0,2 2-189 15,2 1-547-15,5 1 243 0</inkml:trace>
  <inkml:trace contextRef="#ctx0" brushRef="#br0" timeOffset="108398.42">3823 9570 88 0,'0'0'209'15,"0"0"2"-15,0 0-3 0,-11 9-1 0,5-4-3 16,-2 4-1-16,0 4-3 0,-3 1-4 0,-2 4-2 15,-5 4-17-15,-1 3 1 0,-5 2-11 0,-4 3-3 16,-7 11-7-16,-3 2-6 0,-3-2-13 0,-1 7-12 16,1 0-13-16,-3-3-2 0,2 4-12 0,0-5-10 15,-1 4-9-15,-1-4 6 0,-1 0-19 0,3 2-5 16,7-5-8-16,-2-4-4 0,10-8-2 0,0-1-7 0,4-3-6 16,2 0-4-16,2-3-3 0,7-6-9 15,1-2-24-15,6-5-23 0,2-3-20 0,3 2-36 16,3-5-41-16,2-2-51 0,2-1-53 0,6-5-52 0,6-4-256 15,-2-3-580-15,6-7 258 0</inkml:trace>
  <inkml:trace contextRef="#ctx0" brushRef="#br0" timeOffset="108766.55">3810 9603 275 0,'-1'-5'279'0,"1"5"-25"16,-3-4-26-16,3 4-20 0,0 0-21 0,0 0-16 16,-9 9-8-16,8-2 0 0,1 3-14 0,-3 1-13 15,7 4-7-15,0 5-13 0,5 5 3 0,1 3 1 16,3 0-5-16,0 3-10 0,-1 0-15 0,3 4-6 15,11 11-5-15,-11-11-7 0,8 12-5 0,0 2-8 16,3-5-2-16,-8-8-6 0,5 12-4 0,-4 1-4 16,-3-14-1-16,7 10-7 0,-12-11-2 0,2-2-4 15,0 2-4-15,-2-2 2 0,1-3-4 0,-8 1 0 16,3-9-9-16,-3-1 3 0,-1-1-3 0,0-1 1 16,-2-5 6-16,-1-2-14 0,3 1-26 0,-2-3-21 0,-1-3-26 15,0-1-24-15,0-1-55 0,0-4-56 0,0 0-83 16,0 0-224-16,0 0-550 0,0 0 244 15</inkml:trace>
  <inkml:trace contextRef="#ctx0" brushRef="#br0" timeOffset="109168.36">4152 10675 280 0,'-3'6'292'0,"-5"4"-9"16,4-2-18-16,-3 2-21 0,4 1-15 0,-2 2-12 15,4-2-7-15,-1 1-12 0,2 4-22 0,0 2-14 16,2-3-13-16,4 1-16 0,0-1-12 0,1 2-9 15,2-3-13-15,-1-4-8 0,5-1-9 0,-1 0-1 16,0-1-13-16,0-3-7 0,2-1-9 0,0-3 3 16,5-1-12-16,-3-2 1 0,2-1-7 0,-1-4-2 15,-2-1-7-15,3-1 1 0,-2-5-4 0,-1-2-1 0,-1-2-9 16,-2 0 0-16,-4-1-2 0,2 1-11 0,-6-2 5 16,-3 0-2-16,-2 3-1 0,-2-2-7 15,-4 0-4-15,-5 3-5 0,-3-1-9 0,-9 1-9 16,0 3-15-16,-4 1-11 0,-2 2-18 0,-4 2-26 0,-4 3-35 15,-1 2-46-15,-17-2-41 0,15 7-41 0,-16-4-211 16,0 5-512-16,-3 0 228 0</inkml:trace>
  <inkml:trace contextRef="#ctx0" brushRef="#br0" timeOffset="109636.33">3015 10733 100 0,'-16'-2'307'0,"-1"1"-9"0,0 0-14 0,3 1-14 16,-5 2-25-16,5 0-18 0,1 3-21 0,2-2-9 16,-2 5-23-16,0 4-17 0,2-1-7 0,0 5-15 15,3-1-13-15,0 0-10 0,1 2-10 0,6 0-7 16,1 2-3-16,1 0-12 0,3-2-13 0,2 0 0 16,2-4-5-16,3 3-8 0,-3-4-3 0,3-4-1 15,2 2-11-15,-2-5-4 0,5-3 2 0,-2-1 3 16,5-1-11-16,-1-1-2 0,2-6-4 0,-2-3-4 15,-3-1 5-15,-1-2-6 0,-4-5-3 0,4-5 4 16,1-1-4-16,-8-5 0 0,0 0-3 0,-5-3-1 16,-2 0 6-16,-4 0-10 0,1-3 11 0,-6 4-17 15,-3-1-2-15,-5 3 3 0,1 2-3 0,1 2 2 16,-7 3-5-16,6 7 4 0,-3-4-8 0,1 7-10 16,2-1-14-16,1 10-17 0,3-3-21 0,-3 2-20 15,5 2-32-15,-1 3-27 0,3 2-30 0,6 2-36 16,-1-1-40-16,7 2-235 0,4 6-529 0,6-1 234 15</inkml:trace>
  <inkml:trace contextRef="#ctx0" brushRef="#br0" timeOffset="110222.12">5844 9556 12 0,'4'-9'361'0,"2"0"-9"0,-4 1-9 0,1 3-5 0,1 0-19 16,-1 0-20-16,-1 1-29 0,0 2-28 0,-1-2-32 15,-1 4-23-15,0 0-25 0,0 0-13 0,7 9-20 16,-7 1-8-16,0 8-18 0,0 1-5 0,-4 9-8 16,-4 1-10-16,0 6-1 0,-5 1-11 0,-3 13-8 15,-6 2 13-15,-4 4-13 0,2 3-5 0,-5 2-7 16,-9 22-1-16,8-26-7 0,3 2 1 0,-1 0-10 15,-2-3 3-15,0-1-5 0,3-2-2 0,2-6-2 16,0-1-4-16,8-12-1 0,-1-2 0 0,3-3-3 16,-1-2-6-16,8-9-18 0,-2 0-25 0,2-2-25 15,3-2-26-15,2-8-19 0,-1 3-36 0,4-4-50 16,0-4-53-16,11 0-60 0,-11 0-49 0,16-13-179 16,0 3-573-16,-2-7 254 0</inkml:trace>
  <inkml:trace contextRef="#ctx0" brushRef="#br0" timeOffset="110539.36">5917 9477 281 0,'5'-6'282'16,"2"4"-29"-16,0 2-21 0,6 1-13 0,-4 6-17 15,6 3-15-15,0 5-16 0,4 7-2 0,1 5-6 16,3 4-6-16,-2 0-11 0,5 17-6 0,-2-3-14 16,-3 3-13-16,6 1-5 0,-7 3-10 0,9 1-1 15,-1 2-5-15,1-1-9 0,2-1-12 0,2-4-7 16,1 3 1-16,0-4-5 0,-4-2-10 0,3-2-2 16,-9-12-9-16,2-2 6 0,-4-1-11 0,0-5 0 0,-4-1-6 15,-4-8-1-15,-2-2-8 0,-2-2-14 0,-2-6-11 16,-4 0-34-16,-1-3-49 0,0-2-63 15,-3 0-62-15,0 0-60 0,-3-11-249 0,0-1-565 16,-4 2 250-16</inkml:trace>
  <inkml:trace contextRef="#ctx0" brushRef="#br0" timeOffset="110923.85">6509 10518 169 0,'-4'-4'362'0,"0"-2"-29"0,-3 0-29 16,0 1-22-16,1 3-21 0,-4-2-20 0,3 3-16 15,-1-1-22-15,8 2-16 0,-15 3-10 0,4 2-18 0,3 0-18 16,-3 2-9-16,6 1-13 0,-1 3-7 15,2-3-16-15,1 6-1 0,3-3-13 0,4 2-2 16,3 2-11-16,3-1-10 0,2 1 0 0,-2-3-13 16,3 2-2-16,5-5-8 0,-3 0-10 0,1 0-10 0,-2-5-1 15,1-2-11-15,0 0-9 0,-2-2-10 0,1-3-2 16,-2-2-13-16,0 3 0 0,-3-6 4 16,0-2-9-16,-4 0 2 0,1-1-2 0,-2-3-5 0,-4 1-2 15,-4-2 0-15,-3-1-3 0,0 1-4 0,-8 1-3 16,2 3-4-16,-3-1-14 0,-5 1-21 0,-1 1-20 15,-5 0-35-15,-3 4-32 0,-3-1-28 0,2 5-32 16,1 3-186-16,-4 3-459 0,2-2 203 0</inkml:trace>
  <inkml:trace contextRef="#ctx0" brushRef="#br0" timeOffset="111342.17">5489 10676 170 0,'-7'11'294'0,"-1"-1"-13"0,1 2-16 0,-1 3-5 0,4 2-5 15,0-1-12-15,1 2-21 0,2 0-19 0,-1-1-17 16,4 1-12-16,1 0-16 0,-1-6-12 0,5 5-8 16,-1-6-14-16,0 1-9 0,2-2-4 0,2 0-10 15,1-1-10-15,-3-2-2 0,2-4-6 0,3 2 2 16,-2-4-6-16,1-2-5 0,-1-2-10 0,0-1-7 16,1-2-3-16,-1-1-6 0,1-6-6 0,-2 2 0 15,-2 1-5-15,2-8-6 0,-3 1-2 0,-1-2-1 16,-5-3 5-16,-1 0-16 0,-1 2 0 0,-5-7-9 15,-1 1 1-15,0 8-1 0,-3 0-8 0,-6-5-16 16,2 7-3-16,-2-1-9 0,1 2-19 0,-4 2-7 16,3 2-13-16,-2 0-6 0,2 3-15 0,2 1-12 15,-1 2-20-15,4 1-28 0,0 0-40 0,3 2-38 0,3-1-47 16,2 1-231-16,-1-1-546 0,4 3 241 0</inkml:trace>
  <inkml:trace contextRef="#ctx0" brushRef="#br0" timeOffset="112044.92">7639 7643 103 0,'4'-12'271'0,"-1"2"-3"0,0 0-1 0,2 4-9 0,-2 0-25 16,0 1-25-16,-2 0-23 0,2 4-20 0,-3 1-18 15,0 0-14-15,5 14-11 0,-2 1 2 0,0 2-7 16,-6 10 0-16,-4 6 0 0,0 3-8 0,-8 17-4 16,-1-1 1-16,-10 3-2 0,-6 3 14 0,0-3-31 15,-18 25-7-15,16-27-9 0,1 4 2 0,-2-2-7 16,2 2-4-16,2-4-8 0,1-5-6 0,4 0-3 16,2-5-3-16,6-8-7 0,2-4-4 0,2 0-1 15,3 0 3-15,-1-3-4 0,8-7-10 0,0-3-19 16,1-4-15-16,6-3-33 0,1 1-34 0,0-6-50 15,2-1-57-15,3-4-79 0,6-1-55 0,-4-2-199 16,5-5-564-16,-1-5 251 0</inkml:trace>
  <inkml:trace contextRef="#ctx0" brushRef="#br0" timeOffset="112345.52">7643 7822 285 0,'12'0'269'0,"1"3"-11"15,4 1-13-15,7 2-6 0,4 6-12 0,2 2-13 16,2 4-2-16,0 1-27 0,13 13-13 0,-6 1-9 16,4 2-8-16,0 1-19 0,-2-1-6 0,4 4-13 15,-3 2-10-15,2-2-2 0,0 5-3 0,3 3-8 16,-4 4-6-16,2-7-8 0,1 1-10 0,-1-2-3 15,0 0-14-15,-3-6-1 0,-4-1 0 0,-9-10-7 16,-2-1-1-16,-3-3-9 0,-2-3 0 0,-5-6-8 16,-3 0-12-16,-4-6-28 0,-3-1-18 0,0-1-27 15,-6-3-41-15,-1-2-54 0,0 0-58 0,0 0-66 0,-28-13-263 16,8 1-584-16,-4-4 259 0</inkml:trace>
  <inkml:trace contextRef="#ctx0" brushRef="#br0" timeOffset="112847.43">7401 8770 210 0,'-11'-1'347'0,"-1"1"-12"0,-7 0-20 0,-1 1-9 16,1 1-20-16,0 3-5 0,-3 0-19 0,0 2-18 15,3 1-23-15,2 1-21 0,0 0-21 0,2 2-18 16,6-1-18-16,0 2-7 0,7 1-15 0,2 0-11 16,1 0-11-16,9 3-13 0,3 0-3 0,9 4-7 15,4-4-5-15,0 1-8 0,4-4-3 0,2-2-9 16,1-1-8-16,0-3 11 0,-5-2-19 0,3-4-5 16,-6-1-13-16,-4-1-3 0,-1-3-5 0,-1-2-3 15,-8-2-2-15,-2-1 4 0,2-6-10 0,-3-1 1 16,-6-1-2-16,-4-2-1 0,-2-10-7 0,-4 3 3 15,-7-2 3-15,0 4-3 0,-7-3-1 0,2 4-3 16,-2 3 7-16,-3 0-4 0,-2 0-13 0,3 6-1 16,6 4-11-16,-4 2-8 0,5 2-17 0,6 2-20 0,-4 0-15 15,7 3-15-15,-2 3-12 0,3 2-20 0,5 3-19 16,-2 1-31-16,8 5-31 0,5 3-44 16,2 3-239-16,7 3-546 0,1 1 242 0</inkml:trace>
  <inkml:trace contextRef="#ctx0" brushRef="#br0" timeOffset="113282.42">8783 8874 206 0,'0'0'295'0,"0"0"-3"0,-23-2-1 15,23 2-14-15,-15 2 1 0,5-1-28 0,0 1-9 0,-4 2-24 16,1 0-25-16,0 1-14 0,4 0-24 0,-3 1-13 16,1 2-17-16,1 0-8 0,2 2-9 15,1-1-11-15,3 3-12 0,0-1-4 0,4-2-11 0,4 4-4 16,3-1-6-16,4 2-2 0,-2-4-10 0,6-1 1 15,2 0-3-15,3-1-8 0,-1-3 1 0,4-3-2 16,-3 1-6-16,2-4-8 0,-1 1 1 0,-2-4-3 16,-2 0 0-16,1-3-2 0,-3-1-4 0,-3 0-3 15,-2-2-2-15,-1-5 1 0,-3 4 3 0,-6-7-6 16,0 0 3-16,-3-1-6 0,-5 1-4 0,-4-6 3 16,-5 1-7-16,-4 2 7 0,0 1 4 0,-7 1-30 15,2 3-6-15,-6 1-18 0,1 4-13 0,0 0-19 16,0 5-23-16,-2 1-26 0,2 5-31 0,2 6-35 15,-2-1-31-15,1 5-39 0,0 0-241 0,0 3-548 16,3 4 243-16</inkml:trace>
  <inkml:trace contextRef="#ctx0" brushRef="#br0" timeOffset="113667.87">7880 9161 86 0,'-12'1'251'0,"4"1"-19"0,-5 2-7 16,0 4-3-16,3 1-4 0,-5 4-14 0,-5 7-9 16,-2 2-13-16,4 2-10 0,-2 2-12 0,0 3-4 15,-1 2-13-15,-9 12-15 0,-1 5-10 0,1-5-12 16,0 2-8-16,-3-2-15 0,2 3-6 0,-3 0-3 0,2-7-6 16,-4 2-9-16,13-11-8 0,-1 0 0 15,2-3-5-15,-2-2-7 0,6-3-3 0,0-2-17 16,7-6-18-16,0-4-21 0,3-2-22 0,4-3-27 0,1-1-46 15,2-2-59-15,1-2-57 0,0 0-53 0,11-8-144 16,0-2-463-16,4-4 205 0</inkml:trace>
  <inkml:trace contextRef="#ctx0" brushRef="#br0" timeOffset="113934.55">7691 9264 42 0,'-3'-4'298'0,"-2"1"-26"0,5 3-20 0,0 0-4 16,0 0 7-16,-5 11-4 0,3-5 4 0,8 7-14 15,3 5 1-15,2 5-10 0,5 4-9 0,-1 1-13 16,3 3-15-16,1 3-19 0,-3 1-14 0,7 10-15 16,-8-13-12-16,4 4-8 0,-5-2-23 0,2 2-8 15,-2-1-8-15,2-2-13 0,-1 1-1 0,1-1-10 16,-2-3-4-16,2 2-6 0,-2-2-37 0,-2-2-22 0,3-3-31 15,-8-8-32-15,0 0-42 0,-1-5-52 0,-3-2-62 16,0-4-52-16,1-1-59 0,-4-1-229 0,0-4-610 16,0 0 271-16</inkml:trace>
  <inkml:trace contextRef="#ctx0" brushRef="#br0" timeOffset="114402.76">7295 10023 8 0,'-9'6'299'0,"2"0"-5"0,2 0-14 0,-2 4-10 0,1 1-14 15,2 0-13-15,1-1-12 0,1 2-18 0,2 2-18 16,4 4-11-16,0-3-22 0,1 2-16 0,-2-4-16 16,1-1-12-16,3 4-19 0,1-4-4 0,0-1-5 15,2-2 6-15,3-1-22 0,-2-1-4 0,7 1-12 16,-9-4-5-16,5-3-3 0,1-1-7 0,-4-2-4 15,5-2 3-15,-5 0-16 0,0-4 3 0,2 1 0 16,-1-6-6-16,-4 3-4 0,1-7-2 0,-3-1 0 16,-2 0-9-16,-3-2-11 0,-5-8 9 0,0 0-1 15,-2 3-4-15,-4-4 4 0,0 5-7 0,-4 6 7 16,4 0-4-16,-4 2-7 0,-5 2 8 0,5 2-2 0,-5 1-2 16,4 2-1-16,-1 2 2 0,2 5-8 15,-1 1-20-15,3 2-18 0,0 5-21 0,0-1-26 16,2 3-38-16,3 3-37 0,3 1-56 0,4 5-63 0,2 3-205 15,2 1-532-15,5-2 235 0</inkml:trace>
  <inkml:trace contextRef="#ctx0" brushRef="#br0" timeOffset="114754.01">7936 10158 174 0,'1'-3'284'0,"-1"3"-20"0,0 0-10 16,0 0-3-16,0 0-16 0,-16 5-15 0,10-1-19 15,4 2-17-15,-1 0-20 0,-1 0-16 0,0 2-15 16,0 1-5-16,1-1-18 0,3 1-11 0,3 0-12 16,2 2-6-16,2-2-10 0,-2 0-3 0,5 0-6 15,3-1-7-15,3-1-5 0,1 2-7 0,-3-5-3 16,8-3-9-16,-1-1-2 0,1-1-11 0,0 0-3 0,-2-5-4 15,-2 0 2-15,1-1-3 0,-4-1 5 0,4-5-8 16,-8-1 0-16,0 0 1 0,-3-2-1 0,-3 0-1 16,-2-3-2-16,-4-2 1 0,-2-6-2 0,-2-1-5 15,-4 3 2-15,-3-1 2 0,0 0-2 0,-3 8-1 16,0-3-3-16,-4 1 3 0,3 6-1 0,-1-1-18 16,2 2-20-16,2 1-14 0,0 4-28 0,2 0-35 15,2 3-35-15,-2 0-39 0,3 1-43 0,1 2-216 16,1-2-487-16,1 2 216 0</inkml:trace>
  <inkml:trace contextRef="#ctx0" brushRef="#br0" timeOffset="115122.09">9032 9318 202 0,'8'-4'299'0,"-4"-2"-5"0,2 3-7 16,-2 1-8-16,-1-1-7 0,1 0-41 0,-4 3-24 16,0 0-28-16,0 0-21 0,0 0-11 0,0 0-16 15,-3 12-13-15,0 1-10 0,-5 2-7 0,-4 10 8 16,-2 1-5-16,-2 2-1 0,1 4-10 0,-4 4 1 15,-7 9 2-15,4 0-6 0,-4-1-17 0,2 0-4 16,1 2-2-16,9-11-7 0,-5 1-4 0,0 11-9 16,2 1-4-16,8-12-2 0,-3 2 0 0,8-2-8 0,-3-3-1 15,3-3-3-15,1-1-2 0,2-2-13 0,-2-7-20 16,0-3-25-16,2-5-26 0,0-1-30 0,1-2-29 16,0-1-42-16,1-5-65 0,2-2-64 0,-3-1-275 15,0 0-609-15,0 0 271 0</inkml:trace>
  <inkml:trace contextRef="#ctx0" brushRef="#br0" timeOffset="115406.46">8888 9316 275 0,'12'11'268'0,"13"6"-2"0,-1 3-11 0,5 5-4 16,14 13-6-16,-1 0-9 0,3-1-7 0,0 4-15 16,1-1-11-16,-2 2-13 0,1-5 0 0,-6 6-16 0,1-5-9 15,-1 4-12-15,-4-3-15 0,4-5-15 0,-14-5-7 16,-1-1-11-16,0-3-5 0,-1 2-17 0,-4-7-4 16,0 2-7-16,-4-5-9 0,-5-2-11 0,-2-7-22 15,3 1-34-15,-6-2-27 0,1-1-31 0,-1-1-32 16,-1-1-50-16,-4-1-66 0,0-3-66 0,0 3-61 15,0-3-183-15,0 0-563 0,0 0 249 0</inkml:trace>
  <inkml:trace contextRef="#ctx0" brushRef="#br0" timeOffset="115774.43">9413 10291 291 0,'0'0'328'0,"0"0"-27"0,0 0-32 0,1 5-17 16,-1-1-4-16,0-4-17 0,4 8-7 0,-2-3-14 15,2 2-19-15,1 3-14 0,2 0-14 0,1 1-19 16,2 2-16-16,2 0-9 0,4 0-14 0,-2-1-4 15,5 2-12-15,0-1-8 0,0-3-8 0,0 1-5 16,0-5-7-16,-3 2-4 0,3-3-5 0,-6-2-4 16,0-2-9-16,2 0 3 0,-4-2-6 0,3-2-3 15,-7 0-2-15,1-7-10 0,-4 3-2 0,-3-5-5 16,-1-1-1-16,-2 1-7 0,-7-5-14 0,1-1-12 16,-8-4-7-16,-2 2-10 0,-4-1-18 0,-2 3-17 15,-2 0-23-15,0 4-19 0,-4 3-27 0,-1 0-26 0,-2 4-40 16,4-2-46-16,-3 4-259 0,0 1-554 15,-1 3 245-15</inkml:trace>
  <inkml:trace contextRef="#ctx0" brushRef="#br0" timeOffset="116092.45">8699 10358 95 0,'-4'9'284'0,"4"2"-10"0,0 1 2 15,0 0-9-15,6 4-5 0,0-2 5 0,-2-3-22 16,3 5-16-16,4-1-6 0,2 1-19 0,1-1-10 16,5-4-15-16,-2 2-18 0,-1-3-15 0,-4-3-9 15,7-1-19-15,-2 0-15 0,-3-1-2 0,0-3-12 0,1-2-14 16,-3 2 5-16,0-7-13 0,-2 0-5 15,-1-1-11-15,2-2-4 0,-5-1-2 0,-2-1-6 16,-2-1-9-16,-3-4 3 0,0 0-9 0,-5-4-19 0,-6 2-20 16,-3-7-18-16,-5 2-21 0,1 0-8 0,-7 3-30 15,-6 0-30-15,4 3-44 0,-9 0-48 0,-1 1-59 16,0 2-65-16,-1 3-170 0,-17-5-549 0,18 6 243 16</inkml:trace>
  <inkml:trace contextRef="#ctx0" brushRef="#br0" timeOffset="118249.81">5780 10414 118 0,'0'0'191'15,"0"0"-14"-15,0 0-3 0,0 0-3 0,0 0-6 16,0 0-18-16,0 0 3 0,0 0-5 0,0 0-6 0,0 0-8 16,0 0-10-16,0 0-9 0,0 0-4 0,0 0-3 15,-12-5-4-15,12 5-3 0,-11-1-6 0,3 0-1 16,1-1-6-16,-5 0-5 0,2 0-3 0,-5-2-3 15,0 4-1-15,-5-2-2 0,-3-1-3 0,4 2-7 16,-6 0 3-16,-3-4-7 0,-2 3-5 0,-2 2-3 16,4-3-4-16,-5 2-4 0,2 0-6 0,1 2-3 15,2 0-2-15,3-2-3 0,3 2-1 0,2-1-3 16,0 3 4-16,-1-1-7 0,2 0-2 0,5 1-3 16,1-2-6-16,0 0 4 0,0 3-3 0,2-2 0 15,1 1 6-15,-2-2-7 0,4 2-4 0,3-1 2 16,-2 0-5-16,-1-1 3 0,1 2 1 0,0-1-5 15,3-1 2-15,-2 1-2 0,-1 0 4 0,1 1-4 16,2-2 0-16,-2 2 3 0,6-3-1 0,-5 2-1 0,2 1 0 16,3-3 1-16,-8 2 5 0,8-2-6 15,0 0-1-15,-4 3-2 0,4-3 4 0,0 0-2 16,-4 1 0-16,4-1-2 0,0 0-1 0,0 0 4 0,0 0-1 16,-7 1-2-16,7-1 1 0,0 0-1 0,0 0-1 15,0 0-1-15,0 0 2 0,-1 4-2 0,1-4 1 16,0 0-3-16,0 7 3 0,1-2 4 0,-1-1-2 15,3 2 0-15,-3-1 1 0,4 3-3 0,-3 2 0 16,2 0 2-16,-1 1 0 0,0 1-1 0,1 4 2 16,2 0-1-16,-1 2-1 0,-1 2-1 0,3 0 5 15,-1 6 4-15,-2-5-5 0,0 9-1 0,-2-1 2 16,2 1 10-16,2-3-11 0,-2 1 7 0,-2-2-4 16,-1 0 0-16,-3 0 6 0,3-7 1 0,0 0-8 15,-1 0 6-15,1-3 2 0,-2 2 1 0,-1-4 5 16,3-2 1-16,-4 0-4 0,2-1 5 0,1 0 1 15,-2-2-1-15,2-1 5 0,-2-1-2 0,2-1 2 16,1 0 2-16,-3-1-3 0,3 0-3 0,0 2 4 16,-2-4-9-16,2-3-3 0,0 7 5 0,0-4-1 15,0-3 3-15,2 7-6 0,1-3-4 0,-2-3 4 16,-1-1-4-16,3 5 3 0,-3-5-1 0,4 4-3 0,-3-1 5 16,-1-3-6-16,3 5-4 0,1-3 3 0,1 0 9 15,-5-2-16-15,4 2 6 0,-1 1 0 16,3-1 0-16,-6-2-8 0,5 7 4 0,-2-6-1 0,-3-1 13 15,5 3-8-15,2-1-4 0,-3-2 1 0,0 1-3 16,2 1 6-16,-1-1-6 0,3 0 2 0,0 2 3 16,5-2-6-16,1 1 16 0,0-1-16 0,5-1 5 15,-1 1-1-15,4 2-7 0,9-1 6 0,-1-1 0 16,1-1-2-16,0 3 3 0,2 2-7 0,1-3 0 16,-1 1 6-16,-2 1-5 0,0-2 6 0,-2 1 0 15,-7-2-2-15,-1 0 1 0,0 2 13 0,-2-3-15 16,0 0-2-16,-6 0 1 0,0-1 3 0,2 2-1 15,-4-1 4-15,-5-1-2 0,5 1-6 0,-4 0 6 0,0-2-3 16,-7 2-3-16,11 0 4 0,-5-1-8 0,0 0 10 16,-2 0-1-16,3-1-4 0,-7 2 2 15,8-2 6-15,-8 2-4 0,4-2-1 0,-4 2 3 0,7-3 2 16,-7 3-5-16,0 0 6 0,4-2-6 0,-4 2 19 16,3-4-19-16,-3 4 1 0,0 0-2 0,1-4 11 15,-1 4 11-15,3-3 4 0,-3 3-1 0,0-6 1 16,0 6-4-16,0-7 10 0,-3 3-8 0,3 4 4 15,0-7 7-15,-4 0-6 0,3 2 3 0,1 0 0 16,-5-4 1-16,0 0-1 0,1 0 7 0,-3-1 3 16,0-2 5-16,2 1 1 0,-1-6-6 0,-2 2 9 15,3-5-11-15,-2 2-2 0,3-3 2 0,-3 0-3 16,2-5-3-16,-1-1-3 0,2 0-1 0,3-2 4 16,0-2-5-16,1 4 4 0,-3-3-7 0,1 5 10 15,1 3 2-15,1-3 1 0,-1 5-1 0,2 1 5 16,-1 0-1-16,-1 0 5 0,-1 1-4 0,1 2 0 15,1 3 2-15,-1 1-7 0,1-1 0 0,0 2-2 0,0 0-2 16,0 4-4-16,0-5-6 0,-2 2 2 16,2 2-5-16,0-1-3 0,-1 5-3 0,1-4 1 15,0 3-1-15,-3 2-3 0,6-4-15 0,-3 2-23 0,0 5-29 16,-3-5-40-16,3 5-43 0,0-7-57 0,0 7-44 16,0-4-39-16,0 4-44 0,0 0-33 0,0 0-26 15,0 0-40-15,0 0-218 0,0 0-692 0,0 0 306 16</inkml:trace>
  <inkml:trace contextRef="#ctx0" brushRef="#br0" timeOffset="119186.42">5771 10538 138 0,'0'-5'257'0,"0"5"-17"0,1-4-11 0,-1 4-20 0,0 0-18 16,0 0-22-16,0-3-23 0,0 3-11 15,0 0-13-15,0 0-7 0,0 0-3 0,-4 17-1 16,-2-9-1-16,2 2-1 0,0 0 4 0,-7 6 4 0,0-1 16 16,3 4-11-16,-8 5-7 0,0-1 2 0,-3 0-11 15,-1 1-3-15,-1 1-4 0,-1 0 5 0,-4 0-17 16,3 1-5-16,-2 0-10 0,2-3 0 0,2 0-5 16,-3 0-15-16,3-2-4 0,0 0-2 0,4-1-6 15,2-4-3-15,1-1 3 0,2 1-10 0,2-6-1 16,2 2-10-16,0-3-20 0,0 0-18 0,5-3-16 15,-1-1-16-15,3 0-20 0,-3-1-25 0,2-2-37 16,2-2-47-16,0 0-45 0,0 0-40 0,0 0-42 16,14-1-170-16,-14 1-517 0,5-12 229 0</inkml:trace>
  <inkml:trace contextRef="#ctx0" brushRef="#br0" timeOffset="119520.85">5625 10488 140 0,'3'-4'264'0,"-2"0"-12"0,3-1-11 0,0 2-11 0,-2 0-4 16,-1 1-5-16,-1 2-13 0,4-6-20 0,-4 6-20 15,2-4-15-15,-2 4-19 0,0 0-17 0,0 0-8 16,0 0-14-16,0 0-8 0,-9 15-10 0,1-5-4 15,2-1-8-15,-4 6-2 0,-1-1-1 0,-3 1-6 16,-1 6 3-16,-2 2-7 0,-3-1 0 0,7-6-1 16,-3 10-5-16,-5-3-4 0,2 0-7 0,2 1-2 15,-4 2 1-15,5-1-5 0,-2-2 0 0,7-5-7 16,-6 3 1-16,3-4-2 0,3 2-3 0,0-3 1 16,0 0-7-16,2-1-14 0,-2 0-17 0,4-5-19 15,0-2-21-15,2-1-25 0,1-1-35 0,0 0-31 0,1-1-36 16,2-3-49-16,1-2-251 0,0 0-526 15,0 0 233-15</inkml:trace>
  <inkml:trace contextRef="#ctx0" brushRef="#br0" timeOffset="119855.47">5431 10375 146 0,'0'0'254'0,"0"0"-25"0,0 0-22 0,0 0-24 16,0 0-17-16,0 0-8 0,-10 10-3 0,6 1-6 15,-3 0-8-15,-4 3-4 0,0 3-6 0,2 0-8 16,-9 10 1-16,6-9-9 0,-6 6-1 0,-2-2-15 15,5 2-6-15,-4-1-6 0,1-1-6 0,-1 2-9 16,3-1-7-16,-2-1-8 0,7-6-3 0,-1 1-5 16,0 0-6-16,-3 0-6 0,7-3-1 0,-3 0-19 0,4-3-26 15,-1 2-33-15,1-5-44 0,0 1-46 0,3-3-50 16,3-2-53-16,-2 1-205 0,3-4-475 0,0-1 210 16</inkml:trace>
  <inkml:trace contextRef="#ctx0" brushRef="#br0" timeOffset="120108.61">5252 10438 317 0,'0'0'313'16,"0"-4"-21"-16,0 4-25 0,0 0-23 0,0 0-29 15,0 0-22-15,0 0-23 0,0 0-16 0,0 0-11 16,0 0-15-16,0 0-16 0,-5 20-8 0,1-12-8 16,1 2-11-16,-2 2-9 0,-1 5-9 0,-1-2-7 15,-2 2-5-15,1 0-2 0,-2 1-12 0,-3-2-22 0,2 1-22 16,-3 1-29-16,3 8-41 0,0-10-50 0,-1 2-63 16,3-2-62-16,-1 1-176 0,2-1-458 15,1-6 203-15</inkml:trace>
  <inkml:trace contextRef="#ctx0" brushRef="#br0" timeOffset="121661.81">5566 11556 236 0,'3'-5'267'0,"-3"1"-13"0,0-1-9 16,0 0-14-16,0 1-9 0,3 0-13 0,-3 4-26 15,1-5-17-15,-1 5-18 0,0 0-15 0,0 0-14 16,0 0-12-16,0 0-12 0,3 14-10 0,1-5-6 15,-4 5-9-15,3 4-2 0,1 0-8 0,-3 3-6 16,6 5-5-16,-4 3-2 0,-2-1-4 0,3-2-7 16,-1 5 1-16,1-1-6 0,2 4-1 0,1-4-1 15,-1-1-4-15,2 1-5 0,2-2-2 0,1-1 4 16,-5-7-2-16,1-1-2 0,2 0 0 0,-2-3-4 16,3-1 2-16,-2-5 2 0,-2 1-6 0,3-4 2 15,-3 0-1-15,5-3-5 0,-6-2-13 0,2 1-19 16,1-3-29-16,-8 0-33 0,11-3-38 0,-7 0-34 15,1-4-40-15,-1 2-28 0,2-4-35 0,-3 0-145 0,-2-1-439 16,0-1 193-16</inkml:trace>
  <inkml:trace contextRef="#ctx0" brushRef="#br0" timeOffset="122298.22">5749 12071 118 0,'0'0'187'0,"0"0"14"16,0 0-4-16,0 0 2 0,0 0-6 0,0 0-5 0,8 10-9 16,-8-10-8-16,4 4-1 0,0-2-4 15,-1 2-6-15,1 1-3 0,3-1-7 0,1 0-4 16,-3 1-5-16,6 0-16 0,0-1-11 0,3 0-7 0,3 1-9 16,1 0-8-16,-3-1-9 0,4 0-10 0,1-2-5 15,-1 2-13-15,1-2 3 0,0 0 0 0,0-2-14 16,-1 2-21-16,-2-2-17 0,-5-2-13 0,3 2-24 15,-3 0-23-15,-2-2-35 0,-1-2-39 0,-2 1-34 16,-2 1-51-16,1-3-38 0,-3 1-207 0,-3-2-497 16,0 0 219-16</inkml:trace>
  <inkml:trace contextRef="#ctx0" brushRef="#br0" timeOffset="123034.35">5579 11575 37 0,'-3'-4'255'0,"3"4"-4"16,-1-7-10-16,-1 4-9 0,2 3-9 0,-1-4-17 15,1 4-17-15,-3-3-17 0,3 3-23 0,0 0-16 0,0 0-12 16,0 0-13-16,0 0-11 0,-8 15-7 15,8-9-11-15,-4 4-4 0,1 3-10 0,1-3-7 16,-1 7-4-16,0-4-4 0,-2 3-10 0,-1 0 0 0,2-2-4 16,0-2-2-16,0-1-6 0,-1 1-5 0,0-2 2 15,1-1-6-15,3-2 5 0,0 0-7 0,-4 1 3 16,3-5 0-16,0 1 26 0,-1-1 22 0,3-3 0 16,0 0-4-16,0 0-2 0,0 0-3 0,0 0-7 15,0-18-2-15,3 10 1 0,1-2 1 0,1-3-2 16,-3 1 5-16,5-7-1 0,0 0 4 0,1 3-2 15,0-5 4-15,-1 3 5 0,1 2 28 0,-1-1 2 16,-3 1-2-16,0 5 6 0,2 1 13 0,-5 0-1 16,3 0-3-16,-1 4-8 0,1-1-7 0,-3 2-9 15,3 2-13-15,-1-1-15 0,0 2-6 0,-3 2-2 16,4-4-5-16,-4 4-7 0,0 0 3 0,11 10-13 16,-2-5 0-16,1 5-3 0,2 3-2 0,0 1-2 15,2-1-11-15,2 1-26 0,6 7-25 0,-3-1-34 0,1-2-43 16,4 1-44-16,-3-1-45 0,-2-4-59 15,-1-1-74-15,4-2-79 0,-2-2-242 0,-2 1-717 16,-2 0 318-16</inkml:trace>
  <inkml:trace contextRef="#ctx0" brushRef="#br0" timeOffset="124421.4">6470 11905 129 0,'1'-3'298'0,"2"-1"-17"0,-3-1-20 15,0 5-14-15,0-6-19 0,0 6-26 0,1-3-22 16,-1 3-20-16,0 0-18 0,0 0-15 0,0 0-11 16,0 0-9-16,-7 16-12 0,7-7-10 0,-1 2-9 0,-2-1-4 15,3 3-9-15,-1-2-5 0,-2 3-8 0,3-2-3 16,0 1-4-16,0 0-5 0,0 0 0 0,0 1-5 16,3-6-5-16,-2 3 0 0,2-1-3 0,-3-4-10 15,4 1-16-15,0-4-18 0,-1 2-18 0,1-2-27 16,1 0-28-16,2-3-25 0,-7 0-26 0,11-3-25 15,-7-1-14-15,3-1-24 0,-2 0-16 0,1-2-116 16,-2-1-364-16,0-3 162 0</inkml:trace>
  <inkml:trace contextRef="#ctx0" brushRef="#br0" timeOffset="124739.9">6622 11711 23 0,'0'-13'230'0,"1"3"5"0,-1-1-3 0,0 0 5 16,0 2 2-16,0 1 4 0,3 3-10 0,-3-2-13 15,0 1-14-15,0 4-15 0,0 2-20 0,0-8-18 16,0 8-20-16,0 0-13 0,0 0-17 0,0 0-7 16,0 0-10-16,6 18-7 0,-4-7-9 0,5 7-7 0,-6-2-4 15,2 2-4-15,2 1-9 0,0 2-2 0,-4 7 2 16,3 0-10-16,-2 0 0 0,2 1-6 0,-4-2 2 16,6 4-6-16,-3-1-7 0,2-1 4 0,-2 0 0 15,0 0-7-15,1 0 1 0,0-3 0 0,1 1 0 16,-1-7-7-16,-1 0 1 0,0 0 0 0,-2-2 5 15,2 1-8-15,-3-6-2 0,0 0 1 0,1-2 4 16,-1-1-1-16,0 1 2 0,0-4-10 0,-1 0-8 16,1-4-8-16,0 2-8 0,-4-3-9 0,4-2-10 15,-3 4-17-15,3-4-17 0,0 0-25 0,-12-3-33 16,12 3-30-16,-9-6-43 0,4 2-34 0,0-1-35 16,1-1-167-16,-7-5-477 0,6 4 212 0</inkml:trace>
  <inkml:trace contextRef="#ctx0" brushRef="#br0" timeOffset="124923.88">6562 12101 74 0,'2'-7'272'0,"-1"2"-9"0,-1 1-11 16,3-3-13-16,2 2-25 0,-1 0-17 0,1-1-24 16,4-1-12-16,-2-1-18 0,-1 1-14 15,4 1-12-15,-1-1-12 0,2 2-10 0,1-2-13 0,-1 2-11 16,3-1-29-16,-2 0-36 0,2 2-34 0,-2 0-41 15,3-1-37-15,-2 0-55 0,0 1-32 0,0 0-154 16,0-2-375-16,-1-1 166 0</inkml:trace>
  <inkml:trace contextRef="#ctx0" brushRef="#br0" timeOffset="125108.32">6445 11596 213 0,'-11'-4'252'0,"3"-1"-22"16,-1 1-19-16,3 1-21 0,1 0-21 0,1 0-13 15,4 3-15-15,0 0-21 0,0 0-34 0,0 0-47 0,0 0-54 16,23 4-72-16,-12-2-78 0,1 3-92 0,7 0-279 16,-2 2 124-16</inkml:trace>
  <inkml:trace contextRef="#ctx0" brushRef="#br0" timeOffset="125592.34">7219 11839 33 0,'9'-7'195'0,"0"0"-5"16,-1-2 3-16,-1 2-8 0,-2-3-11 0,3 3-10 15,-1-2-14-15,0 0-5 0,-3-2-9 0,1 3-5 16,2-4-9-16,-5 3-11 0,0-3-13 0,1-1 0 0,0 3-5 16,-2 1-4-16,-2-2-1 0,1 0-3 0,-2 0-7 15,0 3-2-15,-1 0-2 0,0 0 0 16,-4 0-4-16,2 1-3 0,1 1-5 0,-3 1-8 0,2 1-6 15,-2 2-6-15,-1-2-3 0,1 2-8 0,-1 2-2 16,8 0-3-16,-14 2-3 0,5 1-9 0,2 0 5 16,0 1-4-16,0 4 3 0,-1 2-5 0,5 3-1 15,1-2-4-15,-2 7 5 0,2-1-1 0,2 3 3 16,0 1 20-16,6 6 0 0,-1 0 3 0,3 1 0 16,-1-2-9-16,1 2-1 0,2-3 0 0,2 2-3 15,-1 1-3-15,-2 1-3 0,2-4 0 0,0 2-3 16,-3-2-2-16,3-5 1 0,-3-2-3 0,-1 1 1 15,0-2-2-15,-2-1-7 0,-1-3 8 0,-1 1-1 16,0-3-12-16,-2 2-18 0,-1-6-21 0,0-1-14 16,0 1-18-16,0-2-21 0,0 0-29 0,0-5-40 15,-1 5-38-15,1-5-36 0,0 0-47 0,-10-1-143 0,10 1-461 16,-8-8 204-16</inkml:trace>
  <inkml:trace contextRef="#ctx0" brushRef="#br0" timeOffset="126127.51">7204 11939 207 0,'0'0'255'0,"3"-6"-19"0,-3 6-18 0,1-5-17 16,-1 5-14-16,6-2-19 0,-6 2-15 0,9-3-18 15,-4 2-14-15,1 0-9 0,-6 1-13 0,11-1-12 16,-2 1-7-16,0-2-11 0,-1 2-2 0,1 2-10 15,2-2-4-15,-3-2-2 0,1 2-6 0,-2 0-7 16,0 0-3-16,-7 0-5 0,14 0-3 0,-7 2 0 16,2-2-4-16,-9 0-2 0,10 0-5 0,-6 1-1 15,0 0-2-15,-4-1-2 0,11 3 1 0,-7-2-4 16,-4-1 0-16,4 4 0 0,0-1-4 0,-1-1 3 0,1 2-1 16,-3 0 1-16,2 1-2 0,4-1-1 15,-5 1 2-15,1-3-4 0,0 3-2 0,1 1 2 16,-1-4 1-16,-2 2 0 0,2-1 1 0,0-1 2 0,-3-2 1 15,6 5 0-15,0-5-3 0,-6 0-1 0,0 0 0 16,8-4 2-16,-1 3 2 0,-2-1 21 0,-5 2 3 16,8-7 8-16,-4 5 6 0,-1-6 5 0,0 3-6 15,1 0 2-15,2-1 2 0,-2-1 0 0,2-1 3 16,0-1 6-16,-2 3-10 0,0 1-2 0,0-3 1 16,0 3-1-16,-2 0-3 0,0 1-6 0,2 0 1 15,-3 0-7-15,1 0-1 0,-2 4-6 0,3-2-9 16,-3 2 1-16,0 0-6 0,5-4-3 0,-5 4 1 15,0 0 0-15,0 0 2 0,0 0-1 0,7 6-2 16,-6-3 2-16,-1-3-1 0,3 5 3 0,1-3-8 16,0 3 5-16,-4-5 1 0,1 3-5 0,4 0-1 15,-3-1-4-15,1 1-1 0,1-1-10 0,-4-2 0 16,6 4-12-16,-1-4-3 0,-5 0-12 0,12 3-17 0,-6-2-17 16,-1-1-27-16,6 2-30 0,-4-2-29 15,4 0-37-15,-6-2-34 0,9 2-21 0,-1 0-191 16,-3 0-480-16,5-1 213 0</inkml:trace>
  <inkml:trace contextRef="#ctx0" brushRef="#br0" timeOffset="126595.89">7906 11807 195 0,'0'0'233'0,"-3"-5"-5"0,2 1-9 0,-3 0-10 16,0 2-8-16,0 0-11 0,0-2-15 0,4 4-7 15,-9-1-16-15,9 1-13 0,-14 1-13 0,8 1-7 16,-2 0-7-16,2 1-9 0,-6 2-12 0,1 0-8 16,2 3-12-16,1-2-4 0,-3 4-6 0,1-2 0 15,2 2-11-15,-3 1-5 0,4-1-2 0,2 1-4 16,-3 1-4-16,4-1-5 0,1 0 3 0,0-1-8 0,3 2-3 16,-1-2 0-16,5-1-2 0,-1-3 0 15,2-1-3-15,2 2 2 0,-2-3-10 0,2-1-1 16,1-1-8-16,2-2-3 0,1-2-6 0,-4 1-4 0,5-4 0 15,-3 2-4-15,-1-6-1 0,3 2-1 0,-3-2 4 16,2-1-2-16,-4-2 4 0,4-4-2 0,-3-2 1 16,0 0 3-16,-4-2 0 0,-2-2-1 0,2-4 1 15,-2-1 2-15,-2 0 3 0,1 0 0 0,-4 2 8 16,1 4 15-16,2 1 11 0,-5 3 0 0,3 4 17 16,2 0 23-16,-3 2 8 0,2 0 8 0,-3 1 10 15,5 3 6-15,-4 1 5 0,4 0-8 0,0 2-18 16,-1-1-6-16,1 5-13 0,0-5-7 0,0 5-1 15,0 0-11-15,0 0-7 0,0 0 0 0,0 16-3 16,1-8 2-16,1 2-4 0,3 7-9 0,3 1 2 16,-4 1-3-16,6 7-11 0,-5-6-18 0,3-2-17 15,-1 1-27-15,-2-1-20 0,4 2-36 0,3-1-34 16,-4-3-47-16,2 2-68 0,0-1-54 0,-3-7-247 0,0 1-607 16,1-1 269-16</inkml:trace>
  <inkml:trace contextRef="#ctx0" brushRef="#br0" timeOffset="127599.45">8436 11649 167 0,'7'-7'287'0,"-4"1"-16"0,0 0-10 16,-2 0-7-16,2 0-9 0,-1-1-13 0,-2 1-9 15,-2 1-24-15,2 0-20 0,-3-1-12 0,0 1-22 16,1 1-10-16,-4 1-15 0,3 0-10 0,-2 0-19 16,-2 2-7-16,7 1-4 0,-13 0-8 0,6 1-9 15,1 2-9-15,-3-2 3 0,2 3-12 0,0 0-4 16,0 2-5-16,2 0-4 0,1 2-5 0,0 3 1 15,1-1 0-15,3-3 0 0,0 6-6 0,4-3-4 0,0 1 1 16,4 1-3-16,-1-1 5 0,3-1-6 0,0 1-2 16,0 0 7-16,4-1-9 0,-4 0-3 15,4 0 1-15,-4 1-1 0,0-2-4 0,-1-1 3 16,-1-1-5-16,-1-2 3 0,-2 2-7 0,1-2 6 0,-2 1-10 16,0-2 7-16,-1 1 1 0,-3 0 2 0,0-1-8 15,-5 0 4-15,3-1-5 0,-4-1 7 0,-2 2 1 16,0-1-7-16,-3-2-6 0,0 1-12 0,-1-2-6 15,0 1-6-15,2 2-4 0,-2-1-6 0,5-2-6 16,2 0-6-16,5 0-4 0,-11 0-2 0,11 0-11 16,0 0-23-16,0 0-16 0,0 0-17 0,0 0-16 15,0 0-19-15,16-5 6 0,-2 4-4 0,1-1-4 16,-2-1 6-16,8 0 12 0,-2 1 8 0,-3-1 11 16,3 1 14-16,-4 0 14 0,-2 1 13 0,4 0 13 15,-5-1 24-15,-2 0 25 0,2 0 21 0,-4 1 27 16,-1 1 7-16,-2-2 10 0,-5 2 7 0,10-1 3 15,-10 1 9-15,7-1 0 0,-7 1 3 0,0 0 4 16,0 0-2-16,8-1 5 0,-8 1-5 0,0 0 2 0,0 0-6 16,0 0-5-16,0 0-6 0,0 0-5 15,4 3-2-15,-4-3-4 0,0 0-1 0,0 0-3 16,0 0-4-16,0 0-1 0,0 0 2 0,0 0 10 0,0 0 6 16,4 2-4-16,-4-2-3 0,0 0 0 0,0 0-4 15,10 0-4-15,-10 0-3 0,0 0-6 16,10-3 1-16,-10 3-2 0,6-1-3 0,-6 1 1 0,4-3-4 15,-4 3 1-15,4-3-4 0,-4 3-2 0,0 0 0 16,4-1 1-16,-4 1 0 0,3-2-4 0,-3 2-2 16,0 0 1-16,0 0-1 0,3-5 0 0,-3 5 0 15,0 0-1-15,0 0-3 0,3-3 3 0,-3 3-3 16,0 0 1-16,0 0 1 0,0 0-2 0,0 0 0 16,7-1 0-16,-7 1 1 0,7-3-1 0,-7 3 1 15,7-4 2-15,-3 2-3 0,3-2 0 0,-2 0-1 16,2-1-1-16,-3 0 3 0,3-3-1 0,-3 3 0 15,4-5-1-15,2 0-4 0,-5-1-11 0,2-1-5 16,1-4-1-16,-4 0-3 0,3-1-1 0,-4 0 4 16,-2 3-1-16,-1 0 5 0,0 1 1 0,0-4 14 15,-4 5 17-15,3-1 12 0,-3 2 16 0,-2 0 5 16,2 1 16-16,-5 2-10 0,3 1 3 0,-1 0 0 0,2 4 7 16,-2-1 3-16,3 1-18 0,-3 1-4 0,3-1-2 15,4 3-3-15,-12 3-1 0,5 0-3 0,3 1 6 16,-3 5-2-16,3 1 8 0,0 0-2 0,4 1 3 15,-3 2-6-15,6 5-2 0,-2 0-5 0,5-1-3 16,-1 1-3-16,2 1-2 0,2 0 3 0,2-1-6 16,-1 0-2-16,4-1-8 0,-1-1-6 0,-1 0-46 15,2-3-35-15,1 1-44 0,-6-2-64 0,5-1-67 16,-2-5-80-16,-1 2-191 0,-2-5-561 0,-2 2 249 16</inkml:trace>
  <inkml:trace contextRef="#ctx0" brushRef="#br0" timeOffset="128754.55">9300 11515 73 0,'7'-10'320'0,"-2"-2"-13"16,2 3-17-16,-3 1-9 0,0 0-18 0,0-2-8 15,-1 3-8-15,0 1-17 0,-3 1-29 0,3 1-20 16,-3 4-25-16,1-4-14 0,-1 4-14 0,0 0-13 15,0 0-17-15,0 0-3 0,0 15-9 0,-1-6-12 16,-1 4-9-16,-1 0-2 0,2 4-8 0,1-1-7 16,1 4-6-16,-1-1 0 0,2-3-7 0,1 4-2 15,2-2 4-15,-1 3 4 0,1-4-18 0,1 1 0 16,-3-5 13-16,1-1-22 0,1 0-2 0,-2-2 4 0,4-1-3 16,-3 0 5-16,-2-4-4 0,1 0-1 0,1-2-3 15,-1-2 4-15,-3-1-2 0,4 1-4 0,-4-1-2 16,8-5 10-16,-4 3-6 0,-1-3-4 0,1-2-1 15,3 1-2-15,-3 0-1 0,0-1 0 0,1 3 2 16,1-2-5-16,-2 0 4 0,1 2-3 0,1 0 4 16,-2 0-8-16,1-1 3 0,-2 3 0 0,-3 2 2 15,8-1-8-15,-8 1 15 0,9 3-11 0,-4 2-2 16,-1-1 1-16,5 0-1 0,-3 5-1 0,5-2 4 16,-2 2 3-16,1-1 3 0,4 3-6 0,-4-3 11 15,1-1-13-15,5 4 8 0,-5-5-7 0,0 0 2 16,3 1 1-16,-2-3-8 0,2 0 0 0,-5-2-4 15,1-1-4-15,1-1 2 0,0-1-1 0,-3-3-9 0,-3 1-8 16,3-4 4-16,-1 2-1 0,0-5 0 0,-4 2 3 16,2-2-4-16,-2-1 3 0,2-1-2 15,-5 1 3-15,1-3 4 0,2 3 3 0,-3-1 1 0,-3 1 11 16,2 2-11-16,-4-4 5 0,4 8-3 0,-2-3 1 16,-3 2 1-16,5 1 0 0,-6 0-1 0,4 1 11 15,-5 0-4-15,4 2-5 0,2 0 3 0,2 2 0 16,-11 0-2-16,11 0 2 0,-6 4 5 0,2 0 0 15,0 0-2-15,3-2 1 0,-1 2 6 0,1 1-3 16,1-5 1-16,3 9-1 0,-2-4 3 0,3 1-3 16,0-4 0-16,0 2 4 0,0 1 0 0,5-3 0 15,-4 1 0-15,4-1 1 0,1 0 0 0,-2-1-2 16,4-1 4-16,-1-1-3 0,3 0-8 0,-2 1 10 0,-1-1-3 16,4-3 2-16,-3 3 0 0,0-1 5 15,2-3 2-15,-3 2 2 0,1 2 0 0,-1 0 0 16,-3 0 12-16,0 2-17 0,-1-1 0 0,-1-3-2 0,2 7-1 15,-4-1-4-15,4 0 5 0,-3 1-4 0,-1-2 1 16,2 3 1-16,-2 2-2 0,0-2-7 0,0-1 10 16,-3 4 1-16,2-3-6 0,-2 1 1 0,1 0 2 15,-2-3 1-15,1 1-5 0,-2 1 0 0,1-5-1 16,0 8-6-16,0-4 2 0,0-4 3 0,0 0 1 16,0 0 4-16,-2 5-4 0,2-5 5 0,0 0 2 15,0 0-5-15,0 0 4 0,0 0-3 0,0 0-3 16,6-12-4-16,-2 8-7 0,2 1 1 0,-2-2-3 15,2-1-4-15,1 1-3 0,0 0-1 0,4-2-4 16,0-1-6-16,1 2-11 0,7-2-10 0,-2 1 1 16,0 0 7-16,2-2 8 0,-4 0 3 0,-3 4 2 15,3-4 5-15,-4 4 4 0,-3-2 2 0,3-1 7 0,-7 3 13 16,3 0 5-16,-4 0 7 0,0-1 7 0,-2 1 9 16,3 1 0-16,-4-1 4 0,0 1 0 15,0 4-3-15,-4-7-3 0,4 7-1 0,-4-3-2 0,4 3-3 16,-7-3 0-16,7 3-1 0,0 0-3 0,-8 0 2 15,8 0-5-15,-11 9 4 0,7-4 9 0,1 0-2 16,0 3 3-16,-2 2 2 0,2-3-2 0,2 1 5 16,1 4-4-16,-3-2-3 0,3-1 2 0,0 1 0 15,3-2-3-15,-2 2 1 0,1 1-6 0,-1-4 1 16,2-1-1-16,2 1 15 0,-2-1-18 0,1-2 1 16,3 2-10-16,-3-4-23 0,0 2-30 0,0-2-44 15,2 1-51-15,-2-1-72 0,2-2-55 0,-6 0-227 16,10-2-540-16,-7-1 239 0</inkml:trace>
  <inkml:trace contextRef="#ctx0" brushRef="#br0" timeOffset="131095.04">7799 12488 207 0,'-3'-3'330'0,"0"-2"-23"15,0 3-39-15,3 2-32 0,0 0-22 0,0 0-22 16,0 0-20-16,-8 10-16 0,5-5-17 0,3 1-11 16,0 6-13-16,0 1-17 0,0 0-9 0,3 0-4 15,0 3-9-15,1-2-8 0,-1 2-9 0,1 0-5 16,0-3-3-16,1-1-5 0,2 1-8 0,-3-5-2 15,3 3 0-15,-6-5-1 0,3 2-6 0,1-4 5 16,-1-1 18-16,2-1 11 0,-3 0 1 0,-3-2 0 16,10-1-6-16,-10 1-3 0,9-5-2 0,-2 0-5 15,-3-4-3-15,1 3-4 0,1-6-1 0,1 4-12 16,-3-3 12-16,1 2 14 0,-2-2-11 0,1 5-5 0,-1-1-9 16,-2 0-3-16,5 3-1 0,-5 0-15 0,3 1 5 15,-1 0 3-15,3 1-10 0,1 1 5 16,-7 1-2-16,13 4-1 0,-1 0-2 0,-3 1 3 0,2 1-3 15,4 2-5-15,0 0 3 0,0 0 10 0,3 1-15 16,-3-1 4-16,3 0-1 0,-5-4-12 16,-1 2 9-16,3-1 16 0,-4 1-15 0,0-5-1 0,0 0 7 15,-3 0-7-15,-1-1 5 0,1-1-6 0,-3-1 2 16,-1-2 2-16,-1-3-3 0,0 1 3 0,-3-1 5 16,0-3-7-16,0 0-2 0,-4-1 13 0,0-2-12 15,-3-2 0-15,-1 3-3 0,-2-5 1 0,3 2-1 16,-2 3 4-16,4 2-4 0,-2 0-5 0,1-3-14 15,1 7 2-15,1 0-12 0,-2-2-1 0,5 3-25 16,-3 1-16-16,4 1-15 0,0 3-12 0,0 0-16 16,0 0-23-16,0 0-18 0,0 0-12 0,16 9-9 15,-9-4-10-15,3 1-15 0,0 1-4 0,1-2 0 0,-1 3 7 16,3-3 0-16,-3 0-131 0,2 2-356 0,2-2 158 16</inkml:trace>
  <inkml:trace contextRef="#ctx0" brushRef="#br0" timeOffset="131345.79">8322 12534 160 0,'7'-5'31'0,"-2"2"17"0,-1-2 22 15,0-2 17-15,2 3 8 0,-2-1 17 0,0-3 12 16,-1 2 6-16,-2-2 4 0,2 2 16 0,-3-1 7 16,0 1 0-16,0-1 6 0,0 1-5 0,0 6-4 15,-4-6-11-15,1 2-12 0,3 0-10 0,0 4-13 16,-5-5-9-16,1 2-14 0,-2 1-2 0,6 2-7 16,-8 1 3-16,8-1-6 0,-14 1 0 0,9 3-5 15,-2 0-3-15,-1 1-2 0,-1 2 0 0,3-2-4 16,-2 0-8-16,2 1-1 0,0-1-4 0,-1 2-6 15,3-1-1-15,1 1-6 0,0-1-1 0,-1 2-1 16,4-2-5-16,1-1 4 0,2 1 14 0,0 0-20 16,1-3 0-16,3 4-4 0,2-4-12 0,2 2-23 15,0-2-24-15,1-1-27 0,2 0-43 0,1 1-38 0,0-2-44 16,0 0-41-16,-3 0-47 0,-1 1-178 0,1-1-495 16,-1-1 220-16</inkml:trace>
  <inkml:trace contextRef="#ctx0" brushRef="#br0" timeOffset="131614.37">8624 12230 122 0,'0'0'300'0,"0"0"-28"0,0 0-28 0,-4-6-27 16,4 6-22-16,0 0-19 0,0 0-19 0,0 0-13 15,0 0-14-15,-3 17-13 0,0-9-14 0,5 2-8 0,-2 0-8 16,0 0-22-16,1 2-25 0,2 1-36 16,-3 3-44-16,0-3-59 0,5 2-65 0,1-4-198 15,-2 5-390-15,4 1 173 0</inkml:trace>
  <inkml:trace contextRef="#ctx0" brushRef="#br0" timeOffset="132282.54">8892 12648 233 0,'0'0'261'0,"14"-6"-22"0,-10 2-16 0,0 3-11 16,1-3-16-16,1 1-13 0,0 0-13 0,1-3-14 15,0 2-16-15,1 1-7 0,-1-2-7 0,1-2-11 16,-1-1-10-16,0 1-10 0,1-2-6 0,-4 0-10 0,0 2-8 16,3-2-8-16,-2-2-6 0,-1-4-5 15,0 2-2-15,2-5-7 0,-2 1-7 0,-4 3-4 16,0-2-5-16,0-2-1 0,0-2-3 0,0 5-3 0,-3 1 1 15,-1 2-3-15,3-2 0 0,-3 4-4 0,0-1-3 16,2 3 0-16,-3-1 8 0,1 4-11 0,1 1-2 16,-1 0-8-16,1 3 6 0,3 1-3 0,0 0 3 15,-11 6-1-15,6-1-4 0,1 0 10 0,1 7-10 16,-1-1 3-16,3 5 0 0,-1 2 0 0,1 1-2 16,4 1 3-16,-2 1-1 0,3-1-3 0,-1 6 5 15,1-4-4-15,3-3 6 0,-2-1-6 0,2 0 0 16,-3-3 0-16,3 1 0 0,4-2 3 0,-3-3-3 15,-3-2 0-15,4 0-6 0,0-4-3 0,1 1-4 16,2-3-8-16,0-1-3 0,-2-6-1 0,-1 1 2 16,2-1 0-16,1-2 1 0,0 0-2 0,-2-2 4 15,0-2 1-15,0 0-1 0,0-5 1 0,0-3-1 0,0 3 4 16,-2-2-2-16,-1-2 2 0,0 1 2 0,-4-2 2 16,3-6 2-16,-1 6 2 0,-4-2 1 15,3 3 1-15,-4-2 10 0,0 1 10 0,0 1 8 16,-1 1 8-16,-2 5 16 0,3 0 5 0,-4 0 5 0,1 3-6 15,-1 1 1-15,3 1 0 0,-2 2-2 0,-1 1-8 16,1 1 0-16,3 4-7 0,-4-4-4 0,0 2-3 16,4 2-1-16,-12 7-3 0,9-2-4 0,1 1 4 15,-4 5-7-15,1 0 1 0,0 1-1 0,1 5-1 16,0-1-4-16,3 4 5 0,2-1-5 0,2 1-4 16,1 1 7-16,3 7-2 0,1-10 5 0,-2 1-13 15,4-1 14-15,-1 1-6 0,0-1 8 0,6-1-17 16,-5-1-21-16,2-3-20 0,4 0-23 0,-3-4-38 15,-1 0-51-15,0-2-60 0,0-2-69 0,2 0-233 16,-2-2-553-16,0-1 244 0</inkml:trace>
  <inkml:trace contextRef="#ctx0" brushRef="#br0" timeOffset="132901.37">9802 12357 223 0,'0'-7'287'0,"3"0"-9"0,-6 0-1 0,6 2-22 15,-3-2-17-15,-3 0-18 0,3 3-15 0,0-2-13 16,0 1-25-16,0 5-15 0,-4-5-21 0,1 3-6 16,3 2-19-16,0 0-8 0,-8-1-12 0,8 1-9 15,-8 6-10-15,2-2-6 0,1 2-3 0,1-1-6 16,0 1-3-16,1 4-5 0,2-3-4 0,-4 4-3 16,5 0-6-16,0-2 0 0,3 2 2 0,0 1-8 15,2-1 0-15,1 1-4 0,5 2 0 0,-2-2-1 0,0-2-1 16,4 3-3-16,-1 0 0 0,-2-2-4 15,2-4 0-15,-1 3-1 0,-3-3-1 0,4 2-5 16,-6 0 2-16,-1-4 1 0,2 0-5 0,-3 1-3 16,-1-2 3-16,2 1-2 0,-2-2 0 0,-2 1-3 0,-1-4 5 15,-1 8-1-15,-2-5-6 0,-5-2 7 0,4 1 2 16,-4 0-5-16,0-2-8 0,-4 1-10 0,2 0-9 16,-2-1-12-16,-2 1-10 0,2 1-11 0,-3-1-11 15,5-2-14-15,2 1-17 0,0 0-25 0,0 0-27 16,8 0-24-16,-11-3-36 0,5 1-31 0,6 2-170 15,-1-5-449-15,1 5 199 0</inkml:trace>
  <inkml:trace contextRef="#ctx0" brushRef="#br0" timeOffset="133152.13">10005 12139 53 0,'1'-3'299'0,"-1"3"-32"0,0-5-25 0,0 5-22 16,0 0-9-16,0 0-6 0,0 0-9 0,1 19-11 16,1-10-14-16,-1 3-15 0,-1 1-15 0,4 2-10 0,0 3-10 15,0 1-17-15,3 1-7 0,1 6-11 0,0-1-3 16,-1-4-13-16,4 2-3 0,-3-1-5 0,-1 3-7 16,0-8-3-16,1 1-7 0,-1-1-22 0,-2 1-26 15,-1-7-28-15,1 1-34 0,1-1-37 0,-2-3-46 16,-2-2-44-16,-1 0-38 0,2-1-199 0,-2-3-464 15,-1-2 205-15</inkml:trace>
  <inkml:trace contextRef="#ctx0" brushRef="#br0" timeOffset="133536.79">10014 12385 146 0,'-4'-3'236'15,"4"-1"-1"-15,0 4-1 0,-4-8-12 0,4 7-21 16,0 1-20-16,0 0-19 0,0 0-13 0,14 1-18 15,-6-1-13-15,0 0-11 0,3 3-11 0,-1-1-8 16,4-2-10-16,0 4-7 0,2 5-11 0,-3-5-2 16,1 0-8-16,0 1-4 0,4 2-6 0,-2 1-2 0,0 4-3 15,-3-6-7-15,-1 1-3 0,-3 1 0 0,4-1-4 16,-4-1 2-16,-1 2-7 0,0 0-2 0,2 1 0 16,-2-4-1-16,-1 2-4 0,-3 2 3 0,4-6-1 15,-1 1 0-15,1 2-2 0,-2-1-2 0,2-3 5 16,-3 0-2-16,2 0-1 0,1-4-2 0,-1 4 0 15,-7-2-1-15,16-3 2 0,-9 0-3 0,1-2 1 16,2 0-1-16,-5-1 0 0,5-5 9 0,-2 3 11 16,-3-3 6-16,1 4 3 0,-5-4 9 0,2 4 2 15,-2-5 5-15,-2 2-2 0,-2 1 2 0,0-1-5 16,-1-1-2-16,-4 3-7 0,3 0-2 0,-5 0-6 16,-1 2 0-16,5 2-6 0,-1 1-4 0,-2-2-1 15,-1 1-3-15,0 1 0 0,0 1-18 0,1 2-15 0,2 0-17 16,0 2-21-16,2 1-25 0,1 0-30 15,0 1-32-15,-3 0-31 0,7-2-49 0,0 3-31 16,0-5-184-16,0 8-475 0,4-3 210 0</inkml:trace>
  <inkml:trace contextRef="#ctx0" brushRef="#br0" timeOffset="134038.71">10509 12385 19 0,'0'0'247'15,"0"0"-21"-15,0 0-6 0,0 0 6 0,10 5 0 16,-9-2-8-16,2 2-6 0,-2 3-8 0,-1 0-9 16,4 2-3-16,0 3-15 0,0 0-5 0,-1 4-15 15,1 3-16-15,0-1-12 0,2 1-11 0,-1 0-10 16,2 5-13-16,-3-4-6 0,8 4-13 0,-8-4-7 16,0-1-6-16,3 6-3 0,-1-7-3 0,-2 1-8 15,1-1-5-15,-1-4-6 0,-4-2-5 0,4-1-13 0,-4-1-12 16,0-2-13-16,2 0-14 0,-2-7-3 15,0 5 0-15,0-4-11 0,0-3-14 0,0 0-9 0,0 0 0 16,0 0-11-16,0 0-3 0,-12-15-8 0,6 6-3 16,3 0-4-16,-1-2 5 0,-3-4-4 0,3 2-6 15,-4-5-1-15,3-2-5 0,1 1-2 0,-2-5 0 16,2 4-5-16,0-2 7 0,-4-5 2 16,1-1 3-16,2 2 13 0,-1-5 10 0,1 6 4 0,2 2 10 15,-4 2 20-15,3 1 18 0,0 1 29 0,3 1 23 16,-2 1 16-16,-1 4 32 0,1-1 12 0,3 1 8 15,-4 1 2-15,4 3-6 0,4-1-6 0,-4 3-5 16,2 3-2-16,0-3-11 0,2 4-4 0,3-2-7 16,-3 3-8-16,4 0-6 0,-1 1-5 0,-7 1-7 15,18 3-6-15,-7 0-2 0,-2-1-2 0,6 3-4 16,-5 2-3-16,1 1-2 0,2 0-1 0,-2-2-1 16,0 2-3-16,0 2-3 0,-3 0 0 0,-1-1-2 15,-2 0 9-15,2-2-13 0,-3-3-2 0,0 8-15 0,-1-4-9 16,-3-3-19-16,0 0-16 0,0 1-28 15,-3-2-39-15,0 1-43 0,1-2-58 0,-1-1-233 16,-4 1-494-16,5 0 218 0</inkml:trace>
  <inkml:trace contextRef="#ctx0" brushRef="#br0" timeOffset="134206.31">10732 12442 280 0,'0'0'323'0,"0"0"-10"0,0 0-20 16,0 0-32-16,0 0-23 0,0 0-12 0,0 0-36 16,0 0-24-16,0 0-37 0,0 0-40 0,0 0-44 15,-12-9-57-15,12 9-74 0,-8-2-82 0,1 0-214 16,-1 1-412-16,-2 0 182 0</inkml:trace>
  <inkml:trace contextRef="#ctx0" brushRef="#br0" timeOffset="135210.19">6608 12415 11 0,'-5'1'245'0,"5"-1"4"0,-4 3 0 16,4-3 7-16,0 0 11 0,0 0-10 0,13 2-13 16,1-3-17-16,8 0-11 0,13 0-23 0,9-2-12 0,18-1-26 15,6-1-10-15,29 0 1 0,1 1-7 16,1 0-8-16,2 1-10 0,2-4 0 0,-1 2-17 16,4 1-6-16,0-2-9 0,4 0-3 0,1 4-16 0,1-4-5 15,4-2-1-15,-3 0-9 0,-2-3 1 0,-6-1-14 16,5 1 10-16,-8-3-28 0,-5 0 4 15,-26 1-3-15,25-1-10 0,-32 6 10 0,0-6-14 0,-4 5-2 16,-3-2-1-16,-16 1-8 0,0 1-5 0,-2-1-8 16,-2-1 7-16,-2 1-6 0,-1 1-2 0,-4 1 5 15,3-1-5-15,-2 0 3 0,-6 4 0 0,-4 0 0 16,0-2-2-16,2 1 3 0,-3 2-1 0,-3 3-1 16,-1-3-1-16,-2 3 2 0,3-1 3 0,-6 2 1 15,3-1-2-15,-1 1-4 0,-2 1-5 0,1-1-1 16,-2 0-8-16,-2 2 15 0,0-2-25 0,0 1-3 15,-1 0-9-15,-3 1-2 0,-4-2-6 0,11 2-7 0,-7 1-9 16,2-2-10-16,-2 1-11 0,0 1-12 16,-1-1-15-16,-3-2-17 0,5 5-23 0,0-3-13 15,-2 1-33-15,-3-3-26 0,4 1-184 0,-1 1-452 16,-3-2 200-16</inkml:trace>
  <inkml:trace contextRef="#ctx0" brushRef="#br0" timeOffset="136112.74">8612 11756 216 0,'-7'-6'227'0,"7"6"-14"0,-5-2-19 15,5 2-17-15,-6 0-18 0,6 0-10 0,0 0-15 0,0 0-12 16,-11 5-4-16,10-1-6 0,-2 2-5 0,2 1-11 16,-2-2-9-16,3 1-5 0,0 1-8 15,3 1-5-15,-2-1-8 0,2-1-2 0,-2 2-7 0,3 0-3 16,0-1-6-16,2-2 0 0,-2 2-9 0,5 0-1 16,1 0 2-16,0-2-8 0,2-1 0 0,-1-2 1 15,-3 2-5-15,5-6-1 0,-3 4-3 0,1-4-2 16,-2 0-4-16,-2 0-3 0,1-2 2 0,1-1-3 15,0-2 3-15,-4-1-4 0,-1 0-2 0,-1 3-1 16,-1-1-1-16,-2-6-1 0,-2 6-2 0,-1-2 1 16,-1 0 1-16,-1-2-1 0,-2 4 0 0,2-1-2 15,-3 2 0-15,-2 0-3 0,-2 1-3 0,1 0-4 0,1 4-15 16,0 1-29-16,3 1-29 0,-3 2-46 0,5 1-56 16,-3 2-233-16,5 0-453 0,0 3 202 15</inkml:trace>
  <inkml:trace contextRef="#ctx0" brushRef="#br0" timeOffset="136832.73">7887 12972 143 0,'-10'7'219'0,"5"-2"-9"0,-2 1 0 0,3-1 3 16,4 2 8-16,0 0 1 0,4-2-2 0,8 2-10 15,-2-2-10-15,13 0-18 0,8-1-10 0,7 2-12 0,18-3-17 16,3-2-16-16,7-1-17 0,5-1 11 0,27 0 2 16,-29-1 7-16,29-4-5 0,-30 2 1 15,32 3 0-15,-30-7 1 0,29-4-11 0,-2 7-11 0,-26-1-6 16,28-3-8-16,-4 0-12 0,-30 0-8 0,32-1-10 16,-32 3 0-16,-1 0-6 0,3-1-9 0,-4 2-8 15,-5-1-1-15,-1 4 0 0,-15 1-9 0,2 0 0 16,14-1-1-16,-18 0-4 0,-2 3 1 0,-1 0-7 15,1 0-2-15,-7 2 1 0,2-2-5 0,-1 1-1 16,-10-1-7-16,8 1-17 0,-7-1-20 0,-4 0-16 16,-5 2-19-16,2-2-23 0,-5 0-19 0,5 1-28 15,-5 0-35-15,-4-1-47 0,1 2-59 0,0-2-82 16,-1-3-204-16,-7 3-612 0,3-4 271 0</inkml:trace>
  <inkml:trace contextRef="#ctx0" brushRef="#br0" timeOffset="150998.26">5623 6653 126 0,'0'0'257'0,"0"0"-15"0,3-2-14 0,-3 2-14 16,0 0-9-16,0 0-15 0,0 0-21 0,0 0-20 0,0 0-15 16,3-4-9-16,-3 4-16 0,0 0-16 15,0 0-6-15,0 0-11 0,0 0-8 0,0 0-9 16,0 0-19-16,0 0-23 0,0 0-29 0,0 0-31 0,0 0-46 16,0 0-52-16,0 0-58 0,0 0-152 0,0 0-380 15,0 0 168-15</inkml:trace>
  <inkml:trace contextRef="#ctx0" brushRef="#br0" timeOffset="151483.51">5579 6680 50 0,'0'0'322'0,"1"-4"-27"0,-1 4-32 16,0 0-29-16,0 0-12 0,0 0-31 0,0 0-20 16,0 0-16-16,-15 8-19 0,7-4-14 0,0 2-8 15,1 2-11-15,-4-1-12 0,2 1-5 0,-4 3-9 16,0 1-23-16,2-4-40 0,0 8-50 0,-1-1-64 16,4-4-82-16,-3 3-215 0,0 0-431 0,0 1 191 15</inkml:trace>
  <inkml:trace contextRef="#ctx0" brushRef="#br0" timeOffset="152118.91">5052 7678 131 0,'0'0'204'0,"0"0"-11"15,0 0-26-15,0-4-11 0,0 4-18 0,0 0-15 16,0 0-12-16,0 0-12 0,0 0-24 0,0 0-36 16,0 0-39-16,0 0-49 0,0 0-57 0,0 0-108 15,0 0-232-15,0 0 104 0</inkml:trace>
  <inkml:trace contextRef="#ctx0" brushRef="#br0" timeOffset="152670.84">4416 8231 95 0,'0'-3'316'0,"0"3"-32"0,0 0-36 15,0 0-21-15,0 0-21 0,0 0-24 0,0 0-17 16,-18 7-13-16,11 0-21 0,-2-1-7 0,1 1-13 15,-2 4-10-15,-1-4-19 0,2 8-48 0,-4 1-66 16,0-1-83-16,3 3-86 0,-1-1-151 0,-6 3-381 16,4-3 169-16</inkml:trace>
  <inkml:trace contextRef="#ctx0" brushRef="#br0" timeOffset="153925.25">3375 9852 387 0,'0'0'376'0,"2"-5"-31"16,-2 5-43-16,0 0-26 0,0 0-35 0,0 0-23 15,0 0-28-15,0 0-14 0,0 0-20 0,-12 9-10 16,7-3-21-16,1-1-12 0,-1 4-46 0,-1 0-40 15,1 2-54-15,-3 3-67 0,0 3-82 0,-1-3-85 16,-1 6-171-16,0-2-467 0,-1 0 208 0</inkml:trace>
  <inkml:trace contextRef="#ctx0" brushRef="#br0" timeOffset="154828.43">4193 9909 111 0,'0'0'351'15,"0"0"-28"-15,-3-4-30 0,3 4-33 0,0 0-27 16,0 0-28-16,0 0-21 0,0 0-19 0,0 0-14 15,0 0-19-15,0 15-9 0,4-8-10 0,-1 4-11 16,1 4-10-16,5 3-12 0,0 0-16 0,2 0-28 16,-2 1-38-16,6 4-52 0,1-5-65 0,-1 5-81 15,4-2-241-15,-6-5-477 0,0-1 211 0</inkml:trace>
  <inkml:trace contextRef="#ctx0" brushRef="#br0" timeOffset="155732.78">5541 8208 65 0,'0'0'227'0,"0"0"-21"15,0 0-23-15,0 0-20 0,0 0-14 0,0 0-14 16,1 8-8-16,-1-5-5 0,3 2-12 0,-2 1-9 16,-1 1-11-16,3 4-9 0,2 0-5 0,2 1-9 15,1 4-4-15,2 1-4 0,3 1-8 0,4 2-30 16,-4-2-48-16,5 1-65 0,1 2-67 0,-4-6-144 16,1 0-329-16,-1-1 145 0</inkml:trace>
  <inkml:trace contextRef="#ctx0" brushRef="#br0" timeOffset="156334.74">5504 9756 19 0,'4'-4'334'0,"-4"4"-34"16,0 0-31-16,0 0-35 0,0 0-13 0,0 0-17 15,0 0-25-15,0 0-14 0,0 0-21 0,-8 18-14 16,6-12-11-16,-3 7-10 0,1-1-11 0,1 1-12 16,-4 2-40-16,3 1-57 0,-4 2-78 0,2-1-89 15,-3 0-219-15,1-1-430 0,1 2 191 0</inkml:trace>
  <inkml:trace contextRef="#ctx0" brushRef="#br0" timeOffset="161251.03">12428 6554 304 0,'0'0'367'0,"0"5"-8"0,0-5-7 15,0 0-10-15,0 0 2 0,0 0 1 0,0 0-14 16,0 0-6-16,0 0-7 0,0 0-24 0,0 0-17 0,0 0-12 16,0 0-28-16,0 0-18 0,0 0-21 15,0 0-13-15,0 0-17 0,0 0-20 0,0 0-16 16,11-3-17-16,-11 3-22 0,17-2-35 0,-3 2-51 0,0 0-58 16,9-2-76-16,-4 2-74 0,6 2-55 0,3-2-81 15,2 0-88-15,-8 0-306 0,2 0-793 16,1-4 351-16</inkml:trace>
  <inkml:trace contextRef="#ctx0" brushRef="#br0" timeOffset="162371.81">12915 6338 268 0,'0'0'361'0,"2"-5"-8"0,-2 5-15 16,0-4-14-16,0 4-27 0,1-4-31 15,-1 4-30-15,0 0-31 0,0 0-18 0,0 0-27 16,0 0-13-16,0 0-14 0,9 8-10 0,-6-1-17 0,3 1-8 16,-1 3-9-16,2-1-11 0,1 2-12 0,-4-1-2 15,3 3-6-15,0 2-4 0,-2-1-8 0,5-4-2 16,-6 1-4-16,4 3-5 0,-4-2-8 0,2-1-4 16,-1-2-6-16,0 0-12 0,-2-2-7 0,1 1-8 15,-1-3 7-15,-2 0-7 0,1-3 3 0,-1 4 0 16,0-4 7-16,1 0 0 0,-2-3 8 0,1 3 1 15,-1-3-2-15,0 0 1 0,0 0 2 0,0 0-4 16,0 0 8-16,0 0 0 0,8-9 28 0,-8 2-24 16,3 2 6-16,-3 0-1 0,5-5 2 0,-5-1 23 15,3 3-20-15,0-3 3 0,0 1 12 0,1-2 2 16,2 3 4-16,-3-5 11 0,2 1 1 0,1 4 11 16,-2-3-2-16,0 2 6 0,3-2 14 0,-4 2-12 15,1 2-2-15,-3 1-4 0,3 0-5 0,0 3-9 16,-1-3-4-16,1 3-8 0,-2-2-4 0,0 4-2 15,0-2-12-15,-2 4-8 0,5-4-15 0,-5 4-10 0,0 0-7 16,0 0-3-16,0 0 3 0,9 5-8 16,-6 0-2-16,1 1-12 0,0 1 2 0,3 1-5 15,-2 4-6-15,-2-3-3 0,4 2-11 0,-1 1 9 0,-2-1-16 16,1-2-2-16,0 2-2 0,4 0 1 0,-7-1 3 16,3-2 2-16,-1-1 9 0,-2 0-3 15,1-2 11-15,1 0 2 0,-3-1 4 0,-1 1 10 16,3-2 15-16,1-1 3 0,-4-2 25 0,4 3 4 0,-4-3 3 15,0 0 10-15,0 0 3 0,0 0 7 0,11-8 6 16,-11 3 10-16,2 0 6 0,0 0 1 0,0-1-1 16,3 0 9-16,-4-1 5 0,3-4 0 0,1 3 5 15,-3-2-1-15,1 2-3 0,0-1-2 0,0 3 2 16,2-6-2-16,2 6-4 0,-2 1-5 0,-1-2-8 16,-1 3-2-16,0-1-4 0,0-2-8 0,-1 2-6 15,2 2-5-15,0 1-4 0,-2-3-6 0,-2 5-5 16,8-3-7-16,-8 3-7 0,5-1-7 0,-5 1-9 15,15 4-5-15,-9-2-2 0,-1 2-4 0,3 0-2 16,-2 0-3-16,4 5-6 0,-3-3 1 0,3 3-3 16,2-1-3-16,-2 1 1 0,1-1 7 0,1 0-10 15,-3 1 0-15,1-1-7 0,-1-2 9 0,4 1-1 16,-4-1 4-16,3 1 3 0,-1-2-3 0,0-1-3 16,1-1 4-16,-1 2 4 0,1-3-1 0,2-2 1 15,-3 1-8-15,4-1 15 0,-1-1 1 0,-1 0 1 16,2 0 2-16,1-4-1 0,-3 3 4 0,1-2 13 15,-1-1-5-15,-3 0-4 0,3-2 0 0,-5 1 3 0,3-2 4 16,1 1-2-16,-5-1 0 0,1-1 1 0,-5-1 1 16,2 0 3-16,-2 3 1 0,0-3 0 15,-3-1-1-15,1 3-2 0,-1 0 5 0,-1 2 0 16,-1-1 3-16,4 1-12 0,-6 1 10 0,2 0-1 0,-3-1-2 16,0 3-3-16,-1 0-2 0,-1-1 2 0,0 2 0 15,-3 2-2-15,1 0 3 0,3 1-5 0,-6 2 3 16,-1 0-8-16,5 1 7 0,-3 1 3 0,4 2-4 15,-1 0-1-15,3 1-3 0,-5 1 2 0,9 0 2 16,-2 0-3-16,2 3 2 0,2-1-9 0,-1 2-3 16,4-3-5-16,3-1-6 0,1 1-13 0,0 1-17 15,2-4-24-15,6 4-15 0,2-1-13 0,1 0-19 16,-3-4-28-16,5 1-28 0,-1-1-22 0,0-2-20 16,1-1-17-16,2-2-17 0,-4-1-9 0,-5 0-14 15,2 0-152-15,-4-3-475 0,-1 0 209 0</inkml:trace>
  <inkml:trace contextRef="#ctx0" brushRef="#br0" timeOffset="163024.15">13979 6319 22 0,'-2'-4'249'0,"2"4"9"16,-2-3 1-16,2 3-4 0,0 0-5 0,0 0-11 15,0 0-19-15,-2-5-16 0,2 5-20 0,0 0-18 0,0 0-16 16,0 0-17-16,0 0-15 0,0 0-17 15,0 0-7-15,0 0-10 0,0 0-10 0,0 0-6 16,-4 11-6-16,4-11-9 0,4 9-3 0,-4-3 2 16,2 1-13-16,-1-1-1 0,0 3-5 0,1 2-5 0,-1-4 0 15,2 3-10-15,0-2-9 0,-2 2-7 0,0-4 0 16,2 4-4-16,1-3 1 0,-1 1-5 0,-1-4 3 16,1 1-6-16,0-2 4 0,0 1 1 15,-2-1 3-15,2 1 2 0,1-3 0 0,-4-1-1 0,6 1 4 16,-6-1 0-16,0 0-4 0,10-3 4 0,-6-1 6 15,0 0 10-15,1 0 5 0,-3-1 5 0,1 0 10 16,1-1 13-16,-1 0 8 0,-1 0-1 0,4-3 2 16,-1 1 5-16,-2 1 3 0,-2 1-1 0,2-1 6 15,1 1 2-15,-2 0 2 0,3 0-5 0,-1 1-11 16,-4 1-6-16,1 1-2 0,2-1-13 0,-3 4-16 16,0-5 0-16,0 5-18 0,0 0-8 0,7-1-9 15,-7 1 5-15,0 0-7 0,0 0-2 0,7 6-2 16,-6-2-2-16,3 0-4 0,3 1 4 0,-4-1-5 15,-1 4 2-15,1-4-3 0,1 2-5 0,0 2 8 16,-2-4-7-16,2 2-3 0,0-1 3 0,-4 0 2 16,5-3 3-16,-2 4 1 0,0-2 1 0,-2-2 4 15,-1-2 10-15,4 3 1 0,-4-3 5 0,4 2 14 16,-4-2 2-16,0 0 5 0,0 0 6 0,9-6 6 16,-9 6 24-16,6-9-11 0,-3 6 6 0,0-2 7 15,-1 0 9-15,2-2 5 0,-1 1-1 0,1 0 3 16,0 0 4-16,1 0 8 0,0-1 12 0,0 1-10 15,-3-1 1-15,0 1-1 0,1-1 5 0,0 3-9 0,1-1-8 16,-3 1-7-16,2 2-7 0,2-1-13 0,-3 0-7 16,-2 3-8-16,5-3-7 0,-5 3-9 0,0 0-11 15,4-3-9-15,-4 3-7 0,0 0-9 0,7 7-20 16,-4-3-17-16,1 1-11 0,1 0-26 0,-1-1-22 16,2 1-24-16,-2 1-21 0,3 2-16 0,1 0-14 15,0 0-25-15,0-2-25 0,-1 4-28 0,0-5-26 16,2 2-31-16,2-1-21 0,-4-1-199 0,5-2-588 15,-2 3 262-15</inkml:trace>
  <inkml:trace contextRef="#ctx0" brushRef="#br0" timeOffset="164111.16">14588 6356 172 0,'0'-5'267'0,"-1"0"-4"0,-1 1-4 0,0-1-8 16,-5 0-8-16,4 1-12 0,-2 1-17 0,-2 0-17 15,0-1-17-15,1 1-16 0,-3 2-14 0,1-1-19 16,-4 2-11-16,1 1-7 0,4 0-19 0,-6 3-10 16,7-2-10-16,-5 2-5 0,4 0-8 0,-1 1-7 15,4 0-3-15,-4-1-4 0,5 2-3 0,-1 1-7 0,1-1-2 16,-1 1-7-16,4-2 0 0,-1 0-3 16,1 3 10-16,1-3-14 0,-1 1-4 0,4-1-4 15,-1 0-7-15,1-2-5 0,3 2-3 0,-1-2-6 0,3-1-5 16,-4 1-10-16,4-2-6 0,0-1-1 15,-1 0-3-15,-1-1 2 0,1 0 3 0,3-1 2 16,-3 0-2-16,-1-1 2 0,-1-2 4 0,1 1-1 16,-5-1 4-16,6 0 1 0,-5-1 0 0,1 2 2 0,0-4 3 15,-1 2 1-15,-2 2 1 0,2-3 0 0,0 2-1 16,1 0 5-16,-2 1 1 0,1-1 0 0,-3 0 3 16,0 1 0-16,0 4 0 0,4-5-1 0,-4 5 2 15,0-4-5-15,0 4-2 0,6-2 2 0,-6 2 2 16,0 0 0-16,0 0-2 0,16 5 4 0,-12-3-2 15,0 1 0-15,3 0 3 0,-3 2-2 0,3-2 0 16,2 4 0-16,-3-2 2 0,2 1-2 0,0 1 4 16,2-1-3-16,-2 3 4 0,0-4-1 0,-2 3-4 15,0 1-1-15,1-4 3 0,-1 2 0 0,-1-1-2 16,-1-3 1-16,-2 3-2 0,0-1-3 0,2-1-7 16,-4-1-1-16,1 0 2 0,-1-3 4 0,2 6 1 15,-2-6-3-15,0 0 3 0,0 0 0 0,-11 2 3 16,11-2 4-16,0 0-1 0,-12-5 0 0,12 5 0 15,-9-4 4-15,7 0-2 0,-2-1 1 0,1 1 1 16,2-1-1-16,1-1 1 0,-2 1 3 0,4-2-1 16,1-2-7-16,-2 0-6 0,4 4-6 0,2-4 1 15,-1 0-19-15,3 0-9 0,-1 0-11 0,4 1-9 16,1 0-7-16,-3 0 11 0,0 1 3 0,1 1 8 16,0-1 2-16,-3 2 8 0,-2 2 5 0,-2-1 0 15,2 2 3-15,-2 0 0 0,-4 2 1 0,7-2 5 16,-7 2 1-16,0 0-1 0,0 0 6 0,0 0-3 15,4 7 3-15,-4-3 1 0,0-4 3 0,-2 9 2 16,0-3-2-16,-2 1 2 0,4-1 2 0,0 2 1 16,-3-2 6-16,3 2-2 0,0-2 5 0,0 2-1 15,3-3-1-15,-3 2 3 0,1-1 4 0,4-2 1 16,-3-2 9-16,4 2 5 0,-5 1 2 0,6-3 0 0,1-2-4 16,0 0 3-16,-8 0-5 0,18-3-2 0,-7-2 0 15,0 2 1-15,2 1-1 0,0-3 7 0,-4-2 5 16,3 4 10-16,-2-3 10 0,2-3 11 15,-3 1 11-15,1 2 1 0,-2-1 8 0,6-3 6 0,-6 2 7 16,2 0 12-16,-4 0-1 0,1 2 4 0,-3-1 17 16,3 0-3-16,-1 1 7 0,-3 0-2 0,0 2-7 15,1 1-10-15,-1-1-7 0,-2 1-11 0,-1 3-21 16,3-3-6-16,-3 3-9 0,0 0-14 0,0 0-2 16,0 0-3-16,8 8-5 0,-5-2-2 0,4 4-5 15,-3 0 1-15,-2 3-3 0,1 3-2 0,4 2-3 16,-1 3-1-16,2 6 1 0,-2-1-4 0,4 4 0 15,-4 0-2-15,3 0-1 0,0 4-2 0,1 1 2 16,-2 2-4-16,4 15-4 0,2-3 5 0,-3 0-2 16,-3-2 8-16,0-8-10 0,-1-2 4 0,1 13-2 15,-2-14-4-15,-2 1 2 0,-3-2 4 0,-1-2-2 16,0-3-1-16,0-2 3 0,-1-8 11 0,-2-1 18 16,-1-5 25-16,1-2 30 0,-5 1 39 0,1-4 40 15,3-4 33-15,-8 0 19 0,1-4 3 0,-4-2 0 0,0-4 0 16,-3-3-16-16,-2-2-14 0,-7-7-11 15,0-2-7-15,5-3-15 0,-3-2-9 0,2-1-13 16,4-2-13-16,4-4-12 0,4 1-11 0,3 2-8 0,4-1-12 16,4-2-11-16,4-3-22 0,3 1-29 0,5 0-35 15,2 1-55-15,6 0-62 0,9-11-60 0,-5 10-74 16,5 5-75-16,8-9-78 0,-9 14-67 0,2-1-66 16,1 4-395-16,-4 0-1027 0,2 1 455 0</inkml:trace>
  <inkml:trace contextRef="#ctx0" brushRef="#br0" timeOffset="164647.07">15740 6424 115 0,'0'0'293'0,"-5"1"-17"0,5-1-14 0,-8 0-17 0,8 0-18 16,-10 1-22-16,10-1-18 0,-5 2-21 0,5-2-18 15,-9 4-17-15,9-4-11 0,-4 3-12 0,4-1-11 16,0-2-10-16,-1 4-6 0,1-4-4 0,-1 5-7 15,1-5-5-15,2 5-6 0,1-2-5 0,-3-3-5 16,4 3-4-16,-1 0-1 0,4-1 0 0,-3 0-5 16,1 0-9-16,-5-2 4 0,10-1-5 0,-10 1 2 15,11 0 2-15,-11 0-11 0,9-3 2 0,-8 1-5 16,2-1-6-16,0 0 0 0,-2-3-2 0,1 1-3 16,-2 0-7-16,-2 0-15 0,1-2-15 0,-5 3-14 15,1-3-20-15,1-1-21 0,-3 5-24 0,-1-4-30 16,-3 2-36-16,6 1-42 0,-3 0-53 0,2 1-135 15,-4-4-438-15,1 4 193 0</inkml:trace>
  <inkml:trace contextRef="#ctx0" brushRef="#br0" timeOffset="165014.01">15675 6235 140 0,'-6'2'195'15,"6"-2"-20"-15,-4 3-12 0,4-3-16 0,-1 4-9 16,1-4-10-16,-5 2 0 0,5-2-9 0,0 6-8 16,0-6-2-16,0 5 4 0,0-5-7 0,5 5-6 15,-1-2-10-15,-4 0 1 0,0-3-1 0,7 4 4 16,-3-1-6-16,-4-3-6 0,8 0 0 0,-8 0-8 15,11 0 0-15,-11 0 0 0,8 0 4 0,-8 0-1 16,11-3-5-16,-8 0-1 0,2-1-4 0,-1 2-7 16,-1-3-3-16,0 0-7 0,-2-1-5 0,-1 0 0 15,2 0-5-15,-2-1-9 0,0 2 1 0,0 0-3 16,0 0-9-16,0 5-2 0,-2-8-7 0,2 3-26 16,0 5-24-16,-1-5-20 0,1 5-14 0,-8-1-31 15,8 1-28-15,0 0-41 0,-11 5-49 0,7 0-228 16,-2-1-487-16,2-2 216 0</inkml:trace>
  <inkml:trace contextRef="#ctx0" brushRef="#br0" timeOffset="175183.6">16309 6206 33 0,'-6'-8'299'0,"1"0"-2"0,1 1-3 15,0 1-6-15,-2 1-8 0,2 1-14 0,-1-1-16 16,1 1-27-16,-2 0-13 0,4-1-22 0,-4 4-31 15,6 1-15-15,-11-2-16 0,11 2-13 0,-12 4-12 16,5 2-16-16,0 0-2 0,-2 3-12 0,-1 1-5 16,2 1-8-16,-3 1-3 0,6 4-7 0,-5 2-4 15,2-3-2-15,0 1-4 0,3 1-6 0,1 1-1 16,2-3-2-16,1 3-1 0,2-2-4 0,1-2-2 16,2 2 5-16,4 0-9 0,1-2 5 0,1-3-4 15,2 1-2-15,4-2 0 0,0 0-1 0,5-2-6 16,-1-2-2-16,2-3 3 0,0 0-5 0,2-3 8 15,-2 0-5-15,1-4-6 0,-1 0 2 0,-3-5 1 16,3 0 1-16,-3-1 0 0,0-1-5 0,-3-4 2 16,-1 0-2-16,0-2-2 0,2-6 6 0,-11 5-1 0,-1-1 4 15,-3 0-5-15,0-2 2 0,-5 1-2 0,-3-1 6 16,-2-3-1-16,-3 5 15 0,-1 1-16 0,-2 2-1 16,-3 1-2-16,0 1-6 0,-3 4 4 15,1 1-3-15,1 1 0 0,-1 4-3 0,-1 1-1 0,2 1 0 16,2 4-7-16,2-1-27 0,-1 4-13 0,3 2-16 15,1 0-14-15,2 2-18 0,2 1-19 0,1 3-22 16,2 2-33-16,0-1-40 0,6-1-44 0,3 4-47 16,1-1-161-16,2 0-504 0,1-2 223 0</inkml:trace>
  <inkml:trace contextRef="#ctx0" brushRef="#br0" timeOffset="175568.13">16948 6124 134 0,'2'-7'349'16,"-1"-1"6"-16,0 1 18 0,-1-5-15 0,0 6-4 15,0-3-7-15,0 1-5 0,0 2-20 0,0-2-18 16,-2 3-23-16,0 1-21 0,2-2-24 0,-3 2-25 15,1 0-28-15,-4 1-17 0,3 1-22 0,3 2-14 16,-16-4-12-16,8 4-11 0,-2 4-15 0,-2-2-11 16,-1-1-4-16,0 5-11 0,-3 4-8 0,4-4-5 15,-3 6-6-15,1 0-4 0,1 0-6 0,0 2-2 16,4 2-6-16,-2-1 5 0,4 1-6 0,2 2-5 16,-1 0-3-16,1 2 1 0,5-1 5 0,5-1-8 15,-2 1-1-15,4 0 0 0,0 0-1 0,9 3-1 0,-7-5-4 16,5 0-3-16,5 4-14 0,-3-7-7 15,2 2-15-15,7-3-20 0,-5-2-28 0,-1-1-49 16,4-2-40-16,-1-1-31 0,5 2-33 0,-8-4-31 16,1-5-38-16,2 2-36 0,-4-4-24 0,2 1-277 0,-3-4-689 15,0-1 305-15</inkml:trace>
  <inkml:trace contextRef="#ctx0" brushRef="#br0" timeOffset="175802.24">17201 6100 59 0,'0'-6'338'0,"0"0"5"0,0 2 6 0,-4-1 3 16,4 1-3-16,0 4-21 0,0-7-35 0,0 7-30 15,-1-2-35-15,1 2-29 0,0 0-20 0,0 0-15 16,0 0-21-16,0 0-14 0,1 14-10 0,-1-7-12 16,4 4-12-16,-4 0-9 0,1 3-8 0,3 4-7 15,-1 0-5-15,-2 3-6 0,5 5-9 0,-2-6-1 16,0-1-7-16,2 1-22 0,3-2-33 0,-2 0-32 15,-3 0-30-15,4-2-27 0,-1-1-39 0,-3-1-40 16,0-5-50-16,0 2-53 0,2-3-38 0,-1-1-209 16,-2-4-574-16,-2 2 254 0</inkml:trace>
  <inkml:trace contextRef="#ctx0" brushRef="#br0" timeOffset="176154.67">17133 6067 190 0,'0'0'361'0,"-3"-6"-2"0,3 3-11 0,0 3-13 15,0-7-19-15,0 7-36 0,3-3-10 16,-1 0-15-16,3-1-37 0,-5 4-19 0,9-1-22 16,-2 1-15-16,0 0-22 0,4 1-10 0,-2 1-15 0,5 1-19 15,5 1-3-15,0 3-12 0,0 0 5 0,1 3-20 16,1 0-7-16,-1 0-5 0,-2 1-9 15,4 0-3-15,-6 2-3 0,2 0-7 0,-2 2-3 0,0-2-3 16,-1 3-5-16,-5-3-5 0,3 2 0 0,-3-1-3 16,-1 2-3-16,-6-5-1 0,1 0-3 0,0 1 2 15,-4-2-3-15,0 2-2 0,0-1 4 0,-4-2-8 16,-1 0 7-16,-3-1-12 0,1 1-4 0,-3-2-7 16,0-1-14-16,-3 0-21 0,1-2-14 0,-2-1-17 15,-2 2-23-15,1-1-27 0,0-4-28 0,0 1-30 16,0 0-35-16,2-2-48 0,3 0-48 0,0-2-186 15,4-1-549-15,-1 2 242 0</inkml:trace>
  <inkml:trace contextRef="#ctx0" brushRef="#br0" timeOffset="176423.15">17521 6004 253 0,'0'0'391'0,"0"0"-19"16,0 0-19-16,16 5-2 0,-4 1-3 0,1 0-19 15,5 5-3-15,2 1-17 0,-1-2-21 0,6 5-24 0,0 3-24 16,5 1-24-16,-7 1-22 0,0 0-18 0,-3 1-19 16,2-1-15-16,-3 1-16 0,-3 0-13 15,-6-3-13-15,1 0-11 0,-3 3-9 0,-1-2-10 16,-6 3-6-16,-1-2-39 0,-4 2-31 0,-3 5-26 0,-9-4-49 15,-1 1-42-15,-7-1-46 0,-10-1-43 0,-15 9-42 16,-5-8-57-16,-2-4-65 0,-9 0-260 0,-32 2-688 16,29-7 305-16</inkml:trace>
  <inkml:trace contextRef="#ctx0" brushRef="#br0" timeOffset="177491.55">5738 7382 266 0,'0'0'355'0,"0"0"-18"0,-6-2-20 0,6 2-15 16,0 0-24-16,0 0-19 0,0 0-19 0,0 0-27 15,0 0-30-15,0 0-8 0,0 0-22 0,0 0-16 16,0 0-10-16,0 0-15 0,0 0-8 0,0 0-8 16,26 0-17-16,-12 1-4 0,5-1-9 0,1 1-15 15,1-1-22-15,3-1-28 0,6-2-27 0,0 3-35 16,-7-1-36-16,7 1-46 0,-7-2-52 0,2 1-47 16,-5-3-57-16,3 2-183 0,-5-4-523 0,-3 1 232 0</inkml:trace>
  <inkml:trace contextRef="#ctx0" brushRef="#br0" timeOffset="177926.46">6166 7149 119 0,'0'0'251'0,"0"0"-30"0,0 0-25 0,0 0-23 16,0 0-17-16,0 0-16 0,0 0-13 0,0 0-14 15,0 14-13-15,0-9-7 0,0 1-9 0,3 2-6 16,-3 1-7-16,0-1-8 0,2 3-10 0,-1 1-2 16,0-3-5-16,2 4-4 0,2-5-4 0,-2 6-2 15,-2-5-1-15,3 2-8 0,-2-4-1 0,2 1-3 16,0-1 1-16,-4-1-7 0,4 1-1 0,-2-4 2 16,0 1 1-16,-1 1 5 0,2-2-4 0,0-1 27 15,-3-2-1-15,0 0-2 0,0 0-4 0,0 0 1 16,0 0-9-16,9-6 0 0,-3 3-4 0,-3 0-3 15,3 0-1-15,-2-1-7 0,5 0-1 0,-4 2-2 16,3-2-1-16,0 3-1 0,2-2-1 0,2 2-3 16,-1 0 0-16,0 2-3 0,-1-1-4 0,2 0 5 15,-6 2-6-15,3 1 2 0,1 3 0 0,-1 1-2 0,-1-5 0 16,-4 3 0-16,3 0 2 0,-2-1-3 0,-4 3-1 16,2-2-1-16,-3 1 1 0,0 1 4 15,-4 0-1-15,-1 0 4 0,-3 1-2 0,-2-3 2 0,2 2 0 16,-4 0-2-16,-2-1 0 0,2-4 0 0,-2 3-2 15,2-3-10-15,-3 1-22 0,4-2-34 0,-1 0-34 16,2-1-47-16,6-2-46 0,-4-1-218 16,5 0-444-16,2-2 197 0</inkml:trace>
  <inkml:trace contextRef="#ctx0" brushRef="#br0" timeOffset="178162.92">6551 7268 253 0,'0'0'310'0,"-1"4"-11"0,1-4-13 0,0 0-11 16,0 0-14-16,0 0-13 0,0 0-9 0,0 0-6 16,0 0 1-16,0 0-11 0,9 1-18 0,-4 0-18 15,-5-1-20-15,14 1-2 0,-3-2-28 0,0 2-19 16,3-1-8-16,2 2-26 0,3-2-42 0,-4 0-53 15,4 0-51-15,1 0-65 0,-2 0-92 0,4-2-87 16,0 2-253-16,-3-1-605 0,1-1 268 0</inkml:trace>
  <inkml:trace contextRef="#ctx0" brushRef="#br0" timeOffset="179014.57">9493 6048 138 0,'-4'-3'312'16,"0"-1"3"-16,0 1 4 0,1 0-1 0,3 3-13 15,-7-4 1-15,7 4-12 0,0 0-20 0,-4-4-30 16,4 4-22-16,4-6-29 0,5 5-16 0,0-3-17 0,13 1-16 16,6 0-14-16,5 1-16 0,5-2-14 15,4 2-7-15,18 0-7 0,1 0-14 0,1 1-3 16,0-2-11-16,-2 4-5 0,-3-1-19 0,0 0-37 0,-16 2-25 16,1-1-26-16,-4 0-28 0,-1-1-22 0,-3 1-25 15,-5 1-30-15,-8-1-28 0,-4 0-28 0,-5-1-33 16,0 1-25-16,-8 2-20 0,-1-3-167 0,-3 0-497 15,0 0 220-15</inkml:trace>
  <inkml:trace contextRef="#ctx0" brushRef="#br0" timeOffset="180001.34">9671 6015 39 0,'-1'3'189'0,"1"-3"-13"15,0 0 0-15,4 9-13 0,-1-6-21 0,-2 3 3 0,2 3 4 16,-2-1-11-16,2 3-12 0,4 0-3 0,-6 2-4 15,3 4-5-15,0 4-7 0,2 4-9 16,-5 2-7-16,2 3-1 0,-2 1 1 0,2-1 8 0,-3 1-11 16,5 0-6-16,-5 2-3 0,0 0-3 0,3 0 1 15,-2-2-2-15,1 3-7 0,-1-1-2 0,-1-5-3 16,4 4 0-16,-1 2 1 0,-3-3 3 0,0 4-1 16,1-1-2-16,1 1-4 0,2-2-2 0,-4 0-2 15,3 1-7-15,-2 1-2 0,-2-1 0 0,2 0 0 16,3 1 5-16,-3-1-2 0,0 0-1 0,5-2-2 15,-3 1-4-15,-1-1-3 0,1 0-1 0,0 1-6 16,1-3 6-16,0 2-4 0,0-1 2 0,0 0-9 16,-1 0-3-16,1 0 6 0,0 1-6 0,-1 0-4 15,-2-3-1-15,2 1 9 0,0 2-8 0,-2-3-6 16,3 2-1-16,-4 2 3 0,1-4-2 0,1 2 0 16,-1-2-1-16,-1 4 0 0,1-2-9 0,1 0 1 15,-1 2 7-15,2-2-5 0,-2-3 1 0,1 1-2 16,0 1 0-16,0-2-3 0,-1-1 1 0,1 1 2 15,-5 1 0-15,7 1 1 0,-4-3-1 0,5 3-7 16,-1-2 2-16,-1-1-1 0,1 3 2 0,0-3 2 16,0 1-2-16,0 0-1 0,1 1 1 0,1-1 3 15,-2-2-5-15,-1 2 0 0,1-2 0 0,0 1 4 0,-1-7-2 16,-2 3 7-16,2 3-11 0,1-4-1 0,-2 6 1 16,3-7 2-16,-4 1-5 0,2 5 11 15,-2-8-4-15,2 1-2 0,1 1-15 0,-1 0 19 16,1 6-1-16,-1-8 1 0,-2-1-2 0,3 4 1 0,1-3 4 15,-3 5-11-15,1-4 3 0,-1 1 2 0,1 5 1 16,1 0 0-16,-1-7-4 0,-3 0 5 0,4 11-6 16,0-10 2-16,0 8-1 0,-3-2 4 15,2 2-3-15,-3-1 6 0,1-7-4 0,1 9-7 0,-1-4 7 16,-1-2-4-16,-1 5 2 0,1-7 3 0,1 5 2 16,-1-1-5-16,-1 2 0 0,2 0 0 0,-1-5-3 15,2-2 2-15,-2 2 1 0,1-2 8 0,-1 1-5 16,3 1-1-16,-2-2-3 0,-1 1 5 0,0 1-4 15,4-2 2-15,-2 0-4 0,-1 0 7 0,2-3-5 16,-2 9 5-16,1-8-4 0,0 0 7 0,-1-3-4 16,2 3 7-16,-3-3 4 0,3 1 1 0,0 2 8 15,-1-1-4-15,1-1 3 0,0 3 1 0,-2-1-1 16,2-1 1-16,0 2-6 0,-1 1 8 0,2-2-9 16,-1 0 1-16,1 0-1 0,-1-1-2 0,1 1 10 15,-1 0-13-15,-1-1-3 0,1 1 3 0,-3-5-1 16,4 3 0-16,0-3 5 0,-1 3-1 0,0-2 1 15,-2-3-2-15,2 0 1 0,-3 0 4 0,1 0-5 0,3-2-1 16,-4-2 0-16,0 0-3 0,2 0 4 0,-2-3-2 16,1-1-4-16,-1 1 6 0,1 1-7 15,-1-5 6-15,2 3-1 0,-2-3-1 0,1 4 3 16,-1-4-5-16,2 4 5 0,-2-4-2 0,0 0-2 0,0 0-22 16,0 0-65-16,0 0-56 0,0 0-47 0,0 0-59 15,12-8-65-15,-12 8-66 0,2-4-308 0,-2 4-735 16,0 0 325-16</inkml:trace>
  <inkml:trace contextRef="#ctx0" brushRef="#br0" timeOffset="180234.57">9847 10385 76 0,'-4'2'294'15,"4"-2"3"-15,0 0-3 0,-11 2 2 0,11-2 0 16,-4 1 0-16,4-1-6 0,0 0-8 0,0 0-10 15,0 0-12-15,0 0-15 0,0 0-17 0,0 0-27 16,21 2-18-16,-7-2-15 0,8 0-20 0,2 1-17 16,6-1-10-16,4 2-11 0,-1-1-20 0,2 1-28 15,1-2-30-15,-1 0-29 0,3 0-58 0,0-1-49 16,-4 1-57-16,-4-1-58 0,0 0-63 0,-1-5-67 16,-9-1-236-16,0 0-632 0,-1-4 279 0</inkml:trace>
  <inkml:trace contextRef="#ctx0" brushRef="#br0" timeOffset="180736.3">10267 8035 164 0,'3'-20'372'16,"-3"2"0"-16,2 0 9 0,0 1-1 0,-2 4-4 16,1 3-10-16,0-1-7 0,1 5-18 15,-1-1-27-15,1 0-35 0,-2 4-34 0,1-1-30 16,-1 4-27-16,0 0-16 0,0 0-22 0,7 9-18 0,-3 1-8 15,0 0-13-15,3 8-12 0,0 0-5 0,-2 2-12 16,3 4-6-16,-1 4-8 0,0-7-7 0,-2 7-7 16,2 2-6-16,0-2-23 0,1-2-34 0,-3-1-24 15,-2-3-42-15,3-1-34 0,-1-1-36 0,-1-2-24 16,-4-1-29-16,2-4-30 0,0-1-37 0,-2 0-41 16,0-5-41-16,4-2-281 0,-4 1-679 0,-4-2 300 15</inkml:trace>
  <inkml:trace contextRef="#ctx0" brushRef="#br0" timeOffset="181070.96">10177 7908 144 0,'0'-5'331'0,"4"-2"-16"0,-1 1-16 15,0 2-20-15,2-2-16 0,2 4-22 0,5-2-10 16,2 1-10-16,6 2-7 0,1 2-13 0,10 2-22 15,-2 2-17-15,-1 2-12 0,2-1-15 0,-3 6-17 0,-1 0-10 16,1 2-14-16,-1 5-5 0,-1-1-11 0,-2 2-13 16,0 2-7-16,-7-1 0 0,2 2 2 0,-4 3-17 15,-2-2-2-15,-4 2-6 0,0 2 7 16,-6-8-11-16,4 7 0 0,-6 1-8 0,0 1-1 0,-6-3 8 16,0 2-14-16,1-8 4 0,-6 5 0 0,3-8-10 15,-9 5 8-15,6-6-6 0,-5-1 3 0,4-2-2 16,-7-1-5-16,1-2 5 0,-1-1-18 0,6-4 1 15,-5 0-19-15,3-1-14 0,0-1-20 0,1-2-15 16,3-1-26-16,0 1-37 0,2-2-48 0,2-1-69 16,3-3-71-16,-2 3-236 0,6-3-603 0,0 0 267 15</inkml:trace>
  <inkml:trace contextRef="#ctx0" brushRef="#br0" timeOffset="187593.8">12567 7879 73 0,'-4'2'268'0,"4"-2"-7"0,-4 5-8 0,4-5-2 16,-3 3-13-16,3-3-6 0,-1 3-12 0,1-3-6 15,-2 5-14-15,2-5-4 0,0 0-6 0,6 7-19 16,-2-4-7-16,0-2-19 0,2 0-9 0,0 2-13 16,4-1-17-16,-1 0-18 0,6 1-3 0,-5-2-33 15,4 0-47-15,0 0-41 0,-3-1-65 0,4 0-81 16,-1-1-101-16,-2-1-229 0,3-2-554 0,5-2 245 16</inkml:trace>
  <inkml:trace contextRef="#ctx0" brushRef="#br0" timeOffset="187894.87">13175 7652 354 0,'4'-4'451'0,"-4"4"-27"0,4-4-46 15,-4 4-41-15,0 0-32 0,0 0-40 0,3-2-25 16,-3 2-30-16,0 0-21 0,3 9-16 0,-2-6-24 0,2 4-9 16,-2 2-14-16,7 1-13 0,-2 2-11 0,-1-1-9 15,3 5-12-15,0 1-5 0,-1-1-7 0,0 0-5 16,1 4-6-16,0-4-5 0,-4 1-11 0,3 1-15 16,-1-2-36-16,1-1-11 0,-3-4-31 0,4 0-27 15,-3 1-31-15,1-4-29 0,-2 1-39 0,0-3-44 16,0-2-36-16,0 3-45 0,-1-5-225 0,-3-2-570 15,4 0 253-15</inkml:trace>
  <inkml:trace contextRef="#ctx0" brushRef="#br0" timeOffset="188149.17">13016 7552 69 0,'-8'-4'422'0,"4"1"1"0,-2-2-2 16,5 2-1-16,1 3-19 0,-6-3-24 0,6 3-33 16,2-6-34-16,2 2-31 0,3 2-29 0,5 0-27 0,0 0-21 15,6 0-19-15,1 0-22 0,1 0-17 0,3 1-13 16,7 1-12-16,-8-1-14 0,-2 0-9 0,6 1-24 16,-3-3-29-16,-1 3-31 0,1 0-32 0,-1 1-40 15,-4-1-39-15,-2 0-24 0,-2 0-32 0,1 0-29 16,-3-1-43-16,0 0-39 0,-7 0-40 0,5 2-44 15,-3-2-220-15,-3-2-617 0,-4 3 274 0</inkml:trace>
  <inkml:trace contextRef="#ctx0" brushRef="#br0" timeOffset="189149.31">13493 7747 122 0,'4'-3'319'0,"-4"3"-34"0,0 0-30 15,0 0-29-15,0 0-25 0,10 5-19 0,-9-1-15 16,3 3-20-16,0-2-16 0,-1 0-8 0,3 6-15 0,-1-2-9 15,-1 2-13-15,0-1-6 0,0 0-6 0,3 1-8 16,-4 0-8-16,2 1-5 0,-1-2-3 0,-1 0-7 16,2-1-3-16,-1-3-3 0,-2 2-3 0,2-2-1 15,-3-2-4-15,3 2-5 0,-1-1 1 0,-1-2 0 16,2 0-2-16,1-2-3 0,-5-1 3 0,0 0-7 16,11-4 0-16,-7 2-3 0,0-4 0 0,2 0-2 15,0 1 1-15,-2-4-5 0,3 1 1 0,0-2-2 16,1 1 1-16,0 0-2 0,-2-1 4 0,-1 1-3 15,2 0-1-15,0 1 0 0,-2 2 13 0,-1-1 13 16,-1 4 4-16,4-2-3 0,-3 0-4 0,0 0-7 16,0 3-2-16,0-1-5 0,-4 3-4 0,7-1 1 15,-7 1 1-15,0 0 0 0,11 4-5 0,-7 0-3 16,0 0 3-16,1 1-3 0,-2 1 0 0,1 1 1 0,0-2-2 16,0 1-15-16,1 2 1 0,-3 0-4 15,1-2-2-15,1 1-2 0,0-1-2 0,-1 0 2 16,-1-2 0-16,1 1 5 0,0-2 8 0,-2-1-3 15,2 1 7-15,-3-3-4 0,7 2 2 0,-7-2 1 0,0 0-1 16,9-6 0-16,-6 4 3 0,1-2 3 0,-1-2 4 16,1 1 6-16,-3 2 5 0,2-2 1 15,3-1 0-15,-4 1 0 0,2 0 1 0,0 0-3 16,-1 0-2-16,1 1-2 0,0 1-2 0,-1 1 1 0,1-1-3 16,4 1-9-16,-4 0 2 0,-4 2-1 0,11 2 1 15,-4-1-15-15,-3 0-7 0,4 2-3 0,-1 1-1 16,-1-2-4-16,-1 2-1 0,-1 1 0 0,5-1-4 15,-3 1 1-15,1-1 0 0,-2 0-3 0,2 0 2 16,-2-2-2-16,1 2 3 0,-1 0 4 0,2-2 2 16,-3 0 3-16,3 0 4 0,-2-2 0 0,-5 0 3 15,10 2-1-15,-2-4 2 0,-8 2 5 0,12-2 0 16,-5-1-2-16,0 1 9 0,2-1-6 0,0-1 5 16,0 1-2-16,2-2 1 0,4 3-1 0,-3-3 1 15,3 1 0-15,-4 2 3 0,4-3 1 0,-3 2-2 16,4 0-1-16,-3 1 2 0,1-1 4 0,-1 1-4 15,-2 0 0-15,2 0 2 0,0-1-2 0,-4 0 3 16,5 1 0-16,-6 1-1 0,-1-2 0 0,2 2 1 16,2-2-1-16,-4 0 4 0,0 0 4 0,2 0 9 15,-2-1 12-15,0 2 3 0,-3-2 14 0,3 1 5 16,-2-2 10-16,-1 1 8 0,-1 1 7 0,1-1-1 16,-1 2 5-16,0-2-1 0,-2-1-7 0,-1 5-7 0,3-4-10 15,-3 4-2-15,0-8-8 0,0 6 5 0,0 2-19 16,-4-6 0-16,0 5-8 0,4 1 1 15,-9 0-8-15,9 0 0 0,-16 0-2 0,8 3-5 16,-2 1 0-16,-2 1-6 0,1 1 3 0,0-1 10 0,1 3-14 16,1-1 3-16,1 3-3 0,1-3 2 0,-1 3-2 15,4-1 2-15,1 1 3 0,1-1 2 0,2 3-4 16,1-1 3-16,3 0-2 0,4 0 5 0,6 2-3 16,-2-2 5-16,9 2-5 0,-5-2-4 0,7-1-38 15,4 0-32-15,-4-2-47 0,0-2-54 0,5 1-64 16,3-5-78-16,-8-1-222 0,0-1-577 0,-3-2 255 15</inkml:trace>
  <inkml:trace contextRef="#ctx0" brushRef="#br0" timeOffset="189299.81">14256 7466 140 0,'-4'0'194'0,"4"0"-22"0,0 0-17 0,0 0-39 16,0 0-55-16,0 0-71 0,8 12-128 0,-5-8-150 16,5 3 66-16</inkml:trace>
  <inkml:trace contextRef="#ctx0" brushRef="#br0" timeOffset="189701.34">15411 7881 135 0,'-7'-3'281'15,"5"1"-18"-15,2 2-21 0,0 0-17 0,-7-1-22 16,7 1-21-16,0 0-18 0,0 0-18 0,0 0-16 16,-15 4-13-16,15-4-7 0,-4 2-14 0,2 3-10 15,2-5-1-15,-2 3-13 0,2-3-5 0,-2 5-8 16,2-5-3-16,0 5-2 0,0-5-6 0,0 6 9 0,0-6 10 16,2 3-3-16,-2-3 0 0,2 2 1 0,-2-2-1 15,7 2-3-15,-7-2-4 0,0 0-6 16,14-3-2-16,-14 3-6 0,7-1-1 0,-2-2-7 0,-2-1 0 15,0 1-8-15,0-1-9 0,0-1-20 0,-3 2-18 16,0-3-25-16,1 1-31 0,-2 0-34 0,1 1-40 16,-3-1-58-16,0 1-49 0,3 4-202 15,-6-9-497-15,1 5 220 0</inkml:trace>
  <inkml:trace contextRef="#ctx0" brushRef="#br0" timeOffset="190002.45">15320 7637 11 0,'-8'0'229'0,"8"0"-24"0,-8 1-22 16,8-1-12-16,-6 4-3 0,6-2 1 0,0-2-11 15,-3 5-6-15,3-1-2 0,0-4-2 0,3 8-8 16,1-4-7-16,0 0-8 0,-1-1-4 0,4 0-5 15,-3 0-11-15,4-1-6 0,-1 1-8 0,-2-2-11 16,2 0-4-16,1-1-6 0,-8 0-7 0,11 0 1 16,-4-1-11-16,-1-1-2 0,0-1-8 0,-2 1-5 15,0-3-7-15,0 0 2 0,-1 2-4 0,1-4-10 16,-4 2-6-16,2 0-22 0,-4 0-18 0,2 0-25 16,-2-1-30-16,0 1-37 0,-2 2-40 0,1-1-45 0,-1 2-56 15,4 2-145-15,-9-5-437 0,3 1 193 0</inkml:trace>
  <inkml:trace contextRef="#ctx0" brushRef="#br0" timeOffset="190689.27">16210 7471 181 0,'0'-7'329'0,"-2"0"-9"0,2 0-16 16,-1 2-17-16,1 0-15 0,-3-1-27 0,-2 0-27 15,3 5-26-15,2 1-21 0,-8-4-17 0,0 5-17 16,-3 2-11-16,1-2-5 0,-2 5-26 0,-3 3-7 16,3-1-5-16,-3 2-14 0,4 5-4 0,-4 2-9 15,4 0-10-15,1 1 4 0,0 2-2 0,6 0-6 16,-2-1-2-16,5 1-4 0,-2 7-1 0,6-7-4 16,4 8-1-16,0-8-5 0,6 4 4 0,-2-4-3 15,2-4-5-15,4 1-1 0,-3-2 2 0,5-2-5 0,-2 0 7 16,4-3-8-16,-1-2-4 0,3-2 1 0,-2-2-3 15,1-3 0-15,-1-3 9 0,-2-1-9 16,2-3 4-16,-2-2-3 0,-4-1-7 0,2-3 3 0,-2-1-2 16,3-3 2-16,-6-1 0 0,-1 0-6 0,0-11-2 15,-3 2 1-15,-5-4 19 0,0 2-21 0,-6 2 4 16,-4-3-6-16,0 2 8 0,-9 2 9 0,5 0 6 16,-4 4-3-16,0 4 7 0,-1 3-11 0,-2-1-2 15,1 3 2-15,0 1-7 0,2 4-1 0,-1-1 0 16,1 3-1-16,3 4-24 0,-3 0-2 0,4 3-22 15,-2 2-15-15,3 1-6 0,0 3-11 0,5 2-10 16,1-1-18-16,-3 4-21 0,7-1-25 0,0 3-39 16,1-2-41-16,7 3-49 0,-1 2-200 0,1-1-520 15,3-1 230-15</inkml:trace>
  <inkml:trace contextRef="#ctx0" brushRef="#br0" timeOffset="190989.11">16907 7427 215 0,'-4'-6'359'16,"4"-1"-15"-16,-3 2-3 0,1 0-29 0,-1 0-26 16,-4-1-20-16,3 4-26 0,0-1-28 0,-1 1-24 15,-1 2-24-15,-6 0-21 0,5 2-9 0,-4 2-13 16,-1 3-12-16,-2 4-12 0,-2 2-7 0,2 1-11 15,2 1-6-15,-1 2-5 0,0 1-6 0,-2 6-7 16,7-3-4-16,0-2-3 0,0 9-3 0,4-1-6 16,1-7-2-16,2 6 2 0,4-6-1 0,-1 8 0 15,5-8-12-15,2 7 9 0,-2-8-30 0,12 3-25 16,-6-6-15-16,8 5-35 0,2-4-20 0,-6-4-47 16,0-2-60-16,4-2-48 0,2-3-53 0,7 2-247 15,-7-6-590-15,0-2 261 0</inkml:trace>
  <inkml:trace contextRef="#ctx0" brushRef="#br0" timeOffset="191557.74">17096 7538 198 0,'0'0'242'15,"-8"-4"-4"-15,8 4-5 0,-7-2-14 0,2-2-18 16,1 1-7-16,0 0-18 0,0 0-10 0,1-1-15 16,-4 1-3-16,4-2-8 0,-1 2-7 0,-1-2-3 15,0-2 0-15,0 2-5 0,1 0-3 0,4-2-11 16,-4 1-1-16,4 1 7 0,0-3-27 0,1 2-10 15,2-2-8-15,-3 3-8 0,4-2-5 0,-1 4-6 16,4-2-4-16,-2 0-9 0,2 2-6 0,1 1-2 16,1 1-7-16,1 2-2 0,1 1-5 0,-1 0-5 15,3 1-7-15,-3 4-1 0,-2-3 9 0,4 6-13 0,-5 0 1 16,4 4-3-16,1 3-4 0,-4-1 0 0,1 2 4 16,0 0 2-16,-4 1-2 0,-1 0-2 15,1-1-1-15,-3 1 3 0,-2 1-4 0,2-1 5 0,-2-4-4 16,-3 3 4-16,0-5-6 0,-1 2 7 0,1-3-4 15,-6-1 3-15,2 2-1 0,0-4 0 0,2 1 5 16,-6-1 6-16,6-1 22 0,-5-2 0 0,6 1 22 16,-2-2 2-16,1-1 5 0,1 0-3 0,0-2 5 15,1 1 2-15,3-3 3 0,-5 5 11 0,5-5 8 16,-2 4 0-16,0-2 1 0,2-2 2 0,0 0 1 16,8 7-3-16,-3-5-10 0,7 2-6 0,-1-1-8 15,10 1-6-15,-9-1-7 0,11 1-2 0,-2-1-9 16,-1 0-24-16,4-2-30 0,-2-1-29 0,9 0-44 15,-10-1-41-15,2-4-40 0,0 2-46 0,-4-2-51 16,0-3-75-16,0-2-57 0,-4-2-238 0,0-2-689 16,2-1 305-16</inkml:trace>
  <inkml:trace contextRef="#ctx0" brushRef="#br0" timeOffset="191858.81">17453 7149 30 0,'-2'-5'441'0,"2"-2"-1"0,-1 1-10 15,1 2-5-15,0-1-23 0,0 5-28 0,-4-7-37 16,4 5-38-16,0 2-31 0,0 0-34 0,0 0-27 15,0 0-21-15,0 0-16 0,0 0-21 0,0 0-14 16,4 17-14-16,0-7-10 0,-1 0-11 0,1 3-11 16,0 0-15-16,1 2-15 0,1 2-20 0,-1 0-21 15,3 1-25-15,-1-4-31 0,0 2-29 0,1 1-37 16,0-2-24-16,-2-4-29 0,-1 1-37 0,-1 1-40 16,2-4-51-16,-2-2-40 0,-2 0-276 0,-2-1-649 0,2-3 288 15</inkml:trace>
  <inkml:trace contextRef="#ctx0" brushRef="#br0" timeOffset="192226.95">17393 7128 225 0,'0'-4'332'15,"-2"-2"-1"-15,2 2 3 0,-1-1-13 0,1 5-17 16,1-9-19-16,1 5-25 0,-1 0-28 0,3 1-24 15,-2 2-26-15,4-1-20 0,0 0-14 16,-6 2-22-16,19 1-7 0,-8 2-14 0,1-2-6 0,2 5-19 16,5 2-4-16,-2-1-10 0,4 1-10 0,-1 1 1 15,-3 1 1-15,0 2-21 0,4-1 0 0,-5 0-6 16,1 2-3-16,-6-2-11 0,2-2 8 0,-3 1 0 16,-1 2-12-16,-2-2 4 0,-2 0-7 0,-1-1-1 15,5 0-1-15,-9 0-4 0,2-1 0 0,-4-1 5 16,0 1-3-16,-5 1 2 0,0-1-5 0,-1 0 2 15,0-1-6-15,-3 1 3 0,0-2 5 0,-1 1-4 16,-6-1 1-16,1-1 1 0,-4 0-2 0,2-1-8 16,1-1-7-16,-1 0-26 0,3-1-20 0,2-1-23 15,2 1-24-15,0-1-26 0,2 0-25 0,2-1-29 16,2 3-35-16,6-3-69 0,0 0-246 0,0 0-578 16,0 0 256-16</inkml:trace>
  <inkml:trace contextRef="#ctx0" brushRef="#br0" timeOffset="192595.47">17765 7035 39 0,'0'0'402'0,"0"0"-30"16,0 0-32-16,0 0-28 0,0 0-35 0,0 0-28 16,0 0-22-16,-2 10-9 0,2-10 9 15,7 8-3-15,-1-1-9 0,1 1-10 0,3 3-15 0,3 4-13 16,2-1-14-16,-1 3-17 0,5 3-9 0,-3 2-15 16,3 0-14-16,4 1-10 0,-6 1-7 0,2 1-13 15,-1 0-7-15,-1 0-6 0,0 1-7 0,0 1-5 16,-3-1-6-16,-1 1-6 0,-2 2-4 0,0-1-4 15,-6-1 0-15,4 0-3 0,-5-1-5 0,-4 3 4 16,0-4-7-16,-3-4-9 0,-1 4-22 0,-6 3-10 16,2-9-37-16,0 1-14 0,-4 5-32 0,1-6-16 15,-3 2-16-15,0-4-27 0,0 0-31 0,0 0-47 16,-1-1-45-16,4-3-67 0,-6-3-223 0,3 2-620 16,2-3 274-16</inkml:trace>
  <inkml:trace contextRef="#ctx0" brushRef="#br0" timeOffset="-179731.41">15112 9538 181 0,'-16'-4'364'16,"3"3"-14"-16,1-1-15 0,5 1-14 0,2 0-14 16,-3 0-11-16,2-2-15 0,2 2-11 0,4 1-36 15,0 0-18-15,-8-2-21 0,8 2-19 0,0 0-19 16,0 0-19-16,0 0-6 0,0 0-19 0,20-2-6 16,-10 1-15-16,3 1-16 0,1-1-42 0,-3 0-34 15,2-1-42-15,0 1-41 0,0-1-48 0,-7 1-50 0,2 0-58 16,0-3-56-16,-1 2-273 0,-2 0-614 15,1-1 271-15</inkml:trace>
  <inkml:trace contextRef="#ctx0" brushRef="#br0" timeOffset="-179180.34">15285 9249 57 0,'-6'-4'340'16,"2"-1"-20"-16,3 1-10 0,-2 1-17 0,-1-2-20 16,1 2-14-16,0-1-18 0,3-2-23 0,3 3-22 0,-3 3-15 15,3-3-22-15,5 1-19 0,0-1-13 0,4 1-9 16,2 0-16-16,5-1-10 0,0 1-4 0,2 2-10 15,-1-1-11-15,-1-2-4 0,4 2-11 0,-1-2 0 16,-3 2-4-16,3 0-10 0,-3-2 3 0,-6 2-6 16,2-2-5-16,-1 2-4 0,-3 0-2 0,-2-2-1 15,1 3-4-15,-5 0 1 0,1-2-9 0,-6 2 1 16,0 0-4-16,12 2 1 0,-9-4-1 0,-3 2 0 16,0 0-2-16,5 7-2 0,-5 0-3 0,0-1 1 15,0 5 3-15,0-1-2 0,0 1 0 0,0 0 1 16,6 6-3-16,-6 2 3 0,2 1-3 0,3 8 5 15,0-7 1-15,2 4-3 0,-1 0-8 0,1 2 10 0,4 0-6 16,-1-1 5-16,-5-6-6 0,3-2 1 0,2 2-2 16,-5-2 4-16,1-3-5 0,-1-3 5 15,-1 0-2-15,-1 0 1 0,1-2-7 0,-4-4 6 0,1 2 6 16,-1-3 21-16,-1-1 22 0,1-4 24 0,-4 4 3 16,4-4-5-16,-14-3-11 0,5 2 1 0,-5-2-5 15,-4-2 4-15,-2-3-16 0,0 2-1 0,-1-3-6 16,-1 1-7-16,1 2-3 0,3-1-4 0,-1 2 0 15,0-1-7-15,5 2-30 0,6 2-19 0,0-2-29 16,4 1-36-16,0 1-43 0,4 2-41 0,0 0-43 16,0 0-40-16,0 0-32 0,23-5-41 0,-11 5-223 15,7 0-608-15,4-1 269 0</inkml:trace>
  <inkml:trace contextRef="#ctx0" brushRef="#br0" timeOffset="-177710.33">15954 9286 1 0,'1'-11'275'0,"2"5"-4"16,0 0-2-16,-2-2-9 0,3 3-7 0,1 2-25 15,-1-3-18-15,-2 4-23 0,1-3-13 0,-3 5-24 16,5-1-15-16,-5 1-12 0,8 7-10 0,-1 0-9 16,-3-2-11-16,-3 3-11 0,5 4-4 0,-3-1-12 15,1 2 4-15,-2 0-17 0,4 5-3 0,-1-1-7 16,-1 2-2-16,-4-2-1 0,3 1 1 0,-3-1-13 15,1 1-1-15,-2-1-4 0,1-2-2 0,-3-2 2 16,3 0-7-16,-1-3 0 0,0 1 0 0,-1-3-1 16,2 1-1-16,0-2 1 0,0-1-6 0,0-1 4 15,0-1 3-15,2-1 23 0,-2-3 8 0,2 4 6 0,-2-4-20 16,0 0 3-16,9-7-8 0,-7 2 4 0,4-1-6 16,1-3-3-16,1 2-5 0,0-2 0 0,0 0-1 15,1-4 7-15,0 3-11 0,0 1 0 0,-1-1-1 16,3-2 4-16,-4 5 2 0,1-1-3 0,-1 0 8 15,1 4-6-15,-4-3-6 0,0 3 5 0,3 0-3 16,-3 3-4-16,0-2-3 0,-4 3-4 0,11 3 7 16,-5-1-4-16,0 2-5 0,1 1 1 0,1 4 4 15,-1-3-2-15,3 5-6 0,2-4 5 0,-3 5-14 16,5-2-8-16,2 2-8 0,-5-2-3 0,3-2-4 16,-3-2-7-16,6 2-4 0,-3-3 0 0,1-1-12 15,-4-2 3-15,3-2-1 0,-1 0 1 0,-1-2 8 0,2-1 7 16,-5 0 1-16,4-4 3 0,-3-1 7 0,-1 1-2 15,-1-2 4-15,-1 0 4 0,-1-3 11 16,-2 2-6-16,-2-2 10 0,-1 1 4 0,1 2 11 0,-5-4 15 16,1 3 15-16,-2 3 0 0,3 0-3 0,-6-1 0 15,2 1-7-15,1 2 2 0,-2 1-4 0,1 0-4 16,-3 3-2-16,1 1 0 0,7 0-2 0,-14 2-3 16,9 2-6-16,-3-2 7 0,4 4-5 0,1 0 1 15,-1 1-3-15,4 2 0 0,-2-1 0 0,7-2-5 16,-3 5-14-16,4-1-11 0,2 2-12 0,0-6-19 15,0 3-15-15,4 0-21 0,-1-3-20 0,3-2-32 16,5 1-14-16,-3-1-12 0,3-3-10 0,2-1-12 16,-2 0-4-16,1-2 12 0,-5-1 17 0,0 0 11 15,3-4 15-15,-7 2 15 0,1 0 12 0,3-1 31 16,-4-2 25-16,-3 4 35 0,1-4 28 0,-3 3 29 16,-2 1 11-16,-3 0 28 0,5-1 14 0,-3 1 0 0,-2 0 2 15,-1 4-6-15,0-3-6 0,0 3-9 0,0 0-11 16,0 0 0-16,0 0-5 0,0 0-4 0,0 0 0 15,0 0-2-15,-10 9-8 0,10-2-3 0,0-3-5 16,-1 2 0-16,2 4-2 0,5-5-3 0,-2 5-3 16,1-1-1-16,1 0-1 0,-1-1-3 0,2-1-1 15,1 2-2-15,2-2 0 0,-4 1-2 0,3-3-1 16,1-2-1-16,-4 0-3 0,2-1 1 0,-1-1-1 16,0-1-3-16,-7 0-4 0,9-3 1 0,-3 0-2 15,-4 0 1-15,1-2-1 0,-3-1 0 0,-3-1-2 16,2 0 1-16,1-1-1 0,-4 1-1 0,-2-4-1 15,2 3 7-15,-4-3 2 0,0 2 4 0,4-1 6 0,-3 0 1 16,-1-1 0-16,4 5 2 0,1 0 10 0,1-1 1 16,0 0 1-16,-1 2-1 0,3-1-6 15,0 1 3-15,2 2-3 0,2-2-4 0,4 2-2 0,-1 2-4 16,5 1-2-16,-4 0 0 0,6 1-3 0,0 2 0 16,0 0 0-16,4 2-2 0,1 3 0 0,-8-1-5 15,4-1 7-15,-5 3-9 0,3 2 11 0,-1-2-9 16,-1 0 0-16,-4 0-1 0,2 1 1 0,0 1-1 15,-4-1 2-15,2-2-1 0,0-1-2 0,-3 1-2 16,-3-3 3-16,3 0-1 0,-4 0 1 0,2-1-1 16,-2-4 2-16,2 4 2 0,-2-4 0 0,0 0-2 15,0 0 1-15,0 0 8 0,-15-10-1 0,10 5 1 16,-2-1 0-16,4-2 5 0,-1 1-6 0,3-6 6 0,0 5-4 16,1-2-4-16,1-4-1 0,4 5-7 15,2-2-10-15,5-2-16 0,4 1-18 0,1 4-15 16,5-2-15-16,-2 3-1 0,10 1-7 0,-3 0 2 0,3 1 4 15,-5 3 6-15,-3-1 3 0,2 2 8 0,-1 0 7 16,0 1 5-16,-1 0 0 0,-7 0 6 0,-5 0 7 16,3 0-3-16,-5 1 20 0,-1-1 11 0,0 0 4 15,-7 0 5-15,8 0 11 0,-8 0 15 0,0 0 16 16,0 0 12-16,0 0 2 0,-24 1 5 0,14 1 3 16,-5 0 2-16,1 3 0 0,-5-2-1 0,3 1-3 15,1 2-10-15,1-2-5 0,0 1-4 0,1 2-4 16,1-1-8-16,3 2-2 0,0 1-4 0,0-2 0 15,5-1-2-15,1 3 0 0,-1-4-5 0,4 0 1 0,3 3-5 16,1-3-1-16,0-1 1 0,5 2-1 16,-3-3-2-16,5-1-2 0,1 0 1 0,0-3-8 15,1 0 2-15,0-2-5 0,2 1-5 0,4-5-1 0,0 1-6 16,-7-2-1-16,5-1-1 0,-6 1-2 0,1 0-1 16,0 0 6-16,-4-2-3 0,2 4 4 15,-5 0 2-15,2-3 3 0,-3 3-6 0,-1-1 5 0,-2 2 2 16,-1 0-1-16,0 1 0 0,3 0-1 0,-3 4 2 15,-3-5-2-15,3 5 6 0,0 0-6 0,0 0 2 16,0 0 3-16,-15 7-1 0,15-4-1 0,-2 1 1 16,-1 1 2-16,1 2 5 0,2-1-2 0,0 1-3 15,3 2 0-15,0-3-4 0,3 3 7 0,-1-4 0 16,0 2 0-16,5 0-1 0,-2 1-1 0,4-5 0 16,-1 1-14-16,5-3-16 0,-5 2-18 0,4 0-14 15,3-6-18-15,-3 2-17 0,3-3-18 0,-4 1-22 16,6-2-11-16,-2-4-8 0,-4 2-11 0,5-4-9 0,-5-2-8 15,2-1-16-15,-4-3-151 0,-1 0-375 0,-1-1 166 16</inkml:trace>
  <inkml:trace contextRef="#ctx0" brushRef="#br0" timeOffset="-177526.5">17740 9163 40 0,'-5'-19'100'15,"1"1"11"-15,-4 1 31 0,4 0 25 0,-4 6 13 16,7-1 12-16,-5 2 6 0,2 0-4 0,0 1-4 16,0 3-5-16,1 1-14 0,1 1-20 0,-2 0-18 15,4 1-12-15,0 3-13 0,0 0-11 0,-6 9-11 16,6-2-5-16,-1 3-6 0,1 4-10 0,0 4-6 15,1 2 0-15,-1 9-10 0,4-9 0 0,0 9-4 16,-1 0-8-16,4-1-7 0,-2 1 0 0,1-1-19 16,-1 0-20-16,1-2-22 0,-2-5-21 0,-2-1-22 15,6-2-25-15,-4-1-31 0,1-5-19 0,-1 1-22 16,1-8-14-16,-2 0-9 0,1 1-150 0,-1-4-373 16,2-2 166-16</inkml:trace>
  <inkml:trace contextRef="#ctx0" brushRef="#br0" timeOffset="-177325.77">17763 9401 297 0,'-6'-12'23'16,"2"-1"25"-16,2 0 39 0,0 0 26 0,-2-1 27 15,3 1 16-15,-1-1 16 0,1 4 11 0,1-2 8 16,0 0-2-16,0 6-9 0,1 0-5 0,2-3-18 16,3 4-14-16,-1 0-15 0,2 2-13 0,-2 2-11 15,6 2-12-15,-2 1-9 0,4 2-8 0,-1 0-7 16,2 8-7-16,-2-6-5 0,3 6-6 0,-1-1-5 16,-1 2-8-16,-1 1 4 0,1 0-7 0,-1 3 4 15,0-2-20-15,0 1-19 0,-2 1-17 0,-2-3-19 16,0 3-23-16,-1-4-30 0,0-2-24 0,-3 1-41 15,3 0-22-15,-2-2-13 0,2 0-21 0,-2-1-164 16,2-3-406-16,-3 0 181 0</inkml:trace>
  <inkml:trace contextRef="#ctx0" brushRef="#br0" timeOffset="-175937.12">18206 9326 29 0,'-4'-12'302'0,"1"6"-11"0,1-1-4 0,-3 1-6 16,0-1-18-16,-2 5-21 0,3-2-17 0,-1 2-18 16,-1-1-22-16,6 3-22 0,-13 3-9 0,7-1-21 15,-2 1-12-15,4 0-9 0,0 5-7 0,-3 1-15 16,3 1-8-16,3 2-7 0,1-2-7 0,1 4-8 16,-1-2-3-16,7 1-7 0,0 2 0 0,2 0-6 15,1-1-18-15,3-1-22 0,0 1-18 0,4-6-14 16,0 2-21-16,4-1-19 0,0-4-17 0,2 0-14 15,-3 0-10-15,5-5-17 0,-2 0 11 0,-4 0 2 16,1-3 2-16,3-2 2 0,-2-1 8 0,-2-1 1 0,-4-2 5 16,1-2 13-16,-5 4 14 0,-3-5 0 15,0 1 15-15,-1 2 26 0,-7-4 33 0,2 2 14 16,-4 0 17-16,-2 0 6 0,3 0 18 0,-6 3 3 0,0-3 1 16,-1 5 2-16,-2-2 0 0,2 3-4 0,-2 0-4 15,1 1-8-15,2 2-1 0,-3 0-11 0,4 1 1 16,-5 2-3-16,11-1-4 0,-16 3-7 0,11-1 3 15,-4 1-7-15,7 2 4 0,-4-1-5 0,3 1-4 16,0 0-1-16,1 1-1 0,1 0-6 0,2-2 5 16,1 1-1-16,1-2-1 0,0 3-3 0,3-2-1 15,-1-1 0-15,1 0-12 0,-1-1-1 0,4-1-4 16,0 2-1-16,0-3-1 0,-3 1-3 0,4-2 4 16,-1 1 3-16,-9 0-2 0,14 0-1 0,-7-1 4 15,0-1 1-15,-7 2 1 0,11-2 1 0,-11 2 1 16,7 0-2-16,-7 0-1 0,7-2-3 0,-7 2 2 15,0 0 0-15,5 2 1 0,-4 2 2 0,2-2 0 0,-1 3 3 16,2 0 0-16,0-3 3 0,-3 3 1 0,4 2 0 16,-2-2 3-16,4 0-2 0,-3 1 7 15,2-1-2-15,2 0-1 0,-3-1-1 0,5 0-2 0,-1 1 4 16,3-1-6-16,-2-1 2 0,2-2-3 0,2-1 3 16,-1-1 1-16,6 1-5 0,3-7 2 0,-11 3-1 15,4-1 1-15,1-2-11 0,-5 0-4 0,8-3-3 16,-5-1-14-16,-1 3-1 0,3-5-10 0,-3-1-3 15,-3-1-4-15,-1-2-5 0,-5-1 3 0,3-3 2 16,-6 1 4-16,2-1 5 0,-6-6 6 0,0 4 4 16,1 3 6-16,-5 1 19 0,0-1 9 0,0 3 17 15,-1 0 6-15,-1 2 4 0,2 2 12 0,2 0 1 16,-4 4 8-16,5 0-7 0,-4 1-2 0,4 3-6 0,-3 0-7 16,3 2 0-16,-3 1-7 0,-1 1-2 15,8 1 0-15,-8 4-5 0,5 0-2 0,-1 1-2 16,3 3 1-16,-2 4-2 0,-1 1 1 0,8 5-4 0,-4 1-1 15,4 3 1-15,3 2-1 0,0-2 6 0,2 3-10 16,2 1 2-16,0 0 6 0,1-3-10 0,1-5-4 16,-2 1-9-16,1-2-8 0,0-3-9 0,1 0-11 15,0 0-17-15,3-4-12 0,-5-3-13 0,3-4-11 16,1 1-12-16,-2-3-8 0,8-2-3 0,0 0-4 16,-3-3-10-16,4-2-13 0,-2-2 2 0,-5-2-7 15,8 1 11-15,-5-4-2 0,5-4 17 0,-7 2 0 16,1-7 23-16,0 0 13 0,-6-3 14 0,0-1 1 15,-3 7 32-15,-2-10 20 0,-2 3 7 0,-3-2 11 16,-1 2 19-16,-1 5 17 0,-2-7 21 0,0 9 13 16,-1 1 7-16,0 1 16 0,0 0 17 0,-1 1 1 15,2 6 2-15,-4-1-2 0,3-1-6 0,-1 4-11 16,0 2-11-16,3 2-11 0,-5 1-6 0,0 2-8 0,7 1-9 16,-12 3-1-16,1 0-4 0,3 5-5 15,0 0-2-15,1 5-5 0,0 4-2 0,2 1-1 16,-1 1-5-16,2 1-1 0,4 6-1 0,0 0-3 0,0 4-2 15,4-3-2-15,-1-5 1 0,5 6-4 0,0-2-4 16,-1-7 4-16,3 0-2 0,-1 1 1 0,2-3-1 16,-1-1-5-16,2-4-3 0,-3-1-7 0,1-5-2 15,1 0-4-15,-2-2-2 0,5-2-12 0,-1-1-3 16,-2-2 0-16,4-4 2 0,0 0 0 0,-4-1 4 16,1-3-1-16,-2 0 0 0,3 2-4 0,-3-4 2 15,0 1 1-15,-3 0 4 0,2 1-3 0,-1-2 5 16,-4 5 2-16,-2-2 1 0,2 2 6 0,-3 1-5 15,3 1-3-15,-4 0 2 0,0 4 3 0,4-5-2 16,-4 5 1-16,0 0 3 0,0 0-3 0,0 0 2 16,0 0 2-16,-4 14 1 0,4-9 3 0,0 1-1 15,5 3 1-15,-5-3 0 0,2 4 1 0,2-1 2 0,-1-2-3 16,2 3 1-16,3-4 3 0,-1 2-6 0,-3-2 6 16,2-2 1-16,2 2-2 0,-3 0 1 0,6-4 1 15,-6 1 1-15,2-2 2 0,3 3 9 0,-4-3 10 16,4-1 8-16,-4 0 5 0,3-1 6 0,-1 1 0 15,-8 0 9-15,14 0 2 0,-9 0 0 0,-5 0-7 16,11 0-3-16,-3 2-3 0,-5 1-1 0,3 2-2 16,-1 0 6-16,4 3 8 0,-3 2-1 0,-1 3 5 15,2 2-6-15,0 3 4 0,0 1 2 0,2 7 2 16,-2 3-3-16,5 2 7 0,-4 0-6 0,2 0-2 16,-3 0-6-16,6 3-1 0,-3-2-7 0,-2 0-6 15,4 1-2-15,1 2-2 0,-8-2-7 0,9-2 3 16,-8-3-1-16,4 0-5 0,-2-2-17 0,-3-7-25 15,-2-6-27-15,3-1-28 0,-2-1-38 0,0-1-41 16,-1-3-69-16,3-4-81 0,-2 0-193 0,2-4-540 16,2-9 240-16</inkml:trace>
  <inkml:trace contextRef="#ctx0" brushRef="#br0" timeOffset="-174799.22">20442 8885 211 0,'7'-11'246'0,"3"-5"-2"0,-6 5 3 16,1-3 3-16,-4 2-7 0,-2-1-9 0,1 2-3 15,-4-1-14-15,3-1-11 0,-5 4-27 16,-1-1-1-16,-2 0-13 0,-2 2-14 0,0 2-14 0,-1-1-7 16,-2 2-17-16,-1 3-1 0,0 1-15 0,0 1-8 15,2 0-12-15,2 1-4 0,-3 2-9 0,3 1-9 16,3 3-6-16,-1-1-3 0,3 0-6 0,0 5 1 16,4 0-2-16,1-2-6 0,2 7-2 0,7 1 3 15,-1-1-5-15,3 1-7 0,6 4 4 0,-1-4-7 16,5 5 1-16,-1-2-5 0,-1-4 1 0,1 5 15 15,-3-5-25-15,3-2 9 0,2 5-9 0,-4-5 1 16,-3 2-2-16,0-5 1 0,-5-2-10 0,1 3-9 16,-2-2 2-16,0-1 14 0,-7-4-15 0,2 1 4 15,-3 2-2-15,0-4-3 0,-3-2 3 0,-2 1 7 16,-2-2 3-16,-1 2-3 0,0-3 0 0,-3-3-4 16,0 1 8-16,-1-1-4 0,-2 2 2 0,3-3-3 0,3 3 2 15,-1-3 3-15,1 2-2 0,2 0 0 0,2-1-16 16,4 3-23-16,-7-3-24 0,7 3-20 0,0 0-22 15,8-6-21-15,1 4-23 0,1 0-18 0,9 1-17 16,3 0-12-16,8 0-8 0,1-2-8 0,3 4-5 16,-1-1 5-16,-4-2 6 0,5 1 20 0,-11 1 17 15,7 0 21-15,-6-2 11 0,-1 0 23 0,-4 1 29 16,2-3 27-16,-4-2 26 0,-2 3 25 0,-2-2 27 16,-4-1 22-16,2-1 24 0,-6 2 17 0,1-1 9 15,-5-1 10-15,1-1 16 0,-4 2 7 0,-2-1 4 16,0-1 12-16,-3 0 1 0,-5-1-4 0,4 1 2 15,-2 2-5-15,-5-2-7 0,3 4-9 0,0-1-9 16,-2 1-8-16,0 4-11 0,0 0-3 0,0 3-20 0,1-1-4 16,0 2-4-16,0 0-5 0,2 4 7 15,-2 0-18-15,6 0-4 0,0 2-3 0,1 0-5 16,2 0-7-16,1 0 2 0,2-1-4 0,2 1-4 0,1 2 1 16,3-2 0-16,1 1 0 0,-1-4-12 0,4-1-5 15,2 2-11-15,0-4-12 0,0 2-11 0,4-3-10 16,-1-3-4-16,-1-2 0 0,-2 2-2 0,4-2 0 15,-2-2 1-15,1 2 0 0,-3-4 5 0,2-1 5 16,-3 0 1-16,3 0 3 0,-5-2 6 0,1 0 2 16,0-1 2-16,-4 0 1 0,-1-1 18 0,-1 1 16 15,-2 1 7-15,-1 1 10 0,3 2 10 0,-3-1-10 16,-3 1 7-16,2 1 11 0,-2 2-15 0,0-1-5 16,3 4 1-16,-4-6 1 0,0 6-6 0,4 0-9 15,0 0 3-15,-12 3-3 0,8 2-1 0,1 0 1 16,3 1-2-16,-3 2-6 0,3 1 4 0,0 1-1 15,3-1-10-15,4 3-17 0,-2-1-11 0,2-1-19 16,1 1-24-16,4 3-27 0,2-3-19 0,2-1-23 0,-2-1-33 16,1-4-32-16,1 3-25 0,3-4-17 15,-1 1-150-15,-3-5-429 0,1 3 191 0</inkml:trace>
  <inkml:trace contextRef="#ctx0" brushRef="#br0" timeOffset="-174081.09">21155 8996 2 0,'-4'-6'211'0,"1"1"5"0,0-2-1 0,-2 2-2 0,1 0-3 16,-2 3-6-16,2-2-10 0,0 1-19 0,0 2-14 16,4 1-19-16,-11-1-14 0,11 1-12 0,-6 2-11 15,1 1-7-15,4 2-11 0,0-1-8 0,-3 2-8 16,4 1-8-16,2-1-4 0,-2 3-4 0,3 1-7 16,1-2-1-16,0 1-6 0,-1 0 0 0,5-1-10 15,-1 1-2-15,0-5-2 0,1 3-15 0,4-1-15 16,-4 1-11-16,-1-5-11 0,5 1-5 0,-5 1-9 15,1-3-2-15,2-1-1 0,1-1 5 0,-2-3 3 16,-2 1 5-16,2 1-1 0,-3-2 4 0,-1-1 3 0,2-3 0 16,-1 2 8-16,-5 0 10 0,4-1 13 15,-3 1 4-15,0 1 7 0,3-2 7 0,-4 2 0 16,-1 1 3-16,0 4-3 0,1-6-4 0,-1 6-4 0,0-5-2 16,0 5-3-16,0 0-3 0,0 0 2 0,0 0 1 15,0 0-4-15,0 0-2 0,0 0 2 0,-5 15-2 16,3-7-1-16,2-6 1 0,0 3-3 0,2-1 3 15,-2 2-1-15,4-1 0 0,-3-2-1 0,2 3 2 16,1-1 0-16,0-1-2 0,0 0 2 0,-1-2 0 16,2-1-2-16,-5-1-1 0,11 1 2 0,-11-1-2 15,9 0 1-15,-9 0 2 0,13-4-3 0,-9 0 2 16,4 1-2-16,-2-3 0 0,-1 3 2 0,0-2 7 16,0 1 2-16,-3-2-3 0,1 0 15 0,0 1 10 15,0 2-6-15,-1-3-1 0,1 2-4 0,0 1-1 16,-2 0 1-16,-1 3-4 0,5-5-5 0,-2 4-1 15,-3 1-4-15,0 0-1 0,0 0-1 0,0 0-5 0,0 0 2 16,17 6-1-16,-13-2 1 0,6 1 0 0,-1 0-2 16,2 2-1-16,2-1 7 0,1-1-2 15,3 2-5-15,-4-2 5 0,6 1-3 0,-1 1-2 0,2 0 0 16,0-1-1-16,-1-1-3 0,2-2 1 0,-2-2-1 16,-2 1 0-16,5-2 0 0,-5 0-1 0,2 0 2 15,-6-2 8-15,2-2-10 0,-1-2 1 0,-1 1-3 16,-2-2 3-16,1-3-3 0,-5 3 1 0,-1-4 0 15,-1 3 1-15,-1-3 7 0,-4 1 10 0,3-3 13 16,-6 2 16-16,-1-1 8 0,3 2 8 0,-5-3 2 16,-1 5 3-16,-2-3 6 0,0 5 5 0,0-5-5 15,-3 6-5-15,3-3-7 0,-1 4 7 0,-5 1-5 16,4 2-21-16,-1 2 13 0,-2-1-10 0,5 3-8 0,-3 1-1 16,2 4 0-16,3-4-4 0,0 2-8 0,3 3 2 15,-1-2-3-15,4 4 10 0,-1 1-31 16,4-1-32-16,-1-1-32 0,6 2-48 0,1 2-55 0,3 0-77 15,6-2-66-15,1 0-319 0,7 0-680 0,5 0 301 16</inkml:trace>
  <inkml:trace contextRef="#ctx0" brushRef="#br0" timeOffset="-171939">22962 8655 135 0,'-6'-9'250'0,"0"-2"-9"16,-2 4-15-16,1-1-14 0,-5-1-12 0,4 5-9 15,-6 1-11-15,-1 2-7 0,-1 2-13 0,-3 4-8 16,-3 1-11-16,2 1-14 0,-9 5-11 0,10-2-5 16,-4 7-15-16,7-2-9 0,0 1-4 0,0 1-10 15,0-1-2-15,5 0-13 0,2 1-2 0,-1 0-6 16,6 2-6-16,3-2-8 0,2 0 0 0,1-2-2 16,4 1-6-16,5-1 5 0,3-2-7 0,5-6-1 15,-3 4-16-15,13-2-2 0,-6-2-14 0,5-2-5 16,2-4-5-16,0 1-5 0,0-4 1 0,-7 0 0 15,-1-2 0-15,1-1 3 0,-3-2 0 0,-3 3 5 0,2-5-3 16,-7 3 4-16,-1 1 17 0,-3-2 15 0,-1 4 2 16,0-2 7-16,-6 1 11 0,2 0-4 15,1 1 0-15,-1 1-7 0,-3 2-7 0,0 0-2 0,0 0 0 16,0 0 2-16,0 0-2 0,0 0-6 0,0 0 0 16,-2 12-1-16,1-7-6 0,1 1 4 0,1 1-2 15,1 0 1-15,0 2-4 0,2 0 1 0,3 0 3 16,3 0 7-16,1 1-14 0,-2-1 5 0,5-1-5 15,2 0 0-15,3-2 0 0,-2 0-8 0,0-2-6 16,2 0-3-16,0-3-4 0,-4 1-8 0,0-2 4 16,-1 0 0-16,-1-2-2 0,-2 0 2 0,-4-4 0 15,5 1-3-15,-5-1-1 0,-3-1 2 0,-2 0 0 16,-4 2 3-16,0-3 2 0,-3 0 3 0,-1 1-3 0,-1-4 4 16,-4 4 3-16,1-2-4 0,-1 1 7 15,1 1-2-15,-1 0 4 0,-1 2 0 0,2-1 4 16,3 3 7-16,0-1-1 0,-1 0 9 0,4 2 0 0,2-1 0 15,2 3 2-15,-5-3-2 0,5 3-2 0,0 0 10 16,0 0-10-16,15 0 0 0,-4 2-1 0,2-2-4 16,7 3 6-16,0-2-4 0,-1 1 0 0,4 0-2 15,-4-1 1-15,3 1-1 0,1 1-1 0,-1-1-3 16,-3 0 0-16,-5 1 2 0,-1-3-4 0,1 3 2 16,-2-1-1-16,-5 0-4 0,2-1-1 0,-3 0 4 15,-1 1-3-15,0 1-1 0,-5-3 1 0,6 4 2 16,-6-4-1-16,0 6-2 0,0-4 1 0,0-2 2 15,0 0-1-15,0 6 1 0,-2 0-1 0,2-6 4 16,-3 2-1-16,0 1 1 0,3-3-2 0,0 0 5 16,-1 5 2-16,1-5-4 0,0 0 1 0,0 0 1 15,0 0-2-15,0 0-5 0,0 0 6 0,21-6-3 0,-14 4 3 16,0 1 0-16,1-2-2 0,6-1 1 0,-6 3-3 16,4-1 1-16,-1-1-1 0,2 1 2 15,-3-2-2-15,4 2 3 0,-9 0 0 0,6 1-2 16,-4-2-2-16,1 3 2 0,-2 0-1 0,-6 0 1 0,10-1-5 15,-6-1 2-15,-4 2-4 0,0 0 3 0,0 0 1 16,12 2 2-16,-12-2-2 0,0 0 4 0,0 0-5 16,2 3 5-16,-2-3-3 0,0 0 2 0,0 0 0 15,0 0 5-15,4 2 12 0,-4-2 18 0,0 0 7 16,0 0-1-16,8 0-3 0,-8 0-9 0,0 0-1 16,13-4 7-16,-8 3-13 0,2-1 1 0,2 0-3 15,1 1-4-15,2 0-3 0,0-2-1 0,-1 1 0 16,4 0-4-16,-2 1-5 0,1 0-20 0,0 0-8 15,0 1-19-15,-1-2-13 0,2 4-23 0,-1-4-23 16,-3 2-30-16,-2 0-30 0,5 2-34 0,-5-2-30 16,1 0-31-16,-3 0-163 0,1 1-454 0,-1 0 201 15</inkml:trace>
  <inkml:trace contextRef="#ctx0" brushRef="#br0" timeOffset="-171688.68">24106 8795 131 0,'0'8'260'0,"0"2"2"0,0 3 0 0,0 2-3 0,-1 5 1 15,1-1 1-15,-3 8-14 0,-2 1-16 0,2 2-9 16,1 0-22-16,2 2 3 0,-2 3-31 0,2-1-19 16,2 3-15-16,0-2-15 0,-2 0-10 0,3-6-12 15,-2 3-10-15,6-1-5 0,-2-5-12 0,2 0-10 16,-4-9-23-16,1-1-34 0,3-4-32 0,-3-1-31 15,1-4-31-15,-1-2-35 0,2-1-33 0,1-3-45 16,-1-2-41-16,0-3-39 0,1-2-187 0,-2-5-503 16,2-1 222-16</inkml:trace>
  <inkml:trace contextRef="#ctx0" brushRef="#br0" timeOffset="-171020.13">24090 8888 266 0,'-5'-16'279'0,"0"3"-11"0,1 3-2 15,2-1-11-15,0-2-15 0,2 3-10 0,0 0-18 16,4-1-11-16,-2 1-19 0,5 1-20 0,-5 3-20 16,7-1-13-16,-3-1-13 0,1 4-10 0,0 1-14 15,1-1-11-15,1 1-1 0,-2 2-16 0,3 1-6 16,3 0-5-16,-2 2-9 0,0 3-5 0,1-1-17 16,-6-2-19-16,4 4-13 0,-2 1-10 0,2-1-7 15,-4 4-12-15,2-2-9 0,-4 2-15 0,1 1-6 16,-3-3-13-16,-1 3-12 0,-2-1-13 0,-1 0-12 15,-3 0-9-15,4 0-8 0,-3-3-12 0,-3 2 1 16,4-2-3-16,-4-4 16 0,1 1 5 0,0-2 9 16,2 2 4-16,4-4 16 0,-12 0 9 0,12 0 8 15,-6-6 13-15,3 2 8 0,1-1-3 0,2-1 8 16,2-2 10-16,-2-2 1 0,6-2 7 0,1-3 6 0,1-2 8 16,0 0 12-16,7-1 6 0,-1-6 18 0,1 0 0 15,1 1 6-15,-1 1 8 0,2-1-2 0,0 0 10 16,-2 0-2-16,-3 5 14 0,1 1 15 0,3-5 12 15,-7 5 21-15,0 7 12 0,-1-2 15 0,-2 4 8 16,-1 0 1-16,-3 1-5 0,2 2-14 0,-2 0-11 16,-1 2-15-16,-1 3-8 0,0 0-7 0,0 0-7 15,0 0-5-15,4 9-3 0,-4 0-9 0,-1 4-3 16,1 2-3-16,-1 2-4 0,2 5-3 0,-1 4-2 16,1-3-6-16,4 2 2 0,0 3 0 0,-1 1-7 15,4-4 1-15,0 2-3 0,0-7-3 0,2 5-5 16,-1-7-17-16,3-1-9 0,-2-4-10 0,1 2-6 15,-2-6-5-15,0 0-14 0,0-3-12 0,2-1-12 16,1-3-8-16,-1-1 0 0,3-2-2 0,-2-1 12 16,-2-4 7-16,0 1 5 0,1-4 5 0,-2 1 11 15,3-6-3-15,-7 2 7 0,3-3 11 0,-6 2 36 0,2-3 15 16,2 3 28-16,-6-2 14 0,0 4 13 0,0-2 10 16,0-1 8-16,-2 2 3 0,-2 4 2 0,2 0-1 15,1 1-5-15,0 2-10 0,-1 2-12 16,0 0-6-16,2 3-10 0,0 0-2 0,0 0-6 0,-13 5-4 15,12 1-1-15,-1 1-5 0,0 3-1 0,0 3-3 16,4-4-6-16,0 4-3 0,-2-1-1 16,3 0-2-16,1 1-8 0,7 2-19 0,-4-3-19 0,8 1-22 15,-1-3-32-15,3 1-41 0,2-1-29 0,11-2-36 16,-4 0-26-16,6-3-26 0,-3-1-154 0,-6-3-422 16,7 1 186-16</inkml:trace>
  <inkml:trace contextRef="#ctx0" brushRef="#br0" timeOffset="-170835.3">25159 8738 13 0,'0'-9'226'0,"-4"-2"-7"0,-2 4-7 16,0-1-7-16,0 3-9 0,0 1-12 0,-1-1-9 15,-3 4-12-15,2 0-14 0,-3 2-13 0,-4 2-12 0,3 0-13 16,0 4-9-16,-2 1-11 0,0 3-7 0,1 1-5 16,1 2-12-16,-2-3-6 0,5 1-4 15,-1 6-8-15,2-7-4 0,1 1-26 0,-2-1-21 0,4 1-27 16,3-2-33-16,-4-1-38 0,1-2-28 0,4 0-29 15,-1-3-30-15,1 0-164 0,1-4-380 0,0 0 170 16</inkml:trace>
  <inkml:trace contextRef="#ctx0" brushRef="#br0" timeOffset="-170651.37">25038 8769 130 0,'1'-3'251'0,"2"0"4"0,-3 3-4 15,3-6-15-15,0 3-26 0,-3 3-20 0,0 0-20 16,0 0-15-16,0 0-15 0,0 0-17 0,0 0-10 15,9 12-13-15,-10-7-9 0,2 3-7 0,0 0-8 16,2-1-8-16,1 1-5 0,0 2-6 0,-1 0-6 16,7 1-8-16,-1-1-21 0,1 0-25 0,-1-1-26 15,7 0-29-15,0-2-29 0,2 2-28 0,3-6-40 0,-1 2-11 16,1-2-11-16,0-2-17 0,0 0-123 16,-1-3-341-16,-1-1 152 0</inkml:trace>
  <inkml:trace contextRef="#ctx0" brushRef="#br0" timeOffset="-170483.59">25427 8758 13 0,'-1'-8'206'16,"-3"-2"0"-16,2 0 17 0,0 2 4 0,0 1-4 16,0 1-7-16,0-1-9 0,-1 1-14 0,-1 1-13 15,3 1-24-15,0 0-18 0,1 4-12 0,-5-3-11 16,5 3-15-16,0 0-8 0,0 0-13 0,0 0-3 16,-9 12-9-16,9-7-15 0,-1 3-27 0,2-2-29 15,-1 1-33-15,1 2-42 0,3-2-66 0,-4 0-34 16,4 2-45-16,-2-3-152 0,3 1-406 0,1-1 179 15</inkml:trace>
  <inkml:trace contextRef="#ctx0" brushRef="#br0" timeOffset="-169648.67">25558 8324 116 0,'-3'-6'180'0,"-1"1"-21"0,1 2-14 0,-2 0-12 16,5 3-14-16,0 0-11 0,-13 8-3 0,9-1-5 15,0 3-7-15,1 3-11 0,1 5-9 0,-3 0-3 16,2 3-6-16,1 7-11 0,-2-2-1 0,4 1 0 16,0 0-7-16,2-1-4 0,2 0-1 0,0 3-5 15,0 0-3-15,-2-9-5 0,5 6-4 0,-1-8 3 16,-1 1-4-16,1-2-1 0,0-1-5 0,-2-2 1 15,-1-3 0-15,3-3-12 0,-5-2 12 0,2-1 11 0,1 0 13 16,-1-3 10-16,-3-2-4 0,0 0-1 16,0 0-3-16,12-7-1 0,-11 1 1 0,3 1 6 15,0-1-1-15,0-6-3 0,-1 2-1 0,5-1-4 16,-4 1 1-16,3-1-3 0,0 1-6 0,0 3-2 0,2-2-4 16,-1 2-2-16,-1 0-3 0,3 1 0 15,-1 1-1-15,-2 2-5 0,3 0-4 0,-5 3-2 16,-5 0-2-16,16 3-1 0,-7-1 3 0,1 2-4 0,-1 3-1 15,-3-1-2-15,3 3-3 0,-3 0-4 0,2 0-6 16,-2 2-6-16,1-1-3 0,-2 2-8 0,3 1-9 16,-4-4-3-16,2 2-3 0,-1-1-4 0,-2 1-10 15,6-4 0-15,-4 1 2 0,1-4-5 0,-1 1-6 16,0-1-6-16,4-3 3 0,-2 0-6 0,1 1 4 16,-1-2 6-16,5-3 12 0,1-1 5 0,-5 1 0 15,4-2 9-15,-2-2 6 0,-1-1-2 0,3 3 8 16,-2-5-1-16,0 2 3 0,2-3 18 0,-3 3 6 15,-1-5 20-15,3-2 28 0,-4 4 0 0,3-4 11 16,-5 5 4-16,-2 2 10 0,2 0-2 0,-2 1 4 16,-3 1-4-16,0-1-4 0,-2 2-8 0,0 1-5 15,-2 2-7-15,4 2-5 0,-8-3-1 0,8 3-6 16,-10 4-3-16,3 1-3 0,1 3-1 0,0 1-3 0,2 2-2 16,-2 1-1-16,2-1-4 0,2 2 1 15,-3 0-3-15,5 0-2 0,0 4-1 0,3-4-6 16,0-1-9-16,0 1-9 0,1-2-4 0,3 0-4 0,0-3-7 15,3 2-6-15,-1-4-8 0,2-2 1 0,-1-2 1 16,4 1 2-16,-1-2-1 0,0-1 5 0,-1-1 0 16,0-3 10-16,-1-1 5 0,4 1 3 15,-7-2 12-15,3-2 9 0,1 2 17 0,1-4 11 0,-4 0 13 16,2 4 11-16,-3-4 19 0,3 2 11 0,1-2 11 16,-4 4 8-16,1-4 4 0,-1 5 1 0,-2 0-7 15,0 2 1-15,-1-1 5 0,0 1-33 0,2 1-8 16,-7 2-11-16,6 0 10 0,-6 0-24 0,8 5-2 15,-8 1-2-15,0-6-4 0,2 9-2 0,0-1-8 16,0-2 1-16,-1 3-4 0,1-1 0 0,-2 3-9 16,0-1-24-16,1 2-24 0,-1-2-33 0,0-2-35 15,-1 1-40-15,-1-3-54 0,1 0-66 0,1 1-50 16,-3-2-182-16,0-2-535 0,-1-2 237 0</inkml:trace>
  <inkml:trace contextRef="#ctx0" brushRef="#br0" timeOffset="-169481.68">25327 8295 338 0,'-16'-9'349'0,"4"2"-39"0,1 1-30 16,6 3-25-16,-2-1-34 0,3 2-28 0,-3 1-45 15,7 1-50-15,0 0-41 0,0 0-47 0,-8 7-67 16,8-7-85-16,7 9-202 0,2 0-371 0,4 4 164 15</inkml:trace>
  <inkml:trace contextRef="#ctx0" brushRef="#br0" timeOffset="-168728.93">27112 8624 213 0,'-4'-12'254'15,"-1"2"-11"-15,-4-1-8 0,0 0-9 0,-5 1-9 16,-1 0-16-16,-1 1-13 0,-1 1-13 0,0 3-14 16,2 3-19-16,-3-1-13 0,-3 4-10 0,8 1-12 15,-3 0-14-15,4 2-7 0,-2 1-9 0,6 3-11 16,-3 0-4-16,6 2-7 0,-2 1-6 0,4-1-1 15,3 3-4-15,0-1-5 0,7-2 1 0,1 3-10 16,2 2 1-16,-2-4 5 0,7 1-13 0,-4-3-7 16,6 1-14-16,-1 0-13 0,4-3-13 0,0-2-8 15,-2-3-11-15,-5 0-10 0,-2 2 0 0,3-6-5 16,-3 2 7-16,1-4 6 0,-1-1 0 0,1-1 6 16,-5 1 5-16,1 1 6 0,-2-1 13 0,0 0 10 15,-3 1 9-15,-1-1 1 0,2 2 0 0,-4 3-2 16,2-3-4-16,-2 3 0 0,0 0 3 0,0 0-2 0,0 0 0 15,0 0 0-15,0 0 1 0,-9 15 0 16,6-9-1-16,3 2-2 0,-3 2 4 0,3-2 0 16,0 0-1-16,2-1 5 0,-1 3-5 0,0-3 2 0,2 1 2 15,3-3 1-15,-1 0 1 0,3 1 3 0,2-3-5 16,1 0 1-16,2-3 2 0,-1 0-4 0,1-3 1 16,2-1 0-16,-2-2 5 0,4-2-1 0,-1-2 1 15,0 0-2-15,-1-6 15 0,-1 4 8 0,0-1 7 16,0-1 9-16,-3-1 6 0,0 2 10 0,-1 3 12 15,-2 1 4-15,-1-2 19 0,-2 2-10 0,4-3 5 16,-4 7 10-16,0 0-17 0,-1-1 0 0,-1 1-18 16,1 2-13-16,-1 1-5 0,-3 2-4 0,0 0 0 15,0 0-10-15,12 6-2 0,-9 1-3 0,-1 0-1 16,5 2-4-16,-5 1 3 0,0 2-3 0,5 3-5 16,-2-4-15-16,0 1-29 0,0 0-18 0,1 0-41 15,-2 0-34-15,1 0-42 0,-2 0-47 0,2 1-49 0,-1-4-52 16,-2 1-242-16,0-5-593 0,2 3 263 0</inkml:trace>
  <inkml:trace contextRef="#ctx0" brushRef="#br0" timeOffset="-168427.86">28124 8340 153 0,'4'-3'351'0,"2"1"-32"0,-4 0-27 16,-2 2-19-16,7 5-11 0,-5-1-17 0,0 3-3 16,2-1-20-16,-4 4-5 0,3 3-14 0,-3-2-18 15,2 6-14-15,-2 0-15 0,1 1-17 0,0 1-9 16,1 0-16-16,-1 0-7 0,3 2-18 0,-1-1-3 0,-1 1-12 15,2-1-5-15,-1-1-31 0,1-1-29 16,0-3-25-16,-1-3-42 0,1 1-33 0,0-1-41 16,0-2-50-16,0-1-42 0,0-4-53 0,1 0-251 0,0-1-572 15,-2-3 253-15</inkml:trace>
  <inkml:trace contextRef="#ctx0" brushRef="#br0" timeOffset="-167958.81">28176 8336 301 0,'-2'-12'355'0,"-2"3"1"15,0-1 17-15,3 4-27 0,-2-2-8 0,3 0-8 16,3 3-24-16,-2-3-18 0,3 1-27 0,0-1-27 16,3 1-25-16,4 1-21 0,1 1-19 0,1 3-21 15,7-1-11-15,-2 3-21 0,2 3-8 0,0-1-12 16,0 3-11-16,1 0-7 0,-3 0-11 0,0 2-7 0,1 0-6 15,-6-1-17-15,-1 3-6 0,-2-2-16 0,1 2-4 16,-3 0-10-16,0 0-5 0,-4 0-7 16,1-1-6-16,-4 0 5 0,0-1-9 0,-1 2 7 15,-2-4-5-15,-3 1-1 0,1 3 1 0,-4-3 3 0,-3 1-8 16,6-2 3-16,-5 0-3 0,3-3 2 0,-1 3 7 16,2-2-11-16,1 0 18 0,1-1-15 15,4-2 1-15,-5 4 3 0,3-1 3 0,2-3-4 0,3 9 3 16,1-7 3-16,3 4 0 0,1 0 2 0,4-1 0 15,1 2 1-15,3 2 6 0,-4 1 0 0,5 2-4 16,-4-1 18-16,1 1-18 0,-2-3-1 0,-4 1 0 16,3 0-1-16,-3 1 6 0,2-1 1 0,-2 0-3 15,-1 0 3-15,-3 1-1 0,0 0 3 0,-4-4 0 16,0 1 0-16,-1 0-1 0,-4 0 9 0,-1-1 17 16,-1-1-16-16,-1 0 5 0,-3-1-4 0,-3 0 1 15,1-1-3-15,-4-1 2 0,0 1 3 0,-4-3-2 16,2 0-12-16,0-1-37 0,-5-2-36 0,3 0-42 0,1 1-49 15,0 0-57-15,-1 0-47 0,12-2-50 16,-2 0-249-16,1 2-618 0,5-2 273 0</inkml:trace>
  <inkml:trace contextRef="#ctx0" brushRef="#br0" timeOffset="-167022.96">28818 8525 99 0,'0'0'330'16,"0"0"-16"-16,0 0-18 0,-2-4-16 0,2 4-28 15,0 0-24-15,-8-5-17 0,8 5-28 0,0 0-18 16,-11 2-20-16,11-2-10 0,0 0-17 0,-12 3-4 16,9-1-16-16,3-2-8 0,-8 5-8 0,8-1-10 15,-4-2-9-15,4-2-5 0,-1 5-7 0,1-5-2 16,1 6-3-16,3-2-5 0,-2-2 0 0,1 1-10 16,2-1 3-16,0 0 0 0,1 0-3 0,-1-1-5 15,1 0 0-15,2-1-6 0,-8 0-6 0,11-1-2 16,-11 1-15-16,8-4 7 0,-3 2 0 0,-5 2-6 15,4-5 2-15,-4 5-5 0,4-6-4 0,-2 4-7 0,-2 2-5 16,-2-6-12-16,2 6-11 0,-4-7-5 0,0 5-16 16,4 2-14-16,-5-3-18 0,-1 0-20 15,6 3-21-15,-11 0-19 0,11 0-28 0,-10 0-36 0,10 0-22 16,-7-1-143-16,7 1-418 0,0 0 185 0</inkml:trace>
  <inkml:trace contextRef="#ctx0" brushRef="#br0" timeOffset="-166738.46">29074 8319 332 0,'-5'-2'324'0,"1"-1"-12"0,0 1-27 16,4 2-17-16,-8-3-23 0,8 3-19 0,0 0-4 15,-9 6 6-15,6-1-7 0,2 0-11 0,-2 3-2 0,1 1-9 16,2 3-6-16,0 0-26 0,0 1-18 0,2 0-14 16,-1 5-11-16,2-2-12 0,1 4-17 0,0-2 1 15,5 1-12-15,-4 0-7 0,1 0-7 0,1-1-23 16,-1 0-36-16,4-2-20 0,1 1-42 0,-4 0-28 16,-3-5-37-16,3-3-37 0,-2 1-43 0,-3-2-39 15,1-3-38-15,2-1-37 0,-2-1-227 0,-2-1-581 16,-1-2 257-16</inkml:trace>
  <inkml:trace contextRef="#ctx0" brushRef="#br0" timeOffset="-166487.75">28973 8305 180 0,'-3'-5'391'0,"-3"-1"1"0,4-2 5 0,2 1 1 16,-3 0 12-16,-1 3 3 0,4 0-5 15,-1 0-8-15,1 4-19 0,1-8-15 0,-1 3-41 16,2 1-25-16,0 0-32 0,3 2-29 0,2 0-25 16,3-2-24-16,2 1-21 0,2 3-17 0,4-4-17 15,5 4-15-15,1 0-9 0,6 0-21 0,0 4-32 0,1-4-33 16,-8 3-33-16,7 1-43 0,0-2-41 0,-6 1-42 16,-1 0-42-16,1-1-39 0,-4-1-36 0,-6 0-33 15,-2 0-52-15,0 3-49 0,-1-3-40 0,0 0-272 16,-4 0-753-16,-2 0 334 0</inkml:trace>
  <inkml:trace contextRef="#ctx0" brushRef="#br0" timeOffset="-166119.78">29476 8505 87 0,'-4'1'301'0,"0"2"-11"0,0 1 1 0,1-1-24 16,-2 1-9-16,-1 0-29 0,2 0-20 0,0 0-10 16,0 2-24-16,-1-1-16 0,0 1-18 0,0 0-11 15,4-1-6-15,-2 0-13 0,0 2-9 0,3-3-11 16,-1 0-4-16,2 3-6 0,1-4-6 0,0-1-5 0,1 2-8 15,2 1-2-15,0-4-9 0,-1 1-2 16,-4-2-8-16,11 0-1 0,-11 0-5 0,10-2 7 16,-4-1-13-16,-1 0-4 0,1-1-5 0,-2 0 2 0,-1-4-5 15,-2 2-4-15,3 1-6 0,-4-3-16 0,-1 1-12 16,1-3-11-16,-2 4-15 0,0 0-12 0,0-2-23 16,-2 2-26-16,3-2-27 0,-2 1-35 15,0 2-32-15,2 0-37 0,0-1-47 0,-1 1-148 0,4 0-469 16,-1 1 207-16</inkml:trace>
  <inkml:trace contextRef="#ctx0" brushRef="#br0" timeOffset="-165718.22">29837 8313 50 0,'-7'-3'254'0,"1"0"-8"0,-2 2-10 0,4-1-15 16,-4 0-16-16,8 2-16 0,-11 2-19 0,11-2-10 16,-12 0-14-16,6 2-7 0,-3-1-9 0,2 2-9 15,2 1-9-15,-2 1-1 0,3 1-5 0,0 1-8 16,1-1-8-16,0 2 1 0,2-1 1 0,1 0-4 0,1 4-2 16,3-3-3-16,-2 4-3 0,2-3-3 15,3 3-7-15,4 1-6 0,-4-4-7 0,4 3 11 16,-2-2-22-16,5 2-1 0,-4-3-6 0,1-1-7 15,-2 0-1-15,1 0 1 0,-2-1-11 0,3-1 4 0,-6 0-7 16,0-1-3-16,0-1 1 0,-1 1-4 0,0-2-2 16,0-1 0-16,0 1 1 0,-4-3-1 15,3 7-8-15,-2-6 17 0,-1-1-12 0,0 6 2 0,0-2 0 16,0-4 3-16,-1 8-4 0,0-6 8 0,-1 3-5 16,1 0-4-16,-4 2 2 0,3-2 2 0,-2 2 0 15,0 3-8-15,-1 0-8 0,0 0-40 0,0 0-41 16,-4 1-57-16,0-1-69 0,3 3-73 0,-7 0-278 15,2-1-607-15,-2 1 268 0</inkml:trace>
  <inkml:trace contextRef="#ctx0" brushRef="#br0" timeOffset="-164547.55">15980 10764 334 0,'0'-11'420'0,"0"1"-10"0,0 2-8 0,0 2-18 15,-2 1-26-15,2-1-36 0,-1 3-37 0,1 3-29 16,-6-3-29-16,6 3-14 0,-5 11-7 0,5-4-15 16,-1 7-15-16,-2 6-18 0,-1 5-7 0,1 2-23 15,3 3-1-15,-1 0-17 0,2 2-16 0,2 0 8 16,-2 3-12-16,5 2-6 0,-5 0-13 0,4 0-6 15,1-1-4-15,-1 1-7 0,2-5-17 0,0-2-24 16,1-4-28-16,-3-5-40 0,2-3-46 0,-4-6-45 16,3-1-40-16,-2-6-48 0,2-1-51 0,0-1-58 15,-1-6-46-15,1-1-241 0,-5 0-681 0,5-7 301 16</inkml:trace>
  <inkml:trace contextRef="#ctx0" brushRef="#br0" timeOffset="-164263.06">15870 10628 82 0,'1'-13'310'0,"-1"3"-13"0,1 2-15 0,4-1-12 15,2 0-16-15,-1 5-18 0,6-2-14 0,3 0-17 16,7 3-15-16,1 4-21 0,6-1-15 0,0 1-19 16,0 2-10-16,-5 1-14 0,1 0-8 0,3 2-10 15,-7 2-11-15,1 1-9 0,-1 0-9 0,-6 2-5 16,0 2-7-16,-5-5-5 0,-3 5-6 0,-2 1-4 15,-3-2 0-15,-4 5-3 0,-2-4-4 0,-4 1 1 16,-6 2-5-16,-3-1-6 0,-1-4 5 0,-3 2-8 0,-7 1 0 16,2 0-1-16,-7-4-5 0,2 5-21 15,4-7-18-15,-3-2-29 0,7-1-35 0,5 1-38 16,-1-1-52-16,4-3-50 0,6 0-63 0,2 1-194 0,1 1-529 16,4-1 234-16</inkml:trace>
  <inkml:trace contextRef="#ctx0" brushRef="#br0" timeOffset="-163560.58">16132 11058 8 0,'0'0'322'16,"0"0"-29"-16,0 0-22 0,0 0-24 0,0 0-16 15,18 4-24-15,-8-2-17 0,3 3-14 0,-1-1-18 0,0 0-18 16,2 4-15-16,2 1-12 0,-3-1-10 0,3 3-13 16,-3 2-5-16,-2-2-12 0,-1 0-3 15,-3 0-13-15,-1-1-1 0,0 3-6 0,-5-2-5 0,0 0-2 16,-1-2-8-16,-2 1-1 0,-2-1 0 0,-2-1-5 16,-2-1-2-16,-3-2-2 0,0 1-3 0,0-2-4 15,-1-2 9-15,0-1-5 0,1-1 0 0,-2-1-3 16,2-1 8-16,4-1 2 0,-3-2 6 0,6 0-4 15,-1-3-2-15,-1-1-7 0,6-1-3 0,3-2-3 16,4 1 3-16,5-3-3 0,3-2-5 0,4-3-6 16,8 2-12-16,2 4-13 0,1-2-9 0,0 2-15 15,2 3-7-15,5 1-7 0,-6 2-1 0,1 2-1 0,-1-1-3 16,0 2-1-16,-12 4 1 0,3-1 0 0,-2 1 5 16,0-1 7-16,-8 1 2 0,0 0 7 15,-1 1 0-15,-6-1 9 0,5 1-1 0,-10-1 9 0,8 0 4 16,-4 2 17-16,-4-2 17 0,0 0 16 0,0 0 17 15,0 0 9-15,-15 5 8 0,10-2 5 0,-2-2 11 16,-4 1 3-16,-3 0 3 0,-1 0 16 0,2 2-14 16,-1 0-6-16,-1 0-9 0,-1 2-9 0,-2 3-5 15,5-4 1-15,0 3-13 0,2-1-4 0,-1 1-6 16,4 2 0-16,3 2-8 0,0-3 0 0,1 3-4 16,4-4 2-16,0 3-2 0,4-3-1 0,3 2-8 15,0-4-13-15,3 0-12 0,0 1-11 0,0-3-6 16,2-2-11-16,2-2 0 0,-2 0 2 0,2-1-7 15,-2-2 0-15,0-3 3 0,-1-1 5 0,-1 0 4 16,0-2 4-16,-3-2 3 0,0-1 2 0,-3 2 13 16,0-2 7-16,-1 2 16 0,-3 0 15 0,2-3 9 0,-2 3 13 15,-2 0 2-15,2 3 9 0,0 1 1 0,0 0-5 16,-3 2-7-16,2-1-9 0,-2 3 0 0,3 2-10 16,-7-3 8-16,7 3-12 0,0 0-1 0,-8 8-1 15,5-2-6-15,0 1-5 0,-2-1-2 0,4 5 0 16,0 1-12-16,2 0-15 0,2-2-30 0,2 3-19 15,-1 0-29-15,0-3-29 0,3 3-35 0,0-3-35 16,5 0-38-16,-2-1-38 0,6-1-39 0,0 1-185 16,-2-6-533-16,1 2 236 0</inkml:trace>
  <inkml:trace contextRef="#ctx0" brushRef="#br0" timeOffset="-162908.28">17005 11053 19 0,'-5'-10'290'0,"1"-1"3"0,-2 3 3 15,-2-1-2-15,1 3 5 0,-4 0-8 16,-1 2-4-16,1 1-12 0,-1 0-1 0,-3 3-7 0,4 3-15 16,-4-2-19-16,2 4-14 0,3 1-13 0,-5 1-17 15,4 2-20-15,-1 3-13 0,2-2-17 0,2 0-15 16,1 2-8-16,2 0-15 0,1 4-8 0,3 1-10 16,3-3-8-16,1-2-9 0,4 0-7 0,2 4-3 15,0-6-12-15,7 0-24 0,0-1-20 0,3-2-19 16,3-2-24-16,-3-2-38 0,4-1-22 0,7-1-13 15,-8-4-11-15,0 0-6 0,1-5-8 0,5-1-1 16,1-3-4-16,-5-3-14 0,5-1-9 0,-3-4-8 16,-2-1-13-16,1-4-18 0,1-3-21 0,-3-1-12 15,-3-5 2-15,-1 4 14 0,-4-1 22 0,0 2 42 16,-7-1 53-16,3 5 50 0,-7-1 45 0,-3 8 43 16,-1-4 44-16,-1 3 33 0,0 1 8 0,-3 5 10 0,-2 0 4 15,2 1 5-15,0 1 1 0,0 1 7 0,0 4-3 16,1-2-13-16,0 3-11 0,2 1-17 0,-3 1-7 15,4 3-10-15,0 0-3 0,0 0-15 0,-11 12-2 16,8-2-5-16,2 1-9 0,-2 7-4 0,-1 1-2 16,0 1-7-16,0 9-2 0,0 1-3 0,3-3-14 15,-3 1-16-15,0 0-7 0,2 0-19 0,-1 2-19 16,2-5-27-16,-2 4-22 0,2-10-22 0,0 2-24 16,-1-1-12-16,1-1-23 0,-1-8-29 0,0 2 7 15,1-4-6-15,-1 0 11 0,2-2 18 0,0-4 22 16,-4-1 17-16,0 0 9 0,4-2 23 0,0 0 22 15,0 0 29-15,-7-14 20 0,6 8 29 0,-1-4 19 16,1-2 18-16,1 1 27 0,0-1 14 0,1 0 25 0,2-2 15 16,0 1 3-16,1-3 8 0,6 1 3 0,-2 3 0 15,1 5-9-15,5-6 0 0,-3 2-9 16,0 2-7-16,3 3-5 0,-1 1 3 0,2 0-5 0,-2 1-12 16,1 3-3-16,1 2-8 0,-3 1-6 0,7 2-6 15,-6 2-14-15,4 1 0 0,-6 1-1 0,5 3-3 16,-5 4-8-16,0-4-1 0,1 7-2 0,-2-4-6 15,-2 3-4-15,1-2 0 0,-2 3-3 0,0 0-2 16,0-2-2-16,-2 4-18 0,-1-7-15 0,5 2-15 16,-7-4-23-16,2 1-22 0,-1-1-32 0,5-1-37 15,-4-3-30-15,0-1-35 0,2-3-48 0,-2 1-208 16,0-2-506-16,0 1 223 0</inkml:trace>
  <inkml:trace contextRef="#ctx0" brushRef="#br0" timeOffset="-162723.48">17650 10932 300 0,'-6'-6'327'0,"5"1"-18"0,-2 0-23 16,0 0-19-16,1-2-21 0,0 4-27 0,-3-2-23 16,4 3-23-16,1 2-18 0,0 0-15 0,0 0-13 15,0 0-30-15,0 0-35 0,0 0-44 0,0 13-52 16,0-7-60-16,1 2-57 0,4-2-51 0,-1 3-206 15,3 0-440-15,-1-1 196 0</inkml:trace>
  <inkml:trace contextRef="#ctx0" brushRef="#br0" timeOffset="-161386.34">17980 10966 189 0,'0'0'344'15,"-7"-5"-15"-15,2 3-13 0,-2 0-12 0,7 2-4 0,-13-2-10 16,1 4-17-16,1 2-19 0,0 1-14 0,-3-1-22 16,3 2-23-16,-1 2-17 0,-3 2-18 15,-2 2-11-15,3-1-18 0,1 2-14 0,3 1-13 0,3-2-13 16,3 1-6-16,0 0-13 0,2 0-10 0,4 1-16 16,-1-2-26-16,6 0-22 0,-2 1-26 0,10 0-29 15,-4-5-13-15,2-3-25 0,4 4-16 0,2-4-17 16,-1-1-15-16,1-2-16 0,0-1-1 0,1-1 2 15,2-5 9-15,-3 1 11 0,0-3 6 0,1-1 20 16,-6-2 4-16,5-1 15 0,-4-2 8 0,1 0 11 16,-6 3 20-16,-2 0 25 0,0-1 23 0,-2 0 23 15,-2 2 24-15,1-1 14 0,-5 2 9 0,0 1-2 16,0 1-2-16,0 1-5 0,-4 1-4 0,1 0-11 0,-1 2 2 16,4 2-3-16,-9-1-7 0,9 1-2 15,0 0-1-15,-12 3-6 0,6 2-3 0,2-1-1 16,0 0-1-16,0 2-3 0,1 2-1 0,-1-1-2 0,4 0 1 15,0-1-1-15,0 2-1 0,0 0-2 0,4-2 2 16,-2 0-3-16,1-3 1 0,0 1-1 0,1-1-2 16,-1-2 3-16,-3-1-4 0,8 0-2 0,-8 0 3 15,7-4-1-15,-3 2 0 0,3-5 0 0,-3 3-3 16,0-1 3-16,0 1-3 0,-1-1 2 0,-2 3 1 16,2-2 4-16,0 0-3 0,2 1 2 0,-5 3-4 15,3-5-4-15,-3 5-1 0,0 0 3 0,0 0-1 16,0 0-3-16,0 0 1 0,14 8-1 0,-12-2 2 15,5 1 3-15,1 2-1 0,0-3-3 0,2 3 1 16,-1-1 0-16,2 2 0 0,8-1 3 0,-4 1-6 16,6-1 6-16,-4 0-1 0,5-4 0 0,0 1-2 15,-3-1 6-15,4-3-7 0,-3 0 2 0,-2-2-2 0,3-4 0 16,-3 1 0-16,0-5 0 0,-3 5 1 0,2-5 0 16,0-2 0-16,-2-3 2 0,0 0-4 15,-3-2-1-15,2-1 4 0,-3 1-2 0,0-3 0 0,-2 0 0 16,1-7-3-16,-1 4 5 0,-5-5-2 0,-1-2-2 15,0-1 5-15,-1 8 3 0,-2-5 8 0,-3 6 10 16,0 1 8-16,-1 1 3 0,0 0 1 0,-3 0-6 16,1 6 3-16,0 1 7 0,-1 2-1 0,1 3-3 15,1 3-10-15,-2 1-2 0,-4-1-2 0,4 4-3 16,-5 1-1-16,1 3-2 0,-1 1 4 0,-3 6-7 16,1 3 2-16,-2 8-3 0,5-4-1 0,3 1 2 15,0-1 0-15,1 5 1 0,0-4-8 0,7 6 2 16,0-7-2-16,0 2 1 0,3-3 4 0,4 1-15 0,2 0-12 15,2-3-10-15,4-1-10 0,0-1-12 16,1-4-17-16,2 0-14 0,3-3-16 0,-4-1-10 16,6-3-13-16,-1-1-4 0,11-3 7 0,-5-3 2 0,-10 0 7 15,7-3 2-15,-5-1-11 0,6-3 0 0,1-5-6 16,-4 0-7-16,-1-4-9 0,0 0 3 0,-3 1-3 16,1-7 4-16,3-1-1 0,-4 1-120 0,2 0-274 15,-4-4 121-15,-6 1 1073 0,2 0-729 0,-3 3 55 16,-3 0 26-16,-3 8 17 0,2 0 15 0,-5 2 13 15,0 3 19-15,-2 1 8 0,0 1 1 0,-1 3 4 16,-2 3 1-16,0-2 4 0,0 2 3 0,-3 4 3 16,-2 2-3-16,-1 4 8 0,-4 2-8 0,-2 2-7 15,1 5-8-15,-4 7-7 0,7-3-4 0,-3 2 0 16,0 5-10-16,0 1-3 0,6-7-3 0,2 10-6 16,-1-4-7-16,6-4 0 0,1-2-4 0,1 1-3 15,3-2-1-15,-2-1-7 0,7 0-3 0,-2-5-5 0,0 2 4 16,4-5-4-16,-1 3-2 0,5-5 0 0,-6 0-7 15,7-3-3-15,-4-2 5 0,4 1-9 16,-3-6-11-16,3 3-4 0,-4-2-6 0,3-3 0 0,-4 0-1 16,3-2-3-16,-2 3 5 0,-3 1 1 0,0-5 0 15,-1 4 1-15,0 0-1 0,-2-2 1 0,-1 3 0 16,0 2 0-16,0-2-3 0,-4 3 1 0,6-1 1 16,-6 1-1-16,0 0 4 0,4 6-3 0,-3 2 2 15,2-3-1-15,-3 3-12 0,1 0-9 0,3-3-4 16,-4 6-7-16,3-1 3 0,0 1-4 0,2-1 2 15,1 0 3-15,-1-2 7 0,3 2-3 0,0-2 3 16,3-1 2-16,0-1 4 0,-1 0 0 0,-1-4 5 16,-2 1 1-16,2-3 4 0,2 1 5 0,-1-2-2 15,3-2 4-15,-3 1 6 0,1-2 14 0,0 0 6 16,0-2 6-16,-3-1 14 0,4 1 11 0,-4-1 14 16,1 1 8-16,-3 1 9 0,0 0 2 0,0 1 2 0,1 0-1 15,-2 2 2-15,1-2-8 0,-3 3-11 0,-3 1-9 16,8 0-7-16,-8 0 1 0,6 7 2 0,-4-1-5 15,0 2-1-15,-1 2-3 0,0 5 5 0,1 1-3 16,-2 5-4-16,-2-1 1 0,1 1-9 0,2 4-3 16,-2 4 2-16,1-1-7 0,0 0 2 0,-3-1-4 15,3 1-5-15,-2 3-1 0,0-5-28 0,1-4-19 16,-2-3-22-16,0 1-41 0,1-1-43 0,0 0-54 16,2-1-57-16,-1-4-60 0,-1-5-193 0,2 2-538 15,2-8 238-15</inkml:trace>
  <inkml:trace contextRef="#ctx0" brushRef="#br0" timeOffset="-160382.78">20328 10687 184 0,'4'-7'285'16,"3"2"-6"-16,-2 0-9 0,-1 3-11 0,-2-1-20 16,2 0-24-16,0 1-23 0,-4 2-20 0,0 0-4 15,0 0-10-15,8 6-6 0,-6-2-8 0,0 4-10 16,1 0-8-16,-2-1-12 0,-1 4-11 0,0 0-10 0,0 2-10 16,1-2-10-16,-1 3-1 0,0-1-12 0,0 0-6 15,2-2-1-15,-1 2-7 0,2-3-6 0,-2 1 0 16,3-5-7-16,-4 0 0 0,2 1-4 0,1-3 1 15,-1-2-3-15,1 1-6 0,-3-3-16 0,11-1-1 16,-11 1 1-16,9-4-8 0,-3-3 2 0,1 1-1 16,-1 1 0-16,1-3-1 0,1-2 2 0,1 2-4 15,-4-3 0-15,6 4 0 0,-4-3-1 0,0 1 2 16,2 1 2-16,-1 2 2 0,-1 0-5 0,0 1 4 16,-6 3-5-16,6-1-1 0,-3 0 0 0,4 1 10 15,-8 2-14-15,8 2 8 0,-2 0-5 0,0 2 3 16,-4 1 1-16,5 2 4 0,-5-2-5 0,1 1 0 15,1 2 1-15,0-2 2 0,-1 3-2 0,1-4 5 0,-3 2-4 16,2-1 2-16,-2-1 4 0,2 0-2 0,-1 0 16 16,3 0 8-16,-2-3 6 0,-3-2 5 0,7 1-5 15,-7-1 1-15,13-3 1 0,-9-2-5 0,3-1 5 16,1 1 3-16,2-3 4 0,-5 1-4 0,6-2 3 16,-2 0 7-16,2-1 3 0,-1 2-5 0,-2-1 13 15,2 2 7-15,-1 0 5 0,-1-1 3 0,0 1-9 16,-1 4-4-16,0-2-9 0,0 1-4 0,-3 0-5 15,3 2 0-15,1 1-12 0,-8 1-8 0,8 1 3 0,-1 3-4 16,-2-1-1-16,-1 2-1 0,-1 1 0 16,1 2-7-16,-1-1 0 0,-2 1-3 0,3 4 2 0,-1-1-25 15,1 0-32-15,0 2-22 0,-1-4-27 0,-2 4-30 16,2-7-35-16,-2 7-31 0,5-3-34 16,-3 0-36-16,-1-2-37 0,1-3-44 0,1 0-216 0,1 0-607 15,0-2 269-15</inkml:trace>
  <inkml:trace contextRef="#ctx0" brushRef="#br0" timeOffset="-160064.49">20993 10697 160 0,'-7'-4'213'0,"7"4"-4"0,0 0-7 0,-8 6-7 15,4-1-6-15,3 0-9 0,-2 2-11 0,3 1-10 0,-1 3-15 16,2 1-11-16,2 0-8 0,-1 0-11 0,3 4-8 15,1-6-11-15,2 0-9 0,1 1-8 0,0 0-4 16,-1-3-9-16,3 1-4 0,-3-2-8 0,4-1-3 16,-1-1-9-16,0-3 1 0,0-1-4 0,-1-2-6 15,-2 0 0-15,4-4-6 0,-5 3-3 0,2-3 0 16,0-4-1-16,-1 0-5 0,-2 0-3 0,1-2 0 16,-1 1-3-16,-2-2 2 0,1 0-3 0,-1 1 0 15,0 0 0-15,1 0-2 0,-3 2-2 0,2-1-2 16,-4 2 3-16,2 3-7 0,1-1-7 0,-2 2-26 15,0-2-22-15,-1 6-36 0,2-5-30 0,-2 5-25 16,3-1-28-16,-3 1-33 0,0 0-34 0,9 11-124 16,-7-7-396-16,3 2 176 0</inkml:trace>
  <inkml:trace contextRef="#ctx0" brushRef="#br0" timeOffset="-159763.97">21594 10669 159 0,'-4'-4'287'0,"-3"0"-7"0,0 1-6 0,-2 1-7 16,1-1-8-16,-5 2 10 0,0 2-29 0,2 3-18 16,-4-1-2-16,4 2-26 0,-5 0-5 0,8 5-18 15,-5 1-10-15,0 0-16 0,2 2-8 0,6-2-23 16,-1 1-5-16,-2 3-15 0,7-2-6 0,-1 2-10 15,2 2-1-15,5-5-10 0,1 2-6 0,-3-3 9 16,6 3-28-16,1-5-11 0,6 3-28 0,-1-4-23 0,0 0-28 16,3-1-20-16,1-4-17 0,-4 0-24 15,5 0-22-15,3-4-21 0,-4-1-27 0,-1-1-12 16,4-2-22-16,-3 0-17 0,1-5-18 0,-1-1-191 0,1-2-477 16,5-5 211-16</inkml:trace>
  <inkml:trace contextRef="#ctx0" brushRef="#br0" timeOffset="-159446.29">21838 10515 115 0,'-3'-10'206'0,"0"1"5"0,-1 3-6 16,3-1-9-16,-1 2-20 0,1-1-17 0,-2 3-15 15,3 3-11-15,0 0 1 0,0 0-6 0,-9 9-6 16,9-3-4-16,-3 1-4 0,3 5-7 0,3 1-5 16,-2 5-8-16,2-5-2 0,2 7-5 0,-1 0-6 15,0 0 5-15,5 1-5 0,-4-1-3 0,4 6-10 16,1-2-2-16,-2-4-8 0,-1-2-6 0,4-2 1 15,-3-1-9-15,0-3-1 0,-3 1-1 0,2-2-6 16,-2-4 19-16,0-1 13 0,-1 1 31 0,0-4-3 0,-1-1 2 16,4-1-3-16,-7-1-5 0,11-1-4 15,-6-1-9-15,1 0 0 0,-1-1-10 0,0-2-9 16,2 2 3-16,0 0-8 0,-1-1-7 0,0 0-11 0,2-1 11 16,1 1-19-16,-4 0-6 0,2 3-8 0,-2 1 6 15,-5 0-10-15,12 0-21 0,-6 0-15 0,-6 0-24 16,13 1-31-16,-7 0-19 0,-1 4-34 0,2-1-36 15,-1 4-44-15,2-5-53 0,0-1-46 0,0 6-245 16,2 2-605-16,3-4 268 0</inkml:trace>
  <inkml:trace contextRef="#ctx0" brushRef="#br0" timeOffset="-158710.39">22848 10373 253 0,'4'-8'304'0,"0"2"-22"0,1 1-25 15,0 1-17-15,2 0-22 0,-2 4-17 0,-5 0-11 16,15 5-16-16,-8 0-13 0,-2 0-9 0,2 6-17 15,0 0-12-15,1 6-12 0,-1 2-9 0,-2-1-2 16,-2 0-17-16,-2 1-8 0,6 3-9 0,-4-3-7 16,0-1 1-16,-3 1-14 0,0-1-6 0,0-4-4 15,0-1 4-15,1 0-8 0,-1-3-5 0,0 0 1 16,4-3 1-16,-4 2-5 0,0-5 1 0,1-2-1 0,5 2-10 16,-2-2 8-16,0 0 3 0,4-2-14 15,4 0-2-15,-1-2-6 0,2 1 5 0,2 0-1 16,3-4 1-16,-4 4-3 0,2 1-2 0,2-2 3 0,-2 2-6 15,-2-1 2-15,-3 2 0 0,5 1-3 0,-6 1-1 16,3 1 0-16,-3 1 0 0,0 1 4 0,-4-1-1 16,1 0-5-16,-1 1 3 0,-4-1-5 15,-2 1 10-15,0 1-6 0,0 0 0 0,-1 0 1 0,0 0 1 16,-5-2 6-16,-1 0-8 0,-1 0 1 0,-3 0 1 16,0-2 7-16,-1-1-5 0,-3-2-5 0,3 1 0 15,-2-2 5-15,2 0 3 0,0-3-2 0,-2 1-2 16,1 1 1-16,3-1 2 0,3 1-20 0,1-2-5 15,3 0-10-15,-1 2-7 0,4-4-14 0,0 6-11 16,7-8-11-16,2 4-13 0,1-1-6 0,2 0-4 16,3 3-4-16,4-3 2 0,1 0-5 0,1 2 6 15,2-2-15-15,7-1 6 0,1 1 6 0,-8-1-1 16,-4-1 12-16,4 2 7 0,-6-2 11 0,0 0 5 0,1 0 14 16,-6 1 30-16,-2 1 18 0,-5 1 13 15,3-4 22-15,-5 2 15 0,-2 1 12 0,1-2 9 16,-4 3 10-16,2-1 4 0,0 5 2 0,-8-6-4 0,4 4-4 15,-1-2-4-15,-2 4-8 0,7 0-5 0,-15 2-3 16,8 1 1-16,-4 0-4 0,3 2-2 0,-1 0-6 16,3 1-5-16,-3 0-4 0,2 3-2 0,0 0-3 15,3 1 1-15,1 1-1 0,3 0-4 0,0-2-4 16,4 3 1-16,3-3-3 0,1 1-2 0,0 0-2 16,2-3-9-16,3 0-16 0,-2-1-20 0,8 1-20 15,-5-4-15-15,6 2-24 0,3-3-11 0,-2-1-9 16,-1-2-18-16,2-3-11 0,-3 1-2 0,2-3-7 15,0 0-11-15,-4 0-13 0,0-5-12 0,1 3-130 16,-2-3-339-16,2-2 150 0</inkml:trace>
  <inkml:trace contextRef="#ctx0" brushRef="#br0" timeOffset="-158475.6">23702 10569 329 0,'6'-19'7'0,"-2"-3"31"0,-3-4 6 0,-3 6 34 16,0-10 22-16,-1 3 29 0,-2 0 10 0,-4 2 13 0,0-2 16 16,2 8 7-16,-2 0-6 0,4 1-7 15,-4 0-3-15,1 5 2 0,4 1-5 0,-4 2-13 16,3 3-15-16,2 0-15 0,-1 3-11 0,-2 3-12 0,6 1-7 15,-8 1-8-15,8-1-11 0,-8 11-4 0,4-1-2 16,1 3-7-16,2-1 0 0,-2 7-8 0,3 6-4 16,4-2-5-16,0 4-3 0,-1 1 1 0,3-1-6 15,3 0-5-15,-2 1 2 0,2-1-4 0,2-3-5 16,0 1-19-16,0-7-17 0,1 0-22 0,-1 0-7 16,4-1-24-16,-3-3-19 0,3 2-24 0,0-6-17 15,0-1-14-15,3-1-28 0,-4-5-12 0,0-1-12 16,0-1-9-16,4-2-123 0,-5-2-361 0,-1-2 160 15</inkml:trace>
  <inkml:trace contextRef="#ctx0" brushRef="#br0" timeOffset="-157924.31">23980 10470 60 0,'-2'-24'156'0,"2"2"5"16,-1-5 8-16,-1 9 2 0,2-1 3 0,-3 0-7 0,1 3 9 16,-2 3 6-16,3 1 3 0,-3-1-14 15,0 2-12-15,1 0-19 0,0 5-12 0,-2 1-13 16,0 1-11-16,0 1-14 0,-3 3-5 0,8 0-11 0,-11 6-4 15,5-1-10-15,-1 5-5 0,3-2-7 0,-5 8-3 16,4 1-6-16,-2 1-1 0,3 3-4 0,4-1-1 16,-4 7-3-16,7-2-4 0,-2-3-4 0,3 4 1 15,3-4-4-15,0 2-1 0,0 1-2 0,1-6-10 16,1-1-7-16,2-2-13 0,0 1-5 0,1-5-7 16,3 1-10-16,-6-4-9 0,3-2-10 0,1-4-7 15,-1 4-13-15,-1-5-7 0,4 0-4 0,-4-4 2 16,0 2 5-16,-4-2 5 0,4-5 6 0,-3 5 4 15,-4-2 3-15,3-1 17 0,-3-3 2 0,0 3 6 16,-3 0-6-16,3-2 16 0,1 2-2 0,-4 3 5 16,0-3 4-16,1 2-1 0,-2 3 4 0,0 0 7 15,0 0-1-15,0 0 2 0,0 0 9 0,0 0 4 16,0 0 5-16,5 9 8 0,-2-5-4 0,-2 1 1 0,3 0 5 16,-1-1-1-16,1 2 9 0,1-1 4 15,1 1-1-15,2-2 4 0,3 3 0 0,1-3 0 16,-1 1 4-16,0-1 1 0,1-1-5 0,0 2 0 0,-1 0 2 15,2-1-1-15,0 0 4 0,1-2 3 0,-2 2 3 16,0 1 1-16,2-1 3 0,-3 0-3 0,-2 1 0 16,2 0-3-16,-3 0-3 0,0 1 1 0,-1-1-3 15,0 0 1-15,-2 0-4 0,2 0-2 0,-3 1-2 16,3 2-2-16,-3-2-4 0,0-1 1 0,0-1-7 16,-1 3 3-16,1-5 2 0,-2 1 8 0,-1-1 16 15,-1-2 10-15,5 3 7 0,-5-3 3 0,0 0-15 16,0 0-5-16,11-5-7 0,-7 1-1 0,-2-1-14 15,0-2 2-15,2 1-19 0,1-3-14 0,-3 0-16 16,2-3-24-16,-1 2-34 0,-3 0-41 0,2-3-46 16,-2 0-57-16,0-3-55 0,-2-2-206 0,-2 5-522 15,-1-6 232-15</inkml:trace>
  <inkml:trace contextRef="#ctx0" brushRef="#br0" timeOffset="-157723.59">23633 10439 213 0,'-19'-3'288'0,"4"0"-13"0,4 3-12 15,0-2 3-15,5 0-5 0,0 0-13 0,6 2-33 16,0 0-19-16,0 0-18 0,13-6-17 0,1 6-23 16,5 2-25-16,3-2-23 0,8 4-39 0,4 0-43 15,5 2-46-15,-2 0-67 0,3 1-65 0,2-2-69 16,-3 1-163-16,3 0-436 0,-1-1 193 0</inkml:trace>
  <inkml:trace contextRef="#ctx0" brushRef="#br0" timeOffset="-157337.92">25455 10264 194 0,'-3'-5'317'0,"1"0"-25"16,2 0-34-16,-1 2-24 0,-2-1-23 0,3 4-15 16,0 0 2-16,0 0 7 0,-11 9-10 0,8-1-8 0,-1 2-10 15,4 2-16-15,-2 4-10 0,2 5-12 0,1-2-12 16,0 3-10-16,-1-2-10 0,4 1-14 0,2 6-6 16,1-5-8-16,-2-3-12 0,2 1-5 0,0-2-3 15,-2 0-21-15,2-2-25 0,0 1-27 0,-2-4-31 16,2-2-22-16,-3 0-27 0,0-2-32 0,2-1-38 15,-1-5-49-15,0 1-49 0,1-1-235 0,-1-5-538 16,-5 2 238-16</inkml:trace>
  <inkml:trace contextRef="#ctx0" brushRef="#br0" timeOffset="-156418.78">25645 10214 282 0,'0'-7'280'0,"2"4"-24"0,-2-2-30 0,0 2-22 16,0 3-18-16,0 0-3 0,0 0-5 0,0 0-10 16,0 18-4-16,0-7-7 0,4 6-6 0,-2 2-10 0,3 9-16 15,-1-8-8-15,7 7-9 0,-3-1-10 0,3 2-14 16,-1-3-7-16,2-1-2 0,-4-4-13 0,4 4 0 16,-1-7-6-16,0-3-9 0,-3-2-3 0,2-3-5 15,-3 2-3-15,0-2-1 0,2-3 2 0,-5-2-2 16,3 0 13-16,-2-3 6 0,-5-1-10 0,12-1 8 15,-12 1-7-15,7-7-3 0,-3 2-7 0,1 1-3 16,-1 2-6-16,0-3-6 0,2-2 5 0,-2 3-3 16,-1 0-8-16,4-1-2 0,-1 0-12 0,-2 4-9 15,5 0-27-15,-4 0-7 0,9 1-9 0,0 3-10 16,-3 0-4-16,9 4-12 0,-1-1-4 0,3 2-5 16,5 3-6-16,-1 0-3 0,-6-3 0 0,2 0 2 15,1 0 2-15,0-3-1 0,-1 0 8 0,3-4-6 0,-4 0 2 16,0-1-5-16,-1-2 2 0,0-2-7 0,-4-2 5 15,1-2 14-15,-4-2-2 0,0-1 11 16,-3-4 11-16,-4 2 5 0,-3-3 17 0,1-2 21 0,0 5 20 16,-4-6 28-16,-4 1 16 0,0 0 13 0,1 1 11 15,-1 0-6-15,-4 6 3 0,0-5-3 0,-1 1-5 16,-4 2-1-16,-2 3-4 0,4 2-8 0,-1 2-2 16,1-1-6-16,-2 4-6 0,-4 3-1 0,5 0-1 15,-3 4-3-15,4 2 1 0,0 0-7 0,3 4-2 16,1-1 2-16,-1 3-2 0,1 0-2 0,7-1 0 15,0 1-6-15,0 0 1 0,4 1 1 0,3 0 1 16,0-3-2-16,5 2-5 0,1 1 10 0,3-5-9 16,0 0-1-16,0 0 0 0,-2-6-2 0,2 1 0 15,-2 0-1-15,6-1 1 0,-2-2 2 0,-3-1 1 16,-1-1-4-16,-1-3 1 0,1-2-6 0,-1 2 10 16,-4-4 1-16,0 2 8 0,-1-1 6 0,3 0 9 15,-4-1 0-15,-1 3 2 0,-1-1 8 0,0 2 4 0,-3-1-2 16,2 0-1-16,-3 2-5 0,2 2-3 0,-3 2-7 15,5-4-5-15,-1 0-4 0,-4 4-2 16,0 0-5-16,0 0 6 0,0 0-8 0,0 0 3 0,5 8 0 16,-5-8-7-16,1 7 4 0,0-1-2 0,1-1 1 15,1 1 0-15,0 1-2 0,1-1-3 0,0 3 7 16,1-2-7-16,3 1 2 0,1 2-1 0,1-2 0 16,-1 2 1-16,3-2-4 0,1-1 0 0,4 1-1 15,-6-2 1-15,4-3 0 0,3 4-9 0,-4-4 1 16,-1-1 2-16,2-1-4 0,0-1 0 0,-1 0 2 15,1-2 0-15,-2 1 7 0,4-2-11 0,-4 0 8 16,2-4-5-16,-3 2 6 0,5-3-5 0,-4 0 3 16,-2 0-2-16,-1 0 6 0,2-1 9 0,-2 4 5 0,-2-4-1 15,1 4 0-15,-5 1 5 0,3 0-2 16,1-3 1-16,-4 4-3 0,0 0-3 0,-2 1-5 16,-2 2 0-16,0 0 1 0,0 0-9 0,12 2 7 0,-12-2-6 15,8 5 4-15,-4-1 0 0,0 1-1 0,0-1-5 16,3 1 3-16,-1 3 3 0,0-4-1 0,3 1 1 15,-1 2 2-15,1 0-4 0,3-3-3 16,-3 1-11-16,-2 0-15 0,-1-3-20 0,2 0-38 0,-2 1-39 16,-1-2-40-16,2 0-57 0,-7-1-49 0,11-2-268 15,-11 2-579-15,5-5 256 0</inkml:trace>
  <inkml:trace contextRef="#ctx0" brushRef="#br0" timeOffset="-156218.25">25691 10461 78 0,'-14'4'324'16,"5"-2"8"-16,3-1 4 0,2 0-18 0,4-1-32 16,0 0-32-16,0 0-24 0,27 0-9 0,-6-2-32 15,7 0-23-15,6-1-20 0,2-3-22 0,3 4-36 0,20-2-46 16,-5 1-40-16,2 2-61 0,4 1-68 15,2-4-74-15,6 3-73 0,-1 1-139 0,4-2-447 16,2 1 198-16</inkml:trace>
  <inkml:trace contextRef="#ctx0" brushRef="#br0" timeOffset="-155498.59">28880 10103 78 0,'0'0'339'0,"0"0"-24"0,0 0-33 0,0 0-19 15,0 0 0-15,0 0 4 0,0 0-11 0,-7 15-11 16,1-5-20-16,-2 2-19 0,-3 0-9 0,-3 4-12 0,0 0-16 16,-6 4-21-16,4 3-17 0,-2 0-4 15,-1 0-19-15,4 0-4 0,0 1-10 0,7-4-22 16,1-1-29-16,0-1-33 0,2-2-32 0,0 0-28 0,3-2-32 16,2-1-45-16,2-2-44 0,3-3-58 0,4 1-54 15,2-4-245-15,1 1-571 0,6-1 254 0</inkml:trace>
  <inkml:trace contextRef="#ctx0" brushRef="#br0" timeOffset="-155315.1">29132 10380 154 0,'4'-2'237'16,"-4"2"-13"-16,0 0 12 0,0 0 8 0,0 0 7 16,0 0-8-16,0 0-6 0,-15 11-2 0,6-7-15 15,0 3-19-15,0 0-15 0,-2 0-28 0,0 4-5 16,-1 3-21-16,0 1-4 0,-1 0-18 0,1 0-23 15,3 1-22-15,-2-1-41 0,0 3-38 0,1 0-53 16,1 0-59-16,-2 0-73 0,4-2-77 0,0 2-199 0,3-4-512 16,3-1 227-16</inkml:trace>
  <inkml:trace contextRef="#ctx0" brushRef="#br0" timeOffset="-155097.54">29658 10402 287 0,'6'0'301'16,"-6"0"-28"-16,12 1-27 0,-12-1-26 0,11 4-22 15,-10-3-24-15,5 0-24 0,-3 1-45 0,-1 1-70 16,1 1-71-16,-3-4-88 0,1 7-182 0,3-1-330 15,-4-3 147-15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9T10:05:35.52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2021 1126 244 0,'0'0'359'16,"-2"-4"-25"-16,2 4-33 0,0 0-27 0,2-5-43 0,-2 5-25 16,0 0-21-16,0 0-18 0,1 15-3 0,2-5-10 15,1 1-16-15,0 6-11 0,-4-5-10 16,3 6-10-16,-1 1-11 0,1 2-6 0,0 0-12 16,0-1-5-16,-1-2-3 0,2 2-11 0,-1-3 0 15,1 2-8-15,0-3-3 0,-4 0-5 0,3-3-17 0,-2-2-21 16,2 2-37-16,3-5-34 0,-5 4-30 15,3-7-42-15,-3 2-41 0,-1 0-35 0,3-3-32 16,-3-2-227-16,0 3-512 0,0-5 227 0</inkml:trace>
  <inkml:trace contextRef="#ctx0" brushRef="#br0" timeOffset="569.8">2003 1117 265 0,'-1'-9'321'16,"-1"4"-12"-16,4-7-19 0,-1 4-6 0,0 0-27 0,2 0-18 15,0 0-25-15,6 1-24 0,-3-1-28 16,3 1-8-16,4 1-17 0,3 2-17 0,-2 0-11 16,6 1-3-16,0 0-25 0,2 3-4 0,3 1-10 15,-2 3-6-15,5 1 3 0,-6 1-11 0,-3 1-8 16,3 1-11-16,-5-1 1 0,0 3-12 0,-1 0-12 0,-4 1-2 15,-2-3-15-15,-1 1 3 0,-2-1-6 0,-3 2-5 16,-1-4 0-16,0 6 0 0,-2-4 3 16,-2-1 2-16,-1 2 1 0,0-2 1 0,-5 1 1 15,-3 0 2-15,-1 0-1 0,-5-1 4 0,1 1-1 16,-5-2 10-16,2-1-5 0,3-2 9 0,-3 1 15 0,1-1 7 16,3-1 10-16,1-1 7 0,3 1 6 15,3-1 3-15,0-2 10 0,7 1 1 0,0 0-7 16,-9-2-7-16,9 2-18 0,0 0 0 0,0 0-2 15,40-2 2-15,-10 2-13 0,2 1 2 0,-1 0-7 16,2 3-5-16,1-1 5 0,-2 0-1 0,1 4-6 0,1-1-1 16,-1 4 0-16,-5-2-3 0,-6 0 1 0,0 1-9 15,-2 0 1-15,-1-1 2 0,-2 4-10 16,-5-4 0-16,-4 2 3 0,0 0-5 0,-2-2 3 16,0 3-1-16,-6-4 1 0,0 4 5 0,-5-3 2 15,0 1-4-15,-5 0 2 0,2 1 4 0,-4-3-3 0,-6 2-3 16,0-1 18-16,-1-1 2 0,-3 1 5 0,-1-3 9 15,-5-1-3-15,3 1 4 0,3-2-6 0,-2-3-6 16,1-2 3-16,-7 0 2 0,7-2-3 16,1 3-8-16,2 0 8 0,-1-3 5 0,9 1-7 15,0-1-14-15,2-1-26 0,3 1-37 0,3-1-38 0,3-1-39 16,1 1-40-16,1 0-61 0,2-2-69 0,4-1-58 16,1 3-226-16,3 0-634 0,1-1 280 15</inkml:trace>
  <inkml:trace contextRef="#ctx0" brushRef="#br0" timeOffset="1004.16">2679 1249 194 0,'8'0'252'15,"-2"-1"-18"-15,3 1-19 0,-1 0-25 0,2 2-15 16,1 2-14-16,0 0-17 0,-2 1-14 0,3-1-14 16,-1 1-11-16,0 4-7 0,1-3-12 0,-2 4-4 0,2 0-13 15,-4 0-3-15,3 0-9 0,-1-1-5 16,2 4-3-16,-5-5-7 0,1 3-3 0,-2-2-2 15,1 1-4-15,-3-4-4 0,2 1-1 0,-5-1 0 16,2-1-3-16,-2 0 12 0,2-2 13 0,-1-1 22 16,-2-2 28-16,1 6 27 0,-1-6 22 0,2 2 6 15,-2-2 4-15,0 0-7 0,0 0-6 0,-12-9-6 16,11 5-2-16,-3-2-11 0,1 1-13 0,0-2-11 16,1-3-11-16,0 0-7 0,2 3-10 0,-3-5-10 15,6 2-9-15,0-3-26 0,1 2-32 0,3-1-35 16,-2 0-35-16,6 2-44 0,-1 1-36 0,-1 1-37 15,5 1-42-15,0-1-31 0,4 0-42 0,-7 5-44 16,-1 1-185-16,3-2-577 0,-3 3 256 0</inkml:trace>
  <inkml:trace contextRef="#ctx0" brushRef="#br0" timeOffset="2090.67">3215 1351 50 0,'0'0'87'0,"0"0"-10"0,0 0-1 0,6 4-3 15,-6-4-6-15,0 0 5 0,0 0-6 0,0 0 6 16,0 0-11-16,0 0-2 0,0 0-2 0,0 0-2 16,0 0 2-16,2 1-2 0,-2-1-1 0,0 0-1 15,0 0-9-15,7 1 3 0,-7-1-11 0,0 0-1 16,4 2-2-16,-4-2-4 0,0 0-6 0,7 1 4 15,-7-1-2-15,9 2-8 0,-9-2 5 0,6 0-11 0,-1 2 1 16,-5-2 2-16,11 0-1 0,-5 2 3 16,0-2-5-16,1 1-3 0,-7-1-1 0,14-1-2 15,-6-1 9-15,-8 2-6 0,16-2-3 0,-9 0-1 16,2 3 9-16,0-3-9 0,-3 0 4 0,3 0-8 16,0 0 7-16,-2-1 0 0,1-1-2 0,-2 0 19 15,3-1 11-15,-4 1 5 0,1-1 0 0,1 0 1 16,-4 1-1-16,3-2 11 0,0-2 11 0,-5 2-6 15,3-3 12-15,0 4 14 0,-2-6 8 0,0 4-13 16,0 1 7-16,-2-1-4 0,0 1-2 0,1-1-2 16,-1 1-1-16,-1 1-10 0,-3-1-12 0,2 2-2 15,-2 1-9-15,-1-1-3 0,-3 3-7 0,2 0-1 16,-2 1-5-16,8 0-4 0,-14 1 0 0,2 1-4 16,1 3-2-16,-4 2 0 0,2-2-1 0,-1 4 3 15,-2 0 3-15,6 0 3 0,-5 1-6 0,4 1 8 16,2-3-7-16,-1 5 1 0,3-3 2 0,-1 0-5 15,4 2-3-15,-1-2 1 0,1 1-1 0,1-2 0 16,3 0-4-16,4-1 5 0,2 1-1 0,2 0 3 16,1 0-2-16,2-2-2 0,8 1 5 0,-1 0-12 15,1-3-13-15,4 0-22 0,0 0-20 0,-2-3-19 16,9-3-20-16,-7 1-15 0,5 1-12 0,-4-2-18 16,5-3-17-16,-8-3-19 0,0 2-11 0,1 2-8 15,-4-7 5-15,2 3-9 0,-1-2-116 0,-4 0-332 16,-3 1 147-16</inkml:trace>
  <inkml:trace contextRef="#ctx0" brushRef="#br0" timeOffset="2592.59">3783 1273 111 0,'4'-4'6'0,"1"-1"6"0,-4 0 13 15,4 0 6-15,-2 1 9 0,0 0 19 0,1 0 5 16,-2 0 10-16,4 2 10 0,-2-3 4 0,-4 5-1 16,1-5 8-16,1 2 4 0,1-1 3 0,-3 4 1 15,2-5-6-15,-2 5 7 0,3-3 0 0,-3 3-1 16,2-4 3-16,-2 4 0 0,3-5 0 0,-3 5 2 15,0-5-4-15,0 5-4 0,-1-4-2 0,1 4-8 16,-2-7-6-16,2 7-11 0,-6-3-5 0,6 3-2 16,-4-5-6-16,1 4-4 0,-1-1-6 0,-4 0-9 15,8 2-2-15,-16-1-2 0,10 1-3 0,-2 1-6 16,-4 1 0-16,1 0-3 0,-4 2 1 0,1-1-5 16,2 4 0-16,-6-1 0 0,7 1-2 0,-3 3 2 15,-3 0 2-15,5 3-2 0,0-4-3 0,2 6 3 16,-1-7-7-16,3 5 3 0,3-4-4 0,0 2 0 15,0 0-3-15,3-1 4 0,2-1 3 0,1 1-11 16,4 1 5-16,-2-4-8 0,4 1-5 0,-2-3-14 16,3 0-6-16,3-1-10 0,3 0-9 0,-2-2-3 15,2 0-6-15,-1-2 2 0,2-3-10 0,-1 1 7 16,2-4 5-16,-3 1 3 0,0 0 8 0,-2-3-1 16,0 1 7-16,1-2-2 0,-2-1 9 0,-1 1 3 15,-1-2 5-15,-1 1 18 0,-3-1 6 0,-3 2 18 16,2 0 10-16,-3 0 15 0,3 3 8 0,-3-5 5 15,0 7 8-15,0-2 3 0,1 2 4 0,-1 0-4 16,0 4-7-16,0-6-7 0,0 6-8 0,0-4-13 16,0 4-2-16,0 0-7 0,0 0 1 0,0 0-11 15,0 0 2-15,-5 10-8 0,5-10 3 0,-2 10 2 16,1-3-4-16,1 0 1 0,1 4-4 0,-1-4-21 16,3 5-24-16,4-2-36 0,0 1-20 0,0 0-23 15,-1-1-26-15,4 0-31 0,2-2-48 0,-1-1-44 16,2-1-190-16,4 1-483 0,5-2 214 0</inkml:trace>
  <inkml:trace contextRef="#ctx0" brushRef="#br0" timeOffset="3111.78">4224 1202 228 0,'0'0'255'0,"-11"-3"-10"15,4 4-10-15,7-1-13 0,-12-1-11 16,3 3-19-16,0-1-10 0,-1 4-7 0,-4 0-11 0,2-2-4 16,1 4-12-16,-2 1-17 0,0 2-10 0,1-4-14 15,1 2-8-15,-1 1-11 0,2-1-7 0,1 2-10 16,2-1-3-16,3 1-7 0,-2-3-4 0,3 1-8 16,-2 0-4-16,5 0-16 0,0-2-7 15,0 2-8-15,3-2-9 0,-1-1-8 0,3 0-12 16,2 1-10-16,1-2-11 0,2-3-11 0,3 0-10 0,0 1-11 15,1-4-7-15,6-2-9 0,-2 1-11 0,-2-4 3 16,2-1-2-16,1-2 3 0,0 0-2 0,-4-4-3 16,0 1-7-16,-1-5-2 0,-1 1 6 0,2-6-17 15,-5 1-1-15,-4 2 11 0,1-7 17 16,-3-3 17-16,-1 2 40 0,-6 0 17 0,1 1 33 16,-4 2 24-16,0-2 23 0,-3 1 24 0,2 6 22 0,2-1 11 15,-2 3 11-15,1-1 12 0,0 4 6 0,1-3 1 16,-1 6 12-16,2 0 2 0,3 1 6 0,-5 3-3 15,5 2-12-15,-3 0-21 0,1 1-20 16,2 2-21-16,1 3-7 0,0 0-14 0,0 0-7 16,0 0-3-16,4 18-8 0,-3-8-4 0,3 7-1 0,2 1-7 15,-4 1-3-15,4 7-15 0,1 0 9 0,0 4-2 16,5-2-5-16,-3-1-6 0,2 2 4 0,-3 0-27 16,3-1-17-16,0-1-31 0,4-1-20 15,-4-2-25-15,5 0-23 0,-5-6-20 0,7 4-15 16,-9-8-22-16,5 0-19 0,2-3-39 0,-2-1-39 15,1-4-237-15,-4-4-549 0,2 0 243 0</inkml:trace>
  <inkml:trace contextRef="#ctx0" brushRef="#br0" timeOffset="3998.11">4525 706 164 0,'0'-4'320'0,"0"4"-10"0,-2-5-14 0,2 5-19 15,0-5-32-15,0 5-27 0,0 0-17 0,0 0-28 16,0 0-19-16,0 0-14 0,0 0-17 0,2 16-5 16,-2-7-16-16,2 6-4 0,2 2-10 0,1 1-10 15,3 9 4-15,-3 1-17 0,3 2-4 0,1-1-8 16,1 1-1-16,-3 3-4 0,1-5-6 0,1 3-4 15,1 0-21-15,-3-3-14 0,3-1-11 0,0 2-14 16,-3-3-15-16,4-2-11 0,-4-8-10 0,4 2-6 16,-3-3-13-16,-1-2 3 0,0-5-13 0,1 0 2 15,-3 1 7-15,2-6-4 0,-3-2-8 0,-4-1-18 16,0 0-12-16,19-8-4 0,-12 0-5 0,0 0-3 16,-3-3 7-16,3 1 0 0,-2-3 1 0,-1-5 2 15,2-1 4-15,-2 2 1 0,1-9 7 0,-1-2 13 16,0 8 9-16,-2 0 14 0,2 2 17 0,-3-1 23 15,-1 5 30-15,0-4 33 0,3 6 21 0,-3 2 37 16,0-3 10-16,0 4 15 0,-3 0 12 0,3 4 3 16,0-1-12-16,0 6-8 0,4-7-20 0,-4 7-7 15,0 0-9-15,0 0-11 0,0 0-3 0,0 0-7 16,4 14 4-16,-1-3-6 0,1-3 1 0,0 4-5 16,0 4 6-16,0-4-8 0,3 1 4 0,-3 5-12 15,2-1-2-15,2 1-5 0,-1 1 4 0,-1-1-6 16,0-2 0-16,-1 3-2 0,2-6-4 0,-3 0 1 15,0-1 0-15,-1-1-3 0,2 0-8 0,-2 0 4 16,0-4 1-16,-3 0-2 0,3-3-1 0,-2 1 6 16,-1-5 11-16,2 6 20 0,-2-6 15 0,3 6 12 15,-3-6 0-15,0 0-4 0,0 0-9 0,0 0-2 16,0 0-13-16,0 0 1 0,0 0-2 0,0 0-9 16,4-17-4-16,-4 17-5 0,2-6-1 0,-2 6-5 15,1-8 0-15,-1 8-6 0,3-8 1 0,-2 5-2 16,-1 3 10-16,4-7-13 0,-4 7-3 0,4-5 0 15,-4 5-3-15,6-3-6 0,-6 3 6 0,4-5-1 16,-4 5-2-16,0 0 2 0,0 0-1 0,0 0 4 16,4-6-6-16,-4 6-2 0,0 0-3 0,0 0 1 15,0 0-1-15,0 0-1 0,0 0-5 0,0 0 4 16,0 0-2-16,0 0-2 0,0 0-4 0,0 0-1 16,0 0-3-16,0 0 0 0,0 0 5 0,0 0-2 15,0 0 7-15,0 0-6 0,0 0 6 0,0 0 4 16,19 10 2-16,-16-9-6 0,5 2 6 0,-8-3-1 15,9 3 0-15,-3 1 0 0,2-3 2 0,-1 4 0 16,-7-5-3-16,9 2-1 0,-3 0 5 0,1 1 4 16,-7-3-6-16,9 3-4 0,-9-3 6 0,7 2 2 15,-7-2-3-15,0 0-1 0,5 4-1 0,-5-4-5 16,3 3-1-16,-3-3-3 0,0 0 3 0,0 0 0 16,6 5-2-16,-6-5 6 0,6 4-3 0,-3-1-12 15,-3-3-3-15,4 6-7 0,-4-6-12 0,7 5-7 16,-4-1-17-16,-3-4-8 0,5 5-18 0,1-3-27 15,-6-2-22-15,9 4-35 0,-5-2-33 0,-4-2-31 16,14 1-146-16,-14-1-416 0,0 0 185 0</inkml:trace>
  <inkml:trace contextRef="#ctx0" brushRef="#br0" timeOffset="4950.74">4843 862 130 0,'0'-7'291'16,"-3"0"8"-16,2 2 7 0,-2 0 11 0,2-3 0 15,-1 3 5-15,-2 0-8 0,4 0-5 0,0 5-14 16,-4-11-19-16,1 8-15 0,2-1-15 0,1 4-27 16,0-4-22-16,-2-1-23 0,2 5-23 0,0 0-23 15,0 0-15-15,0 0-7 0,0 0-15 0,0 0-10 16,0 0-7-16,-10 15-6 0,9-7-8 0,-1 0-7 16,2 2-3-16,-1 3-5 0,1 5-5 0,1-2-1 15,-1 2-3-15,2 3-8 0,-1-3 1 0,0 3-2 16,2-1-6-16,0-2-2 0,0 1-9 0,0-3 2 15,1 2-11-15,1-3-4 0,0 3-3 0,-2-1-5 16,1-4-3-16,3 3 0 0,-2-4 0 0,-1-1 1 16,3 1-2-16,-1-1 1 0,-4-3 0 0,6 2 7 15,-4-3-4-15,-1-1 1 0,0 0 1 0,-2-1 0 16,2 0 5-16,0-2 3 0,-3-3-5 0,1 7 4 16,-1-7-1-16,0 0 8 0,3 5-2 0,-3-5-3 15,0 0 5-15,4 4-6 0,-4-4 5 0,0 0 5 16,0 0 2-16,4 4 1 0,-4-4-1 0,0 0 1 15,0 0-1-15,0 0 0 0,0 0 1 0,0 0 4 16,0 0-15-16,0 0 4 0,0 0 0 0,0 0-4 16,0 6 1-16,0-6-3 0,0 0 0 0,0 0-3 15,0 0 0-15,0 0 5 0,0 0-5 0,0 0 2 16,5 3 2-16,-5-3-3 0,0 0 4 0,0 0-1 16,3 5-6-16,-3-5-4 0,0 0 2 0,1 5 1 15,-1-5-1-15,0 0-2 0,3 7-5 0,-3-7 3 16,0 0 1-16,3 2 2 0,-3-2 3 0,0 0-1 15,0 0 6-15,0 0 6 0,0 0-4 0,0 0 4 16,0 0-4-16,0 0 1 0,0 0 0 0,14-9 2 16,-14 9-2-16,1-8 0 0,4 3 1 0,-1-1-2 15,0 1-6-15,2-3 0 0,-1-1 4 0,1 0 1 16,-1 4-3-16,1-4-1 0,-2 3 1 0,1 0 2 16,-2 2 1-16,2 0-6 0,2-1 2 0,-3 0 0 15,0 3-6-15,3-1 6 0,-7 3-3 0,6-2-5 16,-6 2 1-16,10-3 1 0,-10 3-5 0,0 0-1 15,14 4-3-15,-8-1 7 0,2 0-4 0,-3 2 2 16,6 1 2-16,-3 1-2 0,1 1-5 0,-2-2 1 16,4 5-26-16,-4-4-13 0,5 4-13 0,-5-1-14 15,3 0-15-15,2-1-16 0,-4 2-11 0,0-4-12 16,-1 2-20-16,1-4-21 0,-2 2-26 0,-2-4-23 16,-2 1-24-16,-2-4-23 0,5 4-248 0,-5-4-566 15,0 0 250-15</inkml:trace>
  <inkml:trace contextRef="#ctx0" brushRef="#br0" timeOffset="5203.33">4620 1035 244 0,'0'0'379'0,"-11"-2"3"0,7-1 6 0,4 3-3 15,-10-1-10-15,10 1-6 0,-4-3-19 0,4 3-18 16,-2-4-25-16,2 4-23 0,0 0-24 0,0 0-23 16,0 0-26-16,-2-5-22 0,2 5-19 0,0 0-22 15,7-5-16-15,-7 5-28 0,11-2-34 16,-6-2-37-16,2 1-33 0,0 2-34 0,3-2-46 0,3 1-45 16,-2-1-35-16,2 3-48 0,-3-1-55 0,5-3-67 15,0 0-71-15,-3 0-224 0,5 3-677 0,-4-2 300 16</inkml:trace>
  <inkml:trace contextRef="#ctx0" brushRef="#br0" timeOffset="5654.18">5666 912 101 0,'0'-7'371'16,"0"1"-9"-16,0 0-3 0,4 0-1 0,-4 1-14 0,0 2-29 15,0 3-25-15,0-8-35 0,0 8-34 0,1-3-21 16,-1 3-32-16,0 0-22 0,0 0-5 0,2 14-6 16,0-1-22-16,0 2-11 0,-4 2-7 15,7 1-16-15,0 3-2 0,0-3-12 0,-2 1-1 0,5 5-9 16,-1-3-7-16,1-1 2 0,0 0-9 0,0-1-11 15,2 0-11-15,-1 0-22 0,-2-1-11 0,3-3-22 16,-2-3-17-16,-3-2-22 0,4 1-19 0,-3-5-15 16,1-3-28-16,0 1-35 0,-3-1-51 0,3-4-47 15,-7 1-37-15,8-9-212 0,-4 4-561 0,0-6 248 16</inkml:trace>
  <inkml:trace contextRef="#ctx0" brushRef="#br0" timeOffset="5870.64">5696 827 329 0,'-4'-6'340'0,"2"2"-4"0,-1-2-1 15,2 1-11-15,2 0-15 0,2-2-25 0,0-1-38 16,0 5-15-16,2-6-22 0,3 1-29 0,3 3-11 16,-3-3-14-16,3 3-18 0,3 1-11 15,-5-2-17-15,5 2-16 0,-2 2-34 0,-1 0-25 16,1 2-24-16,2-1-38 0,1 4-34 0,-1-2-31 0,-2 0-54 15,0 3-39-15,-2 3-52 0,3-4-48 0,-3 5-211 16,-5 2-536-16,2 0 238 0</inkml:trace>
  <inkml:trace contextRef="#ctx0" brushRef="#br0" timeOffset="6054.82">5768 1045 39 0,'-6'3'273'0,"5"0"4"0,1-3-1 15,-4 2-5-15,4-2-7 0,-4 2-11 16,4-2-23-16,0 0-22 0,0 0-16 0,0 0-23 16,8 4-15-16,-1-4-16 0,2 1-13 0,1-1-15 15,2 2-23-15,3-1-23 0,8 0-41 0,-4-1-40 0,3 0-47 16,1-1-60-16,-1 0-57 0,9-2-52 0,2 1-190 16,-10 2-458-16,7-5 204 0</inkml:trace>
  <inkml:trace contextRef="#ctx0" brushRef="#br0" timeOffset="6255.29">6211 999 92 0,'-1'5'177'16,"-2"1"-3"-16,1 0-1 0,2 1-6 0,0 0-6 16,0 0-13-16,0 2-13 0,0 0-5 0,-2 1-17 15,2 1-12-15,2 2-8 0,1-2-6 0,-1 1-6 0,2 2-10 16,-3-4-3-16,3 1-6 0,-1-1-10 0,3 1 0 15,-1-2-28-15,-1-2-19 0,-3 0-32 16,2-2-39-16,4-2-50 0,-2 0-68 0,2-3-112 16,-7 0-320-16,11-2 142 0</inkml:trace>
  <inkml:trace contextRef="#ctx0" brushRef="#br0" timeOffset="6774.45">6309 1012 178 0,'1'-4'208'0,"-1"4"-20"0,5-3-21 16,-5 3-14-16,9-1-17 0,-9 1-12 0,9 2-14 16,-3 3-8-16,2-1-11 0,-1-1-11 0,4 2-10 15,-3 1-8-15,3-1 0 0,2 1-9 0,-3 2-4 16,-2-2-9-16,2 2 5 0,-4 1-12 0,4-2-1 16,-6 1-5-16,4-3-3 0,-1 4 0 0,-4-4-4 15,1-1 0-15,-3 0-7 0,1 2-5 0,-1-2-7 16,-1-1 3-16,0-3 2 0,0 4-8 0,0-4-1 15,0 0-8-15,0 0-6 0,-12 0 5 0,12 0-6 16,-6-4 5-16,6 4-6 0,-5-7 1 0,5 4 0 16,0-2-3-16,0 5 5 0,0-10-6 0,5 3 6 15,2 1-2-15,0-5 4 0,0 2 0 0,1 0 2 16,1 2-5-16,1-4 6 0,1 3 3 0,6-3 0 16,-6 4 7-16,3 0 10 0,-4 1 12 0,-5 2 12 15,3 0 28-15,-3 0 26 0,0 0 18 0,-1 2 12 16,-2-1 4-16,3 1-1 0,-5 2-8 0,6-4-9 15,-6 4-13-15,6-3-13 0,-6 3-11 0,1-2-10 16,-1 2-4-16,0 0-4 0,0 0-5 0,1 9-8 16,-1-9 0-16,2 11-1 0,-1-4-5 0,2 0-2 15,2 4-1-15,2-3-4 0,-3 4-2 0,4-1 1 16,5 6-3-16,-8-5-1 0,10 2-1 0,-4 1-1 16,-3-3-1-16,6-1-4 0,-5 4 2 0,-2-4-3 15,1-1 0-15,-1 0-4 0,-3-4 0 0,0 1-1 16,-1 0-5-16,-2-3-8 0,1 1 1 0,-1 0-5 15,-2-1 1-15,1-4-1 0,-6 3 0 0,6-3-13 16,-5 1-17-16,5-1-17 0,0 0-35 0,-15-6-23 16,8 4-25-16,0-3-32 0,2 0-37 0,-4-3-36 15,3-3-142-15,-2 3-422 0,2-3 187 0</inkml:trace>
  <inkml:trace contextRef="#ctx0" brushRef="#br0" timeOffset="7041.13">6898 659 338 0,'3'-7'352'15,"-2"2"-5"-15,-1 1-24 0,3 0-30 0,-3 1-31 16,0 3-26-16,0 0-28 0,0 0-16 0,0 0-32 16,0 0-16-16,0 0-15 0,5 16-11 0,-2-3-11 15,-3 4-12-15,7 2-6 0,-3 1-10 0,-1 6-6 16,3 5-6-16,-4-3-18 0,3 3 6 0,5-2-1 15,-5 3-5-15,2-1-9 0,3 2-8 0,0-3-15 16,0-4-12-16,-2 2-5 0,0-9-28 0,4 7-20 16,-3-9-11-16,0 1-26 0,-2-7-29 0,0-1-27 15,-2-3-33-15,2-2-55 0,-2-4-56 0,-1 1-174 16,-4-2-497-16,0 0 221 0</inkml:trace>
  <inkml:trace contextRef="#ctx0" brushRef="#br0" timeOffset="7211.65">6871 923 141 0,'-3'-1'332'0,"3"1"11"0,-9-6 0 15,9 6-3-15,-6-8-26 0,6 5-3 16,0 3-47-16,0 0-17 0,6-10-24 0,-2 7-24 0,1 0-27 16,2-2-25-16,5-2-39 0,-2 3-39 0,2-2-63 15,0 1-61-15,2 3-70 0,2-3-105 0,2 1-296 16,-1-3-568-16,-7 2 252 0</inkml:trace>
  <inkml:trace contextRef="#ctx0" brushRef="#br0" timeOffset="7410.1">6248 638 133 0,'-11'-2'275'0,"-1"3"-27"16,5-2-23-16,0 1-29 0,7 0-14 0,-6 1-20 16,6-1-32-16,0 0-42 0,13 6-65 0,-2-3-90 0,9 0-200 15,-1 2-287-15,2-3 127 0</inkml:trace>
  <inkml:trace contextRef="#ctx0" brushRef="#br0" timeOffset="8630.33">8049 797 216 0,'-3'-14'264'0,"-1"-3"-15"16,1 0 18-16,-2 5-16 0,-2 0-17 0,-1 1-25 0,-3-2-19 15,0 4-19-15,2 0-17 0,-2 3-17 16,1-2-15-16,-3 4-5 0,2 1-24 0,-4 3-5 16,1 0-13-16,2 0-7 0,-3 2-11 0,5 3 4 15,-2 0-13-15,4 3-4 0,0 0-13 0,2 3 7 16,0-1-6-16,2 1 1 0,2 1-7 0,-2 5 2 16,8-1-1-16,-2-2-6 0,4 3 0 0,1 2-1 15,4 6 3-15,0-6-3 0,1-3-4 0,-1 2 0 16,1 2-4-16,5 0 2 0,-4-1-2 0,-3-3-1 15,3 0-13-15,1 1 13 0,-2-4 0 0,0 1-4 16,-1 1-6-16,-4-3-6 0,3 2 16 0,-2-4-2 16,-3-1-2-16,1 1 0 0,-2-5-2 0,1 3 5 15,-5-2-8-15,4-1 4 0,-3-2-4 0,2 2 2 16,-3-2 9-16,0-3 4 0,-4 5-5 0,-5-4 13 16,3 2 8-16,-2-3 9 0,-4-2-8 0,1 1 6 15,-3-1-9-15,1-2 0 0,-1 1-2 0,1-2 1 16,3 2-2-16,-1-2 0 0,2 4-9 0,3-1 4 15,-2-1 1-15,5-1-1 0,3 4 4 0,-5-4-10 16,5 4-4-16,0 0-12 0,12-7-10 0,2 5-14 16,5 1-7-16,2 0-10 0,12-4-9 0,1 2-9 15,0-2-15-15,4 1-12 0,6-1-5 0,-5 1-6 16,2-5-8-16,0 5 3 0,0-3 5 0,-3-1 3 16,-4 1 5-16,-3-2 7 0,-2 1 10 0,-8 0 6 15,-10 0 2-15,7-3 13 0,-9 4 7 0,1-3 9 16,-3 2 12-16,-3-2 3 0,-3 0 10 0,-5 0 9 15,1-1 11-15,-6 0 6 0,1 2 4 0,-2 3 5 16,-2 0 9-16,0 0-3 0,-1 2 3 0,-3 0-2 16,1 6-1-16,2-5-3 0,-1 4 0 0,0 1-8 15,1 0 3-15,-1 2 1 0,6 2-4 0,-3 1 0 16,4 0-9-16,1 3 8 0,0 1 2 0,2-2-3 16,4 2-10-16,0 4 12 0,4-5-1 0,0 1-1 15,7 1-3-15,1 0 0 0,2-1-10 0,2 2 16 16,4-6-5-16,7 7-10 0,4-5-18 0,-3 2-7 15,-5-5-14-15,9 0-9 0,-1-1-13 0,-1-3-15 16,0 2-4-16,-2-7 0 0,2 1-5 0,0-2-4 16,-8 0 4-16,0-5-2 0,-2 4 23 0,-1-5-5 15,-4 2 11-15,3-4 1 0,-9 5 7 0,1-7 2 16,2 0 13-16,-8 2 16 0,0 2 13 0,-2-4 15 16,-1 4 11-16,-2-2 13 0,1 1 5 0,-2 3 3 15,-3 0-3-15,-1-1 3 0,-3 0-7 0,2 4-5 16,-3 0-3-16,4 1 0 0,-5 0-10 0,-3 3 1 15,2 0-7-15,0 4 2 0,-2 2-2 0,1 2 1 16,0-1-6-16,1 4 1 0,1-2 0 0,0 5-3 16,1-1 0-16,0 3 0 0,0-1-2 0,2-2 2 15,3 1-2-15,1-4 3 0,2 5 1 16,2-7-3-16,0 6 1 0,2-4 1 0,0 0-1 0,3 0-4 16,-1-3 7-16,2-2-6 0,4 2 3 0,-2-4-2 15,4-1-3-15,2-1-2 0,-2-1 0 0,3-1-1 16,5-4 0-16,-6 1-5 0,5-4 7 0,-8 5-5 15,1-2 2-15,-1-1-1 0,1 0 1 16,-1-2 5-16,-1-1 7 0,-5 1 11 0,2-2 17 16,-3 4 6-16,-1-1 17 0,1 2 5 0,-1-1-9 0,-2 2 1 15,-1 5-6-15,3-5-4 0,-3 5-9 0,1-8-6 16,-1 8-8-16,0 0-3 0,0 0 1 0,-4-6-6 16,4 6-2-16,0 0-6 0,0 0 0 0,-9 14-2 15,5-9-12-15,1 4 0 0,1-1-10 16,1-2-8-16,1 4 1 0,-1 0-17 0,2-2-9 15,-1 3-15-15,1-1-19 0,2-1-25 0,0 1-29 16,3-1-19-16,0-1-49 0,-1-3-46 0,2 0-189 16,-1-4-471-16,-6-1 208 0</inkml:trace>
  <inkml:trace contextRef="#ctx0" brushRef="#br0" timeOffset="9232.44">8995 982 129 0,'0'-5'290'0,"0"5"14"15,0-10-5-15,0 10 13 0,2-8-9 0,-2 8 3 16,1-7-9-16,-1 7-8 0,3-7-17 0,-3 7-17 16,0 0-26-16,0-5-17 0,0 5-21 0,0 0-28 15,0 0-9-15,0 0-18 0,3-6-15 0,-3 6-13 16,0 0-15-16,0 0-12 0,0 0-16 0,0 0-8 16,20 9-12-16,-10-4-11 0,-4-1-8 0,4 2-6 15,-2 0-11-15,2 1-15 0,0-1-2 0,-4-2-2 16,5 1-5-16,-1 2 6 0,-1-1-14 0,-1-1 4 15,-1-1 3-15,-1 0-8 0,1 1 2 0,-4-1-9 16,-3-4 7-16,10 3 1 0,-8 0-6 0,-2-3 9 16,0 0 2-16,7 4-2 0,-7-4 1 0,0 0 1 15,0 0 1-15,0 0 5 0,0 0-2 0,0 0 6 16,0 0 4-16,-25-1-7 0,25 1 5 0,0 0-1 16,-13-4 4-16,13 4-1 0,0 0 0 0,0 0-2 15,-10-2-7-15,10 2-8 0,0 0-18 0,0-2-23 16,0 2-9-16,0 0-32 0,11-5-24 0,1 3-17 15,-2-1-17-15,2-3-11 0,3 2-7 0,4-3-33 16,2 2-10-16,-1 1-16 0,3-1 14 0,-2-1 1 16,6-3 15-16,-3 2 25 0,-3 2 18 0,-1-3 23 15,-1 3 13-15,0-2 33 0,-1 2 32 0,-10 2 52 16,4-6 43-16,-5 5 26 0,-4-2 24 0,5 2 13 16,-3-1-6-16,-2 1-1 0,-3 4-1 0,-1-8-8 15,1 8-6-15,0 0 0 0,0 0-5 0,-11-4 4 16,11 4-1-16,-14 3 1 0,14-3 2 0,-20 7 3 15,9-1 0-15,-2-1-1 0,-3 4-5 0,3 4-17 16,2-5 8-16,-1 4-8 0,1 0-5 0,4-2-4 16,0 3-1-16,-1 2-6 0,4-4-2 0,1 3 2 15,2-3-5-15,2 0-3 0,5 1 2 0,-2-1-1 16,3-1-2-16,2 1-1 0,2-4-4 0,4 4 1 16,3-6-1-16,-1 3-4 0,2-4-16 0,3-3-20 15,3 1-18-15,-4-3-17 0,4-3-26 0,6-3-25 16,-2 0-20-16,2-3-33 0,-4-2-35 0,-2-1-17 15,2 0-7-15,-5-5-125 0,-5 3-368 0,0-6 163 16</inkml:trace>
  <inkml:trace contextRef="#ctx0" brushRef="#br0" timeOffset="9651.73">9769 850 279 0,'-4'-18'27'0,"-3"0"44"0,-1 0 56 0,0 0 30 16,-3 0 26-16,4-2 20 0,-5 4 20 0,5-1-1 16,-1 2 9-16,-1 0-19 0,2 3 7 15,3 2-16-15,-2-1-9 0,2 5-20 0,1-2-20 16,2 3-20-16,-3 0-14 0,-1 4-15 0,5 1-15 0,-6-3-10 15,6 3-11-15,-2 8 3 0,0-4-12 0,2 5-13 16,-1 2-10-16,-2 2 6 0,6-1-9 0,-2 7 1 16,1 2-8-16,-1-4-1 0,2 10-3 15,1 1 4-15,1-9-8 0,-4 10-3 0,6 1 4 16,-4-1-10-16,1-1-3 0,3-8 0 0,-4 1-1 16,2-3-21-16,3 1 8 0,-4-7 5 0,0 0 0 0,2-1-4 15,-2-2 9-15,-3 0-4 0,3-5 4 0,0 1 8 16,-1-2 10-16,1 1-4 0,-4-4 8 0,8 3-7 15,-8-3 6-15,11-2 4 0,-11 2 3 16,15-1-2-16,-8-2 8 0,4 2-3 0,-2-3 5 0,4 2-11 16,-1-1 0-16,2 1-1 0,-2-2-7 15,0 0-4-15,-1 1-2 0,1-1 9 0,-1 3-2 16,-1 0-6-16,0 0-5 0,-3-2 3 0,0 2-4 0,-7 1 9 16,16-1-14-16,-9 1 5 0,-7 0-3 15,11 2-4-15,-11-2 0 0,13 2 8 0,-13-2-4 16,12 2 3-16,-12-2-3 0,9 0-4 0,-9 0 6 15,12 4-5-15,-12-4-6 0,7 3-2 0,-7-3-10 16,7 4-41-16,-3-1-8 0,1 0-34 0,-2-2-49 16,-3-1-56-16,8 4-70 0,-4-3-84 0,-4-1-205 0,0 0-608 15,0 0 270-15</inkml:trace>
  <inkml:trace contextRef="#ctx0" brushRef="#br0" timeOffset="11407.56">2309 2081 112 0,'0'0'135'0,"-1"4"-1"0,1-4-9 16,0 0 2-16,0 0-9 0,0 0-2 0,0 0-6 15,0 0-14-15,0 0-1 0,0 0-5 16,0 0-11-16,0 0-6 0,0 0-5 0,0 0 8 16,0 0 7-16,8 5-9 0,-8-5 2 0,12 0-8 0,0 0-9 15,2 0-4-15,5-1-8 0,0 1-3 0,0-2-2 16,4 2-1-16,2 0-4 0,7-2-5 0,1 1-7 16,0-1-5-16,1 0 4 0,1 1-2 15,0-2-4-15,2 3 0 0,1-3-6 0,0 2 5 16,-4-2 1-16,4 1-6 0,0 1-1 0,-2-1-4 0,2 0 1 15,0-3-2-15,-1 2 2 0,-2 0-2 0,-1 2 2 16,1-1 0-16,-1 2-2 0,-1-3 0 0,1 2-2 16,0 0 3-16,0-2 1 0,0 2-4 15,1-3-4-15,-1 0 0 0,3 3 0 0,-3-2 2 0,3 2 4 16,2-1-1-16,1-2 1 0,-1 4-1 16,-2-5 3-16,17 3 2 0,-13-2-2 0,0 1 2 0,1 0-1 15,-4-1-1-15,3 1 1 0,13-5-3 0,-13 6 4 16,1 0-7-16,-1-1 4 0,1 0-1 0,-1-3 0 15,16 4-1-15,-17 0 0 0,3 2 4 16,-2-2 0-16,1 3-4 0,2-2-4 0,-4 1 2 16,4-1-2-16,-3-1-4 0,1 1 4 0,-4 0-4 0,4 1 4 15,-5 1 1-15,2-2-2 0,0 2 3 0,0-3 2 16,-4 2-2-16,-1-2-2 0,3 4 4 0,-3-7-8 16,0 5 6-16,4-1-1 0,-3 1-3 15,2-1 2-15,-1 0 1 0,2-1 1 0,-2 1 3 16,1 0 3-16,1 1-6 0,-1-1 0 0,1-2-1 15,3-3 5-15,-5 3 8 0,4 2-3 0,2-1-1 0,-5 0 1 16,-2-2-4-16,3 2 4 0,0-1-4 0,4 1 6 16,-5 0-8-16,3 1 4 0,-5-1-4 15,3 0 0-15,-3 2-1 0,-1-3 0 0,3 2-1 16,-3 0-4-16,-2-2 3 0,0 2-1 0,1-3 5 16,-2 3 2-16,3-2-7 0,-4 2-2 0,5 0 7 0,-4-4-6 15,2 6-2-15,-3-4 2 0,1 1 2 0,2-1-5 16,-3 3 6-16,1-2-3 0,-1-1-1 0,0 2 0 15,3-3-1-15,-2 3 1 0,0-3 1 16,2 3 0-16,-2-2-1 0,2 2-1 0,0-2-1 16,-1-1 0-16,2 2 0 0,-1-1 2 0,-2 0 2 15,3-1-1-15,2-1-1 0,-1 3-5 0,0 1 5 0,-1-4 0 16,2 2 0-16,-1 1 0 0,3-1 0 0,0 0-1 16,-4 0 3-16,4-2-1 0,0 2-1 15,-1 2 0-15,-1-3-2 0,-1 4 2 0,0-4 1 16,2 0 0-16,0 0 3 0,-2 1-5 0,3 0-1 15,0 2 4-15,-3 0-2 0,5-5-5 0,-2 5 2 0,0-3 3 16,4 0-1-16,-2-1 0 0,2 4 0 0,0-4 2 16,14-2-2-16,-2 5 3 0,-16 1-4 0,5-4 3 15,-3 0 1-15,2 2-4 0,14-1 2 16,0 3 9-16,-18-3-9 0,0 1 1 0,4 3-3 16,2-4-2-16,-5 2 6 0,4 2-1 0,0-7-3 0,-4 6 7 15,2 1 6-15,1-1 8 0,-1 1 1 0,2-2-2 16,-3 0-1-16,1 2 0 0,-3-1-3 0,1-1 0 15,1 1 2-15,-2 1-7 0,0-3 4 16,0 3 0-16,-3-2-5 0,-2-1 2 0,-3 1 1 16,-1 0 0-16,2 0-1 0,-11 1-2 0,3-1-4 0,-1 2 4 15,3-2-4-15,-5-1 0 0,0 3 2 0,-5-2-5 16,-1 1 1-16,1 1 3 0,0-2-3 0,5 1 2 16,-6 0-1-16,-2 0-1 0,3-1 1 15,-5 1-1-15,0-1 1 0,-1 0 1 0,-1 0-2 0,-3 1 0 16,3 1 1-16,-1 0-3 0,-7 0 1 0,11-1 0 15,-11 1-2-15,7-1 2 0,-7 1-2 0,8-1-10 16,-8 1-24-16,0 0-15 0,8-2-30 0,-8 2-40 16,0 0-43-16,0 0-60 0,0 0-194 15,0 0-451-15,0 0 199 0</inkml:trace>
  <inkml:trace contextRef="#ctx0" brushRef="#br0" timeOffset="14802.03">3307 2967 87 0,'2'-14'388'0,"-2"1"1"16,0 2-20-16,0 0-4 0,1 4-15 0,-1 0-10 15,0 1-14-15,0 1-17 0,-1 1-25 0,2 0-33 16,-1 4-26-16,3-5-26 0,-3 5-36 0,0 0-39 16,0 0-15-16,0 0-11 0,4 17-12 0,-2-6-4 15,0 2-11-15,1 7-7 0,-1 0 2 0,1-1-16 16,0 1 0-16,-3 1-5 0,4-1-3 0,-4 1-10 15,4-2 3-15,-4 0-3 0,0-1 1 0,0 0-4 0,-4-5-18 16,8-1 6-16,-4 0 1 0,-4-3-6 16,4-1 2-16,-1-3-4 0,2 1 3 0,-1 0 5 15,0-3 7-15,0-3-2 0,0 0-1 0,0 0-2 16,0 0-5-16,0 0 4 0,-4-14-5 0,1 7-2 0,3-4 2 16,0-2 0-16,0-5-6 0,2-2-4 0,-1 0 2 15,3-7-6-15,-4-1 4 0,7-3 0 16,-3-1 3-16,4 1-7 0,-1 2 6 0,-3 0 23 15,-1 3 17-15,2-2 16 0,-4 11 13 0,2-1 9 0,0 1 0 16,-2 3 6-16,0 3-3 0,1-1 3 0,2 2 0 16,-4 2-6-16,0 2-5 0,0 2-11 0,0-1-11 15,1 0-11-15,-1 5-9 0,0-4-19 16,0 4-4-16,0 0-4 0,0 0-4 0,11 14 1 16,-4-4-1-16,-2 1 2 0,4 6 0 0,-2 2-2 0,3 2-1 15,1 2-5-15,0 5-5 0,3-4-12 0,-5 2-7 16,6-1-9-16,-5-5-12 0,-2-1-12 15,4 5-21-15,-2-4-10 0,-2-2-10 0,-1 0-20 0,1-2-8 16,-3-1-14-16,1-4-20 0,-4-1-16 0,2 0-8 16,-2-2-13-16,1-1-10 0,-3-2-11 0,0 0-9 15,-3 1-16-15,0-4-22 0,0 0-26 0,-1-1-12 16,4-1-12-16,-16-1-186 0,8-1-543 0,-2-2 240 16</inkml:trace>
  <inkml:trace contextRef="#ctx0" brushRef="#br0" timeOffset="14954.76">3397 3076 46 0,'-8'-5'91'0,"0"-2"38"0,2 2 37 15,0 1 35-15,2-1 14 0,1 2 5 0,0-2 1 16,0 3-1-16,1-2-4 0,0 0-10 0,2 4-17 16,0 0-23-16,-1-6-6 0,1 6-25 0,5-4-11 15,1 3-13-15,-1-1-13 0,3 1-12 0,3 1-3 16,0-1-10-16,4-3-12 0,-4 4-21 0,7-1-34 16,2 1-34-16,-1 0-40 0,4 0-47 0,-5 1-60 15,4-6-58-15,-2 5-208 0,-1-1-478 0,3-3 212 16</inkml:trace>
  <inkml:trace contextRef="#ctx0" brushRef="#br0" timeOffset="15371.47">3851 2892 294 0,'0'0'294'16,"0"0"-5"-16,0 0-13 0,0 0-11 0,0 0-20 15,0 0-5-15,0 0-20 0,0 0-20 0,0 0-17 16,0 0-26-16,-16-3-10 0,16 3-13 0,-11 1-13 16,11-1-14-16,-12 4-10 0,8-3-12 0,-3 2-9 15,2-1-7-15,-1 2-13 0,1-1 1 0,-1 1-9 16,3 1-6-16,-2-3-3 0,3 3-1 0,0 0-4 16,1 0-6-16,-2 0-2 0,3 0-1 0,0 1-1 15,4 1-1-15,-1 0-4 0,2-1 0 0,-1 0-2 16,0 1-2-16,5 1 2 0,-3 1 9 0,4-1-21 15,-2-2 2-15,0 2 2 0,3 0-19 0,-4-1 17 16,1-1-3-16,0 2-12 0,0-1 2 0,-4-2-8 16,2 1 1-16,1-2-4 0,-3 1 2 0,-1-2-1 15,-1 0-1-15,3 0-1 0,-3 0 7 0,-2 1 3 16,0-4-1-16,0 0 3 0,-9 6-4 0,6-5 15 16,3-1-11-16,-14 3 3 0,7-3-5 0,-3 0 4 15,0 0 1-15,-1-2 1 0,-1 2-2 0,5-1-9 16,-3 1-9-16,0-4-14 0,3 2-18 0,3-1-24 15,-2 1-30-15,1-2-44 0,2 0-42 0,6-2-47 16,1-2-44-16,4 1-165 0,-1-3-487 0,9-3 215 16</inkml:trace>
  <inkml:trace contextRef="#ctx0" brushRef="#br0" timeOffset="15772.12">4163 2858 78 0,'0'0'242'0,"-11"-4"-6"16,11 4-8-16,0 0-14 0,-15 3-15 0,8-1-17 16,2 0-11-16,-1 0-15 0,2 1-11 0,-5 1-17 15,3-2-11-15,2 3-12 0,-4-2-7 0,2 2-10 16,1-1-11-16,0 1-5 0,2 0-8 0,-1 1-4 16,3 0-7-16,-1 1-4 0,-1-2-4 0,6 1-3 15,-3-1-4-15,0 1-4 0,4 1-1 0,-1-1-3 16,1 0-3-16,3 0 0 0,0 1-2 0,-3 0-5 15,4 1 1-15,3-3-4 0,1 1 4 0,-1-1-3 16,1 0-4-16,-4 1-1 0,5 1-2 0,-3-4-1 16,0 3 1-16,-6-2-7 0,2-1 0 0,-1 0 2 15,-1 1-2-15,0-3-2 0,-1 2 1 0,-3-3 5 16,0 0-5-16,2 5 8 0,-2-5 11 0,0 0 9 16,-13 4 2-16,9-3 7 0,-7 0-4 0,3 0 0 15,-4 1-1-15,-1-1-2 0,1-1-2 0,0 0-7 16,-1 0-5-16,3 0 10 0,3 0-9 0,-3 1-2 0,3-1 0 15,7 0-6-15,-12-1-7 0,12 1-18 16,-12 0-14-16,12 0-13 0,0 0-27 0,-4-1-35 16,4 1-41-16,0 0-52 0,0 0-52 0,22-8-232 15,-10 6-519-15,0-3 230 0</inkml:trace>
  <inkml:trace contextRef="#ctx0" brushRef="#br0" timeOffset="16190.19">4352 2911 208 0,'0'0'293'0,"-3"-6"-1"0,3 6-12 0,-4-2-19 15,4 2-19-15,0 0-25 0,-1-4-23 16,1 4-18-16,0 0-22 0,0 0-14 0,0 0-17 16,0 0-12-16,-7 11-12 0,7-8-13 0,-1 2-6 15,-1 0-8-15,1 2-7 0,1 1-8 0,-2 1 0 0,2-2-6 16,0 4-4-16,3-2 0 0,0 2-6 0,1-1-8 15,0-1-2-15,0 0-1 0,6 0-6 0,-5-1-3 16,2-1-2-16,1 1-4 0,0-1-8 16,3-2-6-16,1 0-6 0,-1-4-7 0,0 3 1 15,0-1-7-15,1-2-1 0,-1-1-2 0,-3 0 4 0,-2-1-2 16,7-2 8-16,-4 0-6 0,-4-1 5 0,3-3 1 16,-1 2 0-16,-4-1 2 0,1 0 2 15,-2-1 0-15,0-1 2 0,2-1 11 0,-3-2 7 16,-2 0 12-16,1 2 4 0,-1-3 10 0,-1 0 12 0,1 4 8 15,-1 0 6-15,1-2 4 0,0 4-2 0,-3 1-1 16,2-2-20-16,2 4 11 0,0-3-11 0,0 6-10 16,0-5-7-16,0 5-10 0,0-4-21 15,0 4-11-15,0 0-13 0,0 0-11 0,0 0-10 16,0 0-20-16,-5 13-21 0,5-8-23 0,1 2-33 0,2-1-35 16,-2 1-57-16,3-2-32 0,-1 4-210 0,1-4-517 15,6 1 228-15</inkml:trace>
  <inkml:trace contextRef="#ctx0" brushRef="#br0" timeOffset="16759.09">4673 2886 196 0,'0'0'307'0,"0"0"-21"15,0 0-23-15,-3-4-29 0,3 4-22 0,0 0-27 16,0 0-19-16,0 0-14 0,0 0-19 0,0 0-11 15,0 0-16-15,1 15-10 0,1-9-5 0,1 1-11 16,2-1-7-16,1 3-5 0,-5-1-10 0,3 0-3 16,0 3-4-16,3-2-8 0,-3 0-2 15,0 1-4-15,4-2-7 0,-5-1-6 0,1-2-7 0,0-1-4 16,4 0-3-16,-5 1 3 0,1-4-1 0,-4-1-3 16,7 2 0-16,-7-2 1 0,9-2-3 0,-9 2-1 15,8-7-1-15,-3 4 2 0,-3-1 0 0,1-3-2 16,0 2 2-16,-2-1 1 0,2-1 1 0,2-1 8 15,-2 2 5-15,-2-2 21 0,6 2 10 0,-7-2 1 16,3 2 6-16,-2-1 1 0,2 2 4 0,-2 1-7 16,-1 4 0-16,2-6-11 0,-1 3-10 0,-1 3-10 15,3-4 3-15,-3 4-11 0,0 0-5 0,0 0 2 16,0 0 2-16,9 11-5 0,-9-8 2 0,1 4-1 16,2-1-3-16,-1 1 0 0,2 2-2 0,-3-3 5 15,2 2-9-15,1-2 4 0,-3 1-1 0,5 0-5 16,-1-1 4-16,-2-1-2 0,-2 1 9 0,2-3-4 15,-3-3-1-15,5 4 3 0,0-2-9 0,-5-2-1 16,0 0 20-16,0 0 15 0,12-6 14 0,-7 3 5 16,-1-2-2-16,2 1 8 0,-4-2 5 0,4-2 6 15,3 0-2-15,-2 0 3 0,0 1 2 0,-3 2-6 16,2-6-3-16,0 6 1 0,1-4-1 0,-1 4-10 16,-1 0-5-16,-1-2-5 0,-1 2-3 0,2 3-6 15,-1-2-8-15,-1 2-12 0,1-1-20 0,2 2-12 16,-6 1-20-16,9 0-13 0,-9 0-28 0,7 6-25 15,-2-2-30-15,2 1-33 0,-3-1-31 0,7 2-35 16,-4 2-55-16,2-1-61 0,1 0-275 0,2-2-672 16,2 2 297-16</inkml:trace>
  <inkml:trace contextRef="#ctx0" brushRef="#br0" timeOffset="17662.25">5868 2737 203 0,'4'-10'306'0,"-2"4"8"0,1-1-20 15,-2-4-13-15,2 2-18 0,-6 1-8 0,2 1-17 16,-2-5-25-16,-5 6-12 0,1-4-24 0,2 3-14 16,-5 0-7-16,-1 3-27 0,-1 0-16 0,-2 3-16 15,-1-1-13-15,2 2-6 0,-5 6-7 0,-1-1-2 16,3 4-14-16,-2 1-8 0,7-1-4 0,-3 4 1 16,2 0-11-16,1 0-4 0,7 0-3 0,-5 3 3 15,8 1-9-15,1-1 6 0,1-2-1 0,4 3-4 16,-1-3-16-16,4 1-8 0,1 2 11 0,4-3-8 15,2-1-6-15,-1-6 4 0,1 4-11 0,2-2 9 16,1-3-15-16,-4-2-4 0,3-1 2 0,-2-2-1 16,-1-2 8-16,1 2 1 0,-1-2 1 0,0-1-2 0,-4-2 6 15,4 2 0-15,-4-3 4 0,0 1-4 16,-2 0 2-16,-2 1 6 0,3-1 3 0,-5 3-3 16,-1 0 5-16,4 0-5 0,-7 1-3 0,4-3-3 15,-4 3-8-15,0 0 8 0,9 1 3 0,-9-1-1 0,7 5-2 16,-3 1 1-16,-1-2 5 0,2 2 2 15,1 1-6-15,0 0 1 0,3 1 2 0,-2 0-3 16,2-2 7-16,3 3-8 0,-2-1-5 0,1-1-2 16,0 0-9-16,0-2-3 0,1 0-8 0,-3-1-1 15,-1-3 3-15,-2 0 3 0,5 0 0 0,-5-2-3 0,1-1 4 16,-3-2 3-16,1 1-1 0,-4 0 4 0,-1-3-1 16,0-1 4-16,0 2 3 0,0-5 0 15,-6 2 3-15,2-3 0 0,-4 1-4 0,1 0 5 16,-3 1 5-16,-3 0 4 0,5 1 12 0,-4 1 0 15,5-3 5-15,-4 4 6 0,3-1 2 0,4 2 8 0,0 1 3 16,0 1-1-16,1-2-4 0,2 2-4 0,1 3-6 16,0-7 1-16,5 2-4 0,2 2-8 0,0 1-6 15,6-2-3-15,1 1-1 0,5-1-3 16,1 2-4-16,-1-2 2 0,3 1-8 0,1 0 3 0,-4 0-2 16,3-1 4-16,-2 1-6 0,2 0 4 0,-4-1-2 15,-1 1 4-15,-4-1 3 0,-2 0 2 0,-1 1 0 16,-4-1 13-16,2 3 9 0,-4-2 8 0,1-1-1 15,-5 4-5-15,2-5 1 0,1 2-2 16,-3 3-5-16,0 0-4 0,-8-3 5 0,8 3-11 0,-6-2 4 16,6 2-3-16,0 0-3 0,-12 2 2 0,12-2 0 15,-8 3-3-15,5 0-1 0,3-3 0 0,-1 7 1 16,-2 0-3-16,3-2 6 0,3 0 1 0,-2 2-4 16,3-2 2-16,0 2-1 0,2 3 8 0,0 0-10 15,1-4 4-15,0 4-1 0,0-1-3 0,-2-1 5 16,2-1-3-16,-3 2 0 0,2-3 0 0,3 1-3 15,-5 0 5-15,-2 0-5 0,0 0-6 0,0-2-13 16,2 1-13-16,-4-1-10 0,-4 0-25 0,0 1-27 16,-1-1-40-16,-1-1-43 0,-2-1-61 0,-2-1-57 15,-1 1-159-15,-4-3-492 0,-4-2 218 0</inkml:trace>
  <inkml:trace contextRef="#ctx0" brushRef="#br0" timeOffset="18397.98">5116 2923 147 0,'0'0'266'0,"0"0"-14"0,0 0-14 0,0 0-13 15,0 0-19-15,0 0-12 0,0 0-24 0,0 0-18 16,0 0-14-16,0 0-14 0,0 0-12 0,0 0-10 16,0 0-12-16,0 0-9 0,0 0-7 0,0 0-8 15,0 0-3-15,0 0-7 0,0 0-5 0,0 0-6 16,0 0-5-16,0 0-4 0,0 0 0 0,0 0-1 15,0 0-5-15,0 0-2 0,0 0-3 0,14-6-1 16,-10 5-2-16,-4 1-3 0,3-5-8 0,-2 2 5 16,-1 3 1-16,3-5-2 0,-3 1-1 0,0 4 2 15,0 0-6-15,-3-5-1 0,3 5 0 0,0 0-4 16,-3-2 0-16,3 2-2 0,0 0-2 0,-12 1 1 16,12-1-1-16,-7 5 1 0,3-3-4 0,0 2 1 15,0-1 1-15,0 2 1 0,-1 0-4 0,5 0 3 16,-3 2 2-16,3-1-2 0,0 0 5 0,9 4-1 15,-5-3 2-15,9 2-1 0,3 0 1 0,2 0-1 16,2-1-13-16,13 3-29 0,-2-2-44 0,2-1-63 16,5-5-93-16,1 2-231 0,-1-3-506 0,-2-2 224 15</inkml:trace>
  <inkml:trace contextRef="#ctx0" brushRef="#br0" timeOffset="19301.16">6780 2526 50 0,'1'-5'332'15,"-1"3"-21"-15,0 2-28 0,-3-6-23 0,3 6-24 16,-2-5-28-16,2 5-22 0,0 0-21 0,-10 2-16 16,10-2-3-16,-13 11-26 0,7 0-14 0,-1-1-11 15,0 2 4-15,1 6-19 0,-1-2-7 0,0 2-4 16,3 2-2-16,0 1-8 0,2-2-1 0,0 0-7 15,4 0 1-15,0 2-4 0,2-3-6 0,0 0-3 16,0 1-2-16,3-1-2 0,2-1 1 0,1 1-3 16,2-5-5-16,3 0 2 0,0 0-4 0,0-1-3 15,3-3-18-15,2-2-29 0,-4 0-35 0,-2-4-45 16,5-1-56-16,-1-3-69 0,1 0-68 0,-4-2-164 16,1-2-500-16,2-3 222 0</inkml:trace>
  <inkml:trace contextRef="#ctx0" brushRef="#br0" timeOffset="19702.73">7141 2534 102 0,'0'0'342'0,"-4"-6"-15"0,0 2-7 16,4 1-14-16,0 3-7 0,-6-4-18 0,6 4-27 0,-4-4-17 15,4 4-20-15,-5-5-30 0,5 5-16 0,-6 0-17 16,6 0-21-16,-10 0-16 0,10 0-16 16,-9 6-6-16,3-3-11 0,2-1-12 0,0 3-7 15,-2 0 13-15,0 3-26 0,0-4-6 0,4 1-1 16,0 0-3-16,1 0-7 0,1 0 1 0,1 1-5 0,1 2 0 16,3-1-5-16,0 0 1 0,2 1-2 0,4-2-1 15,-1 2-6-15,0 0-1 0,1-1 2 16,4 0-5-16,-4-1 3 0,2 2 3 0,0-3-12 15,1 2 2-15,-2-1 3 0,-4 1-6 0,0-4-2 0,-1 0-10 16,1 0-7-16,-1 1-7 0,-4-1 7 0,-2 0-7 16,2-1-3-16,-2 2 6 0,-1-4-11 0,-5 6 4 15,1-1-11-15,-5-1-10 0,3-1-16 16,-4 1-23-16,1 1-22 0,-5-2-21 0,0 2-29 16,1 0-37-16,2-2-42 0,4 1-35 0,-1 0-22 0,-1 3-170 15,3-2-498-15,1-2 220 0</inkml:trace>
  <inkml:trace contextRef="#ctx0" brushRef="#br0" timeOffset="19887.64">7370 2882 114 0,'0'0'215'0,"0"7"-7"0,0-7-5 0,-3 8 8 0,2-5-16 15,1 2-17-15,-4 0-16 0,0-2-15 16,1 2-15-16,2-1-15 0,-1 2-8 0,-2-1-10 0,-1 0-10 15,2-2-5-15,0 3-21 0,1-1-28 0,-1-1-27 16,3 1-32-16,0-5-38 0,0 6-51 0,3-4-59 16,-3-2-161-16,8 2-361 0,-8-2 159 0</inkml:trace>
  <inkml:trace contextRef="#ctx0" brushRef="#br0" timeOffset="20356.02">7616 2606 170 0,'-1'-5'273'0,"-2"-1"-15"0,2-1-19 16,-2 2-12-16,-1-1-18 0,3 1-20 0,-1-2-23 16,-2 3-17-16,0 2-11 0,-3-2-19 15,2 1-11-15,2 0-14 0,-4 2-6 0,7 1-9 0,-13 4-11 16,3-1-6-16,1 1-7 0,-1-1-5 0,-1 5-2 15,3-1-8-15,-2 0-6 0,1 1-4 0,1 0-1 16,0 0-3-16,0 2-4 0,2-2 1 0,4 2-4 16,-3 1 1-16,5-6 0 0,0 3-6 0,5-2 3 15,-3 2-1-15,1-3-1 0,2-1-1 0,2-2-2 16,3 2-1-16,-2-2 1 0,4-1 2 0,-4-1-6 16,3-1 0-16,-2-1 0 0,2-1-1 0,-1 1 5 15,2-1-6-15,-5 0 1 0,3-2 0 0,-1-2 2 16,-4 3-3-16,1-1 5 0,1-1 13 0,-3 2 26 15,-3-2 11-15,6-1 4 0,-4 2 9 0,-2 2 15 16,2 0 2-16,-2-1-2 0,-1 4-13 0,1-5-11 16,-1 5-2-16,0 0-17 0,3-4-9 0,-3 4 2 15,0 0-8-15,0 0-5 0,0 0-3 0,0 0-8 16,0 16 3-16,-3-9 11 0,6 2-8 0,-3-3-11 16,2 5 1-16,2-3-7 0,-3 4-17 0,3 0-3 15,4-1-14-15,-1-1-26 0,1-1-22 0,2 2-29 16,-4-4-36-16,5 1-41 0,-1 0-60 0,2-5-55 15,-1 2-227-15,-1-3-570 0,2-2 253 0</inkml:trace>
  <inkml:trace contextRef="#ctx0" brushRef="#br0" timeOffset="20689.52">7679 2414 6 0,'0'0'402'0,"-3"-3"-11"0,3 3-26 0,0 0-18 15,0 0-16-15,0 0-31 0,0 0-32 0,0 0-13 16,0 0-35-16,18 0-25 0,-13 3-39 0,8 1 5 16,0 1-19-16,2 2-15 0,-2 1-14 0,4 1-10 15,2 0-11-15,-4 3-9 0,4 1-10 0,-3 0-2 16,5 7-7-16,-4 0-7 0,-3-6-9 0,1 3 2 15,-1-2-8-15,0 2-4 0,-4 0 1 0,4 0-7 16,-2-1-6-16,-3 2-3 0,-2 0-9 0,0-2-17 16,-3 1-12-16,0-4-9 0,-3 3-15 0,-2-1-16 15,-3-2-20-15,4 0-13 0,-4-2-19 0,-1 1-22 16,-2-1-28-16,0-2-32 0,-1 1-48 0,0-4-41 16,2 2-262-16,-3-3-585 0,2-2 259 0</inkml:trace>
  <inkml:trace contextRef="#ctx0" brushRef="#br0" timeOffset="21375.1">8379 2541 38 0,'0'0'286'15,"0"0"-13"-15,0 0-8 0,0 0-16 0,0 0-10 16,0 0-15-16,0 0-12 0,0 0-12 0,0 0-10 0,0 0-10 15,0 0-10-15,0 0-10 0,0 0-4 16,6 11-3-16,-6-11-9 0,0 0-13 0,0 0 2 16,4 2-8-16,-4-2-8 0,0 0-10 0,9 0-29 15,-9 0 16-15,11-3-15 0,-3 3-2 0,-8 0-10 16,17 0-10-16,-8 0-3 0,-1 0-2 0,7-2-15 0,-5 2-4 16,-3 0 4-16,2 0-8 0,-1 3-18 15,2-3-17-15,-4 2-19 0,4-2-15 0,-3 0-25 16,-2 2-24-16,5-1-18 0,-5-1-26 0,-5 0-27 15,10 4-26-15,-9-3-26 0,3 2-22 0,-1-1-27 0,-3-2-31 16,7 3-150-16,-7 1-477 0,0-4 211 0</inkml:trace>
  <inkml:trace contextRef="#ctx0" brushRef="#br0" timeOffset="21645.22">8415 2647 123 0,'-4'2'189'15,"4"-2"-6"-15,0 0 6 0,0 0-5 0,-2 6-1 0,2-6-5 16,0 0 0-16,2 5 8 0,-2-5-1 0,6 3-4 16,-3-1-8-16,1-1-10 0,6 0-9 15,-5 4-16-15,7-3-8 0,0-1-8 0,1 3-22 16,2-3-7-16,-2 2-13 0,2-2-8 0,-4 0-1 15,3 0-10-15,-3 1-6 0,1-1-10 0,0-2-20 0,-5 1-18 16,4 0-27-16,-6 0-27 0,3-3-31 0,-1 2-42 16,0 1-54-16,-1-3-64 0,-2 1-225 0,-3-2-499 15,2 1 221-15</inkml:trace>
  <inkml:trace contextRef="#ctx0" brushRef="#br0" timeOffset="22897.33">9413 2453 84 0,'1'-5'208'0,"-1"5"6"0,0-6-5 16,2 2 8-16,-2 4-10 0,1-5-6 0,-1 1-1 15,0 4-10-15,0-5-9 0,0 5-7 0,-3-6-7 16,3 6-20-16,-4-5-15 0,4 5-15 0,-9-3-9 16,3 0-9-16,-5 2-18 0,-2-1-6 0,0 3-6 15,0-1-6-15,-1 1-13 0,-2 2 3 0,2 1-8 16,-4 1-3-16,0-1-12 0,-3 2 4 0,5-1-4 16,-3 3-2-16,8-2-3 0,-4 0-3 0,6 1 1 15,-1-1-9-15,-1 2 5 0,3 2-3 0,0-4-3 16,0 4 0-16,4-4 8 0,1 2-8 0,0-1-1 15,2 1 2-15,2 1 0 0,5 0 1 0,-1-1 1 16,4-1-1-16,1 3-2 0,1-4 1 0,5 3-5 16,3 0 6-16,-2-2-2 0,3 0-5 0,-2-1-1 15,1 1 3-15,1-4 9 0,-2-1-10 0,4 3-2 16,-5-4 0-16,1-2-2 0,-2 1 4 0,-6 0-7 16,2 0 7-16,2-1-3 0,-5-2 0 0,2 0 2 0,-3 3-1 15,-1-3 1-15,-3-1 0 0,3 1-5 16,-3 1-2-16,1 1 4 0,-3-4 0 0,2 3-5 15,-4 2-11-15,5-4-9 0,-5 2-3 0,0 2-23 16,3-4-20-16,-3 4-16 0,0-5-19 0,0 5-25 0,0 0-32 16,0 0-42-16,0-6-47 0,0 6-229 15,0 0-515-15,0 0 228 0</inkml:trace>
  <inkml:trace contextRef="#ctx0" brushRef="#br0" timeOffset="25172.56">9289 2395 91 0,'0'0'139'0,"0"0"-1"15,0 0 1-15,0 0 1 0,0 0-3 0,0 0-1 16,0 0-4-16,3-3-5 0,-3 3-3 0,0 0-7 16,0 0-3-16,0 0-10 0,0 0-7 0,0 0-4 15,0 0-12-15,0 0-5 0,0 0-7 0,0 0-6 16,0 0-7-16,0 0-4 0,0 0-2 0,0 0-8 15,0 0-1-15,0 0-5 0,0 0-5 0,0 0 0 16,0 0 1-16,0 0 0 0,0 0 2 0,0 0 2 16,0 0 0-16,0 0-2 0,0 0 5 0,0 0-3 15,0 0 6-15,0 0 1 0,0 0 23 0,0 0 5 16,0 0-3-16,0 0 0 0,0 0-2 0,0 0-4 16,0 0 0-16,0 0-5 0,0 0-2 0,0 0-2 15,0 0 6-15,0 0-14 0,0 0-1 0,-8-4-8 16,8 4-2-16,0 0 2 0,0 0-13 0,0 0 8 15,0 0-11-15,-7-2 5 0,7 2 5 0,0 0-7 16,0 0-10-16,0 0-4 0,-7 0 1 0,7 0-4 16,0 0 2-16,0 0-3 0,-7-2 3 0,7 2 0 15,0 0 1-15,0 0-5 0,-7-1-10 0,7 1 6 16,0 0 2-16,0 0 4 0,0 0-5 0,0 0 0 0,0 0-2 16,0 0-2-16,0 0 1 0,0 0 2 15,0 0-6-15,0 0 5 0,0 0-2 0,0 0-2 16,0 0 5-16,0 0-2 0,0 0 2 0,-2 6-1 15,2-6 3-15,5 6-5 0,-1-4 2 0,-4-2 3 16,7 4 2-16,-3 0 7 0,3 0-15 0,4 1-7 0,-2 0-9 16,-2 0-16-16,4 1-29 0,-1-3-29 15,-2 4-52-15,1-1-70 0,1-2-75 0,-3 1-217 16,-1-2-550-16,5-1 244 0</inkml:trace>
  <inkml:trace contextRef="#ctx0" brushRef="#br0" timeOffset="25825.6">10356 2465 304 0,'0'0'346'0,"4"-4"4"0,-4 4-29 0,0 0-13 15,0-5-37-15,0 5-3 0,0 0-46 0,0 0-22 16,5-3-29-16,-5 3-13 0,0 0-18 0,0 0-16 16,0 0-14-16,0 0-13 0,0 12-4 0,0-7-13 15,1 2 0-15,-1-2-11 0,3 1-16 0,1 5-18 16,-1 0-17-16,1-2-20 0,0 1-23 0,0 0-23 16,6 2-32-16,-8-3-39 0,5 0-43 0,-3-1-50 15,2-3-41-15,-1 0-234 0,-1 0-526 0,2-1 233 16</inkml:trace>
  <inkml:trace contextRef="#ctx0" brushRef="#br0" timeOffset="29035.84">10441 2384 4 0,'2'-8'233'0,"0"-3"3"0,-2 4-4 0,2-4-2 0,-2 4-16 15,0-5-3-15,0 5-10 0,1-5-11 0,-4 6-10 16,3-2-6-16,0 0-10 0,-2 1-14 0,0 0-7 16,1 1-16-16,-2 1-20 0,2 0-5 15,-2 0-15-15,2 0-7 0,-1 3-14 0,-2-2 4 0,0 2-19 16,4 2-6-16,0 0-11 0,-8-3 1 0,8 3-8 15,0 0-3-15,-7 5 6 0,3-1-11 0,1 1-2 16,3 0-4-16,0 2-2 0,0 0 4 0,0 1-3 16,3 2-5-16,1 2 2 0,-2-2 0 0,2 3-1 15,1 4-2-15,-1-5 1 0,6 5-3 0,-5-1 4 16,1 4-5-16,2-1 1 0,-4 3 1 0,8 3-5 16,-8 2 8-16,3 1-8 0,-3-2 17 0,-1-7-15 15,-1 3-1-15,1-3 0 0,-3 3 1 0,0 0 0 16,0-3 3-16,0 0-1 0,4 0 0 0,-8 1 1 15,3-4 0-15,2 1-3 0,-4-4-4 0,5 1-13 16,-1-2-7-16,-1-1-14 0,0 0-15 0,4 0-18 16,-2-2-20-16,-1-2-26 0,0 1-30 0,3-3-39 15,2-1-42-15,1-2-36 0,-2 1-146 0,-1-3-442 16,-4 0 196-16</inkml:trace>
  <inkml:trace contextRef="#ctx0" brushRef="#br0" timeOffset="29604.71">10305 2523 199 0,'-1'-3'265'0,"1"3"-9"0,1-7-28 0,-1 7-18 15,3-7-15-15,0 4-20 0,2 0-18 0,-1 2-16 16,3-3-18-16,2 4-10 0,2 0-7 0,0 0-15 15,4-1-5-15,-4-3-13 0,5 8-2 0,-3-4-9 16,3-4-9-16,-5 9-4 0,1-5-5 0,3 2-16 16,-4-2-5-16,0 3-7 0,-3-3-8 0,0 1-3 15,0-1 5-15,0 0-5 0,-8 0-2 0,10 2-2 16,-6-2-3-16,-4 0 4 0,7 2-2 0,-7-2-2 16,5 1-2-16,-5-1 1 0,0 0-3 0,0 0 2 0,7 0 3 15,-6 4-7-15,-1-4 2 0,0 0 1 16,-4 8 1-16,3-5 0 0,1 1 0 0,0 1-1 15,0-5 3-15,0 9 8 0,1-4-8 0,3 2 2 16,-2-2 3-16,-1 0-5 0,3-1 5 0,-2 0 0 16,-1 0-1-16,3 0 1 0,-3-1 1 0,5-1 0 15,-6-2 1-15,5 3-3 0,-5-3 2 0,8-2 2 16,-8 2-1-16,10-4 1 0,-7 0 4 0,4 1 7 16,-1-4 4-16,-2 3-2 0,5-5 0 0,-4 4 2 15,1-3 3-15,3-1 3 0,-1 3 1 0,-2 1 5 0,-1-1-1 16,0-1 0-16,3 3-3 0,-5 1-4 0,4-1-1 15,-1-2-3-15,-1 4-3 0,0 1-2 16,1-1-4-16,-1 1-1 0,-5 1 0 0,7-2-2 16,-7 2-1-16,8 1-3 0,-8-1-1 0,0 0 1 15,12 0 1-15,-9 2-3 0,-3-2-4 0,6 4 2 0,-4-2-3 16,1 2-2-16,-3-4-4 0,3 5-12 0,-3-5-6 16,0 0-7-16,1 2-9 0,-1-2-12 15,0 0-13-15,4 4-19 0,-4-4-25 0,0 0-22 16,0 0-42-16,0 0-41 0,0 0-169 0,0 0-415 0,0 0 184 15</inkml:trace>
  <inkml:trace contextRef="#ctx0" brushRef="#br0" timeOffset="29990.15">11144 2259 231 0,'-1'-4'273'0,"1"4"-20"0,-4-4-22 0,0 2-20 0,-3 0-22 16,7 2-12-16,-8-2-25 0,8 2-16 0,-11 2-16 15,3 1-13-15,1-1-11 0,4 3-9 0,-1-2-6 16,-3 4-11-16,5-4-2 0,0 4-8 0,-3-1-6 16,4 1-6-16,-2 3-1 0,3-2-7 15,3 2 3-15,-2-1-7 0,4 1-2 0,3 1 0 0,-1 1-7 16,8 1 1-16,-1-2-1 0,2 1-3 0,-5 2-4 15,4-2-2-15,3-1-2 0,-1-2-2 0,-6 0 0 16,0 3 0-16,-1-7-3 0,-1 4 0 0,-1-2-3 16,-3-3 0-16,2 2-1 0,-4-1-2 0,1-2 3 15,-1-2-2-15,-3-1 3 0,-3 5 6 0,3-5 6 16,-7 4 7-16,7-4 4 0,-14-2-2 0,4 4 0 16,-1-2-6-16,-1-2-2 0,4 2-5 0,-4-2 0 15,-2 2-5-15,6-2-9 0,-3 1-20 0,4 1-14 16,7 0-18-16,-11 0-20 0,11 0-21 0,-8 0-33 15,8 0-41-15,0 0-30 0,0 0-28 0,0 0-186 16,15-5-441-16,-5 4 195 0</inkml:trace>
  <inkml:trace contextRef="#ctx0" brushRef="#br0" timeOffset="30926.12">11372 2454 22 0,'0'0'135'0,"0"0"-14"16,0 0-10-16,0 0-12 0,0 0-6 0,-13 10-11 15,13-10-8-15,-4 4-1 0,3-1-6 0,1-3 2 16,-3 8 7-16,6-4 2 0,-3-4 1 0,4 5-3 16,-3-3-11-16,6 4-5 0,-3-3-2 0,-1-1-9 15,5-1-2-15,-1 2-2 0,-2-2-6 0,4-1-5 16,-4 0-3-16,4 0 0 0,-9 0-2 0,11 0 1 16,-5-3-5-16,-2 1 7 0,-1 0-1 0,-1-2 0 15,2-1-1-15,-4 1-3 0,-4-1 0 0,4-2 1 16,-4 1 0-16,3 1-3 0,-3-3 4 0,-2 0 0 15,-1-1 1-15,1 1 4 0,-1 3 4 0,2-3 1 16,-1 2 5-16,2 1-2 0,-2 0 3 0,2 1 0 16,-1-1 3-16,0 1 1 0,3 2-5 0,-1-2-7 15,3 4 0-15,-1-4-7 0,1 4-4 0,0 0-3 16,7-5-4-16,-7 5-3 0,8-2 1 0,-8 2-3 16,11 5-3-16,-4-4-4 0,1 1-1 0,1 1-3 15,-2-1-3-15,3 3 0 0,-1 0-2 0,1-2 0 16,-1 4-1-16,-2-2-2 0,4 1 3 0,-7-2-5 15,4 1 2-15,-4 0-1 0,-1-1-7 0,1 1 1 16,0-1 2-16,0 1-12 0,0 1 6 0,-4-1-2 16,3 0 8-16,-2-2-7 0,2-1 2 0,-3-2 2 15,0 5 7-15,2-1-4 0,-2-4 2 0,0 0 6 16,1 4 1-16,-1-4 0 0,0 0 8 0,0 0 2 16,0 0 1-16,0 0 4 0,4-12 4 0,-4 9 5 15,4 0-1-15,-1-4 6 0,-1 4-1 0,1-3-3 16,0 4 4-16,1-3-2 0,-3 0 8 0,3-2-1 15,-1 3-4-15,3 0-1 0,-5 1-4 0,4-1 5 0,-5 1-8 16,0 3-5-16,7-4-6 0,-3 2 1 16,-4 2-4-16,6-3 0 0,-6 3 2 0,0 0-5 15,0 0-1-15,5 6 0 0,-1-3 1 0,-1 0-3 16,-2 1-4-16,-1-4-5 0,2 6-1 0,-1-2-5 0,-1 1 0 16,3-1-2-16,-3-4-1 0,1 6 1 15,3-2 1-15,-4-4-1 0,3 4 4 0,1-1 6 16,-4-1-3-16,0-2 4 0,0 0 0 0,8 0 2 15,-8 0-1-15,0 0 2 0,8-5-1 0,-8 5 1 16,6-4 2-16,-6 4 1 0,4-4 1 0,-1 2 1 0,-3 2 4 16,4-8 0-16,-2 5 4 0,1 1-1 15,-1-2 1-15,-2 4 0 0,1-4-2 0,-1 4-1 16,0 0-4-16,5-5-2 0,-5 5-1 0,0 0 1 16,0 0-4-16,0 0 2 0,0 0-5 0,0 0-4 0,15 8-3 15,-12-6 1-15,2 3-7 0,3-2 4 0,-2 1-5 16,2 0 0-16,0 2 0 0,4-4-3 0,-2 1 0 15,1 1 1-15,4 1-2 0,-1-2-1 16,0-1 2-16,-3-1-1 0,4-1 5 0,-1 0 1 16,-1 0 4-16,0-2 0 0,-2-1 3 0,1-2 0 0,-1 2 2 15,-4-2 2-15,3-1-2 0,-6 1 7 0,3-3-1 16,0-1 7-16,-3 2 12 0,-1 0 10 0,2-3 7 16,-2 5 2-16,-3-3 8 0,0 4 10 15,0-2 3-15,-3 1-2 0,-1 0 0 0,2 0-6 16,-2 1-2-16,-1 0-8 0,0 1-4 0,-2 1-3 0,-1 2-2 15,8 0-5-15,-15 1-5 0,8 1-1 0,-5 4-7 16,7-2 5-16,-2 1-3 0,0 1 1 0,1 3-2 16,-3 1 5-16,6 1 0 0,1 0-8 0,0 1-5 15,4 1-15-15,0-2-20 0,2 4-28 16,4-3-49-16,2-1-87 0,5 0-94 0,4 0-172 0,10 0-497 16,-1-5 219-16</inkml:trace>
  <inkml:trace contextRef="#ctx0" brushRef="#br0" timeOffset="31445.02">12728 2267 151 0,'1'-7'327'0,"-1"5"-17"0,0-4-13 0,0 3-11 15,0-2-23-15,0 5-31 0,-1-8-8 0,-1 3-20 16,-2 2-29-16,-3-1-13 0,3 2-15 0,-6 1-20 16,3-1-11-16,-6 2-14 0,1 2-10 0,-3 0-16 15,2 2-6-15,0-2-1 0,2 4-2 0,-8 0-11 16,8-1-8-16,-2 1-1 0,5 2-4 0,-2-1-2 15,2 1-5-15,1-3 1 0,3 1-4 0,0 3 6 16,0 1-11-16,1-4 0 0,3 5 0 0,0-5 2 16,3 3-1-16,0-1 2 0,2 1-2 0,5-2-1 15,3 5-8-15,2-4-3 0,4 0-1 0,2 0-36 16,-1 0-33-16,2 0-43 0,2-2-53 0,-4-2-78 16,12-2-81-16,-12 1-244 0,3-4-597 0,-5-1 264 15</inkml:trace>
  <inkml:trace contextRef="#ctx0" brushRef="#br0" timeOffset="31963.04">12849 2133 268 0,'-9'-1'346'0,"9"1"-28"15,0 0-26-15,0 0-24 0,0 0-23 0,0 0-29 16,0 0-20-16,11 11-23 0,-3-8-12 0,2 0-15 16,4 4-16-16,3 0-18 0,6 3-10 0,-2-2-5 15,7 3-10-15,-2 2-6 0,3-2-14 0,-1-1-15 16,-1 0 6-16,1-2-7 0,-9 0-1 0,5 0-6 16,-5-1-3-16,-1-2-4 0,-2 0-6 0,-5-2-1 15,1 2 1-15,-2-3-7 0,-3 1-1 0,0-1-2 16,-1-2 0-16,-2 1 7 0,2 2-1 0,-6-3-5 15,5 3-2-15,-5-3 3 0,0 0 0 0,2 2-4 16,-2-2-5-16,0 0 5 0,0 0-7 0,-7 5 1 16,1-3-5-16,0 0 1 0,0 2-3 0,-2-1-3 15,0 2 4-15,-3-1-8 0,2-2 5 0,0 7 3 16,-3-4-6-16,3 1 9 0,-1 0-12 0,-1 0 3 16,2 0-28-16,-1 1-4 0,-2-2-19 0,2 1-23 15,1 2-32-15,3 0-49 0,-6-2-74 0,5-2-64 16,2 1-230-16,-3 0-566 0,1-3 250 0</inkml:trace>
  <inkml:trace contextRef="#ctx0" brushRef="#br0" timeOffset="32799.49">13525 2183 131 0,'0'0'257'16,"-9"-1"-23"-16,9 1-27 0,0 0-22 0,-8 3-17 16,3-1-13-16,1 2-19 0,-2 2-8 0,2-2-14 15,0 3-8-15,0 2-7 0,-4-3-7 0,7 4-7 16,-3 2-6-16,2-2-5 0,1 2-4 0,2-2-3 15,1 0-3-15,-2 4-2 0,2-4-5 0,1 1-3 16,5 1-1-16,-4-3-5 0,0-2-6 0,4 2-2 16,-2-3-1-16,-1-1-2 0,3 0 3 0,1-1-1 0,0 1 4 15,-1-3-2-15,-1-2-1 0,1 0-2 16,-1 0-3-16,2-2-2 0,1 0-1 0,-3-2 3 16,2 1 0-16,1-3-6 0,-2-2 1 0,0 2 6 15,0-3 0-15,-4 2 7 0,1 0-2 0,0-3-3 0,-1-1 5 16,-1 6 8-16,0-5-10 0,2 2-1 0,-5 5-7 15,0-5-7-15,0 1 0 0,-5 4-7 16,-1-5-6-16,1 4-5 0,-5-1-20 0,-2 2-8 16,1 1-17-16,-3-1-19 0,-1 2-22 0,-5 0-27 15,2 1-36-15,-5 2-45 0,3 0-56 0,2 0-48 0,-1 3-157 16,1 1-484-16,-2 0 214 0</inkml:trace>
  <inkml:trace contextRef="#ctx0" brushRef="#br0" timeOffset="33535.28">13117 2405 137 0,'0'0'176'15,"0"0"-12"-15,1-4-8 0,-1 4-2 0,0 0-16 16,0 0-10-16,0 0-2 0,0 0-6 0,0 0-7 16,0 0-8-16,0 0-3 0,0 0-4 15,0 0-11-15,0 0-6 0,0 0-5 0,0 0-8 16,0 0-5-16,0 0-6 0,0 0-2 0,0 0-2 0,0 0-4 15,0 0-4-15,-10 10-3 0,8-7 0 0,2-3-2 16,-8 5 2-16,3-1-4 0,1-2-2 0,0 5-4 16,0-4-3-16,0 0 2 0,-4 1-2 0,4 2-5 15,-4-1-1-15,2 2-1 0,2-3-3 0,-2-2-1 16,1 3 5-16,-1 2-10 0,0-3-2 0,-1 1 3 16,3-3-2-16,-2 3-2 0,0-2 0 0,-1 0-3 15,4 0 2-15,1 0-2 0,-3-1 4 0,5-2-4 16,-1 5 2-16,1-5 0 0,-5 2 2 0,5-2-1 15,0 0 2-15,0 0-2 0,0 0 3 0,0 0 2 16,0 0-6-16,0 0-9 0,0 0-18 0,0 0-23 16,16 0-31-16,-16 0-57 0,13-5-71 0,-7 1-232 15,-2 1-468-15,3-1 207 0</inkml:trace>
  <inkml:trace contextRef="#ctx0" brushRef="#br0" timeOffset="36161.4">13325 2486 161 0,'1'-4'245'0,"-1"4"-7"0,1-5 1 15,-1 5-7-15,3-7-13 0,-3 7-3 0,3-4-1 16,-3 4-7-16,0 0-9 0,0-3-16 0,0 3-7 16,0 0-18-16,0 0-10 0,1-7-15 0,-1 7-14 15,0 0-13-15,0 0-14 0,0 0-9 0,0 0-13 16,0 0-15-16,0 0-3 0,0 0-5 0,0 0-6 16,0 0-4-16,-8 12-5 0,4-7-4 0,0 1-1 15,0 2-2-15,0-1-4 0,0 1-4 0,-6 4-2 16,2 3 2-16,1-3-1 0,-1 2-2 0,-3 3-4 15,2-2-2-15,-4 0 1 0,2-1 5 0,1 3-5 16,-1-2 3-16,-3 2-25 0,5-2-16 0,-4-2-21 0,3 1-31 16,1 1-38-16,-2 0-54 0,6-5-76 0,-3 1-290 15,5 0-584-15,-1-1 259 0</inkml:trace>
  <inkml:trace contextRef="#ctx0" brushRef="#br0" timeOffset="55430.28">7228 4013 87 0,'-5'-3'149'16,"5"3"-3"-16,-7-3-22 0,7 3-5 0,-8-2-18 15,8 2-8-15,-5 0-9 0,5 0-4 0,0 0-18 16,-15 2 8-16,12-2 1 0,-2 2-3 0,5-2-2 16,-10 4 3-16,2-1-6 0,1 1-1 0,2-2 0 15,-4 1-8-15,4-1-1 0,-4 3 6 0,3-1 1 16,-3 3-1-16,0-1-6 0,0 1-2 0,2-1-5 15,-2-1-5-15,-2 0-1 0,3 2-1 0,1-2-5 16,-2 2 0-16,-3 0-5 0,4 0-1 0,1 1-3 0,-2 0-1 16,1 0-7-16,1 2 6 0,-1-2-4 0,-3 3-2 15,7-2 1-15,-2 2-2 0,1-2 2 16,-1 4-2-16,2-3 10 0,-1 2-10 0,0 0 4 16,0-2-3-16,0 3 1 0,2-3 2 0,2 3-2 0,-3-2-2 15,0 1 1-15,1-1-2 0,-1 2-2 0,4-3-3 16,0 1 3-16,0 2 5 0,0-1-5 15,0-1-2-15,0 0 0 0,1 0 4 0,-2 1 1 16,1-1 0-16,1 0 3 0,2 0-5 0,-3-2 1 0,4 3 1 16,0-1 5-16,-1-2-6 0,-2 2 2 0,3 0-1 15,2-1-3-15,-2 0 2 0,0 0 8 0,4 1-8 16,-4-1-4-16,0-1 10 0,3 0-7 0,0 0 0 16,-2 0 4-16,3 0 11 0,-2 0 0 0,2-2 1 15,0 1-2-15,0-2 0 0,1 1-2 0,0 0 3 16,-1-3 3-16,-1 3 2 0,1-3 0 0,-1 1 0 15,4 1 0-15,-3-2 3 0,0 0-4 0,3-1 3 16,-1-1 7-16,1 2 3 0,2 0 1 0,-2-2 4 16,0 1-9-16,1-2 4 0,0 1 0 0,2-1-3 15,-2 1-1-15,-1-2-8 0,3 0 4 0,-2 0 3 16,0 0-1-16,0 0 2 0,-1 0 5 0,4 0 4 16,-7-2-2-16,7 1 4 0,-4 1-2 0,0-2-11 15,1 1 4-15,-1-2 1 0,3 2 0 0,-6-3-2 16,2 2 5-16,-4-3-2 0,8 2 0 0,-6 1 8 15,3-1-1-15,-4 0 9 0,1-1-8 0,0 2 0 16,-1-2 1-16,2 1-2 0,0-1-3 0,-4 1 0 16,3 0-3-16,2-2-4 0,-5 2-7 0,5-3 14 15,-5 2-10-15,2-1-6 0,-2 2 1 0,2-2-4 0,3-1 1 16,-5 0-9-16,2 1 2 0,-2-2 1 0,-1 1-7 16,2 1 1-16,-1-4-1 0,2 2-5 15,-2-1 1-15,0 3-1 0,4-1 2 0,-6 0 3 16,1-1 6-16,1 1 3 0,-2-2-3 0,1 4 1 0,0-2-2 15,0-2 0-15,-2 3-4 0,2 0 0 0,1-2-2 16,0 1-2-16,0 1 0 0,-4-1 0 0,3 1 0 16,0-2-2-16,0 3 0 0,-1-1 1 0,0 2-6 15,-3-4 5-15,4 2-2 0,-4 0-2 0,7 0 4 16,-6-1-3-16,0 1 4 0,2 0-4 0,-2 0 0 16,1-1 1-16,-1 2 0 0,-1-1-1 0,0-1 6 15,3 3-4-15,-3-4 1 0,3 4-1 0,-2-1 2 16,0-2-4-16,-1 0 1 0,2 1 2 0,-2-2 1 15,1 4 2-15,-1-2-1 0,-1-1 1 0,-1-1-2 16,5 3 7-16,-4-3-7 0,1 2 0 0,-3-1 0 16,-1 1 4-16,4 0-3 0,-3-1-1 0,3 0 0 15,-3 1-1-15,1-2 2 0,-1 1-2 0,0 0-3 16,-2 1 3-16,4-2-1 0,-5-1-2 0,3 1 2 16,-2-3-1-16,-2 1 1 0,1 1 1 0,0-1-2 15,0 0 2-15,2 0 0 0,-3 1-4 0,1 1-1 16,-4-5 3-16,5 1-6 0,-5 2-1 0,2-1 1 15,-7-2-4-15,1 1-2 0,0-2 0 0,0 3 0 16,-4 1-1-16,3-3-3 0,-5 2 0 0,0-1-1 0,3 1 3 16,-10-4-19-16,7 7-19 0,-1-3-21 15,-3 5-35-15,-2-3-42 0,1 1-61 0,4 3-62 16,-7 1-44-16,7 3-45 0,-4 2-56 0,5-1-77 0,-2 3-253 16,-1 0-795-16,3 1 352 0</inkml:trace>
  <inkml:trace contextRef="#ctx0" brushRef="#br0" timeOffset="56751.75">7110 4751 118 0,'0'0'210'15,"0"0"-2"-15,0 0-3 0,0-6-9 0,0 6-4 16,0 0-9-16,0 0-14 0,0 0-10 0,0 0-12 16,0 0-17-16,0 0-12 0,0 0-9 0,0 0-12 15,0 0-11-15,0 0-12 0,0 0-9 0,0 0-6 16,0 0-9-16,0 0-6 0,0 0-3 0,0 0-5 16,0 0 5-16,-12 10-12 0,8-5-3 0,-1-2-4 15,0 4-3-15,-1 1-3 0,-3-1-1 0,-1 4 0 16,-3 2 0-16,1-1 0 0,-4 3 0 0,0 1 0 0,-8 3-1 15,1 4 3-15,-1-2 0 0,2-2-1 16,0 3-1-16,-5 3 8 0,0 2 3 0,0 2-2 16,-1-1 7-16,-8 9-3 0,7-9 3 0,-1 1 2 15,-7 9-4-15,1 0 4 0,-1-1 1 0,-1 1 3 0,1 1-3 16,-5-1 14-16,4 1-11 0,-1-2-1 0,-1 0 3 16,2 3-2-16,-1-2 6 0,-1 0-10 15,2 2 12-15,-4 5 2 0,2-5-4 0,0-1 2 16,0 3 3-16,2 1-7 0,-4 0 6 0,4 0 3 0,-7 0 14 15,10-1-18-15,-6 3 11 0,4-3-4 0,-4 3-3 16,3-1 7-16,-1 1-5 0,-1-2 5 0,1-3 5 16,-1 2-9-16,2-2 2 0,2-1 3 0,-1-2-7 15,0 1 2-15,10-8-3 0,-7 13-3 0,5-15-2 16,5 3-4-16,-5-2 1 0,6 2-3 0,-4-1-4 16,4-2-6-16,-3-4 1 0,7-1-4 0,4-5-3 15,0-3-1-15,3-2-2 0,4-3-3 0,-2-4-9 16,6 2-8-16,-1-5 3 0,5-1-16 0,0-2-22 15,0 0-40-15,12-13-59 0,3 2-63 0,7-11-84 16,3-4-117-16,12-13-291 0,-3-2-747 0,2-5 331 16</inkml:trace>
  <inkml:trace contextRef="#ctx0" brushRef="#br0" timeOffset="58308.5">7439 4715 15 0,'0'0'198'0,"0"0"-12"0,0 0-3 0,0 0-14 16,0 0-6-16,0 0-8 0,0 0-15 0,0 0-5 16,0 0-14-16,0 0-11 0,0 0-7 0,0 0-19 15,0 0-7-15,0 0-7 0,0 4-9 0,0-4-6 16,4 2-2-16,-4-2-4 0,3 4-6 0,-2-1 0 15,2-1-3-15,0 2-4 0,4 0 8 0,-4 0-1 16,3 1-4-16,1-1-1 0,3 2-6 0,-3 0-3 16,5 2 0-16,-1-1-1 0,0 1 0 0,1-1 0 15,1 0 5-15,-1 2 1 0,5 2 1 0,3-1 0 16,-5 1-6-16,6-1-1 0,-1 1 7 0,-4-2-8 16,3 2-3-16,-1 1 1 0,7 4-3 0,-8-6 3 15,1 3 2-15,1-2-6 0,-3 2 2 0,2-3 0 16,2 1-2-16,-2 2 2 0,1 3-1 0,-1-4 0 0,-1 0 1 15,8 5 3-15,-2 1-1 0,-5-6 8 16,2 1-8-16,-2 2-6 0,-1-4 2 0,9 5-1 16,-11-2 3-16,4-2-9 0,-1 1 19 0,1 0-7 15,0 1 0-15,3 2 14 0,1 1-14 0,-5-4-2 0,-2 0 4 16,3 1-9-16,-4-1 1 0,1-1 1 0,2 1-1 16,0 1 0-16,3 6 0 0,-4-9 0 0,0 3-1 15,1 0 1-15,0 0-5 0,-2 0-5 0,3-1 12 16,0 1-4-16,2 4 1 0,-5-4 8 0,1 0-14 15,5 3 4-15,4-1 2 0,-3 1 7 0,3-1-2 16,-4 0-7-16,-2-3 3 0,5 3 2 0,-2 0-2 16,-4-3 6-16,5 1-14 0,-5-4 9 0,-1 3-2 15,7 4 0-15,-6-6 1 0,-3 1-2 0,3-1 2 16,-1 1 1-16,-2-2-6 0,2 2 1 0,-1-3 7 16,1 3-1-16,-3 0-3 0,4-1 2 0,-4-1-2 15,3 1 3-15,-2-1 5 0,2 1 1 0,0 4 0 16,1-6 2-16,1 2-6 0,3 3 5 0,-3-1-5 15,6 0 3-15,-8-1-10 0,1 0-1 0,3 0 2 16,2 3-2-16,-6-4 2 0,2 2-4 0,6 2-1 16,-8-3-1-16,2 0 2 0,5 3-16 0,2-1 13 15,-12-2-3-15,1 0 1 0,2 0-2 0,1 1 0 16,5 3 0-16,-6-7-3 0,1 6 9 0,-1-3-5 16,0 1-6-16,0 0 0 0,0 1-5 0,0 0 10 15,-2 0-5-15,0-1 16 0,1 2-16 0,1 0 6 16,-1-1-4-16,1-1 2 0,2 0 4 0,-2 2-4 15,0-3-4-15,0 2 6 0,-1-1 1 0,1-1-3 0,-2 1 2 16,0-2 5-16,2 2 1 0,-3-1-1 0,0-1 0 16,0 0-4-16,-6-2-1 0,5-1 3 15,-2 1-4-15,-3-1 11 0,2-1-7 0,-1 0-3 16,0 1-3-16,-1-2 1 0,1 2 6 0,-3-1-8 0,-1-2-1 16,1 0 1-16,0 0-5 0,2 0 4 0,-3-2 0 15,1 2 1-15,-3 0 0 0,1-3-4 0,2 2 3 16,-3 1 5-16,0-3-7 0,-1 1 0 0,0 0 0 15,-3-3 2-15,3 2 0 0,-3-2-4 0,6 5 4 16,-6-5 0-16,0 0 3 0,4 0-8 0,-4 0 4 16,0 0 4-16,0 0-14 0,0 0-15 0,4 3-32 15,-4-3-34-15,0 0-51 0,0 0-64 0,0 0-60 16,0 0-67-16,0 0-60 0,0 0-213 0,0 0-654 16,-7-10 290-16</inkml:trace>
  <inkml:trace contextRef="#ctx0" brushRef="#br0" timeOffset="58909.68">10221 6561 118 0,'-4'-7'249'0,"0"4"-5"0,2 1-6 0,-3-1-12 15,5 3-6-15,-5-4-9 0,-1 0-11 0,2 2-12 0,-3-2-10 16,-1 3-15-16,0-2-5 0,-2 3-9 0,10 0-5 16,-20 1-19-16,9 1-8 0,-4-1 12 15,0 1-22-15,0 1-7 0,-4 3-3 0,-1 0-4 0,-1 4-3 16,4-1-3-16,-6 2 3 0,6 1-6 0,-2 0-9 16,0 2 9-16,4 2-23 0,-2-2-11 0,0 8 2 15,2 1-6-15,7-5-1 0,0 1-12 0,2 2 10 16,2 0-8-16,8 1 0 0,-1 3 2 0,4 3 0 15,2-4 0-15,8 1 4 0,3 1 2 0,6-3-5 16,1 1 0-16,3-2-5 0,3-1-3 0,-2-6 0 16,3 0-2-16,0-2-3 0,-3-1 1 0,2-7-5 15,2 2 2-15,-2-4 3 0,-3-1-7 0,1-2 16 16,-2-5 29-16,-9-1 24 0,5 1 24 0,-5-8 10 16,-1 3 3-16,4-8 4 0,2-4-7 0,-13 4-6 15,6-6-5-15,-7-4-10 0,-7-1-10 0,4-4-9 16,-4 1-7-16,-4 0-9 0,-7-1-13 0,-1 1-3 15,-6-2-16-15,-6 3-14 0,-6 0-23 0,-9-5-22 16,5 10-28-16,-15-7-47 0,-3 5-48 0,2 1-57 0,-6 4-57 16,-6 3-37-16,-3 2-38 0,-2 0-63 0,-1 2-65 15,2 4-235-15,-4 3-757 0,-2-3 335 16</inkml:trace>
  <inkml:trace contextRef="#ctx0" brushRef="#br0" timeOffset="60364.71">5010 6999 167 0,'-6'-5'201'0,"0"0"-2"15,-1 1 0-15,2-1-13 0,-1 0-1 0,-2 0-20 16,4 1-6-16,-4 2-14 0,1-3-11 0,0 3-14 16,-1 0-11-16,0 4-13 0,8-2-1 0,-17 1-10 15,8 5-10-15,-2-2-1 0,-4 4-11 0,6 1-6 16,-5 5-4-16,-2 1-2 0,2 1 0 0,-1 2-3 16,-3 5-1-16,1-2 1 0,2 2 1 0,-1 2-3 15,2-1-5-15,-1-1-2 0,5-2 0 0,-4 3-8 16,3 1-2-16,1 1 2 0,2-6-5 0,4-1 1 15,-1 6-2-15,0-3-2 0,8-1-2 0,1-1 1 16,-1-1 3-16,4-1 5 0,4 0 6 0,1 0 6 0,7 4-2 16,-3-8-3-16,7 1 5 0,3 1-5 15,4-6 5-15,-3-1-1 0,3-1-1 0,4-2-2 16,-3-2-3-16,4-3-4 0,-1-3 5 0,1-3-10 16,-2-6 0-16,2 4 9 0,-5-4 9 0,0-1 16 0,-2 0 15 15,1-4 1-15,-5 0 6 0,2-2 3 0,-6-1 1 16,1 0 8-16,-2-2-1 0,-4-3-5 0,0-3-3 15,-1 1-6-15,-5-2-5 0,-4 0-6 0,0-1-3 16,-4 2-1-16,-1 0 4 0,-4 0 0 0,-3 1 2 16,-5 1-5-16,1 1-3 0,-7 1-1 0,2 2-1 15,-6 0-14-15,-4 3-2 0,2 3-7 0,-7-2-4 16,-1 6-2-16,0-2-5 0,3 4 0 0,-5 2-13 16,4 0-19-16,10 4-18 0,-2 2-22 0,-1 1-34 15,5 0-39-15,-1 1-50 0,7 2-37 0,-2 4-38 16,3-3-40-16,1 4-53 0,6-1-53 0,-1-1-265 15,7-1-707-15,2 1 313 0</inkml:trace>
  <inkml:trace contextRef="#ctx0" brushRef="#br0" timeOffset="60799.64">6131 6546 292 0,'-4'-3'341'16,"4"3"-11"-16,-3-4-4 0,3 4-5 0,0 0-14 15,0 0-14-15,0 0-13 0,-5-2-25 0,5 2-21 16,0 0-20-16,0 0-15 0,0 0-22 0,0 0-16 16,0 0-11-16,0 0-18 0,12-3-8 0,-4 2-12 15,6 0-11-15,4 1-13 0,2 0-8 0,11-1-8 16,0-1-9-16,9 1-7 0,-1 1-2 0,-1-2-5 15,3 0-4-15,-3 1-19 0,2-1-9 0,0-1-4 0,-4 0-16 16,-1-1-14-16,1 0-21 0,-6 2-22 16,-6-3-12-16,-5 1-24 0,0 0-19 0,0-1-24 15,0 1-24-15,-5 1-25 0,-1 1-26 0,-2-2-34 16,-4 2-44-16,0-1-253 0,-2 0-590 0,-2 1 261 0</inkml:trace>
  <inkml:trace contextRef="#ctx0" brushRef="#br0" timeOffset="61318.87">6995 6176 67 0,'0'0'250'16,"0"0"-29"-16,0 0-23 0,0 0-16 0,0 0-16 16,5 11-17-16,-1-2-13 0,3 1-10 0,-6 0-9 15,5 1-11-15,-2 2-11 0,0 0-8 0,0 2-5 16,2 4-6-16,0-2-10 0,-2-1-4 0,0 2-7 16,0-5-5-16,-1 1-4 0,-1-2-4 0,0-1-3 15,-2 0-6-15,3-3-1 0,-3 2-4 0,0-5 0 16,0-1 1-16,2 2-4 0,-2-2 20 0,1-2 20 15,-1-2 21-15,0 6 13 0,0-6 4 0,0 0-12 16,0 0-6-16,8 0-11 0,-8 0-6 0,8-6-7 16,-2 4-11-16,2-1-2 0,-2 1 4 0,7-3-17 0,-5 2-1 15,4-1-3-15,-1 2-7 0,0 0-1 16,1 1-4-16,2 1 0 0,-1 3-5 0,-2-2 1 16,0 1-4-16,3 0-3 0,-6 1 2 0,1 2-6 15,1 0 3-15,-2-1-3 0,-1 1 1 0,-2 1-4 0,1 0 1 16,-4 0 6-16,1 3-4 0,-3-5-2 0,0 3 0 15,-1-1 0-15,-3 1 3 0,-3-1 2 16,2-1-3-16,-4 2 1 0,-2-4-2 0,-2 1 1 16,0 0-2-16,-1 0 1 0,0-3-3 0,-4 2 4 0,5-2-5 15,-9 0-20-15,4 1-21 0,5-4-15 0,-1 2-22 16,2-2-29-16,5 1-46 0,-1-1-49 0,4-1-50 16,0 0-235-16,4 3-528 0,-1-8 234 15</inkml:trace>
  <inkml:trace contextRef="#ctx0" brushRef="#br0" timeOffset="61686.28">7544 6364 163 0,'4'1'292'0,"2"0"-5"0,-1 1-9 0,6 1-9 16,0-1-7-16,2 1-16 0,5 2-11 0,1-3-7 16,-1 1-9-16,12-1-20 0,-7-2-4 0,10 2-28 15,-2-1-1-15,2 0-7 0,-1 1-5 0,5-4-5 16,-1 1-9-16,3 1-13 0,-1-1-8 0,1-1-9 16,3 0-11-16,-1-1-3 0,16-4-18 0,-20 3 2 15,1 0-14-15,0-3-5 0,-3 2-2 0,-2 2-8 16,-3-4-2-16,3 1-8 0,-9 3-4 0,-5-2-5 15,2 0-1-15,-8 1-6 0,2 0 0 0,-1 0 0 0,-2 1-3 16,-1 0-3-16,0 0-2 0,-5 1 6 0,1 0-24 16,-3 2-25-16,2-2-30 0,-6 2-34 0,0 0-27 15,11 0-11-15,-11 0-21 0,0 0-28 16,0 0-37-16,0 0-42 0,-7 9-50 0,7-9-291 0,-11 4-647 16,4-2 286-16</inkml:trace>
  <inkml:trace contextRef="#ctx0" brushRef="#br0" timeOffset="62572.62">4889 7718 114 0,'3'-4'276'0,"-3"4"-17"0,0 0-10 16,0 0-24-16,0 0-19 0,0 0-20 0,0 0-20 15,0 0-17-15,0 0-16 0,0 0-11 0,0 0-11 16,-19 15-8-16,13-10-1 0,-2 7-6 0,-7-1-8 16,2 5 1-16,-6 5-3 0,1 2-2 0,-4 4-6 15,-2 1-1-15,-10 10-2 0,0 5-1 0,-3-2-1 16,-1 1 0-16,-4 3 0 0,1 0 1 0,-5-2-2 16,-14 25-2-16,19-21 1 0,-3 1 3 0,-10 22 8 15,9-23-10-15,6 0 4 0,-24 19-3 0,24-22-6 16,1 2-3-16,0 0-6 0,-2-1 12 0,2 1-12 15,3-6-3-15,-1 1-6 0,10-12-3 0,2 2-5 16,-3-1 1-16,1-1-10 0,3-2-2 0,2-5-1 16,2 1-1-16,2-1 8 0,6-10-12 0,3 0-11 15,1-5-18-15,4 2-15 0,2-4-17 0,1-2-8 0,0-3-25 16,5 2-41-16,-5-2-54 0,23-7-74 16,-4-6-87-16,-1 3-301 0,8-8-677 0,-1-5 300 0</inkml:trace>
  <inkml:trace contextRef="#ctx0" brushRef="#br0" timeOffset="63442.57">4836 7702 81 0,'0'0'262'0,"0"-5"-12"0,0 5-10 0,0 0-16 15,0 0-17-15,0-5-19 0,0 5-19 0,0 0-17 16,0 0-14-16,0 0-14 0,0 0-14 0,14 6-11 16,-9-2-9-16,-1 2-9 0,3-2-5 0,0 4-7 15,-2 1-5-15,6 3-5 0,-4-4-1 0,4 8 0 16,2-1-2-16,0 2-3 0,4 5 3 0,3-1 11 15,-2 1-3-15,0 0-11 0,-3 1 6 0,5 1-9 16,4 1-4-16,-1-2 3 0,-2 2-5 0,7-1-7 16,-4 2 1-16,-1-1-5 0,5 1 3 0,-3 1-8 0,5-2 2 15,0 0-7-15,-4 5 2 0,1-3-4 16,2 0-3-16,-2 1 3 0,-1-2-3 0,1-1-3 16,-4 3 5-16,7-2-1 0,-10-1 4 0,5 0 1 15,-6-5 5-15,0 1 2 0,2-1-8 0,-5-6 2 0,-4 1 9 16,3 1-9-16,-1-2 4 0,0 0 4 0,3-4 7 15,-4 3 2-15,-3-3-3 0,1-2 3 16,4 3-2-16,-6-2-3 0,1-1 6 0,5 1-3 0,-7-2 8 16,4 0-5-16,2-1-9 0,-3 2-3 0,1-1 0 15,-2-1-3-15,2 1-1 0,-1-2-1 0,-2-1-3 16,2 1-6-16,-2 1-5 0,1-1 3 0,-2 2 0 16,0-1-4-16,0-3 1 0,-2 0-2 0,1 2 0 15,-2 0-1-15,6 1 1 0,-4 0 1 0,1 0-9 16,1 1 0-16,1-1 0 0,-3 0 4 0,3 2-4 15,-4-1 4-15,2-2-5 0,-2 0 0 0,2 1 6 16,3 1 1-16,-6-2-1 0,1-1-4 0,-1 0 0 16,3-1 9-16,-5 0-7 0,1-1 10 0,0 0-17 15,-1 1 2-15,-3-3-6 0,5 2-13 0,-5-2-24 16,0 0-53-16,0 0-52 0,9-1-69 0,-9 1-82 16,1-6-80-16,1 3-234 0,-2 3-662 0,0-9 293 15</inkml:trace>
  <inkml:trace contextRef="#ctx0" brushRef="#br0" timeOffset="63961.12">6124 8934 232 0,'0'0'266'0,"-10"0"-4"15,10 0-13-15,-12 2-9 0,8 1-21 0,-1-2-11 16,-1 0-10-16,-2 5-14 0,2-4-7 0,-5 4-4 15,4 1-11-15,-1-1-10 0,-2 4-8 0,0 0-8 16,3 0-12-16,-2 0-7 0,4 1-5 0,2 2-4 16,-4 3-7-16,3 1-3 0,4-4-9 0,0 6-4 15,0 3-3-15,4-1-11 0,6-2 9 0,-2-1-15 16,5 5-8-16,7-2 1 0,1-2-8 0,-3-5-8 16,10 1 0-16,0-2 3 0,2 0-12 0,3-8 9 15,0 1-8-15,0-3-6 0,2-3 1 0,-2-1-7 16,0-6 2-16,-2-2-7 0,0 2 1 0,-2-6-2 15,-5 0 1-15,0-2-2 0,-3-4 0 0,-2-2 4 16,-5-1 23-16,2-2 6 0,-10 4 2 0,-2 0 5 0,-4-9-3 16,-3 9 3-16,-1-1 5 0,-4-6-4 15,-6 2-8-15,-2 2-1 0,-5 2-7 0,-6 1-4 16,-4 2-2-16,-5-1-18 0,-2 5-18 0,-12-3-40 0,-3 1-41 16,1 4-50-16,-5 4-45 0,3 2-42 0,-7 4-53 15,1-1-73-15,-3 4-341 0,-3 1-743 0,-1 0 328 16</inkml:trace>
  <inkml:trace contextRef="#ctx0" brushRef="#br0" timeOffset="64730.34">3681 9269 69 0,'-8'-4'262'16,"6"2"-4"-16,-5-5 2 0,1 3-9 0,1 1-17 16,-3-1-16-16,1 3-19 0,0-2-16 0,0 2-18 15,-4 0-15-15,5-1-15 0,-5 5-16 0,-3 0-11 16,-1 3-8-16,3 0-10 0,0 2-7 0,-6 3-5 15,2 3-6-15,-1 3-6 0,4-1-2 0,-5-1-3 16,3 8-4-16,2-6-1 0,-1 7-10 0,4-5-4 16,1 0-3-16,3 2-5 0,5-2 4 0,-2 0-6 15,3 1-1-15,3-4-2 0,3 0 1 0,3 0-4 16,5-1 5-16,0-1 4 0,14 0-3 0,-2-1 0 0,1-5-6 16,4 1 4-16,2-6-6 0,-1-5-5 15,5 1 1-15,-6-1-3 0,-2-5 7 0,5-2-7 16,-4-1 0-16,0-4-8 0,-6 0 2 0,2-6 5 15,-6 1-2-15,0-1-2 0,-3-3-4 0,-2 0 3 0,-1-4-3 16,-6 4 2-16,-4-6 12 0,-2 9 10 0,-4-2 13 16,-2 2 11-16,-7-7 0 0,-1 9 2 0,1 0-8 15,-3 2-4-15,-10 0-14 0,-2 1 6 0,-3 1-12 16,1 5 0-16,-2 1-1 0,3 4-7 0,-3 2-19 16,7 3-20-16,-7 0-14 0,5 5-16 0,-2 4-30 15,5-2-21-15,-3 5-22 0,0 4-32 0,5 2-40 16,1 3-46-16,5-4-45 0,-1 7-270 0,1 1-604 15,2 1 267-15</inkml:trace>
  <inkml:trace contextRef="#ctx0" brushRef="#br0" timeOffset="65249.51">3551 9776 134 0,'0'0'215'16,"0"0"-16"-16,0 0-14 0,-7 3-20 0,4 1-8 16,-1-2-8-16,0 1-5 0,-2 0-3 0,-1 7-3 0,0-2-6 15,-2 5-3-15,-1 2-5 0,-5 8-8 0,-3-2-3 16,3 3-2-16,-4 9 0 0,-3-2-1 0,2 4-9 16,-9 8-2-16,5 3 0 0,-6 0-6 0,1-1 6 15,0 3 1-15,-3 1 5 0,2 0-9 0,2-1 6 16,-6-1 2-16,4 2-4 0,-4-1 6 0,1-1-6 15,3-1-8-15,-4 3 4 0,3-2-8 0,-2 0-2 16,2 1 1-16,-2-2-8 0,1-2-7 0,-1 0-1 16,2 2-10-16,-6-2 9 0,8-1-16 0,5-12-4 15,1 1-5-15,0 0-2 0,2 0-7 0,0-4-3 16,-2-1-5-16,6-1-5 0,-1-1 0 0,9-8 10 16,-1 0-23-16,1-4-10 0,1 0-19 0,2-3-25 15,2-2-14-15,3-1-8 0,-1-2-7 0,4-1-18 16,2-3-26-16,-4-1-36 0,0 0-43 0,19-5-51 0,-3-3-48 15,2-1-53-15,-2-2-211 0,3-2-605 16,6-6 268-16</inkml:trace>
  <inkml:trace contextRef="#ctx0" brushRef="#br0" timeOffset="66052.83">3579 9664 231 0,'0'0'253'0,"3"-4"-12"16,-3 4-9-16,0 0-10 0,0 0-13 0,0 0-20 16,0 0-19-16,0 0-17 0,0 0-18 0,0 0-14 15,2-4-16-15,-2 4-11 0,0 0-11 0,0 0-7 16,0 0-5-16,6 13-5 0,-3-10-10 0,0 3 2 0,-1 1-13 15,5 3-3-15,-1 0 2 0,3 3-3 16,1 0-2-16,2 1 1 0,0 3-6 0,-1 0 3 16,7 6 3-16,-1 0-3 0,1 0 3 0,3 2-3 0,-1 1-2 15,0 3 1-15,2-1 2 0,-2 2-8 0,2 0-4 16,-4 0-3-16,5 0 0 0,0 3-1 0,-1-1 0 16,0 0-7-16,-2 1-1 0,3 1 6 15,4 9-7-15,-6-13 10 0,2 3-5 0,-1-1-4 0,-5-2 2 16,4 1 5-16,2-1 9 0,-4 2 0 0,4-1 0 15,3-3 3-15,-3 3 3 0,0-2-4 0,-1 1 1 16,2-1 1-16,1-1 2 0,-3-1 8 0,2 1-1 16,-5-1 0-16,5 2 16 0,-1-3-16 0,-3 3 4 15,0-6 0-15,2 3-5 0,-2 0 1 0,2-4 1 16,-1-2-3-16,-1 2 1 0,0-3-5 0,-2 1 6 16,-2-5-7-16,1-1-9 0,-1 0 2 0,-1 0 5 15,1-1-5-15,-2-2-5 0,-2-3-5 0,2 3 4 16,-5 0-5-16,-2-4 4 0,4-2-14 0,-6 1 9 15,1-2 1-15,0-1-5 0,-1 0-1 0,-1 0 2 16,-4-3-1-16,5 5 2 0,-3-4-2 0,-2-1-2 16,0 0-6-16,0 0-23 0,2 3-28 0,-2-3-35 15,0 0-31-15,0 0-28 0,0 0-37 0,0 0-50 16,0 0-57-16,-8-14-55 0,4 13-251 0,0-1-639 0,4 2 282 16</inkml:trace>
  <inkml:trace contextRef="#ctx0" brushRef="#br0" timeOffset="67072.33">4792 11256 152 0,'0'0'250'0,"2"-5"1"0,-1 3-10 16,-1 2-8-16,0-7-9 0,0 7-9 0,-1-5-16 16,1 5-10-16,-3-5-21 0,3 5-11 0,0 0-16 15,-5-3-15-15,5 3-13 0,0 0-10 0,0 0-11 16,-18 8-8-16,13-5-4 0,-6 3-7 0,1 0-2 15,2 2-6-15,-4 0-3 0,4 1-9 0,-3 0-6 16,1 0-2-16,2 2-4 0,0-2-5 0,2 3-5 16,0 0-1-16,3-1-1 0,2-1-4 0,2 1 0 15,2 0 1-15,3 0 0 0,3-2 0 0,0 1-2 16,6 1-10-16,3-1 6 0,2-2-1 0,2-3-2 16,9 0-3-16,-7-1 0 0,0-3-8 0,6 1 5 15,0-4 2-15,0 1-3 0,-9-3 3 0,-3 0-4 16,4-2 2-16,-5-1-1 0,0 1 3 0,-1-3 19 0,-5 0 7 15,-1-1 5-15,-4-3 2 0,-2 2 7 0,1-6-4 16,-4-1 8-16,-2 0 0 0,-4 0-9 16,0-2-2-16,-6 2-2 0,2 0-4 0,-4 0-4 0,-3-4-5 15,-3 8-5-15,-3-4-12 0,-5 3-28 0,-2 1-20 16,1 2-36-16,-7 2-26 0,3-1-30 0,-5 4-38 16,-3 2-61-16,-1-1-74 0,-13 5-299 0,10 0-646 15,-9 2 286-15</inkml:trace>
  <inkml:trace contextRef="#ctx0" brushRef="#br0" timeOffset="68678">2509 11402 57 0,'-4'-2'179'0,"-3"-1"1"0,3 0-3 15,-3 1-5-15,2-1-6 0,-2 0-5 16,0 0-5-16,0 2-9 0,3 0-11 0,4 1-3 15,-13-3-12-15,5 3-12 0,1 0-10 0,-3 0-4 16,-2 3-6-16,-2-1 0 0,1 3-3 0,-1 0-1 0,-6 3-7 16,2 2-3-16,-1 1-2 0,1 0-9 0,-5 6-2 15,6-4-5-15,0 2 1 0,1-2-4 16,-2 4-2-16,6 0-2 0,0 0-5 0,1 1-2 0,0 5-1 16,5-3-1-16,2-2-6 0,-1 3-1 0,4-2 5 15,6 2 9-15,2-4 0 0,2 3 7 0,2-2 3 16,7 2-5-16,9-1 0 0,-1-3-1 0,1-2-2 15,3-4-5-15,0 1 7 0,3-4-4 0,-2 1-10 16,-4-5 1-16,4 0-2 0,-1-5-4 0,-1 1-1 16,1-2 4-16,-7-4 6 0,-3 2 8 0,3-5 13 15,-3 2 15-15,-1-2 18 0,-4-2-1 0,1 0 13 16,-2-1 11-16,-1-2 2 0,-2 2 1 0,-3-4-3 16,0-1-10-16,-2-2-6 0,-5 2-8 0,2-4-10 15,-3 4-8-15,-3-4-7 0,-1-5-6 0,-4 1-8 16,1 7-8-16,-1 2-8 0,-3-1-5 0,0-1-2 15,-1 3-10-15,-2 3-13 0,-2-1-17 0,0 0-22 16,-4 5-23-16,2 0-25 0,-4 0-33 0,1 4-34 16,1 1-42-16,-4 2-25 0,2 2-24 0,1 1-28 15,1 1-40-15,4 2-37 0,1-1-54 0,4 3-211 16,-4 1-654-16,5-1 289 0</inkml:trace>
  <inkml:trace contextRef="#ctx0" brushRef="#br0" timeOffset="74582.19">7914 4244 94 0,'0'0'335'0,"1"-5"-16"0,-1 1-32 16,0 4-25-16,0-6-31 0,0 6-24 0,0 0-26 15,0 0-19-15,0 0-21 0,0 0-17 0,0 0-9 16,0 0-15-16,0 0-6 0,6 15-10 0,-6-8-11 0,1 0-8 16,-1 0-3-16,3 5-5 0,-2-2-7 0,2 2-22 15,2-2-2-15,-2 4-3 0,0-3 2 16,0 0-3-16,-2-3-4 0,2 0 4 0,-2-3-5 16,3 3-1-16,-2-3 16 0,0-1 14 0,1 0 21 0,-2 0 41 15,3-1 23-15,-4-3 26 0,7 2 32 0,-7-2 2 16,17-4-6-16,-3 1-18 0,4-4-12 0,3-2-9 15,7-1-5-15,-2-6-6 0,5 5-13 0,-2-6-10 16,-1 1-10-16,-1-1-12 0,3 0-5 0,-5 1-8 16,1-2-14-16,0 1-4 0,-6 5-8 0,6-3-12 15,-10 5-23-15,0-3-29 0,-2 1-29 0,-4 3-35 16,2 5-43-16,-4-3-54 0,0 3-45 0,-2 0-57 16,-2 3-67-16,1-1-22 0,-5 2-27 0,0 0-256 15,0 10-701-15,-5-4 310 0</inkml:trace>
  <inkml:trace contextRef="#ctx0" brushRef="#br0" timeOffset="76006.66">4960 6542 197 0,'-3'-3'191'0,"3"3"-22"15,-8-3-17-15,0 1-11 0,1 1-18 0,0 0-10 16,-1 0-11-16,-4-1-10 0,4 2-5 0,-5 0-11 16,0 2-7-16,1 0-9 0,-3-2-4 0,2 3-9 15,-4 0-1-15,3 2-5 0,-5 1-1 0,0-1-9 0,1 0-17 16,0 1-16-16,0 0-33 0,-1 2-10 0,-1 0-10 15,3 1-26-15,0-2-6 0,0 3-12 16,-1-2-7-16,-1 0-15 0,6-3-82 0,-4 5-220 0,0 0 98 16</inkml:trace>
  <inkml:trace contextRef="#ctx0" brushRef="#br0" timeOffset="76171.36">4402 6748 2 0,'-5'5'20'16,"-6"0"3"-16,4 0 5 0,2 1 5 0,-4-1 15 15,3 0 1-15,-5 2 5 0,4-1 3 0,-3 0 0 16,4-1 2-16,-2 2 3 0,2-1-6 0,-4 0-2 15,1 2-8-15,2-3-3 0,0 1-5 0,1 2-5 16,0-3-1-16,-3 0-7 0,1 3 1 0,2 0-1 16,-1 1-2-16,1-1-1 0,-1 0-6 0,3 0-10 15,-2 0-28-15,-1 1-25 0,6 1-19 0,-4-1-68 16,1 1-145-16,-2 0 64 0</inkml:trace>
  <inkml:trace contextRef="#ctx0" brushRef="#br0" timeOffset="76372.17">3971 7263 10 0,'0'7'98'0,"0"1"-8"0,0-1-4 0,0 3-13 16,0-2-8-16,-1-1-7 0,2 5-1 0,2-2-8 0,-2 0 0 15,5 0-3-15,2 2-8 0,-3-1-4 16,7 2-14-16,-3 4-7 0,-1-8-14 0,1 6-18 15,1 2-18-15,3-2-17 0,-3 0-59 0,0 2-122 16,3-1 54-16</inkml:trace>
  <inkml:trace contextRef="#ctx0" brushRef="#br0" timeOffset="76539.31">4264 7731 26 0,'2'5'154'15,"-1"-3"-8"-15,-1-2 3 0,3 6-2 0,0-4-6 16,1 0-6-16,-4-2-12 0,3 1-12 0,-3-1-13 15,4 6-6-15,3-2-9 0,-4-2-10 0,4 0 3 16,-1 2-10-16,4-3-14 0,-2 4-13 0,5-1-19 16,1-1-23-16,8 3-24 0,-2-1-24 0,11 2-42 15,-2-1-31-15,2-1-116 0,2 2-258 0,-2 1 115 16</inkml:trace>
  <inkml:trace contextRef="#ctx0" brushRef="#br0" timeOffset="76723.28">5036 7930 181 0,'0'0'240'0,"7"0"-7"0,0 1-11 0,-7-1-15 16,5-3-18-16,-5 3-22 0,7 0-14 0,-2-2-17 15,2 1-14-15,-1-1-16 0,2 1-17 0,2 0-25 16,1 1-22-16,6-1-25 0,2 1-28 0,3-1-23 16,7-2-20-16,0 3-22 0,4 0-18 0,2 0-20 15,3 3-13-15,-1-1-4 0,4 2-13 0,-5-2-87 16,4 1-249-16,-2 4 110 0</inkml:trace>
  <inkml:trace contextRef="#ctx0" brushRef="#br0" timeOffset="76858.02">5858 7975 14 0,'23'2'37'0,"-3"0"14"0,-8-2 12 0,1 1 14 15,-3-1 21-15,-1-1 12 0,-1 1 5 0,-3-2 4 16,6 1-13-16,-5 0-4 0,0-2-17 0,0 0-9 0,2 1-5 16,0-1-3-16,-1 0-17 0,5-2-9 15,2 0-28-15,1-1-20 0,7-1-32 0,-1 0-34 16,9 1-40-16,0-3-67 0,1 2-193 0,3 6 86 0</inkml:trace>
  <inkml:trace contextRef="#ctx0" brushRef="#br0" timeOffset="77024.53">6992 7925 213 0,'0'0'203'0,"0"0"-25"16,10 0-22-16,-10 0-16 0,9-2-13 0,-2 0-10 15,0 1-13-15,4 0-18 0,2-2-26 0,-1 1-25 16,7-2-33-16,4 3-35 0,7 0-38 0,6-2-40 16,-2 2-90-16,1 0-218 0,2-3 96 0</inkml:trace>
  <inkml:trace contextRef="#ctx0" brushRef="#br0" timeOffset="77175.92">7956 7943 81 0,'11'-3'194'0,"-5"2"-19"0,-1 0-23 0,2-2-13 16,5-1-11-16,2 1-16 0,3 0-15 0,1 0-27 15,5-3-32-15,8 4-33 0,3-4-43 0,2 1-41 16,2 1-100-16,1 1-195 0,2-1 87 0</inkml:trace>
  <inkml:trace contextRef="#ctx0" brushRef="#br0" timeOffset="77342.19">9063 7975 227 0,'8'1'219'0,"-8"-1"-16"0,7-2-25 0,-7 2-16 16,10-3-16-16,-6 1-14 0,4 0-21 0,3-1-24 16,1 0-29-16,3-1-30 0,4 0-37 0,3-1-38 15,9-2-38-15,2 3-36 0,4-1-95 16,-3 1-232-16,2 3 104 0</inkml:trace>
  <inkml:trace contextRef="#ctx0" brushRef="#br0" timeOffset="77493.73">9995 7896 33 0,'1'-5'181'0,"2"3"-18"0,-3-4-20 15,4 1-13-15,-2-1-12 0,-2 1-12 0,2-1-18 16,1 0-23-16,1 0-29 0,0-1-26 0,6-1-47 15,-1 0-45-15,8-1-77 0,0 0-173 0,2 2 76 16</inkml:trace>
  <inkml:trace contextRef="#ctx0" brushRef="#br0" timeOffset="77646.12">10708 7697 12 0,'5'-4'237'0,"-1"-2"-25"0,-1 1-23 0,4-5-19 15,-2 3-11-15,3-1-20 0,-2-2-14 0,1 1-20 16,0-1-26-16,2 0-28 0,0-5-37 0,4 1-37 16,3 0-34-16,-4 3-49 0,9-5-112 0,-4 3-236 0,8-3 104 15</inkml:trace>
  <inkml:trace contextRef="#ctx0" brushRef="#br0" timeOffset="77827.42">11403 7278 114 0,'4'-10'285'0,"1"1"-26"0,-3 0-23 16,-1 0-30-16,2-1-20 0,1-2-17 0,-1 2-17 0,-2-2-17 15,0 0-13-15,3-1-13 0,-2 0-21 0,2-3-27 16,5 0-27-16,-6-2-31 0,4 1-40 0,1 2-37 16,-1-2-43-16,4 4-48 0,-2-3-130 0,2 2-319 15,0 4 142-15</inkml:trace>
  <inkml:trace contextRef="#ctx0" brushRef="#br0" timeOffset="77995.72">11517 6786 205 0,'-4'-7'253'0,"-2"1"-24"16,1-4-24-16,3 4-22 0,-3-1-14 0,1-3-20 15,1 2-16-15,-1-2-9 0,0 3-14 0,4-1-15 16,-5-3-29-16,1 3-28 0,0-2-44 0,1 2-41 15,3-2-42-15,-3 0-50 0,1-1-141 0,-1 4-303 16,-1 0 134-16</inkml:trace>
  <inkml:trace contextRef="#ctx0" brushRef="#br0" timeOffset="78161.77">10970 6538 197 0,'-13'-4'213'15,"-1"2"-22"-15,-1-1-20 0,0 2-14 0,2-6-19 16,-2 4-17-16,2-2-23 0,1-1-27 0,-3 1-31 0,1 0-41 16,0-1-48-16,3-1-55 0,-8 0-104 0,2-1-224 15,-3 0 99-15</inkml:trace>
  <inkml:trace contextRef="#ctx0" brushRef="#br0" timeOffset="78312.31">10211 6447 35 0,'-6'1'216'0,"-3"-1"-23"0,4 0-18 0,-2 2-13 15,-1-1-34-15,1-1-35 0,7 0-31 0,-11 2-35 16,3-4-26-16,0 1-52 0,0-1-50 0,-5 2-56 16,3-2-170-16,-1-2 76 0</inkml:trace>
  <inkml:trace contextRef="#ctx0" brushRef="#br0" timeOffset="78480.33">9553 6441 147 0,'-5'0'211'16,"-4"1"-20"-16,9-1-22 0,-16 0-28 0,8 1-32 15,2-1-27-15,-7-1-30 0,6 1-26 0,-2-1-36 16,-5-1-41-16,2 0-37 0,-1 1-76 0,0-2-177 15,-1 1 79-15</inkml:trace>
  <inkml:trace contextRef="#ctx0" brushRef="#br0" timeOffset="78647.87">8839 6388 205 0,'-7'0'299'0,"7"0"-31"16,-7 0-24-16,7 0-24 0,-9-1-23 15,9 1-21-15,-4-3-28 0,4 3-26 0,-4-6-33 0,1 4-33 16,3 2-38-16,-10-4-42 0,5 1-42 0,0 2-39 16,-1-2-41-16,-5-3-138 0,-1 2-307 0,1 0 136 15</inkml:trace>
  <inkml:trace contextRef="#ctx0" brushRef="#br0" timeOffset="78814.5">8210 6386 98 0,'-7'1'169'0,"-3"-1"-17"0,3-1-14 15,-1 1-22-15,0-2-24 0,1 1-20 0,0-1-23 16,-1-2-14-16,0 0-30 0,1 0-38 0,-1 1-34 16,-3-3-71-16,0 2-149 0,2-1 66 0</inkml:trace>
  <inkml:trace contextRef="#ctx0" brushRef="#br0" timeOffset="78998.11">7676 6277 121 0,'-8'-2'197'0,"1"-1"-20"0,-4 1-16 15,6 0-25-15,-3-2-28 0,-2 0-25 0,-1 2-19 16,3-2-20-16,-3-3-26 0,0 2-28 0,3 0-35 0,-4-1-31 15,0 3-87-15,-1-2-178 0,-3-2 79 16</inkml:trace>
  <inkml:trace contextRef="#ctx0" brushRef="#br0" timeOffset="79166.14">7004 6208 163 0,'-5'0'187'15,"-2"-2"-21"-15,7 2-15 0,-11-1-11 0,7-1-18 16,4 2-21-16,-14-3-16 0,10 2-15 0,0-2-20 16,-3 1-32-16,-2 1-32 0,-1-2-33 0,5 0-36 15,-9 2-103-15,2-2-200 0,0 3 90 0</inkml:trace>
  <inkml:trace contextRef="#ctx0" brushRef="#br0" timeOffset="79332.77">6453 6270 29 0,'-9'3'162'0,"-4"0"-13"0,8-2-14 0,-6 0-5 16,7 0-9-16,-5 1-12 0,3-1-6 0,-3-1-8 15,9 0-9-15,-10-1-6 0,2 1-12 0,0-2-9 16,-2 0-12-16,-2 1-19 0,1 0-27 0,-1-1-29 16,0-1-26-16,-2 2-36 0,-1 1-18 0,-7-1-79 15,2-1-204-15,1 1 91 0</inkml:trace>
  <inkml:trace contextRef="#ctx0" brushRef="#br0" timeOffset="79484.17">5888 6305 65 0,'-11'2'152'0,"0"2"-7"0,3-3-3 15,1 1-1-15,0-1-9 0,1-1-4 16,0 2-7-16,6-2-9 0,0 0-14 0,-13-2-5 16,13 2-11-16,-8 2-4 0,0-4-11 0,0 4 1 15,1-4-34-15,-2 2-23 0,-2 2-28 0,-3-2-33 0,-1 0-34 16,-4 0-36-16,0 1-113 0,-4 0-253 0,-8 0 111 15</inkml:trace>
  <inkml:trace contextRef="#ctx0" brushRef="#br0" timeOffset="79667.2">5162 6383 107 0,'-12'1'262'0,"4"2"-1"16,1-3-8-16,-1 0-11 0,8 0-14 0,-11 1-10 15,4-1-11-15,7 0-17 0,0 0-19 0,-5-2-18 16,5 2-14-16,-6-4-12 0,6 4-19 0,-3-4-16 15,3 4-25-15,-6-4-26 0,2 2-28 0,4 2-28 16,-10-3-30-16,5 3-32 0,5 0-24 0,-15 0-24 16,1 2-23-16,1-1-20 0,-1 3-6 0,-2 1 0 15,-3 2-135-15,0-1-335 0,-1 2 148 0</inkml:trace>
  <inkml:trace contextRef="#ctx0" brushRef="#br0" timeOffset="81490.38">10183 7267 14 0,'5'-5'76'0,"2"-1"9"0,0-1 24 0,1-1 10 16,-1-1 18-16,1 2 12 0,-3-4 9 0,4 4 1 15,-3-3 17-15,2 2 5 0,-2-3 3 0,1 2 6 16,-3 0 4-16,1 3 6 0,-1 1 6 0,0 0-9 16,-1 1-7-16,-1-1-6 0,0 2-26 0,1 1-19 15,-3 2-22-15,4-4-10 0,-4 4-15 0,0 0-7 16,0 0-15-16,0 12-6 0,-5 0-4 0,-1 5-10 16,-2 2-10-16,-3 8 0 0,-3 5-6 0,-4 13 0 15,-7-1-1-15,-4 9-3 0,-2 1-7 0,-19 21 4 16,13-20-4-16,-17 23-3 0,17-26 1 0,-5 0-4 15,5 2-6-15,6-3 3 0,1-2 1 0,6-5 10 16,4-9-14-16,1 0 5 0,4-2 2 0,0 0 6 16,0 2-6-16,2-2 5 0,3-2-1 0,-3-3-2 15,2 1-3-15,1-2 2 0,2 0-4 0,0-7-1 16,1-1 1-16,3-4-3 0,0 3-2 0,1-8 5 16,0 1-5-16,2-4-8 0,1-2 0 0,0 2 5 15,3-2-7-15,0-3-7 0,2 0-7 0,3-2-55 0,4 0-56 16,2-5-74-16,5 1-91 0,0-8-87 0,8-3-201 15,-1-2-626-15,1-3 277 0</inkml:trace>
  <inkml:trace contextRef="#ctx0" brushRef="#br0" timeOffset="82008.92">10181 7107 155 0,'0'0'209'0,"0"0"-6"0,0 0-2 0,6 11 2 0,2-3-14 15,2 2-2-15,6 4-3 0,4 8 1 16,6 0 1-16,4 2-8 0,0 3-9 0,13 7-12 15,1 0-12-15,-3-2-11 0,0 4-16 0,-1 0-9 16,-11-10-4-16,12 12-6 0,-14-9-10 0,12 9-6 0,-5 1-1 16,-9-8-16-16,9 5-10 0,-11-6 2 15,2 0-12-15,-1 3 0 0,-1-2-3 0,-4-1-5 16,2 0 3-16,-4-2-13 0,2-2-2 0,-9 2-4 0,7-5-2 16,-6-4 2-16,-1-2-5 0,-2-2-3 0,3 1 0 15,-5-1 3-15,1-4-5 0,0-1 1 0,-3 1-3 16,3-1-9-16,1-3-17 0,-4-2-19 0,3 1-16 15,-4-3-21-15,2 3-37 0,0-1-56 0,4-3-79 16,-5 2-304-16,6-4-594 0,-5 1 262 0</inkml:trace>
  <inkml:trace contextRef="#ctx0" brushRef="#br0" timeOffset="82410.77">11123 8331 53 0,'-13'4'243'0,"1"2"-10"0,-4 3-11 0,1 1-11 0,1 1-16 15,-2-1-3-15,2 4-12 0,2 0-17 16,1 2-8-16,2 1-17 0,2 0-12 0,0-1-5 16,3 2-9-16,3-1-5 0,3 1-10 0,5-1-7 0,1 0-2 15,6 0-7-15,-1-2-7 0,5 0-5 0,5 0-6 16,6-1-5-16,-2-4-6 0,0-2-3 0,3-2-6 16,0-5-3-16,0 1-1 0,-9-4-5 0,2-1-4 15,8-4 2-15,-11 1-7 0,-1-2-2 0,2-2-2 16,-5-2 2-16,-4-2-6 0,-1-2 0 0,-1-2-2 15,-5-1-1-15,-5-2-6 0,0 2 5 0,-5 1-4 16,-5 0-5-16,-5-6 3 0,-5 4-13 0,-5-2-15 16,-2 3-14-16,-4 1-20 0,-4 2-31 0,-5 3-40 15,0 3-57-15,-12-4-51 0,-3 6-240 0,14 4-513 16,-17-2 227-16</inkml:trace>
  <inkml:trace contextRef="#ctx0" brushRef="#br0" timeOffset="82979.05">9549 8647 206 0,'-6'-3'283'0,"1"2"-29"0,-3 0-23 0,1-2-23 16,3 2-22-16,4 1-20 0,-15 2-17 0,7 2-11 15,-2 4-14-15,2 1-11 0,-4 4-7 0,7-1-7 16,-8 4-7-16,6 0-5 0,-1 4-1 0,3-1-9 0,1 3-5 16,4-1-4-16,4-3-9 0,-3 3 0 15,8-2 7-15,0 0-5 0,5-2-3 0,-1-2 1 16,12 5-2-16,-5-8-4 0,-1-4-4 0,11 5 1 0,0-4-6 15,1-4-3-15,-1-4 1 0,-1-2-4 0,-6-2 11 16,7-4 16-16,-3-2 8 0,0-3 4 0,-4-4 13 16,-6 1-11-16,4-4 10 0,-2-2-11 15,-8-5-9-15,0 0-3 0,-3-2-5 0,-5-3-10 0,-3 1-7 16,-4 2-4-16,-5-1-4 0,-4 3-15 0,-4 3-19 16,-3-2-26-16,-7 1-33 0,1 3-27 0,-6 3-31 15,-1 3-39-15,-6 1-51 0,-14 0-50 0,12 5-72 16,-15-1-215-16,-4 3-587 0,3 6 259 0</inkml:trace>
  <inkml:trace contextRef="#ctx0" brushRef="#br0" timeOffset="83515.02">7121 8050 149 0,'0'0'298'0,"2"-5"-28"16,-2 5-27-16,0-5-22 0,0 5-26 0,0-6-17 15,0 6-19-15,-5-7-17 0,4 3-15 0,-3 1-12 16,0-1-12-16,-2 0-13 0,0-1-7 0,-1 2-14 0,0 1-34 15,-5-1-27-15,0 2-35 0,-1 0-37 16,-2 1-40-16,-5 0-37 0,0 0-36 0,-2 1-152 16,-9 0-357-16,-1 0 159 0</inkml:trace>
  <inkml:trace contextRef="#ctx0" brushRef="#br0" timeOffset="83682.56">6056 7939 47 0,'-19'-8'141'0,"-3"5"-17"0,3-3-16 0,-4 0-11 16,3 0-17-16,-2 3 1 0,0-1-12 0,2-1-11 15,1 1-21-15,-3 1-19 0,-1 1-28 0,4 1-29 16,-10-3-32-16,6 3-53 0,-7 2-133 0,0 1 58 16</inkml:trace>
  <inkml:trace contextRef="#ctx0" brushRef="#br0" timeOffset="83848.81">5047 7930 81 0,'-15'-2'166'15,"1"0"-19"-15,0-1-11 0,0 1-11 0,0 0-16 16,2-2-12-16,-3-1-4 0,-4 3-12 0,2 2-10 16,0-3-9-16,-2 3-11 0,1-1-14 0,2 0-25 0,-2 1-30 15,-2 0-18-15,-3 0-25 0,2 1-20 16,-2 0-23-16,-7 1-58 0,-1 0-175 0,1 3 78 15</inkml:trace>
  <inkml:trace contextRef="#ctx0" brushRef="#br0" timeOffset="84016.09">4285 8000 19 0,'-18'4'60'0,"5"-1"-3"0,-2 0 2 16,1 3-1-16,1-4-4 0,-2 2-9 0,1-1 0 0,-6-1 0 15,2 2-6-15,-2 0-2 0,5 0 1 0,-3-2-12 16,-4 2-2-16,1 1-1 0,0-1-7 0,1 3-3 15,-3-1-14-15,-1-4-16 0,-4 5-10 16,6-1-15-16,-5 0-14 0,-3 0-31 0,3 1-92 0,6 0 41 16</inkml:trace>
  <inkml:trace contextRef="#ctx0" brushRef="#br0" timeOffset="84149.89">3506 8248 29 0,'-7'4'71'0,"2"-1"-11"0,-1 1-2 16,-2-2-4-16,1 2-13 0,-5 1-17 0,3 1-17 16,-1 0-18-16,-3-1-45 0,1 0-60 0,0 0 27 15</inkml:trace>
  <inkml:trace contextRef="#ctx0" brushRef="#br0" timeOffset="84785.5">3273 8579 95 0,'-5'13'99'0,"-5"2"-1"0,2-1-10 0,-4 2-12 16,0 0-6-16,-3 0-7 0,1 1 4 0,-2-2-20 15,2 1-1-15,-6 3 1 0,5-2-10 0,1-1-19 16,1-1-18-16,-1 0-19 0,2 1-22 0,1 0-18 16,-1 0-3-16,1-1 1 0,1 1 6 0,0 1 4 15,4 0 4-15,2-3 2 0,1-1 12 0,0-2 18 16,6 4 8-16,-3-3 9 0,3 1 11 0,1 4 13 15,2-6 6-15,0 1 28 0,1 0-7 0,-3-1-6 16,-1 1 11-16,1 0-2 0,0 1 4 0,0 0-12 16,0-3-3-16,0 3 4 0,-1-1-4 0,-2-1-5 15,-1 1 5-15,0-2-5 0,0 1-2 0,-1 1-8 16,-1-1 1-16,-3-1-4 0,0 0-6 0,2-1-2 16,-1 4-2-16,-3-1 6 0,3-2-7 0,1 3 4 0,-2-4-9 15,4 5-2-15,-3-5-10 0,1 3-1 0,0-1-2 16,3 1 3-16,3-1-2 0,-2 2-3 0,3-1 0 15,0-1 1-15,3 2-1 0,0-2 4 16,1 3-9-16,0 2 7 0,2-3 1 0,-4-2 2 0,7 3-2 16,-1 0-1-16,-3 1 1 0,-2-5 4 0,7 4 3 15,-6-4-6-15,-1 1 6 0,5 3 4 0,-4-3-6 16,-5-1 5-16,1 1-5 0,0 1 6 0,-1-3 0 16,-2 4-2-16,2-3 4 0,-3 0-2 0,1 2-5 15,-1-1 4-15,3-1 2 0,-3 2-4 0,1-1-2 16,-1 0 2-16,6-1-2 0,-5 0-8 0,3 2-9 15,2-2-9-15,2 3-14 0,4-6-10 0,-1 6-12 16,4-1-12-16,0-1-5 0,4 1 0 0,0-3 0 16,1 1 4-16,1 0 3 0,9 2 8 0,1 1 7 15,0-3 1-15,2-3 10 0,-2 4 7 0,-1 1 11 16,0 0 13-16,0-5 4 0,1 5 8 0,-5-4 5 16,-4 2 6-16,2 2 8 0,-2-4 8 0,-4-1 0 15,-1 0 5-15,0 2 8 0,-4-3-1 0,-3 1 10 16,5-3-9-16,-6 1-2 0,2 2-6 0,-1-2 0 15,-2 1-4-15,3 0-8 0,1-1-3 0,-1-1-2 16,1-1 1-16,3 4-9 0,3-3-13 0,4 0-23 16,-3 1-12-16,4 0-17 0,5-2-78 0,4 3-148 15,-1-1 66-15</inkml:trace>
  <inkml:trace contextRef="#ctx0" brushRef="#br0" timeOffset="84920.33">4802 10214 52 0,'23'4'80'0,"1"0"-9"0,-4-1-7 0,0 1-1 0,1-1-8 16,-4 0-4-16,6-2-6 0,-9 0-4 0,6-1-12 16,0 0-4-16,0 0-20 0,3 0-15 0,0 1-18 15,-4-1-23-15,6-1-31 0,6 0-90 16,-4-2 40-16</inkml:trace>
  <inkml:trace contextRef="#ctx0" brushRef="#br0" timeOffset="85070.63">6090 10265 61 0,'21'3'131'15,"-1"-3"-13"-15,0 1-13 0,-2-1-14 0,1 2-5 16,1-2-3-16,1 0-18 0,2-2-21 0,10 1-29 16,-1-3-40-16,0 1-31 0,3 0-64 0,0 0-130 15,5 1 58-15</inkml:trace>
  <inkml:trace contextRef="#ctx0" brushRef="#br0" timeOffset="85237.12">7366 10223 128 0,'33'-3'192'0,"-3"2"0"0,0-4-12 16,-9 3-12-16,-1 1-15 0,0-3-13 0,0 1-15 16,-1 0-7-16,0 1-17 0,0-2-7 0,2 2-17 15,0-2-29-15,0-1-30 0,10 1-44 0,0-3-41 16,-1-1-46-16,1 2-39 0,1 1-78 0,-1-2-248 15,4 2 110-15</inkml:trace>
  <inkml:trace contextRef="#ctx0" brushRef="#br0" timeOffset="85388.4">8930 10082 217 0,'22'-2'270'0,"-3"-2"-25"0,1 0-23 16,2 0-23-16,-3-1-19 0,0 0-17 0,1 1-17 15,0-1-17-15,0-2-17 0,2 0-47 0,-2 0-44 0,10-3-53 16,-4 3-45-16,5-5-56 0,2-1-156 0,1 3-311 16,4-2 138-16</inkml:trace>
  <inkml:trace contextRef="#ctx0" brushRef="#br0" timeOffset="85555.06">10386 9825 71 0,'13'-4'314'0,"-5"-1"-29"0,3-2-26 0,0 1-29 16,-3-1-24-16,-4 0-17 0,2 1-23 0,-2-2-35 16,0 3-42-16,4-5-42 0,-1 0-43 0,1 0-39 15,3 1-32-15,2-3-35 0,4 0-30 0,-2 0-28 16,12-5-90-16,-7 6-269 0,10-3 119 0</inkml:trace>
  <inkml:trace contextRef="#ctx0" brushRef="#br0" timeOffset="85722.93">11562 9466 111 0,'12'-8'224'0,"-5"-2"-10"0,1 0-11 15,2 1-18-15,-6-4-7 0,-2-2-14 0,4 3-14 16,-2-4-16-16,-4 3-14 0,4-1-14 0,0-3-12 16,3-1-20-16,0 2-27 0,1-2-24 0,2 0-30 15,7-4-27-15,6 5-29 0,-2-5-27 0,6 1-30 16,0 3-29-16,4 2-112 0,2-2-283 0,1 0 125 0</inkml:trace>
  <inkml:trace contextRef="#ctx0" brushRef="#br0" timeOffset="85872.75">12329 8871 59 0,'-5'-10'235'0,"-4"-2"-18"0,1 1-22 0,-2-3-20 15,-2-2-16-15,-1 3-11 0,-1-2-22 16,3 1-16-16,2-1-31 0,-2 0-34 0,4 0-31 0,0 0-33 15,2-2-55-15,2 1-40 0,2-1-113 0,1 4-243 16,1-5 107-16</inkml:trace>
  <inkml:trace contextRef="#ctx0" brushRef="#br0" timeOffset="86040.03">12285 8314 56 0,'-9'-10'264'0,"-3"0"-27"0,2 0-20 15,-6-4-24-15,5 7-20 0,-1-6-14 0,-4 0-17 16,-1 3-12-16,2 0-19 0,1-3-22 0,-2 0-21 16,1 3-26-16,0 0-26 0,0-2-34 0,-1 0-42 15,6 4-44-15,0-2-40 0,-5-1-119 0,1-1-282 16,1 5 124-16</inkml:trace>
  <inkml:trace contextRef="#ctx0" brushRef="#br0" timeOffset="86192.66">11834 7948 59 0,'-7'-4'158'16,"0"0"-12"-16,-1 1-15 0,0-4-15 0,-3 3-6 0,0-2-16 15,-1 0-7-15,1 0-10 0,-4-1-6 16,4 2-8-16,-6-3-19 0,2 0-25 0,0 2-20 16,-2-2-39-16,0-1-30 0,2 1-108 0,-3 2-192 0,0 0 86 15</inkml:trace>
  <inkml:trace contextRef="#ctx0" brushRef="#br0" timeOffset="86343.1">11351 7760 22 0,'-19'-3'256'0,"-3"-1"-23"0,3 3-26 0,-4-3-22 16,-7 3-19-16,-1-2-13 0,0 1-21 0,-1-3-32 15,1 2-37-15,-2 0-46 0,2 1-59 0,4-2-63 16,-4 0-127-16,6 2-250 0,-3-3 111 0</inkml:trace>
  <inkml:trace contextRef="#ctx0" brushRef="#br0" timeOffset="88532.21">10128 8216 76 0,'0'0'259'16,"6"-3"2"-16,-6 3-7 0,4-2-4 0,-4 2-13 15,4-5-13-15,-4 5-11 0,0 0-11 16,1-2-13-16,-1 2-9 0,0 0-16 0,0 0-13 0,0 0-12 15,0 0-11-15,0 0-15 0,3-4-10 0,-3 4-4 16,0 0-16-16,0 0-10 0,0 0-14 0,0 0 2 16,0 0-9-16,0 0-4 0,0 0-4 0,-18 8-3 15,11-5-10-15,-6-1 0 0,-1 1-7 0,-5 0 2 16,-2 1-6-16,-1-3 1 0,-7 3-3 0,-4-1-2 16,-3 1 1-16,-1-3 3 0,-1 5-3 0,0-5 1 15,-3-1-2-15,0 2-3 0,-1-2-1 0,-1-2 5 16,3 2 0-16,4-3-1 0,-3 2 2 0,5-1 0 15,3 2 1-15,8-1 0 0,4 0-5 0,1 2 1 16,2-1-3-16,2 0 1 0,2 0-1 0,3-1-3 16,0 1 7-16,1 0-10 0,8 0 2 0,-11 0-3 15,11 0 2-15,-9 1-9 0,9-1 6 0,-7 0-1 0,7 0 0 16,-8 3 2-16,8-3 12 0,-7 3-23 0,7-3 7 16,-9 1-3-16,6 2 3 0,-1-2-1 0,-3 0 4 15,0 4-8-15,3-3 1 0,-1 2-1 0,-1-2 6 16,-2 2 0-16,5-1 1 0,-3-1 2 0,1 0-2 15,3 2 0-15,-5-2 9 0,4 2-16 0,-2-3 15 16,2 2-10-16,-2-1-6 0,5-2 6 0,-6 3-6 16,3 0 5-16,3-3-5 0,-4 5 6 0,4-5-10 15,-5 2 14-15,2 1-2 0,3-3-7 0,-4 3 2 16,4-3 1-16,-4 3-6 0,4-3 5 0,-4 3 1 16,4-3 6-16,-4 4-6 0,4-4 5 0,-3 5-6 15,0-3 3-15,3-2-1 0,-1 6-1 0,-2-3 2 16,2 2-4-16,-2 0 4 0,1 1-7 0,0-1 5 15,1 0 0-15,0 1 1 0,1 1 0 0,-2 0-2 16,2 4 3-16,-3 0 10 0,2 1-21 0,1 1 9 16,-4 4 0-16,4 2-1 0,0 1 4 0,0 0-2 15,4 7 0-15,-8 1 5 0,8 2-6 0,-4-2 2 0,4 1 2 16,-2 1 0-16,0-1 0 0,1 1-7 0,1 0 6 16,0 0 2-16,-1-1-1 0,0-8-2 0,-2 6 3 15,0-7-1-15,2 1 2 0,0-3 3 0,-3 2-1 16,1-2 5-16,1 0 0 0,-2 0 1 0,0-2 1 15,0-4 2-15,2 0 9 0,-4-2 0 0,4-2-6 16,-4 0 18-16,2 0-16 0,0 0 6 0,2-6 0 16,-2 2 1-16,0 2 2 0,0 0-1 0,0-1 4 15,0-3-8-15,0-2 5 0,2 7-2 0,-2-7-3 16,0 5-4-16,1-2 0 0,-1-3-4 0,1 3 5 16,-1-3-7-16,3 5-1 0,-3-5 0 0,1 4-11 15,-1-4 8-15,3 6 1 0,-2-4-4 0,-1-2 1 16,3 5 1-16,-3 0-7 0,1-2 4 0,2 1 3 15,-3 0 2-15,3-1-3 0,-2 1 3 0,2-1-8 16,-3-3 10-16,7 4-5 0,-2 0-5 0,1-1 3 16,-2 0 4-16,-3 1-1 0,5-2 1 0,-1 0 1 0,-1 3 0 15,4-5-1-15,-1 2-13 0,1 2 15 0,-1-1-2 16,1 0 0-16,2-2-4 0,-2 1-3 0,4 2 1 16,-2 0 3-16,-2-2 7 0,0-1-8 0,3 2 2 15,-3-2 2-15,3 0-6 0,2 2-2 0,-2-1 3 16,3-1-3-16,-3 0-5 0,1-1 7 0,0 0-2 15,1 2 1-15,-1-1-2 0,0 0-7 0,2 1 7 16,1 0 8-16,-2-2-6 0,-1 0-3 0,9-2 9 16,-9 2-8-16,7-2-1 0,3 2-3 0,-3-2 4 15,-1-4-2-15,1 8 1 0,1-2-2 0,-1-2 4 16,3 1 2-16,-2 1-7 0,-1 0 2 0,3-2 0 16,0 0-3-16,-3 1 0 0,1-2 3 0,-1 1 4 15,0-2 0-15,0 3-1 0,-5-2 0 0,4 1 1 0,-6 0-3 16,1 0 0-16,1-1 2 0,-4 1 2 0,2-1-4 15,-4 1-2-15,2 0 1 0,-2-1 2 16,-2 2-2-16,1-4 0 0,0 4 0 0,1 0 6 0,-1-1-4 16,1 1-5-16,-1-3 3 0,0 2 6 0,2-2-6 15,-2 2 1-15,0 0 1 0,1-1-2 0,-3 1 3 16,2-2-1-16,0 3-1 0,0 0 0 0,-3-2 4 16,3-1 0-16,-2 1 27 0,-2 2 14 0,2-4 7 15,-2 4 8-15,-3 1 4 0,7-6 2 0,-2 3 7 16,-2-1-3-16,0 1 0 0,-2 1-3 0,2-2 1 15,-2-1 5-15,2-2-2 0,-2 4-7 0,2-5 3 16,0 0-3-16,-2 0-5 0,1-1 2 0,-1-2 0 16,-1 0-5-16,0-1-5 0,0-1 1 0,0-5 2 0,0-1-10 15,0 1-5-15,0-2-4 0,0 0-5 16,0-9 3-16,-1 2 2 0,-2 2-13 0,-3-2 3 16,2 0-4-16,3-1-7 0,-3-1 6 0,0 1-9 0,-3 2-2 15,4-3 1-15,2 1-1 0,-2 1-7 0,2-1 0 16,-3 9-4-16,2-3-10 0,1 3-14 0,0 1-9 15,1 1-14-15,0 4-19 0,-2 2-17 0,2 3-33 16,0 0-57-16,0 0-53 0,0 3-48 0,0 0-53 16,0 5-18-16,0 0-25 0,0 0-33 0,0 0-44 15,0 0-249-15,-12 16-753 0,8-10 334 0</inkml:trace>
  <inkml:trace contextRef="#ctx0" brushRef="#br0" timeOffset="89169.38">10094 8461 180 0,'0'0'286'0,"-2"-4"-14"15,2 4-17-15,0 0-23 0,-2-6-24 16,2 6-19-16,0 0-27 0,0 0-19 0,0 0-12 16,-9 10-13-16,6-3-10 0,-1 3-8 0,-2 2-2 0,0 4-4 15,-5 2-4-15,0 7 1 0,-1 1-10 0,-3 3-6 16,1 0-5-16,-1 0-7 0,1 2-4 0,-3-2-4 16,2 2-7-16,-4 1 1 0,0 0-6 0,3-3 2 15,-3-1 0-15,2-1-4 0,0 1-7 0,3-4 3 16,-1 1-3-16,4-7-5 0,0 0-1 0,-1-1 7 15,4 0-13-15,-3 0 10 0,1-6-12 0,1 0-1 16,2-3-3-16,0 1-1 0,3-1-3 0,2-1-6 16,-3-1-3-16,1-3-23 0,4 0-4 0,-4 2-9 15,4-5-34-15,0 0-51 0,0 0-69 0,0 0-63 16,0 0-263-16,6-11-555 0,-4 4 246 0</inkml:trace>
  <inkml:trace contextRef="#ctx0" brushRef="#br0" timeOffset="89586.17">9946 8442 162 0,'1'-3'293'16,"-1"-3"-19"-16,0 6-14 0,0-3-19 0,0 3-23 16,0 0-22-16,-1-6-23 0,1 6-22 0,0 0-16 15,0 0-13-15,-8 10-9 0,1 0-5 0,-1 2-18 16,0 4-5-16,-3-1-8 0,-7 9-4 0,3 1-6 16,-8 0-4-16,4 5-1 0,-5 0 11 0,3 1-4 15,-1-2-4-15,-1 1 13 0,-1 0-12 0,2 1 1 16,-1 0-3-16,-1-3-2 0,-2-2 1 0,2-2-3 15,0 2-8-15,1-4-1 0,3-1-3 0,2 1-3 16,2-6-4-16,1-2-2 0,0 0-6 0,1-3-2 16,4 2-4-16,1-1-4 0,1-2 4 0,0-3-3 15,2-2 4-15,1 2-23 0,1-2-3 0,1-1-22 0,3 0-14 16,-3-1-9-16,3 3-13 0,0-6-20 0,0 5-38 16,0-5-62-16,4 1-57 0,-4-1-55 0,0 0-223 15,15-4-555-15,-12-2 246 0</inkml:trace>
  <inkml:trace contextRef="#ctx0" brushRef="#br0" timeOffset="89954.14">9716 8346 64 0,'4'-3'262'0,"-4"3"-18"16,0-5-14-16,0 5-25 0,0 0-19 0,0 0-18 0,0 0-19 16,0 0-12-16,-12 11-9 0,5-4-12 0,-2 2-3 15,-5 4-4-15,3 0-9 0,-4 4-2 16,2-1-4-16,-9 4 8 0,0 2 3 0,3 0 2 0,-5 1-11 15,3-2-3-15,-1 2-9 0,-1-2-11 0,3 0-4 16,1-1-8-16,-3 2 1 0,-1-1-6 0,8-6-6 16,-5 4-7-16,-2-1-4 0,7-1-2 0,-1-3-2 15,1 4-4-15,0-5-2 0,1 2-7 0,3-2-24 16,0 0-19-16,-1 1-27 0,7-4-28 0,-6 0-48 16,7-1-60-16,-2 0-67 0,2 0-232 0,1-1-521 15,2-2 231-15</inkml:trace>
  <inkml:trace contextRef="#ctx0" brushRef="#br0" timeOffset="90774.53">6489 9458 150 0,'0'-11'211'0,"0"-1"10"15,0 5 7-15,0-1 2 0,0 2-1 0,2 1 1 16,-2-3-7-16,0 5-14 0,2-2-15 0,-2 1-21 0,0 4-16 16,1-6-19-16,-1 6-16 0,0 0-16 0,0 0-11 15,0 0-10-15,7 9-12 0,-7 2-4 16,7 4-5-16,-6 4-8 0,-1 4 10 0,2 6-19 0,-4 5 6 15,1-1-11-15,-5 4-3 0,-2 14 1 0,1 0-3 16,-3-3 2-16,-3 2-11 0,-3 4 9 0,-1 1 1 16,0 0 3-16,-4 1 1 0,-2-2 7 0,4 1-9 15,-4-2-5-15,1 1-1 0,2 1 8 0,-2-4 11 16,3-6-15-16,-1 6-2 0,6-14-6 0,-2 9 3 16,2-11-7-16,-1-1 6 0,3-3-9 0,0 1 1 15,4-5-4-15,-1-1 1 0,4-5-1 0,2-2-3 16,-2-1-7-16,1-5-14 0,7-4-6 0,-3 0-4 15,3-5 2-15,2-2-21 0,0-2-18 0,-5 0-28 16,18-5-39-16,-7-3-48 0,1 1-64 0,4-5-53 16,-2-3-284-16,6-6-612 0,-2-3 271 0</inkml:trace>
  <inkml:trace contextRef="#ctx0" brushRef="#br0" timeOffset="91158.45">6444 9515 36 0,'0'-10'304'0,"0"-1"-11"0,0 4-15 0,0 1-17 15,0-1-12-15,1 1-20 0,-1 1-24 0,0 5-23 16,3-4-23-16,-3 4-16 0,0 0-15 0,12 9-13 15,-5 1-11-15,4 5-13 0,0 4-8 0,2 10-5 16,2 1-4-16,2 6-6 0,3 12-5 0,4-2-3 16,-6 5-4-16,5-1-5 0,0 3 0 0,-1 1-6 15,4 1 6-15,1-1-4 0,-2 1 5 0,3 0 3 16,-2 0 3-16,-1-3-14 0,3 0-1 0,-1 1-11 16,2-4 3-16,-5-4-4 0,-3-10-1 0,6 10 0 15,-12-13-8-15,5-2-3 0,-3 1 0 0,-3-5-2 16,-1 1 2-16,-5-7-6 0,4-3-1 0,-5-3 2 15,-1-2-2-15,-2-4 0 0,1-1-5 0,-1-2 8 16,-1-1-22-16,-2-3-26 0,-1-1-30 0,0 0-30 0,0 0-45 16,0 0-62-16,-13-13-66 0,10 6-284 15,-3-3-594-15,1 2 263 0</inkml:trace>
  <inkml:trace contextRef="#ctx0" brushRef="#br0" timeOffset="91509.76">7072 10736 1 0,'0'0'272'0,"-3"3"-7"0,-2 2-7 16,1-2-8-16,0 1-13 0,0 2-17 0,1 2-3 15,-3 2-14-15,-1 0-15 0,5-1-11 0,-6 4-11 16,7-2-16-16,-2 1 2 0,3 2-24 0,3-1-7 15,-2 0-10-15,7 3-8 0,-1-3-6 0,2 1-14 16,5-1-3-16,1 0-5 0,0-3-6 0,3 0-10 16,2-1 6-16,-2-6-14 0,2 1-6 0,-2-4 1 15,2-2-5-15,2 1-1 0,-10-3-6 0,3-2-4 16,-3-1-1-16,-1 0 12 0,-1-5-20 0,-1-2-6 16,-5 3 3-16,-2-4 5 0,-4-1-15 0,-2-4-2 15,-7 3 0-15,-2 0-3 0,-2-4 3 0,-8 3-6 0,-2 1-8 16,-2 0-15-16,0 2-17 0,2 5-18 0,-10-1-17 15,4 3-22-15,0-1-29 0,-1 6-36 16,1 3-36-16,-2-2-30 0,3 2-33 0,-1 3-228 16,1 3-530-16,8 0 234 0</inkml:trace>
  <inkml:trace contextRef="#ctx0" brushRef="#br0" timeOffset="91911.04">6222 10914 200 0,'-7'5'261'15,"-5"2"-10"-15,4 1-13 0,-2 2-12 0,1 4-6 16,-1 3-12-16,2 2-8 0,1 1-14 0,3-1-11 15,-4 8-7-15,5-7-17 0,5 7-4 0,-1-1-3 16,9 2-5-16,-1-2-11 0,9 0-3 0,1 0-7 16,5-3-11-16,3 0 0 0,3-3-1 0,0-2-9 15,7-2 5-15,-1-5-22 0,2 2-10 0,1-6-1 0,-2-3-7 16,-2 0-6-16,-5-5-2 0,1-3-9 0,-9-1-5 16,-3-4 3-16,1-2-1 0,-4-4-8 15,-3-3 3-15,-2-6-8 0,-4-3-1 0,-3-3-11 16,-8-2 0-16,0-1-6 0,-6-4 4 0,2 4-16 0,-7 1 5 15,-3 0-3-15,2 3-2 0,-2 0-9 0,-5 4-10 16,0 0-16-16,4 4-14 0,-3 1-23 0,6 6-29 16,-2 2-17-16,2 3-34 0,5 1-49 0,-1 0-52 15,5 3-61-15,2 1-222 0,3 2-582 0,2 2 257 16</inkml:trace>
  <inkml:trace contextRef="#ctx0" brushRef="#br0" timeOffset="92530.05">9886 9494 270 0,'3'-5'290'0,"1"0"-22"16,-2 0-21-16,0 3-22 0,-2 2-32 0,3-6-19 15,-3 6-20-15,0 0-18 0,0 0-9 0,-5 21-4 16,-1-6-6-16,-4 6-6 0,-3 5-6 0,-2 7-1 16,-4 1-3-16,-5 15-12 0,-4 5-6 0,-2-2-7 0,-13 29-6 15,-1-2-6-15,-3 1-7 0,3-2-3 16,15-20-1-16,-18 26-7 0,6-2 8 0,11-26 9 16,-11 24-4-16,14-26-2 0,1-4 1 0,2 2-4 0,3-4-10 15,0 4 8-15,-2-5-15 0,6 2-2 0,2-16-5 16,4-1 1-16,2-5-5 0,4-7-2 0,2-1-4 15,0-4-14-15,2-5-5 0,1-2-13 0,5-3-22 16,-1-3-36-16,7 1-40 0,-11-3-46 0,18-10-46 16,-2 1-46-16,6-10-45 0,-2-2-185 0,3-4-516 15,3-2 228-15</inkml:trace>
  <inkml:trace contextRef="#ctx0" brushRef="#br0" timeOffset="92815.28">9856 9629 191 0,'3'-9'352'0,"-3"0"-21"0,0 5-36 16,3-2-35-16,-2 3-25 0,-1 3-27 0,0 0-19 16,15 10-19-16,-4 0-17 0,4 14-9 0,0 0-12 0,4 6-15 15,0 1-4-15,4 14-11 0,4 7-6 0,2-1-3 16,-2 2-1-16,3 3-3 0,1-1 13 0,-1 2-16 15,12 23-1-15,-12-27-3 0,2-1-4 16,-2 0-8-16,-1 2-7 0,0-4 7 0,-2-1-16 0,0-6 9 16,-5 1-21-16,-3-14-7 0,0 1-1 0,-8 0-6 15,2-2-2-15,-3 2-20 0,-4-10-32 0,-4-3-33 16,1-6-35-16,-4 1-52 0,-2 1-68 0,-1-7-89 16,-3-4-271-16,2 2-623 0,-5-5 276 0</inkml:trace>
  <inkml:trace contextRef="#ctx0" brushRef="#br0" timeOffset="93165.52">10479 10777 193 0,'-4'6'258'0,"-1"0"-8"0,-1-2-14 15,-1 6-13-15,2-2-18 0,1 2-19 16,-3-1-15-16,2 1-11 0,1-1-11 0,-2 2-10 0,2 1 1 16,4 0-13-16,4-2-4 0,0 2 3 0,3-2-16 15,1 0-8-15,2-2-8 0,6 2-7 0,2-2-8 16,0-3-10-16,3 3-3 0,-3-5-10 0,4-1-1 16,-1-4-9-16,4 0-2 0,-6-3-8 0,4-2-2 15,-7-2-3-15,2 0-3 0,0-2-4 0,-6-2 2 16,-2-1-2-16,-1-1-8 0,-6-4-1 0,-3 2 1 15,-6-2-6-15,-3 1-3 0,-6-5-4 0,-3 6-1 16,-9-1-7-16,-6 2-14 0,2 3-14 0,-7-1-15 16,-3 3-29-16,-12 2-27 0,0 3-45 0,15 3-46 0,-4 2-47 15,1 3-241-15,2 5-523 0,-1-1 233 16</inkml:trace>
  <inkml:trace contextRef="#ctx0" brushRef="#br0" timeOffset="93566.96">9231 11067 177 0,'-11'4'256'0,"1"2"-3"0,2 3-15 16,1-1-15-16,-1 1-10 0,4 2-11 0,-3 6-8 16,6-3-8-16,0 4-11 0,3-1-13 0,5-1-7 15,-1 1-13-15,4-1-9 0,0 0-8 0,6-1-13 16,1-1-7-16,1-2-11 0,3 0-5 0,-1-2-12 16,8-1-7-16,-7-2-2 0,3-2-9 0,0-5-3 15,-2 0-7-15,-1-1-1 0,0-3 4 0,-2-2-15 0,0-2 11 16,1-3-14-16,-2-2-6 0,-3-1-3 0,0-2 3 15,-4-1-3-15,-3-2-4 0,0-9 5 16,-4-1-4-16,-1-2-7 0,-6 1 0 0,-2-4-5 0,-3 2-3 16,-2-1-1-16,-5 0-1 0,3 0-15 0,-3 0-6 15,-4 4-14-15,3 1-19 0,-3 2-19 0,0-2-21 16,-1 7-32-16,4 6-42 0,4-1-53 0,0 5-53 16,2-2-237-16,-1-2-548 0,5 4 242 0</inkml:trace>
  <inkml:trace contextRef="#ctx0" brushRef="#br0" timeOffset="94152.51">11484 8798 163 0,'0'0'297'16,"-1"-5"-14"-16,1 5-24 0,0-5-15 0,0 5-31 15,0 0-21-15,0 0-24 0,0 0-19 0,0 0-15 16,0 15-13-16,-1-3-16 0,2 7-6 0,0 11-4 16,-2 4-10-16,1 16-6 0,-3 4-5 0,-1 5-5 15,-4 33-7-15,0-5-8 0,-4 4-2 0,-3-2 0 0,-3 1-6 16,-4-4-4-16,1 1-3 0,3 0 2 0,3-24 2 16,-3 27 7-16,3-4 7 0,7-24 5 0,3-1-12 15,-5 0-2-15,5-4 3 0,-1-2-2 0,-3-6 0 16,1-12-11-16,2-1-2 0,-1-4-4 0,3-1-1 15,-4-6-4-15,3-7-9 0,2-5-27 0,0-3-26 16,1-3-12-16,0-2-35 0,2-3-53 0,0-2-59 16,0 0-65-16,6-15-258 0,0-2-558 0,1-3 247 15</inkml:trace>
  <inkml:trace contextRef="#ctx0" brushRef="#br0" timeOffset="94486.92">11547 9097 173 0,'4'-5'269'0,"0"3"-22"0,3 1-26 15,2 1-20-15,5 1-20 0,5 8-14 0,4 9-13 16,-1 1-10-16,1 6-2 0,2 5-11 0,4 12-7 15,0 5-1-15,-2 2-6 0,3 3-9 0,-4 2-6 16,0 5-1-16,17 18 1 0,-19-22-5 0,4 2 2 16,2-2 4-16,4-2-16 0,12 24-11 0,-12-24 8 15,0 3-10-15,2-4-10 0,4-3-2 0,-2 3-9 16,-2-6-3-16,-5-4-4 0,2-4-2 0,-9-8-1 16,1-7-9-16,-7-2-5 0,-1-5-5 0,-6-1-14 15,-3-4-22-15,3-3-23 0,-7 1-15 0,0-5-31 16,-1-1-68-16,1-2-65 0,-4-1-62 0,0 0-236 0,0 0-554 15,-10-15 245-15</inkml:trace>
  <inkml:trace contextRef="#ctx0" brushRef="#br0" timeOffset="94854.88">12315 10524 47 0,'2'-4'396'15,"-2"4"-13"-15,3-6-16 0,-2 3-34 0,-1 3-42 16,1-3-31-16,-1 3-29 0,0 0-28 0,0 0-17 16,0 0-19-16,0 0-21 0,-11 10-13 0,10-4-13 15,-2 1-11-15,3 2-11 0,0 4-7 0,3 2-11 16,2-3-8-16,2 4-6 0,0-1-11 0,7 3 0 0,-3-4-5 15,3 1-1-15,1-3-3 0,3 2-9 16,-1-4-7-16,0 1 2 0,1-5 7 0,-2 0-13 16,-1-5-9-16,0-1 16 0,-3-1-17 0,-1-3-2 0,1 0-7 15,-5-5 3-15,3 2-7 0,-5-3-11 0,1-3-5 16,-4-4 0-16,-3-1-8 0,-2 0-10 0,-4-2-8 16,-2 3-9-16,-3-7-14 0,-6 0-15 0,-3 2-18 15,-2 3-23-15,-2 1-32 0,-7 4-44 0,1 1-47 16,-6 1-55-16,-1 2-186 0,-1 2-523 0,-1 2 232 15</inkml:trace>
  <inkml:trace contextRef="#ctx0" brushRef="#br0" timeOffset="95257.33">11465 10751 203 0,'-1'10'224'16,"-6"1"-7"-16,3 2-9 0,1-3-10 0,-1 5-15 16,0-2-9-16,0 1-4 0,2 4-18 0,2-4-9 15,1 2-14-15,0-3-10 0,3 1-9 0,0-1-3 16,3 2-15-16,1-3-2 0,1-2-2 0,1 0-14 15,1-2-5-15,0-2-7 0,4-2-5 0,5-1-6 16,-6-3-2-16,1-2-7 0,3-3-7 0,-1-1-1 16,-3-4-3-16,4-1-6 0,-5 0 3 0,-3-6-4 15,2-2-3-15,-4 0 1 0,-2-9-5 0,-4 0 1 16,-2 7 1-16,-5-6-5 0,-2-1 1 0,-4 3 2 16,-5 0 2-16,-2 1-10 0,-5 3-3 0,-1 1 9 15,-5 3-8-15,2 2-1 0,-3 3-1 0,0 2 1 0,-1 4-9 16,1 3-17-16,0 3-14 0,8 3-24 0,-8 2-31 15,10 2-40-15,-2 5-45 0,7-3-56 0,0 5-215 16,4 3-482-16,-2 1 214 0</inkml:trace>
  <inkml:trace contextRef="#ctx0" brushRef="#br0" timeOffset="96193.04">11377 10565 230 0,'0'-5'261'15,"-4"0"-11"-15,3 0-12 0,-1 0-18 0,-2 2-22 16,1-1-17-16,3 4-24 0,-8-1-15 0,8 1-18 0,-12 3-3 15,4 4-22-15,-2 1-6 0,-5 7-8 16,6 2-10-16,-6-1-9 0,1 10-5 0,0 1-1 16,5-3-4-16,0 2-7 0,3 2-3 0,3 2-4 0,3-4-5 15,3 4-2-15,-2-3-1 0,4-8-4 0,1 1 1 16,1 0-4-16,8 4 1 0,0-6 5 0,0-4-9 16,2 0 2-16,7 0-5 0,6-1 2 0,-3-4-2 15,-4-6-5-15,0 0 1 0,-1-1-1 0,1-7-1 16,0 2-3-16,-1-6-1 0,-3-1 3 0,0-2-2 15,-4 1-2-15,5-11-1 0,-6 3 7 0,-2-7 6 16,-5 0-7-16,-3-2-1 0,-2 3 2 0,-5-6-5 16,-4 4 1-16,-4 0-1 0,-1-2-3 0,-3 5-9 15,-4 0-5-15,-3 1-18 0,-1 1-20 0,-2 2-29 16,-2 4-42-16,1 3-39 0,-2 1-46 0,5 5-63 16,2 3-171-16,0-1-470 0,0 5 208 0</inkml:trace>
  <inkml:trace contextRef="#ctx0" brushRef="#br0" timeOffset="118407.13">12635 3404 237 0,'0'0'313'16,"-4"-4"-13"-16,4 4-20 0,-3-3-17 0,3 3-23 0,0 0-15 16,9-12-28-16,-2 9-17 0,7 0-19 0,9-1-15 15,7 1-19-15,8 0-6 0,2 1-10 0,16-2-15 16,2 8-10-16,3-6-3 0,-1 2-12 0,-3 2-2 16,6-2-8-16,-4 2-9 0,-16 1-4 0,11-2-5 15,-13 4-4-15,1-3-5 0,-4 1-4 0,0 1 0 16,0 0 1-16,-3 0-11 0,-7-2 2 0,2 4 2 15,-11-3-14-15,-4 0-19 0,-3-1-20 0,2 1-33 16,-9-2-21-16,2 0-28 0,-2 1-31 0,-2 0-22 16,-3-2-30-16,4 4-27 0,-4-4-51 0,0 0-139 15,-14 4-444-15,4 0 196 0</inkml:trace>
  <inkml:trace contextRef="#ctx0" brushRef="#br0" timeOffset="120095.32">13122 3434 135 0,'0'0'204'0,"0"0"-23"0,0-3-17 0,0 3-18 16,0 0-17-16,0 0-12 0,0 0-13 0,0 0-15 15,0 0-4-15,0 0-14 0,0 15 5 16,1-7-15-16,2-2-12 0,-1 4 6 0,-1 3-10 16,0-2-1-16,-1 2-3 0,2 3-2 0,-2 2-1 0,-2 1 3 15,4 0-13-15,-4 2 6 0,2-1 6 0,-1 1-7 16,-2 1-2-16,5-2-2 0,-4 0 2 0,2 7 3 15,0-5-3-15,-3-2 0 0,3 1 5 16,-1-1 0-16,1-1-2 0,0 10 5 0,0-11-4 0,0 1 1 16,0 0-5-16,1 1 2 0,-1-3-5 0,3 2 0 15,-3 0 2-15,2 1 0 0,-2-1-1 0,1 0 0 16,2 0 0-16,-2-1-3 0,3 0-1 0,-4 2-2 16,1-4 1-16,2 5-2 0,-2-2-1 0,3 0-2 15,-2-5-3-15,-1 4 3 0,3 1-2 0,-1 0-3 16,-2-1 1-16,2 1-2 0,1 1-2 0,1-1 0 15,-2 0-1-15,-3-7-1 0,3 7-2 0,-3-1 3 16,0-1-3-16,4 0 0 0,0-1 2 0,-2 2-6 16,-4-2 2-16,5 1 0 0,0 2-3 0,-3-2 3 15,0-1-2-15,0 0-1 0,0 1 2 0,0-4-4 16,-3 0 1-16,3 0 4 0,3 0 8 0,-3 1-13 16,0 0 1-16,-3-2 1 0,3 2 1 0,0 4-3 15,0-5 10-15,0 5-8 0,0-2-1 0,0-3-1 16,0 3 1-16,0 1 1 0,0 0-1 0,0 0-3 15,0 1 3-15,0 1 1 0,0-1 2 0,3-2 0 0,-2 3 0 16,2-3 20-16,-2 2-10 0,1 0 6 0,0 1-2 16,2-1-3-16,-3 0 2 0,1 1 0 15,1 0 7-15,-2 1-11 0,0-4 3 0,-1 2-3 16,3-2-3-16,-3 2 0 0,4-1-3 0,-2 0 2 0,0 2-4 16,1-1 2-16,-3 0 2 0,4-2-2 0,0 2 8 15,-1-2-9-15,-2-1-2 0,-1 4-1 16,3-2-3-16,-2 0 4 0,1 0-3 0,2-1 3 15,-3 1-1-15,3 1 2 0,-2-3-1 0,0 3-1 0,0-3-2 16,2 2 1-16,-3-3-1 0,3 4-2 0,-1-5 3 16,-2 3 0-16,2 1 2 0,-3-3-3 0,3-1 1 15,-2 3-1-15,2 2 2 0,-2 1 0 0,2-2-1 16,-3 1-4-16,3-1 4 0,-3 0-1 0,3 2 1 16,-1 0 1-16,2-1-2 0,-4 4 1 0,4-2-2 15,0 1 0-15,-2-1 6 0,-1 6-6 0,2-6 2 16,-2 2 1-16,3 3-3 0,0 1 2 0,0 1-3 15,-2-7 2-15,0 2 0 0,1 4 10 0,1-4-12 16,0 3 2-16,2 2 0 0,-3 0-3 0,-1 2 3 16,2 0 4-16,-4-9-7 0,4 6 4 0,-2 2-1 15,0-8-1-15,0 1 1 0,3 8-2 0,-2-3 1 16,-3-6 0-16,0 6-3 0,1-4 7 0,-1 3-1 16,0 2-4-16,0 2 3 0,2 0-1 0,-1-2-1 15,2 1 1-15,-3 0 3 0,1 0-4 0,3 2 1 16,-4-3 3-16,3-2-1 0,-2 4-8 0,0-1 0 15,2 0 4-15,-1 1 0 0,3 0 3 0,-5 1 0 16,1-2 1-16,2 2-3 0,0-1 0 0,-2 0 1 16,2-3 1-16,-1 1 10 0,0 3-13 0,1-4 1 0,-2 1-2 15,2 2 4-15,-2-9-2 0,-1 8 3 16,3 0-5-16,-2-2 4 0,2 1-3 0,-3 1 0 16,4-3 6-16,-2 4-7 0,-1 0 4 0,0-1 1 15,1-1 0-15,-1 0-2 0,-1 3-2 0,1-2 1 0,3-2 2 16,-4 4 1-16,4-2-4 0,-2 2 2 0,-1-4-1 15,0 4-1-15,2-1 1 0,-3 0-1 16,4 1 3-16,-4-2-2 0,0 1 0 0,4-1 1 16,-1 1 1-16,-1-3-1 0,-1 2 1 0,2 0 0 0,-2-2-4 15,3 2 2-15,-3 1 0 0,3-1 3 0,-2 0-4 16,2-1 4-16,-1 4-2 0,-1-3 4 0,2 3-4 16,1-2-2-16,-3 3 4 0,2-1-1 0,-4-2-1 15,4 3 3-15,-1 0-1 0,0-3-1 0,0 5 3 16,-2-4 0-16,0 2 1 0,1-1-4 0,-1 1 3 15,3-2 2-15,-2 1-1 0,0 2-1 0,1-4 1 16,-2 2-3-16,0-1 5 0,2 1-1 0,-1-4 5 16,0 3 0-16,1-2-2 0,-2-1-3 0,-1 4 2 15,5-1 3-15,-4 1-4 0,0 1 2 0,2-2-1 16,1-1 0-16,-4-1 12 0,3 0-15 0,-1 3 2 16,1-3-2-16,-2-1 0 0,-1-1-1 0,2 4 13 15,-2-2-15-15,1-6-2 0,-1 5 3 0,3-1 1 16,-3 0-1-16,1-4 0 0,2 4 3 0,-3 1-4 15,0-7-1-15,0 1 3 0,1-1-1 0,-1 2-1 16,3 4 1-16,-3 0 3 0,2-6-6 0,-2 1 3 16,0 0-2-16,1-1 3 0,0 1 0 0,2 4-4 15,-3-4 1-15,4 0 8 0,-3 5-4 0,2 2-1 16,-3-7-1-16,0-1 4 0,1 8 2 0,1-8-5 0,1-1 3 16,-2 0 2-16,3 2 8 0,-1-2-16 0,0 0 6 15,-1 0-2-15,-2 0-2 0,2 2-4 16,-1-1 20-16,4-2-14 0,-2 1-1 0,-2-3 0 15,2-3 1-15,-3 1 0 0,1-1 6 0,2 1-7 0,-3-3-3 16,0 2-1-16,0-2 1 0,2 0 0 0,-2-1-1 16,1 0 10-16,2 1-13 0,-3 0 6 0,1-2-7 15,-2 2 1-15,2-3 3 0,-2 4 1 0,2-3 0 16,-2 2-1-16,1-3-4 0,0-2 2 0,0 2 0 16,1 2 3-16,-1-1-1 0,0 0 0 0,0 0-3 15,0 1 3-15,0 2 0 0,0-1 0 0,0 0 11 16,0 1-12-16,0 1 1 0,0 2-1 0,3-3 7 15,-2 5-3-15,-1-4 1 0,3-1 6 0,-2-1 2 16,-1 0-4-16,5 6 22 0,-3-4-17 0,1-5 9 16,-3 0-12-16,2-1 2 0,0 0 3 0,-1 0 7 15,-1-1-5-15,0-2-5 0,0-4 1 0,1 8 2 16,-1-8 1-16,3 5-2 0,-3-5 7 0,0 0-12 16,0 0-7-16,0 0-39 0,0 0-44 0,0 0-50 15,0 0-59-15,0 0-77 0,-3-21-70 0,-1 18-226 16,-1-4-609-16,-2 4 271 0</inkml:trace>
  <inkml:trace contextRef="#ctx0" brushRef="#br0" timeOffset="120430.81">13300 10837 177 0,'0'0'308'0,"0"0"-4"16,0 0-9-16,-12 0-4 0,12 0-3 0,0 0-7 16,0 0-5-16,0 0-9 0,0 0-22 0,0 0-12 15,0 0-12-15,0 0-12 0,0 0-6 0,0 0-6 0,0 0-8 16,0 0-6-16,0 0-2 0,0 0-14 0,0 0-11 16,27 0-19-16,-4 2-12 0,10-4-15 0,5 0-8 15,5 1-16-15,16-2-6 0,1 2-6 16,-2 0-8-16,1-2-6 0,-2 1-12 0,-15 1 1 0,13-2-9 15,-1-2 1-15,-17 0-11 0,-2 1-14 0,-1-5-15 16,-1 4-21-16,-2-4-16 0,-9 1-25 0,-2 0-28 16,-1 0-30-16,-1 0-36 0,-7-2-28 0,-3 0-32 15,-4-1-44-15,-1 1-41 0,-6-2-49 0,-1 0-30 16,-11-4-217-16,1-1-645 0,-9 1 286 0</inkml:trace>
  <inkml:trace contextRef="#ctx0" brushRef="#br0" timeOffset="120998.54">14046 7192 81 0,'0'0'253'0,"0"0"-24"16,0 0-23-16,0 0-14 0,-2 12-10 0,-1-4-11 15,2 2-10-15,2 0-9 0,-1 4-8 0,0 3-8 16,3 2-8-16,-3-1-7 0,2 3-11 0,2 4-8 16,1-3-15-16,2 3-5 0,0 5-6 0,-1-1-1 15,3 1-15-15,4-3-4 0,-6-2-5 0,0-5-5 16,4 7-6-16,-5-8-23 0,3-1-32 0,-4-3-41 15,-1-4-61-15,-1-2-68 0,-3-1-247 0,5-4-466 16,-5 0 207-16</inkml:trace>
  <inkml:trace contextRef="#ctx0" brushRef="#br0" timeOffset="121267.16">13877 7163 179 0,'8'-5'272'16,"3"1"-3"-16,4 1-8 0,4 2-8 0,4 2 3 0,8 2-19 16,2 2-10-16,1 4-11 0,-1 1-13 0,-1 2-17 15,1 2-18-15,-2 4-18 0,-1 1-8 16,-3 2-22-16,-2 2-11 0,2-2-10 0,-5 4-10 0,0 1-11 16,-5 2-2-16,-6-3-9 0,1 5-9 0,-5-2 5 15,-1 0-18-15,-5 1-1 0,-4-2-9 0,-1 0-6 16,-3-7-16-16,-9 2-7 0,2 0-12 0,-9-4-16 15,-4-2-18-15,-7-5-22 0,-3 1-23 0,-1-4-24 16,-19-2-32-16,3-2-41 0,11-6-40 0,-14-3-47 16,-1 0-200-16,-5-5-508 0,3-1 225 0</inkml:trace>
  <inkml:trace contextRef="#ctx0" brushRef="#br0" timeOffset="122287.45">11370 3684 145 0,'-9'0'260'0,"9"0"-7"0,0 0-3 16,-3-2-7-16,3 2-3 0,0 0-7 0,0 0-5 16,0 0-11-16,0 0-21 0,0 0-20 0,14-7-20 15,0 2-14-15,6 2-14 0,3-1-8 0,8-6-15 0,4 5-11 16,2 2-11-16,5-2-7 0,14-2-8 0,-15 3-6 15,14-2-7-15,-15 3-4 0,1-2-3 16,-2 5-20-16,-2-1-17 0,-4 1-32 0,-5 0-23 16,-5 1-28-16,-5-1-34 0,2 1-46 0,-9 0-42 0,1 0-42 15,-2 1-37-15,-6 1-156 0,0 1-464 0,-4-3 206 16</inkml:trace>
  <inkml:trace contextRef="#ctx0" brushRef="#br0" timeOffset="123608.04">11697 3752 45 0,'0'4'122'0,"0"-4"-11"0,1 6-2 15,-1-1-1-15,1 0-13 0,-1 2-7 0,0 3 1 16,3 1-1-16,-3 0 0 0,0 3-2 0,1 3-3 15,-1 1-4-15,2 0 1 0,-2-2-8 0,1 4-2 16,-1 0 4-16,0 0-3 0,3-1 0 0,-2 2-7 16,-1 2-3-16,0 4-3 0,0-7-2 0,2 1 6 0,0 7 3 15,1-1-4-15,-3-4-5 0,3 4-3 16,-2-4-7-16,0 4 4 0,2-7-9 0,-3 6-2 16,4-5 4-16,-2 7-5 0,0-7 2 0,-2 6 0 15,2 0-1-15,0 1-4 0,0-1 1 0,-2-5-3 0,1-2-3 16,2 9-3-16,-2-4-1 0,2-4-1 0,-3 0-2 15,1 0-2-15,2 5 3 0,0-7 9 16,-2 3 4-16,3-3 3 0,-1 3-6 0,-2-2-1 0,1-1 1 16,0 2-3-16,1-2-8 0,1-1-1 0,-2 1 1 15,-1 0-1-15,0 2-5 0,3-2 6 0,-3 0-4 16,2 1-1-16,1 0-1 0,-2 2-2 0,-1 3 10 16,-1-2-10-16,3-2 0 0,-2-1-4 0,-1 1 6 15,0 0-3-15,3 5-4 0,-3-5 2 0,4 4 2 16,-1-4 7-16,-6 7-14 0,6-1-4 0,-2-2 3 15,-1-3 4-15,0 3-1 0,-1-2-4 0,2-3 3 16,-2 8-3-16,1-7 0 0,0 5 2 0,1-5-3 16,-2-1 0-16,2 1-2 0,-5 7-2 0,1-7 6 15,6-1-4-15,-7 7-1 0,4-1-1 0,1 2 5 16,-1-8-4-16,-1 2 2 0,1 6 16 0,0-1-22 16,1 0 7-16,-1 0 0 0,0 1 0 0,3-1 1 15,-3 0-2-15,0 1 3 0,3-8-1 0,0 7-2 16,-1-1 0-16,-2 2 3 0,3 0-2 0,-2-7 2 15,2 7-3-15,-2-1 0 0,2 0 0 0,-2-1-1 16,4 2 0-16,-3-2 3 0,1 2 1 0,-3-7-2 16,6 0 0-16,-1 5-2 0,-4-5 1 0,6 6 7 15,-4-7-2-15,-1 2-1 0,3-2 2 0,-4 1-3 16,3 0 3-16,1-1 0 0,-3 2-1 0,0-2-3 0,1 0 0 16,1 6-2-16,-1 0 3 0,1-6-1 0,-1 1-4 15,0-2-1-15,-2 3 5 0,-1-1 0 16,9 4 4-16,-7-4-6 0,0-4-1 0,1 3-1 15,-1 0 3-15,-1-1-1 0,0 1 3 0,2-1-6 0,1 0 6 16,-4 0-5-16,3 1-2 0,0-1 3 0,-2-2 10 16,0 2-10-16,-1 1-1 0,4-2 1 0,0 0 0 15,-4 2 1-15,2-2-1 0,-1 0-3 16,2 0 4-16,-2-1-1 0,2-1-4 0,0 2 10 0,-2 2-5 16,0-3-5-16,2 2 1 0,-1-1 3 0,0 3 1 15,1-2-3-15,-1-1 0 0,1 0 4 0,0 0 1 16,1 0-1-16,-4 1 1 0,4-2-2 0,-1 3-5 15,0-1 7-15,-2 1-4 0,3 0 3 0,-4 1-1 16,4-1-2-16,-1 3 12 0,-2-4-10 0,3 2 0 16,-2 4-2-16,-1-6 4 0,3 1 2 0,-4-1-4 15,4 1 3-15,-2 0-4 0,0 0 5 0,0-1-8 16,-1 0 5-16,3 3-2 0,-3-3 1 0,2 1 1 16,-3-2 12-16,4 1-10 0,-2-1-1 0,-1-1 0 15,2 2-1-15,-2-1 5 0,2-6-4 0,-2 6 3 16,1-5 2-16,0 1-1 0,1-1 1 0,0 1 1 15,1-1 2-15,-3 1 2 0,3-2 0 0,-3 1-2 16,4-1 1-16,-3 0-1 0,1-1-2 0,1 1 2 16,-1-1 2-16,1 1 0 0,0-2-2 0,-1 0 3 15,1 1-4-15,-3 0 0 0,3-2 3 0,-2-1 0 16,0 1-1-16,-2-2-2 0,3 2-3 0,-1-2-2 16,0 0 21-16,-2-1-11 0,3 0-7 0,1 1-4 15,-1 0-3-15,-3-3 9 0,2 3-7 0,0 0 1 16,-1-1-8-16,-1 1 8 0,3-1 1 0,0 1-1 0,-1 0 13 15,0-1-16-15,-1 0-3 0,0 0 0 16,1-2 3-16,1 2 0 0,-2 0 7 0,4-3-6 0,-5 1-1 16,0-4-4-16,4 6 0 0,-2-1 6 15,-2-3-5-15,1 3-1 0,0-2 7 0,-1-3 0 0,0 8-6 16,2-6 6-16,-2-2-6 0,4 5 14 0,-4-5-14 16,0 0 1-16,0 5 0 0,0 0-1 0,0-5-8 15,4 4-29-15,-4-4-28 0,0 3-29 16,0-3-30-16,0 0-42 0,-3 5-48 0,3-5-77 0,0 0-281 15,0 0-620-15,0 0 274 0</inkml:trace>
  <inkml:trace contextRef="#ctx0" brushRef="#br0" timeOffset="123942.46">11820 8603 194 0,'-8'-1'331'0,"8"1"-2"16,-5-1-5-16,5 1-7 0,0 0-14 0,0 0-8 16,0 0-17-16,0 0-21 0,0 0-22 0,0 0-23 15,13-5-20-15,-2 3-16 0,3 1-20 0,4 1-13 16,6-1-14-16,5 0-11 0,0 0-13 0,4 1-8 15,-2-3-3-15,2 3-17 0,1-1-14 0,0-1-1 16,-1 1-9-16,-2-3-12 0,0 3 1 0,1-3-3 16,-11 0-13-16,1 3-23 0,0-6-20 0,0 2-23 15,-3 0-31-15,-3-2-25 0,-3 1-36 0,-3-1-39 16,1-1-49-16,-3-1-60 0,-4-4-48 0,-4 2-228 16,2-2-603-16,-5 0 267 0</inkml:trace>
  <inkml:trace contextRef="#ctx0" brushRef="#br0" timeOffset="125146.68">12446 6013 61 0,'3'-5'282'0,"-3"5"-9"0,0-6-7 0,1 2-13 0,-1 4-11 16,-1-8-15-16,-2 4-21 0,2 0-19 0,-2 2-17 15,3 2-21-15,-7-5-15 0,0 2-13 0,-1 0-12 16,-3 2-10-16,0 0-9 0,-4 3-5 0,-2 2-13 16,-4 0-5-16,1 0-7 0,2 2-8 0,-1 2-2 15,-1 1-4-15,-1 0-8 0,0 3-3 0,0-1 10 16,6 1-6-16,-5 2-2 0,6-1-2 0,-3 0-6 15,2 3-3-15,4-3-1 0,3 3 2 0,-2-2-9 16,7-1 6-16,-2 2-6 0,4-3-1 0,-1 0 0 16,7-1-1-16,0 3 4 0,-1-2 2 0,3-2-5 15,2-1-2-15,3 0-4 0,6 0 6 0,2-1-3 16,2-2-6-16,-4 0 7 0,4-3-12 0,3-2-5 16,-5-1 3-16,0 0 2 0,-1-2-3 0,-1-4 0 15,-1 1 4-15,-4-2-5 0,3-4 1 0,-1-1-1 0,0-3 3 16,-3-3 3-16,0 1-5 0,-1-10-4 0,-5 7 2 15,3-9 4-15,-5 3-6 0,3-2-1 16,-7-2 4-16,3 1 3 0,-6 1-2 0,2 3 2 16,-4-4 8-16,0 3 15 0,1 4 8 0,0 2 9 0,1-2 6 15,-1 1 10-15,0 2 6 0,1 1 6 0,-3 2 1 16,4 1-3-16,1 3 17 0,-2-1 4 0,1 2-2 16,0 0-4-16,2 6 2 0,0-3-2 0,-3 2-13 15,3 0-1-15,0 2-12 0,0-2 0 0,0 6-4 16,0-5-12-16,0 5-2 0,-1-5-15 0,1 5 5 15,0 0-12-15,0 0-7 0,0 0 0 0,0 0 1 16,0 0-3-16,0 0 0 0,8 14 1 0,-10-8-1 16,4 1-8-16,0 4 3 0,-1-1 0 0,0 3-4 15,1-2 1-15,3 4 0 0,-4 0-2 0,-1 3 3 16,0 1-1-16,3 0 2 0,1 1-2 0,-4 0-2 16,2 1 4-16,-2 0-2 0,2-1 2 0,0 1-1 15,3 4 2-15,-1-6-2 0,1-1 2 0,1 2 2 16,-2-1-2-16,2-1-4 0,2-1-3 0,-2-6 8 15,3 4-1-15,-4-4 3 0,3 0-1 0,3-1 3 0,-1-2 2 16,-2 0 0-16,4-1 0 0,-2-2-3 0,-1 0-4 16,3 0 5-16,-1-2 2 0,2 0-1 15,-3-2-1-15,0 0 2 0,1-1-1 0,0 0-4 0,1-2 3 16,-4 1 4-16,0-1-7 0,-1 0 4 0,0 1 0 16,1-2-2-16,-4-1 2 0,4 1 5 0,-4 2 4 15,0-3-1-15,-4 4-1 0,7-3 1 16,-4 0-6-16,-3 3 2 0,4-3-1 0,-4 3-3 0,4-2-9 15,-4 2-14-15,0 0-22 0,1-4-31 0,-1 4-43 16,0 0-44-16,0 0-45 0,0 0-55 0,0 0-71 16,0 0-77-16,0 0-295 0,0 0-755 0,0 0 334 15</inkml:trace>
  <inkml:trace contextRef="#ctx0" brushRef="#br0" timeOffset="128508.93">16453 4262 248 0,'0'0'334'16,"0"0"-11"-16,-1-4-13 0,1 4-18 0,0 0-23 16,0 0-27-16,0 0-23 0,0 0-28 0,0 0-26 15,0 0-20-15,0 0-13 0,0 0-13 0,0 0-12 16,-2 19-8-16,2-8-11 0,0 1-10 0,0 1-8 15,2 3-10-15,-2 2-1 0,1 1-8 0,2 2-4 16,-2-3-6-16,4 1-1 0,-2 2-9 0,0-1-1 16,0 2 3-16,-2-2-5 0,3-1-3 0,-1 1-5 15,1-2 1-15,0-2 3 0,-1 1-7 0,2-5-5 16,-4-1 6-16,2 0-5 0,0 0 3 0,-2-4-1 16,1 0-7-16,-1 0 6 0,0-1-11 0,2-1-2 15,-3 0-9-15,3-1-4 0,-2-1 0 0,-1-3-10 16,2 3-12-16,-2-3-37 0,0 0-31 0,0 0-43 15,0 0-42-15,0 0-48 0,-3-16-45 0,0 10-212 0,3-3-533 16,0 0 236-16</inkml:trace>
  <inkml:trace contextRef="#ctx0" brushRef="#br0" timeOffset="128960.35">16121 4180 149 0,'-5'-3'270'0,"1"-1"-13"0,2 1-18 0,2 3-17 15,-8-3-18-15,8 3-20 0,-3-2-13 0,3 2 2 16,0 0 7-16,0 0 12 0,26 7 0 0,-9-4-1 16,4 2-18-16,12-4-6 0,-2 5-8 0,6-6-8 15,-2 1 1-15,2-1-22 0,4 3-15 0,0-3-11 16,-6 3-8-16,3-7-6 0,0 4-7 0,-4-5-12 15,-4 2-4-15,-2-1-11 0,-5-1-5 0,-3 2 1 16,-1 0-6-16,-6-2 1 0,1 1-8 0,-5-2 1 16,1 1-2-16,-3 1-3 0,2-1 3 0,-5 2-15 15,1-3 5-15,-3 4-18 0,0 0-27 0,-1-2-31 16,-1 4-39-16,0 0-38 0,0 0-28 0,-8-5-31 16,8 5-29-16,-11 5-37 0,3-1-42 0,1-1-261 15,-3 5-599-15,0-1 265 0</inkml:trace>
  <inkml:trace contextRef="#ctx0" brushRef="#br0" timeOffset="130449.24">16841 4437 135 0,'0'0'309'0,"0"0"-18"0,0-5-23 0,0 5-27 15,0 0-24-15,0 0-27 0,0 0-17 0,0 0-22 16,0 0-16-16,0 0-13 0,0 0-15 0,-2 13-7 16,4-9-11-16,-1 3-7 0,2-1-12 0,-2 5 0 15,0-2-11-15,2 1-3 0,-3 0-4 0,0-1-9 16,2 4-2-16,0-3-7 0,1-1-1 0,2 2 1 0,2-3-7 16,-4 2-2-16,2-3-1 0,-2-1 1 0,1 1 0 15,0-2-2-15,6-1-2 0,-5 1-1 16,-1-1-4-16,3-1 0 0,1-2-3 0,0-1 0 0,-1 0-3 15,3-1-2-15,-1-1 0 0,1-2-1 0,-1-1-3 16,0 0 6-16,1-1-3 0,-2-1-7 0,1 0-1 16,0-1 4-16,-1-1-2 0,-2-1-1 0,2 2-4 15,-3-1 8-15,1 1 6 0,-1 2-1 0,-1-2 5 16,-2 3 7-16,0 0 15 0,1-1 0 0,0 2 0 16,0 0-3-16,-3 4-1 0,3-5-3 0,-3 5-12 15,3-4-3-15,-3 4-3 0,0 0-5 0,0 0-1 16,0 0 0-16,0 0 0 0,0 0-3 0,0 0 0 15,-5 18 4-15,4-11-6 0,1-2-5 0,0 2 1 16,1 4 2-16,-1 0-9 0,2-1 5 0,1-1-4 16,-3-1-3-16,4 0-2 0,-4-2 2 0,6 1-3 15,-5 0-4-15,3-2 3 0,0 1 3 0,2-2-1 16,-1 0 2-16,-1-1 0 0,4-1-6 0,-1-2-4 16,-7 0 1-16,14 0 8 0,-9-2-3 0,2-1 9 15,-1-1-3-15,-1-1 5 0,2-1-2 0,1 0-2 16,-4-1 7-16,3-1 2 0,-3 0 8 0,5 0-1 15,-5 1 5-15,2-1-1 0,-1 2 12 0,0-4-3 16,-3 6-3-16,2-1 0 0,-1-1 0 0,-2 1-5 16,1 3-1-16,0-2 4 0,0 0-18 0,-2 4-1 0,0 0-1 15,0 0-1-15,0 0-3 0,0 0-4 0,5 9-3 16,-5-5 0-16,0 3-3 0,0-2-3 16,2-2-1-16,-2 5 0 0,1-3-2 0,-1 2-3 15,4-1 2-15,-2 1 2 0,0-2 3 0,0 0 0 0,1 0 0 16,0-1 3-16,1-2 4 0,3 1 1 0,-5-2 10 15,3 0-5-15,-5-1 0 0,12-2-3 0,-6-1 11 16,0 1-4-16,1-2-1 0,0 0 8 16,1-1 0-16,-4-1 3 0,3 1 1 0,-1-2 6 0,3-1 4 15,-5 2 4-15,2-1-3 0,-1 0 2 0,-1 1 2 16,0 0 2-16,3 2-6 0,-3-2 1 0,0 3 1 16,-1 0-4-16,-2 0-4 0,-1 3-4 0,6-3 0 15,-5 0-2-15,-1 3-4 0,0 0 4 0,0 0 6 16,0 0-9-16,0 0 0 0,13 6-3 0,-10-3 0 15,3 1 1-15,-2 2-3 0,1-1-3 0,-2-3-3 16,3 4 6-16,4 3-5 0,0-4 3 0,3 3 1 16,0-3 0-16,3 1 1 0,0 2-1 0,3-2 1 15,1-1-1-15,-2 1-2 0,4-5 2 0,0 1 2 16,1 0 8-16,-1-1-13 0,8-1 2 0,-10 0 5 16,3 0-1-16,3 0-1 0,-3-3-1 0,-2 1 1 15,2-1 2-15,-3-1-2 0,-2-1 1 0,2-4 0 16,1 4 0-16,-5-3-3 0,2-3 5 0,-2 4 6 15,-1-4 3-15,-1-1 15 0,-4 2-5 0,0 0 6 16,-3 1 9-16,1-1 11 0,-1 0 14 0,1 1 8 16,-4 0 7-16,-3 1 2 0,2 2-4 0,-3-2 5 15,2 3-6-15,-2-2-12 0,-2 1-2 0,2 2-12 16,0 0-8-16,-4 0-7 0,-2 2-3 0,0 1-4 16,-2-1-6-16,-2 2 1 0,2 2-1 0,-7 1-6 0,3 1-1 15,-2 1-2-15,-1 4 0 0,3-1-2 16,-2 2-6-16,-1 2 4 0,5-3 3 0,0 1-5 15,2 0-1-15,-2 0 7 0,6 1-6 0,-3 0 2 16,3 3 10-16,3-3-8 0,1 0 3 0,1-1-2 0,3 2 4 16,1-1 1-16,0-1 1 0,3 0-3 0,0-2-4 15,3 2-16-15,3-3-27 0,3 0-41 16,-2-2-41-16,3 0-53 0,1-2-70 0,1-1-82 16,0-1-263-16,-6-2-636 0,2-1 282 0</inkml:trace>
  <inkml:trace contextRef="#ctx0" brushRef="#br0" timeOffset="130616.3">17496 4090 172 0,'-4'-1'175'0,"4"1"-15"0,-7 0-15 0,7 0-12 16,-4 6-24-16,8-1-35 0,0 2-65 0,-1-1-82 15,1 4-78-15,3 0-163 0,0 7 71 0</inkml:trace>
  <inkml:trace contextRef="#ctx0" brushRef="#br0" timeOffset="131168.24">18561 4584 45 0,'0'0'452'0,"4"-2"-3"0,-4 2-9 0,4-4-14 16,-4 4-8-16,4-3-32 0,-4 3-26 0,0 0-28 15,0 0-30-15,2-3-26 0,-2 3-29 0,0 0-21 16,0 0-27-16,0 0-22 0,0 0-19 0,0 0-15 15,0 0-21-15,0 0-28 0,0 0-31 0,0 0-34 16,0 0-36-16,0 0-41 0,0 0-46 0,0 0-21 0,0 0-18 16,0 0-32-16,0 0-34 0,0 0-40 0,0 0-34 15,0 0-71-15,0 0-278 0,0 0-672 16,0 0 297-16</inkml:trace>
  <inkml:trace contextRef="#ctx0" brushRef="#br0" timeOffset="131352.31">18557 4353 265 0,'-1'-5'276'0,"1"5"-18"15,0 0-18-15,-4-2-27 0,4 2-19 0,-4-3-21 16,4 3-18-16,0 0-16 0,0 0-17 0,0 0-10 16,0 0-10-16,0 0-10 0,0 0-9 0,-7 8-8 15,5-1-13-15,1-4-32 0,-2 1-43 0,0 3-68 16,2-5-83-16,-2 3-226 0,-2-1-421 0,1 0 188 15</inkml:trace>
  <inkml:trace contextRef="#ctx0" brushRef="#br0" timeOffset="133510.15">16167 2972 319 0,'0'0'325'0,"0"-5"-9"0,0 5-26 0,0 0-21 15,0-6-26-15,0 6-29 0,0 0-25 0,0 0-20 0,0 0-24 16,0 0-13-16,0 0-15 0,0 0-11 0,-4 13-13 15,4-5-7-15,0 2 1 0,0 1-20 16,4 2 0-16,-2 2-9 0,2-1-7 0,0 3-4 16,-3-2-2-16,3 3-7 0,2-5 0 0,-2 0-4 0,1 2-9 15,-1-3 2-15,2 1-3 0,-2-1-2 0,1-2-2 16,-1 1 8-16,-1-5-11 0,0 1 0 0,1-4-1 16,-3 2 2-16,2-1 0 0,-3-1 3 0,0-3-1 15,6 1 2-15,-6-1-6 0,0 0-4 0,0 0 1 16,9-10 3-16,-8 5-2 0,1-2 17 0,2 0-24 15,-3-4-3-15,3-2 2 0,0 2-1 0,0-5 12 16,2 0-15-16,-1 0 4 0,-1 0-5 0,2 3-5 16,-2 1 7-16,0 0 0 0,0 1 14 0,0 0 8 15,1 5 1-15,-2-2 5 0,0-1-1 0,-2 3-13 16,3 2 6-16,-4 0-4 0,2 0-10 0,-1 1-3 16,-1 3 0-16,0 0-4 0,0 0-2 0,0 0-2 15,14 7 4-15,-12-2-4 0,1 2 7 0,0-1-13 16,0 1 3-16,2 5-11 0,-2 0 6 0,1-1-1 15,4 6 3-15,-5-5-4 0,-1 0-1 0,2-1 0 16,2 0-3-16,-2 1-3 0,-3-1 5 0,4-2-4 16,0-2 6-16,-1-1-6 0,-3 0 7 0,3-2 3 15,-4 0 1-15,3-2 3 0,0 1 5 0,-3-3-4 16,0 0-3-16,11-1 8 0,-11 1 1 0,5-7 2 16,-1 0 4-16,-1 2 7 0,1-2 3 0,0-4-1 15,3 0 4-15,-3 1 0 0,1-1 2 0,2 1-4 16,-1-2 5-16,-2 1-2 0,1 0 4 0,-1 1 0 15,2 0 3-15,-4 0 2 0,5 3 4 0,-4 2-10 16,0-2-3-16,-2 3 5 0,2 1-11 0,0-1-4 16,-1-1-3-16,-2 5-9 0,0 0 6 0,7 0-4 15,-7 0 13-15,8 6-11 0,-4-2-7 0,2 2-6 16,-1 1-6-16,3 0 2 0,-1 3 1 0,1-2-2 16,2 1-8-16,1 0 2 0,0 0-2 0,6 2-5 15,-2-3-1-15,0-1-8 0,2 1-3 0,0-3-7 16,1 1 6-16,-2-3-18 0,-2 1-5 0,-2-3-5 15,2-1 0-15,0 0 2 0,0-1 2 0,2-2 2 16,-5-1 4-16,-1-2 4 0,-1 1 4 0,0-3 5 16,0 0 0-16,-3-1 7 0,0 1 1 0,1 0 6 15,-6-4 2-15,2 2 11 0,-3-2-9 0,0 0 4 16,-1 0 4-16,-2 0 1 0,0 0 0 0,-1 2 6 0,-2 1 6 16,2-1 6-16,-1 3-1 0,0-2-6 15,-1 4 1-15,2 0 1 0,-4 2-4 0,1-1 3 16,2 3-4-16,-5 2-2 0,2 1 5 0,2 0-1 15,-3 2 2-15,1 4-1 0,0-2 2 0,1 4-1 16,3-1 4-16,1 2 1 0,2 1 0 0,2 0 1 0,4 0 0 16,0 1 0-16,1-1 1 0,1 4 1 0,4-3 0 15,3 0 2-15,1 1-4 0,0-2-2 16,3-2-4-16,-1-1-6 0,-4-4-6 0,8 2-12 16,-4-2-12-16,2-1-3 0,-4-2-2 0,4-2 1 0,-6 0 0 15,2-4 0-15,0 2 8 0,-4-4 4 0,-1-1 4 16,-1 1-4-16,1-4 7 0,-4 0 3 0,1 1 7 15,-3-1-4-15,1-2 10 0,-1 2 11 16,-3-1 8-16,-1-2 4 0,0 1 11 0,0 2 3 0,0 0 6 16,0 3 3-16,0 0 1 0,0-1-1 0,0 5-9 15,0-2 1-15,-1 2-8 0,1 3-8 0,-4-7-6 16,4 7 5-16,0 0 1 0,0 0-7 0,0 0 5 16,-13 10-4-16,10-5 0 0,1-2 8 0,-1 5-9 15,0-2-3-15,-1 2 4 0,3-1-7 0,1 4 3 16,0-4 0-16,-3 1-3 0,3 1 1 0,0-1-2 15,3 0 3-15,-3-3-5 0,1 1 2 0,3 1 3 16,-2-4-1-16,0 1-1 0,1 0 1 0,1-2 2 16,-4-2 6-16,8 0-7 0,-8 0 0 0,0 0 2 15,15-2 0-15,-11-2 1 0,2 0 3 0,-2 1 4 16,0-3 9-16,3 1-5 0,1-2 6 0,-3-1 3 16,1 3 7-16,-1-4 3 0,2 3-1 0,0-2 1 15,-3 2-2-15,0 0 0 0,0 1-2 0,0 0 7 16,-1 0-7-16,0 3-4 0,-2-2-5 0,-1 4-2 15,5-3-6-15,-5 3-3 0,0 0-2 0,0 0-2 16,0 0-1-16,0 0 1 0,0 0-2 0,4 9 1 16,-4-4-2-16,-1 0 1 0,1 1-1 0,0 1-3 15,0 0 1-15,1 0 1 0,-2-1-1 0,1 3 0 16,1-2-2-16,-1-1-2 0,2-1-4 0,-1 1 0 16,3-1 4-16,-4 0 6 0,6-2 4 0,-1-1-8 15,-2-1 2-15,-3-1-2 0,12 0 0 0,-12 0 5 16,11-3-2-16,-5 1 0 0,1-1 2 0,0 0 7 15,-1-4 6-15,2 2 6 0,-2 0 17 0,3-3 3 16,-5 2 6-16,2 1 10 0,2-3 10 0,-3-1 0 16,-1 4 16-16,-1-1 7 0,0 0-10 0,2 1-5 15,-4 0-5-15,2 2-3 0,1-1-7 0,-2 2-7 16,-2 2-12-16,5-4-10 0,-5 4-25 0,0-3-17 16,0 3-4-16,0 0 10 0,0 0-19 0,0 0-16 15,5 11-4-15,-2-7-5 0,-3 2-11 0,1-2-9 16,2 2-16-16,1 1-17 0,-1 0-16 0,1 1-20 0,3 2-27 15,1-2-26-15,2 0-42 0,-1-1-37 16,3-2-26-16,1 3-155 0,0-4-485 0,1 0 214 16</inkml:trace>
  <inkml:trace contextRef="#ctx0" brushRef="#br0" timeOffset="134380.5">17579 3034 38 0,'-1'-4'226'0,"-1"0"4"0,-2 0-5 15,4 4-14-15,-5-6-11 0,0 3-9 0,0 1-26 16,5 2-17-16,-4-4-16 0,-1 2-14 0,5 2-13 0,0 0-11 16,-11 0-11-16,11 0-8 0,0 0-6 0,-11 3-6 15,8 0-5-15,-1 0-9 0,4-3-5 16,-4 7-4-16,1-4-3 0,2 1 0 0,0-1-3 16,1-3-3-16,0 6-3 0,1-2-4 0,0 0 0 0,5 1-2 15,-1-2-2-15,-2 1-4 0,5-2 2 0,0 1-6 16,2-2 10-16,1 2-12 0,2-2 1 0,-2-1-4 15,0 0 1-15,1-1 1 0,-1-2-1 16,0 2 4-16,-3-2-6 0,1 1-2 0,-1-1 3 16,0-2-3-16,1 0 2 0,1-2 0 0,-2 4-2 0,-1-2-4 15,1-1 2-15,0 2-1 0,-2 1 0 0,-1 0 0 16,0-2 1-16,1 4-2 0,-2-1 0 0,-4 2-1 16,8-2 0-16,-1 2-5 0,-7 0 7 0,8 1-2 15,-8-1 3-15,10 3-3 0,-5 1 1 0,-1-1 1 16,1 0-1-16,0 1-1 0,0-1-1 0,-1 2-1 15,2-3 0-15,-2 1 1 0,-1 0 0 0,0 0 2 16,0-1 0-16,-3-2 5 0,4 5-6 0,-2-3-2 16,-2-2 4-16,0 0-2 0,0 0-1 0,0 0-1 15,2 4 2-15,-2-4 1 0,0 0 3 0,0 0-1 16,0 0-4-16,0 0 6 0,0 0-2 0,0 0 2 16,-17-5 0-16,17 5 2 0,0 0 4 0,0 0-2 15,-6-4 6-15,6 4 0 0,-2-3 5 0,2 3 2 16,0 0 6-16,2-6-11 0,-2 6-2 0,0 0-2 15,2-6 6-15,2 3-9 0,-3-1 1 0,3 1-6 16,-4 3-4-16,4-3 1 0,-4 3-7 0,6-3-3 16,-6 3-6-16,8-1-6 0,-8 1 0 0,10 1 7 15,-10-1-13-15,6 3-1 0,-2-2 1 16,0 1 3-16,3 2 1 0,-4-1 0 0,1 1 3 0,4-2 4 16,-4 1 1-16,3-1 1 0,-2 1 3 0,1-2 2 15,3 0-1-15,-3 1 4 0,-1-2 1 0,-5 0-1 16,14-2 0-16,-5 0 3 0,-2-1-2 0,1 1 4 15,2-2 3-15,-2 1 8 0,-3-2 12 0,4 0 3 16,1 1 8-16,-4-2 5 0,-1 2 4 0,2 0 1 16,0-1 9-16,2-1-1 0,-3 4 8 0,-2-3-18 15,0 2-3-15,0 0-5 0,0 1-6 0,-4 2-2 16,0 0-5-16,15 6-2 0,-11-1 8 0,-2 0-15 16,3 5-2-16,2 2 0 0,2 4 1 0,-5 1-3 15,5 2 4-15,-4 2-4 0,7 5-2 0,-5-1-2 16,7 4 2-16,-5-3 2 0,2 5-1 0,-1 0-3 15,-1 0 1-15,-1 1 0 0,3 1-1 0,-5-2 1 16,3 2-1-16,-1-5-1 0,-5 1 2 0,1-2 1 0,0-7-1 16,0 0-2-16,-2-4 0 0,-1 1 0 15,-2-5-1-15,1-2 2 0,-2-2 1 0,2-2 4 16,-4-1 20-16,0 0 25 0,0-1 34 0,1-2 20 16,-4 0 8-16,7-2-11 0,-14-2-5 0,5-4-10 15,-2 1-7-15,1-4-9 0,0 1-7 0,1 0-18 16,3-2-52-16,-2 0-34 0,3 1-41 0,-1-3-45 15,5-1-59-15,2 0-72 0,5-3-83 0,-1-1-248 16,6-2-634-16,5-3 281 0</inkml:trace>
  <inkml:trace contextRef="#ctx0" brushRef="#br0" timeOffset="134681.6">18457 3132 33 0,'0'0'282'0,"0"0"-22"16,0 0-22-16,0 0-17 0,0 0-28 0,0 0-20 15,0 0-17-15,0 0-18 0,0 0-11 0,0 0-14 16,0 0-12-16,0 0-11 0,7 11-5 0,-4-7-8 0,0-2-8 16,-2 2-6-16,3-1-7 0,-1 0-4 0,-3-3-3 15,4 2-5-15,-1 2 4 0,-3-4-9 16,8 2-3-16,-8-2 2 0,3 1 10 0,-3-1 9 15,4 2 2-15,-4-2 0 0,0 0-5 0,0 0-2 16,0 0-6-16,5-9-1 0,-5 9-6 0,0-7-5 0,0 3-3 16,0 4-5-16,-2-8-12 0,-1 3-14 0,3 2-21 15,-2-2-23-15,0 0-30 0,-1 0-44 0,2 0-51 16,-2 2-64-16,2-1-215 0,-2-2-485 16,3 3 215-16</inkml:trace>
  <inkml:trace contextRef="#ctx0" brushRef="#br0" timeOffset="134998.62">18414 2922 100 0,'0'0'192'0,"-7"-1"-20"0,7 1-23 16,0 0-8-16,0 0-11 0,0 0-16 0,0 0-9 15,0 0-9-15,0 0-7 0,-2 8-5 0,2-8-6 0,5 5-9 16,-1-1-3-16,-1-2-3 0,2-1-5 0,0 2-5 16,1 0 1-16,2-2-9 0,-5 0 0 0,3 2-6 15,1-3-1-15,-7 0-3 0,14-1 13 16,-10-1 3-16,2 1 4 0,-6 1 5 0,8-4 8 0,-4 1-3 16,-1 0-8-16,-1-1-5 0,0-1-15 0,-4-1-3 15,2 6-5-15,-2-8-10 0,-1 4-18 0,-1 1-25 16,0-1-25-16,-3 2-34 0,0 0-38 0,2 1-51 15,5 1-185-15,-19 1-387 0,12 2 171 16</inkml:trace>
  <inkml:trace contextRef="#ctx0" brushRef="#br0" timeOffset="136538.37">19396 2548 133 0,'-3'-6'280'15,"3"-2"-6"-15,-1 2-5 0,1 1-15 0,0 0-14 16,-3 0-24-16,3 0-8 0,0 5-36 0,-5-5-16 15,5 5-19-15,-5-1-15 0,5 1-16 0,0 0-7 16,-18 4-14-16,7 5-9 0,0-1-7 0,-4 3-5 16,-3 3-9-16,-2 5-4 0,1 6-2 0,1-2-5 15,1 4-5-15,0-3 1 0,-2 4-4 0,4-1-2 16,-1 2-3-16,2 0-6 0,0 1-1 0,4-1 0 0,-1-1-2 16,3-1 1-16,3 0 0 0,2 0-5 15,1-7-3-15,5 0 4 0,1 0-1 0,4 1 0 16,2-4 1-16,4 0 0 0,5 3-3 0,5-3 11 15,3 1-12-15,3-5-2 0,1-1-1 0,2-1 1 16,1-3-4-16,4-2 10 0,-5-3-12 0,1-2-1 0,-3-2-1 16,2-2 3-16,-1 1-7 0,-2-7 10 0,2 0-4 15,-4-3-1-15,-2-2 4 0,-2-1-5 16,2-5 1-16,-4 0 5 0,-3-5-1 0,3 1-2 16,-6-5 1-16,-4 0 7 0,-1-1 2 0,-4-1 4 0,-3-1 10 15,-4 1 15-15,-5-1-11 0,-1-1 4 0,-6 5-1 16,-4-4-10-16,-2 1 7 0,-4 0-13 0,-5 2-3 15,-1 2-4-15,-15-8 1 0,13 14-3 16,-2 2-11-16,0 3-18 0,1 2-20 0,1 1-34 16,0 5-49-16,7 6-43 0,0 2-60 0,-1 1-82 15,-5 3-252-15,10 6-601 0,0 0 267 0</inkml:trace>
  <inkml:trace contextRef="#ctx0" brushRef="#br0" timeOffset="140250.97">20348 2375 321 0,'-4'-7'319'0,"3"0"-8"0,-3 1-12 0,-2-1-21 15,4 2-29-15,-4 1-22 0,-1 0-23 0,-1 3-25 16,-3 1-21-16,2 0-14 0,-6 5-15 0,-3 2-8 15,-9 7-14-15,1 3-6 0,-1 3 3 0,1 3-17 16,3 3-12-16,-3 5 0 0,4 0-5 0,-1 3-5 16,5-1-7-16,1-2-9 0,3 5 2 0,1-5-2 15,6 2-8-15,1-1 5 0,2-3-2 0,6 6-2 16,2-7-2-16,1 1 3 0,5 0-6 0,5-1 4 16,3-3 2-16,5 1-9 0,2 0-3 0,3-2 1 15,6-4-3-15,-2 1-10 0,5-4 4 0,13 6-5 16,-13-9-14-16,-2 1-47 0,5-6-43 0,-4 4-56 15,-2-4-69-15,2-1-72 0,-2-6-61 0,-10 0-204 16,8 2-594-16,-12-2 262 0</inkml:trace>
  <inkml:trace contextRef="#ctx0" brushRef="#br0" timeOffset="141071.07">21570 2272 78 0,'-6'-5'342'15,"5"1"-3"-15,-2-1-2 0,-1 1-12 0,-1 1-26 16,5 3-26-16,-5-5-30 0,5 5-20 0,0 0-27 16,-1-2-27-16,1 2-11 0,0 0-13 0,0 0-16 0,0 0-12 15,4 13-15-15,2-3-7 0,2-1 1 16,5 6 4-16,3 2 12 0,8 3 12 0,2 4-12 16,2 0-2-16,-2 1-8 0,16 9-9 0,-13-8-10 15,8 13-7-15,-1-3-3 0,1 1-12 0,-10-8-6 0,-4 1-3 16,-1 1-2-16,0 2-9 0,-3-2-7 0,-3 0-1 15,-3 0-4-15,-2 2-6 0,-5-2-1 16,1 2 0-16,-6-1-5 0,-5 1 1 0,-2-2 0 16,-7 1-9-16,-2 1-4 0,-1-4-16 0,-6 2-25 15,3-3-31-15,-7-3-35 0,2 2-39 0,-5 0-39 0,2-3-39 16,-3 1-21-16,7-6-85 0,-3 4-312 0,4-1-690 16,4-2 306-16</inkml:trace>
  <inkml:trace contextRef="#ctx0" brushRef="#br0" timeOffset="-120926.4">20714 2442 101 0,'0'0'186'0,"0"0"-14"0,0 0 2 0,0 0 1 16,0 14 10-16,0-6 1 0,0-4-5 0,0 9-4 0,0-5 1 15,0 9-10-15,4 1-8 0,-8-5-7 0,4 5-7 16,0 0-12-16,0-6-9 0,0 5-13 16,0 1-12-16,0-1-7 0,0-3-11 0,0 2 10 15,0-2-22-15,-1-1-8 0,2 0-4 0,-1 0-6 0,0-1-4 16,0-1-6-16,0-1-5 0,4 0 0 0,-8-2-4 15,8-1-7-15,-4 0 16 0,0-1-19 0,0 0-3 16,0-1-4-16,0-2 6 0,0-3-3 16,2 6 8-16,-2-6 0 0,0 4 9 0,2 0 8 0,-2-4 19 15,0 0 4-15,0 0-6 0,0 0-2 0,0 0-1 16,0 0-4-16,11-9-6 0,-7 6-10 0,-1-2-3 16,4-1-9-16,-2 1 1 0,1-5 2 0,3 5-6 15,-1-1 8-15,-1 1-17 0,1-3 0 0,1 4 6 16,-3 1-4-16,5-3-1 0,-3 2 2 0,3 1-12 15,-3 0 4-15,2 2 5 0,1 1-4 0,-2 0-3 16,4 0 1-16,0 2-4 0,-3 1 3 0,2 1-7 16,0 1-2-16,-1 1 8 0,1 1-4 0,-1-1-2 15,0 3 4-15,-3-1-3 0,4 2-9 0,-5 0 5 16,0-1 6-16,1 2 3 0,-2-1 11 0,-1 0-21 16,-1 0 2-16,0 0 2 0,-2 1-2 0,-4-3 0 15,2 3 0-15,0-2-1 0,-4-3-8 0,0 1 16 16,-1-2-6-16,-5 1-5 0,1 1 6 0,0-2 5 15,-3-2 4-15,-1 0-1 0,0 0-4 0,-2-1 4 16,-5-2 0-16,8 0-5 0,-6 0 6 0,0-2-6 16,-2-6 8-16,6 4-9 0,0 0-12 0,4 1-36 15,-2-4-39-15,0 1-57 0,3-2-56 0,0 0-71 16,4-2-68-16,0 0-261 0,5 0-646 0,-1-2 286 16</inkml:trace>
  <inkml:trace contextRef="#ctx0" brushRef="#br0" timeOffset="-119989.84">21125 2211 128 0,'-3'-3'266'0,"3"3"17"16,-4-7-9-16,4 4-11 0,-1-2-13 0,1 5-17 15,-4-5-11-15,-3 3-10 0,4-1-16 0,1 1-15 16,-4 0-12-16,-1 0-7 0,7 2-25 0,-15-1-8 15,7 2-8-15,-3 1-4 0,-2-1-8 0,3 2 0 16,-5 1-7-16,2-1-9 0,-1 4-6 0,0-3 4 16,-1 5-20-16,3-1-12 0,0-2-1 0,1 2-11 15,2 0 2-15,-1-1-7 0,-1 1-3 0,4 1-3 16,2-1-17-16,-1-2 7 0,2 2-3 0,3-3 0 16,-2 3-5-16,3-2 5 0,0-2-6 0,3 3 1 15,-2-2 0-15,6-2-2 0,-1 1-21 0,-1 2 18 16,6-4-4-16,-3 2 2 0,6-2 2 0,-2-1-8 15,0 1 2-15,3-2 4 0,-4 0-2 0,1-3-6 16,3 0-2-16,-4-2 3 0,0-2-2 0,0 2 2 16,0-1-4-16,-1-4 3 0,0 0 0 0,-2 1 10 15,2-2-15-15,-5-2 0 0,2 1-1 0,-1-3 3 16,-4-2-1-16,1 1 10 0,1-2-11 0,1 1-14 16,-3-2 16-16,-2 2 1 0,0-1 1 0,-2 2-5 15,2 3 12-15,0-4-7 0,-1 4 14 0,1 2 6 16,-1-1 16-16,1 1-6 0,-3 3 8 0,3 1 1 15,-3 0 7-15,6 0 0 0,-3 1 3 0,0 3-3 16,0-1-4-16,0 4-1 0,-3-8-7 0,6 5-4 16,-3 3-3-16,0 0-13 0,0-3 4 0,0 3-5 15,0 0-1-15,0 0 1 0,0 0-5 0,0 0-2 16,-4 14 0-16,1-8 0 0,3 1 4 0,-1 2-5 16,-2 2 1-16,2 1-3 0,-1 0 2 0,2 2 0 15,0 2 1-15,-1-3 1 0,2 3-4 0,1 1 4 16,-2-3-5-16,1-1 0 0,2 4-1 0,-2-5-1 15,2 1 1-15,-2-1-8 0,5 0 19 0,-4 0-3 16,1-2-11-16,1 0 3 0,2-1 3 0,-2-3 0 16,0 2-1-16,0-1 0 0,5-1 1 0,-2 1-9 15,0-1 12-15,0-4-2 0,4 2-3 0,-2-1 1 0,0 1-4 16,1-3 2-16,-2-1 4 0,3-1-17 16,0-2 4-16,0 2 8 0,-3-2-4 0,2 1-9 15,-2-1-23-15,0 2-33 0,2-5-49 0,-1-1-67 16,-3 2-56-16,-1 0-67 0,1-1-85 0,-1 1-298 0,0 0-747 15,-5 0 331-15</inkml:trace>
  <inkml:trace contextRef="#ctx0" brushRef="#br0" timeOffset="-80432.43">19309 3997 104 0,'0'0'139'0,"-11"-1"-13"16,3 1-4-16,8 0-2 0,-18 1 3 0,8 2 10 15,0 1 2-15,-2-1 4 0,-2 2 1 0,2 3-2 16,-3-3 7-16,-1 2-4 0,0 1-2 0,0 2-7 15,0-1 0-15,1 0-3 0,0 0-13 0,0 3-6 16,0-2-6-16,2 1-8 0,-2 1-11 0,0-1 9 16,2 2-7-16,-3 0-6 0,5 1-5 0,-2 3-9 15,3-1-6-15,-1 2-10 0,3-1-2 0,-1 1-7 16,3-1 1-16,-1 1-4 0,3-2-3 0,3 3 3 16,2-1 14-16,2 0 5 0,2 1-2 0,-1-2-3 0,5 2-2 15,0-1 4-15,6 4 1 0,0-5-2 0,0-3 2 16,8 2-8-16,-5-2 18 0,8-1-15 15,0 0-8-15,-5-4 4 0,-2 0 7 0,2-2 17 0,-1-2-4 16,2 0 4-16,1-2 4 0,-1-3 5 0,-2 2 2 16,2-5 1-16,-2 1 7 0,2-2 0 0,-1-1 0 15,-2-3 8-15,-3 0 1 0,0-2 2 0,1-1 1 16,0-2-5-16,-3 0-11 0,-1-5 1 0,-2 2-14 16,-4-5-6-16,1 3-8 0,0-9-7 0,-2 0-5 15,-5-3-4-15,-1 1-4 0,-4-1-5 0,0-2-3 16,0-1-4-16,-7 5-3 0,-1-3 1 0,-6 4-7 15,3-1-3-15,-4 2-3 0,0 0 2 0,-1 1-5 16,-3 3-2-16,-2-2-2 0,3 6-1 0,-3 1-9 16,0-1-35-16,-2 4-36 0,1-2-48 0,7 10-57 15,-12-3-71-15,9 4-82 0,-9 4-78 0,8 1-416 16,-1 2-896-16,1 2 397 0</inkml:trace>
  <inkml:trace contextRef="#ctx0" brushRef="#br0" timeOffset="-79345.54">20416 3824 270 0,'-4'-11'274'0,"-3"4"-7"0,-1-1-4 15,3 3-7-15,-1-4-10 0,-2 5-18 0,4 2-22 0,-4-1-23 16,1 2-14-16,7 1-16 0,-16 6-1 0,-2 1 4 15,2 1-6-15,0 5-6 0,-1 3-1 0,-2 3 7 16,0 3-19-16,1-1 0 0,-2 5-9 16,4 0 11-16,2 3 4 0,6-5-14 0,-3 3-12 0,2-1-11 15,3-6-10-15,3 7-10 0,3 0-3 0,3 0 1 16,4-3-13-16,1 5-2 0,8-6-5 0,-2-7-4 16,5 7-11-16,1-1-1 0,2-3 10 0,4-1-14 15,1-2-1-15,2-1-4 0,1-1-14 0,-2-2 7 16,-5-4-33-16,7 2-48 0,-1-4-44 0,3-1-41 15,-8-1-31-15,-4-1-39 0,2-1-39 0,-4 1-38 16,1-3-40-16,-4-2-34 0,-2 1-198 0,-1-3-603 16,-5-1 267-16</inkml:trace>
  <inkml:trace contextRef="#ctx0" brushRef="#br0" timeOffset="-78860.48">20778 3926 263 0,'0'-10'345'0,"1"2"-2"16,-1 2-4-16,0-1-8 0,3 1-13 15,-3 1-20-15,0 1-30 0,0 4-29 0,0-7-33 16,0 7-24-16,3-3-23 0,-3 3-20 0,0 0-11 16,0 0-11-16,0 14-13 0,-3-7-7 0,3 4-7 0,0 1-16 15,0 5-11-15,0 0 1 0,0 2-8 16,0-1-3-16,0 0-7 0,-3 0-1 0,3 0-9 15,0-1 0-15,3 0-16 0,-6-3 10 0,6-1 3 0,-3-1-6 16,0-1-1-16,0-1-7 0,0-2 1 0,0-2 0 16,0 1 0-16,0-2 5 0,0-1 6 0,0-4 5 15,0 0 1-15,0 0-8 0,0 0 2 16,0 0-7-16,17-9-2 0,-11 4-4 0,4-1-1 0,-1-1-8 16,2 0-1-16,3 1-1 0,-5 1-2 0,6-1 0 15,-1 2-8-15,1 1 3 0,-1 0 0 0,0 1-3 16,-3 2-2-16,2 0-4 0,-1 3 0 0,-1-1 4 15,1 2 1-15,-3 2-9 0,0 1 6 0,0 0 4 16,-2 3-1-16,0 0-6 0,-2 0 6 0,-3 0-2 16,0 2 7-16,-2-3-8 0,-2 2 14 0,0-1-2 15,-2 1-8-15,-1-5 6 0,-1 2 4 0,-6 1-3 16,2-4 0-16,1 0 4 0,-5 0-3 0,3-3 2 16,-5-1 0-16,2 0 5 0,0-1-12 0,-1-2-1 15,1-2 0-15,0 0-6 0,3-1-35 0,-2-3-42 0,3 1-40 16,2-3-37-16,-3 2-44 0,6-2-49 15,4-2-53-15,-1 0-59 0,2-1-198 0,3-4-610 16,5 0 269-16</inkml:trace>
  <inkml:trace contextRef="#ctx0" brushRef="#br0" timeOffset="-78241.42">21182 3769 11 0,'0'-3'275'15,"0"-2"-3"-15,0 5-7 0,1-5-8 0,-1 5-11 16,0-8-7-16,-1 4-9 0,1 4-8 0,0-6-13 16,-1 2-17-16,1 4 0 0,-2-8-15 0,0 6-17 15,2 2-13-15,-3-8-15 0,-2 5-16 0,0 0-9 16,1 0-12-16,-5-1-1 0,-2 3-20 0,1 1-13 15,-3 0 1-15,-1 1-3 0,-4 1-9 0,-2 1-3 16,1 1-9-16,4 0-4 0,-4 0 0 0,5 0-12 16,0 1 3-16,1 0-2 0,1 2-7 0,-2-2 0 15,5 0-1-15,-2 1-4 0,4 1-2 0,2-2-1 16,-1 0-6-16,4 0 7 0,-1 0-3 0,1 0 5 16,0-1-2-16,3 1 4 0,2-1-1 0,1 0-2 15,0-2 2-15,4 1 1 0,6-1-2 0,-3-1 0 16,0-1 2-16,2-1-3 0,2 0-5 0,0-2-2 15,0 0-3-15,-1-3-2 0,-1 0-3 0,2-1-2 16,-4-1 1-16,3-4-5 0,-1-1 8 0,-4 3-6 16,-3-1 1-16,2-2 2 0,-1 1-7 0,-1-3 5 15,-1-2 4-15,-1 1-1 0,-1 3-1 0,-3-1 1 16,0 1 5-16,4 2 2 0,-8 0 7 0,4 0 13 16,0 2 10-16,-1 1 3 0,-2-2 8 0,3 5 5 0,-1 0 2 15,-1 2-4-15,2 3-1 0,-3-6-6 0,3 6-11 16,0-4-4-16,0 4-8 0,0 0-4 15,-1-4 0-15,1 4 9 0,0 0-14 0,0 0-3 0,-7 13-4 16,7-7 5-16,-1 0-2 0,-2 2 4 0,3 2-8 16,0 1 5-16,-1 0 1 0,1 0 11 0,0 3-12 15,0-3-1-15,1 3-11 0,-1 4 11 0,3-3 6 16,-2-3-8-16,3 1 8 0,-1-2-8 0,0 1 3 16,2 1-25-16,5-2-26 0,-6 0-20 0,1-1-22 15,2-1-32-15,0 0-29 0,2-3-41 0,-2 3-45 16,1-5-53-16,1-1-54 0,1 2-207 0,-1-3-597 15,2-2 264-15</inkml:trace>
  <inkml:trace contextRef="#ctx0" brushRef="#br0" timeOffset="-77839.73">21409 3702 116 0,'-2'-4'472'0,"2"4"-23"0,0 0-31 0,0 0-37 15,0 0-44-15,0 0-41 0,0 0-34 0,0 0 21 16,14 14 4-16,-5-5-20 0,4 4-25 0,3 1-22 0,5 4-22 16,1 4-17-16,2-1-21 0,1 4-14 0,0 2-14 15,-1-3-13-15,-1 4-12 0,-2 1-8 0,-3-2-12 16,-3 6-8-16,0-3-10 0,-4 2-8 0,-6 2-44 15,-5 1-57-15,-4-1-68 0,-5 3-65 0,-5-2-52 16,-13 11-54-16,-4-6-67 0,2-12-73 0,-10 6-231 16,-16-2-703-16,1-4 312 0</inkml:trace>
  <inkml:trace contextRef="#ctx0" brushRef="#br0" timeOffset="8800.71">18191 6615 8 0,'-3'-4'355'0,"3"4"-18"16,0 0-19-16,0 0-27 0,0 0-40 0,0 0-26 15,0 0-25-15,0 0-19 0,0 0-17 0,0 0-15 0,7 14 1 16,-3-4-13-16,3 0-8 0,-3 2-18 16,-1 1-1-16,5 2-16 0,-3 1-4 0,0 4-14 15,-1-7 7-15,1 6-23 0,-1 1-5 0,0-4-4 0,-1 2 3 16,0 0-17-16,1-5 0 0,-4 3-1 0,0-1-11 15,0-4-29-15,0 1-36 0,-4-1-37 0,4-2-39 16,0 0-34-16,-2-1-30 0,1-2-40 0,1-1-34 16,-1-1-209-16,-1 0-500 0,2-4 221 0</inkml:trace>
  <inkml:trace contextRef="#ctx0" brushRef="#br0" timeOffset="9352.62">18168 6599 160 0,'-4'-8'270'0,"1"1"-8"0,0 2 2 0,2 0-1 15,1-1-18-15,-4 3-24 0,4-2-18 0,0 5-20 16,5-10-23-16,-2 9-18 0,4-2-13 0,1 0-13 16,3 2-11-16,4 1-15 0,-1 0-7 0,5 1-8 15,2 3-11-15,-1-2-8 0,-3 3-2 0,6 1 1 16,-5 2-11-16,2 1-6 0,-1-1-6 0,-4 3-1 15,4-3-7-15,-8 4-2 0,0-4 0 0,1 2 0 16,-5 0-5-16,0-2-8 0,0 1 4 0,-2 0 2 16,-1 0-6-16,-1 0 9 0,-3-3-7 0,-3 2 1 15,2-1-4-15,-3 0 2 0,-3 2 0 0,-4-4 7 16,3 3-8-16,-5-4 7 0,-1 2-13 0,-1-4 4 16,4 1 9-16,-3 0-11 0,1-3 1 0,2 2-3 15,-4-2 2-15,8 1 5 0,-2-1 8 0,9 0 6 0,-12 0 6 16,12 0-4-16,-6 0-4 0,6 0-8 15,0 0-3-15,0 0 3 0,0 0-1 0,15 5 8 16,-3-1-14-16,4-2-4 0,2 4 3 0,3 0-2 0,-1 1 4 16,0 2 7-16,1-1-16 0,-3-1 5 0,3 2-1 15,0 0-5-15,-5 0-2 0,2 2 1 0,-9-4 4 16,5 4-5-16,-5-4 5 0,1 4-1 0,-1-4-1 16,-3 4 1-16,1-5 0 0,-6 2-1 0,0 1-3 15,1-3 0-15,-4 0 10 0,-2 0-3 0,-1 1-4 16,-5-1 7-16,1 0 17 0,-5-3-5 0,-1 2 3 15,-3-2 1-15,-2-1-3 0,0 0 0 0,-1-2-1 16,1 0 1-16,-2-2-2 0,4 1 6 0,-1 0-16 16,1-3 5-16,4 2 6 0,1-1-12 0,1 1 8 15,5-1-8-15,-1 0-19 0,3 1-6 0,0-1-38 16,-1 1-30-16,6 2-38 0,0-4-33 0,0 4-39 16,4-7-37-16,4 6-25 0,0-3-34 0,-1 2-161 0,7-1-490 15,-5 1 217-15</inkml:trace>
  <inkml:trace contextRef="#ctx0" brushRef="#br0" timeOffset="9671.32">18750 6601 284 0,'3'-8'331'0,"-3"1"-9"0,1 4-9 0,-2-2-11 16,1 5-15-16,-3-6-24 0,3 2-33 0,0 4-33 0,0 0-24 15,0 0-17-15,0 0-19 0,0 0-10 16,0 0-15-16,-3 20-13 0,1-9-5 0,0 3-8 16,-2 2-10-16,8 2-8 0,-8 0-3 0,8 1-7 0,-4 3 6 15,0-1-19-15,0-1-1 0,4-1-7 16,-2 1-1-16,3 6-1 0,-5-8-6 0,4 1-5 15,-1 1 18-15,0-4-25 0,0-3-31 0,2-1-29 0,0-1-27 16,-5-1-27-16,4-1-39 0,-1-2-27 0,-1-1-27 16,0-1-30-16,1-4-39 0,3 0-235 0,-6-1-535 15,7 0 237-15</inkml:trace>
  <inkml:trace contextRef="#ctx0" brushRef="#br0" timeOffset="10021.29">18939 6728 96 0,'0'0'264'15,"0"-6"-8"-15,0 6-2 0,3-5-5 0,-3 5-8 16,0-5-13-16,0 5-7 0,3-3-14 0,-3 3-19 16,0 0-14-16,0 0-13 0,0 0-14 0,-4-5-15 0,4 5-18 15,0 0-5-15,0 0-5 0,0 0 3 16,-18 6 2-16,11-1-6 0,-2 0-1 0,0 0-2 15,-4 0-2-15,1 3 4 0,-2 0 3 0,6-1-9 0,-3 2-13 16,0-1-6-16,0 1-9 0,3 1-6 0,1-1-5 16,1 0-5-16,0 1-2 0,5 2 5 0,-1-2-16 15,5 2-1-15,3-1 8 0,3 1-10 0,3 3-5 16,6-1-3-16,-3-2-1 0,11 2-4 0,-2-1 3 16,3-1-3-16,-6-2-11 0,-1-4-33 0,3 1-31 15,-1-2-34-15,1-1-32 0,-4-1-35 0,0-1-32 16,2 0-41-16,-2-2-29 0,-3-4-39 0,-3 3-38 15,-6-2-198-15,4-4-574 0,-4 2 254 0</inkml:trace>
  <inkml:trace contextRef="#ctx0" brushRef="#br0" timeOffset="11744.6">19327 6566 315 0,'0'-4'352'16,"1"1"-14"-16,-1 3-13 0,1-7-26 0,-1 7-28 15,0-3-38-15,0 3-33 0,0 0-18 0,0 0-22 0,5 11-16 16,-4-6-8-16,3 5 8 0,-3 10-14 15,4-4-7-15,0 2-8 0,-1 3-7 0,1-1-15 16,2 6-5-16,-1-6 6 0,-1 7-25 0,1-7-9 16,0 1-5-16,1-1 2 0,-3 1-11 0,2-3-1 0,-2 0-5 15,0-2-4-15,4 1 1 0,-5-4-3 0,-2-3-5 16,3-2-27-16,-2 0-42 0,0-2-22 16,-2 1-23-16,4-4-18 0,-4 1-25 0,2-2-49 0,-2-2-51 15,0 0-40-15,0 0-53 0,0 0-171 0,0 0-532 16,-6-18 236-16</inkml:trace>
  <inkml:trace contextRef="#ctx0" brushRef="#br0" timeOffset="11978.56">19192 6583 320 0,'-5'-3'344'0,"1"0"6"0,1 0-1 0,3 3-15 16,-4-5-13-16,4 5-19 0,-4-3-26 15,4 3-17-15,-4-4-23 0,4 4-33 0,0 0-17 16,12-2-19-16,-8-2-14 0,6 4-18 0,0 0-16 0,1-1-7 16,3 1-12-16,1-1-13 0,4 1-8 0,3 1-12 15,-7-2-8-15,4 1-40 0,1 0-36 0,0-3-32 16,-6 3-24-16,1-1-26 0,-3 1-28 0,1-1-34 16,1 1-29-16,-3 0-34 0,0 0-36 0,0-2-30 15,-3 2-225-15,-1 0-557 0,1-1 247 0</inkml:trace>
  <inkml:trace contextRef="#ctx0" brushRef="#br0" timeOffset="12730.34">19502 6782 143 0,'5'-1'260'0,"-5"1"-15"0,12 0-18 16,-12 0-18-16,11-1-23 0,-6 2-15 0,3-1-15 15,-4 1-19-15,4 1-12 0,3 1-12 0,0-1-16 16,0 3-7-16,-3 1-9 0,2 0-7 0,-1-1-9 16,2 0-7-16,1 2-6 0,-5 1-3 0,4 0-7 15,0 1-4-15,-3 0-4 0,0 3-3 0,-1-5-2 16,-3 4-2-16,4-3-4 0,-2 3-1 0,-5-2-5 15,3-3-1-15,-4 2 0 0,0-2-2 0,0-1-3 16,0 1-1-16,-4-3-1 0,3 1 0 0,1-4 0 16,-4 4 1-16,4-4-1 0,-11-2 1 0,11 2-3 15,-10-6 4-15,3 4 9 0,7-4 0 0,-4 1-1 16,4-1 1-16,-4 0 1 0,4 0-10 0,0-2-5 16,4 1-9-16,3-4-20 0,0 4-20 0,4-2-11 0,5 0-19 15,0-1-17-15,4 1-13 0,0 1-1 0,2 3-9 16,1 0-6-16,-3 0 11 0,3 1-3 15,-3 0 11-15,1 2-1 0,-2-2 11 0,-4 3 8 16,0-2 9-16,-3 0 21 0,-1 2-3 0,-3 0 14 0,-2-2 8 16,-1 2 22-16,1 0 16 0,-6 1 10 0,0 0 8 15,3-3 1-15,-3 3 3 0,0 0 12 0,-11-5 15 16,5 4 13-16,-2 0 0 0,8 1 7 0,-19 0-1 16,9 0-5-16,-2 0 7 0,1 0-1 0,-4 1-6 15,6 1-6-15,-4 1-5 0,1 1-7 0,4-1-3 16,-2 3-4-16,1-1-6 0,2 2 0 0,0-2-2 15,2 3-7-15,1-1-1 0,1-1-2 0,-1 2-2 16,4-2-4-16,2 2-1 0,0-3 1 0,1 1-3 16,1 2 0-16,4-1-4 0,-1-4-3 0,0 3-12 15,2 0-14-15,5-5-4 0,-3 2-8 0,0-2 1 16,1 2-3-16,3-6 2 0,-4 2 3 0,2-2 3 16,-2 0 2-16,-1-3 1 0,-1-1 6 0,1 2 0 0,-3-3 5 15,-2 1 8-15,3-2 10 0,-4 3 11 0,0 1 14 16,-1-1 12-16,0-1 17 0,0 2 7 15,-2 0 7-15,0-1 4 0,1 3-1 0,-2 3-7 0,2-5-7 16,-2 1-16-16,0 4-7 0,3-4-1 0,-3 4-8 16,0 0-2-16,0 0-5 0,0 0-2 0,0 0-6 15,0 0 0-15,0 0-3 0,-11 10 1 0,11-6 1 16,-1 1-13-16,1-5-18 0,-2 9-26 0,4-5-26 16,-2 3-26-16,1-1-32 0,2-1-29 0,0 0-30 15,2 2-32-15,0-4-222 0,-1 1-471 0,6 2 209 16</inkml:trace>
  <inkml:trace contextRef="#ctx0" brushRef="#br0" timeOffset="13064.8">20340 6762 3 0,'-7'-1'264'15,"7"1"-11"-15,-8 0-5 0,8 0-14 0,-11-2-14 0,3 5-4 16,0-2-12-16,1 2-11 0,-1 0-7 0,-3 1-8 16,2 0-9-16,3 0-12 0,-7 2-18 0,3 1-10 15,-1-2-12-15,-1 3 1 0,1-2-12 0,0 2-8 16,2 1-13-16,1 0-7 0,1-1-8 0,1 2-4 16,1 0 3-16,1-2-17 0,1 5-2 0,3-7-8 15,3 6 0-15,-2-1 0 0,9-2 1 0,-2 0-4 16,1-2-12-16,8 4 1 0,-2-4-2 0,4 0-16 15,-3-1-21-15,6-3-19 0,-2-2-13 0,2-2-15 16,-2 0-12-16,1-3-16 0,2-1-9 0,-4-2-4 16,1 0-11-16,-2-4-11 0,8-2-9 0,-9 0-20 15,6-7-21-15,-5-1-15 0,0-2-26 0,-4-5-194 16,0 3-438-16,-4 1 194 0</inkml:trace>
  <inkml:trace contextRef="#ctx0" brushRef="#br0" timeOffset="13751.32">20574 6689 1125 0,'-1'-26'-66'0,"-6"6"26"0,3 1 37 0,-3-2 42 15,2 4 31-15,-4-1 25 0,5 5 24 0,-3-3 22 16,2 6 20-16,1 1 17 0,-1 0 7 0,1 3 2 15,2-1-14-15,-1 4-19 0,2-1-19 0,-2 1-18 16,3 3-18-16,0 0-6 0,0 0-12 0,0 0-6 16,0 0-6-16,3 17-7 0,-2-9-8 0,4 5-4 15,-1-2-3-15,5 11-5 0,2 2-6 0,-6 2-3 16,2-1 0-16,0-6-5 0,-2 3-1 0,-2-3 1 16,3 2-5-16,-1 7-5 0,-1-9 5 0,0 1-15 15,1 0-14-15,-5-2-10 0,3-3-8 0,-3-2-11 16,4-2-8-16,-4-1 1 0,3-3 1 0,-3 1 6 15,0-3 8-15,0-2 2 0,0-3 4 0,-3 3-1 0,3-3 7 16,0 0-3-16,0 0 0 0,0 0 1 0,3-11 8 16,-3 3 1-16,0 1-2 0,6-3 0 15,-5 2 0-15,3-3 1 0,2 1 1 0,2 1 2 0,-3-1-2 16,1 2-3-16,-1 2 6 0,-2-1-3 0,1 1 3 16,2 1 1-16,-1 0 0 0,-3 1-2 0,1 2-3 15,0 0-3-15,-3 2 3 0,0 0 2 0,0 0 0 16,0 0 1-16,10 4-1 0,-9 0 2 0,0-1-1 15,1 2 2-15,1 3-2 0,0-1 3 0,-1-1 2 16,-1 4-1-16,2-2 2 0,1 0 1 0,3-1-2 16,0 4 6-16,-1-2-7 0,6 1 4 0,2-1-1 15,4 1-5-15,2-3-21 0,2 1-17 0,5-1-9 16,3 1-9-16,4-4-7 0,0 2-7 0,4-2 5 16,-3-2 4-16,6 1 0 0,-2-2-3 0,1-1 7 15,2-1-1-15,-5-2 0 0,2 1 3 0,-3-1 2 16,1 1 4-16,-6-5 1 0,2 1 11 0,-5 0 8 0,-8 0 1 15,0 0 7-15,-3 0 18 0,-6-2 22 0,-1 1 15 16,-1 4 11-16,-1-7 13 0,-4 4 13 0,-2 1 6 16,3-4 6-16,-5-1 4 0,0 2-5 0,0 2 2 15,-1-1 0-15,-3-4 3 0,-2 2-3 0,-1 0 3 16,-5 0-5-16,4 0 0 0,-3 0-7 0,-1 3-5 16,1-1-8-16,-3 2 3 0,2 3 2 0,-1 2-8 15,-2 0-4-15,1 5-10 0,-1-2 11 0,4 3-15 16,-6 0 2-16,2 5-2 0,1 3-7 0,3 3 1 15,-1 1 21-15,1 0-7 0,1 8 2 0,5 2 9 16,2-1 7-16,-1 3-4 0,4 4-8 0,3-1 3 16,1 0-4-16,0-1-2 0,4 3 2 0,2 0-15 15,-1-2 1-15,2 0-3 0,1-4-6 0,-1 0 0 0,-2-10-2 16,4 5-4-16,-3-5 6 0,-2-3-10 0,0-5-29 16,-1 1-31-16,1-2-10 0,2-2-25 15,2-4-36-15,-6-3-53 0,3-1-57 0,0-3-45 0,1-3-59 16,-1-4-217-16,1-3-591 0,3-5 261 0</inkml:trace>
  <inkml:trace contextRef="#ctx0" brushRef="#br0" timeOffset="13902.45">21337 6603 35 0,'-3'-5'295'0,"-1"3"-29"0,-1-3-25 16,2 2-22-16,-1-1-28 0,4 4-25 0,0 0-12 15,-8 1-40-15,8-1-50 0,-7 8-60 0,3-4-70 16,-1 5-83-16,-3-2-107 0,-2 6-277 0,-4 0 123 16</inkml:trace>
  <inkml:trace contextRef="#ctx0" brushRef="#br0" timeOffset="14653.73">18833 8236 136 0,'-2'-6'400'0,"0"-2"1"16,2 2-1-16,-4-1-9 0,4 2-13 0,-1 0-29 16,1 1-34-16,0 4-39 0,0 0-35 0,0 0-23 15,0 0-19-15,0 0-21 0,10 10-13 0,-4 2-16 16,2-1-15-16,0 6-13 0,4 8-13 0,-2-11-6 16,5 9-2-16,-1 1-18 0,1 0-8 0,-1 0-5 0,-1-7-7 15,3 6-9-15,-6-5-27 0,-1-1-53 0,2-2-43 16,-4-4-50-16,-2 0-50 0,1-1-48 15,-3-2-44-15,0-3-32 0,-1-1-51 0,-2-4-259 0,0 0-654 16,0 0 289-16</inkml:trace>
  <inkml:trace contextRef="#ctx0" brushRef="#br0" timeOffset="14988.45">18779 8099 120 0,'2'-6'285'0,"1"1"-12"15,0 3-14-15,1-1-10 0,4 2-11 0,0-2-6 16,5 1-13-16,1 1-16 0,4 4-13 0,3-1-19 0,3 2-12 16,1 1-18-16,3 4-18 0,2 1-12 15,-3 0-11-15,2 2-7 0,-9-1-16 0,7 1 9 16,-9 1-22-16,2 0-2 0,2 5-6 0,-3 0-4 0,-4-3-8 16,0 1 5-16,-3 1-14 0,-1 0-4 0,-1 1-6 15,-3-2 0-15,-2 4-1 0,-4-2 0 16,1-2-4-16,-5 4-1 0,-5-7-4 0,1-1-2 0,-4 4 2 15,-5-5-3-15,-2-2 6 0,-1 1-6 0,-2-1-5 16,-1-1 3-16,-7-2-2 0,6-2-2 0,1 0 5 16,2-3-8-16,1-1 3 0,1 1 3 0,7-1-7 15,-1 0 4-15,1 0 5 0,6-1-7 0,-1-1-17 16,2-1-29-16,4 3-31 0,0 0-40 0,4-8-37 16,3 7-34-16,5-2-39 0,3 0-33 0,7-3-34 15,-3 1-158-15,12-2-484 0,1-3 214 0</inkml:trace>
  <inkml:trace contextRef="#ctx0" brushRef="#br0" timeOffset="15205.93">19457 8223 208 0,'0'-2'343'16,"2"-2"4"-16,-2 4-14 0,1-4 4 0,-1 4-40 16,4-2-31-16,-4 2-36 0,0 0-17 0,0 0 9 15,0 0 4-15,0 10-17 0,0-4-14 0,2-2-15 16,0 4-14-16,1 1-16 0,-1 9-11 0,0-7-17 15,1 3-5-15,2-3-14 0,-1 6-10 0,3 0-11 16,-3 0-5-16,2-3-11 0,-2 3-6 0,1-4-24 16,-1 0-50-16,0 0-34 0,-2-5-47 0,0 0-38 15,1 0-48-15,-1-4-36 0,0 2-28 0,1-2-52 16,-3-4-50-16,4 3-193 0,-4-3-585 0,0 0 258 16</inkml:trace>
  <inkml:trace contextRef="#ctx0" brushRef="#br0" timeOffset="15406.59">19480 8175 129 0,'0'-8'289'15,"0"-1"-7"-15,3 3-10 0,0-2-20 0,0 1-18 0,1 1-21 16,0-1-18-16,1-1-17 0,5 1-16 0,-5 3-16 16,2 0-16-16,0 1-14 0,0-2-13 0,5 4-10 15,-1-1-15-15,-1 0-2 0,2 2-12 0,-1 0-15 16,3 0-34-16,-3 2-39 0,-1 2-33 0,3-2-31 15,0 2-32-15,-3 1-38 0,1-1-28 0,-2 3-30 16,0-2-156-16,-2 0-402 0,0 0 179 0</inkml:trace>
  <inkml:trace contextRef="#ctx0" brushRef="#br0" timeOffset="15607.14">19498 8283 264 0,'-4'3'260'0,"4"-3"0"0,-1 2 9 16,1-2 11-16,0 6 2 0,0-6-25 0,8 6-27 16,-1-5-21-16,4 2-20 0,0 0-16 0,3-1-6 15,-1 2-31-15,6-3-18 0,0 0-25 0,4 1-46 16,1 0-48-16,-6 2-46 0,7-2-45 0,-4 3-43 16,2-4-51-16,-2-1-48 0,2 2-190 0,-1-3-458 15,2-4 203-15</inkml:trace>
  <inkml:trace contextRef="#ctx0" brushRef="#br0" timeOffset="15943.65">20080 8181 80 0,'0'0'319'0,"-4"-3"-6"0,2 1-7 0,2 2-6 15,0 0-14-15,-5-5-9 0,5 5-38 0,-7-3-23 0,7 3-10 16,-9-3-25-16,4 2-9 0,-4 1-10 0,0 1 3 15,0 1-5-15,-4-2-13 0,1 2-13 0,0 1-14 16,1 1-5-16,-3 0-12 0,6 1-6 0,-4 0-9 16,5-2-5-16,-1 0-14 0,1 5-5 0,3 1-5 15,-3-3-2-15,6 2-5 0,-2 1-5 0,6 2 9 16,1 1-16-16,4 0-12 0,0 4 4 0,5 1 1 16,4 4-2-16,-3-5-9 0,2-2 2 0,4 5-2 15,-3-4-3-15,-1 1-3 0,-1-5-3 0,1 3-2 16,-2-1 5-16,-4-2-7 0,-1-3 0 0,1 2 4 15,-5-2-10-15,1-1 3 0,-1-1 0 0,-4 1-3 16,2-2 5-16,-6 0 0 0,2 1 1 0,-8-2-7 16,2 1-4-16,-7-1-39 0,-1 0-31 0,-3 1-38 0,-2-1-47 15,-4 1-55-15,-5 0-69 0,-4-2-74 0,-1 2-283 16,2-3-691-16,-1 1 305 0</inkml:trace>
  <inkml:trace contextRef="#ctx0" brushRef="#br0" timeOffset="16543.82">19151 9814 45 0,'-2'-5'394'16,"0"0"-12"-16,2 2-17 0,0 3-23 0,-4-7-37 15,4 7-32-15,0 0-22 0,0 0 3 0,0 0-12 16,-11 13-3-16,9-5-9 0,0 4-10 0,2-1-15 16,0 0-16-16,0 2-17 0,0 4-20 0,2-3-16 15,3 5-5-15,2 0-15 0,-2 2-11 0,1-4-12 0,-1 3-8 16,2-4-7-16,4 0-9 0,-6-1-15 0,1-5-37 15,-1 1-41-15,-2-5-43 0,1-2-30 0,1 0-50 16,-2-2-45-16,0 0-50 0,-3-2-46 0,0 0-43 16,1-12-295-16,-2 5-679 0,-2-4 301 0</inkml:trace>
  <inkml:trace contextRef="#ctx0" brushRef="#br0" timeOffset="17045.66">19109 9669 125 0,'0'-7'305'0,"0"0"5"0,0-1-4 16,4 2-12-16,-4-2 4 0,3 3-31 0,-2 0-17 16,3-3-18-16,-1 3-27 0,3 1-24 0,-1 1-17 0,3 0-17 15,0 1-16-15,3 1-9 0,0 2-19 16,1 1-7-16,2 3-13 0,2 0-7 0,3 1-6 0,-1 2-6 16,-2-2-8-16,2 5-10 0,0-3-6 0,-3 3 11 15,-3-2-16-15,3 2-1 0,0 0-17 0,-4 0 7 16,-4-1-4-16,3-2 8 0,-3 1-16 0,-1-1 4 15,-1-1 11-15,-2-1-18 0,-2 1-2 0,-1-2 2 16,0 3-4-16,-1-4 4 0,-3 0-2 0,-3 3 2 16,0-4-2-16,-2-2 0 0,-1 3 5 0,-1-1 11 15,-1 0 4-15,2 0 7 0,4-2 7 0,-1 3-6 16,-1-3-2-16,4 0-5 0,4-1-3 0,-9 5-3 16,8-3 2-16,1-2 2 0,0 0 2 0,7 9 17 15,0-3-8-15,3 2-4 0,4-3-1 0,5 6 5 16,-2-1-15-16,2 1 1 0,-2-1-2 0,2 3-11 15,2 0 6-15,-5-2 2 0,3 1 6 0,-4 2-14 16,1-1-5-16,-5-1 4 0,0-1-1 0,-4-2 0 0,0 0 1 16,-2 1 7-16,-1-1-19 0,-1-2 15 0,-3 2 17 15,0-2 11-15,-4 0-5 0,-1-1 11 0,-5 0 4 16,-2 0-5-16,-2-3-1 0,-5 1-6 0,-3-3-2 16,-1 1-3-16,-5-2-4 0,3 1-1 0,2-1-2 15,1-1-6-15,-1-2-3 0,4 2-6 0,0 0-12 16,4-2-25-16,4 2-26 0,-1-2-29 0,5 2-30 15,0-2-35-15,5 2-37 0,2 1-29 0,-3-5-43 16,4 1-31-16,3-1-47 0,6 0-43 0,-1-4-211 16,8-1-635-16,4-8 281 0</inkml:trace>
  <inkml:trace contextRef="#ctx0" brushRef="#br0" timeOffset="17296.52">19742 9690 213 0,'0'0'313'0,"4"-3"-16"16,-4 3-17-16,0 0-9 0,0 0-4 0,11 6-11 16,-9-2 9-16,2 2-6 0,-2 2-14 0,1 2-14 15,-1 3-21-15,0 0-17 0,2 3-8 0,1 2-2 16,-2 0-16-16,2 2-20 0,-1 0-14 0,0 1-6 16,3-1-17-16,-3 5-9 0,3 1-9 0,0-8-11 15,-3 1-5-15,1-1-11 0,0 3-2 0,-3-8-6 16,2 1-29-16,-1-2-44 0,2-1-37 0,-2-1-31 15,-2-2-33-15,2-2-29 0,-3-2-20 0,2 1-29 16,2-2-51-16,-4-3-36 0,0 0-48 0,0 0-217 0,0 0-592 16,0 0 261-16</inkml:trace>
  <inkml:trace contextRef="#ctx0" brushRef="#br0" timeOffset="17497.71">19792 9756 228 0,'0'-7'311'0,"1"-2"-3"0,1-2-7 16,-1 1-9-16,3-1-8 0,-2 3-16 0,0-3-19 16,5 2-21-16,-1-1-28 0,2 0-17 0,-2-1-18 15,3 6-18-15,1-2-11 0,3-1-25 0,-4 2-6 16,3-2-5-16,1 4-19 0,-4 3-5 0,5-2-8 16,-3 2-37-16,2 1-40 0,-3 0-36 0,1 1-42 15,1 2-36-15,-4-2-47 0,2 3-47 0,0 1-28 16,-1-1-28-16,-4 1-178 0,1-3-488 0,-1 5 216 15</inkml:trace>
  <inkml:trace contextRef="#ctx0" brushRef="#br0" timeOffset="17698.95">19840 9811 256 0,'-4'3'324'0,"4"-3"-7"16,-5 2 5-16,5-2-12 0,0 0-12 0,0 0-24 15,0 0-28-15,7 5-23 0,3-4-18 0,1-1-23 16,1 3-22-16,1-2-11 0,1-1-26 0,8 3-4 16,-3-1-56-16,1-2-45 0,5 3-38 0,-4-2-38 15,1 1-51-15,1-1-43 0,-1-1-44 0,4-1-46 16,-3-1-227-16,0 1-508 0,0-4 225 0</inkml:trace>
  <inkml:trace contextRef="#ctx0" brushRef="#br0" timeOffset="18049.27">20388 9649 290 0,'-6'0'297'0,"6"0"-6"16,-7-3-13-16,0 1-15 0,1 1-10 0,6 1-16 16,-14 0-12-16,9 0-16 0,-6 0-18 0,4 3-11 15,0-2-14-15,-1 1-22 0,2 1-9 0,1 0-8 16,1 2-17-16,0 0-10 0,-1 0-7 0,2 0-16 15,3 5 6-15,-1-2 1 0,1-1-19 0,2 2-7 16,4 2-11-16,-3-1 13 0,2 2-13 0,3 0-2 16,3 2-9-16,1 1-4 0,3-2 1 0,-3 0-1 15,0 3-4-15,2-3-3 0,-1-1-5 0,-3-1 3 16,0-3-2-16,1 3-5 0,-4-1-6 0,2-1 7 16,-3-1-5-16,-2 1-9 0,0-3 19 0,0 2-24 15,-3-2 6-15,1-1-1 0,-1 2 3 0,-4-5 8 16,1 4-5-16,-3 0 2 0,-1-2 1 0,-1-1-8 15,-4 2 0-15,-3 1 3 0,3-4-21 0,-3 2-37 0,-2-3-32 16,-1 1-45-16,-2 1-57 0,0-2-64 0,3 0-60 16,-2-3-281-16,2-1-639 0,4-1 282 15</inkml:trace>
  <inkml:trace contextRef="#ctx0" brushRef="#br0" timeOffset="19671.54">21756 6258 71 0,'0'0'124'0,"0"0"-5"16,0 0 0-16,0 0 5 0,0 14-4 0,0-9 4 16,5 0-7-16,-5 1-2 0,2 2 3 0,-1 0-6 15,3 1-7-15,-2 0 5 0,-2 1-5 0,2-1-5 16,0 1-1-16,-2 0-3 0,1 0-1 0,-1 2-1 16,2-3-2-16,0 4-5 0,-4-3-11 0,2 0 9 15,0 2-5-15,2-1-2 0,-2 1-7 0,0 0-8 16,-2-1-5-16,0 1-8 0,2 2-5 0,0-3-1 15,0 3 11-15,0 1 3 0,0 1-4 0,0 2-6 16,-1 1 8-16,-1 1-17 0,2 2-1 0,2-3 2 16,-4 9 29-16,2-7-20 0,0 6 1 0,0 0-3 0,0-1-4 15,0-5-2-15,2 7-3 0,-1 0-7 0,-1-3 3 16,2 6 10-16,-2-2 4 0,4 1 0 16,0-3-4-16,1 1-13 0,-4 1 14 0,3 0-11 15,-1 0-5-15,-1-4-4 0,2 2-5 0,-2-6 1 0,1 7 0 16,0-3-2-16,1 2-1 0,-3-5-5 0,5 3-1 15,-4 3 5-15,1-8 1 0,-3 7 21 0,6 1 1 16,-6 3-6-16,2-10 0 0,-2 7-7 0,3-2 0 16,0 2-1-16,-3-2-6 0,1-4 4 0,3 4-3 15,1 1-6-15,-3-6 5 0,1 5-1 0,1-6-4 16,1 9-6-16,-1-4 3 0,-1 2 2 0,0-5-8 16,3 4 1-16,-3 2 1 0,1-6-4 0,-1-1 7 15,1 6-6-15,0 0 6 0,0-7-7 0,2 6 5 16,-1-5-5-16,-4 4-2 0,4 3 1 0,-1-1 0 15,-2-6-6-15,1 6 2 0,1-7 9 0,-1 11-2 16,-2-1-3-16,2-3 4 0,1 4-1 0,0-3 4 16,-1 2-5-16,-2 1 1 0,3 0 31 0,-4 0-1 0,2-1-2 15,0-1 3-15,1 0-9 0,-1 4-2 0,-1-2-1 16,0 0 0-16,2 0 0 0,-1 0-6 16,1 0-2-16,-3-3 1 0,2 4-4 0,0-3 0 0,0 1 0 15,-1-2 0-15,-1 0 1 0,3 0-2 0,-2 1-5 16,2 1-2-16,-2-3 1 0,-1 3 6 0,2-1-5 15,2 0-4-15,-3-2 5 0,1 4-1 0,-1-4 0 16,0-1 1-16,1 4-2 0,0-4 5 0,-2 2 2 16,0-2 9-16,0 1 4 0,4-7-1 0,-4 0-4 15,0 1 1-15,4-2-7 0,-2 1 3 0,-1 1-2 16,2-2 1-16,-2-1-3 0,-1-1-2 0,3-1-3 16,-2-2 9-16,-1-2-12 0,6-2 1 0,-6 3 1 15,0-3 0-15,0-2-1 0,1 0-1 0,-1-1-1 0,0-2-1 16,0-1 3-16,0 0-3 0,0-4-10 15,0 5-18-15,0-5-33 0,0 0-33 0,0 0-38 0,0 0-31 16,0 0-50-16,-1-15-42 0,0 9-63 0,-4-7-65 16,1-4-281-16,2-2-713 0,-4-7 315 0</inkml:trace>
  <inkml:trace contextRef="#ctx0" brushRef="#br0" timeOffset="21929.69">18126 6093 132 0,'7'2'168'0,"-2"0"-3"15,5-2-8-15,3 1-1 0,0-1-8 0,1 1-8 16,7-1-10-16,-1 0-8 0,1 1-7 0,2 1-12 16,8-4-8-16,-1 4-6 0,3-1-10 0,-2-2-4 15,7 1-11-15,-4 0-2 0,0 1-6 0,3-1-4 0,1 1-7 16,-1-1 0-16,3 1-5 0,-2-1-5 15,3-1-1-15,1 2-4 0,-2-1-8 0,1 0 6 16,2 1-5-16,-2 1-4 0,1-2 0 0,14 1 1 0,-15-4 0 16,1 3 4-16,0 0 3 0,-3-1-6 0,-1 0 1 15,2 0 0-15,-3-2 0 0,2 3-1 16,-1-2 2-16,-4 2-5 0,2-3-1 0,3 5-2 0,-5-4 1 16,1 4-3-16,-5-4-3 0,0 2-2 0,-2 0 5 15,4 0-3-15,-9 2 1 0,0-2-4 0,7 1 0 16,0-1-1-16,-8-1-3 0,0 2 1 0,8 1 1 15,-6-2-3-15,-1 0 3 0,-4 2-2 0,7-1-2 16,-3-1 3-16,2 0-1 0,-4 1-1 0,0-2 0 16,3 2 2-16,-3-1 0 0,-1 1-2 0,3-2-3 15,-2 1 3-15,-1 0-1 0,3-1 1 0,0 1 0 16,0 0-1-16,-1-1-2 0,0 1 4 0,1-2-1 16,1 1-2-16,6 1 1 0,-9-2-2 0,3 0 0 15,-2 2 2-15,9 0-1 0,-11 0 1 0,8-1 0 0,-5 1 1 16,7 1 0-16,-7-1-3 0,7-2 3 15,-6 3-7-15,-3-1 4 0,2 0 2 0,7 0-3 16,-7 0 6-16,-1 1-4 0,0-2 2 0,2 2-3 0,5 1 2 16,-5-1 0-16,6-1 0 0,-4 1 0 0,1 0-1 15,-5 1-1-15,9-2-1 0,-6 1 2 0,-4-1-2 16,13-1 3-16,-5 2-3 0,-3 0 6 0,5 0-5 16,1-2 2-16,-4 1 1 0,2 1 0 0,1-1-3 15,-1 0 1-15,4 0 0 0,-4 0-1 0,5-1 2 16,-1 1 1-16,0 0-2 0,-1-1 0 0,2 0 0 15,1 2 1-15,-1-1-7 0,2 2 7 0,2-2-4 16,-2 1 5-16,3-2-2 0,2 2-1 0,-3-1 0 16,3 0 1-16,2 0 1 0,-5 2-3 0,5-2 2 15,-2 1 0-15,11-2 0 0,-11 2 0 0,-2-1 1 16,2-1-2-16,12 2 1 0,-10-1 1 0,-2-1 0 16,0 2-3-16,15 0 2 0,-13-1 0 0,10 0 1 15,3-2 0-15,-13 2-2 0,9-2 3 0,4 1-3 0,0 1 0 16,-1 0 1-16,1-1 1 0,-1 0-2 0,-2 1 1 15,6 0-4-15,-1 1 1 0,-2-1 2 16,1-1 2-16,-1 2 1 0,2-2-2 0,3 1 0 0,-3 2-1 16,6-2 3-16,-1 0 0 0,3 1-4 0,-1-1 1 15,-2 0-2-15,7 2 2 0,-2-1 1 0,1-1 0 16,-1 0 2-16,2 0-2 0,-1 1 0 16,28 0-1-16,-31-1 2 0,30 2 1 0,-30 0 0 0,31-2 0 15,-31 1 1-15,31-1 0 0,-33 1-1 0,7 0 1 16,28 2 1-16,-31-3-2 0,29 1 4 0,-25 0-3 15,27-1 1-15,-2 0 0 0,-2 1-1 0,1 1 2 16,-30-1-3-16,33 0 0 0,-32 0 0 0,27 1 1 16,-24-2-1-16,31 0 0 0,-7-2-1 0,3 2 11 15,-30 2-1-15,3-2-2 0,24-2-2 0,-21 1 0 16,25 2-1-16,-30-2 3 0,30-1-3 0,-31 2 0 16,-1 0 2-16,35-2-1 0,-34 4 0 0,31-4-2 15,-32 4-1-15,1-5 2 0,-1 1-2 0,2 2 4 0,3 1-1 16,-2-2-2-16,-4 1 1 0,2-3 2 0,2 0-2 15,0 1 4-15,-2 0-9 0,-1-1 4 16,4 0-2-16,-2 1 1 0,3 1 0 0,0-2-2 16,-5-1 2-16,0 2-5 0,1-5 6 0,0 6 1 0,2-4-2 15,-3 0-4-15,1-2 0 0,0 3 4 0,31-2-3 16,-34 2-1-16,2 1-1 0,0 1 2 16,0-2 1-16,31 0-1 0,-35-2 0 0,1 1 3 0,-1 1 4 15,3-2-4-15,-2 1 10 0,0 2 1 0,0-1-2 16,0-1 1-16,1-1 4 0,-1 1 1 0,-2 2-3 15,0-1 3-15,-1 0-4 0,-1 2-1 0,-3-4 0 16,0 2 1-16,0 1-3 0,-3-1-1 0,-10 2-1 16,11-3 1-16,-1-1-2 0,-10 2-1 0,14 3 2 15,-2-4 0-15,3-1-3 0,-1 3 0 0,-1 2 5 16,-1-2-10-16,1 1 2 0,-1-3-4 0,-2 1 3 16,2 4 1-16,-13-3 2 0,0 2-6 0,10-2 2 15,-12 1 0-15,-1 0-1 0,5 0-1 0,-3-2 2 16,-2 2-2-16,-1-3-4 0,-2 4 4 0,-2-1-2 15,-1-1-7-15,-2-2-11 0,-9 3-16 0,-2-3-11 16,1 4-17-16,-4-1-24 0,-4-1-20 0,-2 2-33 16,-3 0-25-16,-2-2-38 0,-3-2-55 0,-4 1-131 15,0 4-421-15,-8-4 188 0</inkml:trace>
  <inkml:trace contextRef="#ctx0" brushRef="#br0" timeOffset="23469.52">22730 5605 254 0,'-3'-11'256'0,"2"3"-12"0,-1 0-8 0,0-2-1 0,-4 3-7 16,2 1-12-16,3-2-17 0,-3 3-24 15,0 1-15-15,-2-2-18 0,2 4-16 0,-3 0-15 16,7 2-8-16,-16 2-12 0,2 1-10 0,2 4-8 16,-6 0-7-16,6 1-9 0,-4 2-3 0,-2 0-8 0,3 3-8 15,-1 0 2-15,5 1-4 0,-2 0-3 0,3 1-8 16,5-1 4-16,-4 2-4 0,4-1-3 16,4-2-2-16,1-2-1 0,0 2 1 0,1-2-2 0,4-1-2 15,-1 0-3-15,2-1 4 0,4 0-7 0,2-1 6 16,0-2-9-16,3-1-5 0,0-2-10 0,2 1-2 15,-3-3-2-15,6-1 2 0,-2 0 9 0,-3-2-8 16,0 0 2-16,-1-1 2 0,-3 1-3 0,1 0 5 16,0-1-1-16,-5 1 2 0,0 0-2 0,-2 1 4 15,2 0-1-15,-7 1-2 0,8-3-3 0,-4 2-3 16,-4 1-2-16,6-1-2 0,-6 1 2 0,0 0 0 16,7 5 3-16,-5-3 2 0,-2-2 3 0,3 6-3 15,-2-2 4-15,3 2 3 0,0-3-4 0,-1 1 3 16,1 2 0-16,3 0 3 0,-3-1-3 0,1-2 0 15,2 2 0-15,-3 0 3 0,2-3 0 0,-1 2 2 16,3 0 0-16,-2-3 2 0,-1-1 1 0,2-3-3 16,-3 1 0-16,-4 2 0 0,8-5 1 0,-4 1-4 0,-2-1 3 15,-2 0-2-15,0-2-1 0,-2 1-1 0,2-2 1 16,-2 2 1-16,0-2 0 0,-3 2-1 0,2 0 2 16,1 0-4-16,-1 0 7 0,0 0 5 15,0 1 3-15,2 0 4 0,1 0 9 0,0 2-5 0,-3-3-1 16,2 2-1-16,1 4-7 0,4-7-1 0,0 4-3 15,-1 0-1-15,2-3-1 0,3 2-3 0,-1 3 1 16,1-1-2-16,6-2 1 0,-3-2 0 0,1 4 3 16,0-1-6-16,1 1-1 0,0-1 6 0,-2 0-4 15,0 1-5-15,2 0 4 0,-2-1-4 0,0 3 4 16,-1-1-3-16,-3-2 1 0,1 3 0 0,-1 0-5 16,2 0 2-16,-1 1 0 0,-8-1-5 0,11 2 2 15,-6 2-1-15,1-2 3 0,-2 2-2 0,3 0 4 16,-6 0-1-16,3 1-2 0,-1 1 2 0,1-1 3 15,-1 3-1-15,-1-1 5 0,-2-1-5 0,0 2-2 16,3 2 5-16,-3-2-1 0,0 1-2 0,0-2 0 16,0 1 2-16,-3-3-5 0,3 0-13 0,-1 0-6 15,0-1-11-15,-4 1-22 0,3-1-15 0,2-4-15 0,-1 6-13 16,-1-3-24-16,2-3-42 0,0 0-38 0,0 0-26 16,0 0-12-16,0 0-144 0,0 0-417 15,0 0 186-15</inkml:trace>
  <inkml:trace contextRef="#ctx0" brushRef="#br0" timeOffset="23719.17">23282 5534 170 0,'0'-6'330'0,"2"1"0"0,0-2-1 0,-2 2 1 16,3 1-6-16,-2 1-23 0,-1 3-31 0,3-7-28 15,-3 7-38-15,0 0-26 0,0 0-17 0,0 0-12 16,0 0-15-16,0 0-19 0,0 14-16 0,0-3 1 15,0-3-14-15,0 7-3 0,0 1-8 0,0 2-6 16,-3 0-5-16,3 0-15 0,-1 2 5 0,5-1-9 16,0 3-3-16,-4-1-3 0,5 0-2 0,-3-1-6 15,3 1-45-15,-1-3-46 0,1-2-38 0,-1 0-48 16,5 0-51-16,-4-1-53 0,-2-5-49 0,4-3-264 16,-3 1-610-16,0-7 271 0</inkml:trace>
  <inkml:trace contextRef="#ctx0" brushRef="#br0" timeOffset="23903.72">23316 5613 326 0,'-3'-3'342'0,"3"3"-11"0,0 0-12 16,0-6-27-16,0 6-32 0,5-4-23 0,-1 1-26 15,1 1-22-15,4 1-19 0,1 1-7 0,1 0-29 16,7-1-28-16,2 1-59 0,8 0-60 0,2 1-69 15,3-1-74-15,1-1-70 0,3 1-216 0,2 0-478 16,14-2 211-16</inkml:trace>
  <inkml:trace contextRef="#ctx0" brushRef="#br0" timeOffset="25592.47">26473 5453 135 0,'5'-3'318'0,"-2"-2"3"0,-2 1 7 0,1 0-8 16,1 0 3-16,-3 0-13 0,0 4-12 0,0-6-23 16,0 6-26-16,1-5-15 0,-1 5-21 0,-3-4-24 15,3 4-22-15,-5-4-24 0,1 3-9 0,4 1-20 16,-12-3-7-16,3 3-14 0,1-1-9 0,-3 1-6 16,11 0-11-16,-16 1-6 0,8 1-10 0,-2 0-1 15,3-1-9-15,-1 2-3 0,4-1-7 0,-2 1 1 16,-1 0-8-16,4 1-5 0,-1-1 5 0,0 2-8 15,2 0 3-15,0 1-2 0,2 0 2 0,2 0 1 16,0 2-1-16,6 1-3 0,-3 0-1 0,6 1-1 16,-3-1 5-16,6 4-10 0,-2 0-5 0,3-1 3 15,0-2-2-15,-3 4 1 0,0-5-6 0,2 2 6 16,-3-3-5-16,0 1 9 0,-1 0-7 0,-1 0-5 16,0 0 3-16,-2-1-3 0,-1 2 2 0,-2-4-3 15,3 2 1-15,-4-1 19 0,0-2-24 0,-3 1 2 16,2 0 1-16,-2-2 5 0,0 0-3 0,-2-1 7 0,-1 3-2 15,0-2 1-15,-3-2 0 0,1 2-2 0,2-2 3 16,-7 1 3-16,1-1-2 0,-2-1-4 16,1 0-6-16,-2 0 9 0,1-1-40 0,2-1-18 0,0 0-38 15,0 1-30-15,4-3-27 0,-1 0-41 0,-2 1-45 16,6-1-53-16,2 3-49 0,0-3-270 0,0 3-656 16,12-11 290-16</inkml:trace>
  <inkml:trace contextRef="#ctx0" brushRef="#br0" timeOffset="25826.64">26783 5573 142 0,'0'0'271'0,"7"-2"-29"15,-7 2-33-15,0 0-22 0,0 0 26 0,1 10 9 16,-1-5 6-16,0 1 3 0,0 4 7 0,-1 1 6 16,-3 1-11-16,2 3-3 0,-2 3-9 0,4 0-13 15,0 3-13-15,0 0-19 0,0-1-15 0,-1 9-11 16,2-2-15-16,1 1-13 0,2 0-10 0,1 1-9 15,-1-9-14-15,0 2-5 0,-2-3-10 0,3 2-2 0,-1-3-8 16,-2-2-26-16,0-3-47 0,1-3-36 0,1-1-40 16,0-4-25-16,-4-1-17 0,4 1-46 15,-4-3-56-15,0-2-47 0,0 0-35 0,0 0-40 16,14-11-179-16,-13 0-574 0,-2 2 254 0</inkml:trace>
  <inkml:trace contextRef="#ctx0" brushRef="#br0" timeOffset="26127.81">26765 5543 289 0,'6'-8'299'0,"-5"3"-9"16,3 2-14-16,-1-2-21 0,2-3-20 0,-1 4-20 16,3 0-23-16,-3-1-19 0,7 1-19 0,-4 0-16 15,4 2-13-15,-4-1-15 0,6 3-12 0,-2 1-12 16,0 1-8-16,3-1-11 0,-2 3-8 0,-1 0-4 15,-2 2-3-15,2-3-10 0,1 3-3 0,-5 3-5 16,3-5-1-16,-2 3-7 0,-3 0 2 0,-1-2-8 16,-1 3-1-16,0-2-2 0,-2 1-4 0,-2-1 1 15,0 1-7-15,-1-1 1 0,-1 0 1 0,-5 0-3 16,3-3 0-16,-6 2-20 0,1 0-13 0,-2-1-16 16,0-1-17-16,-3 1-18 0,-1-2-17 0,5-1-20 15,-4 2-16-15,3-3-13 0,1 1-23 0,4-1-20 0,0 1-30 16,7-1-165-16,-7 0-414 0,7 0 184 15</inkml:trace>
  <inkml:trace contextRef="#ctx0" brushRef="#br0" timeOffset="26530.12">27270 5543 92 0,'0'0'206'0,"-9"-5"-3"0,9 5-3 15,-11-3 0-15,4 3-20 0,-3 0-5 0,-1 3-6 16,0-1-16-16,-1 0-9 0,0 2-16 0,-1-2-5 16,4 5 9-16,-4-3-18 0,1 1-11 0,1-1-7 15,1 2-13-15,-1-1-7 0,3 2-7 0,2-4-4 16,-3 2-7-16,4 1-5 0,-1-1-7 0,3 0-3 16,1 0-4-16,-2 0-1 0,2-1-6 0,1 1-3 15,2 0 2-15,3-3 0 0,-1 3-3 0,1-2-6 16,2 0-2-16,4-2 0 0,1 2-7 0,-1-3-3 15,1 1-2-15,2 0-4 0,-2-2 2 0,3-2-2 16,-3 1-1-16,1-2 0 0,-1 1 0 0,-2-3-1 16,2 2 4-16,-3-2-3 0,3-2 5 0,-3 2 9 15,-1 1 10-15,1-3 13 0,-3 3 16 0,0 0 17 0,-1 1 7 16,-1-1 10-16,1 1-7 0,-3 0-1 16,3 0-10-16,-4 4-14 0,3-3-10 0,-3 3-9 15,1-3-6-15,-1 3-9 0,0 0 1 0,0 0-10 16,0 0-22-16,0 0-19 0,0 0-28 0,0 0-25 0,-8 11-33 15,5-8-19-15,3 1-41 0,-2 0-30 0,2-4-31 16,2 9-25-16,-2-6-219 0,3 3-517 16,4-2 228-16</inkml:trace>
  <inkml:trace contextRef="#ctx0" brushRef="#br0" timeOffset="26847.03">27633 5547 5 0,'-5'-5'307'0,"-1"3"5"0,2-4-5 0,0 4-7 16,-4-1-5-16,0 2-11 0,-2 0-13 0,-2 1-8 15,1-2-22-15,-3 4-18 0,2-1-17 0,3 1-19 16,-2 1-21-16,-1 2-5 0,3 0-18 0,0 0-16 16,2 3-17-16,2-1-3 0,-1-2-10 0,2 2-11 15,1 1-4-15,3 0-10 0,0 0 0 0,3 2-8 16,1-2-11-16,3 1-1 0,2 0 1 0,2-1-3 15,-2 1-12-15,10 0 4 0,-3-3-3 0,-2-1-4 16,-1-1-10-16,6 0-23 0,0 0-8 0,2-3-35 0,0 1-8 16,-8-2-9-16,2 0-5 0,-4-2-7 15,0-1-9-15,-1 0 0 0,-3 0-12 0,1-1-14 16,-5 1-21-16,1-1-27 0,0 0-29 0,-3 1-40 0,1-3-43 16,-1 2-50-16,-1 4-181 0,-5-8-537 15,2 3 238-15</inkml:trace>
  <inkml:trace contextRef="#ctx0" brushRef="#br0" timeOffset="27331.96">27781 5643 8 0,'3'3'153'16,"-3"-3"-8"-16,7 1-10 0,-7-1-13 0,8 2-7 15,-4 0-9-15,2-1-9 0,-6-1-7 0,12 1-11 16,-4-1-11-16,-3 0-4 0,5-1-8 0,3 1-1 0,-7-3-5 15,2 2-3-15,-1-3 8 0,1 2 9 16,0 0-2-16,-1-3-4 0,-1 1 2 0,-1-1 0 16,-1 1 3-16,1-2 6 0,-2 0 10 0,-1 0 13 15,-1-1 11-15,0 2 14 0,1 0 11 0,-4-1 4 0,2 0-1 16,-2 2-11-16,2-1 1 0,-2 2-9 16,-1-1-9-16,-3 1 4 0,0 0-9 0,-1 1-9 15,1-1-3-15,6 3 3 0,-15 2-4 0,7-1-5 0,2 1 4 16,-2 2-19-16,-3 2 0 0,3-1-14 0,1 1-1 15,2-1-1-15,-2 3-1 0,1-2-3 0,5 2-7 16,-2-2-7-16,2 3 22 0,1-1-22 16,1 2 1-16,-1-1-2 0,4 2-1 0,3-1-23 0,4-2-43 15,4 2-46-15,4 0-56 0,7 3-68 0,7-5-94 16,-1 3-315-16,2-6-667 0,4 0 295 0</inkml:trace>
  <inkml:trace contextRef="#ctx0" brushRef="#br0" timeOffset="28017.77">30932 5231 129 0,'-2'-5'355'0,"2"5"-9"0,0 0-5 0,-1-4-32 15,1 4-30-15,0 0-39 0,0 0-27 0,0 0-24 16,0 0-19-16,0 0 21 0,-6 15 0 0,6-7-5 16,2 1-3-16,-4 4 0 0,2-1-20 0,0 6-11 15,0 1-16-15,0-1-10 0,0 2-14 0,4 1-12 0,-2-1-3 16,2 0-17-16,2 0-5 0,-3 0-7 16,3-2-2-16,-1 0-7 0,4 1-7 0,-7-2-24 15,6-1-57-15,-4-6-47 0,0 2-40 0,1-2-56 16,-1-1-47-16,-2-2-54 0,1-3-34 0,-3 1-32 0,5 0-209 15,-5-5-594-15,4 0 262 0</inkml:trace>
  <inkml:trace contextRef="#ctx0" brushRef="#br0" timeOffset="28269.62">30827 5218 351 0,'-6'-4'434'0,"3"-2"-2"0,2 3 7 16,1 3-9-16,-1-8-23 0,1 5-36 0,0 3-34 16,5-7-41-16,-1 2-23 0,3 1-34 0,5-1-24 15,1 0-21-15,6-2-21 0,0 4-17 0,2-4-15 16,2 5-13-16,0-3-17 0,-2 3-14 0,2 1-13 16,8-2-29-16,-7 2-48 0,-5 0-47 0,4 2-56 15,-2-1-39-15,-4 1-40 0,-4 1-44 0,0-1-53 16,-2 5-49-16,-1-3-25 0,-4 0-27 0,-2 2-193 15,0 0-613-15,-1 0 272 0</inkml:trace>
  <inkml:trace contextRef="#ctx0" brushRef="#br0" timeOffset="29155.21">31193 5428 166 0,'4'1'276'0,"-2"2"-12"15,-2-3-19-15,7 3-25 0,-3 1-20 0,-2 1-19 0,4 0-16 16,-2-1-16-16,-1 3-13 0,1 0-18 16,-2-1-8-16,3 3-12 0,-1 0-7 0,1 1-9 15,1-1-9-15,-2 0-6 0,0 1-7 0,0 1-6 16,1-4-5-16,-3 2-3 0,1-2-3 0,2-2-5 0,-3 2 1 15,2-3-6-15,-2 0-1 0,1-1 1 0,0-2 1 16,-3-1-3-16,8 2-6 0,-8-2 10 0,11 0-15 16,-4-1-1-16,0-3-1 0,-2 1-2 0,6-3-2 15,-2-1 0-15,-2 3 0 0,2-4-3 0,1 2-3 16,0-1-2-16,3-2 1 0,-5 3 0 0,3-5 2 16,-4 4-4-16,4-1 1 0,-4 2-3 0,0 2 3 15,-2-1-2-15,0 1 0 0,2 1 6 0,-3-3 0 16,-4 3-8-16,0 3-1 0,5-2-4 0,-5 2-3 15,0 0 2-15,0 0 6 0,0 0-8 0,0 0 1 16,0 0 1-16,0 0 3 0,4 11-1 0,-4-11 2 16,-3 7-2-16,6-1 2 0,-2-1-3 0,-1 1-2 15,0-1-13-15,0 1 0 0,3 1-8 0,-2-1-1 16,2-4-3-16,-2 2 3 0,4 3-4 0,-2-5 2 16,0 1 3-16,0-1 6 0,2 3 1 0,1-2 2 15,-1-3 4-15,0 1-2 0,-5-1 3 0,10 0-3 16,-5 2 3-16,2-2 1 0,-7 0 2 0,15-4-2 15,-9 2 1-15,-1-3 2 0,-1 4 0 0,3-1 3 16,-2-2 0-16,-1 1 4 0,1-1-3 0,-1 2 2 16,0-1 2-16,0 2-2 0,2-3 0 0,-3 3-2 15,1-3 7-15,-4 4-9 0,7-2-2 0,-3 1 3 16,-4 1-2-16,0 0 4 0,17 1-3 0,-13 4 7 16,0-4-8-16,1 1 3 0,1 0 0 0,-1-1-2 15,3 0 2-15,-4 3 3 0,2-2 0 0,2 3 0 16,-1-4 1-16,-1 1 0 0,1 1 0 0,0-1 2 15,1 0 0-15,2 1-4 0,-1 1 9 0,2-1-6 16,3-2-5-16,-2 2 4 0,3-1-2 0,4 0 3 16,-5 0 2-16,6 1-2 0,-1-1 1 0,1-1-4 15,-4-1 3-15,2 0-1 0,-4-1 1 0,4 0 7 0,-4-2-5 16,4 0-1-16,-5 0-1 0,0-1 0 16,-2 0-2-16,1-2 1 0,-1 2 0 0,-4-1-3 15,1-3 1-15,-1 3-2 0,-3 1 2 0,2-4-3 16,-4 2 9-16,0 2-6 0,0-3 1 0,-2 1-3 0,2 1 3 15,-4-1 6-15,2-1-3 0,-2 4 2 0,0-3-1 16,-2 3 0-16,0-3-3 0,-1 3 0 0,-1-1 3 16,0 2 0-16,-3-2 8 0,2 0 3 15,-1 4-4-15,0 0-2 0,8 0 11 0,-11 1-3 0,4 2-1 16,1-1-2-16,0 3 0 0,2 0-1 0,1 3 0 16,1-2 1-16,2 5-1 0,0 0 0 0,1 0 3 15,2 2-2-15,4 3-2 0,-2-3 3 16,7 2-1-16,-1-1-3 0,7 3 5 0,-2-3-13 0,3-1-39 15,0-1-47-15,0 0-69 0,2-3-72 0,-1-2-221 16,5-2-483-16,-4 0 213 0</inkml:trace>
  <inkml:trace contextRef="#ctx0" brushRef="#br0" timeOffset="31898.12">22462 6777 260 0,'0'-7'342'0,"0"0"-7"16,0 1-5-16,0 1-12 0,-1 0-7 16,1 0-19-16,0 5-28 0,0 0-33 0,-2-8-20 0,2 8-40 15,0 0-16-15,0 0-15 0,0 0-15 0,-1 19-4 16,0-8-11-16,-4 2-21 0,4 5-9 0,-2 0-4 15,2 4-11-15,-6 6-1 0,4-1-4 0,-2 1-12 16,1-2 0-16,0 1-4 0,-2-2-5 0,2-4-4 16,0-3 0-16,-2 0-6 0,0-1-5 0,3-3 1 15,3-2-3-15,-4-2-2 0,0-2 0 0,1-2 1 16,3 1 5-16,-2-4-6 0,2-3 7 0,-2 3 1 16,2-3-1-16,0 0-9 0,0 0 3 0,0 0-6 0,6-18 1 15,-1 10-5-15,-1-5 0 0,3-5-1 16,3 0 0-16,-2 0-7 0,1-1 3 0,2-7-3 15,1 1 2-15,-2-1 1 0,5-2-3 0,-5 0-5 0,-1-1 13 16,5 1-10-16,-5 1 2 0,2 0 2 0,-6 8-4 16,4-1 1-16,-4-2 12 0,3 4 20 0,-4-1 9 15,0 6 13-15,0 0-10 0,0 2 4 0,1-1 17 16,-3 1-1-16,3 2 8 0,-3 3 2 0,3-1 4 16,-5 1-4-16,3 1-5 0,-1 2-7 0,-1-2-4 15,-1 5-17-15,3-4-9 0,-3 4-8 0,2-4-5 16,-2 4-3-16,0 0 0 0,7 10-1 0,-3-4-3 15,-1 5-5-15,2 1 5 0,1 4-5 0,-2 3 2 16,0 0-3-16,4 10 1 0,-2-4-1 0,0 4 0 0,1-2 1 16,-3-1 0-16,3 1-3 0,-3 0 1 15,2-1-4-15,-1-5 2 0,-1 0 0 0,0-2-1 16,0 0-18-16,-2 0-17 0,-1-2-17 0,1-3-19 0,-1-4-18 16,-1 2-13-16,1-4-12 0,-1 1-21 0,0-4-11 15,0 0-6-15,0 0-4 0,0 0-2 16,0-5-22-16,0 0-24 0,-2 3-33 0,2-3-33 0,0 0-21 15,-9-8-30-15,5 2-247 0,3 1-610 0,-3 0 270 16</inkml:trace>
  <inkml:trace contextRef="#ctx0" brushRef="#br0" timeOffset="32584.62">22557 6911 105 0,'-4'-1'272'0,"4"1"2"0,-9-4 4 0,0 1-2 16,8 0-2-16,-3 1 2 0,0-3-15 0,4 5 6 0,-4-4-5 16,4 4-5-16,-3-4-14 0,3 4-21 15,-1-6-18-15,1 6-22 0,-2-5-12 0,2 5-29 16,3-5-11-16,-3 5-17 0,6-6-7 0,-1 4-16 0,-1-1-11 16,3 2-14-16,0 0-2 0,2-1-3 0,-2 1-9 15,4 1-5-15,-1 0-7 0,2-1 2 0,-1 1-12 16,3 2-12-16,-3-3-14 0,2 1-19 0,0 1 4 15,-2 1-2-15,0-1-9 0,1 1 7 0,1 0-5 16,0-1 3-16,-2 0-5 0,0 3 8 0,-3-2-4 16,0-2 5-16,-2 1 5 0,0 1 1 0,2 0-2 15,-1-1-3-15,-3 0-1 0,-4-1-2 0,6 1 3 16,-2 1 5-16,-4-2-14 0,6 3 18 0,-3 0-3 16,-3-3 3-16,3 4-5 0,-2 0 10 0,1 2-7 15,-1 0-4-15,2-3 20 0,-3 4-15 0,0-3 2 16,1 2-3-16,-1-1 6 0,2 0 3 0,-2 0 7 15,2 2-14-15,-2-4-3 0,2 1 4 0,-1 0 5 0,-1-4-5 16,2 7 8-16,-1-4-1 0,-1-3 0 0,1 3 5 16,-1-3-2-16,0 0 8 0,0 0-6 15,0 0-3-15,0 0 0 0,0 0 1 0,0 0 0 0,12-7 0 16,-10 3-3-16,0-1 2 0,4 0-6 0,-2 2 0 16,-1-3 0-16,1 1 8 0,0-1-2 0,1 0 2 15,1-2-5-15,-2 0 17 0,4 0 8 0,-2 0-4 16,3 1 2-16,-4-2 7 0,2 2 2 0,-3 0 2 15,1 1 2-15,2-3 3 0,-2 3 0 0,-3 0-5 16,2 1 3-16,2 1-4 0,-2-1 0 0,0 2-10 16,1 0 2-16,-2 1-5 0,1 0-8 0,0-1-5 15,-4 3-3-15,7-1-3 0,-7 1 2 0,0 0-3 16,12 4 0-16,-5-2 3 0,-3 2-1 0,0 0-3 16,-1 1-4-16,1 2 3 0,0-2 3 0,3 3-5 15,-2 0 4-15,0 1-2 0,-1 0 2 0,0 1-3 16,0 0 5-16,-3-2-3 0,1-1 0 0,3 2-2 0,-5-1-8 15,0-1-14-15,1-1-15 0,-1 1-8 0,2-1-18 16,-2-1-10-16,-2 2-22 0,4-3-11 0,-2 1-2 16,-2-1-14-16,2-4-16 0,0 5-17 0,-1-3-22 15,1-2-25-15,-2 4-30 0,2-4-33 0,0 0-24 16,0 0-238-16,0 0-572 0,0 0 254 0</inkml:trace>
  <inkml:trace contextRef="#ctx0" brushRef="#br0" timeOffset="33119">23195 6844 78 0,'0'0'210'15,"0"0"0"-15,0 0-1 0,0 0-5 0,0 0-9 16,0 0-12-16,0 0-11 0,0 0-10 0,-11 10-14 16,11-10-13-16,0 5-9 0,0-5-11 0,-1 7-10 15,1-7-9-15,0 5-11 0,0-5-4 0,1 4-8 16,-1-4-2-16,4 4-8 0,0-1 0 0,1-1-12 0,-5-2 0 15,10-2-6-15,-10 2-4 0,15-5-5 0,-8 4 0 16,5-1-6-16,1-2-2 0,-2 3-2 16,1-6-3-16,-1 2-2 0,1-1-6 0,0 1 4 0,-2-2-3 15,2 2-3-15,-3-3-3 0,0 2 2 0,4-1-3 16,-6 0-1-16,0 4-1 0,-2-1 14 0,-1-1 6 16,3 3 0-16,-2-2-4 0,-2 2-7 0,-3 2-3 15,0 0-1-15,0 0-4 0,10 3 5 0,-10-3-8 16,1 5 5-16,2-1-6 0,-2 2 2 0,3 2 8 15,-3 2 17-15,1 2 4 0,2 2-2 0,-4-1-5 16,5 6-3-16,-2 2 23 0,3 0 2 0,1 5-6 16,2 1-4-16,-1-1-1 0,2 3-4 0,-1-1-1 15,-2 0 6-15,1 0-13 0,0 1-3 0,-1-1-1 0,1 0-5 16,-4-1 3-16,0-5-2 0,-1-3-7 0,-1 2 1 16,0-3 4-16,-2 2-10 0,3-4 13 15,-6-1-7-15,-1-3 21 0,1-1 18 0,1-3 22 0,-2-4 37 16,-1 3 17-16,-1-5 21 0,-2 1 3 0,-1-3 3 15,-3-1 6-15,1-5-4 0,-4 1 4 0,-1-5-7 16,1 0-12-16,-3-2-11 0,2-3-12 0,1-2-11 16,1 0-6-16,-2-4 6 0,0-3-14 0,1 1-1 15,5-5-18-15,5 9-7 0,1-6-4 0,1-2-13 16,6 1-21-16,4-2-32 0,-1 8-40 0,8-3-49 16,-3 5-49-16,5 1-43 0,-1 1-65 0,0 5-53 15,4 1-60-15,-4 2-69 0,7 3-52 0,-2 0-280 16,-1 2-825-16,2 1 366 0</inkml:trace>
  <inkml:trace contextRef="#ctx0" brushRef="#br0" timeOffset="35009.06">22825 8158 116 0,'0'0'260'0,"0"-5"-2"0,-1 1-9 0,1 4-11 15,-2-4-17-15,2 4-18 0,-4-3-15 0,4 3-24 16,0 0-16-16,0 0 3 0,-16 4-5 0,7 0-11 15,0 0 1-15,-3 2-7 0,1 1-7 0,2 1-5 16,-6 3-7-16,2 1-8 0,1-1-12 0,3 2-4 0,-1-1-9 16,5-1-8-16,-2 5-6 0,0 1 0 15,6-7-9-15,1 7-5 0,1-4-5 0,2-1 2 16,6 3-12-16,-2 0 1 0,7-3 2 0,2-1-8 0,2 0-3 16,2-3-2-16,7 3 2 0,2-1-6 0,-5-7-3 15,-3 1 3-15,3-2 0 0,6-3 5 0,-8 1-9 16,1-1-1-16,-2-3 12 0,-1-1-20 0,-2-1 2 15,-1-1-1-15,-1-2 6 0,0 0-6 0,-2-5 0 16,-5 3 3-16,0-4-2 0,-2 1-1 0,2-3 3 16,-9 2 7-16,3-2 14 0,-3 3-17 0,-3-3-4 15,-4 6 0-15,2-2-7 0,-3-1 5 0,-3 0 8 16,-4 3-14-16,2 0 1 0,-1 4 3 0,0-3-5 16,-6 4-4-16,2 2-3 0,1 2-10 0,-2 1-32 15,0 2-30-15,1 3-38 0,0 2-46 0,-2 2-58 16,5-1-52-16,-3 5-72 0,1-1-187 0,4 1-573 0,-3-1 253 15</inkml:trace>
  <inkml:trace contextRef="#ctx0" brushRef="#br0" timeOffset="36029.55">22055 9670 109 0,'0'0'203'16,"2"-4"-6"-16,-2 4-9 0,0 0-8 0,0 0-24 15,0 0-7-15,0 0-11 0,7 0 1 0,-7 0-5 16,5 6-2-16,-4-1-8 0,0 0-5 0,1 0 3 15,-1 3 1-15,2-1-4 0,-2 3-4 0,2 0 2 16,-1 4 0-16,0-1-5 0,1 4-14 0,-2 2-3 16,2 5 2-16,4-3 4 0,-5-2-14 0,3 7-4 0,0-5 0 15,-4 8-9-15,4-2-4 0,-3 0-11 0,1 1-4 16,4-2-6-16,-5-6 5 0,2 0-17 16,-1 1-6-16,-1-4 5 0,0 3-5 0,1-2-3 0,-3 0-2 15,1-4-4-15,-1-4-5 0,0 0-3 0,-1-2-31 16,1 0-25-16,0-3-26 0,0 0-27 0,0-1-40 15,0-4-47-15,-3 4-51 0,3-4-55 0,0 0-209 16,0 0-539-16,0 0 239 0</inkml:trace>
  <inkml:trace contextRef="#ctx0" brushRef="#br0" timeOffset="36949.51">22814 9725 24 0,'4'-5'232'0,"-4"3"-3"0,0 2 0 15,2-6 2-15,0 2-1 0,-2 4 2 0,2-6-3 16,-2 6-6-16,1-5-4 0,1 1-5 0,-2 4-6 0,0-5-5 16,0 5-9-16,0-6-12 0,0 2-4 0,0 4-6 15,-5-7-15-15,3 5-15 0,0-2-15 0,-3 1-13 16,5 3-12-16,-11-2-8 0,4 2-2 0,0-1 0 15,-1-1-10-15,-3 4-1 0,0-1-10 0,-1 0-1 16,3 0-4-16,-2 3 10 0,-3 0-3 0,1 1 1 16,3-1-2-16,-5 1-5 0,4 0-4 0,3 2-8 15,-3-1-1-15,0 1-5 0,4 3-3 0,-3-3-3 16,4 1-4-16,-2 1-4 0,3 0 2 0,0-1-7 16,2 3 0-16,1-1-1 0,0-2-7 0,0 1 1 15,2-1-4-15,0-3 1 0,2 4-2 0,0 0-1 16,3 1 0-16,-3-4 0 0,2 4-3 0,1-5-2 0,2 1 1 15,3 2-1-15,-4-3 1 0,1 1-3 0,2 2 2 16,3-2-5-16,-3-3 0 0,2 0 3 0,4 2-4 16,-7 0 2-16,6-4 2 0,-1 1-2 0,0 0 4 15,2-1-6-15,-2-1-1 0,2 1 1 0,-2-2 1 16,0 0 0-16,1-1-2 0,-2 0 0 0,4-1 4 16,-5 2-8-16,3-3 5 0,-2 0-3 0,-2 2 2 15,0-2 1-15,0 0-2 0,-3 2 3 0,-2-4-5 16,3 4 0-16,-1-1 0 0,0 0 0 0,-3 0-2 15,0 1-2-15,0-2-4 0,0 2-16 0,-4 2-11 16,6-2-17-16,-6 2-21 0,2-4-23 0,-2 4-27 16,6-3-44-16,-6 3-16 0,3-2-25 0,-3 2-26 15,0 0-33-15,0 0-39 0,0 0-33 0,0 0-51 0,0 0-198 16,0 0-633-16,0 0 280 0</inkml:trace>
  <inkml:trace contextRef="#ctx0" brushRef="#br0" timeOffset="38187.18">23184 9625 106 0,'0'0'261'0,"0"0"-8"0,0 0-5 0,0 0-16 16,0 0-11-16,0 0-10 0,23 4-15 0,-16-2-11 15,1 3-18-15,2-3-17 0,3 3-14 0,-4-1-13 16,5 2-9-16,-1-2-11 0,-1 1-14 0,0 0-8 15,2 0-7-15,-1 1-9 0,1 0-2 0,1 0-8 16,-6 0-4-16,4-1-6 0,-1 0-1 0,0-2-6 16,-1 2-3-16,4-1-5 0,-5-1 3 0,0 0-4 15,3-1-10-15,-4-1-2 0,-3 1 3 0,3-1 3 0,-2-1 15 16,0 1 11-16,-2 0-1 0,-5-1 20 16,10 0-9-16,-10 0 11 0,7 2-8 0,-7-2-4 15,0 0-3-15,8 2-8 0,-8-2-7 0,0 0-3 0,3 1-8 16,-3-1 1-16,0 0-13 0,-3 6-1 0,3-6 9 15,-6 6 12-15,2-5 7 0,-3 6-1 0,1-4-2 16,-1 3 16-16,-4-1 3 0,0 2-1 0,2 1-5 16,-2-4-2-16,-1 2-6 0,-1 1-2 0,-1-1-1 15,2 0-5-15,-1-1-7 0,-1-1-2 0,2 2 0 16,-6 2-2-16,6-2-6 0,-3 0 0 0,4 1-6 16,-1-2 0-16,1 0-2 0,0 1 5 0,4-1-10 15,-3-2 2-15,4 2 1 0,1-1-4 0,-1 0 0 16,-1 0-1-16,6 2-2 0,-4-3-11 0,2 0-24 15,0 2-5-15,2-2-22 0,-1 1-21 0,2 2-19 16,-1-3-24-16,1-3-22 0,0 5-30 0,0-5-34 16,4 8-37-16,2-7-42 0,-1 0-44 0,0 2-226 0,-1-3-601 15,3 1 267-15</inkml:trace>
  <inkml:trace contextRef="#ctx0" brushRef="#br0" timeOffset="38605.78">23524 9925 59 0,'0'0'265'0,"4"-2"-1"0,-4 2-1 16,0 0-1-16,0 0-5 0,6-2-14 0,-6 2-13 0,0 0-1 16,0 0-7-16,0 0-8 0,0 0-15 0,0 0-11 15,0 0-20-15,0 0-5 0,0 0-15 0,0 0-3 16,0 0 11-16,0 0 4 0,0 0 6 0,-6 12 0 16,2-9-6-16,-3 1-8 0,-1 1-2 0,-1 0 2 15,1 2-4-15,-3 0-9 0,-3-2-11 0,6 5-5 16,-7-4-12-16,1 4-11 0,-2-1-10 0,2 2-11 15,2-3-8-15,1 0 0 0,0 0-11 0,-5 2-9 16,4-5-3-16,1 4-6 0,0-1-5 0,4-1-2 16,-2 1-3-16,-1 0-14 0,5-2-29 0,-1 0-24 15,-1-1-32-15,3-2-32 0,1 1-33 0,1 1-37 16,-1-2-18-16,3-3-23 0,-2 4-27 0,2-4-39 16,0 0-41-16,0 0-37 0,12 1-21 0,-5-1-242 0,-7 0-666 15,18-4 295-15</inkml:trace>
  <inkml:trace contextRef="#ctx0" brushRef="#br0" timeOffset="39475.94">23836 9762 36 0,'1'-5'180'0,"-1"5"1"0,1-5 6 0,-1 5-2 16,2-3 10-16,-2 3 8 0,0 0 3 0,1-5 2 15,-1 5-2-15,0 0 3 0,0 0-9 0,0 0-6 16,0 0-14-16,0 0-2 0,0 0-18 0,0 0-20 16,-4-4-6-16,4 4 7 0,0 0-5 0,0 0 0 15,-19 9-5-15,14-8-6 0,-1 5-19 0,-2-1-5 16,-1 2 6-16,0-1-29 0,2 1 0 0,2 0-11 15,-6-1-4-15,7 3-9 0,-3-3-4 0,5 4-5 16,-3-2 12-16,5 0-16 0,0-1-8 0,0 0 4 16,5 2-7-16,-3-1 2 0,2-1-5 0,7 0-2 15,-3 0 0-15,2 0-14 0,3-2 9 0,1 0-4 16,-3 0 3-16,9-2 0 0,-5 0-4 0,-1-2-10 16,5 0 11-16,-5-1-4 0,-1-2-5 0,2 0 2 0,-1-2-4 15,1 0-1-15,-3-1 13 0,1 1-14 0,-1-5 2 16,-1 2 2-16,-1 0 0 0,-2-3-1 15,-2 2 2-15,-1-3-4 0,3 1-1 0,-6 0 2 0,2 2-8 16,-4 0 4-16,0-2-6 0,-2 1 4 0,-2 3-5 16,2-2 3-16,-4 4-5 0,1-4 11 0,-1 3-36 15,2 2-29-15,-4-2-29 0,0 2-25 0,-3 0-36 16,1 2-37-16,-2 1-43 0,0 0-48 0,2 1-56 16,-4 0-268-16,3-1-652 0,-1 2 289 0</inkml:trace>
  <inkml:trace contextRef="#ctx0" brushRef="#br0" timeOffset="42268.15">26353 6617 221 0,'0'-3'265'16,"0"3"-11"-16,0 0-9 0,-3-5-12 0,3 5-9 16,0-5-12-16,0 5-19 0,0 0-16 0,0 0-19 0,0 0-13 15,-5-2-18-15,5 2-11 0,0 0-3 0,0 0-7 16,-15 7-9-16,8-5-3 0,-2 3 12 16,-2 1-6-16,0 2-10 0,0 0-8 0,-4 6-8 15,0-1-3-15,2 1-7 0,-5-1 14 0,4 4-7 0,-2-2 0 16,2 3-4-16,3-2-11 0,-1 2-5 0,0 0 0 15,5 0-5-15,-5 0-7 0,8 1 1 0,-1 1-5 16,0-1-4-16,5 0 0 0,0 0 0 0,2 1-3 16,3-1-5-16,2-2 0 0,4 0-4 0,0-2 4 15,3 1-3-15,4-1 5 0,3-6-8 0,2 7-2 16,4-3 4-16,2-6-1 0,-2 2-5 0,2-5-2 16,-4-1 4-16,2-3 3 0,-5 0 10 0,0-2-18 15,1-3 7-15,-3 2 15 0,1-1 11 0,-3-2 10 16,-2-2 10-16,0 0 1 0,-2-2 13 0,1-2-1 15,-3-1-6-15,0-3-7 0,-2 1-2 0,0-1-5 16,0 0-6-16,-3-3-10 0,-3-1 0 0,-2 2-5 16,-2-5-3-16,2 2-3 0,-2 1-12 0,-4 0 5 0,0 0-2 15,-1 1-7-15,-5 0-3 0,5 1 8 0,-6 0-13 16,1 3-4-16,2 3 2 0,-6 0-3 16,-2 2-11-16,0 2-24 0,1 4-26 0,1-1-29 0,-1 4-29 15,2 1-18-15,-2 0-40 0,1 5-34 0,-3 3-26 16,0 1-39-16,5 0-47 0,-2 2-50 0,3-1-219 15,-1-2-641-15,7 5 284 0</inkml:trace>
  <inkml:trace contextRef="#ctx0" brushRef="#br0" timeOffset="42720.31">27073 6619 163 0,'3'-6'302'15,"-3"1"-13"-15,2-2-4 0,-2 3-4 0,2 0-5 0,0-1-13 16,-2 2-16-16,0 3-23 0,-2-5-21 0,2 5-25 15,0 0-17-15,-2-3-19 0,2 3-14 0,0 0-12 16,-18 8 4-16,12-1-9 0,-4 2-1 0,-1 0-7 16,-1 3 10-16,-3 4-3 0,0-2 5 0,2 3-16 15,-1-2 12-15,-1 3-8 0,5 0-12 0,-4 0-11 16,4-3-4-16,3 2 0 0,-1-1-19 0,1 1-2 16,2 1-3-16,-1-1-6 0,6-1 3 0,0 1-8 15,2 1-5-15,3 0-8 0,-1 0 0 0,0-2 2 16,8 0 0-16,0 0-6 0,1 1 1 0,-1-1-3 15,1-3-1-15,1 2-7 0,4-1 4 0,-2-2-5 16,3-4-19-16,-3 3-13 0,2-2-16 0,-4-2-18 16,2-2-17-16,-2-1-19 0,0-1-14 0,-3-3-10 15,2 0-9-15,-1 0-9 0,-1-3-5 0,-4 0-11 0,4-1-12 16,-4-1-10-16,2-2-18 0,-3-1-23 16,0-2-20-16,3-5-26 0,-4 3-12 0,2-6-193 15,-3 2-498-15,1-2 220 0</inkml:trace>
  <inkml:trace contextRef="#ctx0" brushRef="#br0" timeOffset="42971.8">27353 6637 247 0,'-1'-4'275'0,"2"0"-1"0,-1 4-6 0,0-5-8 16,0 5-16-16,0-7-17 0,0 7-24 0,0 0-14 15,0 0-31-15,0 0-14 0,0 0 13 0,0 0-4 16,-7 15 1-16,4-9-15 0,2 7-8 0,-2-2-12 15,2 6-8-15,-2 0-10 0,2-1-9 0,-2 2-10 16,2 0-2-16,1-3-14 0,1 3-4 0,2 0-5 16,-3-1-7-16,1-3-10 0,2 2-23 0,-2-4-26 15,2 0-30-15,-3-2-21 0,1-1-46 0,2 1-32 0,-1-2-38 16,-2-4-46-16,2 2-40 0,0-2-253 16,-2-4-558-16,2 3 248 0</inkml:trace>
  <inkml:trace contextRef="#ctx0" brushRef="#br0" timeOffset="43305.32">27290 6613 57 0,'-1'-4'301'0,"1"4"-15"0,3-6-10 0,1 2-6 15,1 2-10-15,3 1-5 0,2 1-12 0,2-1 0 16,3 1-18-16,0 1 2 0,4 0-7 0,3 0-7 15,-3 3-18-15,4 0-24 0,-3 1-1 0,0-1-10 16,1 2-23-16,-3 2-18 0,1 0-9 0,-3-1-17 16,-1 5-8-16,0-2-12 0,-4-1-5 0,3 4-7 15,-5 1-4-15,-2-2-10 0,5 2 1 0,-9 0-5 16,4 1-3-16,-3 2-1 0,-1-1-7 0,1-2-10 16,-6 2 3-16,2-2 7 0,-2-1-13 0,-2-1 3 15,-1 5-4-15,-1-4-4 0,-1 1 2 0,-1-5-3 16,-2 3-4-16,-5-1-2 0,0 1 4 0,2-4-9 0,0-1-18 15,-4 1-16-15,5-3-27 0,-2 0-23 0,0-3-16 16,3 1-17-16,-1-2-19 0,-1-1-20 0,2 0-27 16,1-1-34-16,2 0-44 0,1-2-35 0,0 0-273 15,-1-3-612-15,7 1 271 0</inkml:trace>
  <inkml:trace contextRef="#ctx0" brushRef="#br0" timeOffset="43639.73">27675 6591 287 0,'0'0'343'0,"0"0"-16"0,0 0-9 15,4-5 9-15,-4 5-15 0,0 0-1 0,14 7-15 16,-10-2-7-16,4 0-13 0,3 1-12 0,0 1-17 15,0-1-21-15,0 2-18 0,3 4-21 0,0 2-18 0,1 0-15 16,-3 0-16-16,2 1-14 0,-2 1-16 0,1-1-8 16,-4 3-11-16,3 0-6 0,-3-2-9 15,-3 5-6-15,0-3-9 0,0 1-5 0,-1 2-7 0,-3 0-2 16,-2 2-2-16,2-3-11 0,-2 2-17 0,-4 4-21 16,-1-5-29-16,-1-1-31 0,-2 6-28 0,-1-6-26 15,0-2-33-15,-5-1-21 0,-2 5-23 0,0-1-28 16,-2 1-32-16,3-5-24 0,-4-2-29 0,5 1-40 15,-4-1-209-15,5-3-605 0,-2 2 267 0</inkml:trace>
  <inkml:trace contextRef="#ctx0" brushRef="#br0" timeOffset="44810.68">30715 6617 92 0,'-4'-3'252'0,"4"3"-14"0,-9-1-9 0,9 1 4 15,-15 0-4-15,5 1 0 0,-4 4-1 0,0 0 3 16,-6 4-11-16,0 2-24 0,-7 5-59 0,3 2-14 16,6-4-10-16,-4 5-13 0,3 2-10 0,5-5-9 15,1 4 7-15,3-2-10 0,2-1-6 0,3 2-4 16,0 0-8-16,5-1 5 0,3 0-9 0,3 0-2 15,3-2-4-15,2-1-5 0,5-4 4 0,1 2-10 16,0-3-2-16,2-2-3 0,2-4-1 0,-1-1-5 16,-1-2 3-16,3-1-3 0,-1-1-3 0,0-4-2 15,-3 0-6-15,0-3 0 0,-3-1 1 0,-5 0 15 16,6-4-4-16,-4-1 1 0,-6 3-2 0,1-3-6 16,-3-4-2-16,-1 1 2 0,1-1-8 0,-4 5 3 15,0-4-5-15,0 5 2 0,-1 0-2 0,-5 1-5 16,0-1 1-16,1 1-4 0,-1-1-4 0,-1 5-11 15,-1-4-9-15,2 6-8 0,-1 3-16 0,-5-1-22 0,3-1-23 16,2 3-22-16,-7 1-22 0,6 3-26 16,1 0-29-16,0 0-25 0,1 2-35 0,2 1-23 15,1-2-184-15,-1 0-492 0,3 1 218 0</inkml:trace>
  <inkml:trace contextRef="#ctx0" brushRef="#br0" timeOffset="45178.44">31199 6491 170 0,'0'0'264'0,"-4"-4"-28"16,4 4-28-16,0 0-23 0,-7 0-19 0,7 0-17 15,-12 8-4-15,6-3-9 0,-4 4-10 0,-1 1-11 16,0 3-9-16,0 2-6 0,-1 2-9 0,0-1-5 16,1 2-7-16,-4 8-6 0,1-2-2 0,2 2-7 15,1-2 1-15,3-2-9 0,-1-3-2 0,-4 5-5 16,9 2-4-16,-3-7-5 0,4 2 0 0,-2-1-3 16,5 0-3-16,3-2 0 0,-1 0-4 0,1-6-2 15,7 5 3-15,-5-2-4 0,8 2-4 0,0-6 3 16,1 3-5-16,2-1-5 0,3-4 4 0,2 2-6 15,2-5-17-15,4 3-25 0,-4-4-24 0,0-1-39 16,-4-4-31-16,4 0-55 0,-1-3-37 0,-3-2-41 16,3 0-132-16,-3-1-419 0,-3-5 187 0</inkml:trace>
  <inkml:trace contextRef="#ctx0" brushRef="#br0" timeOffset="45579.86">31338 6629 251 0,'0'0'296'0,"0"0"-19"0,0 0-17 0,0 0-20 15,12-7-13-15,-7 6-18 0,-5 1-15 0,11 1-16 16,-11-1-18-16,13 3-14 0,-6-2-16 15,1 5-15-15,1-4-13 0,1 3-8 0,0 0-10 0,0 2-11 16,0-2-7-16,0 2-4 0,-1 1-9 0,0 1-10 16,-3 0-3-16,2 3-3 0,-4-2-7 0,1 1 0 15,0 0-4-15,-3 2 0 0,1-2-7 0,-6 2 9 16,2-3-12-16,0 2 0 0,-4-2-3 0,-1 0-3 16,-1 0 2-16,2-1 0 0,-4-1-3 0,2 0-1 15,2-2 2-15,-2 0 1 0,3-2-4 0,1 2 1 16,-2-3 1-16,1 0 0 0,-1 1 1 0,2-1 5 15,0 2 8-15,3-5 11 0,-3 1 4 0,3-1 5 16,0 0 2-16,7 4-5 0,1-3 2 0,0 1-14 16,4-2 0-16,1 4-3 0,5-2-26 0,2 0-23 15,0 0-30-15,2 0-39 0,0-2-40 0,2 0-56 16,5 0-67-16,-5-1-55 0,-3 0-182 0,-1-3-534 16,-2-2 237-16</inkml:trace>
  <inkml:trace contextRef="#ctx0" brushRef="#br0" timeOffset="45881.94">31784 6347 56 0,'0'-4'281'0,"0"4"-29"0,-2-5-25 15,2 5-27-15,-2-3-23 0,2 3-19 0,0 0-13 16,0 0-17-16,0 0-12 0,-8 11-7 0,8-4-12 0,0 0-12 16,0 2-8-16,-1 3-2 0,2-2-12 15,-1 3-2-15,1 0-11 0,-1 1 2 0,3-2-7 16,-2 6-6-16,-1-5-1 0,3 1-4 0,-1-1-4 16,-1 2 1-16,3 2-5 0,-3-6-26 0,2 1-15 0,-1 0-30 15,0-2-34-15,0-2-54 0,1 1-37 0,-1-2-39 16,-1-1-125-16,2-4-362 0,-3-2 161 15</inkml:trace>
  <inkml:trace contextRef="#ctx0" brushRef="#br0" timeOffset="46215.41">31739 6333 256 0,'-4'-4'298'0,"4"2"-2"16,0 2-22-16,-4-4-24 0,4 4-27 0,0 0-18 16,0 0-23-16,0 0-21 0,0 0-9 0,0 0-17 15,19 10-14-15,-12-5-11 0,4 2-11 0,-2 2-9 16,2-2-12-16,4 5-2 0,-1 1-13 0,-4-5-6 16,2 3-5-16,-3-2-9 0,2 1-2 0,-4 1-6 15,2-3-1-15,-4 3-3 0,0-3-5 0,3 2-5 16,-7 0-1-16,3-1-4 0,-4 0-3 0,0-2-2 15,0 0 5-15,-4-1-6 0,-1 2 9 0,0-3-14 16,-1 0 4-16,-3 3 1 0,-3-3-3 0,0-1-1 16,-1 1 1-16,-6 1-4 0,5-4-14 0,-6 2-9 15,5 1-20-15,0-3-17 0,-4-1-20 0,1 2-15 16,3-1-29-16,0 1-38 0,5-3-38 0,-3 0-31 16,6 0-199-16,0 0-462 0,7 0 204 0</inkml:trace>
  <inkml:trace contextRef="#ctx0" brushRef="#br0" timeOffset="46700.68">32147 6196 192 0,'0'0'312'16,"4"-2"-8"-16,-1-1-17 0,-3 3-5 0,4-3-28 15,-4 3-24-15,0 0-15 0,7-1-27 0,-7 1-18 0,0 0-17 16,0 0-18-16,0 0-11 0,12 6-17 16,-8-3-14-16,3 5-11 0,0-2-6 0,2 6-9 15,-2-2-10-15,6 5 11 0,-3 1-17 0,1 0-7 16,-1 2-4-16,3 0-3 0,-3 0-7 0,1 2-4 16,-2-1-5-16,4 6 0 0,-4-7 1 0,-1 2-4 0,0 0-2 15,6 3-5-15,-9-5 3 0,0-1-5 16,0-1 3-16,1 4-3 0,-6-9-2 0,2 3-1 15,-2-2 4-15,0 5-2 0,-2 2-1 0,0-1-1 16,-2 2-1-16,-1-2 4 0,-5-3-5 0,3 2 3 0,0 0-15 16,-4-2-17-16,-1 0-18 0,1-1-33 0,-3 2-29 15,0-1-49-15,2 0-66 0,-1-1-59 0,1 2-211 16,0-2-530-16,5-5 235 0</inkml:trace>
  <inkml:trace contextRef="#ctx0" brushRef="#br0" timeOffset="48674.3">26250 8059 139 0,'0'0'218'0,"-11"-3"-17"0,6 3-22 0,5 0-17 15,-15 1-9-15,4 3-9 0,0 0 2 0,-1 0 0 0,-1 4-5 16,-1 0 1-16,5 1-10 0,-6 3-12 16,3 1-12-16,-4 2-6 0,4-3-9 0,-1 2-9 15,6 2-8-15,-1-1-9 0,-3-1 1 0,7-1-10 16,0 4-2-16,4-5-2 0,-1 2-2 0,6-2 8 16,2 6 1-16,1-4-3 0,3-4 2 0,-3 2-10 15,6-2 2-15,2 2-11 0,3-3-1 0,-1-3-6 16,1-3-2-16,4 2-6 0,-4-4 3 0,3-3-3 0,1 0-6 15,-4-2 0-15,1-1 1 0,1-4 26 0,-5-1 5 16,3 0-17-16,-4-3 12 0,1 0-5 0,-2 0-9 16,-6-3 4-16,3-1-1 0,-3-2-6 0,-2 2-2 15,-3-2-4-15,-2 0-5 0,-4-1-1 0,1 1-2 16,-4 1-1-16,-2-1-2 0,-3 2-1 0,0 1 0 16,-3-1-4-16,1 2-4 0,-1 2-3 0,-3 2 1 15,4 3-1-15,0 0-6 0,0 2-2 0,-3 1-16 16,4 2-11-16,0 2-11 0,-2 1-19 0,6 1-19 15,-2 2-20-15,2-1-30 0,2 3-19 0,3 0-29 16,0 2-28-16,3 3-30 0,1-2-27 0,2 1-145 16,1 1-443-16,3-2 196 0</inkml:trace>
  <inkml:trace contextRef="#ctx0" brushRef="#br0" timeOffset="49042.57">26884 7889 272 0,'2'-1'298'0,"-2"1"-12"15,0-9-15-15,0 9-23 0,0-4-24 0,0 4-25 16,0 0-21-16,0 0-21 0,0 0-14 0,-16 3-18 15,9 0-11-15,-2 5-8 0,-2-1-2 0,-3 5-8 16,-1 1-4-16,-2-3-2 0,3 5-9 0,-2 1-6 16,3-1-4-16,-1 3-9 0,0-1-1 0,1-2-7 15,0 3-2-15,5 1-6 0,-3-1-5 0,4 1 0 16,3-1-5-16,1 2-2 0,1-4 0 0,2 2 0 16,2 0-12-16,1-1 6 0,5-2 0 0,-1 1-2 15,5-1-1-15,2 1-1 0,0 0-1 0,3-2-5 16,6 1 2-16,0-6-11 0,-1 0-24 0,6-1-22 15,0 0-27-15,-6-6-32 0,6 1-41 0,-5-3-43 0,-3-3-35 16,3 1-36-16,-2-5-40 0,-3 0-153 0,3-5-481 16,-3-1 213-16</inkml:trace>
  <inkml:trace contextRef="#ctx0" brushRef="#br0" timeOffset="49276.28">27161 7963 160 0,'0'-4'293'0,"0"1"-6"0,0 3-8 0,0-7-9 16,0 7-25-16,0-4-27 0,0 4-24 0,0 0-23 16,0 0-17-16,0 0-17 0,0 0-20 0,0 0-6 15,-3 12-7-15,3-6-15 0,2 3 1 0,-2 3-19 16,1-1-7-16,3 2-3 0,-4 0 1 0,0 4-14 16,3 1-5-16,1-2-5 0,-1 0 0 0,1 0-4 15,-2 1-14-15,0-4-27 0,2 0-21 0,-1-1-28 16,-1 1-30-16,-2-3-38 0,3 1-52 0,1-3-41 15,-4 0-47-15,4-3-143 0,-4-1-441 0,0-1 196 16</inkml:trace>
  <inkml:trace contextRef="#ctx0" brushRef="#br0" timeOffset="49561.27">27135 7931 86 0,'5'-3'237'0,"0"2"-6"0,2-1-15 0,-2 0-3 16,-5 2-8-16,18 2-11 0,-6-1-8 0,0 1-8 16,0 2-13-16,5 5-9 0,-4-2-21 0,4 1 2 15,-2 2-15-15,-2-1-15 0,2 1-11 0,-1 3-10 16,-4-3-7-16,0 3-8 0,3 1-9 0,-5 0-7 16,2 2-2-16,-4 0-6 0,1-1-8 0,-4-2 0 15,1 4-5-15,-4-1-3 0,1 1-3 0,-2-4 1 16,-1 0-4-16,0 0 0 0,-3-3-6 0,0 0 2 15,1 0-4-15,-7-2-2 0,3-1-3 0,-2 0-16 16,0-2-11-16,-3 0-12 0,2-1-17 0,-1-2-20 16,1 0-22-16,-4 0-31 0,4-4-32 0,-2 0-36 15,2 0-41-15,-1-3-197 0,0-1-458 0,3 0 204 16</inkml:trace>
  <inkml:trace contextRef="#ctx0" brushRef="#br0" timeOffset="49878.58">27535 7866 36 0,'0'0'337'15,"0"0"-26"-15,0 0-23 0,0 0-22 0,-2 6 0 0,2-6 5 16,6 9-7-16,0-2 1 0,3-1-8 0,1 4-12 15,2 2-10-15,2 0-18 0,2 3-15 0,0-1-19 16,7 4-22-16,-6-4-12 0,7 5-15 0,-1 1-12 16,-3-2-12-16,-2 4-14 0,3 0-11 0,-8-6-8 15,6 6-9-15,-8-4-4 0,-4 0-6 0,4 0-8 16,-1 3-6-16,-4-2-3 0,-4 1-16 0,-1 8-18 16,-1-10-31-16,-1 11-28 0,-5-10-31 0,-5 5-39 15,-4 0-35-15,0 1-46 0,-5-4-58 0,0-2-63 16,-4 1-294-16,1-5-670 0,-2 1 296 0</inkml:trace>
  <inkml:trace contextRef="#ctx0" brushRef="#br0" timeOffset="50798.75">30677 7744 139 0,'-4'-6'274'0,"-1"0"-14"0,-2 3-20 15,-1-1-20-15,1-1-12 0,-4 1-22 0,-1 2-18 16,-1 1-18-16,1 2-8 0,-3 3-3 0,0 1-7 16,-1 2-11-16,-2 4 6 0,2-2-6 0,1 6-10 15,-1 0-8-15,1 2-8 0,4-2-7 0,1 4-8 16,0 0-6-16,3-1-9 0,1 2-1 0,3-1-10 16,2 0 0-16,1-1-1 0,3-1 1 0,2 1-10 15,2-3-3-15,3 0 1 0,1-1-1 0,1 1-4 16,3-4 0-16,1-1-2 0,0-1 2 0,3 0-4 15,1-3-1-15,1-1-6 0,2-3-5 0,-1-2 2 16,-1 0 2-16,0-2-7 0,-2 0 22 0,2-3-24 16,-1-4 0-16,-2 2-3 0,-2-5-2 0,-1 2 5 0,0-2-12 15,-3-2 0-15,2-1 9 0,-5-2-5 0,-2-1-5 16,-3 1 9-16,0-2 13 0,-4 0 0 16,-4-1-2-16,3 3-4 0,-5-2-1 0,-2 2-1 15,-1-1-5-15,-2 4-5 0,-1-2 3 0,-2 3-8 0,0 2 5 16,-2 1-3-16,5 2-2 0,-4 3-9 0,3-3-11 15,2 3-14-15,-6 4-22 0,5 1-22 0,-2 0-18 16,2 1-22-16,0 5-23 0,0-1-28 16,4 1-39-16,3 1-41 0,3 0-38 0,-5 1-199 0,5 1-523 15,2-3 231-15</inkml:trace>
  <inkml:trace contextRef="#ctx0" brushRef="#br0" timeOffset="51150.27">31280 7671 132 0,'0'-4'316'0,"0"-1"-18"15,0 5-15-15,0-6-24 0,0 2-23 0,0 4-26 16,-2-5-24-16,2 5-21 0,-9-1-18 0,9 1-12 15,-15 2-21-15,4 3-6 0,-1 2-10 0,-3 0-9 16,-2 4-4-16,6 0-5 0,-5 2-6 0,-2 1-1 16,2 0 1-16,2 4-7 0,0-3-5 0,1 3-1 15,-3-1-8-15,7 7-6 0,0-4-4 0,0-2 1 16,4 2-3-16,3-2-3 0,-1 0-2 0,3 3 4 16,5-4-9-16,0 3-1 0,3-3 4 0,2 0-5 0,-1 0-2 15,9-2-6-15,2 3 6 0,-1-6-7 0,-1 0-5 16,0-2-10-16,5-2-27 0,0 1-28 15,-3-4-36-15,-1-1-46 0,4 1-49 0,-2-5-60 16,1 1-52-16,-2-1-195 0,-5-2-529 0,5-3 233 0</inkml:trace>
  <inkml:trace contextRef="#ctx0" brushRef="#br0" timeOffset="51601.18">31433 7731 268 0,'-5'-2'301'16,"5"2"-5"-16,-3-3-2 0,3 3-5 0,-4-5-14 16,4 5-14-16,0 0-18 0,0 0-22 0,0 0-20 15,0-3-23-15,0 3-17 0,0 0-19 0,7-4-19 16,-7 4-10-16,13 4-13 0,-6-2-9 0,2 1-9 15,4 0-12-15,-2 2-10 0,0 1 0 0,1 1-12 16,-2-3-3-16,3 1-6 0,-2 4-2 0,-1-3-6 16,-1 5-6-16,1-4 1 0,-3 4-8 0,2-1-6 15,-4 0 0-15,-1 2-2 0,-4-2-1 0,5 1-1 16,-5 1-3-16,0 1 3 0,-2 1-7 0,-1-2 0 16,1 1-2-16,-4-1 3 0,-2 0 1 0,3-2-1 15,-2 0 9-15,0-2-10 0,-1 1 1 0,1-2 1 16,0-2 1-16,3 2 3 0,0-3 2 0,0 1 1 15,0-1 5-15,0-2 7 0,-1 2 9 0,3-1 1 16,2-3 12-16,0 0 6 0,0 4-7 0,0-4-6 0,8 2 1 16,0-1-3-16,5 2-7 0,-2-2-8 15,4 0-8-15,2-1-24 0,4 2-29 0,-1-2-36 16,-2 0-44-16,5 1-50 0,-1-1-49 0,1 0-57 0,0-1-50 16,0-2-236-16,-3-2-611 0,1 0 271 0</inkml:trace>
  <inkml:trace contextRef="#ctx0" brushRef="#br0" timeOffset="52086.6">31830 7463 123 0,'0'0'316'0,"0"0"-10"16,0 0-13-16,0-6-32 0,0 6-27 0,0 0-27 15,0 0-23-15,0 0-21 0,0 0-15 0,0 0-4 16,0 0-28-16,0 0-14 0,0 0-8 0,3 16-9 15,-3-10-9-15,1 2-6 0,-1-2-11 0,2 5-5 16,-4 1 7-16,2 0-17 0,2 0-3 0,-2-2-1 16,0 4-4-16,0-4 1 0,0 4-16 0,1-3-27 0,1-2-18 15,-2 2-35-15,1-1-33 0,0 0-53 16,1-3-48-16,0 0-54 0,0 0-179 0,-1-1-460 16,1-1 205-16</inkml:trace>
  <inkml:trace contextRef="#ctx0" brushRef="#br0" timeOffset="52454.17">31786 7421 64 0,'0'-10'329'0,"0"10"-7"16,1-5-17-16,0 3-6 0,4-1-7 0,-1-2-14 15,-1 4-19-15,0-2-25 0,5 1-23 0,-2 0-20 16,2 2-25-16,-8 0-14 0,18 2-20 0,-7 0-13 16,4 2-15-16,-2 1-3 0,-1 0-14 0,6 1-12 15,-6 3-7-15,5 0-3 0,-1 3-12 0,-2-2-3 16,3 3-5-16,-6 0-6 0,3 1-5 0,-2 0-4 16,-5-2-4-16,0-1-9 0,2 1 3 0,-3 3-2 15,0-2-6-15,-1 0 6 0,-3-3-1 0,0 3-7 16,0 0 5-16,-2-2-9 0,0 1 2 0,-2-1-5 15,-1-1-2-15,-3 0-8 0,2 0-7 0,-4 0-9 16,1-2 1-16,-4-2-11 0,0-1-7 0,1 2-15 16,-1-2-8-16,-3 1-19 0,-1-6-20 0,3 2-11 15,-2 1-24-15,-1-1-16 0,-4-2-49 0,8 0-40 16,-5-2-45-16,4 2-163 0,-1 0-488 0,3-3 216 16</inkml:trace>
  <inkml:trace contextRef="#ctx0" brushRef="#br0" timeOffset="52889.28">32154 7370 55 0,'0'0'290'0,"-3"-5"-22"16,3 5-19-16,0 0-25 0,-4-2-24 0,4 2-19 15,0 0-19-15,0 0-18 0,0 0-12 0,-4 9-10 16,6-3 1-16,0-2 4 0,4 7 3 0,-1 0 1 15,2-1-1-15,5 6-3 0,-2 2-3 0,0-1-4 0,7 5-6 16,-1 0-11-16,-1 1-2 0,4-2-9 0,-8-3-4 16,0-1-10-16,1 1-8 0,-2 0-7 15,2-1-3-15,-2 2-7 0,-1-1-2 0,-1 2-11 16,0 0 0-16,-3 0-4 0,-3 2-2 0,0 3-8 0,-4-4-4 16,0 4-22-16,-3 1-14 0,-5 1-20 0,1-3-24 15,-4 0-25-15,-5 2-33 0,1-3-31 0,-1 0-55 16,-3-2-47-16,0-1-70 0,-1 2-163 15,-3-4-521-15,1 0 230 0</inkml:trace>
  <inkml:trace contextRef="#ctx0" brushRef="#br0" timeOffset="55516.03">26300 9450 232 0,'0'0'297'15,"0"-5"-5"-15,2 1-6 0,-2-2-2 0,0 6-7 16,0-6 0-16,0 6-18 0,0-4-11 0,0 4-8 16,0-6-15-16,0 6-21 0,0-4-26 0,0 4-6 15,0 0-30-15,0 0-21 0,0 0-18 0,-6-3 3 0,6 3-22 16,0 0-12-16,-10 6-2 0,5-4-10 0,-2 3-4 16,1 0-4-16,1 0-8 0,-7 5 1 15,4-4-13-15,-1 3-10 0,0 0 8 0,0 4-2 0,1-4-5 16,-2 5-2-16,-2-1-8 0,5-2 7 0,0 1-6 15,0-1 1-15,2 2-4 0,-2-1 2 0,2 0-3 16,1 0 2-16,1 0-5 0,3 1 3 0,0-1 6 16,0-1-10-16,1 1 8 0,5-1 1 0,-2 0-4 15,2-1 3-15,4 0-5 0,3-1 11 0,-4 0-8 16,5-1 1-16,2 0-6 0,4-2 8 0,-2 0 2 16,1-1-11-16,0-3 4 0,3 2 3 0,-2-4-2 15,-1-2 0-15,3 0 0 0,-4 1 0 0,2-5-1 16,-3 2-2-16,0-2 6 0,1-4 18 0,-2 2 17 0,-2-2-4 15,1-1 0-15,-3 1 6 0,0-2 3 16,-4 0-4-16,2-2-4 0,-1-2-3 0,-5 3 1 16,-1-4-4-16,-3 1-6 0,0 4-6 0,-3-5-2 0,-1 4-4 15,-1-5-8-15,-6 3 3 0,-1 1-11 0,-2 0-8 16,-1 2-4-16,-1 1-7 0,-3 0-16 16,0 6-15-16,0-1-21 0,0-1-25 0,0 2-35 0,1 4-21 15,-4 1-27-15,3 0-25 0,6 3-15 0,-2-1-18 16,2 2-36-16,2 3-33 0,-1-4-33 0,6 4-233 15,-1-1-612-15,3-2 271 0</inkml:trace>
  <inkml:trace contextRef="#ctx0" brushRef="#br0" timeOffset="55883.2">26912 9239 81 0,'0'-6'310'0,"0"2"-12"15,0 4-16-15,0-6-26 0,0 6-28 0,0-5-18 0,0 5-28 16,0 0-20-16,0 0-17 0,-15 7-19 0,10-3-12 15,-5 4-10-15,1 2-11 0,-2-1-8 0,-3 7-7 16,4 0-3-16,-3 1-1 0,2 0-2 0,-4 2-6 16,6-1-7-16,-5 5-2 0,6-4-6 0,1 8-1 15,3-8-6-15,-1 2-10 0,5 0 5 0,0 0 7 16,2-1-13-16,5 1 0 0,3 5-8 0,2-2 6 16,0-5-4-16,9 3-9 0,-5-8 7 0,9 4-4 15,-4-3-12-15,5 2-23 0,-1-4-31 0,3-2-40 16,-1-2-50-16,-5-1-50 0,1-5-44 0,-2 2-52 15,-2-3-165-15,-3-2-481 0,0-1 214 0</inkml:trace>
  <inkml:trace contextRef="#ctx0" brushRef="#br0" timeOffset="56451.67">27107 9387 267 0,'0'0'323'0,"0"0"-16"16,0-5-12-16,0 5-16 0,4-4-20 0,-4 4-25 16,7-3-28-16,-2 2-16 0,-5 1-17 0,11 0-20 15,-3 0-11-15,2 1-18 0,-1-1-13 0,2 3-10 16,0 0-10-16,1 1-12 0,-1-1-7 0,3 1-11 15,-2 4-3-15,-3-2-3 0,2 3-14 0,-4-1-3 16,1 2-5-16,0 0-1 0,-5-1-7 0,1 3-2 16,0-1-5-16,-4 1 1 0,0 1-6 0,0-1 2 15,-4 0-5-15,0 1-5 0,-4 2 9 0,1-3-2 16,-2 2-4-16,2-3 2 0,-4-2 2 0,4 3 8 0,0-2 8 16,-2-1-6-16,-1-1 3 0,6-1 1 0,-3-2 1 15,2 2-1-15,1-3 4 0,0 0 5 0,-1-2 19 16,3 2 9-16,-1-2 17 0,3-2 20 0,-2 3 16 15,2-3 1-15,0 0-12 0,12 4-13 0,-4-5-6 16,4 1-8-16,2 0-15 0,5-1-9 0,1-1-41 16,1 1-25-16,2-2-28 0,0 1-47 0,0-3-49 15,0 1-61-15,-1 0-71 0,11-3-78 0,-12 1-335 16,7-7-737-16,-8 3 326 0</inkml:trace>
  <inkml:trace contextRef="#ctx0" brushRef="#br0" timeOffset="57154.75">27626 9145 62 0,'0'-5'264'15,"0"5"-10"-15,-4-7-2 0,3 4-10 0,-2-1-16 16,0 1-8-16,3 3-15 0,-8-6-11 0,3 1-17 15,-1 2-17-15,2 1-11 0,-3-2-11 0,-5 0 2 16,4 1-24-16,-3 2-10 0,3 1-13 0,-1-1-6 16,-1 1-6-16,-5 0-10 0,4 1-4 0,2 1-11 15,-3 4-7-15,1-4-3 0,5 1-6 0,-6 1-2 16,5 3-1-16,0 0-10 0,0 0 5 0,0 3-4 16,2-2 2-16,1 2-5 0,3-2-3 0,-1 0-1 15,1 0-2-15,1 2 0 0,1-3-2 0,4 0 1 0,-3 0 4 16,6 2-4-16,1-2-5 0,0 0 0 15,-1-2-4-15,4 0-9 0,2-4-5 0,-2 4-4 16,1-3-2-16,0-2-8 0,1 2-3 0,-2-5 2 0,0 2-5 16,2-2-2-16,-1 0-3 0,-2-2 2 0,-1 1 4 15,1-4 1-15,-2 2 4 0,1-2 1 0,1-1 3 16,-5-2 4-16,0 0 1 0,1 1-2 16,-3-1 7-16,-1-1 9 0,-2-1 5 0,4 0 5 0,-5-1 2 15,-3 2 17-15,3-1-3 0,-3-2 5 0,1 3 11 16,0-5 2-16,-1 4 9 0,1 0 6 0,-2 1 18 15,2 0 13-15,-1 2 5 0,3-2 8 0,-3 4-5 16,0 1-4-16,3-2 3 0,-2 4-13 0,0 0-12 16,2 0-9-16,-4 1 2 0,4 4-22 0,-1-4-10 15,1 4-24-15,0 0-8 0,-3-2 4 0,3 2-3 16,0 0-2-16,0 0 7 0,-7 15-15 0,3-9-5 16,4 1-7-16,-4 6-2 0,4-2 2 0,-3 1 9 15,3 0-8-15,2 6-25 0,-2 0-5 0,0-1-10 0,1-1-15 16,3 4-14-16,0-1-11 0,3 1-20 15,1-3-23-15,-4 1-26 0,2-3-28 0,3 1-35 16,-2-5-55-16,5-2-34 0,-5 0-169 0,3-1-526 16,2-2 233-16</inkml:trace>
  <inkml:trace contextRef="#ctx0" brushRef="#br0" timeOffset="57488.71">27784 9025 39 0,'0'0'244'0,"-4"4"3"16,4-1 6-16,0-3 2 0,4 11-4 0,7-4-7 15,-3 2-7-15,2 1-3 0,6 7-9 0,3 4-9 16,4-1-7-16,2 3-13 0,0-1-16 0,-3 2-9 15,1 0-2-15,3-1-27 0,-6 1-15 0,0-1-16 16,0 1-12-16,-3 1-17 0,1-1-1 0,-7-1-8 16,0 2-8-16,-1 2 0 0,-2-1 4 0,-5 1-25 15,-2 1 0-15,4-1 2 0,-10-2-37 0,1 4-13 0,-1-1-30 16,-5-1 8-16,3-7-37 0,-6 7-15 16,3-2-23-16,-2-2-22 0,2-2-29 0,1-2-45 15,0 0-45-15,-3-3-52 0,1-1-226 0,3-3-561 0,-1-4 249 16</inkml:trace>
  <inkml:trace contextRef="#ctx0" brushRef="#br0" timeOffset="58341.9">30847 8908 222 0,'-5'-5'224'0,"-1"1"-20"0,2 1-7 16,-1 2-13-16,-4 0-14 0,-1 1-14 0,-1 1-6 16,-2 0-2-16,-5 4 4 0,0 3-6 0,1 1 1 15,1 2-10-15,-4-1-3 0,2 0 1 0,-8 12-12 16,4-5-5-16,-1 2-7 0,0 0-2 0,2 0-10 16,1 3-8-16,3 1 3 0,2-1-16 0,4 3-6 15,1-6-5-15,4 7-6 0,4-5-3 0,-2 5 5 16,8-5-11-16,0 6-1 0,5-1 4 0,5-2 11 0,1 0-7 15,4-1-4-15,6-1-8 0,-5-3 3 16,8-4-2-16,-3 2-3 0,4-1-8 0,-1-5-6 0,1-2 0 16,-3-3 0-16,-3-2 0 0,0-4-8 0,0 0-1 15,0-2 3-15,-1-1-6 0,1-1 1 0,-1-2-4 16,-4-3 2-16,4 1-4 0,-5-5-5 16,0-1 8-16,-1-1-1 0,-3-1-4 0,2-7-7 0,-2-2 12 15,-6 7-12-15,2-10 12 0,0 4-11 0,-9 3 5 16,0-7-3-16,0 2 9 0,-4 5-5 0,-4-5-7 15,-3 1 2-15,2 5-2 0,-3-4-2 0,-1 6-1 16,2 1-4-16,-3 1 1 0,1 0 0 0,-3 2-14 16,-1 1-12-16,5 3-16 0,3 3-18 0,-1-3-18 15,-2 4-28-15,1 2-20 0,4 1-19 0,-2 2-30 16,2 1-38-16,7 0-50 0,-12 3-43 0,8 2-210 16,-2-1-560-16,6 0 248 0</inkml:trace>
  <inkml:trace contextRef="#ctx0" brushRef="#br0" timeOffset="58760.03">31451 9007 39 0,'0'0'280'0,"-1"-7"-5"0,-1 5-15 16,2 2-11-16,-4-5-16 0,1 1-26 0,1 0-19 15,2 4-19-15,-7-4-19 0,-1 4-17 0,8 0-13 16,-12 2-3-16,3-1-14 0,-1 3-1 0,1 1-3 15,-3 1-2-15,0 2-2 0,-2 2 0 0,2 3-1 16,0 1 1-16,2 0 2 0,-2 1-1 0,4 1-8 16,2 3-4-16,0 0-8 0,0 2-4 0,4 0-5 15,2 0 4-15,1 5 6 0,4 1-18 0,-1-6-3 16,3 5-5-16,6 0-8 0,-4-6-5 0,3-2 2 16,6 3-4-16,2 0-7 0,2-3-2 0,-6-3-15 15,-1 1-37-15,10-1-26 0,-4-5-32 0,-1 3-41 16,1-4-44-16,-3-2-60 0,4-4-43 0,-5 1-44 15,-1-3-194-15,-2-2-552 0,0 0 244 0</inkml:trace>
  <inkml:trace contextRef="#ctx0" brushRef="#br0" timeOffset="59228.82">31588 9089 213 0,'0'0'363'0,"-1"-8"-29"16,2 4-15-16,-1 4-20 0,6-5-23 0,-1 2-27 15,-1 1-30-15,3 2-22 0,3 0-14 0,1 2-22 16,-3 0-15-16,5 0-15 0,-2 3-16 0,4 3-18 16,-7-2-9-16,3 4-5 0,0-2-11 0,1 8-9 15,-5-6-1-15,1 7-11 0,-2-4-3 0,2 2-6 16,-7-2-13-16,3 0 3 0,-4 1 0 0,0-2-6 16,-1 2 8-16,-2-4-17 0,3 2 9 0,-4 0-5 15,3-3-3-15,-3 4-4 0,-2-5 5 0,4 2 9 16,-2-4 4-16,-1 0 10 0,1 0-1 0,3-1 0 15,-2 0-5-15,0-3-1 0,2 2 9 0,-3 0 15 16,4-4 17-16,-1 3 7 0,1-3 12 0,0 0 11 16,5 5-5-16,-1-4-8 0,0 0-13 0,6 0-6 15,1-1-8-15,2 0-12 0,5 1-26 0,-2 1-24 0,7-4-42 16,-1 0-41-16,0 2-53 0,1-2-48 16,0-2-59-16,0 1-74 0,10-5-73 0,-12 1-269 15,0 2-711-15,2-3 315 0</inkml:trace>
  <inkml:trace contextRef="#ctx0" brushRef="#br0" timeOffset="59881.07">32037 8893 305 0,'0'0'287'0,"10"-12"-19"0,-10 12-11 0,1-6-17 16,-1 2-15-16,0 4-20 0,0-7-15 0,-1 1-19 15,-1 2-16-15,2 4-18 0,-4-7-13 0,2 3-16 16,-4 0-10-16,3 0-14 0,-2 2 1 0,-2-1-19 15,-2 1-6-15,2 0-7 0,-4 1-9 0,-1 0 6 16,0 1-11-16,1 1-10 0,0 0-1 0,-2 2-1 16,1-1-2-16,4 1-6 0,-1 2 0 0,3-1 0 15,-3 0-4-15,3 0-1 0,-1 1 3 0,3 0-7 16,-1 0-3-16,3 1 4 0,-3-1 3 0,3 2-3 16,0-1-1-16,2 2-1 0,2-1 0 0,0-1 3 15,3 1-1-15,1 1-5 0,-1-3 14 0,2 3-12 16,-3-4 3-16,8 2-3 0,-2-2-5 0,-2 1-8 0,4-4-7 15,-3 0-7-15,4 1-2 0,-2-4 0 16,1 1 0-16,0-1 2 0,-1-2-6 0,-1 0 8 16,2-2 2-16,-2-3 2 0,-1 2-1 0,-1-2 4 15,-1 0 3-15,0-1-2 0,-1-1 1 0,-2-2-1 0,0-3 4 16,0 0 2-16,-3 3 7 0,0-1 6 16,1-3 1-16,-4 5 9 0,2-6 6 0,-1 3 3 15,0 4 23-15,1 0-5 0,-6 0 3 0,4 0 8 16,-1 2-1-16,0 1 4 0,2 2-3 0,-1-1-9 0,1 3-13 15,-2-1 10-15,3 2-16 0,-4 0-7 0,4 3-3 16,0 0-9-16,-9 0 4 0,9 0-2 16,0 0-1-16,-7 6-6 0,4 1 1 0,0-1 11 15,2 2-10-15,-2-1 1 0,2 4-1 0,1 0 2 0,1 2-4 16,1 4-2-16,2-2 1 0,1 1-7 0,-1 1-19 16,4 0-14-16,2 0-22 0,-2-1-25 0,3 1-30 15,1-3-37-15,2-1-43 0,-3-3-70 0,2 0-52 16,-1 1-181-16,-1-6-534 0,1 0 236 15</inkml:trace>
  <inkml:trace contextRef="#ctx0" brushRef="#br0" timeOffset="60181.54">32244 8666 20 0,'0'0'329'0,"0"0"-17"0,0 0-13 0,0 0-14 15,0 0-20-15,0 0-10 0,0 0-15 0,14 10-14 16,-4-3-16-16,-1 1-5 0,2-1-25 0,5 6-13 16,-2-1-22-16,3 3 1 0,-2-1-25 0,3 3-14 15,-7 1-1-15,6 2-21 0,-3-2-7 0,-1-2-8 16,-3 2-4-16,3 0-8 0,-3 3-10 0,-3-2-3 15,-3 0-12-15,0 2-15 0,-5-1-32 0,-2 2-20 16,-4 4-27-16,2 2-22 0,-10-2-29 0,3 2-34 16,-3-5-55-16,-2 0-58 0,-4-2-277 0,0 1-578 15,-8-5 255-15</inkml:trace>
  <inkml:trace contextRef="#ctx0" brushRef="#br0" timeOffset="62473.05">30462 8599 36 0,'4'-3'219'0,"1"1"-11"0,1 0-11 16,0 0-7-16,0-1-8 0,1 0-7 0,0-1-14 16,4 2-3-16,-2-1-15 0,2 0-8 0,0 0-7 15,2-3-8-15,0 4-7 0,2-1-2 0,0 0-9 16,3-2-3-16,1 0-3 0,-1 1-9 0,3 0-5 16,-1 0-10-16,0 0-3 0,3-2-3 0,-2 1 3 15,11-2-8-15,-4 2 9 0,1 0-2 0,1-3-4 16,-8 3-8-16,10-1 5 0,-2-2-13 0,2 0-3 15,1 2-4-15,-1 1-4 0,-1-3-1 0,1 0-5 16,-2 1 3-16,4 1-8 0,0 1-3 0,1 0-8 16,-4-2 3-16,1-1-3 0,7 3 2 0,-5 1-3 15,0 1-1-15,4-3-2 0,-3 0 1 0,-1 2-5 16,-1-2 1-16,-1 0 3 0,2 4-7 0,-1-3-1 16,-2 1 2-16,-1 0-4 0,0-2 1 0,-1 2 1 15,1 0-1-15,-1 0-1 0,-5-1 2 0,0 4-1 16,3-2-1-16,3 1-1 0,-4 0 1 0,3-1 1 0,-5 1-7 15,-2 1 4-15,8-2-3 0,-6 2-2 0,5 1 3 16,-6 1 4-16,0-1 1 0,-3 0-3 0,2-2-1 16,-1 3-1-16,4-2 2 0,-5 2 0 15,1-1 3-15,2 1-1 0,0-1-2 0,-1 1 1 0,3 2 0 16,-5-1-4-16,-1 0 1 0,4-1 4 0,-4 3-3 16,3-1 2-16,-1-1 0 0,0 1-4 0,-3-2 2 15,1 2 2-15,-3 1-3 0,-1-3 3 0,-4-1 6 16,3 1-9-16,-2 0 2 0,0 1 2 0,-4 0 2 15,2-2-2-15,-2 0 0 0,0 0-3 0,-1 0-1 16,-7 0 6-16,10-1-3 0,-5 0-3 0,-5 1 18 16,9 0-17-16,-9 0-3 0,9 1 5 0,-9-1 1 15,7 0-1-15,-7 0-22 0,0 0 1 0,9-1 2 16,-9 1 2-16,5 3 0 0,-5-3 5 0,5 4-3 0,-3-2 5 16,1 2-2-16,-2-1-1 0,4 1 1 15,-3 2 6-15,2 0 1 0,-1 0-4 0,0 1 0 16,-2 4 0-16,2 1 7 0,-1-2-4 0,3 3 8 0,-3 5-8 15,-2-2 0-15,3 2 5 0,0 1-7 0,-2 0 1 16,-1 2 1-16,4 6 2 0,-4 0 0 0,0 1 3 16,4-1-1-16,-3-2-1 0,-1 2 2 15,0 0 1-15,-1 0-4 0,4 1 2 0,-3-1-2 0,1-1 4 16,2-6-1-16,-3 6 2 0,1 1-3 0,3-2 3 16,-1-3-2-16,-3 4 3 0,4 1 3 0,0-7-4 15,-2 1-2-15,2-1 4 0,-2-1-1 0,2 3-1 16,2 5 5-16,1 0 0 0,-3-7-4 0,4 5 1 15,-1-6 3-15,-2 0-4 0,5 5-3 0,-5-3 8 16,3-2-2-16,-2 0 1 0,-1-1-7 0,4 1 2 16,-5-1-7-16,2 3 9 0,0-7 2 0,-2 4-4 15,1 0-1-15,0-7 2 0,0 3 0 0,0-2 13 16,-1-1-14-16,0 0-4 0,-4-4 3 0,3 1 3 16,-1 1-3-16,0-3 0 0,1 0 2 0,-2 0-2 15,1-4 3-15,-2 3-1 0,3-1-1 0,-3 1-3 16,0-2 10-16,0-3-5 0,1 8-1 0,-1-8-3 15,0 2-2-15,1 1 2 0,-1-3 1 0,0 0 1 0,-1 6-2 16,1-6 0-16,-1 5-3 0,1-5 1 16,-3 3 5-16,3-3-3 0,-3 4 2 0,3-4 2 15,-8 3-3-15,2 0 5 0,2-1-6 0,-4 0-1 16,0 1 2-16,1-2-2 0,-4 3 2 0,0-3 0 0,0 3-1 16,-5 0 0-16,0 1 10 0,1-1-5 0,-6-1-10 15,2 4 6-15,-5-2-3 0,-2 3-2 0,-4 1-3 16,0-3-1-16,1 1-4 0,-3 4-2 0,0-4 5 15,-1 3-1-15,-1-2-2 0,-2-1 2 0,1 4 3 16,-5-1 9-16,5 1 3 0,-3-2-11 0,1 0 0 16,-1-2 2-16,-1 3-2 0,0-2 8 0,-1 2-9 15,-1-4 5-15,1 4-2 0,0-5-3 0,0 2 5 16,-1-4 2-16,0 4-1 0,1-3-2 0,-2 0 2 16,3-2-2-16,2 2 3 0,-3 1 3 0,2-1-7 15,0-2 1-15,-3 2 4 0,3 2 0 0,0-2 0 16,2-1 14-16,0 1-16 0,1 1 4 0,1 0-2 15,1 0 3-15,-2-2-3 0,2 3 0 0,-1 0 0 16,3-1-1-16,-2-2 2 0,3 5 15 0,-2-3-15 16,0 3-1-16,1-1 2 0,1-2-1 0,0 1-1 15,-1-2 0-15,3 1 2 0,5-1 1 0,-8 1-4 16,3-1-1-16,5-2 3 0,-6 3 1 0,3-1-1 16,3 0-2-16,4-1 7 0,-10-1-3 0,5-1-3 15,2 2 2-15,3-3-2 0,0 3 1 0,4-3 5 16,0 0-2-16,0-1 3 0,0 4 2 0,4-5 3 15,-3 4-1-15,1-2-4 0,4-4 1 0,-2 5 1 16,11-1-9-16,-15-1 4 0,4 1 3 0,4-2-4 16,7 2 1-16,-15-2 5 0,6 2-5 0,9 0-2 15,-14-2 4-15,7 2 1 0,7 0-5 0,-15-3 5 16,9 2 5-16,6 1-7 0,-13-2-2 0,13 2 1 16,-12-3-5-16,12 3 2 0,-9-3 3 0,9 3 0 15,-9-2-4-15,9 2 3 0,-8-3-2 0,8 3-2 16,-5-2 4-16,5 2 6 0,-7-3-7 0,7 3-2 15,0 0 5-15,-11-2 9 0,11 2 5 0,-6-4 2 0,6 4 10 16,-7-4 13-16,7 4-6 0,-4-5 4 0,1 1 11 16,3 4 3-16,-4-9 7 0,1 4 13 15,1 0 2-15,1-4 1 0,-2 3 4 0,2-4 0 16,-3-1 2-16,1-2 19 0,-1-3 8 0,0-2-7 0,1-3-4 16,-1-5-8-16,-3-2 4 0,2-4-1 0,1-2-10 15,-4-2 1-15,2-1-5 0,-2-15-7 0,0 5-7 16,-3-1 11-16,4 12 0 0,0-3 3 0,1 1 2 15,0-14-9-15,4 18-8 0,-2-2-3 0,1 1-6 16,4 1-6-16,-1 5-4 0,2-1-3 0,-1 3 0 16,2 7-11-16,2 0-5 0,-2 2-6 0,0 5-14 15,2 2-26-15,0 0-28 0,0 2-46 0,0 3-60 16,3 4-60-16,4-1-65 0,-2 5-53 0,2-1-78 16,3 1-78-16,-5 1-278 0,4 1-826 0,-2 1 365 15</inkml:trace>
  <inkml:trace contextRef="#ctx0" brushRef="#br0" timeOffset="65584">25945 6419 120 0,'19'-2'144'0,"2"-1"-1"15,-1-1-12-15,3 2-3 0,9 1-9 0,0-1-8 16,2 1-11-16,0 1 5 0,5 0 0 0,-2 1-5 16,1-1-8-16,2 2-3 0,1-2-2 0,2 6-7 15,10-6 0-15,-9 2-1 0,-2-2-5 0,0 2 4 16,-2-1-2-16,3-1-3 0,-1 1 0 0,-2-2-5 16,15 0-6-16,-16 1-1 0,0-2-5 0,-1 1-7 15,-1 0-1-15,-2 1-7 0,1-6-3 0,1 6-3 16,-3-2-4-16,1-3 2 0,-3 1-7 0,1-2-2 0,0 4-3 15,-2-2-3-15,1-2 2 0,-2 0-4 0,0 3-4 16,0 0-3-16,-7-2 4 0,7 0-4 0,1 0 2 16,-1 1-6-16,-8 0 2 0,7 1 0 15,-1-2-2-15,-6 2-2 0,-2-2 1 0,1 1 0 0,-1 0-2 16,1-1-1-16,-4 2 1 0,2-3 2 0,-5 3-2 16,-3 1 3-16,1-2 0 0,-1 2-4 0,1-1-1 15,-4 0 1-15,7 1 1 0,-8-1-1 0,0 2 0 16,-2-2-3-16,4 3 2 0,0 0 0 0,-1 0-2 15,-1 0 0-15,4 0 3 0,-3 0-4 0,0 0 1 16,-1 0 1-16,2 2 1 0,-2-2-1 0,0 2 1 16,0-1-3-16,2 1 4 0,-2 0-1 0,3 1-2 15,-3 0 0-15,3-1 2 0,-1 1-1 0,0-1-2 16,-2-1 2-16,1 3 1 0,-2-1 0 0,2 1 0 16,-3-2-2-16,3 0 0 0,-4 0 1 0,2 2-3 15,-2-2-2-15,-1 1 3 0,2 1 0 0,0 0-2 16,-2 0 2-16,3 1-3 0,-2 1 0 0,0 1 3 15,0 0 2-15,2 2-1 0,-1 3-1 0,0-1 0 16,3 6 2-16,2-3-1 0,-1 1-1 0,-2 2 1 16,3 2 2-16,1 4-1 0,0 4 2 0,-2-4 21 15,2 4-6-15,-2 0-1 0,1 4-1 0,-2 0 0 16,4 0 1-16,-5 3-4 0,4 3-1 0,0-1 1 16,-6 2-2-16,9 11-2 0,-5-11-1 0,-3-1 3 15,-1 1-2-15,5 9-4 0,-2-10 5 0,-4 0-3 0,-3 0-2 16,5 12 1-16,-2-13 1 0,0 0 2 15,0 1-3-15,0-3-2 0,2 1 1 0,-4 0 4 16,3 2 2-16,-3-1-4 0,2-1-5 0,-1 0 4 0,1 2 0 16,4-2-1-16,-2-2 3 0,1 1 0 0,1 0-1 15,2-1 1-15,0-1-1 0,0 0 1 0,7-3 0 16,-6 0-1-16,1-1-1 0,1-3 3 16,-1 0-1-16,0-7 1 0,0 5-3 0,2-6-1 0,-3-1 0 15,-1 0 0-15,-1 0 0 0,-4-5-1 0,4 1-2 16,-4-2 3-16,1 0-3 0,-1 0-2 0,-1-3 4 15,-1 1-2-15,-1-2 1 0,2 2-1 0,-2-2 3 16,1 0-1-16,-2 0-3 0,0 0 4 0,1 0-4 16,-2 0 3-16,1 0-2 0,0 0 1 0,-1 0 0 15,0 0-1-15,0 1 0 0,0-1 4 0,0 1-4 16,-1 3-1-16,0-3 2 0,1-1 1 0,1 5 2 16,-2-1-4-16,-1 2 2 0,0-2-3 0,0 1 2 15,-1 2-1-15,1-3 2 0,0 2-1 0,0-1 0 16,-1 1 1-16,-1 0-3 0,-3-2 2 0,3 0 2 15,-1 1-2-15,0-2-2 0,0 0 3 0,-2 1-2 16,3-4-2-16,-3 0 5 0,-1 1 3 0,1-1-3 16,1-1 0-16,-3 1-2 0,1 0 3 0,1-2-4 15,-5 1-1-15,3-3 4 0,0 2-2 0,-3-1 1 16,1 1 0-16,-1-1 0 0,-1 0 0 0,-1 1 2 16,0 0-6-16,-2 1 2 0,0-1 0 0,2-2 0 15,-5 4 0-15,0-1 3 0,0 0-2 0,-3-1 0 16,4 1 2-16,-5 1-1 0,3-1-1 0,-2 4-1 0,3-4 3 15,-2 1-2-15,-3 1 5 0,4 1-8 0,-3-1 2 16,0-1-2-16,2 1 2 0,-1 1 3 16,-1-2 3-16,-5 2-2 0,-5-2-3 0,10-1 1 15,-5 2-1-15,0-2-1 0,5-1 0 0,-5 2 2 0,3-3 1 16,-2 2-3-16,-3-3 0 0,7 2 1 0,-6-3 0 16,-1 5 0-16,2-4 0 0,3 0 0 0,-3-1 2 15,3 0-2-15,-6-1 2 0,1 0-4 16,0 1 2-16,0-1-1 0,10 0 2 0,-5 2 0 0,2-2 2 15,-7 1-3-15,5 0-2 0,-3 0 2 0,5 0 1 16,-7-1 0-16,7 3-1 0,0-2-2 0,-7 0 2 16,6 3 1-16,-5-2 0 0,-1-1-1 0,0 2 0 15,-1-1 1-15,10 1-2 0,-10-2-1 0,7 1 2 16,-3 0-1-16,2 2 0 0,3-3 0 0,-2 1 1 16,1-2-1-16,0 1 0 0,1 0 2 0,0-1-3 15,2 0 0-15,0 1 7 0,4-1-6 0,1 1 2 16,0-1-1-16,-4-1 0 0,4 2 4 0,1 1-7 15,0-2 3-15,0-2-1 0,-1 1 2 0,4 2 1 16,-4-2-3-16,2 2 1 0,1-1 0 0,-1 0 0 16,2 2-1-16,-2-4 1 0,-1 2-1 0,2 0 3 15,-2 0-4-15,3 0-2 0,-2-1 5 0,-1 0-4 16,-1 0 4-16,2 1-3 0,-2 0 3 0,1 0-2 16,-1 0-1-16,-3 1-4 0,4-2 10 0,-1 1-3 15,0 0-4-15,1 1 2 0,-1-1-2 0,1 0 1 0,-2 0-2 16,4 0 1-16,-2 0 3 0,2 0 1 15,-2 0-2-15,4 0 0 0,-3 0 3 0,6 0-2 16,-2 0 0-16,1 0-2 0,0 0-1 0,-1 0 3 0,2 0-4 16,7 0 0-16,-14 0 5 0,8 0 2 0,-2 0-4 15,8 0 0-15,-15 0 5 0,10 1-5 0,5-1-1 16,-9-1 6-16,9 1-5 0,-12-1 0 16,7 0 0-16,5 1 4 0,-11 0-1 0,4-2 0 0,7 2 3 15,-5-2-3-15,2-3 14 0,-2 3 14 0,3-2 8 16,0 1 1-16,0-4 2 0,1 2-2 0,-1-1 5 15,2-1-7-15,0-3 5 0,0-1 3 0,0-1 0 16,0-1 0-16,2-5 2 0,-2 0-1 0,0 0-2 16,1-1-3-16,-2-1 18 0,1-9-1 0,0 4 0 15,0 4 3-15,-3-6 2 0,2-6 2 0,1 6 6 16,-2-1 1-16,2 6 0 0,0-4-2 0,-2-3 0 16,-1 1 4-16,0 2 3 0,2 0-6 0,-3-1 1 15,1 0-4-15,-2-1 3 0,3-2-6 0,-2 3-8 16,0-3 1-16,-1 0-2 0,3 1-3 0,0-2-2 15,-2-1-3-15,2 1-6 0,-1 0-2 0,3 0-4 16,0 1-2-16,-4 0-1 0,3 0-2 0,5-3-4 16,-4 7 3-16,-4 0 3 0,4 1-5 0,0-4 0 15,0 2 2-15,0-2-2 0,1 2-3 0,-1 8-2 0,4-1-2 16,-4-1-1-16,0 1-1 0,3 1-4 16,-1-2 0-16,0 3 0 0,2-1-5 0,-1 0 0 15,5 1 0-15,-4 0-2 0,-1 0-1 0,1 2 1 16,0 4 0-16,-1-3-4 0,4 1 0 0,-3 3 2 0,-2-2 1 15,1 1-5-15,-3 1-1 0,4-1 2 0,-4 2 0 16,2 1-6-16,2-1 8 0,-4 0-5 16,1 0 3-16,-1-1-1 0,0 1-3 0,0 0 0 0,4 0-2 15,-4-2 4-15,0 1-1 0,0-2-2 0,0 4 1 16,0-5 2-16,0 3 2 0,-1 0-4 0,-2-2 3 16,3 2-1-16,-1-2-2 0,-5 0 0 0,2-4 0 15,0 5 0-15,-1-1-2 0,-1-5 0 0,-2 0 1 16,3 1 1-16,-4 2 1 0,1-3-5 0,4 1 2 15,0 4 2-15,-5-5-1 0,0 4 4 0,1-4-3 16,2 1 0-16,1 6 1 0,0-1 0 0,1-1 0 16,2 1-1-16,-3 1 2 0,1-1-2 0,3 1-2 15,-2 2 2-15,3-1-1 0,-1 3 2 0,-1-1-1 16,1 2 2-16,0-4-1 0,-1 2-2 0,1 3 1 16,2-3 0-16,-2 3 1 0,2-2 1 0,-2 0-1 15,1 1 0-15,0 0 1 0,1 0-1 0,-2 0 0 16,1 0 0-16,3 1 1 0,-3-2 0 0,0 1-1 15,-2 2-2-15,4-2 2 0,-2 0 0 0,1 1 1 0,0 0-4 16,1 0 0-16,-1 1 0 0,0-1-3 0,2-1-10 16,-3 1-19-16,6 2-16 0,-1-2-51 15,4-1-49-15,4 1-65 0,7 3-47 0,0-1-53 0,12 2-69 16,6 1-81-16,1 2-259 0,16 3-784 0,3 4 347 16</inkml:trace>
  <inkml:trace contextRef="#ctx0" brushRef="#br0" timeOffset="123790.14">31350 6408 113 0,'0'0'272'0,"5"-4"-14"0,-5 0-15 16,0 0 4-16,1-2-24 0,-1 6-13 0,0-7 0 15,3 2-13-15,-3 5-11 0,2-7-11 0,0 4-11 16,-2 3-10-16,6-4-10 0,-6 4-12 0,0-5-15 15,0 5-6-15,0 0-15 0,2-4-9 0,-2 4-13 16,0 0-8-16,0 0-15 0,0 0-3 0,0 0-10 16,0 0 0-16,0 0-3 0,-10 10-8 0,8-7 2 15,2-3-1-15,-4 9-7 0,1-2 0 0,-3-3-1 0,5 5-1 16,-3 0-3-16,0 0 2 0,0 0-6 0,1 3 1 16,0-2-1-16,1 0-2 0,-1 1-1 15,1 1 1-15,2 0-3 0,-2-1-1 0,2 1 1 16,0 0 3-16,0-1-6 0,0 1-1 0,1 0 18 0,-1-1-17 15,1 2 1-15,-1-1-3 0,2 0 15 0,-2-1-17 16,1-1 0-16,-1 0 0 0,4 2 3 0,-4-2 0 16,2 1-3-16,-1-3-1 0,-1 3 4 15,0-5-1-15,1 3 0 0,1-4 1 0,-2 4-4 0,0-3 4 16,1-3-1-16,-1 5-1 0,0-3-3 0,-1-1 2 16,1 1 6-16,0 1-2 0,0-1-4 0,0 2 0 15,-2-2 3-15,2 0 0 0,2 1 2 0,-4-2-2 16,2 1-5-16,0-1 6 0,0 1-2 0,0 1-1 15,0-1 1-15,-1 1-4 0,1-2 6 0,0 2-3 16,1-2-2-16,-1 1 9 0,0 1-4 0,2-3-1 16,-2 2 1-16,1 2 4 0,-1-1-5 0,0-3-1 15,0 2 2-15,3-1-1 0,-2 2-3 0,-1-3-3 16,0-3 5-16,1 7 6 0,-1-3-4 0,2 0 9 16,-2-4-9-16,1 5-3 0,-1-5 0 0,1 3 0 15,1 1-4-15,-2-4 9 0,1 3-6 0,-1-3 14 16,0 0-20-16,0 4-14 0,0-4-20 0,0 0-18 15,0 0-25-15,0 0-39 0,0 0-45 0,0 0-52 16,0 0-47-16,0 0-37 0,0 0-180 0,6-10-523 16,-6 10 233-16</inkml:trace>
  <inkml:trace contextRef="#ctx0" brushRef="#br0" timeOffset="124292.78">31360 6734 127 0,'0'-4'222'16,"-1"2"3"-16,1 2-5 0,0-7-5 0,1 2-13 0,-1 5-10 16,1-5-7-16,-1 5-15 0,2-4-7 15,4-1-13-15,-4 2-11 0,2 0-8 0,-4 3-5 16,4-3-15-16,1 1-9 0,-5 2 6 0,5-6-16 15,-3 4-18-15,2 0-4 0,2-1-6 0,0 1-4 0,-1 1-7 16,-5 1-10-16,13-2 0 0,-6 0-11 0,-2 2-1 16,2 0 0-16,2 2 3 0,-2-2-14 15,0 1-1-15,0 3-4 0,0-2 1 0,1 3-5 16,2 1 0-16,-4-1 0 0,4 1-2 0,-1 2-3 0,1-1-2 16,-2 3 3-16,-2-7-4 0,2 6 6 0,-3-1-8 15,2 1 12-15,-1-1-10 0,0 1 1 0,-2-2-7 16,0 0 2-16,0-1 3 0,-1-1-1 0,1 3-2 15,-4-2 4-15,3 0-3 0,0 1 3 0,-2-1-3 16,1-1 0-16,-2 3 3 0,-2-3 3 0,2 0-4 16,-3 0 12-16,1 3 4 0,0-4 4 0,-2 1 9 15,-3 3 5-15,3-4 7 0,-4-2-8 0,3 2 14 16,-2 2 10-16,0-1 7 0,-2-2 5 0,-1-1-2 16,-4 0 1-16,4 2-5 0,0-2-9 0,-5-1 3 15,7 1-5-15,-3-1-8 0,1 2-4 0,1-2-6 16,-1 1-7-16,1-1-11 0,-2 0 8 0,4 2-13 15,0-3-15-15,3 1-49 0,4-1-36 0,-16 1-36 16,12 1-41-16,-4 1-54 0,2-2-65 0,0 0-49 16,0 3-229-16,4-1-606 0,-3-2 269 0</inkml:trace>
  <inkml:trace contextRef="#ctx0" brushRef="#br0" timeOffset="125195.09">31407 7537 67 0,'0'-5'275'0,"2"1"-9"0,-1-4-6 0,1 3-11 16,-2 0-9-16,0 1-11 0,2 0-7 0,-2 4-5 15,3-5-21-15,-3 5-12 0,0-5-19 0,0 5-18 16,0 0-18-16,1-3-13 0,-1 3-21 0,0 0-4 16,0 0-13-16,0 0-7 0,0 12-7 0,0-6-4 15,-4 5-15-15,3-4 1 0,0 5 1 0,-2 3-6 16,1 3 2-16,2 0-1 0,0 1-5 0,-4-1 9 15,4 1-15-15,0-1-7 0,2 3 3 0,0-2 19 16,-2 0-7-16,2 1-2 0,-1-1-7 0,1 0-6 16,0-1 0-16,1-2 3 0,-2-3-10 0,-1 1 5 15,3-2-1-15,-3 1-5 0,2 0-1 0,-2-2 1 16,2-1-2-16,-2 0-2 0,2 2 0 0,-2-5 4 16,0 0-9-16,1-1 2 0,-1 1-2 0,0-1-3 0,0-2 3 15,0 0 0-15,5 1-3 0,-6-1 1 0,2 1 9 16,-1-5-8-16,0 6-4 0,0-2 5 15,3 0-8-15,-3-4-12 0,3 5-6 0,-1-2-17 0,-2-1-10 16,0-2-18-16,5 4-18 0,-5-4-24 0,5 4-25 16,-1-2-32-16,-2 1-36 0,-2-3-45 0,10 2-36 15,-6-2-210-15,-4 0-529 0,11-2 235 0</inkml:trace>
  <inkml:trace contextRef="#ctx0" brushRef="#br0" timeOffset="125596.89">31457 7812 119 0,'0'-4'280'0,"3"-1"-4"0,-6 1-4 16,3 4-9-16,0-5-12 0,0 5-10 0,0-5-9 15,0 5-15-15,8-4-16 0,-7 2-11 0,-1 2-15 16,4-4-18-16,2 2-7 0,-6 2-19 0,6-4-19 15,-3 3-4-15,-3 1-18 0,18 1-12 0,-7-1-8 16,-1 4-7-16,0-3-6 0,2 2-5 0,0 1 4 16,-1 2-15-16,4 1-1 0,-4-1-8 0,2 2 4 15,-1 0-8-15,1 3-6 0,-1-2 3 0,1 1-4 16,1 2 1-16,-4-3-10 0,-2 1 0 0,3 0 0 0,-1 2-4 16,-2-3 0-16,-3 1-4 0,4-1 2 15,-7 1 2-15,6-1-4 0,-5-1-2 0,0-2 8 16,-2 1-3-16,2 1-7 0,-3-1 2 0,1 0-1 0,-5-2 0 15,4 1 9-15,-1-1 1 0,-3-1 1 0,-2 1 5 16,-2-1 5-16,-1 0 6 0,3-2-2 0,-9 1-5 16,2 1-3-16,-2-3-1 0,1 2 1 0,-6-1-1 15,-1 0-8-15,0-1 3 0,-4 0-27 0,4-2-38 16,-2 1-41-16,0 1-57 0,0-1-65 0,1-2-77 16,-6 0-311-16,-3 1-654 0,9-3 289 0</inkml:trace>
  <inkml:trace contextRef="#ctx0" brushRef="#br0" timeOffset="127269.08">31618 8908 229 0,'0'-5'283'0,"2"0"-7"0,-2 1-8 0,2 2-11 16,0-2-13-16,-2 4-11 0,5-5-19 0,-5 5-13 16,0-5-20-16,0 5-24 0,0 0-16 15,0 0-15-15,0 0-17 0,0 0-13 0,0 0-9 0,8 10 2 16,-8-5-9-16,0 1-1 0,0 3 0 0,0 0 0 16,0 3-3-16,0-1-5 0,0 1-1 0,-4 7 7 15,4-5-4-15,-4 3-5 0,0 0-5 0,1 1-4 16,2 1-8-16,-2-1-3 0,0 2-2 0,2-1 7 15,1 1-9-15,-5-2 10 0,4 0-14 0,1 2-7 16,0-2 2-16,-2 1 8 0,4-1-19 0,-2-2 1 16,0 4 0-16,1-8-5 0,4 2 1 0,-5 1-2 15,3-3-5-15,0 0 1 0,1 1-1 0,-2-1 1 16,1 0 3-16,1-2-11 0,0-3 2 0,-1 3 2 16,2-1 1-16,-2-2-18 0,-1-3-14 0,0 1-7 15,1-1-26-15,-2 1-10 0,2-3-18 0,-3-2-31 16,4 3-33-16,0-3-41 0,-4 0-36 0,0 0-36 15,0 0-36-15,2-11-255 0,-4 7-595 0,2 0 263 0</inkml:trace>
  <inkml:trace contextRef="#ctx0" brushRef="#br0" timeOffset="127703.83">31633 9185 25 0,'2'-3'279'0,"0"-1"-4"15,-2 0-7-15,0 4-6 0,0-7-18 0,2 3-4 16,-2 0-12-16,3 1-14 0,-3 3-16 0,3-6-14 16,2 4-13-16,-3-1-13 0,-2 3-13 0,4-4-18 15,-4 4-6-15,11-3-13 0,-6 2-15 0,5 1-10 16,-10 0-9-16,15 3-7 0,-4 0-4 0,1 2-13 15,2 0 8-15,-1 0-17 0,1 0-2 0,-2 1-3 16,6 1-1-16,-2 1-5 0,-5-1-2 0,1-1-1 16,-1 1-1-16,-1 2-1 0,1-2-1 0,-2 0-2 15,0-1-5-15,-1 4-2 0,2-3 1 0,-4 0 0 16,-1 4 3-16,0-6-12 0,-1 3 2 0,2-1 2 16,-6 1 4-16,4 0-5 0,0 2 4 0,-4-2-3 15,0-1 1-15,-1 4-1 0,-2-4 4 0,3 2 3 16,-4 0 10-16,-2 0 12 0,0-1-7 0,1-1 24 15,-4-2-21-15,4 2-2 0,-6 1 0 0,4-2-4 16,-4 1-6-16,-2-1 7 0,1-2-14 0,-2-2 3 16,0 5 3-16,0-3-1 0,-3-1-8 0,2 0-29 0,-3 4-40 15,1-5-45-15,-2 2-58 0,-2-3-71 0,9 0-81 16,-8-2-334-16,-3 2-696 0,2-3 308 0</inkml:trace>
  <inkml:trace contextRef="#ctx0" brushRef="#br0" timeOffset="128725.08">27111 9172 190 0,'1'-4'265'0,"-1"4"-5"0,0-7-7 0,0 7-1 16,3-7-8-16,-3 7-5 0,0-6-11 0,3 4-16 15,-3 2-11-15,0 0-17 0,0 0-21 0,2-3-20 16,-2 3-17-16,0 0-10 0,0 0-8 0,0 0-4 16,0 0 3-16,-5 18 3 0,5-8 6 0,-3-1-6 15,2 2-1-15,-2 2 1 0,3 1-3 0,-1 2-6 16,1 1-9-16,-3 1-3 0,3 1-5 0,-1 2-2 16,1-1-4-16,1 1-6 0,3-1-13 0,-1 8-6 0,-2-7-4 15,5 6-4-15,-2-9-4 0,0 4-5 0,-1-3-3 16,3 1-4-16,-1-2-8 0,0-1 3 15,-1 0-3-15,0-5 1 0,-1 0-3 0,-1-1-2 0,1 2 0 16,1-5 3-16,-4 1-6 0,2-2-4 0,-2-1-3 16,1-1-3-16,-1 0-20 0,-1-1-7 0,1-4-15 15,0 6-16-15,0-6-2 0,0 0-37 0,-2 3-29 16,2-3-30-16,0 0-30 0,-8 0-35 0,8 0-41 16,0 0-43-16,0 0-45 0,-11-8-211 0,11 8-602 15,-4-5 266-15</inkml:trace>
  <inkml:trace contextRef="#ctx0" brushRef="#br0" timeOffset="129259.49">27146 9423 28 0,'3'-4'244'0,"-2"0"-8"0,1-1-5 16,0 1-1-16,0 2-13 0,-2 2-11 0,2-8-9 15,1 4-20-15,3 1-15 0,-1 1-15 0,3 1-9 16,-1-2-3-16,1 2-12 0,0 0-7 0,3 1-8 16,0 1-7-16,2 0-3 0,1 2-11 0,-3-1-3 15,1 1-14-15,2-2-8 0,-2 5-1 0,0-3-8 16,0 2-5-16,2 0-4 0,-4 3-4 0,2 1-6 15,-1-3-2-15,0 3-3 0,-3-2-2 0,3 3-2 16,-3-1-5-16,0 3-1 0,0-2-3 0,1 0 2 0,-4 0-4 16,1-1-4-16,-2 1 1 0,0 1-1 15,1-1 2-15,-1 0-2 0,-3 0-2 0,1-1 9 16,-2 1-10-16,-2-2-1 0,2 1 12 0,-1-3-10 0,-2 2 5 16,1 0-1-16,-2 0 9 0,1-2 3 0,0-1-3 15,-1 0 12-15,-1 1 7 0,-1 0 8 0,1-4 9 16,-3 3-10-16,-2 0 15 0,2 0-2 0,-3-3 2 15,2 1-12-15,-2-2 9 0,-3 1-4 0,5-1 0 16,-4 1-2-16,-2 0-7 0,4-1-1 0,-2 0-9 16,-1-1 1-16,-1 0-3 0,4 0-6 0,-1 0 0 15,0 0-5-15,0 0-1 0,0 0-2 0,-1-1 6 16,6 1-10-16,-1 2-4 0,0-3 0 0,8 1 14 0,-12 0-21 16,12 0 5-16,-10 0-28 0,10 0-19 15,-8-1-5-15,8 1-42 0,0 0-14 0,-8 1-29 16,8-1-25-16,0 0-39 0,0 0-57 0,0 0-59 15,-1-6-308-15,1 6-666 0,0 0 295 0</inkml:trace>
  <inkml:trace contextRef="#ctx0" brushRef="#br0" timeOffset="-20025.62">18790 11249 2 0,'-2'-8'370'0,"0"3"-11"0,3-3-21 16,-2 3-22-16,2 2-25 0,-1 3-36 0,0-7-30 16,0 7-19-16,0 0-22 0,0 0-13 0,0 0 0 15,0 0-13-15,-1 24-7 0,1-11-12 0,-2 0-16 16,5 5-2-16,-3 0-17 0,4 1-10 0,-4 4 2 15,1-4-24-15,4 3-6 0,-3 0-7 0,2-3-2 0,-1 0-4 16,1 2-7-16,1-1-3 0,0-1-23 0,-3-2-25 16,0-5-26-16,3-1-29 0,-5 1-23 15,2-1-24-15,1-1-23 0,-1-2-20 0,-1-2-25 0,0-3-34 16,2 0-37-16,-3-3-37 0,0 0-186 0,0 0-508 16,7-13 226-16</inkml:trace>
  <inkml:trace contextRef="#ctx0" brushRef="#br0" timeOffset="-19707.83">18705 11206 195 0,'-4'-10'278'0,"0"0"-8"15,1 3-1-15,2-3-16 0,0 7-13 0,1-4-18 0,1 1-14 16,6 2-14-16,-6 1-22 0,10 2-17 0,1 1-9 16,2-1-12-16,2 3-10 0,-2 2-9 15,5 1-16-15,4 6-8 0,-4-5-3 0,3 7-10 0,-3-3-12 16,4 4-7-16,-4-1-6 0,0 1-5 0,-4 1-7 15,3 1-1-15,-7-1-2 0,2 1-9 0,-2-1 0 16,0 1-2-16,0 2 0 0,-6-2-5 0,1-1-4 16,-2-2 3-16,-3 1-5 0,2 0-2 0,-6-3-5 15,3 2 2-15,-4-1-4 0,0 1-2 0,-3-3 7 16,1 0-5-16,-4 2-1 0,0-5 7 0,-3 4-7 16,-1-5 3-16,3 0 1 0,-1 1-3 0,-2-1 0 15,0-3-5-15,1 2 0 0,1-2-19 0,1 0-12 16,4-1-16-16,2 0-18 0,-1 1-27 0,0-3-34 15,0 1-42-15,6-1-33 0,0 0-44 0,0 0-42 16,0 0-171-16,0 0-493 0,16-10 219 0</inkml:trace>
  <inkml:trace contextRef="#ctx0" brushRef="#br0" timeOffset="-19438.25">19252 11262 148 0,'2'-3'322'16,"-2"3"-17"-16,4-5-29 0,-3 2-30 0,-1 3-25 16,0 0-5-16,0 0 15 0,0 0-8 0,0 0-11 15,-1 13-12-15,1-5-12 0,-2 2-17 0,0 0-16 16,2 4-12-16,-2 4-12 0,-1-5 6 0,3 0-27 16,0 5-12-16,0-2-12 0,3 1-13 0,-3 1-1 0,0-1-7 15,4 0-9-15,-4-2-4 0,3-4-8 0,0 6-1 16,-2-6-17-16,-1 1-19 0,4-1-30 15,-3-3-19-15,2-2-25 0,-2 1-24 0,-1-2-16 0,0-1-36 16,3-2-37-16,-3-2-34 0,0 0-36 0,0 0-35 16,0 0-192-16,0 0-515 0,11-10 229 0</inkml:trace>
  <inkml:trace contextRef="#ctx0" brushRef="#br0" timeOffset="-19206.54">19282 11272 306 0,'0'-7'309'16,"-3"1"-7"-16,1-2-8 0,0 1-10 0,1-1-8 16,-1 1-10-16,2 1-11 0,0-2-16 0,0 3-11 15,0 0-25-15,2 2-26 0,1-3-15 0,1 2-16 16,0 0-21-16,1 1-12 0,3 0-9 0,0 1-18 16,2 1-8-16,3-1-5 0,1 0-35 0,1 2-21 0,-4 0-18 15,1 2-36-15,3 0-24 0,-4-1-29 0,-1 0-31 16,3 4-31-16,-3-1-23 0,-5-1-23 15,3 2-14-15,-2-3-15 0,-2 2-10 0,-3 0-2 0,3 1-150 16,-4 0-421-16,0 1 187 0</inkml:trace>
  <inkml:trace contextRef="#ctx0" brushRef="#br0" timeOffset="-19038.82">19415 11282 301 0,'-8'9'6'0,"-1"-2"20"0,-1 1 10 16,-1-3 17-16,-1 6 23 0,5-4 17 0,-5 0 13 16,5 1 7-16,-1-2 11 0,4 1 6 0,-3-1 2 15,3-1 6-15,1-3 0 0,1 4 3 0,0-3-2 16,2 2-2-16,2 0-3 0,0-1-9 0,1-1-12 15,5 0-9-15,0-1-14 0,3 1-4 0,0-1-12 16,4-2-7-16,0 1-15 0,4-1-22 0,-5-1-27 16,6 0-35-16,-4 0-29 0,-3-2-33 0,7-1-31 15,-4-2-32-15,-2 1-43 0,-3 0-150 0,-2-2-379 16,2-1 167-16</inkml:trace>
  <inkml:trace contextRef="#ctx0" brushRef="#br0" timeOffset="-18838.54">19630 11210 39 0,'0'0'232'0,"4"-6"6"0,-1 5-2 16,-3 1-9-16,1-4-20 0,-1 4-21 0,0 0-19 16,0 0-12-16,0 0 5 0,0 0-4 0,3 9-6 15,-2-6-8-15,-1 6-13 0,0-1-7 0,2 3-11 16,-4 0-9-16,2 2-14 0,0 1-7 0,-1 2-11 16,2 2-4-16,-1 0-6 0,2 0-8 0,2-1-15 15,-1-4-33-15,-1 3-26 0,0-3-23 0,-1 0-36 16,1-2-35-16,2 0-42 0,-1-1-32 0,0-2-39 15,-3-1-167-15,3-3-429 0,-2 0 189 0</inkml:trace>
  <inkml:trace contextRef="#ctx0" brushRef="#br0" timeOffset="-18503.6">19672 11191 294 0,'-4'-6'312'15,"-2"0"2"-15,4-4-12 0,-2 8-7 0,4-3-10 16,0 1-21-16,0 4-26 0,0-8 0 0,0 8-45 16,2-1-19-16,-2 1-16 0,0 0-13 0,0 0-16 15,17 9-8-15,-13-3-19 0,7 1-8 0,1 2-10 16,-1 2-7-16,5 2-9 0,-2 1-3 0,0 1-11 0,-1-1 0 16,1 2-12-16,-1-1 14 0,0 0-22 15,-1 2-2-15,-3-1-7 0,0-1 1 0,1 1-5 16,-3 0 18-16,-4-1-24 0,1-2-1 0,-4 0-4 0,0-2 2 15,-1 2-4-15,-5-1 1 0,2 1-3 0,-4-2-2 16,1 2 3-16,-4-4 0 0,3 2-1 16,-3 0 4-16,0-4-18 0,-1 1-7 0,1-2-13 0,0-1-13 15,-2 0-8-15,3-2-12 0,3 1-16 0,-2 0-19 16,4-3-25-16,-1 0-39 0,6-1-42 0,0 0-41 16,0 0-41-16,-5-5-226 0,5 5-552 0,1-6 244 15</inkml:trace>
  <inkml:trace contextRef="#ctx0" brushRef="#br0" timeOffset="-18286.17">20055 11347 303 0,'0'0'301'0,"0"0"-14"0,0 0-5 16,5-1-5-16,-5 1-16 0,0 0-13 0,11 2-22 0,-11-2-27 15,9 2-15-15,-2-2-7 0,0 0-33 0,1 0-10 16,-2 2-21-16,3-2-20 0,-1 0-34 0,3 1-38 16,-1-1-47-16,-2 0-48 0,3 2-53 0,-4-2-55 15,5-2-43-15,0 1-222 0,-4-3-482 0,5 3 213 16</inkml:trace>
  <inkml:trace contextRef="#ctx0" brushRef="#br0" timeOffset="-18052.01">20415 11169 177 0,'0'0'333'0,"1"-5"-15"0,-1 5-6 15,3-2-28-15,-3 2-15 0,0 0-38 0,0 0-4 0,0 0 8 16,0 0 0-16,0 0-9 0,-3 15-13 0,3-8-14 16,-1 0-14-16,-2 4-17 0,3-2-12 15,0 4-15-15,-1 0-15 0,1 1-12 0,0-1-12 0,0 4-9 16,1 0-10-16,2-4-9 0,-2 5 0 0,2-1-29 15,-2-4-34-15,2-1-32 0,0 1-28 0,0-3-33 16,-2 1-39-16,4-1-39 0,1 0-45 0,-2 1-51 16,0-5-30-16,1-1-290 0,0-1-623 0,0-2 277 15</inkml:trace>
  <inkml:trace contextRef="#ctx0" brushRef="#br0" timeOffset="-17801.13">20633 11161 102 0,'2'-6'336'0,"0"4"-22"0,-2 2-25 15,0 0-26-15,0-4-29 0,0 4-4 0,0 0-2 0,0 0-6 16,0 0-16-16,-2 19-11 0,0-8-7 0,4 0-17 16,-4 3-7-16,6 3-21 0,-3-1-8 15,0 3-21-15,1-1 1 0,-1 0-17 0,3 1-6 0,1 1-12 16,0 1-7-16,0-2-9 0,-1-2-7 0,2 2-15 15,-3-6-27-15,2 4-31 0,0-4-26 0,-2-4-20 16,0 2-38-16,-1-5-37 0,0 1-24 0,-1-1-22 16,2-3-45-16,-2 0-29 0,-1-3-30 0,0 0-163 15,0 0-487-15,0 0 216 0</inkml:trace>
  <inkml:trace contextRef="#ctx0" brushRef="#br0" timeOffset="-17500.07">20628 11175 280 0,'3'-6'303'0,"-3"3"-1"0,6-2-13 16,-4-1 1-16,1 4-8 0,5-1-4 0,-2 3-18 0,-1-1-4 15,-5 1 2-15,20 2-13 0,-7 5-9 0,-2-2-18 16,2 1-10-16,5 5-17 0,-5-1-13 0,4 3-17 16,-1-1-14-16,6 7-12 0,-7-3-13 0,1 1-16 15,2 6-11-15,-3-5-7 0,-1-2-16 0,3 8-1 16,-2-2-9-16,-4-4-1 0,1-1-12 0,-4 0-3 15,1-1-4-15,-3-1-5 0,1 2-6 0,-4 1-5 16,0-5-1-16,-3-1-3 0,-2 0-7 0,-2 0-4 16,1-1-2-16,-6-3-1 0,2 1-11 0,-2-4-10 15,-5 0-7-15,3 0-13 0,-1-2-12 0,0-1-14 16,-2-2-21-16,-1 0-18 0,4 0-24 0,0-1-21 16,3 0-25-16,0 0-33 0,3-1-44 0,-2 1-44 0,3-3-52 15,2 1-269-15,2 3-659 0,0-6 292 0</inkml:trace>
  <inkml:trace contextRef="#ctx0" brushRef="#br0" timeOffset="-16513.27">22141 10372 154 0,'-3'-5'273'0,"2"-1"-6"0,-1 3-7 15,2 3-16-15,-1-4-26 0,1 4-30 0,0 0-18 16,0 0-10-16,0 0 1 0,3 13 4 0,0-1-6 16,2 5-5-16,-1 3 4 0,2 10-5 0,3-2-10 15,-4 6 2-15,1 0 1 0,-2 0-5 0,0 2-8 0,0 16-6 16,-1-1 11-16,-6-4-8 0,3 2-12 0,-2-9-6 16,-4 8-8-16,1 3-13 0,-4 0-3 0,0 1-7 15,2-18 3-15,-5 14-22 0,6-12-1 0,-4 2-7 16,4-3-5-16,-2 1-3 0,2-3-4 0,1 2-2 15,-2-2-2-15,5 0-13 0,-1-5 1 0,2 0 2 16,1 1-5-16,0-3-1 0,1-5-2 0,2-3-1 16,2 2-6-16,-1-2-24 0,4-1-35 0,0-6-22 15,1 5-26-15,1-8-17 0,-3-1-13 0,1-1-25 16,-1-3-24-16,1-2-30 0,0 1-45 0,1-5-48 16,-2 0-45-16,-1-2-221 0,-2-3-609 0,0-4 271 15</inkml:trace>
  <inkml:trace contextRef="#ctx0" brushRef="#br0" timeOffset="-13201.63">22942 11133 107 0,'0'0'219'16,"4"-3"-8"-16,-4 3 7 0,6 0-6 0,-6 0 0 15,5-7-2-15,-1 5-7 0,-4 2-3 0,5-6-5 16,-2 3-2-16,-3 3 1 0,3-4-9 0,-2 1 0 0,1 0-7 16,-2 3-4-16,0-6 2 0,0 6-18 0,1-5-12 15,-1 5-9-15,-1-6-12 0,1 6-13 0,-2-5-7 16,2 5-20-16,-5-7 2 0,2 3-11 0,0 2-4 15,3 2-14-15,-9-4-8 0,2 2-1 0,0 1-6 16,3-3-2-16,-4 3 8 0,1 0-15 0,-2 0-3 16,2 1 1-16,-6 0-3 0,3 1-6 0,0 0 0 15,-3-1-3-15,0 3-5 0,1 0 3 0,1 0 4 16,0 1 4-16,-1 1 11 0,3-1 0 0,-2 1-4 16,0 2-4-16,1-1 1 0,2 1-1 0,-1 1-4 15,-1 0 0-15,5 1 0 0,-1-1 7 0,-2 1-3 16,4-2 2-16,3 3-4 0,-2-2 4 0,2 0 1 15,-3 1 2-15,6 1 2 0,0-2 0 0,1-1 3 0,-1 3 0 16,6-2 4-16,-1 2-2 0,1-2-2 0,6 0-4 16,-3 0-1-16,0-1-3 0,6 1-5 15,1 0-1-15,0-1-3 0,1-1-2 0,-2-1-6 0,2 0 2 16,-1-3-1-16,4 1 1 0,-2 1-5 0,-2-1 2 16,1-3-3-16,1 1-2 0,-6-2-1 0,-2 1-14 15,3-3-14-15,-5 0-16 0,2 2-21 0,0-3-22 16,-4 3-26-16,3-3-29 0,0-2-29 0,-7 0-27 15,5 1-29-15,-2-1-33 0,-2 1-42 0,3-4-44 16,-3 4-45-16,-2-2-235 0,0 1-670 0,2 0 297 16</inkml:trace>
  <inkml:trace contextRef="#ctx0" brushRef="#br0" timeOffset="-12515.88">23400 10980 182 0,'0'0'268'0,"0"0"-17"0,-5-4-20 0,5 4-17 0,0 0-16 15,0 0-14-15,0 0-10 0,0 0 5 0,0 0 3 16,0 0-1-16,0 0-7 0,12 12-16 0,-5-10-11 16,5 2-17-16,-2 1-14 0,2-1-13 0,0 0-4 15,1 1-13-15,0-2-10 0,1 2-9 0,-2-3 1 16,2 3-10-16,-3-1-9 0,1 0 0 0,-1-1-7 15,0 2-6-15,-1-3 0 0,-3 1-7 0,1-2 10 16,1 0-16-16,-3 2-3 0,4-2 3 0,-5 0-8 16,-1 0 6-16,4 3 4 0,-8-4-11 0,7 2-2 15,-3-1 7-15,-4-1-10 0,7 3 0 0,-7-3 3 0,4 2-4 16,-2 1-1-16,-2-3 0 0,0 0 3 0,-2 6 1 16,2-6 9-16,-4 8 6 0,0-3 8 15,0 2 5-15,0-2-4 0,-7 2 14 0,4-1-4 0,-4 2-5 16,1 0-2-16,-3 1 5 0,2 0-4 0,-6 1-6 15,3 0-12-15,-2 0 5 0,1-2-12 0,3 0 11 16,-1 0-2-16,1-1-1 0,0-1-2 0,1 2-5 16,0-1 1-16,0-2-5 0,2 3-10 0,3-3-29 15,-2 0-27-15,4-1-28 0,-1 1-30 0,0 0-33 16,3 0-40-16,0-1-35 0,1 1-33 0,4-1-32 16,-1 0-267-16,1-1-598 0,3 0 265 0</inkml:trace>
  <inkml:trace contextRef="#ctx0" brushRef="#br0" timeOffset="-12148.5">23706 11313 193 0,'0'0'265'0,"0"0"0"0,2-3-3 0,-2 3-6 16,0 0-4-16,3-2-14 0,-3 2-13 0,0 0-14 15,0 0-13-15,0 0-12 0,0 0-20 0,0 0-9 16,0 0-9-16,0 0 20 0,0 0-22 0,0 0-14 16,-21 2-4-16,14 2-5 0,2-3 6 0,-6 5-14 15,6-4-9-15,-5 3-6 0,0-2-12 0,1 3-4 16,-2-1-8-16,0 0-13 0,1 1-4 0,0 1-6 0,-3-2 3 15,3 1-10-15,0 1-6 0,1-1-4 16,-1-1-6-16,3 2 0 0,-1-1-10 0,0-1-26 16,1-1-28-16,1 0-32 0,1 0-28 0,1 0-29 0,2-2-29 15,0 2-31-15,-2-1-38 0,0 1-27 0,4-4-42 16,0 0-40-16,0 0-188 0,4 5-560 0,-4-5 248 16</inkml:trace>
  <inkml:trace contextRef="#ctx0" brushRef="#br0" timeOffset="-11579.25">23969 11091 141 0,'1'-4'289'0,"-1"-1"-9"15,2 1-9-15,-2 4-11 0,0-9-6 0,0 6-9 16,0 3-12-16,0-5-24 0,-3 0-18 0,3 5-20 15,0 0-20-15,-7-2-6 0,7 2-6 0,0 0 2 16,-14 7 12-16,7-4-28 0,-2 2 2 0,4 0-3 16,-5 2-7-16,1 1-10 0,1-1-10 0,-1 4-3 15,2-3-2-15,1 4-12 0,2-2-1 0,0 2-9 16,1-2-8-16,0 0-4 0,3 2-1 0,3-2-11 16,1 1-2-16,0-3-4 0,0 2 12 0,6-3-19 15,-2 2-1-15,2-1-6 0,3-5 1 0,-2 2-8 0,1-1 2 16,2-1-1-16,-2-2-11 0,1 1 3 15,1-2-4-15,0-2-1 0,-1 0-1 0,2-2-1 0,-1-1-2 16,-4 0 2-16,4-2-2 0,-4 1-1 0,-2-3-1 16,0-2-1-16,-1 2-14 0,-1-3 15 0,-2 1-3 15,0-1 4-15,-4-2-4 0,0 4 0 0,0-3 0 16,-3 1 13-16,0 2-16 0,1-1 3 0,-4 3-2 16,2 0-8-16,0 3 7 0,-5-2-3 0,4 2 13 15,-4 2-13-15,3 0-2 0,-2 0 5 0,0 2 3 16,-2 2-23-16,2 2-30 0,2 0-37 0,-3 0-24 15,5 1-41-15,-4 4-36 0,0 0-57 0,5-3-58 16,-1 5-56-16,2-2-197 0,-3 0-606 0,5 0 269 0</inkml:trace>
  <inkml:trace contextRef="#ctx0" brushRef="#br0" timeOffset="-10324.85">26286 10871 158 0,'-3'-1'223'0,"-1"-3"-14"16,4 4-11-16,-7-2-14 0,3 0-12 15,4 2-5-15,-11 2-14 0,3-1-8 0,1 3-3 16,-1-1-2-16,-1 1-6 0,-1 2-4 0,1 1 0 0,1 0-2 15,-3 4-5-15,3-1-4 0,0 2-9 0,0 3-4 16,-2 0 2-16,1 1-4 0,3 0-6 0,-6 1-8 16,8-4 3-16,0 3-8 0,-3 1-6 0,4 0-3 15,-1 1 0-15,0-2-5 0,3 1-4 0,2 0-1 16,3-1-3-16,0-2 5 0,-1-2-14 0,4 0-7 16,-1-1-5-16,4 0 2 0,0-2-8 0,2 0 0 15,4 0-1-15,-1-2-4 0,0-2-9 0,2-3-1 16,2 2 3-16,0-1-1 0,-3-3-1 0,4-1 0 15,-6-2-8-15,5-1 0 0,-7-2 0 0,7-2 14 16,-6-1 4-16,1-2-13 0,0-1 6 0,1-2 6 16,-4-1 0-16,-3-3 1 0,0 0 4 0,-2 1-6 0,-1-3-1 15,-5 2 2-15,0-2-4 0,0 2 2 0,-3 2-6 16,1 3-6-16,-4-3 2 0,0 1-5 0,0 4 3 16,-1-1-8-16,0-2-4 0,-2 5 3 0,1-1-4 15,-2 4 7-15,2-2-30 0,-3 1-19 0,0 2-23 16,-1 2-27-16,3 0-26 0,-2 2-29 0,0 2-39 15,1 0-42-15,-1 3-32 0,4-3-27 0,-5 3-48 16,3 2-217-16,-2 0-592 0,4-2 262 0</inkml:trace>
  <inkml:trace contextRef="#ctx0" brushRef="#br0" timeOffset="-9204.25">26969 10747 229 0,'0'-4'294'15,"0"4"-10"-15,0-7-18 0,0 4-17 0,0 3-19 0,-4-4-22 16,4 4-23-16,-4-4-16 0,4 4-14 0,0 0-1 16,-12 3 7-16,4 2-11 0,-3 0 2 15,-3 0-1-15,3 3 2 0,-3 2-12 0,-2 0 5 0,0 6 0 16,-2-4-3-16,2 4 0 0,-4 4-8 0,3 2 5 15,1-6-5-15,7 2-6 0,-5 5-13 0,-1 0-6 16,7-3-1-16,2 0-7 0,1 0-16 0,4 1-6 16,0-2-3-16,3 0-2 0,2 1-10 0,2-1-6 15,0-2 0-15,5 1-5 0,4 0-4 0,-1-3-7 16,8 3-1-16,-5-6-9 0,2 0 3 0,0-2-1 16,11 1-10-16,-3-3-2 0,-6 0-15 0,3-5-19 15,-1 2-27-15,-3-3-25 0,0-3-22 0,0 1-27 0,-2-2-28 16,2-1-18-16,-6-1-26 0,5-2-24 15,-1-2-30-15,-7 1-33 0,5-4-36 0,-4 0-27 16,1-3-264-16,-4 3-647 0,-1-2 285 0</inkml:trace>
  <inkml:trace contextRef="#ctx0" brushRef="#br0" timeOffset="-8935.07">27305 10824 219 0,'0'-3'290'16,"0"3"-9"-16,0-8-12 0,0 8-28 0,0 0-18 16,0-3-23-16,0 3-23 0,0 0-18 0,0 0 7 15,0 0-3-15,-4 14-9 0,2-8 2 0,-1 6 3 16,-1-2-11-16,2 2-13 0,1 4-9 0,-2 0 6 16,3 2-31-16,-1 0-8 0,-2-1-6 0,6 2-9 15,-2-2-14-15,-1 0-5 0,4-1 0 0,-4-3-8 0,3 0-6 16,1 1-7-16,-2-3-10 0,0 1-27 15,2-1-31-15,0 0-24 0,0-4-25 0,-1 0-21 16,0-2-23-16,1 1-28 0,-2-4-34 0,3 1-39 0,-5-3-29 16,8 0-36-16,-8 0-147 0,0 0-472 0,5-6 209 15</inkml:trace>
  <inkml:trace contextRef="#ctx0" brushRef="#br0" timeOffset="-8535.25">27258 10849 30 0,'-2'-5'304'16,"0"0"-5"-16,2 1-4 0,-2-1-7 0,2 1-2 15,0 4-2-15,2-5-11 0,-2 0 8 0,0 5-30 16,2-6-14-16,1 4-24 0,-1-1-12 0,0-3-28 16,5 4-12-16,-7 2-25 0,11 0-10 0,-11 0-11 15,11 2-11-15,-2 1-10 0,1 3-11 0,-1-2-7 0,6 4-14 16,0 1-5-16,0-1-2 0,0 4-3 15,1-2-8-15,-2 3-1 0,2 0-6 0,-2 0-4 16,0 0-8-16,-1 0-1 0,-2-1-6 0,3 1-3 0,-5-3 8 16,-1 1-10-16,2 4-7 0,-2-4 7 0,-4 0 0 15,2-3-2-15,-4 3-3 0,4-2 1 0,-5 2-2 16,-1-2 0-16,0 2 1 0,-1-5 0 0,-2 2 4 16,-4-2-4-16,3 2 4 0,-1-3 0 0,-6 3 3 15,-1-2-4-15,3 1 0 0,-5-4-4 0,0 2-3 16,0-2-3-16,1 1 2 0,-2 0-5 0,2-3 4 15,1 4-20-15,0-2-19 0,5-2-28 0,-1 0-19 16,2 0-18-16,-3 2-18 0,8 1-18 0,-3-3-11 16,-2 2-35-16,6-3-39 0,0 0-22 0,0 0-36 15,0 0-21-15,0 0-207 0,18-8-550 0,-11 4 244 16</inkml:trace>
  <inkml:trace contextRef="#ctx0" brushRef="#br0" timeOffset="-8133.83">27643 10772 93 0,'0'-2'332'0,"0"2"-9"16,0 0-9-16,0-8-5 0,0 8-15 0,0 0-9 15,1-4-16-15,-1 4-18 0,0 0-32 0,0 0-23 16,0 0-20-16,3-2-15 0,-3 2-3 0,0 0-3 16,9 14 3-16,-5-10-21 0,3 5-3 0,1 1-7 15,-1 3-1-15,4 5-10 0,-4-3 2 0,6 1-15 16,-6 0-7-16,4 1-16 0,0-1 0 0,-3 2-12 16,3 0-4-16,3-1-5 0,-5-3-4 0,2 5-6 0,-6-2-7 15,4 0-3-15,-3-1-2 0,0-3-5 0,1 0-5 16,-5-1 1-16,2 1-6 0,1 1-6 15,-4-2 2-15,0 1 1 0,-1 0-10 0,2-3 5 0,-4 3 0 16,0-4 4-16,-3 2-14 0,1-1-21 0,0 0-9 16,-4 0-17-16,3 0-22 0,-2-2-21 0,-3 2-28 15,2 0-23-15,0-2-19 0,0-1-25 0,-4 1-32 16,1-2-23-16,4 2-29 0,-4-3-27 0,4-1-36 16,-1 2-220-16,5-2-593 0,-2 0 263 0</inkml:trace>
  <inkml:trace contextRef="#ctx0" brushRef="#br0" timeOffset="-7113.56">30489 10741 43 0,'0'0'283'0,"0"0"-7"0,0 0-19 0,0 0-13 15,0 0-11-15,0 0-10 0,-8-1-16 0,8 1-11 0,0 0-5 16,-19 6-9-16,12-4-1 0,-1 1-17 0,-3 2-3 16,0 0-4-16,0-1-3 0,-1 3-9 15,3 1-5-15,-5 4-10 0,5-2-14 0,-1-1-11 0,2 3-8 16,-1-5-6-16,3 6-12 0,1 3 2 0,0-3-12 15,4 1 0-15,-2 3-13 0,6-1-5 0,-2-3-5 16,8 4 0-16,-4 0 0 0,6 0-12 0,-3-4 5 16,3 0-17-16,5 0 7 0,-2-3 1 0,-1-2 6 15,-2-2-15-15,2 1 1 0,2-4-1 0,-2-1 1 16,2 0-2-16,0-4-3 0,-3-1-4 0,3 1 6 16,-4-3-7-16,4-1-3 0,-2-3 0 0,-3 0 2 15,4-6-1-15,1 0 2 0,-7 1-15 0,2-4 12 16,-5 0-4-16,4 0 0 0,-7 0 2 0,2 0 4 15,-3-1-5-15,-3 2-1 0,-1 0 0 0,-1 6-3 16,-3-2 2-16,2 3-9 0,-2-3 8 0,-3 3-3 16,0 2-2-16,1 0-4 0,-3 1 8 0,-1 2-5 0,2 1 2 15,-4 2-1-15,2-1-17 0,0 1-15 0,1 1-24 16,1 2-22-16,-1 1-23 0,3 1-12 0,-2-1-19 16,4 2-27-16,1 1-27 0,0 0-33 0,4 0-25 15,0 0-16-15,4-1-38 0,0 5-208 0,2-4-551 16,4 4 244-16</inkml:trace>
  <inkml:trace contextRef="#ctx0" brushRef="#br0" timeOffset="-6728.87">31006 10632 268 0,'0'-5'285'0,"0"5"-14"0,0-6-14 0,0 6-15 0,0 0-22 15,-3-5-27-15,3 5-19 0,0 0-15 0,-9 0-2 16,9 0-5-16,-12 5-6 0,2 1-6 0,0-3-3 16,0 7 4-16,0-2 3 0,-3 1-3 0,0 4 2 15,0 1 12-15,-1-3-10 0,2 4 2 0,-1-2-3 16,0 3-7-16,2 2-1 0,-1 5-10 0,2-5-9 15,4 0-8-15,-4 1-13 0,6 0 0 0,1 0-8 16,1 2-4-16,-1-2-8 0,8 2-9 0,-2-2-5 16,3-2-3-16,4 3-7 0,-3-1-3 0,4 1-4 15,4-3-4-15,3 3-5 0,-2-4-2 0,1-3-6 16,6 2-3-16,0 5-18 0,-5-13-34 0,2 4-40 16,1-6-24-16,-3 1-17 0,3-2-49 0,-5 0-28 15,-1-3-31-15,-1-1-44 0,0-1-33 0,0-3-37 0,2 0-304 16,1-5-685-16,-2-2 304 0</inkml:trace>
  <inkml:trace contextRef="#ctx0" brushRef="#br0" timeOffset="-6176.93">31278 10646 8 0,'-4'-4'306'16,"4"-1"-10"-16,0 5-8 0,0-5-15 0,0 5-17 15,0 0-22-15,0 0-27 0,-2-4-24 0,2 4-19 16,0 0-17-16,0 0-12 0,0 0-16 0,-4 11-8 16,-1-5-13-16,5 0-7 0,0 5-3 0,-2 1-11 15,2 1-2-15,0 5-7 0,2 0-7 0,-2 2-1 16,2 1-9-16,-2-2-7 0,3 3-2 0,-2-3-3 15,2 0-5-15,-3-2-2 0,1-4-5 0,0 4 0 16,3-5 1-16,-4-2-11 0,2 0 4 0,0-3 1 16,0-1-1-16,-2 1-1 0,2-1-4 0,-2-4 2 0,2 1 18 15,-1 1-1-15,-1-4-1 0,4 1-7 0,-4-1 1 16,0 0 2-16,14-3-15 0,-9 1 5 0,2-2 0 16,0-1-11-16,1 0 8 0,0 1-6 0,2-1 4 15,1-1-3-15,-3 1 2 0,5 2-6 0,-3-2 5 16,3 1 3-16,-2-1-2 0,3 2 4 0,-3-1 6 15,-3 3-1-15,1-2 2 0,-2 3-7 0,3 2-5 16,-2-1-7-16,1 3 7 0,0-1-2 0,0 0-2 16,-2 2-1-16,1-1-1 0,-4 1-4 0,2 1 2 15,-1 1 0-15,1-1 7 0,-3 2-1 0,0 0-5 16,-3 0-4-16,2-1 4 0,-1 0 0 0,-1 2 1 16,-1-3 3-16,-2 0-8 0,-2 1 2 0,3-1 3 15,-3-1 5-15,1 1-6 0,-2-1 1 0,-2 0 0 16,0-3 10-16,-2-1-12 0,-1 1 14 0,2-1-14 15,-2-1-1-15,-3-1-18 0,4-1-25 0,-3 0-22 16,-1 1-24-16,1-3-28 0,4 0-28 0,-3 0-31 16,1 0-30-16,2-1-38 0,0 0-36 0,1-2-254 0,1 0-574 15,3 2 254-15</inkml:trace>
  <inkml:trace contextRef="#ctx0" brushRef="#br0" timeOffset="-5106.5">31746 10470 4 0,'0'-2'219'0,"0"2"3"0,-1-9 0 16,2 5-11-16,-1 4-12 0,-3-5-12 0,-1 2-19 16,0-2-10-16,4 5-17 0,-5-6-11 0,-1 4-5 15,2 0-8-15,-4 1-3 0,0-1 0 0,-4 2-1 16,2 0 1-16,-3 0-7 0,3 2-7 0,1-1-1 15,-4 1-8-15,2 2-7 0,0-1-9 0,1 2 3 16,-3-1 1-16,1 1-13 0,4 2-1 0,0 0-6 16,1-1-5-16,-4 2-2 0,6-1-4 0,2-1-2 15,-1 0-5-15,0 5-3 0,2-3 0 0,1 0-4 16,2 0-3-16,2 0-1 0,1 0-2 0,0 1-2 16,-1-1-1-16,4-2-2 0,0 2-6 0,2-1 1 15,1-1 0-15,1-1-6 0,-2 3 0 0,2-6 3 16,1 2-6-16,-1-3-9 0,0 1-10 0,1-4-10 15,-5 2-2-15,1-1-4 0,6-1-3 0,-5-1 2 16,-2 1 1-16,3-6 3 0,-4 4 0 0,1-4-1 0,0 0 0 16,0-2 0-16,-2 0 9 0,1 1-4 15,-4-3 2-15,1 0 0 0,1 0 4 0,-1 1 2 16,0-3-2-16,0 1 5 0,-3 0-6 0,1-2 6 16,0 2 1-16,2 0 8 0,-3 2 2 0,-3-2 12 0,3 3-1 15,-1-2 2-15,1 2 0 0,0 0 5 0,-1 2 10 16,1 0 8-16,0 2-11 0,-2 0 0 15,2-1-2-15,-1 2-2 0,0-1-1 0,1 6-6 0,-2-6 5 16,2 2-9-16,-3-1 0 0,3 5-3 0,0-3 0 16,0 3-2-16,0 0-1 0,0 0-2 0,0-4 0 15,0 4-4-15,0 0 2 0,-4-3-5 0,4 3 5 16,0 0-2-16,0 0-4 0,0 0 1 0,0 0 2 16,0 0-4-16,0 0 1 0,0 0 1 0,-11 5 1 15,11-5-1-15,-4 4 4 0,4 0 1 0,-2 0 1 16,0 0-4-16,1-2 4 0,2 5-2 0,-2-2 2 15,1 1 0-15,0 2 4 0,1-2-6 0,-1 2-2 16,2 2 9-16,0 1-3 0,6 0 5 0,-4-1-6 16,2 1 5-16,0 1-5 0,0 0 3 0,2-1 1 15,-1 1 2-15,1-3-2 0,1 1-1 0,-3 0-5 16,4-2-1-16,-3 1 1 0,0-3-1 0,-1 1 2 16,1-2 4-16,-2-1-8 0,-2 0 7 0,1 0-2 15,1-2-4-15,-3 1 6 0,3-1-2 0,-5-2 7 16,5 4 17-16,-5-4 11 0,0 0 2 0,5 1 12 15,-5-1-8-15,0 0 2 0,0 0-6 0,4 1-9 16,-4-1-1-16,0 0-8 0,0 0-3 0,0 0 1 16,4-5-9-16,-4 5 8 0,0 0-5 0,0 0 1 0,3-5-7 15,-3 5 1-15,0 0-2 0,0 0-6 0,3-2-7 16,-3 2-18-16,0 0 1 0,6-1-52 0,-6 1-16 16,0 0-27-16,0 0-21 0,0 0-30 0,0 0-29 15,0 0-34-15,0 0-29 0,0 0-26 0,0 0-242 16,7 3-570-16,-7-3 253 0</inkml:trace>
  <inkml:trace contextRef="#ctx0" brushRef="#br0" timeOffset="-4470.93">31973 10360 293 0,'0'0'297'15,"0"0"-20"-15,0 0-24 0,0 0-22 0,0 0-20 16,0 0 14-16,2 11 20 0,2-5-13 15,2 2-1-15,3 3 2 0,2 3-5 0,3 0-7 0,-1 1-20 16,2 1-10-16,-2 2-10 0,5 4-8 0,-2 1-10 16,3-3-12-16,-2 3-12 0,-4-5-13 0,2 8-16 15,0-1-6-15,-7-5-8 0,5 5-11 0,-4-6-8 16,-1 8-8-16,2 0-10 0,-5 0 3 0,-1-5-8 16,0-1-4-16,-1 0-4 0,3 5-3 0,-6-6-5 15,1 7-1-15,-4-8-1 0,0 2-5 0,1-3-1 16,-4 2-3-16,2-1-1 0,0 1-2 0,0-4 2 15,-3 0-11-15,-1-1 4 0,0 0-5 0,3-3 7 16,-4-1-1-16,5 3 0 0,-1-6-6 0,-4 4 3 16,0-5-3-16,2 2 0 0,0-2-1 0,0 1-1 15,2-3 5-15,-4-2-5 0,1 2-1 0,-2 2 1 16,3-4 0-16,1 1-2 0,-3-1-2 0,1-1 1 16,3 0-13-16,-2-2-14 0,0 1-20 0,2 0-27 0,5-1-30 15,-14 1-38-15,14-1-31 0,-7 0-38 0,7 0-45 16,-7 0-58-16,7 0-61 0,0 0-348 15,-4-3-772-15,4 3 341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9T10:15:21.8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2410 1232 346 0,'1'-4'365'0,"-1"0"-20"0,0 4-28 16,0-6-25-16,0 6-30 0,0 0-35 0,0 0-25 16,0 0-24-16,0 0-15 0,0 0-17 0,0 0 2 15,14 12 12-15,-12-6-13 0,5 4-13 0,0-1-16 16,-1 4 0-16,4 2-16 0,-4 1-8 0,2-1-11 16,1 1-6-16,1 0-6 0,-3-1-5 0,1 2-10 15,-2 0-2-15,4-2-6 0,-3 2-9 0,-3-5-31 16,2 1-41-16,0-1-46 0,-2 1-31 0,2 0-39 15,-2-4-41-15,-4 2-38 0,4-4-52 0,-3 0-40 16,2 1-177-16,-6-5-537 0,3 2 238 0</inkml:trace>
  <inkml:trace contextRef="#ctx0" brushRef="#br0" timeOffset="401.68">2393 1267 247 0,'-3'-6'337'0,"-3"1"-9"16,2 0-10-16,1 0-9 0,0 0-10 0,1 1-14 15,2 4-18-15,-3-7-25 0,0 3-17 0,3 4-34 16,4-7-13-16,2 3-32 0,-1 1-19 0,6 0 0 16,0 1-9-16,5 0-19 0,2 2-14 0,2 2-11 15,3-1-9-15,1 3-7 0,0 1-5 0,5 4-8 16,-1-3-5-16,-2 4-9 0,2 3 6 0,1 0-7 15,-4 1 0-15,-5-2-8 0,2-2 1 0,-6 4-5 16,3-1-4-16,0-1-2 0,-4 2-4 16,3 1-24-16,-6-1-30 0,-1 0-2 0,-2-3 11 0,-2 5 3 15,1-1 1-15,-2 2 2 0,-3-7 2 0,-3 4 3 16,-3-2 8-16,3 1-2 0,-6 2 8 0,-2-3 8 16,0 1 14-16,-5 0 4 0,-1 1 7 0,-4-1 3 15,-1-2-7-15,-4 4 9 0,-4-2-1 0,0-1 2 16,-1 1-1-16,7-6-7 0,0 2 4 0,0-4-8 15,3-2 6-15,3 2 0 0,2-3-15 0,0 1-16 16,6-3-32-16,0 1-33 0,2-1-50 0,5 0-59 16,-9-3-58-16,10-2-61 0,-1 5-272 0,8-11-623 15,-3 2 276-15</inkml:trace>
  <inkml:trace contextRef="#ctx0" brushRef="#br0" timeOffset="702.51">2982 1177 160 0,'0'0'218'0,"7"-1"-19"0,-7 1-23 0,0 0-19 15,10 3-11-15,-9 1-18 0,4 1-5 0,-2 1-17 16,4 1-8-16,0 4-7 0,-2 1 13 15,-1 5-8-15,2-4-6 0,-4 6-4 0,7 2-15 16,-4-2-2-16,-1 0-8 0,2 0-6 0,-3-1 0 16,3 1-12-16,-1 1 0 0,1 0-4 0,-2-2-1 0,-1 1-6 15,1-2-3-15,-2-1 2 0,1-5-5 0,-2 1-1 16,-1-3 0-16,2 1-3 0,-1-2-1 0,-1 0-30 16,0-3-20-16,2 0-26 0,-2 0-19 15,0-5-44-15,0 5-67 0,0-5-181 0,0 0-396 16,0 0 176-16</inkml:trace>
  <inkml:trace contextRef="#ctx0" brushRef="#br0" timeOffset="953.39">3009 1243 237 0,'-4'-5'341'16,"-1"2"-10"-16,1-1 4 0,1 0-27 0,0 0-16 0,2 0-28 15,1-1-22-15,0 5-24 0,0-7-24 0,4 1-18 16,-1 1-23-16,1 2-16 0,4-1-13 16,3-2-14-16,0 2-6 0,4 1-23 0,3 0 4 15,2 2-17-15,0-3-29 0,-1 4-16 0,3-3-22 16,-3 3-25-16,0 2-24 0,2-1-27 0,-1-1-20 0,-5 3-34 16,1-2-35-16,-5 0-19 0,3 1-34 15,1-1-25-15,-4-1-12 0,-1 3-152 0,-4-1-439 16,1 1 195-16</inkml:trace>
  <inkml:trace contextRef="#ctx0" brushRef="#br0" timeOffset="1155.1">3106 1378 116 0,'-1'5'187'0,"-2"-2"8"0,1 2-4 16,2-5-12-16,-2 5-11 0,2-5-16 0,1 5 0 15,-1-5-6-15,1 5-10 0,1-1-9 0,1-1-17 16,2-1-5-16,-2 1-10 0,5-1-10 0,4 4-2 16,-1-5-15-16,4-1-21 0,4 2-43 0,0-3-53 15,-1 1-69-15,8-2-65 0,-6 2-150 0,3-5-361 16,7 0 160-16</inkml:trace>
  <inkml:trace contextRef="#ctx0" brushRef="#br0" timeOffset="1739.65">3730 1129 172 0,'0'0'216'0,"0"0"-8"16,0 0-14-16,0 0-20 0,0 0-10 0,0 0-12 16,0 0-16-16,0 0-16 0,0 0-8 0,0 0-10 15,0 0-15-15,0 0-5 0,0 0-4 0,0 0-6 16,-18 3 1-16,18-3-2 0,-7 5 5 0,0-3-8 15,1 0-1-15,2 1-8 0,-3 0 0 0,2 2-7 16,-2-3-3-16,-1 3-3 0,4-1 2 0,-3 1-9 16,2 0-8-16,-2 3 1 0,4-1-4 0,-2-1-1 15,0 0-2-15,4 2-3 0,-2-1-3 0,3 0 2 16,3 3-1-16,-2-1 0 0,2 0 0 0,4 2-4 16,-3-4 4-16,5 3-4 0,3 1 0 0,0 0-1 15,3-1-3-15,-2 0-2 0,2 1 3 0,-1-4-5 16,-3 1 0-16,5 1-1 0,-5-3-3 15,1 2 4-15,-1-3-4 0,0 1 3 0,0 1-5 0,-3-3 2 16,-2 1-4-16,-1-1 1 0,2 0 1 0,-3 0-2 16,-1-2 2-16,-3-2-2 0,5 5 10 0,-5-2 9 15,0-3 16-15,0 8 14 0,0-8 14 16,-4 5 13-16,1-2 5 0,-1 2 5 0,-2-2-4 16,-1 0 12-16,1-2-28 0,-2 3 1 0,-3-2-16 15,2 5 3-15,-1-5-13 0,-3 2 1 0,2-1-4 0,1-1-30 16,-1 2-28-16,3-3-36 0,2 2-41 0,-2-2-43 15,3 0-51-15,5-1-61 0,-10 2-74 0,10-2-190 16,0 0-559-16,0 0 247 0</inkml:trace>
  <inkml:trace contextRef="#ctx0" brushRef="#br0" timeOffset="4199.18">4545 1170 120 0,'-1'-6'389'16,"-2"1"-28"-16,3 1-8 0,0 4-14 0,0-8-20 15,0 3-33-15,0 5-24 0,0-3-40 0,0 3-21 16,0 0-29-16,0 0-12 0,0 0-13 0,0 0-20 16,0 0-20-16,0 0-10 0,0 20-14 0,0-9-2 15,3 0-10-15,-2 2-4 0,0 4-9 0,-1 0-5 16,2-4-3-16,0 5-5 0,1 1-6 0,0-6 2 15,1 1-9-15,-1 1-6 0,1-2-12 0,0-1 0 16,1-3-6-16,-2-2-7 0,0 0 4 0,2-1-1 16,-2 0 0-16,1-1-1 0,2-3 2 0,3-1 1 15,-1-2-2-15,-8 1-2 0,15-7 3 0,-4 2 2 16,0 1-9-16,0-6 3 0,1 2 2 0,-2-3-5 16,3 1 2-16,-3-2 7 0,-1 4 10 0,-3-3-21 15,-1 4-1-15,3-2 11 0,-4 2-3 0,0 1-2 16,-1 1-2-16,0 1-4 0,0 0-9 15,-3 4 5-15,6-4-1 0,-6 4 1 0,3-1-4 0,-3 1 2 16,0 0 16-16,10 10-13 0,-6-7 1 0,0 3 1 16,1 2-3-16,5-2 4 0,-2 4 1 0,-1-2-3 15,6 2 1-15,-3-2-5 0,4 2 3 0,-4-2 2 16,3-1-2-16,3 1 13 0,-5-4-15 16,0 2-2-16,1-4 0 0,-1 2 6 0,1-4 6 0,-1 0-5 15,1 0-1-15,-1-4 4 0,-4 2 10 0,0-3-5 16,-2 0-9-16,-1-1 14 0,1-5-10 0,-1 5 3 15,-1-5-3-15,-3 1 1 0,0-1-1 0,3 0-3 16,-6 0 2-16,3-1 14 0,-4 0-3 0,-2 3 7 16,1-2 2-16,4 0 12 0,-3 4-6 15,1 1 1-15,0-5 2 0,1 6-5 0,0-2 5 0,4 1 8 16,-4 0-21-16,2 2-7 0,0-1 0 0,3 1-8 16,0 0-7-16,1 2 1 0,4 0-4 0,1 1 7 15,-9 1-6-15,20 1 14 0,-10 1-7 0,0 0-15 16,1 1 6-16,1 0-2 0,-1 2-1 15,-1-2 2-15,-1 2 1 0,2 1 3 0,-3-1 1 0,6 1 1 16,-6 1-4-16,0 2 3 0,1-1-6 0,-2 0-4 16,2 2-8-16,-3-1 1 0,1 0 0 0,0 2 6 15,-2 1-6-15,2-3-11 0,0 4-11 0,-2-3-3 16,2 2-14-16,-3-2-13 0,0-1-7 16,2 1-16-16,-2-1-18 0,4 0-21 0,-4-3-30 15,0 1-37-15,3-3-34 0,1 1-224 0,0-3-503 0,2 0 223 16</inkml:trace>
  <inkml:trace contextRef="#ctx0" brushRef="#br0" timeOffset="4465.82">5410 923 318 0,'-1'-3'342'0,"-1"-1"-26"15,-3 0-22-15,5 4-36 0,0 0-24 0,0-4-33 16,0 4-18-16,0 0-22 0,0 0-15 0,7 12-12 16,-3-2-16-16,0 1-8 0,0 2-14 0,1 4-6 0,2 2-3 15,1 1-18-15,1-1-2 0,0 6-7 0,3 6-2 16,-4-5-28-16,5-1-20 0,-4 2-23 0,-2-7-28 16,-2-1-25-16,5 2-32 0,-2-3-23 15,-3 0-36-15,5-3-43 0,-7-3-44 0,4-2-163 16,-2-1-442-16,-1-4 196 0</inkml:trace>
  <inkml:trace contextRef="#ctx0" brushRef="#br0" timeOffset="4901.99">5595 862 268 0,'-1'-4'250'0,"1"4"-24"15,-2-3-27-15,2 3-19 0,0 0-24 0,0 0-12 16,0 0-13-16,0 0-19 0,15 11-12 0,-11-3-8 16,2 3-7-16,-1 1-10 0,2 4-6 0,1 1-11 15,-2 1-1-15,7 8-7 0,-9-8-4 0,2 2-4 16,1-2-4-16,-2 1-3 0,3 2-6 0,-4-2 1 16,0 0-2-16,0-1-8 0,2 1 3 0,-2-2 1 15,-4-1-6-15,1-4-5 0,1-2 2 0,-1 2-1 16,-1-5-2-16,0 1 3 0,0-3-2 0,0 0 0 15,3-1 4-15,-3-4 1 0,1 7 16 0,-1-7 17 16,1 1-2-16,-1-1-9 0,0 0-1 0,0 0-8 16,7-13 1-16,-5 8-1 0,2-2-10 0,0 1 9 15,0 0-2-15,0-2 1 0,1 3-2 0,2-4 2 16,0 2-8-16,-3 3 0 0,-1 1 1 0,5-2-9 16,-5 1 1-16,5 1-5 0,-4 1 2 0,0 0-6 15,3 1-3-15,-7 1 1 0,13 1-2 0,-4 3 3 16,-4-1-2-16,7 1-2 0,-5 2 0 0,4-1 0 15,0 3 5-15,-3-1-5 0,3 3-1 0,1-2 2 16,-2 1 2-16,-1 0-3 0,2 0-26 0,-6 2-13 16,1-5-23-16,2 2-23 0,-4-2-27 0,0 0-36 15,2 0-41-15,-1-4-40 0,-1 1-177 0,-4-3-439 16,0 4 195-16</inkml:trace>
  <inkml:trace contextRef="#ctx0" brushRef="#br0" timeOffset="5103.26">5508 1112 247 0,'0'0'305'0,"0"0"-15"0,0 0-15 16,-12 0-16-16,12 0-19 0,0 0-18 0,0 0-24 16,0 0-20-16,0 0-22 0,0 0-12 0,17-7-14 15,-8 7-15-15,0-1-14 0,5 1-11 0,1-1-10 16,4 1-33-16,0-3-49 0,0 3-51 0,1-2-73 15,2-1-74-15,-1 3-250 0,-3-4-487 0,7 3 216 16</inkml:trace>
  <inkml:trace contextRef="#ctx0" brushRef="#br0" timeOffset="5285.95">5074 912 87 0,'-7'-1'204'16,"-1"1"-20"-16,8 0-18 0,0 0-24 0,-7 1-8 15,7-1-24-15,0 0-62 0,19 10-68 0,-6-6-157 16,-2 3-190-16,6 1 85 0</inkml:trace>
  <inkml:trace contextRef="#ctx0" brushRef="#br0" timeOffset="5721.26">6709 957 242 0,'-1'-5'333'0,"1"5"-5"15,-2-4-18-15,2 4-25 0,-1-3-32 0,1 3-30 16,0 0-26-16,0 0-29 0,0 0-12 16,0 0-18-16,0 0-13 0,-2 19-14 0,0-7-2 15,4-1-21-15,-2 2-6 0,2 4-6 0,2 1-7 16,-3 1-7-16,6-1-6 0,0 1 1 0,1 1-6 0,3-1 0 16,-1 6-9-16,0-8-8 0,0 0-19 15,1 1-23-15,1-5-30 0,4 2-34 0,-2-2-39 16,-2-7-41-16,3-4-68 0,-3 5-62 0,1-4-181 15,2-5-503-15,-3 2 223 0</inkml:trace>
  <inkml:trace contextRef="#ctx0" brushRef="#br0" timeOffset="6857.86">6876 672 203 0,'0'-7'323'16,"0"1"-8"-16,0 1-14 0,0-2-13 0,0 2-15 16,0 1-25-16,0 4-26 0,2-8-20 0,-1 4-24 15,-1 4-21-15,3-1-24 0,-3 1-14 0,0 0-7 16,0 0-16-16,9 8-10 0,-6 0-6 0,0 0-7 16,1 5-11-16,1 4-3 0,-2 0-12 0,1 3-3 15,0 2-1-15,0 0-1 0,0 6-9 0,-1-1-3 16,5 2 10-16,-5 0-17 0,-2-4 5 0,2-5-11 15,6 7 2-15,-6-6-2 0,1-1-3 0,0-1 2 16,2-1 2-16,2 1-2 0,-7-1-1 0,6-2 6 16,0-1-11-16,-3-1-4 0,0-2 6 0,3-3-6 15,-3-1-1-15,1 0 4 0,4 0-2 0,-3 0-1 16,4-2-5-16,-1-2-2 0,5 1-9 0,-3-3-15 16,3 0-5-16,0-2-10 0,4 0-2 0,2-2-14 15,-3-1 2-15,5 1-14 0,-9-3 0 0,2 2-6 16,1-5 1-16,-2 1-1 0,-3 1 5 0,0 0-1 15,-2-3 2-15,-3 2 9 0,1-1 2 0,-1 2 3 16,-4-3 8-16,-1 1 1 0,-2-2 4 0,-1 4 4 16,1-1 0-16,-7 0 9 0,4 1 11 0,-3-2 11 15,2 1 1-15,-6 0 5 0,1-1 4 0,5 4-1 16,-1 1 1-16,-2-2 2 0,1 1 1 0,2 2-3 16,-2-2 2-16,3 4-3 0,1-3 0 0,3 3 2 15,-8-4-7-15,8 4 1 0,-4-4 1 0,4 4 0 16,0 0 3-16,0 0-2 0,0 0 4 0,0 0-3 15,15 9 4-15,-11-7-5 0,6 2 2 0,-1 0 0 16,2 1-2-16,1 0 0 0,2 0 0 0,1 2 0 16,5 0 2-16,-7-2 0 0,3 5 0 0,3-4-3 15,-4 3 1-15,-1-3 0 0,2 4 0 0,0-3 0 16,0 3-2-16,-2 1-5 0,-2-4-5 0,-1 1-1 16,-1 0-5-16,-1 0 1 0,1 3 0 0,-3-2-2 15,0 0-2-15,-2-3 3 0,1 3 2 0,-3-4-1 16,1 0 2-16,-1 0 2 0,1-1 3 0,-2 0 2 15,-2 0 0-15,0-4 3 0,1 4 1 0,-1-4 9 16,0 0 10-16,0 0 5 0,0 0 14 0,0 0-3 16,-17-5 0-16,15 1 1 0,-1-2 2 0,-1 3 3 15,0-2-1-15,1 0-3 0,2-1-6 0,0 0-1 16,2-1-17-16,2-4-14 0,5 2-26 0,1-5-21 16,4 1-31-16,4-3-37 0,-2 2-28 0,8-4-25 15,3 3-21-15,1 0 8 0,3 1-8 0,-1 3 7 16,-1 1 21-16,-10 2 12 0,1-2 18 0,1 3 12 15,-3 1 14-15,-2 1 23 0,-3 2 10 0,-7-1 24 16,6 1 7-16,-4 1 16 0,-2-1-2 0,-5 3 12 16,5-2 11-16,-5 2 13 0,0 0 17 0,0 0 12 15,0 0-4-15,0 0 7 0,-32 5 3 0,23-3 1 16,-2 1 10-16,-1 4-1 0,-1-2 2 0,1 2 0 16,1 0-8-16,-2 0 3 0,2 1-15 0,1 0 10 15,-2-1-11-15,1 3 4 0,6-1-6 0,-6 1-6 16,7 0-1-16,0-1 1 0,2 3-2 0,-2-4-6 15,4 5 8-15,0-5-1 0,3 2-4 0,1-2 1 16,2 1-6-16,0-3 6 0,2 1-6 0,3-2 1 16,4-2-2-16,-4 1 0 0,4-3 3 0,-1-1-20 15,-2-1 2-15,7-1 2 0,-3-2-13 0,-2 0 1 16,-3-1 5-16,6-5-2 0,-7 3 1 0,2-3 0 16,-5 1 8-16,3 1 3 0,-5-4 8 0,2 0 5 15,-5 2 24-15,1-2 13 0,-1 1 14 0,-2 2 20 16,-2 0 11-16,2 1 8 0,-3 2 3 0,2 0 0 15,0 1-10-15,-3-1-12 0,4 2-11 0,0 4-11 16,0-6-6-16,0 6-10 0,-4-4-3 0,4 4-6 16,0 0-3-16,0 0-4 0,0 0-5 0,-7 13-2 15,10-8-4-15,-6 2 3 0,7-1-7 0,-4 1 2 16,3 4-4-16,-2-3-3 0,6 4 5 0,-3-2-9 16,0 2-9-16,1 0-11 0,5-2-8 0,-2 1-22 15,2-1-21-15,1-3-15 0,1 3-24 0,-3-5-20 16,2-1-29-16,4 0-34 0,-5-3-23 0,3-1-131 15,-1-3-366-15,-2 0 163 0</inkml:trace>
  <inkml:trace contextRef="#ctx0" brushRef="#br0" timeOffset="7108.64">8149 567 106 0,'-5'-6'330'15,"4"3"-26"-15,-2-1-28 0,2-1-30 0,-4 3-25 16,5 2-28-16,0 0-20 0,0 0-18 0,-8 9-14 16,8-1-14-16,-1 3-8 0,1 2-16 0,0 7-8 15,0 2-12-15,0 4-4 0,1 2-7 0,3 1-5 16,0 0-7-16,-1 2-7 0,0-1-7 0,5 2 0 16,-4 0-4-16,0 1-2 0,4-2-22 0,-2 1-9 15,-2-5-19-15,3-1-21 0,-3-6-19 0,-2-2-25 16,3-1-28-16,-4-5-24 0,4-2-23 15,0 1-26-15,-3-6-14 0,2-1-31 0,-4 0-125 16,0-4-373-16,0 0 165 0</inkml:trace>
  <inkml:trace contextRef="#ctx0" brushRef="#br0" timeOffset="7343.66">8110 934 218 0,'-3'-5'237'0,"2"-1"4"0,1 0-8 0,0 0-11 16,0 6-16-16,0-9-15 0,4 5-19 0,-4 4-23 15,8-7-13-15,-1 3-15 0,0 3-11 0,-7 1-11 16,19-1-14-16,-10 0-7 0,4 1-9 0,0 1-4 0,1 1-6 16,1 3-10-16,1 2-2 0,-3-1-7 0,4 2-4 15,2 2-3-15,-7-7-4 0,4 5-2 16,4 3-1-16,-6-2-10 0,0-2 4 0,1 3-3 16,0 0-13-16,3 2-14 0,-3-1-14 0,-3-2-20 15,0-1-16-15,2 4-17 0,-5-5-28 0,-2 2-26 16,4 0-31-16,0-3-28 0,-4 1-17 0,0-1-131 15,-2 0-366-15,0-3 162 0</inkml:trace>
  <inkml:trace contextRef="#ctx0" brushRef="#br0" timeOffset="8045.92">8591 933 143 0,'2'-6'301'0,"-2"6"-8"0,0 0-27 15,0 0-7-15,1-5-24 0,-1 5-21 0,0 0-28 16,0 0-17-16,0 0-24 0,0 0-12 0,0 0-21 16,0 0-3-16,0 0-14 0,0 0-7 0,6 13-14 15,-5-4-3-15,0-1-10 0,2 3-4 0,2-2-6 16,1 3-9-16,-2-2-12 0,3 1-8 0,-3 1-11 16,5 0-9-16,-2 0-15 0,0-1-11 0,0-1-11 15,2 0-5-15,-3-2-7 0,-1-2 3 0,1-2 4 16,-1 0 3-16,1 0 8 0,-1-2 0 15,-5-2 8-15,0 0-5 0,12 0 7 0,-12 0-2 0,7-7 5 16,-4 2 1-16,-3 5 5 0,1-12 7 0,1 6 8 16,-1-5 8-16,0 4 7 0,4-6 2 0,-3 5 6 15,-1-5 11-15,2 1 8 0,-2 3-3 0,2-2 1 16,-3 4 2-16,0-1-2 0,1 1-2 0,-1 7-6 16,0-10-3-16,3 5-5 0,-3 1-15 15,0 4 12-15,0 0-14 0,7-2 1 0,-7 2-10 0,0 0 8 16,0 0-3-16,0 0-2 0,14 5 0 0,-14-5-9 15,8 9-3-15,-5-4-1 0,5 3-4 16,-3-2-7-16,-1 3-6 0,3-1-7 0,1 2-7 0,0-3-4 16,2 0-6-16,-1 2-4 0,-2-4-2 15,5 3 5-15,-1-3-5 0,-1 0 0 0,1 0-2 16,-2-1 3-16,1-2 9 0,-1 0-1 0,-1 0 3 16,2-1 3-16,2 1 5 0,-1-4 7 0,-3 1 4 0,2 0 1 15,-1-2 6-15,2 0 1 0,-4-1 9 0,6-3-1 16,-3 0 5-16,-3 1 1 0,5-4 8 0,-2 0 3 15,-5 2-1-15,4-3 3 0,-2 2 6 16,6-6-2-16,-8 3 10 0,7-3 9 0,-6 2 11 16,-1 3 14-16,-1-2 12 0,0 2 5 0,-1 4 4 15,1-2-2-15,-1-1 9 0,-3 4-15 0,2-1-3 16,-2 6-9-16,0-7-9 0,0 3-11 0,0 4-1 0,0 0-14 16,-10-3 1-16,10 3-4 0,-13 0-8 15,13 0 2-15,-13 3 1 0,2 1-6 0,4 2 2 16,-1 4-2-16,0-3 2 0,1-2-11 0,0 5 6 15,-1 0-5-15,5 0-7 0,-3 1 8 0,3 1 0 16,0-4 2-16,3 4 1 0,2 1-4 0,-1-2 2 16,7 0-12-16,-4-1 13 0,4-2 1 0,0 1-2 15,6-2-3-15,-2 0-16 0,4 0-32 0,4-2-39 16,-1 1-42-16,-2-6-52 0,7 1-62 0,-3-5-245 16,-2 0-524-16,0-1 232 0</inkml:trace>
  <inkml:trace contextRef="#ctx0" brushRef="#br0" timeOffset="8229.12">8759 661 151 0,'-10'-2'266'0,"6"2"-16"0,0-2-31 0,4 2-21 15,-11-1-27-15,11 1-16 0,0 0-18 0,-11 1-45 16,9 2-34-16,2-3-44 0,-9 5-56 0,8-1-85 15,-8 0-130-15,-1 1-279 0,0-1 123 0</inkml:trace>
  <inkml:trace contextRef="#ctx0" brushRef="#br0" timeOffset="8781.09">6799 826 319 0,'-10'0'340'0,"10"0"-20"0,-8 0-15 16,8 0-18-16,0 0-17 0,0 0-17 0,0 0-20 15,0 0-15-15,0 0-20 0,29 0-26 0,-15 0-10 16,6 0-12-16,1 0-17 0,2 0-17 0,9-1-20 0,0 2-17 16,-2-1-43-16,-8 1-46 0,8 1-68 15,-5 1-72-15,-1-3-75 0,-4 1-81 0,-5-2-181 16,7-2-527-16,-11 3 234 0</inkml:trace>
  <inkml:trace contextRef="#ctx0" brushRef="#br0" timeOffset="9132.33">6592 742 8 0,'0'0'239'0,"-8"0"-27"15,8 0-19-15,0 0-26 0,-11 2-11 0,7-1-14 16,4-1-21-16,-4 4-11 0,4-4-12 0,-3 4-3 16,3-4-13-16,0 7-5 0,0-7-6 0,-1 3-9 15,1-3-3-15,3 4-6 0,-3-4 1 0,4 4-9 16,1-1 2-16,0-3-10 0,1 4-7 0,-1-3 5 16,-5-1-1-16,11-1-4 0,-11 1-3 0,11-7-2 15,-6 4-4-15,-2 1-1 0,4 1 1 0,-6-4-5 16,2 0-3-16,-1 1-3 0,-1-2 1 0,-1 3 0 15,0 3-11-15,-3-9-6 0,-1 5-19 0,0 1-26 16,-2-1-22-16,0 3-24 0,-1-1-39 0,0 0-42 16,0 2-133-16,7 0-338 0,-13 2 150 0</inkml:trace>
  <inkml:trace contextRef="#ctx0" brushRef="#br0" timeOffset="9767.9">9956 702 132 0,'0'-2'366'15,"1"-2"-36"-15,-1 4-32 0,0 0-37 0,0-7-28 16,0 7-27-16,0 0-19 0,0 0-21 0,0 0-21 16,4 15-7-16,0-8-18 0,-3 3-13 0,3 2-7 15,-1 4-10-15,3 2-8 0,-3 0-11 0,3 3-2 16,1-2 0-16,0 7-18 0,-2-6-1 0,2 1-5 15,0-3-24-15,1 1-16 0,0-3-28 0,-2-3-27 16,-2-1-27-16,1-2-35 0,-1-1-25 0,0-1-33 16,-1-5-16-16,0-1-44 0,2 0-164 0,-5-2-425 15,0 0 189-15</inkml:trace>
  <inkml:trace contextRef="#ctx0" brushRef="#br0" timeOffset="10504">9856 637 49 0,'-4'-5'280'0,"4"-2"1"0,0 1-17 0,-1 2-23 16,2-3-25-16,2 5-21 0,1-1-21 0,0 1-19 15,4 1-16-15,3 1 16 0,2 1-15 0,4 0-16 16,0 3-12-16,4 0-11 0,8 9-9 0,-2 0-13 16,0 0-6-16,0 3-7 0,3 2-7 0,-6-1-5 15,0 0-5-15,0 1-8 0,-2 0 0 0,-1 2-10 16,-1 1 4-16,-9-7-6 0,4 0-3 0,0 9 0 15,-5-6-5-15,-1 0-1 0,-1-1-7 0,-2-3-2 16,-4 1-2-16,1-5-1 0,-3 4 0 0,-3-6-1 16,-1 4-1-16,-3-3 4 0,0 1 3 15,-4-4-5-15,-2 1-3 0,-1-2 4 0,-2 2 2 0,-3-4 11 16,-3 1-2-16,3 0 5 0,0-1 3 0,0-1-1 16,4 0-2-16,2-1-7 0,0 0 2 0,3-1 0 15,10 1-2-15,-17 0 0 0,17 0-3 0,-9-1-1 16,9 1-5-16,0 0-4 0,0 0 3 15,0 0 1-15,0 0-8 0,31 5-12 0,-8-3-10 16,11-2-23-16,0 1-8 0,3 1-16 0,-2-2-2 16,0 1-6-16,4-2-9 0,-1-1-9 0,-2 1-3 0,1-3 10 15,-3-1 2-15,1-3 10 0,-3 0 4 0,-2-3 8 16,-9 5 5-16,-3-3 13 0,-2-1 7 0,-2 0 17 16,-2 3 15-16,-5-5 22 0,1 3 5 15,-5 1 17-15,1 0 5 0,-4-2 8 0,0 3 1 16,-1-3-3-16,-2 3 1 0,-1 1-7 0,-3 0-3 15,0 3-3-15,-1-2-10 0,-1 3 3 0,-4-1-3 0,1 3 0 16,-2 0-5-16,2 1-1 0,-3 0-8 0,3 4 0 16,0-2 0-16,-2 4 4 0,5 0-5 15,-4-1-1-15,5 0-5 0,-2 2 2 0,4 2 0 16,2-4-2-16,4 2 2 0,-3 3-1 0,6-2-2 16,-2 0 1-16,8 0-5 0,1 0-9 0,3-1-11 15,8 0-20-15,-6-3-18 0,6-2-20 0,2 0-15 16,-1-1-22-16,6 0-12 0,2-2-17 0,0-5-10 0,1 3-6 15,-1 0-4-15,-7-2 6 0,2 0 9 16,-4-1 16-16,-3 1 10 0,-2 0 13 0,-2-1 25 16,-4-3 8-16,-1 3 28 0,-1 2 25 0,-2-4 22 15,-2 1 6-15,-3-1 16 0,-1 2 10 0,0 5 8 16,0-8 9-16,0 2-2 0,0 6-9 0,-1-6-3 16,1 6 2-16,-4-6-5 0,4 6-4 0,0 0 0 15,-8-5-9-15,8 5 3 0,0 0-2 0,0 0 0 16,0 0-4-16,0 0 5 0,-7 11-10 0,7-11 5 15,0 0-3-15,0 7-4 0,0-7-28 0,-2 5-32 16,2-5-36-16,2 8-34 0,-2-8-31 0,1 5-82 16,-1-5-252-16,0 0 112 0</inkml:trace>
  <inkml:trace contextRef="#ctx0" brushRef="#br0" timeOffset="10890.03">10998 873 168 0,'0'0'231'0,"2"-6"-11"0,1 5-9 15,-3 1-16-15,0 0-11 0,6-3-12 0,-6 3-11 16,0 0-8-16,6-2-7 0,-6 2-7 16,1-4-8-16,-1 4-11 0,0-4-8 0,0 4-13 15,0 0 0-15,0 0-8 0,-1-8-1 0,1 8-11 0,1-2-6 16,-1 2-2-16,0 0-12 0,-1-5-6 0,1 5-2 15,-4-6-25-15,4 6 11 0,-7-3-10 0,3 1 4 16,4 2-6-16,-11-2 4 0,3 1-12 0,1 1-2 16,-1 0 0-16,0-2-1 0,-4 2-2 15,-2 2 2-15,3-2-3 0,-1 2-3 0,0-1-1 16,-2 2 1-16,3 0-3 0,-1 1 4 0,0-1-3 16,5 1-4-16,-1 0 1 0,2 3 4 0,-2-2-5 0,4 3 3 15,2 0-1-15,0-2 9 0,4 6-8 0,0-3-1 16,5 3 2-16,2-1 5 0,1-2-7 15,9 2 4-15,0 1-9 0,8 0-19 0,-5-5-31 16,1 0-36-16,-1-4-43 0,8 0-44 0,-1 0-41 16,-5-4-47-16,-1 1-165 0,-1-5-462 0,-2 0 205 15</inkml:trace>
  <inkml:trace contextRef="#ctx0" brushRef="#br0" timeOffset="11156.29">11181 817 101 0,'0'0'161'16,"-12"7"-4"-16,9-1 2 0,-1-1-11 0,3 2-7 16,-2-1 0-16,3 6-6 0,0 1-15 0,0 5-12 15,0-1-1-15,4 4-9 0,1-1-5 0,1 7-7 16,1 1-8-16,1-2-3 0,1 1-10 0,2 1-6 16,0 3-2-16,1-3-7 0,-2 1-4 0,1 0-4 15,2 1 0-15,-2-1-10 0,4 0 1 0,-4-2-4 16,-3-1-2-16,3-7-1 0,-1 1 1 0,-2-2-8 15,4 0 4-15,-8-7-16 0,4 2-14 0,-2-5-13 16,-2 2-7-16,0-6 2 0,1-1-19 0,-5-3-33 16,0 0-30-16,0 0-28 0,0 0-36 0,0 0-15 15,10-16-97-15,-13 9-305 0,0-6 135 0</inkml:trace>
  <inkml:trace contextRef="#ctx0" brushRef="#br0" timeOffset="11457.96">11221 855 98 0,'-2'-11'291'0,"0"1"-8"0,0 3-5 16,2 1-21-16,0 1-23 0,2-2-19 0,0 2-23 0,0 0-22 16,2 3-20-16,2-2-14 0,-2 0-13 0,-4 4-19 15,18-3-9-15,-18 3-10 0,19 3-5 0,-9 0-15 16,3 2-2-16,1 0-7 0,-1-1-6 15,1 5-4-15,-3-2-6 0,5 3-3 0,-2 0-4 16,-2-1-7-16,1 0 1 0,-1 6-6 0,-1-1-1 16,-5 2-7-16,1-4 4 0,1-2-5 0,-5 4-5 0,0-4-10 15,-2 2-13-15,-1 1-1 0,-3-4-8 16,-5 3-3-16,0-4-6 0,0 0 5 0,-3-1-10 0,-2 0-9 16,-4-1-14-16,-3-3-5 0,-2-2-17 15,0 2-14-15,2-4-28 0,-2-3-31 0,1 0-48 16,1 3-176-16,-4-5-413 0,4 3 182 0</inkml:trace>
  <inkml:trace contextRef="#ctx0" brushRef="#br0" timeOffset="11942.42">11668 951 140 0,'12'-3'222'16,"-2"3"-13"-16,1-3-9 0,-2 2-11 0,2-2-3 16,-3 2-7-16,2-5-9 0,-2 5-13 0,-1-6-17 15,2 1-9-15,-2-2-13 0,-1 3-11 0,-4 0-6 16,3-3-11-16,-2 1-9 0,-1 1-12 0,2 1-1 15,-3 0-12-15,-1-2-3 0,0 1-11 0,0 1-5 16,-3 2-4-16,1-3-8 0,-4 2-1 0,1 1-5 16,-2-1-2-16,2 1 0 0,-1 2 0 0,-5-2-6 15,0 3 0-15,0-1-6 0,-1-2 2 0,1 5-4 16,-1 0 5-16,1-1-7 0,0 2 1 0,2 1-3 16,-2 1 2-16,4-1-4 0,-1 3 4 0,2-2-1 15,0 2 2-15,3 1-1 0,-1 2 2 16,3-3-2-16,2 1 1 0,-1-1 2 0,3 2 2 15,-2-3 0-15,3 3 5 0,6-2-5 0,-5 1 2 16,6-1-5-16,0-1 2 0,1 2 0 0,2-4 1 0,1 4-2 16,-2-5-2-16,6 4 3 0,-4-4-1 0,0 0-3 15,-1 0-4-15,6-2-9 0,-7 0-11 0,0-1-14 16,-2-2-19-16,1 1-27 0,2-1-35 0,-6 1-36 16,4-2-48-16,-2-1-188 0,-3-1-423 15,3-2 187-15</inkml:trace>
  <inkml:trace contextRef="#ctx0" brushRef="#br0" timeOffset="12478.17">12016 802 84 0,'0'0'287'16,"0"0"-25"-16,0 0-31 0,0 0-20 0,0 0-28 15,0 0-20-15,0 0-17 0,0 0-15 0,-2 9-10 16,2-9-17-16,2 10-6 0,0-6-11 0,2 1-7 16,-3 4-7-16,-1 0-10 0,4 4-5 0,-3 3-8 15,3 1 1-15,1-4-7 0,-1 6-3 0,1-4-5 16,-1-2 0-16,2-1-4 0,-1 1-2 0,-4-2-4 15,6-1-2-15,-4-2-2 0,1-3 1 0,0 2-4 16,-1-3 3-16,0 2-3 0,-3-6-3 0,6 6 8 16,-3-5-7-16,-3-1 5 0,0 0 1 0,0 0 10 15,0 0-7-15,18-4 4 0,-17-2-1 0,3 1 8 16,0-1 4-16,-1 0-1 0,0-2 5 0,1-1 7 16,-1 1 3-16,2 0 3 0,-2 1 5 0,2-2-1 15,-1-1 5-15,0 2 2 0,-1-1 14 0,1 1-9 16,-1 0 6-16,-2 1-11 0,2 1-25 0,0 0 11 15,-3 6 0-15,4-7-17 0,0 1 1 0,-3 2-5 16,-1 4-2-16,0 0-7 0,12-3-4 0,-12 3-10 16,0 0-10-16,0 0 17 0,19 3-5 0,-12 2 1 15,1 1-3-15,-2-1-5 0,-1 0 1 0,6 3-21 16,-4-1-5-16,-2 1-8 0,4 0-15 0,-3 2-12 16,0-2-15-16,2 3-12 0,-4-4-14 15,0-1-18-15,1 0-17 0,-2-1-26 0,-3-5-10 0,3 10-39 16,1-7-26-16,-3 2-27 0,4-2-198 0,-5-3-494 15,0 0 218-15</inkml:trace>
  <inkml:trace contextRef="#ctx0" brushRef="#br0" timeOffset="13230.37">12426 819 157 0,'0'0'249'0,"-3"-5"-17"0,3 5-19 0,0 0-23 16,0 0-22-16,-3-6-15 0,3 6-22 16,0 0-11-16,0 0-13 0,0 0-9 0,0 0-15 15,-8 18-3-15,7-11-9 0,2 0-4 0,-1-1-13 16,0 4 4-16,1 1-11 0,-1 2-2 0,3-1-6 16,-1-1 0-16,2 1-8 0,-2-1 0 0,6-2-3 15,-5 0 2-15,4-2-2 0,0-1-7 0,-2 3 1 16,2-8-2-16,-3 4 0 0,4-2 1 0,-1 1-2 15,-7-4-5-15,13 1 0 0,-13-1-1 0,13-5 1 16,-8 2 3-16,1-2 7 0,-1 1 6 0,2-2 1 16,-2-5-2-16,-2 6 1 0,4-5 12 0,0 5 10 15,-3-4 4-15,0 4 11 0,0-4 6 0,-1 3 4 16,-2 0-4-16,3 0 14 0,-2 1-9 0,-1 0-11 16,0 0-15-16,-1 5 13 0,4-6-22 0,-4 6-4 15,4-4-13-15,-4 4-5 0,0 0-2 0,0 0-9 16,0 0 6-16,0 0-6 0,0 0 2 0,0 0-7 15,11 15 4-15,-7-10-2 0,2 4 2 0,-2-3-7 16,5 2 3-16,-3-3-3 0,2 3 1 0,2-2 1 16,0 1 2-16,1-1-24 0,4 2 22 0,-4-3-4 15,7 3 2-15,0-5 1 0,3 2-4 0,-3-3-1 16,1 2-10-16,1-2 17 0,-2 0 0 0,5-2-3 16,-4 0 4-16,2-3-6 0,2 3 5 0,-4-4-6 15,0 3-9-15,1-3 14 0,-1-1 3 0,2-1-3 16,-4 0-2-16,3-1 4 0,-2-5-3 0,1 2 4 15,-1-1 0-15,-3 3-7 0,0-7 1 0,1 6-2 16,-5-1 3-16,-4 2-4 0,4-3 10 0,-7 1-7 16,0 1 4-16,2-2-3 0,-5 3 4 0,-1-4-7 15,-1 3 5-15,-4 3-7 0,4-3 9 0,-3 2-10 16,-7-1 0-16,3 0-5 0,-2 3 4 0,-3 0-2 16,2 1 3-16,-3 0 3 0,-2 4 0 0,-2-2-10 15,5 4 9-15,-2-2-4 0,0 3 0 0,5-1-2 16,-6 4 5-16,4-1-10 0,-3 2 8 15,5 2-2-15,-1 3 2 0,2-1 2 0,2 4 3 16,2-3-6-16,3 7 6 0,-2 1 0 0,1 6 0 0,3-4-2 16,3 9 2-16,-3-2 2 0,4 2-12 0,2 1 16 15,-2 0-2-15,0 3 0 0,5 0-2 0,-6 1 3 16,1 0 1-16,-1-1-5 0,0 1 6 0,-3-1 1 16,4-1-2-16,-6-3-10 0,0-1-31 15,0 0-16-15,1-6-17 0,-2-6-20 0,3-4-27 16,-1-3-27-16,-2-3-34 0,0-1-45 0,-1-4-67 15,4-3-166-15,0 0-491 0,0 0 216 0</inkml:trace>
  <inkml:trace contextRef="#ctx0" brushRef="#br0" timeOffset="13414.14">12456 497 157 0,'-6'-3'161'15,"5"1"-21"-15,1 2-44 0,-10 0-31 0,10 0-55 0,-11 9-116 16,1 0-113-16,3 0 51 0</inkml:trace>
  <inkml:trace contextRef="#ctx0" brushRef="#br0" timeOffset="16859.9">2655 2099 121 0,'0'0'183'0,"-6"1"0"15,6-1-8-15,-4 4-4 0,4-4-13 0,-1 3-12 16,1-3-9-16,0 0-13 0,-5 2-12 0,5-2-7 16,0 0-11-16,-1 4-10 0,1-4-4 0,0 0-12 15,0 0 0-15,0 0-1 0,4 8 12 0,-4-8 3 16,6 4 11-16,-4-2 1 0,5-1 7 0,4 2 0 15,0-1-9-15,3 1-4 0,5-1 0 0,1-2-18 16,3 0-8-16,7 1-2 0,-3-4-7 0,5 5-2 0,-1-2-5 16,0-5-7-16,1 5 3 0,-3-1-12 15,4 0 5-15,2-2-5 0,-1 2 4 0,0 0-5 16,0 0-7-16,0-1 2 0,0 1-7 0,2-3 4 16,-2 3-5-16,-2 0 0 0,-3-1 2 0,4 1-5 15,-2 0 0-15,-8-1-2 0,8 1-3 0,-9 0 8 0,9 0-1 16,-9 1-10-16,5-2-1 0,-6 1 1 0,-1 2-2 15,-2-4-1-15,2 3 2 0,2-2-4 16,-3 1 3-16,0 2 2 0,-4-2-2 0,0 0-2 16,5 2 1-16,-6-2 1 0,5 1-3 0,-5-3-3 15,-1 0 7-15,2 2-5 0,-2 0-1 0,0 1 3 0,1-1-1 16,-1-2 1-16,1 4 0 0,-1-2-1 0,1 0-1 16,-3 1-2-16,4-3 2 0,-1 2 4 0,-1 1-4 15,-1 0 4-15,2 0 4 0,-3 0-7 16,0 0 5-16,2-1-7 0,0 0 2 0,0 1-5 15,-1 0 7-15,2 0-4 0,1 0 2 0,-4-2-1 0,2 4 3 16,-3-4-1-16,0 2 1 0,3 0-8 16,-2-1 6-16,4 1-2 0,-6 0 1 0,5 0 5 15,2 0-2-15,3-3-3 0,-5 3 4 0,2-1-2 16,2-3 3-16,1 4-3 0,0-1-2 0,4-2 10 16,-3 3-13-16,1-2 10 0,2 1-6 0,0 1 6 0,2-3-1 15,3-1-6-15,1 3-3 0,-9-1 1 0,2 0-2 16,1-1 3-16,3 3 0 0,-4 0 8 15,-1-3-7-15,2 3-4 0,-2-3 6 0,-2 1-2 16,3 2 3-16,-2-3-2 0,1 1-2 0,-4 1-1 16,0 0 4-16,1 0-1 0,2-1 0 0,-5 1 1 0,-2 0 0 15,6 0-1-15,1 0 4 0,-3-1-7 0,2 1 4 16,0 0 0-16,0-2 2 0,1 3-3 16,-3-2 0-16,6 1-3 0,-3-1 5 0,-2 0-2 15,13 1-2-15,-10 0 0 0,-1 0-1 0,6-2 3 16,-3 5-1-16,7-5 2 0,-7 3-1 0,-1-1 2 0,8 0-2 15,4 2-2-15,-4-2 2 0,-8-1 2 0,9 2-2 16,-7-1 3-16,6-1 0 0,0 2-2 0,0-1 1 16,-7 1-3-16,6-1-1 0,-7 1 3 15,1 1-3-15,1-2-6 0,-1 2 8 0,0-1-2 16,0 0-2-16,7 0 5 0,0-1-3 0,0-1 4 0,-1 2-1 16,1-1-1-16,-2 1-3 0,-5 0 5 0,9 1 1 15,-1-1-9-15,-3-1 6 0,4 1 3 0,-12 0-2 16,12-1 2-16,-3 2-5 0,4-2 0 15,-3 1-1-15,4-2 4 0,-1 0 3 0,2 4-3 0,-4-2-3 16,0-2 1-16,2 2 1 0,-4 0 0 0,2 0 0 16,0 0 6-16,-1 0-6 0,3 0-1 0,-5-1 1 15,4 1 2-15,-10-1-1 0,9 1-2 0,0 1 0 16,-1-1-1-16,4 0 2 0,0 1 1 0,-3-1-6 16,-1-2 8-16,-2 2 2 0,1-3 1 0,4 3-3 15,-3-1-6-15,4-1-3 0,-3 0 4 0,2 2-1 16,-2 0-5-16,0 0 7 0,-2 0-4 0,5 2 5 15,0-4 0-15,-3 2 0 0,-1 0-2 0,1-1 10 16,-1 2-9-16,-5-2-2 0,2-2 6 0,-4 6-1 16,0-6-2-16,0 3 4 0,-1 0-7 0,8-2 3 15,-7 2 2-15,-1-2-4 0,-3 2 3 0,-4 0-1 16,0-2 0-16,5 2 0 0,-1 0-1 0,-1-1 1 16,-2-1 1-16,2 1-2 0,-3 1-6 0,4-1 9 15,0 0 0-15,0-1 1 0,-7-1-3 0,3 1 5 16,-1 1-5-16,2-1 0 0,-1 1 1 0,1 0 1 15,-2 1-1-15,6-3 4 0,0 2-2 0,-1 1-3 16,-2-1-4-16,2-2 0 0,3 2 6 0,-1 0-2 16,0-1-2-16,1 1 0 0,2-2 2 0,5 2-7 15,2-1 13-15,-2-1-4 0,-6 3-5 0,7-2 3 16,-7-1 6-16,11 3-6 0,-4 0-2 0,4-2 1 16,-4 2 1-16,0-3 2 0,-6 0-1 0,6 3-2 15,0-1 2-15,3 1 0 0,-1-1-2 0,1-2-1 16,0 3-2-16,1-1 5 0,-1 1-2 0,2-1-1 15,1-1 2-15,1 2 0 0,0-1-2 0,-3-1 2 16,3 2-1-16,5 0 0 0,-7-3 4 0,6 1-2 16,-3 0-7-16,1 2 5 0,1-1 1 0,-2-1-1 15,0 1 2-15,1-1 1 0,1-1 0 0,1 2-4 16,-2-3 1-16,2 3 4 0,0-3-4 0,-3 2 2 16,5 0-4-16,-2 1 6 0,1-2 0 0,1 3-3 15,14-3 1-15,-18-1 1 0,6 1 3 0,10-4-7 16,-1 7 2-16,-12-1-3 0,14-2 0 0,-16 3 4 15,3-4 6-15,-1 3-8 0,0-3-3 0,-1 2 2 16,-3-2-5-16,18-1 5 0,-17 4 5 0,-1-3-4 16,-1 0 2-16,1 2 1 0,-4 0-5 0,3-1 3 15,-2 0-2-15,3 1-3 0,-1-2 4 0,-2-3 5 16,2 5-3-16,-3-2-1 0,0 4 1 0,1-1-1 16,-2-2 2-16,5 2-2 0,-4-5 0 0,0 3 4 15,3 0-8-15,-7-2 7 0,3 4-4 0,-1-2 3 16,0-3 1-16,0 3-2 0,2-1-2 0,-1 1 0 15,-2 1 1-15,3-7 0 0,-3 4-1 0,2 1 0 16,-2 1 4-16,2 0-3 0,-2 0 3 0,2-1-5 16,-1-1 4-16,1 2-4 0,1-1-2 0,-4 0 5 15,4-1 0-15,-3 0-1 0,2 0 0 0,1 2-2 16,-4-3 1-16,5 2 2 0,-2 1 1 0,-2-4-1 16,0 1-2-16,2 0 2 0,-5 1-2 0,5 0 2 15,1 0-7-15,-4 0 9 0,3-2-4 0,-3 1 2 16,0 2-1-16,2 1-1 0,-10 0-4 0,9-3 5 15,-2 1 2-15,1-1 3 0,0 5-6 0,0-6 6 16,0 1-8-16,-2 2 10 0,2 0-8 0,-7 2 2 16,2-3-1-16,-2 3-1 0,-3-3 1 0,12 1-2 15,-2 1 0-15,-9-2 1 0,4 1 0 0,-3 2 1 16,8-2 0-16,-9 1-6 0,2 0 9 0,0 0-3 0,-1 0-2 16,1 1 1-16,-1-2-1 0,2 3 2 15,-3 0 0-15,1-3-1 0,-1 3-2 0,-3-4 4 16,4 3 0-16,-7 1-3 0,1 0 6 0,-3-2-3 15,3 3 0-15,3-2 5 0,-4 0-10 0,-3 0 8 0,3 2-11 16,-4-1 11-16,2-2-6 0,-3 1 2 0,1 1 6 16,-2 0 2-16,-3 0 10 0,2 1 3 0,2-3-10 15,-5 3 13-15,0-1-3 0,-5 1-5 16,8-4 4-16,-8 4-1 0,6-1-10 0,-6 1 0 0,0 0 3 16,0 0-6-16,8 0-3 0,-8 0-1 0,0 0-1 15,4-1-7-15,-4 1-14 0,0 0-22 0,0 0-24 16,0 0-24-16,0 0-25 0,0 0-40 15,0 0-45-15,7 7-66 0,-6-4-231 0,-1-3-537 0,0 0 238 16</inkml:trace>
  <inkml:trace contextRef="#ctx0" brushRef="#br0" timeOffset="21042.08">3961 2815 370 0,'-1'-6'387'0,"-4"-1"-1"16,5-1 3-16,-1 3-24 0,-1 1-2 0,-1-1-34 16,2 1-32-16,1 4-30 0,-1-5-33 0,1 5-29 15,0 0-23-15,0 0-29 0,0 0-11 0,0 0-9 16,-6 12-21-16,6-2-9 0,0 1-3 0,0 2-14 16,-1 4-7-16,-2 0-4 0,3 2-11 0,0-1-1 15,0 2-7-15,0 0-8 0,0-1-5 0,-1 1-1 16,-2-2-5-16,3-2-6 0,-1 1-1 0,-2-3 0 15,3-1-1-15,-3-1-3 0,2-2-3 0,1-2 0 16,0-1-8-16,0 0 6 0,-3-2-6 0,3-1 6 0,3-1 3 16,-6 2 2-16,3-5 2 0,0 0-3 15,0 0-3-15,0 0-8 0,0 0 3 0,0 0-3 16,7-16 0-16,-4 4-3 0,-2 2-3 0,2-4 1 16,-2-4-4-16,6-7 2 0,0-3 1 0,-2 2-3 0,3-3 0 15,-2-1 0-15,-1-1-3 0,-1 2-3 0,3 2-1 16,-3 1 3-16,3-2 1 0,-4 9-2 15,-1 0 11-15,0-3 11 0,0 4 9 0,1 5 14 0,0-5 12 16,-2 6 9-16,1 2 0 0,-1-1 2 0,0 2-1 16,3 3 0-16,-5-1-10 0,1 2-4 0,1 0-14 15,-1 2-13-15,0 3-3 0,3-3-5 0,-3 3-3 16,0 0 3-16,12 16-4 0,-6-6-6 0,6 5 4 16,-2 4-1-16,-1 1-2 0,3 6 0 0,2 2-2 15,-6 1 5-15,4 0-6 0,-2 0 1 0,0-1-15 16,0-2-20-16,-3-1-9 0,3 2-18 0,-5-8-14 15,3 1-13-15,-1-2-10 0,-3 0-13 0,2-2-14 16,-5-4-25-16,3-2-6 0,1 1-31 0,-5-4-10 16,4-1-3-16,-2-2-4 0,-1 1 3 0,0-2-19 15,-1-3-31-15,0 0-24 0,0 0-20 0,0 0-20 16,0 0-3-16,-9-11-186 0,1 5-538 0,1-2 239 16</inkml:trace>
  <inkml:trace contextRef="#ctx0" brushRef="#br0" timeOffset="21208.36">4047 2921 168 0,'-5'0'200'0,"5"0"17"16,-6-4 4-16,2 3 0 0,4 1-11 0,0 0-3 16,-5-4-7-16,5 4-6 0,0 0-8 0,0 0-9 15,-3-2-16-15,3 2-15 0,0 0-19 0,11-6-12 16,-4 4-8-16,5-1-11 0,-1 1-11 0,4-1-12 0,0-1-34 16,5-1-39-16,-2 0-40 0,1 1-46 15,3 2-69-15,1-3-56 0,0-1-232 0,-3 1-481 16,2 0 213-16</inkml:trace>
  <inkml:trace contextRef="#ctx0" brushRef="#br0" timeOffset="21628.58">4523 2733 132 0,'0'0'339'16,"0"0"-10"-16,0 0-11 0,0 0-7 15,-4-3-11-15,4 3-12 0,0 0-21 0,0 0-12 16,0 0-19-16,0 0-28 0,0 0-21 0,0 0-17 0,-16 4-16 16,12-1-16-16,-2-2-7 0,2 3-12 0,-5-2-10 15,3 2-11-15,0 0-6 0,-3 0-8 0,-1 2-2 16,0 1-9-16,2-1-8 0,-1 0-3 0,0 1-10 16,4-1-6-16,-1 1 0 0,2-1-8 0,0-1-4 15,1 2-2-15,-2-1-4 0,2-1 3 0,3 3 0 16,0-2-16-16,3 1 10 0,-2-1-3 0,5 0-2 15,-1 1 0-15,-1-2-1 0,4 4-3 0,-2-1 2 16,6-1-1-16,-4 1-3 0,2 0-7 0,3-1 2 16,-3 1 4-16,1 0-7 0,0-2 3 0,-5-1-4 15,4 2 3-15,-3-2-9 0,-2 1-1 0,-1-3 1 16,0 2-6-16,-1-1 0 0,-2-1 1 0,2 2-1 16,-3-5-1-16,0 3 4 0,0-3 0 0,-4 5 1 15,-1-2-1-15,5-3 2 0,-11 5-2 0,4-4-14 16,-3 0-16-16,-2-1-21 0,3 2-13 0,1-4-19 15,-1 2-11-15,1-1-15 0,2-2-19 0,0 1-21 16,-1-1-39-16,6-4-38 0,-3 3-43 0,5-5-48 16,2 0-228-16,1-2-595 0,4-1 263 0</inkml:trace>
  <inkml:trace contextRef="#ctx0" brushRef="#br0" timeOffset="22046.86">4822 2722 17 0,'0'0'310'0,"0"0"1"0,0 0-6 16,0 0-7-16,0 0-6 0,0 0-18 15,0 0-8-15,0 0-18 0,-14-2-17 0,14 2-10 16,0 0-13-16,-16 5-31 0,10-3-2 0,-1 1-17 0,3 1-10 16,-2-1-20-16,1 0-13 0,1 1-10 0,-3 2-13 15,3-4-10-15,1 3-1 0,-1 0-11 0,3 2-5 16,0-2-11-16,1 1-3 0,-2 0 0 0,4 2-12 15,0 1 4-15,2-1-6 0,2 2-3 0,-2-2-13 16,4 4 8-16,0-1-1 0,-1-1-3 0,5 0-5 16,-5-1 3-16,3 2-1 0,3 1-2 0,-5-1-4 15,2-4-2-15,-3 2-1 0,5-1 0 0,-9 0-3 16,5-1-5-16,-4-2 1 0,-4 3-5 0,4-5-2 16,-3 2 6-16,-1 0-4 0,0-2 6 0,0-3-2 15,-6 7 3-15,0-2-7 0,-2-2 6 0,-4-1-1 16,5 1-1-16,-7-2 8 0,2 0-8 0,1 1 7 15,0-2 4-15,-1 0 1 0,5 0 8 0,-2 0 0 16,-1 0 11-16,10 0-2 0,-11-2 3 0,7 0-11 16,4 2 0-16,-5-4-8 0,2 0-22 0,3-2-30 15,0 4-42-15,3-4-42 0,2 0-41 0,-1 0-58 16,6-4-63-16,-1 2-69 0,2-2-54 0,0 3-205 16,1-1-659-16,1 2 292 0</inkml:trace>
  <inkml:trace contextRef="#ctx0" brushRef="#br0" timeOffset="22479.47">5043 2758 163 0,'1'-3'307'16,"-1"3"-3"-16,3-5-1 0,-3 5-12 15,0 0-5-15,3-3-4 0,-3 3-11 0,0 0-33 16,0 0-21-16,0 0-21 0,0 0-22 0,0 0-27 15,0 0-14-15,0 0-15 0,0 0-7 0,0 0-12 0,-3 11-11 16,3-11-11-16,-3 9-10 0,2-1-3 0,1-2-2 16,0 1-9-16,-2 3 1 0,2 1-13 15,-1-1 2-15,1-2-6 0,0 5-6 0,0-2 0 16,1 0-1-16,2-1-2 0,0 0-5 0,0 1-1 0,-2-4 3 16,-1 1-2-16,4 0-8 0,0-2 5 0,4 0 8 15,-4 0-12-15,5-1-1 0,-4-1-4 0,2 0 1 16,5-3-3-16,0 2-3 0,-1-3-8 0,0-2-5 15,1 0 0-15,0-1-4 0,-2-1 3 0,1-2-7 16,1 2 6-16,-1-3-8 0,-1 0-1 0,-1-2 1 16,-1 1-1-16,-1-1-1 0,0-1 2 0,-2 0 3 15,-1-1-3-15,-1 2 6 0,1-2 4 0,-4 5 1 16,0-5 16-16,0 4-4 0,0 1 10 0,0 0-4 16,0-1-5-16,-1 2-3 0,1-1-2 0,-3 2-1 15,3 4-1-15,-1-6-8 0,1 6-35 0,0 0-28 16,-3-4-35-16,3 4-35 0,0 0-28 0,0 0-42 15,-11 9-38-15,11-4-37 0,0-5-236 0,0 6-564 16,3-3 251-16</inkml:trace>
  <inkml:trace contextRef="#ctx0" brushRef="#br0" timeOffset="23299.1">5421 2750 306 0,'0'0'346'0,"-1"-5"0"16,1 5-33-16,0 0-22 0,0 0-21 0,0 0-32 16,0 0-28-16,0 0-25 0,0 0-16 0,0 0-22 15,0 0-18-15,0 0-8 0,5 16 2 0,-5-11-26 16,1 3-5-16,2-2-13 0,0 5-6 0,0-1-7 0,-1-1-1 16,2 1-9-16,0 0-8 0,1 0 6 15,-1 2-12-15,1-3-2 0,-2 0-4 0,0-2-5 16,0 1-4-16,0-3 2 0,0 0-9 0,-2-1 11 15,2 0-6-15,-3-4 5 0,4 4-7 0,-4-4 0 0,0 0-3 16,0 0 2-16,0 0-3 0,11-7-4 0,-6 4-1 16,-3-2 4-16,2-1-7 0,0-1 2 15,1-1-4-15,1-1-1 0,1 1-1 0,-2-1-3 16,3 1 7-16,-2-3 0 0,-2 6-2 0,3-4 7 0,-2 4 5 16,-1-1-1-16,0 1 0 0,0 0-5 0,-1 0-2 15,1 4-2-15,-1-3-5 0,1 2-1 0,-4 2-5 16,8-1 2-16,-8 1-2 0,0 0 9 15,10 7-9-15,-6-4-2 0,0 1-4 0,-1 2 4 0,2 0-1 16,-3 0 5-16,3 3 2 0,0-2-13 0,-1 1-1 16,0 1-8-16,1 0-2 0,-1-3-6 0,-1 0 1 15,2 1-6-15,-4-2 6 0,2-1-3 0,1 1 4 16,-3-2 6-16,2-1 4 0,-3-2 9 0,3 3-2 16,-3-3-1-16,0 0 0 0,0 0 7 0,8-7-4 15,-8 7 1-15,5-6 3 0,-1 1-3 0,-1 0 11 16,0-2 6-16,-1 1-2 0,1 0-2 0,1-1 0 15,0-2 4-15,-1 0 1 0,2 4 0 0,1-2 3 16,-3 2-5-16,1 0 1 0,0-1-13 0,0 2 11 16,-3 2-5-16,3-2-1 0,2 2-3 0,-6 2 14 15,8 0-14-15,-8 0-2 0,11 5 2 0,-7-2 7 16,3 1-11-16,-1 3-3 0,0-1 0 0,2 4 6 16,3-4-3-16,-3 4 6 0,2-2-18 0,3 0 1 15,-2 0-5-15,8 1 0 0,-1 0-5 0,-1-2-3 16,0 0-2-16,0-2 3 0,-4-1-3 0,3-3-5 15,-2 0 4-15,2-1 3 0,-4-1 2 0,3-2 2 16,-1 1 9-16,-3-3-3 0,0 1 0 0,1-3 4 16,-3 0 6-16,-2-1 5 0,1-1-2 0,-2 1 9 15,-2-3 3-15,0-1 1 0,-2 2 11 0,1-2 16 16,-3 0 11-16,0 2 14 0,0 1 19 0,-3-2 6 16,3 4 13-16,-2 1 3 0,-2-1-7 0,4 2-3 15,-3 0-12-15,0 1-13 0,3 4-9 0,-5-4-10 16,1 3-2-16,4 1-10 0,0 0-3 0,-19 6-4 15,13-3-2-15,-3 2-2 0,1 0-7 0,1 3 3 0,3-3-4 16,0 6-6-16,0-4-16 0,-2 4-35 0,6-2-23 16,-4 2-27-16,5 1-21 0,2-3-24 0,3 3-29 15,-1 1-35-15,5-3-45 0,3 1-69 0,8 1-68 16,5-1-211-16,2-1-639 0,6-2 282 0</inkml:trace>
  <inkml:trace contextRef="#ctx0" brushRef="#br0" timeOffset="24235.77">6895 2689 195 0,'0'-4'316'16,"-1"-2"-8"-16,0 1-14 0,-1-2-11 0,-2 3-14 15,3 0-11-15,-3-3-17 0,3 2-21 0,-4 2-21 16,0 0-15-16,-1-4-19 0,1 5-3 0,-2-2-18 16,-2 2-13-16,3 0-12 0,-3-2-15 0,-2 3-5 15,-1 1-17-15,-1 0-4 0,1 0-2 0,-2 5-14 16,2-3-4-16,0 4-4 0,-3-1-5 0,4 4-7 16,2-4 0-16,-5 5-7 0,5-4-13 0,-1 10 7 15,1-6-4-15,3 5 1 0,2-3-2 0,0 0 2 16,1 0-1-16,4 2-11 0,4 2-8 0,-3 1-1 15,7-3-19-15,1 2-22 0,0-7-20 0,3 6-16 16,5-4-23-16,-2-1-23 0,5-1-17 0,-2-2-18 16,1 0-15-16,-2-3-17 0,2-2-8 0,2 1 20 15,-4-3 17-15,2 1 9 0,-6-2 15 0,1 0 14 16,-6-3 15-16,2-1 22 0,1 1 42 0,-5 0 32 0,0-1 33 16,-4 1 27-16,1 2 24 0,1-1 16 15,-1-1 11-15,-1 1 0 0,-3 3-7 0,3-3-5 16,-3 3-13-16,0 0-12 0,4-3-10 0,-4 3-5 15,0 0 3-15,0 0-14 0,0 0-7 0,0 0 1 0,0 0-3 16,0 14-5-16,0-9 1 0,0 0-4 0,0 2-1 16,4-2-2-16,-4 1-4 0,6 1-2 15,-1-2-2-15,0 1-2 0,-1-1-3 0,3 0 2 16,-1 0-6-16,-1-2-8 0,3 0-3 0,-1-2-8 0,1 0 0 16,-1 1 0-16,-7-2-3 0,14-3-4 0,-8 2-3 15,-1-2-1-15,0 0 2 0,-1-2-1 0,0 0 2 16,-3-1 1-16,-1-1 1 0,-1 1 4 15,-3-1 0-15,0-4 0 0,-1 2 2 0,-1-1 1 0,-2 2 5 16,2 0 8-16,1 3 5 0,-2-2 9 0,3 0 2 16,0 5 1-16,0-3 12 0,0 0-11 0,2 2-1 15,2 3 2-15,-5-3-4 0,5 3-2 0,0 0-9 16,0-5 2-16,0 5-2 0,0 0-4 0,8-6-3 16,-1 4-3-16,-2 2-6 0,2-2-3 0,5 2-2 15,-1-1-8-15,2 0-2 0,-3-2-4 0,4 3 0 16,1-3-4-16,-1 3 3 0,1-5 3 0,-3 4 0 15,0-3 5-15,2 1 1 0,-3-1 5 0,-1 2 1 16,-1-2 2-16,0-1 6 0,-3 3 7 0,2-2 13 16,-4 0 10-16,1 1 4 0,-3 1 4 0,-2 2 4 15,5-4-3-15,-5 4 2 0,3-2-2 0,-3 2-5 16,0 0-1-16,4-4-7 0,-4 4-4 0,0 0-1 16,0 0-2-16,0 0 0 0,0 0 2 0,0 0-8 15,0 0 1-15,0 10 3 0,0-10-4 0,1 8 3 16,2-3-2-16,0 0 2 0,-1 1-2 0,1 1-2 15,3 2 5-15,0 0-6 0,1 1 5 0,3-2 2 16,-1 2-6-16,-1-1 6 0,3 1 4 0,-4 1-11 16,1-4 3-16,-1 2-1 0,1-3 0 0,-1 2-2 15,-3-3 1-15,3 0 0 0,-4-2-1 0,-2 1-2 16,-1-1 3-16,0-3 5 0,0 0-5 0,-1 8 5 0,-3-5-3 16,-2-2-1-16,2 0 3 0,-3 1-2 15,7-2-8-15,-15 0-18 0,7-2-25 0,1 1-27 16,-1 0-18-16,1-3-41 0,3 0-19 0,-3 0-39 15,3 0-25-15,1 1-30 0,1-3-131 0,2 0-406 0,2 0 180 16</inkml:trace>
  <inkml:trace contextRef="#ctx0" brushRef="#br0" timeOffset="24503.42">7491 2463 272 0,'-4'-7'301'0,"4"7"-28"0,-1-2-30 0,1 2-32 0,0 0-2 16,0 0-2-16,-4 11-3 0,2-6-4 0,2 6 13 15,0-3-31-15,0 9-8 0,2-4-16 0,-1 4-2 16,3 1-17-16,0-5-15 0,-2 7-11 0,0 0-8 16,3 1 1-16,1-1-24 0,-2 0-4 0,3 9-5 15,-3-4-9-15,3-4-4 0,-1-1-6 0,0 0-13 16,-2 0-30-16,0-2-40 0,-1-2-28 0,1-2-37 15,-1-3-40-15,-2-1-44 0,3-1-35 0,-3-1-37 16,2-2-42-16,-1-2-176 0,0 0-507 0,1-3 224 16</inkml:trace>
  <inkml:trace contextRef="#ctx0" brushRef="#br0" timeOffset="24721.82">7491 2674 360 0,'-5'-2'434'0,"2"-2"2"16,-1 2-3-16,4 2-10 0,-6-4-19 0,2 2-24 16,4 2-25-16,0 0-24 0,-5-3-23 0,5 3-27 15,-1-5-23-15,1 5-27 0,0 0-24 0,0 0-24 16,0 0-11-16,0 0-21 0,12-1-22 0,-4 1-19 16,-8 0-42-16,19 4-40 0,-7-3-47 0,1 0-52 15,4 2-56-15,2-4-61 0,-1 4-66 0,2-2-81 16,3-1-88-16,-2-1-289 0,-1 1-769 0,-2-1 341 15</inkml:trace>
  <inkml:trace contextRef="#ctx0" brushRef="#br0" timeOffset="27748.18">8126 2542 42 0,'0'-5'310'15,"0"5"-3"-15,-1-8-3 0,-2 5-4 0,3 0-7 16,-1-1-6-16,1 4-12 0,-3-4-17 0,3 4-26 15,0 0-26-15,0 0-29 0,-7-2-15 0,7 2-22 16,0 0 2-16,-8 10-28 0,4-1-9 0,-3 0 5 16,-6 6-10-16,3 1-14 0,0 0 13 0,1 3-7 15,-2 0-10-15,0 1-3 0,-1 6-9 0,4-6-7 16,1-1-2-16,0 0-4 0,1 1-7 0,3-1-4 16,0 0 0-16,3 0-5 0,2-3-2 0,-1-1-3 15,4 0-3-15,6 1-1 0,-3-3-3 0,2-1-1 16,6-2 0-16,3-1-28 0,0-1-40 0,3-1-49 15,1-2-40-15,-1-3-39 0,2-1-56 0,-2-1-53 16,1-2-66-16,-1-1-273 0,-3-2-666 0,1-1 295 16</inkml:trace>
  <inkml:trace contextRef="#ctx0" brushRef="#br0" timeOffset="28183.06">8436 2530 70 0,'0'0'291'0,"0"0"5"0,2-4-5 0,-2 4-6 15,0 0-6-15,0 0 4 0,0-3-11 0,0 3-8 0,0 0-16 16,0 0-19-16,0 0-6 0,0 0-18 0,0 0-12 15,0 0-18-15,0 0-23 0,0 0-12 0,0 0-15 16,-19 6-15-16,15-3 0 0,-2-2-14 0,2 3-12 16,-1 1-3-16,0-1-10 0,-1-2-5 0,2 2-16 15,1 0 2-15,-1 2-7 0,1-2 1 0,-1 2-10 16,4 0 1-16,0 0-1 0,0-1-3 0,4 3-3 16,2 1-3-16,-1-1-1 0,4 2-4 0,0-3-1 15,0 3-1-15,2-4-2 0,-3-1-3 0,-1 4 0 16,3-4-2-16,-2 2-8 0,-2-1 4 0,0-2 2 15,-2-1-6-15,0 2-5 0,-1 0-5 0,0-3 9 16,-2 1-11-16,-1-3-3 0,-1 5 6 0,1-5 2 16,-6 6 2-16,1-2 3 0,-1-1-16 0,-2 0-29 15,-4 0-16-15,1 2-28 0,0 0-30 0,0-1-29 16,-1 0-21-16,-3 0-37 0,4 1-31 0,1 0-38 16,1-1-35-16,4-2-34 0,-5 4-194 0,3-2-579 15,6-1 256-15</inkml:trace>
  <inkml:trace contextRef="#ctx0" brushRef="#br0" timeOffset="28400.49">8692 2846 116 0,'0'5'244'15,"0"-5"-12"-15,0 6-6 0,-3-1-14 0,2-1-16 0,0 1-17 16,-2 0-14-16,0 0-18 0,2 0-12 15,-1 2-13-15,0-1-12 0,0 0-12 0,-4-1-11 16,3 1-11-16,3 0-25 0,-3 0-39 0,2-3-27 16,1 4-29-16,-2-4-29 0,2-3-30 0,2 6-37 0,1-5-38 15,-3-1-132-15,10 0-334 0,-10 0 148 0</inkml:trace>
  <inkml:trace contextRef="#ctx0" brushRef="#br0" timeOffset="28869.06">8927 2613 81 0,'-2'-3'318'0,"0"-1"-3"16,-1 0-23-16,3 4-20 0,-6-5-15 0,6 3-26 16,0 2-24-16,-6-4-24 0,6 4-17 0,-8 0-4 15,8 0-28-15,-11 0-15 0,5 2-13 0,-1 1-6 16,-3-1-14-16,3 3-9 0,-5 0-6 0,8 1-8 15,-6 3-4-15,2-3-7 0,-1 4 0 0,2-2-9 16,2 0 0-16,-1 2-10 0,0-1-5 0,1 0 5 16,1-3-8-16,2 3-2 0,2-1-6 0,-2 0-2 15,6-2-7-15,-2 0-3 0,3 1-8 0,0-2-7 16,2-3-10-16,0 3-11 0,1 0-8 0,6-3-1 16,-5-1-2-16,1 1-2 0,5-5 6 0,-3 3 3 15,2-1 2-15,-5-5 12 0,4 3-5 0,-3-2 0 16,0 0 4-16,-2-1 5 0,3 1 3 0,-6-1 11 15,1-1 21-15,-1 2 29 0,-2 1 3 0,1-1 5 16,-1-1 17-16,-1 3 7 0,0-1 1 0,2 1 6 16,-4 3-8-16,1-4-3 0,-1 4-14 0,3-6-10 15,-3 6-8-15,0 0-15 0,0 0 2 0,0 0 0 16,0 0-1-16,0 0-6 0,1 13-3 0,-1-8-2 16,3 1-5-16,-3 0 1 0,1 0-2 0,2 1-12 15,0 1-18-15,1-2-12 0,1 3-19 0,1 1-21 16,2-3-26-16,-4-1-25 0,3-1-33 0,2 2-35 15,4-2-48-15,-2-3-43 0,-1 2-217 0,3-4-539 16,1 0 239-16</inkml:trace>
  <inkml:trace contextRef="#ctx0" brushRef="#br0" timeOffset="29203.54">9126 2427 291 0,'0'0'358'0,"0"0"-16"0,0 0-14 0,0 0 10 16,0 0-8-16,15 6-7 0,-7-3-9 0,0 2-22 0,4 0-23 16,1-1-25-16,-4 4-22 0,8 0-17 0,-5-1-20 15,4 7-17-15,-1-5-19 0,0 1-16 0,-1 4-11 16,-1-1-13-16,-2 2-11 0,0-2-7 0,0 1-12 15,-3 3-8-15,3-2-5 0,-3 2-6 0,-3-5-13 16,0 0-2-16,-4 2-2 0,2-1-4 0,-2 0-3 16,-2 0-7-16,2 0 4 0,-4-1-6 0,1-1-2 15,-3 0-4-15,0 1 2 0,-2-1-21 0,2-1-24 16,-1 0-19-16,1-5-32 0,-2 3-43 0,2 0-28 16,-2-1-25-16,3-3-39 0,-2 0-26 0,0 2-42 15,3-4-28-15,0 1-45 0,3-3-255 0,-3 3-654 16,3-3 289-16</inkml:trace>
  <inkml:trace contextRef="#ctx0" brushRef="#br0" timeOffset="30474.52">9824 2534 150 0,'0'0'308'0,"0"0"-14"0,0 0-13 16,0 0-11-16,0 0-15 0,0 0-11 0,0 0-19 15,0 0-2-15,0 0-7 0,0 0-11 0,0 0-2 16,0 0-8-16,0 0-4 0,0 0-7 0,0 0 1 16,0 0-4-16,0 0 2 0,0 0-2 0,0 0-11 15,13 3-4-15,-9-2-13 0,2 0-4 0,-1 1-14 16,-5-2-14-16,13 0-9 0,-4 0-9 0,-2-2-15 15,1 2-3-15,0 2-8 0,4 0-10 0,-2-1-6 16,1 1-10-16,2-2-3 0,-3 0-6 0,2 1-4 16,-5-1-3-16,1-1-3 0,2 3-7 0,-1-3 2 15,-2 1-6-15,0-3-3 0,0 6-8 0,5-6-15 16,-7 3-18-16,1 3-20 0,-1-2-14 0,-5-1-23 16,9 0-33-16,-9 0-27 0,6 1-30 0,-6-1-26 15,8 0-33-15,-8 0-32 0,0 0-43 0,4 6-40 16,-4-6-34-16,0 2-234 0,0-2-661 0,0 0 294 15</inkml:trace>
  <inkml:trace contextRef="#ctx0" brushRef="#br0" timeOffset="30691.98">9895 2680 25 0,'0'0'264'0,"2"4"10"0,-2-4 1 0,3 2-4 16,-3-2-2-16,12 5-12 0,-8-3-9 0,3 1-19 16,4-1-21-16,-2 1-25 0,4-2-14 0,0 1-23 15,-2 1-10-15,5-2-18 0,-2 1-16 0,2-1-9 0,-2-1-32 16,0 0-41-16,5 1-43 0,-5-1-39 0,0-1-56 16,1 1-61-16,0-1-58 0,-1-1-219 15,-1 1-492-15,1-3 219 0</inkml:trace>
  <inkml:trace contextRef="#ctx0" brushRef="#br0" timeOffset="31160.46">10471 2483 92 0,'0'0'212'0,"0"0"-4"0,-1 4 3 15,1-4 4-15,-3 7-5 0,2-4-6 0,-2 1-4 16,0 1-11-16,-2 2-16 0,5-2-11 16,-3 1-11-16,2 3-5 0,-1-1-10 0,0-1-11 0,2 4-15 15,-2-3-6-15,2 0-8 0,2 2-14 0,-1 1-6 16,0-1-5-16,5 0-6 0,-4 0-9 0,7-2-4 15,-4 2-1-15,-1-3-5 0,2 1-5 0,3-2-6 16,-2-3-1-16,1 4-3 0,-1-3 0 0,2 1-2 16,0-3-7-16,-1 0-3 0,0-1 4 0,-1-2-3 15,1-1 1-15,-1 1-9 0,-2-3 4 0,4 2-6 16,-3-2 6-16,1 1-4 0,-3-3-1 0,0 0 0 16,4-5 2-16,-4 4-2 0,0-2 2 0,-2 1 0 15,3-2-2-15,-1 1 7 0,0-1 2 0,1 1-7 16,-2-1 8-16,-1 3-2 0,-1-3 4 0,-1 4-4 15,0-1-2-15,0-1-7 0,0 3-1 0,-1 0-3 16,-6 1-6-16,4-1 11 0,-2 3-29 0,-3-2-21 16,-2 2-21-16,-1 0-25 0,-1 2-29 0,-3-2-37 15,4 0-40-15,-4 2-54 0,3 4-39 0,-2-2-200 16,1-1-522-16,1 0 231 0</inkml:trace>
  <inkml:trace contextRef="#ctx0" brushRef="#br0" timeOffset="31846.77">11552 2347 42 0,'9'-6'287'0,"-3"-3"-6"0,1 0-5 16,0 0 3-16,1-1-3 0,-1-3 1 0,-3 4-6 15,0-1-10-15,0 0-8 0,-1-1-11 0,-2 2-10 16,2-1-8-16,-3 4-19 0,-1-1-21 0,-1 1-13 16,0-1-22-16,-3 2-12 0,4-1-19 0,-4 1-14 15,-3 1-10-15,2 0-14 0,-1 2-1 0,-4 1-15 16,1-1-7-16,0 2-4 0,-2 3-11 0,1 0-1 16,0 1-7-16,-4 2-4 0,5 1-1 0,1 1-4 15,-5 2-1-15,-1 3-7 0,7-3 0 0,-3 6 1 0,3-1 0 16,0 1-5-16,0 2 6 0,4 0-4 15,3 0-3-15,-1 1 0 0,2 1-1 0,4 5 1 16,-2-4 1-16,-1 6-2 0,7 1-2 0,-1-2 1 16,-2-5-3-16,4 5 2 0,1 1-1 0,-6-7 2 15,5 1-3-15,-3 3-1 0,2-4 2 0,-2 2-5 16,2 3 3-16,-2-6-1 0,1 0-16 0,-2-6-30 16,-1-2-28-16,1 4-7 0,-2-4-34 0,1-1-16 15,-4-1-21-15,3-3-21 0,-2 1-24 0,-1-1-22 0,0-3-24 16,0-3-36-16,0 0-40 0,-2 3-223 15,2-3-580-15,0 0 256 0</inkml:trace>
  <inkml:trace contextRef="#ctx0" brushRef="#br0" timeOffset="32180.67">11344 2539 66 0,'0'0'361'0,"0"0"-9"0,0 0-2 15,0 0-6-15,0 0-16 0,0-5-12 0,0 5-18 16,0 0-18-16,0 0-21 0,0 0-26 0,10-4-20 0,-10 4-25 16,5 0-17-16,2-1-15 0,0 1-20 0,2 0-11 15,2 1-13-15,0 1-15 0,0-1-8 0,1 2-12 16,3-2 6-16,0 1-16 0,-4 1-4 0,7 2-12 15,-4-3-7-15,0 1-1 0,0-3-18 0,-1 2-13 16,1 0-8-16,-2-1-17 0,-2-2-10 0,-2 5-12 16,-2-3-13-16,4-1-7 0,-6 0-15 0,-4 0-16 15,10-1-22-15,-10 1-28 0,8-1-33 0,-8 1-44 16,8-3-44-16,-5 2-30 0,-3 1-46 0,4-6-186 16,-4 4-562-16,0 2 250 0</inkml:trace>
  <inkml:trace contextRef="#ctx0" brushRef="#br0" timeOffset="35091.03">10710 2309 184 0,'0'0'286'0,"0"0"-24"0,0 0-29 0,0 0-20 15,9 1-23-15,-9-1-18 0,0 0-17 0,9 7-13 16,-5-5-15-16,2 2-10 0,-1 0-13 0,-1 1-12 16,-1 0-4-16,5 0-12 0,-4 0-5 0,3 2-8 0,1-3-7 15,-5 1-3-15,1-2-3 0,3 1-9 0,-3 1-2 16,0-2-7-16,0 1 1 0,0-3-1 0,0 2-7 15,-4-3 0-15,4 2 1 0,-4-2 7 16,3 3 10-16,-3-3 9 0,4 1 2 0,-4-1 9 0,0 0-14 16,0 0-2-16,8-9 1 0,-7 7-6 0,1-2 4 15,-1 0 5-15,-1 4-13 0,-1-8-2 0,1 3-7 16,0 0-1-16,-3 0-6 0,0 1 1 0,3 0-4 16,0 4-3-16,-8-7-3 0,6 2-5 0,-2 2 13 15,-2 0 0-15,1 1-17 0,-2-1-4 0,-3 2-1 16,2-1 4-16,-7 3-4 0,3-2 4 0,2 1-4 15,-3 1 2-15,-1-1 3 0,-2 1 10 0,-1 2-10 16,0-1 1-16,3 1 3 0,-1-1-3 0,0 5 4 16,-1-2-2-16,4-2 3 0,-2 4-5 0,1 0 3 15,0-1-2-15,1-1 2 0,3 0 0 0,-1 3-2 16,-1-2 5-16,7-1 1 0,-4 3-3 0,1-2 0 16,1 2-7-16,1-2 16 0,1 1-9 0,0 1-4 15,4-2 3-15,0 1 4 0,-1 0 11 0,-2 2-20 16,3-2 1-16,4 3 4 0,-4-4-4 0,4 6 0 15,3-3 5-15,0 2-7 0,-2-2 8 0,1 2 0 16,2 1-5-16,0-3-1 0,0 0 2 0,2 1-1 16,-1-1-2-16,3 0 4 0,-3 0 0 0,3-2-4 15,-3-1 0-15,2 1-6 0,2 0 8 0,-1 1-5 16,1-2 12-16,1-2-15 0,0 1 0 0,-1-1-3 16,-1-2-5-16,2-1 3 0,2 1 4 0,-3-1-9 15,0-2 5-15,2 1 2 0,-4-2-9 0,1 1 10 16,-1-1-2-16,4-2 2 0,-7-3 4 0,3 5-4 15,-4 1 0-15,0-3 0 0,-2-1 1 0,1 4 3 16,3-3-2-16,-5-2 2 0,0 4 1 0,2-2 1 16,-2-2-4-16,-3 2 0 0,2 0 5 0,-3 4 1 15,8-6-2-15,-7 3 2 0,1 1-5 0,-2 2 3 16,1-4-3-16,-1 4 0 0,3-4 2 0,-3 4 7 16,0 0-14-16,0 0 3 0,-3-5-6 0,3 5 1 15,0 0 1-15,0 0 1 0,0 0-1 0,0 0 2 0,0 0-1 16,0 0 3-16,0 0-2 0,0 0 4 0,0 0-1 15,0 0-5-15,-19 5 5 0,19-5-3 16,-7 4-1-16,7-4 8 0,-7 4-3 0,6-2-2 16,-4-1 6-16,-1 2-3 0,4-1-8 0,2-2 8 0,-6 4-1 15,2-1 1-15,-2 2 4 0,2-4-6 0,-1 3 1 16,1 0 5-16,1-3-3 0,-4 0 0 16,2 1 3-16,5-2 1 0,-11 3 14 0,4-1-5 15,0-1 9-15,2-1-4 0,-3 0 0 0,-2 0 8 0,-1-1-3 16,2 2-2-16,-2-2 4 0,0 1-6 0,-1-1 0 15,1 0-4-15,1-1 1 0,-3 1 0 0,5-1 6 16,-3 2-5-16,0 0-10 0,2-1 21 0,0 0-17 16,4 1 2-16,-6-4-4 0,4 3 6 15,0 0 9-15,7 1-8 0,-8-4 5 0,0 1 2 0,8 3-3 16,-8-3-4-16,8 1 3 0,0 2-3 0,-7-5-8 16,7 5-14-16,-5-6-27 0,3-1-33 0,1 1-45 15,-2 1-63-15,3-3-69 0,4-4-104 0,-8 2-233 16,4-1-629-16,0-2 278 0</inkml:trace>
  <inkml:trace contextRef="#ctx0" brushRef="#br0" timeOffset="36194.98">11883 2417 160 0,'-6'-4'275'0,"6"4"-19"0,-9 0-21 16,9 0-17-16,-10 1-10 0,2 2-20 0,1-1-16 15,-2 3-7-15,2 0-12 0,0 2-10 0,-1 3-10 16,0-3-15-16,1 1-3 0,3 1-14 0,-1 0-10 16,-1 0-6-16,6 3-9 0,-5-7-6 0,5 5-6 15,0-1-2-15,0-3-5 0,5 2-9 0,-4 0-4 16,4-2-5-16,4 2 7 0,-5-2-14 0,5-2-3 15,0-1-3-15,-2-1-4 0,-2 0 0 0,9-1-7 16,-6-1-6-16,2-4-9 0,-5 3-6 0,4-2-8 16,2-3 0-16,-5 3-2 0,-2-2-3 0,5-3 0 15,-5 2 4-15,1 0-1 0,-3-1 0 0,1-3 7 16,1 3-2-16,-2-2 0 0,-1 3 18 0,0-2 6 16,3 3 7-16,-4-2 13 0,3 0-1 0,-2 3-2 15,-1-2 1-15,3 1 9 0,-3 5-3 0,1-9-1 16,-1 8-10-16,0 1-2 0,2-7-5 0,-2 7-1 15,2-1-1-15,-2 1-3 0,6-1 3 0,-6 1-6 16,11 2 0-16,-11-2-2 0,12 3-3 0,-4 1 2 16,-1-2-1-16,2 2 0 0,1 1-1 0,-2 0-1 15,-1 0-2-15,2-1-4 0,1 0-1 0,-6 1-4 16,4 3-1-16,-2-6-3 0,-1 4 9 0,-1-1-14 16,-1-2-2-16,1 0-3 0,-1-1-4 0,-2 3 0 15,2-3-1-15,-3-2 4 0,0 0 2 0,4 4 8 0,-4-4 0 16,0 0 17-16,2 2 13 0,-2-2 18 15,0 0 2-15,0 0 6 0,0 0 10 0,0 0 2 16,0 0 6-16,-3-15 5 0,0 12 2 0,3-1 0 16,0-1-11-16,1-2-5 0,-1 3-11 0,0-5-5 0,2 4-1 15,1 0-5-15,2-3-10 0,-4 2-6 0,7-3-17 16,-4 3-27-16,2-1-30 0,-2 2-37 0,4-1-40 16,-4 2-40-16,7 0-50 0,-4 0-56 15,2 0-45-15,-2 0-189 0,1 3-559 0,2-1 248 16</inkml:trace>
  <inkml:trace contextRef="#ctx0" brushRef="#br0" timeOffset="37649.85">12681 2275 175 0,'0'0'321'0,"0"0"-22"15,0 0-25-15,0 0-17 0,-9-6-29 0,9 6-19 16,0 0-21-16,0 0-20 0,-11 1-14 0,11-1-15 15,-12 5-12-15,7-4-6 0,-1 3-12 0,0 1-11 16,2-3-7-16,-3 2-12 0,3 0-2 0,2 2-13 16,-4-1-2-16,4 3 9 0,-1-1-20 0,2 2-3 15,1 2-1-15,0-4-7 0,1 3-7 0,2 1 1 16,3-1-3-16,-2 0-1 0,3 1-6 0,-1 0 1 16,1 0-6-16,-1 0-5 0,4 1 1 0,-2-3 3 15,-3 1-8-15,6-1 3 0,-7-1 0 0,0 0-2 16,5 3-1-16,-4-3-5 0,-3-3 6 0,3 1-3 15,-1-2-3-15,-4 1-2 0,1-1 2 0,-1 0-2 16,0-4 4-16,0 0 0 0,-5 2-1 0,-2-1 4 16,2 1 2-16,5-2-3 0,-14-3-2 0,5 1-2 15,-4 0 1-15,4-2-1 0,-1 2 3 0,1-1-5 16,0 1 1-16,3-2 3 0,-1 2-8 0,2-1-9 16,0-1-26-16,3 0-13 0,0 1-22 0,2 3-24 15,3-6-32-15,1 3-29 0,3-2-34 0,4 3-23 16,2-1-14-16,2 0 2 0,3-1 1 0,1 0 15 15,0 1 16-15,0 3 15 0,-4 0 13 0,0-1 17 16,0 1 22-16,-3-1 18 0,-1 2 20 0,-2-1 21 0,-3 1 12 16,1 0 21-16,-2 1 8 0,-5-2 18 15,11 0 9-15,-11 0 6 0,7 1 19 0,-4 2 9 16,-3-3 13-16,7 5 7 0,-6-4 0 0,3 3-6 16,-1-2 23-16,3-1-15 0,-4 4-6 0,2-1 8 0,0-2-2 15,0 0 0-15,0 1 3 0,2-1-1 0,-1 2-6 16,3-3-1-16,-4 0-5 0,2 0-4 0,-1 1 0 15,-1 0-2-15,-4-2-1 0,11 0 6 16,-7-4 10-16,-4 4 5 0,6-5 7 0,-2 1-2 16,-4 4-3-16,1-4-2 0,2 1-1 0,-3-1-1 0,0-3 3 15,0 2-4-15,0 1 5 0,-3-4-1 0,2 3-1 16,-1 0-4-16,-2-2-3 0,2 4-1 0,0-2-6 16,-1 1-4-16,2 0-1 0,-2 2-6 15,1-4-1-15,2 6-1 0,0 0-4 0,-6-3-5 0,6 3-4 16,0-4 1-16,0 4-5 0,0 0-3 0,0 0 0 15,0 0-5-15,0 0-3 0,6-5-1 0,-6 5-2 16,0 0 4-16,0 0-4 0,15 4 2 16,-15-4-2-16,9 2 2 0,-1-1-2 0,-1-1-1 0,-3 3 1 15,4-1 2-15,-2 0-6 0,5 1 3 0,-6-1-3 16,2-1 2-16,-1 2-4 0,-2 2 2 0,1-4 9 16,0 3-18-16,-1-1-2 0,1 1-7 0,-1-1-2 15,-3 1-3-15,2-1-4 0,-2 0-1 0,-1-3 2 16,5 8-2-16,-2-3 2 0,-3-5-2 0,0 3 5 15,4-2 6-15,-4-1-1 0,0 0 7 0,0 6 3 16,0-6 6-16,0 0 13 0,0 0 3 0,0 0 4 16,0 0 7-16,0 0-1 0,0 0 1 0,0 0 18 15,7-12-12-15,-4 9 4 0,-2-3 5 0,2 1-2 16,1 2-5-16,1-2 0 0,-1 0 3 0,0 0-3 16,2 1-1-16,-3 0-4 0,4-1 7 0,-2 0-4 15,0 1-1-15,-1 0 1 0,1 2-6 0,0-2 3 16,-1 1-6-16,-4 3 3 0,7-4-4 0,-3 3 0 15,1 0 8-15,-5 1-22 0,2-4 7 0,-2 4-6 16,0 0 0-16,8 0-6 0,-8 0 5 0,0 0-3 16,5 5 1-16,-2-2-1 0,1 1 12 0,3-2-13 15,-6 2 3-15,3 0 0 0,-1-2 1 0,1-1-5 0,-1 4-2 16,1-2-9-16,0 0 3 0,1 2-12 16,2-5 2-16,-3 2 1 0,-1 1 0 0,-3-3 0 15,7 4 2-15,-7-4-1 0,4 1 0 0,-4-1 4 16,0 0 5-16,0 0-2 0,8 0 1 0,-8 0 0 0,0 0-2 15,0 0 0-15,0 0 1 0,10-1 3 16,-10 1 2-16,0 0-3 0,0 0 3 0,5-2-4 16,-5 2 0-16,0 0-3 0,0 0-6 0,0 0-2 15,0 0-4-15,8 0 0 0,-8 0 0 0,8 2 4 0,-4-1 0 16,-4-1-5-16,10 2 4 0,-6 1-6 16,-4-3 0-16,11 2 1 0,-7-1 0 0,4-1 2 15,-2 1-2-15,2 0-1 0,0-1-3 0,0-1 0 16,-8 1-3-16,13 1 4 0,-3-1-5 0,-3-1 1 0,1 1 5 15,-2-1 1-15,4 1 0 0,-4-3 4 0,2 2-1 16,1-4 3-16,1 1 2 0,-3 1 6 0,4 1-1 16,-2-3 1-16,-2 2-3 0,-3 1 8 0,3-4-1 15,-3 3 12-15,-1-2 14 0,2 0 19 0,1 2 8 16,-5-1 19-16,2 1 11 0,-3 3 9 0,1-7 0 16,-1 7-5-16,2-4-5 0,-2 4-14 0,-2-5 0 15,2 5-12-15,0 0-12 0,-7-2-3 0,7 2-2 16,0 0 4-16,-12 3-13 0,8 0 2 0,-3-2-5 15,3 3-2-15,1 1 1 0,-1-1-15 0,2 0-26 16,0 1-24-16,-3 1-28 0,6 0-27 0,-2 2-29 16,6 0-44-16,1-4-65 0,2 4-287 0,2-1-570 15,3-2 253-15</inkml:trace>
  <inkml:trace contextRef="#ctx0" brushRef="#br0" timeOffset="38051.28">14169 2342 332 0,'3'-2'350'0,"-3"2"-14"0,3-6-12 0,-3 0-9 15,0 2-16-15,1 1-15 0,-1 3-27 0,0-10-15 16,-1 7-21-16,-1-1-15 0,2 4-26 0,-2-8-15 16,-4 4-16-16,2 0-16 0,0 2-7 0,-4-1-8 15,1 2-14-15,-4-4 6 0,-4 3-3 0,7 0-9 16,-3 2-7-16,0 0-7 0,-1 2-2 0,1-1-8 16,-1 1-1-16,1 2-7 0,3 0-8 0,-3-3 1 15,4 3-13-15,-1 1-1 0,-3 3-6 0,2-2 4 16,2 2-5-16,1 1-3 0,1-2-1 0,1 2-2 15,3 2-2-15,1-1-4 0,0 3 2 0,1-2-6 16,3 0 4-16,1 0-8 0,5 3-2 0,-2-3-19 16,4-1-33-16,3 0-29 0,3 0-45 0,-3-1-45 15,-2-2-36-15,5-1-40 0,-3-3-53 0,4 1-48 16,3-3-33-16,-2-2-261 0,-7-4-676 0,3 5 300 16</inkml:trace>
  <inkml:trace contextRef="#ctx0" brushRef="#br0" timeOffset="38520.28">14386 2210 47 0,'0'0'245'0,"0"0"-21"0,8-1-20 0,-8 1-21 0,0 0-16 16,16 2-13-16,-10 1-17 0,3 1-13 0,2 0-11 16,1 2-5-16,0-2-10 0,1 1-3 0,0 0-6 15,-2 0-4-15,7 3-3 0,-6-3-5 0,0-1-8 16,3 0 5-16,-4 0 0 0,-1 1-3 0,2-2-1 15,-7 0-2-15,5 0 2 0,-6-1 3 0,4 1-5 16,-4-2-3-16,0 0 6 0,-4-1-5 0,8 3-2 16,-8-3-9-16,5 4-5 0,-5-4-6 0,2 3-9 15,-2-3-2-15,2 3-7 0,-2-3 0 0,-2 4 2 16,2-4-1-16,-5 9 5 0,2-4 14 0,-4-1 9 16,3 4 0-16,-7-2 3 0,3 0-10 0,-3 3-6 15,-2-2 0-15,2-1 0 0,-5 2-6 0,-1 1-4 16,2-2-10-16,0 0 12 0,2 1-3 0,0-2-14 15,2-1-19-15,-1 0-31 0,3 2-33 0,0-3-42 16,0-2-39-16,5 2-40 0,0 0-46 0,-2-4-16 16,6 0-256-16,0 0-546 0,0 0 242 0</inkml:trace>
  <inkml:trace contextRef="#ctx0" brushRef="#br0" timeOffset="38838.37">14715 2513 111 0,'0'0'301'0,"0"0"-26"15,0 0-16-15,0 0-15 0,0 0-16 16,0 0-7-16,-6 6 10 0,2-2-15 0,0-1-12 15,0 3-11-15,-3-4-3 0,0 2-16 0,-2 4-7 16,1-2-18-16,-2 1-12 0,1-1-16 0,-2 2-12 16,0-2-19-16,0 2 5 0,-3 0-16 0,2-1 1 15,0 1-12-15,1 0-9 0,0-1 1 0,0 1-5 16,3 0-10-16,1-3-19 0,-2 0-36 0,2 0-28 16,0-2-34-16,4-1-34 0,-1 2-30 0,2-2-29 15,2-2-39-15,0 0-61 0,0 0-268 0,0 0-575 0,0 0 255 16</inkml:trace>
  <inkml:trace contextRef="#ctx0" brushRef="#br0" timeOffset="39289.1">14900 2352 295 0,'0'0'328'0,"0"0"-21"16,0 0-30-16,0 0-29 0,0 0-26 0,0 0-22 0,-14 0-20 16,14 0-13-16,0 0-9 0,-11 7-28 0,4-5-5 15,2 3-18-15,-2-1-7 0,3-1-8 0,0 3-5 16,0-1-9-16,3 2 5 0,-5 2-20 0,3 0-5 15,1-1-4-15,2 2 0 0,-2-4-5 0,4 2-12 16,-1-2 0-16,0 1 11 0,2 0 0 0,4 0-17 16,-3-1-1-16,4-1 10 0,3 3-8 0,0-6-3 15,0 4-7-15,1-2-1 0,2-2-4 0,-1-1-3 16,0 0 13-16,-1-1-14 0,1-1 0 0,-2 1-3 16,4-3 9-16,-5-1-8 0,3-1 3 0,-2 2 0 15,-3-2 5-15,3-3-6 0,-3 0-2 0,-1 2 2 16,-3-4-6-16,-1 5 0 0,1-5-1 0,-4 2 1 15,0 0-11-15,-4 0 7 0,1-1 0 0,-2 1-3 16,-1 1 0-16,-2-1-12 0,-4-1-4 0,0 3-20 16,-2 1-29-16,3-2-37 0,-5 2-32 0,2 3-42 15,1 0-70-15,-2 1-59 0,-4 0-192 0,1 3-539 16,3 0 238-16</inkml:trace>
  <inkml:trace contextRef="#ctx0" brushRef="#br0" timeOffset="51532.05">2041 4476 198 0,'-1'-11'370'0,"-1"-1"-25"15,1 1-12-15,0 4-5 0,-1 1-37 0,1 1-27 16,1 1-31-16,0-1-33 0,0 5-25 0,0 0-18 16,0 0-15-16,0 0-20 0,1 18-8 0,2-5-11 15,-2 6-14-15,5 8 0 0,-1 4-10 0,-4-2-9 16,2 2-1-16,-1 1-3 0,0 2-8 0,2-2-10 15,-1 1 1-15,-3 0-2 0,3 1-5 0,-2-2-7 16,2-1-4-16,-2 0 5 0,4-3-29 0,-4 3-27 0,3-5-34 16,-3 2-30-16,2-8-45 0,-2-2-46 15,2 1-62-15,2-7-40 0,-3 1-259 0,2-5-581 16,0 0 258-16</inkml:trace>
  <inkml:trace contextRef="#ctx0" brushRef="#br0" timeOffset="52787.12">2639 4899 24 0,'2'-5'327'16,"-1"-1"-11"-16,1-1-10 0,-4 1-14 0,2-2-6 15,0 4-17-15,-3-3-6 0,1 2-27 0,-5 2-19 16,4-2-22-16,-2 1-25 0,-2 3-12 0,-3-2-22 15,-3 2-9-15,-1 3-15 0,-6 3-16 0,1 1-15 16,3-1-4-16,-6 5-4 0,3-3-6 0,0 4 4 16,0-1-22-16,2 0-2 0,7 0-8 0,-4 0-2 15,3 0-4-15,0 0-3 0,4-1-6 0,-1 1 5 16,4 1-4-16,1-3-1 0,-1 2-4 0,3-4 10 0,1 0-8 16,4 2-5-16,0-4-4 0,3 1 0 15,0 0-10-15,6-4-11 0,-2-1-14 0,3-1-11 16,2-2 1-16,3 3-5 0,-1-7 0 0,2 3-4 15,-2-5 4-15,0-1 3 0,-2-1-2 0,3-1-6 0,-3-2 3 16,-1-3-6-16,0 0 0 0,-4-1 5 0,1 0 1 16,-1 0 5-16,-5-1 3 0,-1-1 2 0,-1-1 2 15,-4-5 4-15,-4 5 9 0,3 1 6 16,-5-1 5-16,1 1 13 0,-2-1 8 0,0 2 10 0,-1 1 5 16,1 1 13-16,-1 2 7 0,0 4 3 0,4-1 13 15,-2 2 4-15,2 1 3 0,3 2-12 0,-2 2-5 16,-1 0-7-16,0 2-9 0,4 0-8 0,0 3-4 15,0 0-12-15,0 0 1 0,0 0-4 0,0 0-4 16,-4 13 3-16,4-6-1 0,4 4 0 0,-4 1-3 16,3 2 6-16,1 4-6 0,0 2 0 0,-3-1 3 15,6 7 11-15,-3-6-16 0,-1 0 2 0,4 9-5 16,-1-4 0-16,-2-4 1 0,2-2-4 0,0 1-13 16,0 7-19-16,2-8-10 0,1-1-12 0,0 1-13 15,-1-3-9-15,4-2-8 0,-1 4-6 0,3-6-9 16,5 0-6-16,-4-3-11 0,4 0-5 0,0-5-10 15,4 1-9-15,-4 0 10 0,6-6 4 0,-2-1 9 16,-2-1 3-16,1-2 12 0,0 1 14 0,0-4 10 16,-7-2 6-16,4-1 5 0,-4-1 5 0,-2-1 11 15,1-1 8-15,-7 3 7 0,2-5 10 0,-3-2 15 16,-3 5 16-16,-2-1 23 0,-1 3 18 0,-1 0 12 16,-2-1 9-16,0 1 3 0,0 4-4 0,2-3-2 15,-6 5-5-15,5 2-9 0,-4-2-2 0,-2 2-10 0,1 0-1 16,-5 2-6-16,2 1 0 0,1 4-4 0,-3 0-1 15,2 1-4-15,-1 1-2 0,3 2-1 16,-1 1 2-16,2-1-3 0,1 2-1 0,1 2-1 0,4-1-2 16,1 2 1-16,1-1-2 0,4-2-6 0,1 3 2 15,6 0 0-15,0 0 3 0,3-2-1 0,3-1-2 16,13-3-15-16,-2 2-18 0,-1-2-10 0,3 1-8 16,2-7-9-16,1 1-2 0,-1-5-1 0,-2 3 0 15,0-5 0-15,2 2 1 0,-3-8 8 0,-3 2 2 16,-6 2 4-16,0 0 5 0,-2-4 0 0,-1-1 3 15,-2 2 3-15,-2-1 4 0,-7 2 4 0,2 0 14 16,-3-1 6-16,-5 2 9 0,-1 0 2 0,-1-1 11 16,-2-1 6-16,-1 4 6 0,-4-2 10 0,1 3-10 15,0-3 0-15,-4 3-3 0,-2 0 2 0,-1 1 1 16,-1 2-7-16,1 0 2 0,-3 5-4 0,2-2-6 16,0 0 3-16,-3 3-5 0,1 2-3 0,3-2-1 15,-1 3 0-15,4 1 0 0,-5 2-5 0,6-1 6 16,2-2-5-16,1 6-3 0,2-4 2 0,-3 0-1 0,6 1 1 15,0-2-3-15,2 1 2 0,1-3-2 16,-1 2 1-16,5 1 0 0,2-3-2 0,0-1 4 16,4 0-2-16,0-3 1 0,4-1 0 0,-3 1-5 15,4-5 3-15,1-1-2 0,2-3 0 0,-3 3 3 0,3-4-6 16,0 0 2-16,0 1 0 0,-8 0 1 16,0-1 11-16,0 1 8 0,1-2 15 0,-2 2 19 15,-2-1 23-15,-4 2 26 0,1 1 6 0,1-1 2 16,-2 2-4-16,-3 0-11 0,0 1-15 0,-1 3-17 0,5-3-18 15,-5 3-3-15,0 0 0 0,0 0-5 0,2 10-6 16,-4-5-2-16,4 4-12 0,-2-4-27 0,2 5-26 16,0 1-40-16,2 1-25 0,0 0-32 0,3-1-24 15,-1 1-37-15,2 0-49 0,4 3-41 0,3-4-46 16,3 4-230-16,1-8-599 0,8 4 266 0</inkml:trace>
  <inkml:trace contextRef="#ctx0" brushRef="#br0" timeOffset="53121.01">4103 4847 279 0,'-7'1'332'15,"0"-1"-15"-15,-2 3-14 0,5-1-25 0,-2 1-29 16,0 0-14-16,1 1-15 0,0 0-25 0,0-1-18 15,2 2-13-15,-1-1-13 0,3 1-16 0,-2-1-14 16,1 2-10-16,2-2-12 0,0-4-8 0,-2 6-6 16,3-2-6-16,-1-4-4 0,0 7-11 0,1-5 5 15,-1-2-13-15,5 4-5 0,-5-4 0 0,5 0-2 16,0 1-11-16,-5-1-7 0,0 0 2 0,13-4-1 16,-9 2-2-16,0-2-1 0,0 0 1 0,0 0-7 0,1 0-1 15,-5-1-9-15,2-2-9 0,-2 3-18 0,1-1-20 16,-1-3-9-16,-3 4-24 0,0-2-27 0,-2-1-26 15,0 4-34-15,-3-1-49 0,1-5-53 16,-3 5-42-16,4 0-209 0,-4 2-549 0,3-1 244 0</inkml:trace>
  <inkml:trace contextRef="#ctx0" brushRef="#br0" timeOffset="53405.63">4020 4685 152 0,'0'0'222'16,"0"0"-2"-16,0 0-11 0,0 0-16 0,0 0-11 15,0 0-20-15,0 0-8 0,0 0-7 0,0 0-5 16,-3 16-7-16,3-16-2 0,6 3-8 0,-2 0-10 16,-4-3-7-16,1 3-7 0,-1-3 4 0,1 5-2 15,-1-5 7-15,0 0-6 0,0 0-7 0,7 0-7 16,-7 0-10-16,0 0 5 0,0 0-18 0,10-6-9 15,-10 6-6-15,1-3-6 0,-1 3-8 0,6-4-12 16,-6 4-20-16,0-4-31 0,0 4-34 0,0-6-31 16,0 6-43-16,0 0-48 0,-7-3-57 0,7 3-236 15,-7-1-513-15,7 1 228 0</inkml:trace>
  <inkml:trace contextRef="#ctx0" brushRef="#br0" timeOffset="55580.4">4911 4537 343 0,'0'-6'398'0,"-1"1"-9"15,1-1-8-15,0 6-28 0,1-7-30 0,-1 7-33 16,-4-6-33-16,4 6-33 0,0 0-37 0,0 0-13 15,0 0-12-15,0 0-18 0,4 18-13 0,-5-6-15 0,1 2-9 16,-3 2-17-16,6 4-2 0,-6-2-6 0,3 2-1 16,3 2-19-16,-2-4-3 0,4 3-10 15,-5-1 0-15,2 0-6 0,0-1-3 0,1-2-19 0,0 0-37 16,-2-3-36-16,2-2-38 0,0 1-36 0,-1 0-35 16,1-3-49-16,-1-3-31 0,-1 1-41 0,4-2-37 15,1-1-206-15,-2-5-568 0,-4 0 252 0</inkml:trace>
  <inkml:trace contextRef="#ctx0" brushRef="#br0" timeOffset="55797.11">4900 4479 98 0,'-1'-6'338'0,"1"0"-11"0,-3 1-9 15,3 2-29-15,0 3-26 0,0-5-30 0,3 0-26 16,-3 5-28-16,0 0-18 0,0 0-17 0,0 0-10 15,4 11-19-15,0-5-2 0,0 4-14 0,3 1-12 16,-1 5-11-16,4 0-5 0,1 2-4 0,-2-3-7 0,1 3-9 16,3 0-3-16,-2 0-44 0,8 2-31 15,-8-4-30-15,3-1-33 0,1 1-35 0,0-3-46 16,3 0-37-16,-2-3-46 0,2 2-171 0,-6-5-461 16,0-3 203-16</inkml:trace>
  <inkml:trace contextRef="#ctx0" brushRef="#br0" timeOffset="56215.43">5288 4590 133 0,'-11'2'150'0,"11"-2"-1"16,-7 6-6-16,0 1-1 0,3-2-15 0,-3 5-9 16,-2-1-10-16,1 1-10 0,-1 2-11 0,0-2-7 15,-1 4-8-15,2-1-5 0,4-3-7 0,-7 1-2 16,5 0-9-16,-3-1-3 0,4-1-6 0,-3 0 1 15,2 0-10-15,2-4 0 0,0 1 2 0,0-3-2 16,3 0 23-16,-1-1 7 0,2-2-4 0,0 0-3 16,0 0-1-16,0 0-6 0,2-15-7 0,2 6-3 15,0-1-5-15,1-3 4 0,2-2 7 0,5-2 11 16,-2-4 1-16,2 5-2 0,4-10 1 0,-5 1 1 16,4-1 5-16,-1 3 22 0,-5 4 9 0,-2 1 23 15,0 1 20-15,0-1 25 0,-3 6 5 0,1 1 15 16,-2 2-4-16,1-1-9 0,-4 4-10 0,4 1-13 0,-1-1-19 15,-2 4-17-15,-1 2-16 0,3-4-15 16,-3 4-8-16,0 0-5 0,0 0-6 0,0 14-4 16,0-5-8-16,0 4 2 0,0 1-9 0,0 5-7 0,0 9 0 15,1-9 0-15,4 7-6 0,-4-4 0 0,3-2-16 16,-3 2-29-16,6 3-39 0,-2-5-34 0,1-1-25 16,5 2-21-16,-3-2-27 0,-1-2-22 15,4-2-42-15,-1 0-45 0,0-4-37 0,1-3-44 0,4 3-189 16,-3-5-590-16,2-2 261 0</inkml:trace>
  <inkml:trace contextRef="#ctx0" brushRef="#br0" timeOffset="56583.17">5592 4669 111 0,'-12'7'236'0,"11"-2"-9"0,-2 0-15 16,0 0-19-16,-1 6-11 0,4-4-12 0,0 1-16 15,0 1-9-15,0 2-18 0,4 0-10 0,-1-1-11 16,1 3-6-16,4-3-10 0,2 1-8 0,-2-3-10 16,0 2-2-16,3-4-5 0,1 0-8 0,-2 0-3 15,5-3-5-15,-3 1-4 0,1-3-3 0,1 1-4 16,0-4-4-16,-2 0-3 0,-1-1 0 0,4 0-2 0,-7-4-4 16,-1 1 0-16,4-2-5 0,-5-2-4 15,0 1-1-15,-2-3-2 0,-4 2-3 0,0-1 3 16,0-2-3-16,-3 1 0 0,2 1 7 0,-3-1 3 15,-3 3 5-15,4-1 0 0,-6 2 2 0,2-1-5 0,3 4-5 16,-4 0-1-16,-2-1-7 0,2 3 3 0,3 2-4 16,-1 0-1-16,6 1 0 0,-16 1-2 15,12 2-6-15,0-1-8 0,0 2-9 0,2 2-8 0,2-2-24 16,2 2-9-16,2 1-18 0,4-2-18 0,3 3-17 16,1-2-21-16,0-1-15 0,10 2-19 0,2-2 0 15,5 0 0-15,1-1-8 0,-6-2-4 0,-3 1-98 16,3-2-300-16,-1-1 133 0</inkml:trace>
  <inkml:trace contextRef="#ctx0" brushRef="#br0" timeOffset="57235.64">6068 4719 533 0,'18'-5'-22'0,"-2"-2"28"0,-4 4 23 0,-1-3 21 16,-2 0 28-16,-1-1 27 0,-1 2 24 0,-3-2 10 15,-3 1 8-15,0 2-1 0,-1-4-3 0,-2 3 2 16,-4-2 3-16,0 2 8 0,-3 0 3 0,0-1-1 16,0 4 4-16,-4-2-9 0,1 2-6 0,-3 1-6 15,1 1-9-15,-5 0-11 0,4 2-4 0,-2 0-6 16,0 3-11-16,-2 2-13 0,0 1 0 0,0 0-13 15,7-2-2-15,-2 5-7 0,-1-2-9 0,7 3 0 16,-1-2-8-16,2 1 0 0,0 0-8 0,3-1-6 16,1 0 5-16,2 2-8 0,0-2-5 0,2 2 1 15,2-4 1-15,1-1-5 0,-3 1 1 0,10-1-2 16,-2 0 2-16,2-1-3 0,1-1-2 0,2 1-8 16,6-6-8-16,-3 1-7 0,3-1-1 0,-1-1-3 0,-5-5-9 15,6 1-1-15,-6 1-12 0,2-5-2 0,-2 1 2 16,1 0-5-16,-2-1-8 0,2-4-2 0,-4-3-5 15,-1 1-8-15,-1-3-1 0,-2 0 3 16,-4-1 2-16,2-1 9 0,-2 3 2 0,-3 0 7 0,1 1 1 16,-2-2 10-16,1 6 11 0,-3 1 10 0,2 1 6 15,-2-2 15-15,2 6 2 0,-1-1-1 0,0 1-4 16,0 2-7-16,2 0 1 0,-4-1-3 0,4 5-1 16,0 0-6-16,-5-1 10 0,5 1-8 0,-7 9 1 15,4-4 1-15,2 5-4 0,1-1 3 0,0 5 4 16,-3-1 0-16,6 0-8 0,-3 3 5 0,3-1-2 15,1 1 4-15,-1 1 0 0,5-1-3 0,0 1-1 16,0 0-17-16,3-2 1 0,0-1-10 0,1 0 0 16,3-2-7-16,-6-5-4 0,5 3-2 0,-2-4 0 15,1-3-1-15,1 0 1 0,0-3 5 0,-2 1 4 16,1-2 2-16,-1-2 5 0,0 1 1 0,-1-4 3 16,2-2 5-16,-3-1-1 0,1 0 3 0,1-6 12 15,-5 3 3-15,1 0 8 0,-2-1 9 0,2-4 6 0,-3-1 6 16,-1 0 11-16,-1 1 21 0,1 4 18 0,-1 1 6 15,-2-2 13-15,-1 2 9 0,0 2 5 16,3 2-1-16,-3 1 9 0,0 0-16 0,1 3-12 16,-1-1-12-16,4 0-19 0,-4 5-17 0,0 0 5 0,0 0-5 15,0 0-7-15,0 0-2 0,-8 18-2 0,4-8-6 16,4 0 0-16,-3 2-3 0,2 1-7 0,1 4-1 16,0-1-14-16,1 2-19 0,2-5-30 0,1 1-21 15,-1-1-20-15,5 0-10 0,0-3-33 0,-2 0-21 16,2 0-24-16,5-2-35 0,-3-2-36 0,6 1-46 15,2-3-34-15,2 0-196 0,1-6-562 0,-2 2 248 16</inkml:trace>
  <inkml:trace contextRef="#ctx0" brushRef="#br0" timeOffset="57520.57">6891 4361 326 0,'-4'-6'353'0,"-1"-2"-11"0,-2 3-3 16,3-1-10-16,1 0-29 0,-2 3-29 0,-1 1-34 16,2 1-23-16,4 1-23 0,-12 1-18 0,6 1-13 15,1 5-10-15,-1 2-10 0,1 3-4 0,4 5-5 16,-3 2-5-16,2 2-4 0,1 5-1 0,4 3-10 0,1 1-6 16,1 1-8-16,1 3-10 0,0 0-7 15,1-1-5-15,0 1-11 0,4 0-4 0,-3-1-5 16,3 0-7-16,-2 2-2 0,4-3-8 0,-5 0-13 0,4 0-24 15,-4-3-32-15,2 0-35 0,2-4-45 0,-5-6-32 16,-2 1-31-16,1-9-41 0,-2 3-35 0,1-3-17 16,-1-5-17-16,-1-2-33 0,0 1-216 0,-3-5-577 15,0 0 256-15</inkml:trace>
  <inkml:trace contextRef="#ctx0" brushRef="#br0" timeOffset="57721.18">6724 4707 208 0,'-1'-3'324'0,"1"3"-12"16,0 0-13-16,1-6-20 0,-1 6-26 0,4-5-21 15,1 4-21-15,4 0-20 0,-1-1-23 0,0 2-15 16,4-1-13-16,-1 1-18 0,3 0-22 0,-1-2-26 16,0 2-32-16,0-1-35 0,2 2-35 0,4-2-30 15,0 0-32-15,-1 1-31 0,-2-1-34 0,2-2-30 16,-2-1-24-16,2 1-15 0,-5 0-118 0,1 0-369 15,1-1 165-15</inkml:trace>
  <inkml:trace contextRef="#ctx0" brushRef="#br0" timeOffset="58122.66">7064 4642 585 0,'5'-3'-3'0,"-2"1"28"0,-3 2 12 16,7-3 14-16,-3 2 4 0,-4 1 2 15,0 0 2-15,0 0 11 0,4-1 0 0,-4 1 10 16,0 0 8-16,0 0 1 0,0 0 1 0,0 0-5 16,0 0-3-16,0 0-6 0,-4 15 0 0,4-12 5 0,0 2-7 15,0 0 0-15,0-2-5 0,4 1-5 0,-4 0-6 16,3 1-5-16,0 0-5 0,1-2-2 0,1 1-5 15,-1-3 1-15,3 2-6 0,1-2-4 0,-2 2-3 16,3-3 1-16,-2-3-3 0,1 2-3 0,-2-3-1 16,3 1 1-16,-4-1-3 0,4-1-4 0,-1-2-1 15,1 3 0-15,-2-5 11 0,0 2 2 0,-3 1 5 16,4 1 13-16,-3 0 6 0,1-1 5 0,-2 3-3 16,3-1 4-16,-2 0-3 0,1 1-6 0,-2 0-10 15,-4 3-22-15,9-1 3 0,-9 1 3 0,10 4-6 16,-3-1 0-16,-2 3 3 0,3 1 1 0,1 3-1 15,1 2-3-15,0 4 12 0,-2 0 4 0,4 0 2 16,2 0 10-16,-6 2 1 0,4 1-4 0,-4 0-4 16,2-1 6-16,1 2-2 0,-3 0 3 0,0-1 5 15,-1 0-11-15,-4 1 0 0,-1-3 2 0,-2 0 2 16,0-4-3-16,-5 1 9 0,4-4 8 0,-6 2 11 16,-3-2 12-16,0-2 3 0,-1-2 4 0,-2-1-7 15,-6 0 0-15,-1-1-5 0,-1-4-11 0,1 0-4 16,-3-4-13-16,1-1-7 0,-5-5-44 0,0-1-62 0,-2-3-65 15,-1-2-71-15,3 1-84 0,3-3-81 16,-2 0-269-16,2-4-687 0,3 0 304 0</inkml:trace>
  <inkml:trace contextRef="#ctx0" brushRef="#br0" timeOffset="58523.56">6434 4396 275 0,'-3'-2'390'0,"-1"-3"-11"0,3 0-8 0,-6 3-18 15,7 2-12-15,-5-4-9 0,5 4-32 0,-7-4-26 16,7 4-29-16,-4-1-32 0,4 1-21 0,0 0-22 16,-3-4-21-16,3 4-17 0,0 0-12 0,0 0-17 15,0 0-30-15,0 0-23 0,6 12-25 0,-2-10-36 16,0 1-20-16,-3 0-17 0,3-1-15 0,2 2 0 15,-1-2-7-15,-1 0 0 0,-1 0-2 0,1 1-7 16,0-2-3-16,-4-1-12 0,0 0-4 0,0 0-13 16,14-4-17-16,-14 4-25 0,1-4-36 0,-1 4-36 15,0 0-31-15,0-6-185 0,0 6-478 0,-7-4 212 16</inkml:trace>
  <inkml:trace contextRef="#ctx0" brushRef="#br0" timeOffset="59108.74">6142 4449 261 0,'0'-6'318'15,"-1"0"-2"-15,1 0 8 0,0 0 0 0,0 0 1 16,1 0-6-16,-1 0 5 0,0 0-7 0,0-1-6 16,0 1-9-16,0 1-16 0,0 1-18 0,5 1-15 15,-5 3-23-15,0-8-18 0,0 8-22 0,0-3-25 0,0 3-18 16,0 0-21-16,0 0-14 0,0 0-15 16,0 0-9-16,0 0-13 0,0 0-13 0,-5 14-19 15,5-6-13-15,0 0-25 0,-1 2-38 0,1 3-51 0,0-2-66 16,0 6-49-16,1 1-12 0,-1 0-19 0,5 2-28 15,1-2-51-15,1 0-64 0,-2 0-292 16,6-2-718-16,-3-1 318 0</inkml:trace>
  <inkml:trace contextRef="#ctx0" brushRef="#br0" timeOffset="59811.25">8002 4222 224 0,'0'-5'398'0,"0"-1"6"0,3 1-8 0,-3 2-16 16,0-1-23-16,0 4-31 0,0 0-35 0,0 0-36 0,0 0-29 15,0 0-17-15,0 0-9 0,3 12-34 0,-2-1-14 16,-1 2-16-16,0-1-12 0,0 5-13 0,2 4-8 16,-1-3-8-16,3 3-14 0,-4-2-36 0,3 1-20 15,2-1-22-15,1 1-36 0,-2-2-31 0,-2 0-28 16,1-1-40-16,1-5-25 0,-2 1-28 0,-1-1-39 16,3 1-47-16,0-7-42 0,-4 2-227 0,1-4-584 15,-1-1 259-15</inkml:trace>
  <inkml:trace contextRef="#ctx0" brushRef="#br0" timeOffset="60147.21">7868 4222 229 0,'0'-5'286'0,"-3"-1"-12"0,3 1-14 0,3 2-20 15,1-1-18-15,1 1-22 0,2 1-14 0,0-1-17 16,8 2-13-16,-1 1-10 0,6 5-15 0,-2-2-12 15,3 0-15-15,1 5-9 0,-1-3-6 0,6 8-12 16,-7-3-5-16,-1 0-5 0,-1 3-10 0,9 2-1 16,-8-2-8-16,-2 2-8 0,-1-1-3 0,-3-1-3 15,1 4-5-15,-3-1-1 0,1 2 9 0,-3-3-16 16,0 3-2-16,-1-3-4 0,-4 2-2 0,1-1-1 16,-5 1-3-16,0-4-1 0,-3 1 0 0,1-1-3 0,-5-1 0 15,2-1-2-15,-6-2 6 0,0 1-5 0,-3-4 1 16,0 1 0-16,-4-2 1 0,-1 0-5 0,1 1-2 15,3-4-13-15,0-1-10 0,0 2-22 16,1-3-18-16,1-3-23 0,5 2-30 0,-2 0-38 0,6-2-42 16,-1-1-47-16,2-1-205 0,3 0-484 0,3-3 215 15</inkml:trace>
  <inkml:trace contextRef="#ctx0" brushRef="#br0" timeOffset="60380.21">8439 4245 40 0,'0'0'311'0,"0"0"-24"0,6-1-30 15,-6 1-24-15,0 0-28 0,0 0-11 0,5 9 2 16,-5-4-10-16,1 0-11 0,1 1-14 0,0 2-16 16,-2 0-2-16,3 3-28 0,-2 0-8 0,2 5-5 15,-2-4-11-15,4 0-9 0,-3 6-8 0,5-1 6 16,-3 0-18-16,2 1-4 0,-4-4-3 0,4 1-9 15,-3-3-24-15,1 3-23 0,0-3-25 0,0-2-35 16,-3 1-33-16,2-6-50 0,2 2-66 0,-2-4-56 16,0 1-172-16,1-1-474 0,-4-3 210 0</inkml:trace>
  <inkml:trace contextRef="#ctx0" brushRef="#br0" timeOffset="60598.53">8462 4200 60 0,'0'-9'366'0,"0"4"-15"0,0-3-11 15,4-1-22-15,-4 4-15 0,3-2-18 0,-2-1-36 16,2 4-26-16,1-2-19 0,-1 0-21 0,0 1-26 16,1 3-14-16,-2-2-15 0,5 3-23 0,-1-2-32 15,2 2-35-15,-8 1-34 0,15 4-35 0,-7-2-40 0,2 0-41 16,0 2-51-16,1 0-68 0,3 3-57 0,-6-2-151 15,0-1-477-15,0 1 211 0</inkml:trace>
  <inkml:trace contextRef="#ctx0" brushRef="#br0" timeOffset="60814.95">8463 4320 79 0,'-1'3'188'15,"-3"-1"-2"-15,4-2 13 0,-3 5 9 0,3-5 4 16,4 6-6-16,0-5-12 0,1 4-16 0,3-2-17 16,3-1-14-16,-2-1-16 0,5 1-13 0,1 3-11 15,-4-4-11-15,6 1-5 0,1-2-16 0,0 2-32 16,3-2-33-16,-7 0-41 0,5 0-48 0,-1 0-56 16,2-4-56-16,-2 3-175 0,-3-3-396 0,4 0 176 15</inkml:trace>
  <inkml:trace contextRef="#ctx0" brushRef="#br0" timeOffset="61233.23">9010 4167 292 0,'0'0'313'15,"0"0"3"-15,0 0 7 0,0 0-16 0,0 0-3 16,2-3-3-16,-2 3-10 0,0 0-4 0,0 0-13 16,0 0-20-16,0 0-19 0,0 0-19 0,0 0-13 15,-17-5-15-15,17 5-24 0,-8 0-13 0,8 0-18 16,-7-1-14-16,7 1-16 0,-9 5-9 0,3-4-11 16,2 2-10-16,2-1-4 0,-3 2-7 0,3 4-12 15,-6-3-1-15,6 0-7 0,-2 4-4 0,3 0-2 0,1 1-6 16,0-1 4-16,1 3-7 0,3-2-3 15,-1 2 1-15,4-1-3 0,-2-1 1 0,2 6-4 16,1-2-1-16,2-2 1 0,-1-2-5 0,4 2 0 16,-4 0-3-16,2-5-2 0,-1 5 0 0,-1-2-1 0,-1-2 0 15,-1 0 1-15,1-2-7 0,-3 1-1 0,1-2 0 16,-5-3-2-16,5 2-1 0,-3-1-3 16,-1-1 1-16,-2 2 4 0,0-4 8 0,0 0-8 0,-8 6 0 15,4-4-9-15,-2 0-16 0,-3-1-25 0,-1-1-34 16,1 1-36-16,-6 1-54 0,1 0-49 0,-2-2-56 15,-2 1-66-15,1 0-94 0,-4-1-219 0,4-1-713 16,-2-2 317-16</inkml:trace>
  <inkml:trace contextRef="#ctx0" brushRef="#br0" timeOffset="66016.28">10108 4087 43 0,'12'-10'281'0,"-4"-3"-3"0,2 3-14 15,-6-1 2-15,4-1 6 0,-4 2-3 0,0-1-2 16,-2 3 5-16,-2-2-19 0,0 3-20 0,-2-5-18 16,1 6-12-16,-3 0-38 0,-3 0-13 0,-1 0-12 15,-3 2-24-15,-2 1-7 0,0 0-18 0,-1 3-9 16,-5 5-13-16,5-2-4 0,-4 3-6 0,-1 3-14 15,1 1 4-15,-1 4-16 0,4 0-2 0,0-1 3 16,4 5-2-16,-1 1-18 0,3-1 8 0,3 4 1 16,3-3-1-16,3 7 0 0,0 2 0 0,6-1-5 15,2 0-3-15,0-2 6 0,3 2-9 0,3-3 3 16,0 2-4-16,-4 1 3 0,6-1-6 0,-3-2 0 16,0 0 2-16,1 1-6 0,-3 1 7 0,1-1-3 15,-4-3-5-15,-1-3 1 0,-1 0-10 0,-1-1-1 16,0 1-5-16,-1-1-4 0,-2-2-19 0,-2-3-17 0,-2-2-10 15,2-1-14-15,-1-2-16 0,-2-1-18 0,0 1-12 16,1-4-14-16,-2 0-24 0,1 1-33 0,-1-3-44 16,4-2-41-16,-6 2-230 0,6-2-550 0,-5-9 243 15</inkml:trace>
  <inkml:trace contextRef="#ctx0" brushRef="#br0" timeOffset="66668.73">9953 4287 32 0,'-3'-4'329'15,"3"1"-7"-15,-3-1-6 0,3 4-13 0,-1-6-21 16,1 6-15-16,-4-3-26 0,4 3-22 0,0 0-17 16,0 0-21-16,5-4-28 0,1 3-6 0,2-1-15 15,0 1-18-15,3 1-11 0,4 1-5 0,-3-1-13 16,2 0-13-16,2 2-17 0,4 0-10 0,0 1-13 15,-1-3-14-15,1 2-7 0,2-2-7 0,-3-1-7 16,-7 2-1-16,3-2-5 0,-4 2 4 0,-1-1 2 16,-2 0-3-16,0-1 3 0,-3 0 3 0,2-1-2 15,-1 0 2-15,0 1 2 0,-2-3 1 0,-4 4-6 16,0 0 3-16,4-1 0 0,-4 1-1 0,0 0-1 16,0 0-2-16,0 0 1 0,0 0-5 0,0 0 7 15,-17 6-6-15,13-4 2 0,-2 1 0 0,5 2-1 0,-2-1 4 16,-1 0-2-16,1 1 3 0,-1 2-3 0,3-4 3 15,1 2-3-15,0 1 2 0,0 0 2 16,1 0 1-16,1 0-5 0,3-2 0 0,-1 2-2 16,0-1 3-16,3-3 2 0,1 2-4 0,-4-3-1 0,4-1 1 15,-2 1 2-15,4-1 3 0,-4-1-3 0,1 0 1 16,-1 0-1-16,-1-2 0 0,1 1-1 0,-1-3 8 16,-1 0-8-16,-1 2 0 0,2-4 7 0,-4 1 4 15,1 1 8-15,1 1 8 0,-1-1-4 0,0 0 5 16,2-1 0-16,-3 3 0 0,2-1-2 0,1-1 0 15,-2 3-5-15,-2 2-3 0,7-5-3 0,-3 4 0 16,-4 1-3-16,9 1 2 0,-9-1-2 0,13 5 9 16,-6-2-10-16,1 1-7 0,3 1-4 0,-3 2-3 15,3-1-1-15,0 1 1 0,-3 0-2 0,0 2 3 16,-1-4 0-16,2 3-1 0,-4 1-1 0,-1-7 11 16,1 4-13-16,-5-1 2 0,3-2 1 0,0 1-1 15,-2-3 7-15,-1-1 2 0,2 7 19 0,-2-7 15 16,0 0 9-16,0 0 1 0,0 0 10 0,0 0 8 15,0 0 5-15,0 0-2 0,-14-9-3 0,10 5-6 16,1 0-4-16,1-2-18 0,-2 2 9 0,2-5-11 16,2 4-15-16,2-2-28 0,1 0-41 0,4-1-53 15,1 1-59-15,2-2-75 0,6-2-90 0,-5 5-275 16,8-2-653-16,1-1 290 0</inkml:trace>
  <inkml:trace contextRef="#ctx0" brushRef="#br0" timeOffset="67305.02">10912 4156 61 0,'4'7'162'0,"-4"-3"-10"0,1-2-12 0,3 4 7 0,-4 2-15 15,2-3-12-15,2 7-9 0,-3-2-11 0,3 1-8 16,0-1-11-16,0 0-8 0,-2 2 3 0,2-2-16 16,1 3-2-16,-1-4-7 0,2 2-7 0,-4-2-3 15,1-3-4-15,3 1-2 0,-4-1-1 0,1-2-2 16,1 0-5-16,-1-1 13 0,0-1 7 0,-3-2 1 16,5 4 0-16,-5-4 4 0,0 0-5 0,0 0 1 15,12-9 1-15,-7 5 3 0,0 0 7 0,0-1-2 16,-1-1 3-16,2-4-3 0,-1 1 0 0,3 1 2 15,-4 3 8-15,3-5 4 0,0 3 4 0,-4 2-5 16,4-1-1-16,-6-1-4 0,6 2-3 0,-5 1-8 16,2 2-2-16,-1-2-12 0,0 1-5 0,-3 3-4 15,1-5-3-15,-1 5-3 0,0 0-7 0,0 0 2 16,14 6 0-16,-13-1-6 0,2-2-2 0,-2 2-3 16,2 0-1-16,0 1 2 0,1-1-6 0,-3 1-7 15,2 0 0-15,1 1-1 0,-2 1-1 0,4-4 9 16,-3 3-12-16,1-2 2 0,0-1 0 0,-1 0 3 0,0 0 3 15,-1-1 0-15,-2-3-2 0,7 2-1 16,-3-1 6-16,-4-1-1 0,0 0 1 0,11-5 8 16,-6 1 6-16,-2 1 11 0,3-3 18 0,-3 1 7 15,0-2 10-15,6 0 4 0,-5-2 8 0,1 1 3 0,2-2 2 16,-2 0 2-16,2 1 16 0,-3 0-2 0,2 0 2 16,-1 2-6-16,1-1-3 0,-3 3-10 15,2-2-7-15,-3 3-6 0,2-1-6 0,-1 1-10 16,1 1-8-16,-2-2-11 0,3 4-5 0,-5 1-13 0,0 0-13 15,8 0-14-15,-8 0-14 0,11 6-6 0,-7 0-16 16,7 0-9-16,-3 1-18 0,2 0-13 0,-1 2-10 16,6 3-26-16,-4-3-12 0,3 0-19 0,2 2-17 15,2-2-14-15,-2 1-23 0,3 1-10 0,-2-5-9 16,3 1-7-16,-1-5-2 0,-3 3 8 0,5-2 4 16,-1 0-133-16,-6-1-389 0,-1-4 173 0</inkml:trace>
  <inkml:trace contextRef="#ctx0" brushRef="#br0" timeOffset="67673.16">11634 4301 1117 0,'11'-3'-90'0,"-3"-1"16"16,3-3 22-16,-4 3 29 0,-2-6 17 0,1 2 20 15,-4 3 20-15,0-2 11 0,0-1 22 0,0 2 7 16,-2-5 25-16,-2 4 12 0,0 0 15 0,-1-1 9 16,2 2 8-16,-2 0 3 0,0-1-5 0,-1 2-13 15,1-2-10-15,-2 1-12 0,-3 4-16 0,2-1-9 16,1 1-7-16,-3-1-8 0,-1 3-9 0,0-1-6 16,1 2-5-16,0 2-3 0,-6 0-2 0,6 1-8 15,-2 2-4-15,1 1-3 0,2 1-2 0,0 2-1 16,0-4-3-16,3 5-3 0,-1-5-3 0,4 0-6 15,-2 1 1-15,3-1-1 0,0-1-5 0,4 2 0 16,-1-3-1-16,2 2 1 0,2-3 0 0,-3 0-2 0,4 0 1 16,0-1-2-16,3-2 3 0,0-2-4 15,-1 0 0-15,2 0 2 0,-1-2 1 0,0 1-1 16,-2-2 0-16,2-1-5 0,-2 1 6 0,0 1 3 16,-2-3 14-16,1 0-5 0,-2 1 17 0,0 2 25 0,-1-1 11 15,-2 2 18-15,1-1-3 0,-2 3 0 0,-2 1-11 16,4-5-9-16,0 3-12 0,-4 2-12 0,0 0-12 15,0 0 6-15,0 0-1 0,0 0-5 16,0 0-6-16,0 0-1 0,0 11-1 0,1-6-12 0,-1 0-8 16,0 2-5-16,0-1-16 0,0 2-5 0,4-2-15 15,0 1-14-15,0 2-21 0,0-2-27 0,3 1-38 16,3 0-47-16,1-4-47 0,1 2-41 16,-1-1-188-16,1 0-503 0,0-1 223 0</inkml:trace>
  <inkml:trace contextRef="#ctx0" brushRef="#br0" timeOffset="68642.32">12358 4168 105 0,'0'0'252'0,"1"-3"-13"0,-1 3-21 15,0 0-19-15,0 0-23 0,0 0-17 0,0 0-13 16,8 0-19-16,-8 0-17 0,0 0-9 0,0 0-10 16,0 0-11-16,0 0-9 0,0 0-6 0,0 0-4 15,-4 10-7-15,4-10-3 0,-4 6-6 0,1-2 2 0,-1-1 1 16,0 5-4-16,0-3 3 0,0 0-8 16,-4 0-6-16,1 3 0 0,0 0-4 0,-4 0 1 15,6-1-3-15,-2 2-4 0,2 0-3 0,-5-2 3 16,2 1-4-16,0 0-2 0,2 0-1 0,1 1-1 0,-1-4-4 15,-2 0-17-15,4 2-18 0,-1-1-17 16,1-2-23-16,1 3-31 0,-1-1-38 0,0-4-39 16,2 1-28-16,-1-1-156 0,3-2-386 0,-5 6 170 0</inkml:trace>
  <inkml:trace contextRef="#ctx0" brushRef="#br0" timeOffset="69010.33">12193 4157 250 0,'0'0'273'0,"0"0"-20"0,0 0-21 16,-1-6-23-16,1 6-17 0,0 0-19 0,0 0-18 16,0 0-14-16,0 0-17 0,0 0-9 0,0 0-5 15,0 0 5-15,9 14-8 0,-6-10-5 0,1 5-9 16,0-1-3-16,3 4-6 0,-2-4-11 0,4 2-5 15,-3 1-10-15,2-1-2 0,2 0-4 0,1 1-5 16,0 2-4-16,0-3-4 0,3 3-5 0,-7-3-2 16,4-1-1-16,-4 2-5 0,5-3-1 0,-5 2-1 15,1-5-6-15,-1 6 2 0,1-6-2 0,-2-2-5 16,-1 3 3-16,-1-1-5 0,0-1 1 0,0-1-4 16,2 0 3-16,-4-1-2 0,-2-2-4 0,5 2 3 15,-3 1-1-15,-2-3-1 0,0 0 0 0,0 0-1 16,3 3-5-16,-3-3 2 0,0 0-14 0,0 0-15 15,0 0-16-15,0 0-13 0,-1 5-17 0,1-5-25 16,0 0-32-16,0 0-51 0,0 0-36 0,0 0-244 16,-7 2-500-16,7-2 222 0</inkml:trace>
  <inkml:trace contextRef="#ctx0" brushRef="#br0" timeOffset="77891.72">10013 4381 42 0,'-11'0'293'0,"-1"1"-5"0,1 0-8 0,4 0-12 16,-5-1-15-16,5 2-13 0,7-2-15 0,-10 1-25 15,10-1-13-15,-4 1-19 0,4-1-11 0,-3 3-12 16,3-3-3-16,0 0-6 0,20 1-15 0,0 2-6 15,11-2-18-15,5 2 1 0,3-2-21 0,17 1-3 16,-13 2-12-16,11-1-8 0,-14-2-3 0,1 1-26 16,1-2-11-16,-1 0-14 0,-3-2-8 0,0 4-5 15,-1-4-9-15,-3 1-1 0,-3-1-1 0,-8-1 3 16,-1-1 0-16,-7 1 3 0,-3 2 1 0,1-1 1 16,-3-3 4-16,-3 2 1 0,-3-1 1 0,-1 0-5 15,-3 4 2-15,-4-6 1 0,-3 0 0 0,-5 0 1 16,-7-1 0-16,-10 1 0 0,-5 0 1 0,-5-3 6 15,-18 0 6-15,1-1 7 0,-4 4 4 0,-4-2 3 16,0 2 2-16,4-1 6 0,-1-1 3 0,0 3-3 16,7 1 1-16,14-1-6 0,-2 3 6 0,5 2-11 15,3-2 0-15,11 4-1 0,0-5 0 0,9 2-6 16,2 1 1-16,0 0-2 0,5 0-4 0,2 0-2 16,5 0-1-16,-11 0-2 0,11 0 2 0,0 0 0 15,0 0 1-15,20 2-5 0,-5-3-9 0,7 0-7 16,8-2-12-16,5 5-3 0,3-5-10 0,-1 0-10 0,1 3-17 15,-4-4-4-15,4-3-13 0,0 4-2 0,-4 1 3 16,0-2 0-16,-4 0 2 0,-7 1 8 0,-5-2 7 16,1 2 4-16,-8-2 8 0,2 0 9 15,-4 2 12-15,-2-1-1 0,-2-1 5 0,-1-2 8 0,-2 2 4 16,-4-2 4-16,-3 2 2 0,-2 2 8 0,-4-5 6 16,-7 1 8-16,-3 2 3 0,-9-1 8 0,-3 3 6 15,-4-4 4-15,-2 3 5 0,2 2-2 0,-2 0 1 16,1 0-5-16,3 2 0 0,4 1-2 0,1-1-3 15,7 1-3-15,5 1-5 0,4 0 0 0,4 2-15 16,-1 1-12-16,6 0-14 0,2 1-31 0,3-1-54 16,8 0-89-16,0 2-181 0,9-2-414 0,3 1 184 15</inkml:trace>
  <inkml:trace contextRef="#ctx0" brushRef="#br0" timeOffset="78444.23">9530 3392 334 0,'0'-12'401'0,"1"5"8"0,2 1-13 15,-3-2-5-15,1 1-22 0,-1 2-27 0,0 0-34 16,0 1-31-16,0 4-30 0,0-8-28 0,0 8-18 15,0-3-35-15,0 3-7 0,0 0-26 0,0 0-12 16,8 14-12-16,-6-8-9 0,1 8-11 0,1 3-9 16,0 1-10-16,-1 1-5 0,2 2-3 0,-1-1-21 15,4 6-20-15,-2-1-24 0,-2-5-34 0,-3 3-36 16,6-3-32-16,-2-1-23 0,-1 1-20 0,0 0-24 16,1-2-42-16,-1-1-49 0,0-4-44 0,1-2-303 15,-4 2-662-15,-1-7 293 0</inkml:trace>
  <inkml:trace contextRef="#ctx0" brushRef="#br0" timeOffset="78863.25">9433 3563 115 0,'0'0'274'0,"-1"-5"-13"0,1 5-13 0,0 0-22 0,0-5-19 16,0 5-21-16,6-3-22 0,-6 3-15 0,10-3-16 15,-6 3-14-15,-4 0-14 0,14 0-8 16,-2 0-12-16,-5 1-3 0,4 1-11 0,1-1-9 16,-1 3-5-16,1-2-7 0,3 2-4 0,-4 0-4 0,3 1-6 15,-2 0 0-15,3 1-6 0,-3 0-3 0,-1 0 0 16,1-1-3-16,1 2-4 0,-1-1-3 0,-3 0-1 16,1 0 1-16,-3-1-4 0,2 0 9 15,-3-2-11-15,0 2 5 0,0 0-8 0,-5-4 2 0,3 0 5 16,-4-1-8-16,8 2 2 0,-8-2 7 0,3 3-2 15,-3-3 28-15,4 3 17 0,-1-1 14 0,-3-2 8 16,0 0-9-16,0 0-4 0,5-8-4 0,-5 8-8 16,6-5-6-16,-6 0 4 0,5 0 4 0,-5-1-4 15,4 1 1-15,-1-2 4 0,0 0 0 0,-2 1-5 16,0-2 3-16,2-2-3 0,-3 2-8 0,0 0-2 16,0 1-4-16,0-3-6 0,-1 3-3 0,-1-1-5 15,0 0-1-15,0 2-17 0,0-3-17 0,-4 1-24 16,5 5-22-16,-4-3-34 0,0 2-35 0,0 3-37 15,5 1-40-15,-10 0-42 0,2-1-55 0,8 1-249 16,-8 2-592-16,3 2 261 0</inkml:trace>
  <inkml:trace contextRef="#ctx0" brushRef="#br0" timeOffset="79347.42">10335 3393 119 0,'1'-5'306'0,"-1"0"-8"15,2-3-10-15,-2 3-4 0,0-1-21 0,0 1-19 16,-2 0-14-16,2-2-15 0,-1 5-18 0,0-2-27 15,1 4-17-15,-7-7-13 0,4 4-23 16,3 3-3-16,-8-1-21 0,8 1-10 0,0 0-10 0,-17 4-8 16,11-2-4-16,2 0-7 0,-2 4-4 0,2-3-8 15,-1 2-4-15,-2 3-2 0,3 0-7 0,0-2-2 16,3-1-3-16,-1 2 0 0,1-1-4 0,4 5 4 16,-2-1-8-16,3 0 3 0,2 0 6 0,3-1-11 15,-2 0-2-15,9 3 5 0,-6-3-6 0,3 5 3 16,1-3-4-16,-1-1-1 0,2 2 2 0,-2-4-7 15,-2 0 9-15,2 2-10 0,-2-3 1 0,-3-1-2 16,2 1 1-16,-5-2 0 0,-1 0 0 0,2 1-9 16,-4-3 2-16,1 1 3 0,-3 0-2 0,0-4 15 15,-5 9-11-15,1-4 0 0,1-2-2 0,-5 0 2 16,-3 1-10-16,-1 0 14 0,1 0-4 0,-3-1-9 16,3-1-19-16,-2 2-14 0,0-2-18 0,1-1-21 15,0 1-18-15,5 0-20 0,-1-1-14 0,1-1-38 16,-1 0-34-16,8 0-37 0,-3-6-31 0,3 6-166 15,-1-7-473-15,4 2 211 0</inkml:trace>
  <inkml:trace contextRef="#ctx0" brushRef="#br0" timeOffset="79597.53">10573 3250 12 0,'0'0'311'0,"3"-4"-19"0,-3 4-27 15,1-5-29-15,-1 5-26 0,0 0-22 0,0 0-20 0,0 0-15 16,0 0-8-16,0 0-22 0,0 0-16 0,-4 20-11 16,4-13-4-16,-1 1-10 0,1 3-9 15,0 1-6-15,0 1-6 0,1 3-5 0,3 5-3 16,0-2-2-16,0-2-10 0,-1 2 2 0,0-1-6 0,2-2-6 16,-5 2 0-16,3-5-9 0,1 5-19 0,2-6-26 15,-4-1-26-15,2 2-37 0,-4-3-51 0,2-4-49 16,0 2-41-16,0-2-164 0,-2-2-422 0,1 0 187 15</inkml:trace>
  <inkml:trace contextRef="#ctx0" brushRef="#br0" timeOffset="79999.1">10490 3462 51 0,'0'0'246'15,"0"0"-8"-15,0 0-13 0,-1-5-23 0,1 5-19 16,0 0-19-16,12-5-17 0,-8 4-15 0,3 0-11 15,2 2-14-15,1 0-10 0,1 1-11 0,2-1-7 16,0 1-6-16,0 3-9 0,2-2-8 0,0-1-3 16,-1 1-7-16,3 3-6 0,-6 0-4 0,2-1-2 15,0-1-3-15,-2 3-6 0,-1 0 1 0,0-3-5 16,0 1-5-16,-2 1 0 0,-1-2-1 0,0 1-2 16,-2-1 1-16,1 1-2 0,-1-1-4 0,-3 1 2 15,3-1 0-15,-4-2-4 0,2 2 3 0,1 0-4 16,0-1-4-16,-3 1 8 0,2-1 0 0,0 1-8 15,-3-4 8-15,8 4-4 0,-4-1 0 0,2-1-3 16,-1 0 3-16,3-1 1 0,-4 0-2 0,-4-1-1 16,15-1 5-16,-5-2 1 0,-6 2-5 0,5-1 9 15,-5-3 4-15,3 2 8 0,0-2 2 0,-3 0 7 16,-1 0 2-16,-2 0 2 0,5-1 1 0,-6 1-8 0,-4-2-3 16,1-1-4-16,0-2-2 0,-6 3-2 15,0 0-2-15,0-2-2 0,1 6-3 0,-5-1-4 16,1 0-3-16,1 1-15 0,0-2-18 0,-2 5-19 15,3 0-21-15,2 0-30 0,0 3-29 0,0 1-45 0,2-1-47 16,6-3-191-16,-8 2-443 0,8-2 196 0</inkml:trace>
  <inkml:trace contextRef="#ctx0" brushRef="#br0" timeOffset="80567.85">10966 3487 149 0,'0'5'174'0,"0"0"-1"0,0 1-4 0,0 1-7 15,0 3-13-15,0 0-13 0,3 5-15 0,-3-3-8 16,3 5-4-16,-1 1-10 0,0 0 0 0,2 0-10 16,-3 2-11-16,5 1-10 0,-2-2-4 0,0 0-6 15,-1 0-4-15,2-2-9 0,-1 0-4 0,-4-5 1 16,4 0-6-16,-1 0-4 0,-1-1 0 0,1 0-2 15,-3-4-3-15,3-2-3 0,-3 0 2 0,1 1-2 16,-1-6-1-16,0 4-3 0,0-4 1 0,0 0-2 16,2 2-5-16,-2-2-10 0,0 0-13 0,0 0-9 15,0 0-18-15,-6-18-18 0,6 13-16 0,0-5-15 16,0 2-22-16,0-5-17 0,0-1-16 0,3-3-6 16,-3-1-1-16,0 5-3 0,0-3-90 0,1-1-260 15,-1 1 115-15,0-1 1026 0,0-1-710 0,0 5 25 16,0-1 28-16,0 3 26 0,0-2 22 0,-1 1 36 15,-2 2 23-15,3-1 22 0,-3 0 13 0,2 0 19 16,0 3 10-16,-1 0 14 0,1 0 13 0,-1 0 3 16,4 0 1-16,-2 0 1 0,0 2-2 0,0 2-15 15,0-3-4-15,1 3-11 0,1-1-9 0,-1 1-18 16,3-1 2-16,-4 5-18 0,4-6-17 0,-2 4-8 16,3 1-12-16,-5 1-9 0,12-3-18 0,-12 3 3 15,14 1-3-15,-7 1-2 0,1-2-12 0,0 2-2 16,2-1-2-16,-1 3-6 0,-1 0-3 0,0-1-12 15,2 1 0-15,-4 1 4 0,3-2-9 0,-5 2-8 16,4 0-9-16,-5 0-5 0,1-2-4 0,0 2 2 0,-4 0-2 16,4-1-12-16,-8-1 7 0,4 4 4 0,-4-1-2 15,1-2-5-15,-5 4-13 0,1-1-22 16,-5-1-16-16,4 1-16 0,-3-1-21 0,-2-1-28 16,1 2-28-16,-1 1-44 0,2-2-32 0,3-1-37 0,-2 0-154 15,1 0-476-15,2-2 210 0</inkml:trace>
  <inkml:trace contextRef="#ctx0" brushRef="#br0" timeOffset="81069.73">11506 3465 90 0,'0'0'332'0,"0"-9"-10"0,0 5-18 0,-1 1-13 16,-2-2-25-16,3 0-4 0,-4 3-32 0,4 2-30 16,-5-4-21-16,5 4-19 0,-7-2-19 0,7 2-17 15,-7-2-15-15,7 2-9 0,-15 2-10 0,8 0-11 16,2 3-10-16,-5 1-4 0,-1 0-6 0,5 0-8 16,-4 5-3-16,2-5-14 0,3 3-7 0,-4 0-10 15,4 1-6-15,-1-2-7 0,1 0-8 0,2-1-1 16,3 2-10-16,3-1-2 0,-3-2 0 0,5-1 2 15,-1 0-1-15,-1 1-1 0,4-4-1 0,0 1-3 16,1-1 0-16,0-1 3 0,3 1 1 0,-3-2 0 16,2-2 3-16,1-1 1 0,-5 0 2 0,5-2 2 15,-1-2 3-15,-3 0 0 0,0-1 5 0,0 0-1 16,-4 1 14-16,4-1 7 0,-3-2 9 0,-2 2 9 16,0-2 13-16,1 3 4 0,0 0 19 0,-2 3 4 15,-1 0 1-15,0-3-2 0,0 3-4 0,0 4-12 16,3-4-10-16,-3 4 6 0,2-4-26 0,-2 4 0 15,0 0-12-15,0 0-1 0,0 0 1 0,0 0-9 16,0 0 7-16,0 0-5 0,0 16-7 0,0-11-3 16,2 1 1-16,0 1-16 0,3 0 10 0,-3 3-15 15,2-1-11-15,1-3-7 0,4 2-11 0,-4-1-15 16,2-1-20-16,-1-1-22 0,-1-1-30 0,7 0-43 16,-3-2-46-16,0-2-55 0,3 2-232 0,-1-2-553 15,0-3 245-15</inkml:trace>
  <inkml:trace contextRef="#ctx0" brushRef="#br0" timeOffset="81320.32">11680 3168 244 0,'-2'-2'293'0,"0"-3"-18"15,2 5-21-15,-4-3-21 0,4 3-33 16,-1-4-20-16,1 4-20 0,0 0-15 0,0 0-15 0,0 0-13 15,5 14-11-15,-2-3-11 0,1-1-10 0,1 0-5 16,2 3-4-16,-1 2-14 0,3 4-5 0,-3-4-5 16,3 2-6-16,-1 1 0 0,-1 2-8 15,0 1 0-15,4-2-2 0,-2 7-5 0,-2-7-4 0,1-2 0 16,2 1-15-16,-5-3-21 0,-1-3-22 0,2 0-25 16,-1 0-44-16,-1-5-31 0,-1 3-58 0,1-5-48 15,-1 2-162-15,-2-3-432 0,1-1 191 0</inkml:trace>
  <inkml:trace contextRef="#ctx0" brushRef="#br0" timeOffset="81487.58">11744 3351 64 0,'8'-2'157'0,"-1"0"-11"15,1 2-13-15,7 0-11 0,0 0-17 0,0 2-4 16,3 1-15-16,1 2-18 0,0-1-43 0,3-1-33 15,6 3-65-15,-5 2-82 0,4 1-167 0,-3-5 74 16</inkml:trace>
  <inkml:trace contextRef="#ctx0" brushRef="#br0" timeOffset="81872.27">12352 3385 143 0,'-7'-6'282'0,"2"2"-8"0,-3 1-9 16,1-1-13-16,0 1-13 0,-4 1-29 0,3 0-17 16,-3-2-22-16,0 3-21 0,1 1-10 0,-3 1-18 15,4 1-14-15,1 0-3 0,-3 4-20 0,4 0-8 16,-4 0-5-16,2 5-7 0,0-4-7 0,1 2-3 16,1 1-7-16,3 1-4 0,-1-1-5 0,2 2-3 15,0-1-3-15,3-2-5 0,0 2 3 0,0-4-9 16,3-1-2-16,0 2-3 0,4-2 0 0,-2-1-5 15,3-1 4-15,-2-1-8 0,1 0 4 0,2-3-2 16,3-2-1-16,-2 2 0 0,-1-3-3 0,5 0 10 0,-9-2-9 16,5 1-4-16,-1-2 4 0,-2 0 3 15,0-1 0-15,1-3 5 0,-3 4 1 0,1 3 10 16,-2-4 13-16,0-2 15 0,-1 5-4 0,0 1 9 16,-2 0-17-16,-1-1-6 0,0 4-4 0,4-5-12 0,-4 5 0 15,0 0-29-15,0 0 0 0,0 0-12 0,0 0-5 16,0 0-9-16,-4 15-17 0,4-7-19 0,-1 0-25 15,-1 3-34-15,1 2-57 0,1-1-39 16,-3-2-56-16,3 5-186 0,2-2-505 0,-1 0 225 0</inkml:trace>
  <inkml:trace contextRef="#ctx0" brushRef="#br0" timeOffset="83026.55">11087 4263 268 0,'0'0'374'0,"-8"-3"6"15,8 3 1-15,-4-1-11 0,4 1-4 16,0 0-19-16,0 0-16 0,-5-2-20 0,5 2-22 0,0 0-24 16,0 0-23-16,0 0-23 0,19 0-22 0,-3 1-18 15,11-4-19-15,8 6-19 0,5-1-13 0,14 1-11 16,2 1-12-16,1 0-9 0,3 1-15 0,0 0-14 16,3-1-13-16,-1-1-15 0,1 3-21 0,-5-4-16 15,2-2-17-15,-4-1-13 0,-15 0-19 0,-1 1-13 16,-2-3-10-16,1 1-8 0,-5 1-13 0,-2-1-13 15,-9 1-10-15,-5-3 6 0,0 3-11 0,1-2-5 16,-10 2-4-16,-2 0-11 0,1-3-22 0,-4 2-28 16,-4 2-14-16,0-4-35 0,0 4-4 0,0 0-16 15,-11-6-16-15,6 2-183 0,-5 2-493 0,-3-4 218 16</inkml:trace>
  <inkml:trace contextRef="#ctx0" brushRef="#br0" timeOffset="83294.89">11167 4089 45 0,'-6'0'327'0,"6"0"2"16,-7-2-3-16,7 2-6 0,-7-2-12 15,7 2-9-15,0 0-21 0,0 0-21 0,0 0-25 16,26-1-19-16,-8 1-16 0,5 0-14 0,8-2-23 15,6 2-28-15,3 2-5 0,15 1-16 0,-1-1-8 0,2-1-11 16,3 3-6-16,-2 1-10 0,-4-2-12 0,3 0-22 16,-2 0-30-16,-10 1-35 0,-1-3-33 0,-4 1-34 15,0 1-45-15,-3-1-54 0,-2 0-71 16,-3 1-66-16,-7-5-214 0,-1 2-585 0,-4-1 258 0</inkml:trace>
  <inkml:trace contextRef="#ctx0" brushRef="#br0" timeOffset="84163.69">12913 4045 399 0,'0'-5'397'16,"0"5"-32"-16,2-4-33 0,-2 4-38 15,0 0-25-15,0 0-31 0,0 0-32 0,0 0-20 0,0 0-20 16,0 0-8-16,0 0-28 0,-1 20-10 0,2-9-14 15,1 1 1-15,2-1-19 0,0 6 1 0,-3-1-18 16,3 2-4-16,0-1-10 0,0-6-8 0,-1 7-18 16,1-1-3-16,4 0-15 0,-5-6-9 0,1 1 1 15,-1-3-16-15,-2 1 0 0,2-4-5 0,-2 2 5 16,1-3 3-16,0-2-1 0,0-1 2 0,-2-2-3 16,5 2 8-16,-5-2-6 0,12-4 1 0,-9 0-2 15,1-1 4-15,2-1 1 0,-1 0-3 0,3-4 5 16,-1 1 0-16,0-1 8 0,0 1-5 0,2-1 6 15,-1 0 4-15,-1 3 10 0,0-2 2 0,1 2 6 16,-4 1 3-16,3-1-5 0,-6 4 0 0,3 0-2 16,1 1-3-16,0-2-10 0,-2 2-3 0,-3 2 1 15,5-2-4-15,-5 2-2 0,0 0 2 0,0 0 1 16,11 8-2-16,-11-5-1 0,4 0-2 0,-4 4-5 16,3 0-2-16,-2-2-4 0,1 3-9 0,3-2 7 15,-4-1-10-15,-1 2 0 0,3-1-1 0,-2-2 3 16,-1 0 2-16,3-2 4 0,0 3 4 0,-2-3 1 15,-1-2 3-15,0 0 0 0,0 0 1 0,0 0 3 0,13-7 3 16,-8 4 2-16,3-4 10 0,-4 1 10 0,3-3 7 16,1 1 8-16,3-1 6 0,-3-3 20 15,0 1 6-15,3-1 13 0,3 0 9 0,-6 1 9 16,1 2 10-16,4-6 15 0,-5 7 5 0,3-3 0 0,-5 4-3 16,1-1-7-16,-4 1-4 0,4 4-12 0,-2-2-13 15,-1 2-12-15,-1-1-12 0,1 1-9 0,-4 3-16 16,6-2-18-16,-6 2-12 0,0 0-18 0,0 0-10 15,5 7-22-15,-1-1-17 0,0 0-33 0,-3 0-21 16,2 2-26-16,0 2-19 0,4 1-12 0,1 3-18 16,3-4-15-16,-2 4-35 0,5-1-43 0,1 0-44 15,0-5-50-15,4 3-226 0,1-4-644 0,-2 0 285 16</inkml:trace>
  <inkml:trace contextRef="#ctx0" brushRef="#br0" timeOffset="84548.31">13717 4058 64 0,'-3'-7'261'0,"-3"2"-21"0,2 0-15 15,-3 0-30-15,-2 0-20 0,3 1-12 0,-5 3-19 16,2-2-18-16,-6 2-7 0,4 2-13 0,-2-1-13 16,3 3-6-16,-1-2-10 0,-2 3-7 0,3 3-7 15,2-1-8-15,1-1-5 0,0 2-7 0,-1-1 2 16,3 0-6-16,0 2-4 0,0 1-1 0,5-2 2 0,-2 1-9 15,4 1-2-15,-2-2 0 0,5-1-5 16,0 1-2-16,0-1 2 0,5 0-6 0,0-1-3 16,1-2 3-16,0-2 0 0,1 0-5 0,2-1 2 15,1 0-2-15,-4-1-3 0,1-2 3 0,3 2-4 0,-4-5 4 16,1 4 4-16,-5-5 26 0,1 4 21 0,-1 0 24 16,1 0 17-16,-1-1 28 0,-4-1-1 15,-1 2 5-15,1 1 5 0,-3 2-9 0,7-4-2 0,-4 2-22 16,-3 2-17-16,0 0-13 0,4-3-7 0,-4 3-18 15,0 0 1-15,0 0-16 0,0 0-9 0,0 0-12 16,0 0-20-16,0 13-21 0,0-8-10 0,-3 0-14 16,6 0-14-16,-3 0-22 0,1 1-23 0,2 2-31 15,2 0-40-15,-1 0-76 0,7-3-59 0,-7-2-202 16,6 5-561-16,1-4 248 0</inkml:trace>
  <inkml:trace contextRef="#ctx0" brushRef="#br0" timeOffset="84782.49">14097 4056 25 0,'0'0'307'0,"0"0"-18"16,0 0-25-16,0 0-22 0,0 0-26 0,0 0-22 16,0 0-18-16,0 0-20 0,0 0-14 0,-19 6-14 15,15-2-8-15,-3 2-14 0,2 3-13 0,-2 1-6 16,0-1-11-16,-1 3-7 0,-2 1-6 0,3 3-9 15,-3-3-2-15,3 0 0 0,0 2-9 0,-4 1 3 16,5-5-25-16,1 2-18 0,1-3-16 0,-4 2-19 16,4-6-19-16,2 1-42 0,0-1-44 0,-2-2-46 15,4-2-237-15,0-2-454 0,0 4 202 0</inkml:trace>
  <inkml:trace contextRef="#ctx0" brushRef="#br0" timeOffset="84949.77">14017 4076 118 0,'1'-3'290'0,"-1"3"-17"0,3-5-18 0,-3 5-26 16,0-4-23-16,0 4-26 0,0 0-16 0,0 0-15 0,0 0-19 15,0 0-12-15,0 0-2 0,6 13-17 0,-1-8-11 16,-1 4-11-16,0 2-3 0,2-1-22 16,3 7-28-16,7-3-39 0,-1 0-59 0,3-2-76 15,5 6-251-15,-4-6-434 0,6 2 192 0</inkml:trace>
  <inkml:trace contextRef="#ctx0" brushRef="#br0" timeOffset="85719.79">14837 4180 207 0,'0'-8'307'15,"0"3"-11"-15,-3 1-20 0,1-1-21 0,-2 1-22 16,-2-1-12-16,2 2-33 0,-1 0-22 0,-5-1-4 16,1 1-29-16,-4 2-12 0,2-2-11 0,-2 2-14 15,-1 1-7-15,-1 0-9 0,0 2-10 0,-1 0-9 16,2 1-5-16,-2-2-3 0,2 3-6 0,0 0-7 16,1-1-2-16,2 3-5 0,-1 0-4 0,1-3-4 15,2 2 1-15,1 2-7 0,2-3-2 0,2 2 2 16,0-2-2-16,1 4-8 0,-1-4 11 0,4-1-9 15,1 4-5-15,4-3 3 0,0 0-7 0,2-2-1 16,4 1-2-16,-2-2-8 0,2 3-6 0,4-4-6 16,2-2-5-16,-3 2-4 0,4-3-4 0,1-1-3 15,-2-1-1-15,0-1-1 0,2 1-1 0,-7 0 2 16,1 0 2-16,-3-3 2 0,0 0 4 0,1-3 1 16,-3 1 6-16,0-2 1 0,-1 0 0 0,-5 0 5 15,2-6 0-15,0 2 6 0,-2 2 7 0,1-3 13 0,-3-1 10 16,-1 5 12-16,1-2 10 0,-2-1 12 0,0 4 9 15,0-1 14-15,-2 3 8 0,4-2 4 16,-4 3 2-16,4 1 4 0,-1 2-3 0,-2 0-3 16,3 2-13-16,-3-1-11 0,3 1 8 0,-1 0-21 0,1 4-7 15,-3-4-12-15,3 4-2 0,0 0-4 0,0 0-3 16,0 0-7-16,-12 8-4 0,8-3-6 0,1 2 0 16,0 3-4-16,2-1-2 0,-2 2 0 15,2 1-6-15,-2 0-2 0,3 5-3 0,4 0-1 0,-4 2-12 16,3-4-2-16,3 5 8 0,-1-4-18 0,3 1-6 15,2 2-11-15,1-4-4 0,2 0-11 0,2 0-13 16,1-1-13-16,1-1-11 0,-1 0-10 0,3-6-6 16,2 1-8-16,0-2-2 0,-3-3 2 0,2 1 13 15,5-6 13-15,-5 2 2 0,-1-2 25 0,0-2 0 16,-4 2 12-16,0-5 4 0,-4 1 11 0,0-3 6 16,3 1 18-16,-5-1 15 0,2-1 10 0,-4 0 20 15,-2 0 21-15,-1-2 19 0,0 0 9 0,-1 1 2 16,-3 2 4-16,0-2-2 0,0 4-2 0,-3-1-7 15,2 2-7-15,-3-1-6 0,0 1-4 0,-2 1-7 16,-2 0-7-16,2 2-3 0,0 1-3 0,-4 2-5 16,4 0 0-16,-4 0-4 0,-1 2 0 0,4 1-9 15,-2 2 6-15,-1-1-6 0,6 1 1 0,-1 1-1 16,-1 5-3-16,3-6-4 0,-2 3-4 0,5 0-9 16,3 2-6-16,0 1-9 0,-1-1-16 0,4-1-23 15,1 1-21-15,0-2-36 0,-1 1-28 0,8-3-27 16,-2 1-37-16,2-4-174 0,-2 1-421 0,-1-1 186 15</inkml:trace>
  <inkml:trace contextRef="#ctx0" brushRef="#br0" timeOffset="86237.78">15286 4157 80 0,'4'-1'175'0,"-4"1"-1"16,0 0-6-16,5-5-7 0,-5 5-17 0,0 0-19 16,0 0-17-16,0 0-10 0,0 0-12 0,0 0-10 0,0 0-10 15,-8 16-4-15,7-10-3 0,-2 6-8 0,1-2-4 16,0 1-1-16,2 6-10 0,0 0-1 0,2 2-2 15,-2 0 3-15,5 2-3 0,-4-2 5 16,2-1-4-16,2 5-4 0,-2-4-5 0,4-1 0 0,-3 0-4 16,3-3 1-16,-3-1-6 0,1-2 4 0,1 0-2 15,-1 0 1-15,-1-4-1 0,-1-3-1 0,1 1 4 16,-4 1 29-16,4-5 12 0,-4-2-3 0,6 0-4 16,-6 0-6-16,0 0-1 0,0 0-4 0,5-9-4 15,-5 3-4-15,0 1-6 0,0-6-1 0,0 1-2 16,-1-2-4-16,-1 0-1 0,0-1-4 0,-1-1-1 15,-4-2-1-15,6-2-1 0,-2-3-1 0,2 2 0 16,-3-2 0-16,1 1-4 0,0 2 4 0,3-2 7 16,-1 3 8-16,-2-1 12 0,6 1 4 0,-3-2 7 15,0 8 4-15,0-6 5 0,0 3 5 0,1 1 1 16,-1 2 4-16,0-1 4 0,0 1-6 0,0 0 15 16,3 1-1-16,-2 1 0 0,-1 1-9 0,2 2 7 15,-2-1-17-15,1 4 1 0,0-1-10 0,-1-1-6 16,0 5-16-16,5-7-1 0,-5 7-11 0,0 0-8 15,2-1 1-15,-2 1-7 0,0 0-6 0,12 5-3 16,-6-1-5-16,-1 1-1 0,-1 0-8 0,3 3 1 16,1 1-7-16,0 0 3 0,1 0-1 0,0 3 8 15,-1-4-14-15,3 7 0 0,-4-7-5 0,1 3 4 16,-4-4-2-16,3 3-5 0,-4 1-6 0,1-6 2 0,-3 3 4 16,-1-1-7-16,0 0 2 0,-2-2 1 15,-3 2 1-15,-1-4-7 0,0 1-16 0,-3-3-12 16,-1 2-20-16,0-1-18 0,-3-2-28 0,2 2-43 15,0-4-42-15,-2 1-41 0,2 1-169 0,0-1-469 0,4-2 208 16</inkml:trace>
  <inkml:trace contextRef="#ctx0" brushRef="#br0" timeOffset="86522.57">15544 3742 259 0,'0'-7'354'15,"0"3"-19"-15,0 1-23 0,0 3-32 0,0-5-30 16,0 5-33-16,0 0-21 0,0 0-19 0,0 0-18 16,6 13-18-16,-3-5-1 0,-2 2-25 0,3 3-20 15,0 4-3-15,0 1-8 0,3 3-11 0,-3-1-5 16,1-1-3-16,1 2-6 0,-2-1-4 0,5-1-4 15,-3 2-18-15,2-1-15 0,-4 1-23 0,2-6-25 16,0 2-25-16,0-1-28 0,-3 2-42 0,2-6-57 16,1-3-55-16,-1 0-249 0,0-3-525 0,3-1 232 15</inkml:trace>
  <inkml:trace contextRef="#ctx0" brushRef="#br0" timeOffset="86956.99">15833 3880 119 0,'-2'-10'343'16,"2"0"14"-16,-2-1-11 0,0 3-5 0,2-1-2 15,-4 3-3-15,4 1-20 0,0-2-27 0,0 4-32 16,0 3-28-16,0-6-30 0,0 6-28 0,0 0-18 16,0 0-18-16,0 0-15 0,0 0-10 0,0 0-15 15,0 18-10-15,0-11-7 0,0 5-11 0,0-1-2 16,0 2-16-16,4 0 3 0,-2-1-7 0,0 6-14 15,1-5 6-15,3 4-10 0,0-1-8 0,0 1 2 16,-1-2-7-16,1 0-6 0,-1-4-4 0,1 1-1 0,0-2-1 16,-2 0-2-16,2-1-2 0,-1-1 7 15,-2-2 1-15,0-1-2 0,1 1-1 0,1-3-1 16,-1 0 9-16,-1-2-1 0,1 0-1 0,-4-1 5 16,7 3 6-16,-7-3 4 0,6 0-1 0,-6 0 0 0,13-1-3 15,-8-2 0-15,4 2-5 0,-4-2 5 0,6 1-5 16,-6 1 2-16,-1-2-2 0,5 2 1 15,-3-2 0-15,-2 0-4 0,0 1 0 0,-4 2-3 16,9-1 1-16,-9 1-3 0,0 0-2 0,7-3 1 0,-7 3-6 16,0 0 2-16,9 1-5 0,-9-1-2 0,7 4 6 15,-4-1-5-15,-2 2-19 0,2-2 1 0,-2 0-20 16,3 1-17-16,0 2-32 0,-2-1-19 0,1 0-25 16,-1 0-25-16,1 0-28 0,-2 0-46 0,0-1-51 15,-1-4-45-15,0 5-261 0,0-5-639 0,0 0 284 16</inkml:trace>
  <inkml:trace contextRef="#ctx0" brushRef="#br0" timeOffset="87141.53">15550 3883 30 0,'-6'-2'345'0,"2"1"-5"15,4 1-9-15,-8-2-15 0,8 2-28 0,-4-3-32 16,4 3-26-16,0 0-18 0,0 0-31 0,26 5-10 15,-14-2-19-15,6 3-14 0,2 2-14 0,-1-1-40 16,3 1-33-16,7 4-40 0,0-1-50 0,0 1-64 16,-2-1-91-16,3-1-81 0,-1 1-167 0,1-3-479 15,-10-1 213-15</inkml:trace>
  <inkml:trace contextRef="#ctx0" brushRef="#br0" timeOffset="87492.05">16389 4112 350 0,'0'0'446'0,"0"0"-12"0,0 0-26 16,0 0-32-16,0 0-34 0,0 0-26 0,-18-7-39 15,12 5-28-15,6 2-24 0,-10-1-21 16,10 1-26-16,-11-2-20 0,6 2-8 0,5 0-18 16,-10 2-19-16,10-2-15 0,-7 2-10 0,3 1-12 0,1-1-12 15,1 1-10-15,2-3-7 0,-2 4-8 0,2-4-7 16,-2 5-4-16,2-5-3 0,0 4-4 0,0-4 1 16,0 0-2-16,0 0-5 0,0 4 0 15,0-4 3-15,0 0 1 0,0 0-4 0,2 3 6 0,-2-3-9 16,0 0-7-16,0 0-32 0,0 0-46 0,0 0-65 15,2-12-65-15,-5 7-82 0,2-2-88 0,-6-1-293 16,0-1-721-16,0 0 320 0</inkml:trace>
  <inkml:trace contextRef="#ctx0" brushRef="#br0" timeOffset="-176739.3">3671 6366 210 0,'1'-6'401'15,"-1"2"-20"-15,0-1-11 0,1 1-21 0,-1 4-13 0,-1-6-23 16,1 6-30-16,1-4-32 0,-1 4-27 16,0 0-25-16,0 0-21 0,0 0-19 0,0 0-16 15,0 0-15-15,-12 9-15 0,9-4-10 0,-1 2 1 16,-2 0-21-16,1 0 6 0,4-1-18 0,-3 4-3 0,1-1-18 16,0 1-3-16,3-2-15 0,0-1-18 0,3 1-18 15,0-2-11-15,-2 0-12 0,2-1 1 16,3 1-11-16,0-3 5 0,0 1 0 0,-1-3 1 0,2-1-4 15,2 0-2-15,-2-2 4 0,1 0 2 0,1-1 0 16,-2-1 8-16,4 0 3 0,-5-3-4 0,0 3 10 16,-4-3 1-16,1 1 2 0,2-1 5 0,-2-1 9 15,-3 3 5-15,3-1 10 0,-3 0-4 0,-3 2 4 16,0-1 0-16,2 1-1 0,-4 1-11 0,-1 0 5 16,6 3-3-16,-11-2-7 0,1 2-1 0,3 3 6 15,-3-2-1-15,3 0-8 0,-4 3 8 0,3 0-5 16,0 0-2-16,1-2 0 0,3 1-2 0,-3 3 5 15,3-3-3-15,3 1-5 0,-2-1-5 0,3 0 3 16,0-3-12-16,3 9-7 0,-2-6 6 0,3-2-2 16,3 0 1-16,1-1 2 0,-1 1-5 0,-7-1 5 15,20-2 2-15,-13 1 3 0,7-3-1 0,-6-1 3 16,4-1-3-16,-1 1 7 0,-4 0 4 0,0-1 0 16,-2 2 1-16,-2-2 1 0,0-1 4 0,-2 1 0 15,3 2 5-15,-5-2-7 0,2 1 3 0,-1 5-1 0,-4-8 1 16,4 5 0-16,-4-1-10 0,4 4 0 15,-7-2-15-15,3 1-29 0,4 1-33 0,-12 2-37 16,5-1-40-16,1 2-46 0,2-1-45 0,-3 2-47 16,1-1-164-16,3 1-504 0,0 0 223 0</inkml:trace>
  <inkml:trace contextRef="#ctx0" brushRef="#br0" timeOffset="-175451.55">4280 6122 94 0,'-3'-6'301'0,"-1"0"-8"0,1 0-12 16,2 0-11-16,-4-1-14 0,1 1-11 0,-2 1-7 15,3-1-24-15,-4 0-16 0,2 2-21 0,-2 1-10 16,2-1-21-16,-2 1-11 0,-1 2-9 0,-4 1-20 16,-1 4-5-16,4-2-7 0,-9 3-1 0,-1 3 0 15,5 1-6-15,2-3-3 0,-4 7-7 0,-1 3-3 16,1-3-3-16,1 11 2 0,2-8-7 0,2 2-9 15,0 1 0-15,4 1-10 0,2-2 2 0,3 1-10 16,1 1-3-16,2-1-2 0,5 2 0 0,2-2-3 16,5 4-2-16,0-6-1 0,9 3-2 0,-6-7-9 15,10 3 0-15,1-3-2 0,3-1-10 0,-3-2-22 16,6-1-10-16,-3-4-17 0,1-2-11 0,0-2-10 16,2-1 0-16,-2 0-2 0,2-2-3 0,-3-3 1 0,-3-1 8 15,-3-1 0-15,-1 0 4 0,-2-2 11 16,-1 0 2-16,-1 0 5 0,-1-3 5 0,-2 1 3 15,-2 0 8-15,-7 1 10 0,4-2 15 0,-6 3 6 16,2-3 17-16,-4 1 13 0,-2 1 9 0,-1 0 10 0,-1 0 11 16,-1-1-9-16,-2 3 0 0,-3-2-3 0,3 3 0 15,-5-1-10-15,2 2-5 0,-3 1 2 16,2 1-13-16,-4 3-1 0,1-4-4 0,-1 4-5 0,1 0 8 16,-4 2-14-16,1 0 2 0,5 6-7 0,-6-2 1 15,5 1-3-15,2 1-5 0,-4-1-4 0,4 3-21 16,2-1-20-16,1-1-10 0,1 2-6 0,1-2-14 15,1 3-11-15,2-3-7 0,2 0-10 0,2-1-5 16,0 1-6-16,0-1 3 0,2-1 5 0,1-2-2 16,2 0-1-16,2-2 6 0,0 0 2 0,1 1 11 15,-1-4 10-15,0 0 6 0,1-2 7 0,-1 2 9 16,1-4 5-16,-4 1 5 0,2 0 23 0,2-2 16 16,-5 1 14-16,1-3 15 0,-1 3 7 0,-1-2 13 15,2 1 9-15,-6 2 12 0,1 0 1 0,3 1 6 16,-5 0-7-16,2 1-8 0,-2 0 1 0,-1 3-18 15,4-2-4-15,-4 2 2 0,0 0-8 0,0 0-6 16,8 6 1-16,-8-6-6 0,4 8 1 0,-1-2-1 16,0-1-1-16,2 2 0 0,-3 0-7 0,3 0-1 15,3 1 1-15,0-1-6 0,-1-1-3 0,4 1-9 16,1-2-4-16,2 0-3 0,-3 1-2 0,1-5-2 16,4 0-4-16,-2-1 0 0,0-1 0 0,-2-2 8 15,1 2-1-15,5-7 2 0,-7 2 2 0,1-2 2 16,3-5 1-16,-4 2 0 0,1-4 4 0,-2 2-2 0,2-4 1 15,-3-1-1-15,1-1 5 0,-3 0-1 16,-1-3 9-16,1-4 6 0,-4 7 5 0,-2-1 12 16,2 1 11-16,-3-2 13 0,0 2 8 0,-1 2 16 0,-3 4-3 15,1-5 13-15,-1 8 12 0,-3-2-6 0,3 1 12 16,-4 2-7-16,7 4-8 0,-2 0-13 0,0 1-11 16,0 1-10-16,3 3-2 0,0 0-9 0,-15 5-8 15,11-1-2-15,0 5 1 0,-1 2-1 0,1 1-7 16,-1 5-2-16,3 2-2 0,2 2-1 0,0-2-2 15,0 1-5-15,2 1 1 0,3-1-10 0,-1 1-23 16,5 6-8-16,0-9-12 0,0-1 0 0,1 1-8 16,1-2-11-16,2-1-4 0,2-4 4 0,1 2-10 15,-6-4-2-15,7-1 2 0,1-3 2 0,4-1-7 16,-2-3 6-16,-2-2-3 0,-2 0 4 0,4-4-1 16,-3-3 6-16,2-1 0 0,-3-2 2 0,3-2-1 15,-2-3 2-15,-2 1-7 0,4-9-12 0,-3-3-2 16,-4 1 4-16,3 2 8 0,-5-2 4 0,-5 0 7 15,-1 6 18-15,2 0 24 0,-5-1 24 0,-1 0 16 16,0 1 14-16,-4 7 19 0,1-1-1 0,2 2 13 16,-3 0 6-16,0 1 8 0,-3 2 8 0,4 0-9 15,-2 5 0-15,-5-1-13 0,2 2-2 0,-1 2 5 16,-1 2 2-16,1 3-1 0,-2 0-1 0,0 5 1 0,0 1-2 16,4 0-5-16,-8 7-2 0,7-1-7 0,1 1 4 15,3 2-2-15,-1 2-5 0,1-2 5 16,4 1-2-16,4 4-2 0,-3-4-6 0,9 0-4 15,-5 0-3-15,7 3-7 0,-1-3-5 0,-1-3 0 0,3-2 1 16,2 1 0-16,4-3-6 0,-1-2-9 0,4-1-16 16,-2-1-29-16,-2-2-30 0,5-1-46 0,0-4-44 15,-4 2-40-15,0-4-50 0,1-1-59 0,1-2-73 16,-9 0-283-16,0-1-704 0,-2-3 312 0</inkml:trace>
  <inkml:trace contextRef="#ctx0" brushRef="#br0" timeOffset="-171971.65">6414 5949 296 0,'-3'-4'376'0,"3"4"-8"0,3-5-35 0,-3 5-35 16,0 0-29-16,0-3-34 0,0 3-16 0,0 0-9 16,0 0-12-16,4 16-7 0,-3-9-22 0,5 5-9 15,-5 0-12-15,0 1-23 0,3 3-13 0,-1-1-2 16,0 3-10-16,1 0-14 0,0-1-4 0,0 1-12 15,2-6-37-15,-1 6-23 0,-2-5-33 0,-2 0-27 16,2-1-19-16,-2-1-34 0,2 1-27 0,0-4-30 0,-2 0-37 16,-1-4-37-16,2 0-29 0,-1 0-233 0,-1-4-535 15,0 0 237-15</inkml:trace>
  <inkml:trace contextRef="#ctx0" brushRef="#br0" timeOffset="-171638.17">6310 5906 280 0,'-5'-12'310'0,"1"2"0"16,-1-1-3-16,3 5-5 0,1-3 8 0,-2 3-27 16,3 1-32-16,0 0-25 0,3 0-18 0,3 2-25 15,0 0-12-15,5 1-18 0,4 3-21 0,1-1-11 16,2 2-12-16,4 4-6 0,1 1-8 0,5 1-8 16,1 4-13-16,-2-4-7 0,0 7-4 0,0 1-6 15,-2-1-9-15,0 1 1 0,-7-3-12 0,7 5-8 16,-6 2-3-16,0-1-9 0,-4-1-6 0,0-3 1 15,-3 4-9-15,0-1-5 0,-2-2-2 0,-3 3 2 16,-3 0-12-16,0-2 8 0,-1 2 3 0,-7-1 0 16,0-1-2-16,-2-1 6 0,-2-1-1 0,-7-1 4 15,1-2 2-15,-3-1 15 0,-1-2 3 0,-2-2 10 16,-3 0 0-16,2-1-1 0,-1-1 1 0,1-2 5 16,1-1-11-16,0 0 4 0,4-2 2 0,5 0-3 15,-3 0-17-15,5-2-29 0,5 0-51 0,-2-2-42 0,5 0-47 16,1 0-53-16,3-3-61 0,5-3-73 0,3-1-259 15,5-2-649-15,6-8 287 0</inkml:trace>
  <inkml:trace contextRef="#ctx0" brushRef="#br0" timeOffset="-171368.59">6969 5801 166 0,'0'0'363'0,"4"-4"-22"15,-4 4-26-15,4-2-35 0,-4 2-25 0,0 0 7 16,0 0 10-16,5 13 2 0,-2-4-13 0,1 3-12 16,-1-1-15-16,1 7-20 0,0-1-20 0,-1 4-23 15,1-2-8-15,-3 1-17 0,3 7-13 0,0-2-15 16,2 1-2-16,-2 1-21 0,-1-5-8 0,2-2-9 16,-1 1-6-16,-1 0-9 0,1-1-21 0,0-2-38 15,0-2-27-15,-1 1-12 0,1-6-46 0,0-1-31 16,-1-2-18-16,-1-1-7 0,1-1-5 0,-2-2-39 15,-1-4-51-15,0 0-46 0,0 0-41 0,0 0-231 16,14-14-595-16,-12 3 262 0</inkml:trace>
  <inkml:trace contextRef="#ctx0" brushRef="#br0" timeOffset="-171169.84">7000 5791 85 0,'-4'-5'387'0,"-1"-1"2"0,3 3 0 0,-2-3-16 16,3 1-23-16,-1 0-26 0,2-2-28 0,3 4-32 16,0-1-24-16,1-1-29 0,6 0-20 0,0-1-15 15,3 3-24-15,1-1-9 0,0 1-19 0,5 0-31 16,2 1-30-16,-1-2-41 0,3 3-38 0,-4 2-37 16,2 3-38-16,2-1-40 0,-10-2-51 0,6 3-52 15,0 0-53-15,-4 1-260 0,-5-1-592 0,1 1 263 16</inkml:trace>
  <inkml:trace contextRef="#ctx0" brushRef="#br0" timeOffset="-170969.1">7057 5979 229 0,'-4'1'272'15,"1"3"-8"-15,3-4 1 0,-1 3 6 0,1-3 2 16,3 5-14-16,2-3-20 0,2-1-22 0,5-1-23 15,1 0-15-15,5 0-17 0,7-1-15 0,-6-1-14 16,12 1-19-16,-9-1-35 0,9-1-46 0,-1-1-49 16,-8 2-66-16,1-1-79 0,7-3-80 0,-7 2-231 15,-1-2-511-15,-3-4 226 0</inkml:trace>
  <inkml:trace contextRef="#ctx0" brushRef="#br0" timeOffset="-170467.33">7785 5808 163 0,'4'-5'364'16,"-3"2"4"-16,3-2-8 0,-2 0-5 0,-2 0-17 15,0 0-22-15,-2 0-15 0,0 1-22 0,-1 0-24 16,-4-1-23-16,-1 2-19 0,-1-2-19 0,-3 3-19 16,2-1-17-16,-3 2-13 0,1 0-14 0,-1 1-16 15,0 1-13-15,0 0-9 0,3 2-9 0,-2 0-8 16,1 2-17-16,4-3 0 0,-1 3-13 0,1 1 5 15,-2 3 2-15,6-3-14 0,-1 1-5 0,4 4-3 16,0 0-2-16,3 2 2 0,1 0-6 0,4 2 1 16,0 0-2-16,6 2-2 0,2 0-4 0,-1 0 0 15,1-3-2-15,4 6 0 0,-4-5-3 0,0-1-2 0,2 2 0 16,-3-1 3-16,-2-1-5 0,1 2-6 0,-1-5 5 16,-3-2-3-16,-4 3 0 0,0-4 3 0,1 3-5 15,-6-5 0-15,3 2-1 0,-4 0 4 0,0-2-2 16,-2 1 3-16,-4-1 0 0,0 0-3 0,-4-1 10 15,-1 1-7-15,-1-3-2 0,-3 4 1 0,-7-4-4 16,4-1-31-16,-1 1-41 0,2-3-47 0,3 0-38 16,-2 0-40-16,5-3-41 0,-3 1-60 0,5 0-69 15,2-2-320-15,0-1-742 0,3 1 329 0</inkml:trace>
  <inkml:trace contextRef="#ctx0" brushRef="#br0" timeOffset="-169898.41">8886 5802 93 0,'5'-9'269'16,"0"0"-12"-16,-1-2-3 0,3-1-12 0,-3 0-6 16,-1-4-2-16,2-1-8 0,-4 1-8 0,-1 3-2 15,-1-3 6-15,-4-1-17 0,4 6-8 0,-4-2-9 16,0 0-19-16,-2 3-14 0,-1 0-11 0,-1 0-16 16,-4 2-15-16,5 0-13 0,-6 3-8 0,2 0-13 15,0 3-8-15,-3 2-5 0,2 1-14 0,0 3-3 16,-6 3-9-16,8 3-2 0,-5 0-9 0,-2 5 2 15,6 1-4-15,1 2 1 0,2 2 6 0,3 7-18 16,3-1 5-16,7 8-6 0,2-2 6 0,2 1-4 0,3 3 0 16,0 0 2-16,9 10-7 0,-2-12 2 0,5 11 3 15,4-1-7-15,-9-9 1 0,2 0 2 16,1-1 9-16,4 9-11 0,-5-8-5 0,-1-6 2 16,0 0-10-16,-2-2 8 0,-3 0-3 0,2-5-18 0,-6-3-27 15,-1-3-31-15,-3-5-32 0,-1 0-41 0,2-1-36 16,-7-3-39-16,1-3-58 0,-2 0-50 15,1-4-233-15,0 0-607 0,0 0 269 0</inkml:trace>
  <inkml:trace contextRef="#ctx0" brushRef="#br0" timeOffset="-169229.53">8688 6008 161 0,'-5'-3'292'0,"0"0"-11"0,5 3-16 0,-2-5-27 16,2 5-25-16,0 0-24 0,7-7-19 0,-3 4-16 15,3 2-14-15,6 1-15 0,-2-1-11 0,8 0-18 16,0-1-21-16,3 4-15 0,-1-2-19 0,11-2-17 16,-13 4-18-16,12-1-21 0,-1 0-18 0,0-3-9 15,-10 4-5-15,5-2-3 0,-6-1 0 0,4 1-3 16,-4-1 7-16,0 1 6 0,-7-2 2 0,2 2 8 15,-6-2 2-15,0-1 8 0,-1 2 14 0,-3-2 4 16,-1 1 0-16,-3 2 6 0,0 0 4 0,1-4 6 16,-1 4 4-16,0 0 9 0,0 0-1 0,-16-1 4 0,16 1-2 15,-12 2-1-15,5-1 3 0,0 3-6 0,0-1-1 16,1 1 3-16,0 0-7 0,1 1 1 0,0 0 0 16,0 1-1-16,2 2-3 0,2-3-1 0,-2 3-2 15,3-2 5-15,0 1-3 0,3 2-1 0,-2-4-3 16,5 1 1-16,-1 2 1 0,2-2 0 0,5 1-3 15,-4-2 2-15,2-1-3 0,2-3-3 0,-1 0-8 16,-3 0-6-16,4-2-1 0,-2 0-2 0,-2-3-2 16,-1 2 0-16,1-2 0 0,-2-3 1 0,-2 1 2 15,0-3 3-15,-3 4 0 0,3-3 0 0,-4-4 3 16,0 4 11-16,0-3 8 0,-2 4 15 0,0 0 12 16,2-1 8-16,0 2 9 0,-1 1 5 0,-3 0 4 15,4 0-4-15,-3 1-3 0,3 4-10 0,0-6-6 16,0 6-5-16,1-3-7 0,-1 3 3 0,0 0-7 15,0 0-3-15,0 0-2 0,18 10-4 0,-10-5 0 16,2 2-4-16,-1 0 2 0,5 0-4 0,2 3-2 16,-1 0-1-16,2 2-1 0,1-2-1 0,0 2-1 15,-2-4-2-15,1 3-2 0,-6-5 1 0,0 2-4 0,-1-3-1 16,-4-1 1-16,2 1-3 0,-5-2 4 0,2-1 1 16,2 2 15-16,-6-3 14 0,-1-1-1 0,0 0 1 15,0 0 10-15,0 0 1 0,0 0 6 0,0 0 3 16,-8-15 7-16,7 9 6 0,-2-1-8 0,-1 1-5 15,4-2-3-15,-3 0-5 0,3 2-11 0,0-6-18 16,3 3-29-16,3-1-45 0,3 0-56 0,-2 1-65 16,2 0-79-16,10-1-90 0,0 1-179 0,10 0-571 15,2-2 252-15</inkml:trace>
  <inkml:trace contextRef="#ctx0" brushRef="#br0" timeOffset="-168258.85">9895 5778 219 0,'2'-1'257'0,"-2"1"-22"15,8-2-22-15,-8 2-21 0,10 4-12 16,-6 0-21-16,0 1-14 0,3 1-14 0,2 4-10 15,-5 3-11-15,3-3-9 0,-4 3-11 0,4-1-10 0,-2 3-7 16,0-1-9-16,1 3-5 0,-2-7-5 0,2 3-6 16,-1-2-1-16,0 0-7 0,1-1-2 0,-2-1-2 15,0-4-3-15,-1 1-2 0,1-2-3 16,-1 0 0-16,5-1-5 0,-4-1 2 0,-4-2-5 0,0 0-2 16,13-5 1-16,-7 0-1 0,-1 1 3 0,1-1 18 15,3-4 4-15,-3 1 6 0,2 1 4 0,-3-4 4 16,2 1 6-16,-1 0 7 0,0-1 1 0,5 0 0 15,-7 4 2-15,6-5 5 0,-6 1-4 0,0 5-1 16,0 2-6-16,4 1-6 0,-5-1-10 0,0 0-11 16,-1 3-3-16,-2 1 2 0,0 0-15 0,0 0 1 15,14 5-8-15,-14 0 2 0,5-1 0 0,-2 4-2 16,0-1-8-16,-2 4 2 0,3-1 3 0,-1 1-3 16,1-2-4-16,-2 3 1 0,0-1-3 0,1-4-5 15,1 0 6-15,-1-2-1 0,-1 2 4 0,2-3-1 16,-1-1 1-16,-1 0-5 0,-1-1 3 0,-1-2 2 15,8 2-1-15,-8-2-3 0,0 0 7 0,15-5 0 16,-11 0 7-16,0 0 16 0,2-1 10 0,-1-2 3 16,2-2-2-16,-2 2 12 0,2-1 5 0,0 0-3 0,1 0 2 15,0 0 0-15,-1 1-6 0,0-2-6 16,1 6-9-16,1-4 0 0,1 2-11 0,-4 2-6 16,3 4 5-16,-1-3-16 0,-1 1 7 0,5 4-5 0,-1-2-24 15,-1 2-23-15,-1 0-12 0,10 6-20 0,-8 0-21 16,4-3-23-16,0 5-20 0,3-1-21 0,1 3-22 15,-2-2-23-15,4-2-13 0,-2-1-20 0,1 2-6 16,10 1-23-16,-8-4 0 0,-3 0 7 0,11-1 9 16,-10-4 10-16,1 0 17 0,-1-1 18 0,0-1 21 15,-2 0 19-15,1-4 13 0,-4-1 16 0,-1 1 27 16,-6-1 26-16,4-3 33 0,-6-1 13 0,3 1 25 16,-3 0 7-16,-1-4 28 0,-2 4 27 0,-2-4 24 15,2 1 26-15,-3 4 19 0,-3-3 16 0,3-1 8 16,-5 1-2-16,-1 4-5 0,2 0-13 0,-1 0-15 15,-1 2-12-15,-1 1-7 0,-3 0-13 0,0 1-9 16,-4 3-10-16,2 0-1 0,0 1-10 0,-4 1-5 16,3 2-7-16,0 1-2 0,-1 0-1 0,2 3-7 15,1-1-3-15,0 3-3 0,-1 1 1 0,5 4-6 16,-1-7-4-16,2 4-1 0,2-4 1 0,0 4-2 16,4-3-1-16,0 0 0 0,0-4 3 0,0 3-2 15,4-3-1-15,-1 0-1 0,1-1-2 0,5-1 2 0,0 3 1 16,3-5-4-16,-1 2 1 0,1-6-2 0,-1 3 0 15,3-2-3-15,-1-1 1 0,5-3 0 16,-3 1 1-16,-3 1-6 0,0-4 3 0,5-1-1 16,-1 0 2-16,-5 3 3 0,-1-2 9 0,-1-2 8 0,-1 6-1 15,-2-2 4-15,-2 3 1 0,0-2-5 0,3 2-5 16,-5 1-1-16,1-2-9 0,-3 4-4 0,0 0-5 16,0 0-14-16,0 0-8 0,0 0-9 0,8 9-12 15,-6-4-18-15,0 1-20 0,0-2-24 0,2 1-28 16,0 3-29-16,1-2-21 0,2-1-40 0,1 2-25 15,3-3-169-15,-1 2-447 0,2-2 199 0</inkml:trace>
  <inkml:trace contextRef="#ctx0" brushRef="#br0" timeOffset="-168058.86">11407 5765 152 0,'0'-4'267'0,"-1"-2"-20"0,1 6-26 15,-6-3-18-15,6 3-21 0,-11-1-15 0,6-1-17 16,-6 6-13-16,4-2-14 0,-4 3-14 0,-1 1-9 16,4 0-8-16,-5 2-13 0,3 0-6 0,0 1-5 15,-1 1-5-15,-4 3-4 0,3 1-17 0,1 0-26 0,2-5-27 16,0 1-40-16,1 1-34 0,2-3-57 0,-1 2-48 16,3-4-156-16,-2-1-373 0,2-1 165 0</inkml:trace>
  <inkml:trace contextRef="#ctx0" brushRef="#br0" timeOffset="-167856.97">11258 5747 57 0,'0'-3'363'0,"0"3"-8"0,-1-6-17 0,1 6-16 16,0 0-32-16,1-5-29 0,-1 5-29 0,0 0-28 15,0 0-18-15,0 0-19 0,0 0-20 0,0 0-6 16,-3 14-18-16,3-9-11 0,2 2-12 0,2 1-7 15,0 3-11-15,0-3-29 0,5 4-26 0,-1-2-31 16,4 4-40-16,2-1-73 0,1 0-86 0,8-4-89 16,-6 1-208-16,13 1-539 0,0-5 238 0</inkml:trace>
  <inkml:trace contextRef="#ctx0" brushRef="#br0" timeOffset="-166987.15">12213 5755 75 0,'-5'-2'251'0,"5"2"-12"0,-15-2-12 16,9 0-17-16,-3 1-11 0,1 0-12 0,0 1-13 16,-2 0-12-16,-1 1-11 0,-1-1-11 0,1 1-11 15,-1 2-12-15,0-1-13 0,-2 3-8 0,0-3-12 16,1 3-5-16,-1-1-11 0,2 3-4 0,1-1-5 16,2 0-5-16,-5 2-5 0,6 1-5 0,-2-2-1 15,3 2-4-15,2 3-3 0,1-6-6 0,1 4 0 16,2-3 5-16,5 2-9 0,-4-3-2 0,4 2 0 15,4 0-3-15,0-2-6 0,2-1 1 0,2-1-3 0,-1 0-16 16,4-3-8-16,-1-1-6 0,-1 0-3 0,2-1-5 16,-1-3-4-16,2-3-6 0,-2-1-1 0,-1 1-2 15,1-4 1-15,-1 4-4 0,0-8 2 16,-4-1-6-16,2 0 1 0,-5-2 1 0,1-1 7 0,-2 1-6 16,-1 0 10-16,-4-4 2 0,0 3 5 0,-3-1 12 15,2 0 13-15,-4 0 16 0,0 2 20 0,1-1 13 16,0 2 13-16,-4 2 11 0,3 3 3 0,2-2 17 15,-4 5-6-15,2-1 10 0,0-1 2 0,4 4-1 16,-4 3-3-16,2-2 0 0,0 0-16 0,1 3-9 16,0-1 7-16,2 4-27 0,-2-4-14 0,2 4 2 15,0 0-8-15,0 0-5 0,0 0 3 0,-6 14-5 16,6-4-6-16,3-2 3 0,-2 5-2 0,3 5-2 16,-2-1 0-16,-1 1-4 0,3 1-4 0,-1 1 4 15,2 1 1-15,-1-3-4 0,2 2-4 0,-1 1-1 0,2-1-2 16,1-2-22-16,2-3-7 0,-1 4-14 15,-2-3-8-15,1 0-17 0,2-1-20 0,-2-7-19 16,1 0-31-16,-2 0-34 0,0-3-33 0,4-1-32 0,1 0-40 16,3-4-199-16,-3 1-514 0,2-2 227 15</inkml:trace>
  <inkml:trace contextRef="#ctx0" brushRef="#br0" timeOffset="-166620.35">12493 5692 5 0,'-4'-4'231'0,"4"4"-1"0,-9-3-4 0,5 0-3 0,-2 0-12 16,4 0-8-16,-7 2-15 0,4 0-6 0,5 1-19 15,-12-2-9-15,6 1-13 0,2-1-9 0,4 2-13 16,-14 0-10-16,9-2-11 0,5 2-10 0,0 0-12 16,-12 0-6-16,12 0-5 0,-9 2-10 0,5-1-4 15,4-1-4-15,-6 6-8 0,2-3-3 0,1 2-2 16,2-1-3-16,-1-2-1 0,1 3-4 0,1 1 3 15,0 0-7-15,0-2-3 0,1 3 0 0,2-1-4 16,-1-1-4-16,-1 3 1 0,7-2-1 0,-4 0 0 16,4-1-5-16,-2 2 1 0,1 1-3 0,-2-4 0 15,3 5 1-15,0-5-2 0,-1 0 1 0,-3 1-3 0,3 1-2 16,-3-3 5-16,1 2-1 0,4-1-7 16,-4 0-4-16,1 0 0 0,-1 0-5 0,0 0-8 15,4-1-6-15,-4 2-10 0,-1-3-8 0,2-1-15 0,2 2-26 16,-3 2-19-16,1-4-26 0,-1 2-22 0,3-1-28 15,0 1-26-15,-1-2-29 0,1 4-119 16,-2-2-386-16,3-2 171 0</inkml:trace>
  <inkml:trace contextRef="#ctx0" brushRef="#br0" timeOffset="-166135.3">12672 5723 201 0,'0'0'339'16,"0"0"-15"-16,0 0-15 0,-3-4-26 0,3 4-25 16,0 0-25-16,0 0-29 0,0 0-19 0,0 0-16 0,0 0-24 15,0 0-18-15,0 0-9 0,0 15-12 16,2-8-9-16,-1 1-14 0,4 4-5 0,-2 5-9 15,-2-1-8-15,3 3-1 0,-1 2-5 0,3-1-3 0,-1 7-10 16,-1-5-4-16,0-1-4 0,0-1 0 0,0 7-8 16,0-7 0-16,1 1 2 0,-1-1-4 15,0-1-3-15,-3 2 3 0,6-3-6 0,-5 0 1 16,3-5-1-16,-4 0-1 0,2-3-7 0,-1 0-5 0,3-1-13 16,-3-3-4-16,0 0-2 0,-1-1-2 0,4-2-17 15,-2 0-20-15,1-2-21 0,-4-1-26 0,0 0-23 16,10-1-32-16,-6-4-34 0,-1 1-27 0,2-3-36 15,-3 1-198-15,1 0-486 0,0-6 215 0</inkml:trace>
  <inkml:trace contextRef="#ctx0" brushRef="#br0" timeOffset="-165867.09">12733 5794 142 0,'-4'-10'299'0,"1"1"-4"0,3 1-8 0,0 1-18 15,-2-4-4-15,4 4-21 0,0 0-19 0,-1 1-16 16,2 1-20-16,2 0-19 0,-2-3-20 0,2 4-14 16,2 2-12-16,3-1-13 0,-1 1-12 0,-1-3-14 0,-1 4 4 15,6 1-4-15,-3 0-24 0,0 1-5 0,-1 1-9 16,-1 1-7-16,1-1 1 0,-1 1-6 16,0-1-5-16,-3 2-7 0,2 3-3 0,-3-1 0 0,0 1-16 15,-1 1 0-15,0 1-4 0,-3 2-8 0,-2-4-8 16,1 5-5-16,-2-2-11 0,-1 0-8 0,-3-1-19 15,-1 0-21-15,-3 2-30 0,0-3-38 16,2 2-37-16,-2-3-51 0,0-1-51 0,-1 2-152 0,-3-6-475 16,5 1 209-16</inkml:trace>
  <inkml:trace contextRef="#ctx0" brushRef="#br0" timeOffset="-165315.22">12983 5258 34 0,'1'-5'312'0,"2"0"-25"16,-1 2-33-16,-2 3-32 0,2-4-22 0,-2 4-20 15,0 0-14-15,0 0-16 0,7 18-13 0,-7-5-8 16,3 1-12-16,1 4-13 0,-2 2-5 0,4 7-9 0,-2 1-6 15,0-2-5-15,-1 2-8 0,0-1-6 0,0 1-8 16,-2-1-3-16,-1 1-3 0,4-1-5 16,-3-2-5-16,-1-4-4 0,2-1-5 0,-2-2-1 15,0-3-1-15,1 3-5 0,-1-8-2 0,0 3 5 0,0-3-5 16,0-4-1-16,0 1 0 0,2-3 4 0,-1 0-5 16,-1-4-2-16,0 0 2 0,5 1-5 0,-5-1-1 15,10-7 0-15,-5 1-3 0,1 0-1 0,0-5 2 16,1 2-7-16,0-4 1 0,0 2-1 0,1-6 1 15,0 2-2-15,0-4-1 0,2 2-2 0,3-1 4 16,-3 0 13-16,-2 0 13 0,1 2 12 0,-3 0 3 16,4 1 10-16,-5 3 3 0,-1 1 3 0,4 0 9 15,-2 3-2-15,-4 2 7 0,1-1-5 0,3 2-4 16,-4 0-11-16,1 1-7 0,-3 0-9 0,0 4-6 16,5-3-7-16,-5 3-3 0,0 0-4 0,0 0-1 15,6 15-1-15,-9-9-2 0,6 4-4 0,0-1 1 16,-2 4-5-16,-1 0 0 0,1 3 2 0,2 1-1 15,-3 0 2-15,3 1-6 0,-2 0 1 0,5 0-1 0,-4-2-5 16,4 0 10-16,-4 1-6 0,1 1-15 16,0-5-16-16,-2-2-10 0,2 2-13 0,0 0-19 15,-2-5-20-15,-1 1-20 0,0-3-24 0,0 1-29 0,0-4-23 16,3 2-48-16,-3-5-69 0,4 2-238 0,-4-2-581 16,0 0 257-16</inkml:trace>
  <inkml:trace contextRef="#ctx0" brushRef="#br0" timeOffset="-164696.91">13277 5688 322 0,'0'0'380'0,"-4"-16"16"16,4 16-15-16,1-5-2 0,1 2-7 16,-2 3-26-16,1-6-16 0,-1 6-25 0,6-9-23 0,-5 7-22 15,2-2-20-15,0 2-26 0,2-3-24 0,-5 5-21 16,6-3-16-16,-1 1-21 0,-1 1-11 0,-4 1-14 16,9 1-13-16,-2 2-12 0,1-1-9 0,-4 2-8 15,5 2-7-15,1 0-10 0,-4 2-2 0,2-1-5 16,-1 0-5-16,2 4-8 0,-5-2-8 0,3 3-5 15,-3-2-7-15,0 0-8 0,-1 1-9 0,-1 0-15 16,0-2-11-16,1 1-10 0,-3-2-23 0,0-1-20 16,0-1-10-16,-3-1-32 0,1-1-15 0,2 1-19 15,-2-1-18-15,2-1-27 0,-4 0-47 0,4-3-57 16,0 0-58-16,0 0-222 0,-14-6-643 0,9 0 285 16</inkml:trace>
  <inkml:trace contextRef="#ctx0" brushRef="#br0" timeOffset="-164496.31">12938 5486 179 0,'-6'0'330'0,"6"0"-13"16,-6-2-19-16,6 2-19 0,0 0-24 0,0 0-23 15,0 0-19-15,0 0-16 0,0 0-20 0,0 0-20 16,0 0-15-16,0 0-13 0,15 10-7 0,-3-6-25 15,-1-2-33-15,8 2-43 0,-1-1-63 0,4-1-84 16,6-1-97-16,-5 0-247 0,6-2-509 0,1 0 225 16</inkml:trace>
  <inkml:trace contextRef="#ctx0" brushRef="#br0" timeOffset="-164094.9">13991 5515 246 0,'-7'0'451'0,"7"0"-11"0,0 0-16 15,0 0-17-15,-4-4-27 0,4 4-28 0,0 0-28 16,0 0-33-16,3-5-32 0,-3 5-29 0,8-5-22 0,-1 4-37 15,1-1-44-15,2 2-38 0,-1 2-50 16,6-1-53-16,-1 0-56 0,6 3-44 0,-1-1-64 16,0 0-62-16,0 1-59 0,-4 2-289 0,-1-4-636 15,-1 2 282-15</inkml:trace>
  <inkml:trace contextRef="#ctx0" brushRef="#br0" timeOffset="-163927.75">14089 5629 53 0,'-1'2'232'16,"1"-2"4"-16,-4 3 3 0,4-3-1 0,0 0-11 16,0 0-11-16,5 8-21 0,3-6-17 0,-1 0-16 15,1 0-21-15,6 2-12 0,-1-3-10 0,6 2-19 16,-1 0-31-16,-3-1-36 0,4-1-46 0,0 1-50 16,0-2-60-16,-4-2-60 0,0 1-182 0,-1-2-394 15,0-1 175-15</inkml:trace>
  <inkml:trace contextRef="#ctx0" brushRef="#br0" timeOffset="-163274.72">14430 5369 78 0,'0'0'369'0,"-5"-1"-8"0,5 1-7 15,0 0-10-15,0 0-18 0,0 0-14 0,0 0-20 0,0 0-19 16,0 0-21-16,0 0-30 0,0 0-21 0,0 0-16 16,0 0-22-16,0 0-11 0,0 0-20 15,0 0-10-15,0 0 1 0,0 0-22 0,0 0-16 16,0 0-2-16,9-5-9 0,-9 5-4 0,6-3-11 0,-3-1-3 16,2 3-5-16,-5 1-5 0,4-6-5 0,0 3-8 15,3-2-1-15,-3 0-4 0,0 1-2 0,2 0-8 16,-1-1 6-16,1 0-12 0,-1 0 9 0,-1 0-4 15,0 1-4-15,0-2 1 0,-1 3 1 0,0-1 0 16,1 0-3-16,-3 2-2 0,2-1 1 0,-3 3-2 16,4-4-6-16,-4 4-1 0,0 0 6 0,1-4-10 15,-1 4 3-15,0 0-15 0,0 0 5 0,0 0-3 16,0 0 0-16,7 10 2 0,-7-4 4 0,0 2 1 16,4 3-1-16,-2 2 0 0,0-1 0 0,2 6 1 0,3 0-5 15,-3 0 6-15,0 3-1 0,-1 1-2 16,4-3-15-16,-3 0-1 0,-1 1-4 0,2 0-3 15,2-2 2-15,-5 0-5 0,3-2 7 0,-1-4-5 16,-2 1-2-16,1-4 2 0,0 1 1 0,-2 0 0 0,2-2 6 16,-2-3 3-16,2 0 5 0,-3-2 0 0,1 1 10 15,-1-4 7-15,2 3-6 0,-2-3-1 16,0 0 2-16,0 0 2 0,0 0 7 0,0 0-4 0,0 0 3 16,0 0 2-16,0 0-5 0,-11-12 12 0,8 10-8 15,3 2 9-15,-4-6-10 0,-1 3-1 0,3 0-5 16,-2 1 4-16,1-1-1 0,-2 1 5 0,5 2-4 15,0 0-3-15,-8-3-4 0,8 3-1 0,-7-1 5 16,7 1-4-16,-5-1 18 0,5 1-15 0,0 0 10 16,0 0-9-16,0 0-12 0,0 0 12 0,0 0 5 15,0 0-1-15,0 0 8 0,0 0-1 0,0 0-6 16,0 0 7-16,0 0 7 0,0 0-14 0,25 2 14 16,-14 0-18-16,-1-2-23 0,6 1-30 0,-2 0-34 15,2 0-42-15,-2 0-53 0,1-1-66 0,4 2-68 16,0-2-316-16,-7 0-682 0,4 0 301 0</inkml:trace>
  <inkml:trace contextRef="#ctx0" brushRef="#br0" timeOffset="-162973.29">14977 5640 140 0,'0'0'416'0,"0"0"-24"0,0 0-31 15,8 0-30-15,-8 0-31 0,0 0-41 0,3 2-33 16,-3-2-22-16,0 0-21 0,-3 6-15 0,2-2-17 15,-3 2-14-15,4 0-15 0,-3 0-10 0,-1 2-34 16,0 2-34-16,-1 3-31 0,-1-6-49 0,1 5-57 16,-5 1-67-16,3-2-74 0,1-1-68 0,-4 1-167 15,2-3-508-15,0 3 225 0</inkml:trace>
  <inkml:trace contextRef="#ctx0" brushRef="#br0" timeOffset="-162288.54">15151 5331 243 0,'0'0'363'0,"3"-5"-9"0,1 2 6 0,-4 3-26 16,6-7-19-16,-1 5-12 0,0-1-24 0,-1 1-27 15,2 1-26-15,-1-2-18 0,2 2-24 0,-7 1-18 16,16 0-17-16,-6 1-14 0,-1 2-14 0,-2-1-14 16,4 3-11-16,1 0-11 0,1 3-8 0,-1-2-7 0,1 6-12 15,-3-3-2-15,1 3-18 0,-3-2 5 16,0 1-5-16,1 1-2 0,-4-1 0 0,2 1-7 16,-3-1-2-16,-3 0-7 0,2-1-3 0,0 0-2 0,-3 0 3 15,-2-1-3-15,2 0-3 0,-4-2 5 0,3 0-3 16,-2-2 3-16,0 2-3 0,-5-1 7 0,6-3-3 15,-1 2 5-15,-1 0 9 0,-2-1 3 16,5-1-3-16,-2-1 2 0,3-2 7 0,-4 3 4 0,4-3 3 16,-5 1 4-16,5-1 4 0,0 0 4 0,0 0-3 15,0 0-3-15,8 6-9 0,-3-4-4 0,3-2-22 16,6 1-28-16,0 0-28 0,4 3-42 0,2-3-61 16,3 1-53-16,-3 0-68 0,2 1-80 0,8-2-78 15,-10 1-279-15,3-2-754 0,-1 3 334 0</inkml:trace>
  <inkml:trace contextRef="#ctx0" brushRef="#br0" timeOffset="-162087.87">15724 5688 118 0,'-3'4'270'0,"3"1"-4"0,0 3-11 16,-1-5-18-16,1 2-16 0,0 3-23 0,0-3-18 0,0 3-15 15,0-3-19-15,0 3-13 0,0-1-14 16,-3 1-9-16,2 0-10 0,-2-1-9 0,-1 0-30 16,1-1-37-16,-4 2-58 0,2-3-84 0,0-1-95 15,-1 1-176-15,2-1-420 0,-1-3 186 0</inkml:trace>
  <inkml:trace contextRef="#ctx0" brushRef="#br0" timeOffset="-161769.02">16156 5542 283 0,'0'0'356'0,"0"0"-16"0,0-12-11 15,0 12-27-15,0 0-17 0,4-5-21 0,-1 3-24 16,-1-2-24-16,-2 4-17 0,2-4-23 0,-2 4-19 0,0 0-13 16,6-5-23-16,-6 5-29 0,4-3-34 15,-3 2-48-15,-1 1-38 0,11-2-72 0,-11 2-78 16,10 2-92-16,-2-2-230 0,-3-2-540 0,6 2 239 0</inkml:trace>
  <inkml:trace contextRef="#ctx0" brushRef="#br0" timeOffset="-161585.9">16488 5418 76 0,'7'-2'295'0,"-3"-1"-26"0,2 0-29 0,-1 1-23 16,1-1-19-16,0 2-22 0,1-2-21 0,1 3-39 16,-8 0-47-16,13 0-55 0,-4 3-73 0,-1-3-61 15,-2 2-155-15,2-2-297 0,0 3 131 0</inkml:trace>
  <inkml:trace contextRef="#ctx0" brushRef="#br0" timeOffset="-161399.46">16816 5435 140 0,'0'0'316'0,"4"-1"-7"0,-4 1-19 16,0 0-14-16,0 0-35 0,7-1-23 0,-7 1-22 16,0 0-19-16,0 0-21 0,11 2-17 0,-11-2-14 15,4 3-11-15,-4-3-33 0,4 4-27 0,0-2-32 0,-4-2-52 16,2 5-67-16,-2-5-77 0,4 3-252 0,0-2-461 15,-4-1 205-15</inkml:trace>
  <inkml:trace contextRef="#ctx0" brushRef="#br0" timeOffset="-155982.89">6056 7282 213 0,'-1'-4'339'0,"1"4"-30"0,0 0-33 0,0 0-30 15,0 0-25-15,0 0-12 0,0 0-1 0,0 0-15 16,5 18-18-16,-1-8-13 0,0-1-8 0,2 4-13 16,-1-1-11-16,3 3-10 0,-1 2-13 0,0-1-10 15,-1 2-13-15,4-1-8 0,-6 3-1 0,2-2-4 16,-1 0-10-16,-1 0 6 0,-1 0-26 0,-1-5-29 15,-1 0-20-15,-1-1-25 0,0 0-28 0,5-3-31 16,-10 0-36-16,4 0-43 0,-1-2-60 0,1-3-28 0,-2 0-209 16,-1 0-506-16,4-4 224 0</inkml:trace>
  <inkml:trace contextRef="#ctx0" brushRef="#br0" timeOffset="-155614.89">5929 7232 226 0,'-2'-4'341'0,"2"-2"-22"0,2 1-12 15,0-2-20-15,2 5-30 0,-3-4-24 0,6 3-27 16,0-1-20-16,5 1-9 0,2 2-26 0,2 2-6 16,6 1-26-16,0 1-4 0,8 3-25 0,-10 1-6 15,11 5-10-15,-1-1-6 0,-6 1-5 0,4 2-5 16,-4 0-11-16,-5-2 0 0,7 4-5 0,-8-3-9 15,0 2-4-15,-3 0-1 0,-1 1 3 0,0 1-7 16,-3-2-2-16,-1 2-2 0,-1 0-8 0,-5-1 7 16,0 2-5-16,-1 0-1 0,-4-2-3 0,-2-3 3 0,-2 0 3 15,-4 2 1-15,1-2-5 0,-4 2 4 16,-2-4 0-16,-3 1 0 0,0-1 1 0,-3-1 3 16,0 0-1-16,-1-4 3 0,-1 1-8 0,2 1 3 0,1-4 2 15,-3 1-5-15,3-3-11 0,5 2 16 0,1-3-7 16,2 1 2-16,0-2-9 0,2 0-14 0,2-2-28 15,3-1-28-15,1 0-41 0,3-2-50 0,3-1-52 16,2-2-70-16,7 0-279 0,1-6-603 0,8-4 267 16</inkml:trace>
  <inkml:trace contextRef="#ctx0" brushRef="#br0" timeOffset="-155313.02">6630 7190 240 0,'2'-3'365'0,"-2"3"-10"0,1-3-29 16,-1 3-22-16,0 0-33 0,3-5-36 0,-3 5-21 16,0 0-21-16,0 0-23 0,0 0-17 0,8 15-16 15,-6-6-12-15,1 1-17 0,0 3-7 0,1-3-10 0,0 6-11 16,-2 4-5-16,0-1-11 0,5-1-2 0,-3 0-2 15,0 2-9-15,0 1-7 0,2-3 3 0,-5 1-8 16,3-1-2-16,1 0-4 0,1 1-2 0,-3-3-9 16,-1-3-13-16,2-1-30 0,-1-2-9 0,3 2-18 15,-5-3-32-15,2-3-27 0,2-1-34 0,-4-1-47 16,6-3-66-16,-7-1-36 0,7 0-191 0,-7 0-521 16,10-6 232-16</inkml:trace>
  <inkml:trace contextRef="#ctx0" brushRef="#br0" timeOffset="-155079.72">6650 7159 105 0,'0'0'362'0,"-1"-5"-3"0,0 2-9 0,1 3-14 15,0-7-7-15,2 3-20 0,3 0-14 0,-3-1-18 0,3 1-34 16,-1 1-17-16,5-2-25 0,-4 1-12 0,8-1-26 15,-1 2-22-15,0 0-14 0,-1 0-20 16,4 2-24-16,7 0-53 0,-6 1-32 0,4 0-35 0,0 2-37 16,-6 1-44-16,5 0-45 0,-1 2-46 0,-3-3-53 15,-1 3-54-15,-2 2-193 0,-1-3-551 0,-6-1 244 16</inkml:trace>
  <inkml:trace contextRef="#ctx0" brushRef="#br0" timeOffset="-154895.3">6732 7332 186 0,'0'2'213'15,"0"-2"-4"-15,-5 4-13 0,2-1 3 0,3-3 0 16,0 5-5-16,0-5-14 0,4 5-15 0,0-2-17 16,0-1-11-16,2-1-13 0,-1 2-12 0,6 0-13 15,3-2-8-15,-2 3-20 0,0-4-29 0,3 0-34 16,4 0-41-16,-5 1-45 0,6-2-72 0,-2-2-45 0,2 2-159 15,2-3-382-15,-3 3 170 0</inkml:trace>
  <inkml:trace contextRef="#ctx0" brushRef="#br0" timeOffset="-151934.72">7423 7162 50 0,'0'0'299'16,"0"-7"-17"-16,0 3-4 0,0 4-13 0,0-5-10 16,0 5-17-16,-3-6-13 0,3 6-14 0,-1-4-28 15,1 4-12-15,-4-4-21 0,4 4-14 0,-9-1-10 16,9 1-20-16,-7-1-10 0,1-1-7 0,6 2-9 16,-15 4-4-16,7-1-11 0,1 0-9 0,-1 2 0 15,0 0-9-15,-6 0-8 0,5 2-1 0,-2-1-3 0,1 0-5 16,2 0 3-16,-4 2-4 0,4 0-6 0,0 0-6 15,2-2 3-15,1 1-1 0,1 1-4 16,0 0 1-16,1 2 8 0,3-2-11 0,1-1 0 16,3 4-1-16,3-3 2 0,3 2-10 0,2-2 9 0,4 3-5 15,2-1 1-15,-2 0-3 0,3 2 1 0,-1-3-1 16,1 2 0-16,0 1 0 0,3-6 2 0,-3 5-3 16,-3-3 0-16,-1 3 4 0,0-3-2 0,-3-1-7 15,-2 1 6-15,-2-5-8 0,-2 4 1 0,-1-3-2 16,0 0 3-16,-2 1 4 0,2-2 0 0,-2 0-1 15,-3-3 10-15,-3 8 14 0,2-6 29 0,1-2 0 16,-11 4 10-16,3 0 2 0,-6-2-7 0,1 0-6 16,-2-1-4-16,-3 1 0 0,-2-2-5 0,-5 0-10 15,-5 0 3-15,7-2-7 0,-7 2-25 0,11-4-37 16,0 3-38-16,0 1-39 0,7-3-43 0,1 2-55 16,0 0-76-16,6-3-89 0,1 0-213 0,2 2-630 15,2 2 279-15</inkml:trace>
  <inkml:trace contextRef="#ctx0" brushRef="#br0" timeOffset="-150880.91">8250 7321 203 0,'0'0'301'0,"0"0"-12"0,0 0-5 0,0 0-7 16,-3-7-4-16,3 7 0 0,0 0-9 0,-5-4-14 15,5 4 1-15,0 0-20 0,-7-4-22 0,7 4-20 16,-8-1-18-16,5 0-13 0,3 1-24 0,0 0-7 16,-15 2-11-16,6 0-13 0,2 0-8 0,-3 1-6 0,-2 0-11 15,1 2-10-15,0 0-5 0,-1 0-8 16,1 0-2-16,3 1-16 0,-4 1 4 0,5-1-4 16,-3 2-3-16,4-2-1 0,-1 2-5 0,3-3-3 0,1 1-2 15,-1 1 0-15,3 1-1 0,1-3-14 0,1 1-2 16,3 1-3-16,0-2-22 0,2-2-11 0,7 3-19 15,-2-2-8-15,0 0-15 0,4-1-8 0,-1 1-13 16,-1-3-12-16,5-2-6 0,-3 1-7 0,-1-2-1 16,0 2 4-16,-4-2 5 0,3-1 10 0,-2 2 9 15,-4-1 10-15,2-3 9 0,-4 0 5 0,2 2 9 16,-5-1 6-16,1 0 12 0,-2-3 10 0,2 4 8 16,-3-2 7-16,-3-3 11 0,2 2 10 0,-2-2 9 15,1 1 5-15,-3 1 4 0,3 1 6 0,-3-3 4 16,2 2 1-16,-3 0 1 0,1-1-1 0,2 2 4 15,0 0 9-15,-2 0 2 0,2-1 1 0,-1 4 3 16,1-3-3-16,2 1-2 0,-3 0-4 0,4 4-5 16,0 0-3-16,0-8-6 0,0 6-8 0,0 2-3 15,0 0-4-15,0 0-8 0,8-4-7 0,-8 4-6 16,12 1 10-16,-12-1-17 0,11 2-4 0,1-1 3 16,-1 0-8-16,0 2-6 0,1 0-5 0,1 2-4 15,-2-2-5-15,2 2-8 0,-3-1-5 0,2 2-2 0,-3 0 3 16,4 0 0-16,0 1 1 0,-3-1 0 0,-1 0-3 15,2 2 3-15,-4 0 5 0,3-1 2 16,-5-1 5-16,0 0 9 0,-1-2-2 0,0 0 0 16,-1 0 4-16,-3 0 5 0,0-1 1 0,0-3 4 0,3 4 14 15,-3-4 10-15,0 0 17 0,0 0 11 0,0 0 14 16,0 0 12-16,0 0 11 0,0 0 6 0,0 0 9 16,0 0-2-16,-7-13 17 0,7 8 3 0,0 5-3 15,0-7 5-15,0-1-3 0,1 1-5 0,2-1 2 16,3 0-9-16,-2 0-5 0,0-1-12 0,-1 3-5 15,3-4-5-15,1 3-8 0,-1-2-4 0,2 2 0 16,1 0-7-16,-2 3-3 0,-3-1-3 0,3 1-5 16,0 0-7-16,-1 2 0 0,1 0-7 0,0 0 1 15,0 2-8-15,0-1 1 0,-7 1-9 0,13 1 4 16,-7 3-3-16,-2-2-2 0,4 3 5 0,-3-1 5 16,2 3-12-16,3 1-1 0,-3 0 0 0,1 0 1 15,-3 2-27-15,2 0-12 0,1 1-15 0,0-1-14 16,-1 0-26-16,0-1-26 0,1 4-29 0,0-3-40 0,-1 2-46 15,0-2-58-15,1-2-57 0,-4-1-225 16,3 0-620-16,-2-2 274 0</inkml:trace>
  <inkml:trace contextRef="#ctx0" brushRef="#br0" timeOffset="-149376.37">13836 5450 82 0,'0'0'294'16,"0"0"-20"-16,0 0-22 0,-3-6-17 0,3 6-21 16,0 0-18-16,-8-5-17 0,8 5-19 0,-7-1-15 0,-1 0-14 15,8 1-13-15,-13 1-15 0,6 0-9 16,-4 1-4-16,3 1-14 0,-2 0-3 0,-3 1-8 15,3 1-2-15,-1 1-7 0,-1-1-3 0,1 2-7 16,0-1-6-16,2 0-1 0,-1 1-5 0,5-2-2 0,-4 4-3 16,3-4-4-16,-1 0-1 0,3 3 1 0,1-1-4 15,3 1 0-15,-3-2-2 0,2-1 1 16,2 3-5-16,2-2 7 0,-1 0-5 0,3-1-1 0,-1 1-1 16,8-1-2-16,-4 1 1 0,3-2-7 0,1-1-8 15,-2-1-6-15,3 0-4 0,-1-1-3 0,0-1-6 16,1-3 2-16,-2 2-2 0,2-3 3 0,-3 0 1 15,1-2 3-15,-1 0 1 0,-1-1 2 0,-2-1-1 16,0-1 7-16,-1 0 4 0,0-1 7 0,-2 0 3 16,0-3 7-16,-2 0 4 0,2 0 4 0,-4-3 2 15,0-1 2-15,-3-2 6 0,2 4 6 0,-1-2 0 16,-2-1 14-16,0 6 5 0,2-6 7 0,-1 7 9 16,-1-3 3-16,1 2 11 0,3 0 6 0,-4 1 2 15,1 4-2-15,3-3-1 0,0 3-5 0,-3 1-5 16,2 1-3-16,0-1-17 0,1 3 3 0,0 3-2 15,-2-8-19-15,2 6-10 0,0 2-19 0,-2-5-1 16,2 5 3-16,0 0-7 0,0 0-9 0,0 0 3 16,-6 13-5-16,5-6 7 0,1 2 3 0,-3 1-9 15,0 2 3-15,2-1-1 0,-2 3-3 0,3 3-1 16,0-1 2-16,0 2 0 0,-1 0 3 0,2 0-6 16,2 0 5-16,0-2-3 0,1 2-4 0,-3-4 3 15,7 1 1-15,-5-3-5 0,5 5-14 0,-2-4-9 0,3-5-26 16,-3 3-23-16,3-3-39 0,-1 4-42 0,3-4-48 15,-3-1-60-15,2 1-61 0,3-3-306 16,-3-1-682-16,1 1 302 0</inkml:trace>
  <inkml:trace contextRef="#ctx0" brushRef="#br0" timeOffset="-147752.99">9625 7213 168 0,'0'0'288'0,"0"0"-7"0,0-5-8 15,0 5-8-15,0 0-22 0,0-6-8 0,0 6-14 16,-5-3-19-16,5 3-9 0,0 0-23 0,-7-3-18 15,7 3-14-15,-7-1-20 0,7 1-4 16,-11 0-11-16,3 0-15 0,-3 2-1 0,3 1-11 0,-4 0-5 16,-1 2-10-16,0 0-3 0,2-1 0 0,-3 2-9 15,0-1-2-15,3-1-6 0,-4 2-3 0,2 2-5 16,1-3-4-16,0 3-2 0,2 0-1 0,0-2 2 16,3 0-11-16,-1 2 7 0,3-3-10 0,-1 1-1 15,-1 0 1-15,6-1 2 0,-1 0-4 0,-1 0 0 16,3 0 1-16,0 0 0 0,3-1-2 0,5 1-2 15,-4 1 1-15,2-4-2 0,5 2 0 0,1 1-3 16,0-3 7-16,-1 1 5 0,4-1-10 0,-4-2 1 16,5 1-2-16,2-2-10 0,-3-1 2 0,-3-1-2 0,7 1 3 15,-8-2-3-15,2 0 3 0,0-1-2 16,-5 0-1-16,4-1 6 0,-1-1-2 0,-4-1 3 16,2 1-9-16,-2-2 18 0,-1 0-13 0,-1 0 6 0,-1-3-6 15,0-1 0-15,2 2 0 0,-4-7-2 0,1-1 2 16,-3 2-1-16,-4-1 4 0,4 0-2 0,1 0 5 15,-2 0 3-15,1 1 3 0,0-1 19 0,-1 1 8 16,-3-1 2-16,1 2 10 0,2 0 3 0,1 4 6 16,-2-1-1-16,2 2 7 0,0 0 0 0,-1 0 4 15,1 5 3-15,-1-1-14 0,1 1 11 0,0 1-5 16,-2 2-5-16,2-2-10 0,0 5-5 0,0-7-8 16,0 7-5-16,0-4-10 0,0 4-1 0,0 0-7 15,0-6-11-15,0 6 0 0,0 0-4 0,0 0-2 16,0 0 3-16,0 0 1 0,-7 17-1 0,6-12-1 15,1-1-1-15,-1 3-2 0,-1 2 9 0,-1-2-3 16,2 4-1-16,-2 0-1 0,-2 1-1 0,4 0-1 0,-2 0-3 16,3 0 8-16,-3 3-6 0,3 0 7 15,0-2-3-15,2 2 1 0,-2 3 1 0,1 0 0 16,3-4-2-16,0 1 2 0,1 0-4 0,0-1 0 0,0-2 2 16,3 3 3-16,-2-2-1 0,3-3-2 0,-3 3 0 15,3-2 3-15,-3 0-2 0,3-1 1 0,-1-2 1 16,-1-1 4-16,-3-1-3 0,4-1 2 0,-2-2-3 15,-2 2 5-15,0-2 1 0,-1-1 2 0,-3-2-6 16,8 3 7-16,-3-1 2 0,-5-2 2 0,7 0 9 16,-7 0 4-16,0 0 1 0,0 0-7 0,11-3 8 15,-11 3-1-15,4-2-6 0,-4 2 1 0,4-2-5 16,-4 2 0-16,0 0-4 0,7-3-2 0,-7 3-4 16,0 0-2-16,0 0-9 0,0 0-18 0,0 0-12 15,0 0-23-15,1-2-14 0,-1 2-13 0,0 0-33 16,0 0-17-16,0 0-8 0,0 0-13 0,0 0-23 15,0 0-30-15,10 5-42 0,-10-5-42 0,0 0-52 16,5 2-268-16,-5-2-660 0,7 2 292 0</inkml:trace>
  <inkml:trace contextRef="#ctx0" brushRef="#br0" timeOffset="-143086.6">10585 7248 154 0,'4'-4'305'0,"-1"-2"-5"0,1-1-5 0,-1 2-9 0,-3-3-4 15,3 2-1-15,-3-2-16 0,1-2 5 0,-1 2-10 16,0 1-6-16,0 0-20 0,0-1-13 0,-3 2-19 15,2-1-24-15,-2 0-12 0,-1 1-19 0,1 1-11 16,1 0-16-16,-3 1-14 0,0-1-10 0,-2 3-14 16,2-1-10-16,-3 2-7 0,-2 1-3 0,2 1-13 15,-3 0-5-15,-1 3 2 0,0 1-10 0,2 1-5 16,-3 0-3-16,3 2-2 0,-1-1-11 0,0 2-13 16,-1 0-16-16,5-1-3 0,-2 2-3 0,2-1-11 15,2 3-11-15,0-6-1 0,4 5-4 0,-2-5-2 0,3 2 12 16,0-1-18-16,4-1 0 0,5 4-9 15,-4-5-3-15,3-2-10 0,-1 1-4 0,7 0-5 16,-6-1-5-16,4-2 0 0,2-1 8 0,-1-3 1 0,1 2 3 16,-2-3 6-16,-1 0 11 0,0 1 5 0,1-2 4 15,-2-1 8-15,-1 0 5 0,0 1 4 16,1-2 5-16,-3 1 8 0,-3 2 8 0,4 1 8 0,-4-4 5 16,0 3-2-16,-1-1 9 0,3 3 1 0,-5-3-2 15,-1 5-2-15,5-5 1 0,-5 5-8 0,3-1 4 16,-3 1-2-16,0 0 1 0,0 0-1 0,0 0 4 15,2 11-2-15,-4-8-5 0,2 2 5 0,-3 2-1 16,3-1-2-16,0-1-3 0,3 3-5 0,-3 0-5 16,0-1-5-16,0 0 1 0,2-2-1 0,3 2-3 15,-4-1-1-15,3-1 4 0,-1-1 0 0,2-1 1 16,-2 0 4-16,0-2-1 0,6-1 3 0,-9 0-4 16,11-2 5-16,-7-1-2 0,2 1 6 0,-2-3 0 0,4-1-1 15,-1 1 8-15,0-3 5 0,0-2 6 0,-1 2 6 16,2-5 7-16,1 5 9 0,-3-4 4 15,1 1 3-15,1-1 0 0,-1 1 2 0,0-2 27 16,1 3-18-16,-1 1 10 0,1-2-6 0,-2 4-7 0,-1 2 7 16,3-2-5-16,-4 2-6 0,0 1-5 0,2 1-5 15,-1-1-4-15,-2 1-3 0,4 2-2 16,-7 1-6-16,13 1-1 0,-6 2-1 0,0 0-5 0,1 1 1 16,2 3-4-16,-1 0-2 0,-2 1 3 0,5 1 1 15,-4 0 2-15,-1 1-10 0,1-1-3 0,0 1-5 16,-1 0-4-16,-3 0-3 0,0 0 0 0,2-1-3 15,-5 1-1-15,2-2-5 0,-3 1 1 0,-3-4-4 16,2 2-5-16,-5 0-3 0,2-1-12 0,-1-1-13 16,-2-1-18-16,-1 2-22 0,0-3-26 0,1 0-26 15,-1-2-33-15,-2 0-33 0,6-1-38 0,4 0-164 16,-11-2-454-16,6-1 200 0</inkml:trace>
  <inkml:trace contextRef="#ctx0" brushRef="#br0" timeOffset="-142803.3">11113 6847 36 0,'0'0'304'16,"0"-4"-33"-16,0 4-30 0,0 0-23 0,0 0-23 0,0 0-6 15,3 13-10-15,1-2 5 0,-1-2 4 0,-2 4-23 16,2 4-11-16,-2 1-12 0,8 0-10 0,-6 4-11 15,0-1-2-15,1 0-18 0,3 5-9 0,-4 3-9 16,2-2-8-16,0-6-7 0,-2 0-10 0,4 4 3 16,-3-7-8-16,0 1-7 0,-1-1-5 0,1 0-15 15,0-5-18-15,-3 1-22 0,-1-3-27 0,3 0-31 16,-2-3-44-16,-1-1-46 0,3-2-49 0,-3-1-63 16,0-1-170-16,0-3-480 0,0 0 213 0</inkml:trace>
  <inkml:trace contextRef="#ctx0" brushRef="#br0" timeOffset="-142535">11340 7030 204 0,'0'0'294'0,"3"-5"-18"0,-3 5-12 0,0 0-21 15,-4-6-15-15,4 6-16 0,-4-1-14 0,4 1-15 0,-13 1-14 16,13-1-13-16,-16 5-10 0,8-4-16 0,1 4-6 15,-6-1-9-15,3 2-14 0,0 2-5 16,1-2-9-16,0 1-5 0,3 2-14 0,-3-1-1 16,3 2-9-16,4-2 2 0,-1 4-3 0,0-3-7 0,2 1-4 15,2 0 4-15,5 1-9 0,-1-3 0 0,4 2-4 16,0 0 1-16,0-2-3 0,10-1-16 0,-9 1-21 16,7 1-25-16,3-5-27 0,0 1-48 0,-1 0-52 15,-1-2-55-15,2-2-67 0,-8 0-250 0,3-2-568 16,-1 0 251-16</inkml:trace>
  <inkml:trace contextRef="#ctx0" brushRef="#br0" timeOffset="-142134.12">11593 7047 199 0,'0'0'317'0,"0"0"-3"0,0 0-13 0,0 0-11 15,-16-2-14-15,16 2-20 0,0 0-16 0,0 0-5 0,-11 2-39 16,11-2-18-16,-9 1-17 0,9-1-12 0,-5 4-18 16,4-2 3-16,1-2-26 0,-5 7-15 15,0-3-5-15,3-1-11 0,2 1-2 0,0 2-7 0,0 0-8 16,0 0 0-16,2 1-7 0,3 0 7 0,-4 1-3 15,4 0-7-15,4 3-5 0,-3-2-1 0,1 1-8 16,0-1-3-16,1 0-4 0,2-1-5 0,-4 0-1 16,4 0 2-16,-2 2 9 0,2-3-15 0,-2 1-6 15,-3-2 0-15,2-1 3 0,-4-1-6 0,3 2 0 16,-1-3 5-16,-3 1-11 0,1 0 0 0,1-3-2 16,-4-1-5-16,0 5-1 0,0-5 8 0,0 0-13 15,-9 1 4-15,9-1-6 0,-14 0-15 0,6-1-20 16,0 1-22-16,-2-3-19 0,-2 2-26 0,1 0-28 15,0 1-41-15,-1 0-49 0,5-1-52 0,0 1-287 16,1-1-618-16,6 1 273 0</inkml:trace>
  <inkml:trace contextRef="#ctx0" brushRef="#br0" timeOffset="-141714.79">12156 7179 17 0,'0'0'382'15,"-4"-6"-4"-15,4 6-4 0,0 0-25 0,0 0-10 16,0-5-41-16,0 5-34 0,-6-2-30 0,6 2-17 15,0 0-28-15,0 0-19 0,-9 0-17 0,9 0-15 16,-8 5-12-16,8-5-14 0,-1 5-12 0,-2-3-11 16,0 2-7-16,-1-1-15 0,0 1-3 0,4-1-3 15,0-3-9-15,0 8-7 0,0-8-6 0,0 8-1 16,0-7-7-16,0-1-5 0,7 4 0 0,-4-2-16 0,1 0 7 16,1-1 0-16,1 0-4 0,-6-1-8 0,9-1 3 15,-9 1 6-15,10-4-4 0,-6 2-6 16,0-1-4-16,0 2-3 0,-1-4-8 0,-1 1-3 15,1-1-3-15,0 1-13 0,-3-1-5 0,0 1-10 0,0 4-11 16,-3-10-12-16,2 5-19 0,-2 1-16 0,-1-2-28 16,-4 1-23-16,2 2-37 0,-2-2-50 0,0-1-32 15,-3 1-244-15,3-1-560 0,-1 2 249 0</inkml:trace>
  <inkml:trace contextRef="#ctx0" brushRef="#br0" timeOffset="-141381.58">12058 6954 202 0,'0'0'227'0,"-5"5"-13"0,2-2-16 0,1 0-5 16,2-3-6-16,-2 5-7 0,1-2-7 0,1-3-7 15,1 7-6-15,1-5-13 0,0 2-11 0,2 0-8 16,0 0-16-16,0-2-10 0,3 2-6 0,-1 0-10 16,-1-1-8-16,2-2-6 0,0 0-7 0,-7-1-7 0,12 2-5 15,-6-4-8-15,0 1-1 0,1 0-4 16,-3-2-3-16,-4 3-1 0,8-4-4 0,-5 2-1 16,-2-2-1-16,2 0-9 0,-1-1-1 0,-2 0-11 0,0 1 5 15,-3 0-6-15,0-1-1 0,0 0-23 0,1 1-15 16,-4 0-21-16,1 2-27 0,-5-1-34 0,3 1-46 15,3 1-53-15,-5-1-246 0,-1 0-496 16,2 1 220-16</inkml:trace>
  <inkml:trace contextRef="#ctx0" brushRef="#br0" timeOffset="-138906.39">12684 6964 15 0,'4'-5'403'0,"-1"3"6"15,-3 2-1-15,4-5-2 0,-4 5-3 16,4-6-9-16,-4 4-11 0,0 2-20 0,4-3-25 15,-4 3-32-15,0 0-29 0,0 0-28 0,0 0-30 0,0 0-25 16,0 0-23-16,0 0-18 0,0 0-16 0,8 9-14 16,-8-2-8-16,3 3-15 0,-3 0-9 0,1 3-9 15,-1 0-8-15,3 3-9 0,1 2-23 0,0-1-22 16,-2-3-21-16,2 4-28 0,-3-5-36 0,4 3-34 16,-1-3-33-16,2-3-31 0,-2 2-24 0,0-2-35 15,0 1-38-15,-1-5-39 0,5-1-50 0,2 0-56 16,-5-2-217-16,3-2-674 0,3-1 299 0</inkml:trace>
  <inkml:trace contextRef="#ctx0" brushRef="#br0" timeOffset="-138604.43">13025 6916 236 0,'-2'-5'301'0,"0"2"-8"16,-6 0-10-16,8 3-15 0,-8-5-14 0,1 4 0 15,2 1-20-15,5 0-19 0,-14 0-24 0,9 2-9 16,-2 3-18-16,0-3-24 0,4 1-9 0,-5 3-8 0,4 1-9 16,3-1-13-16,-2 3-10 0,3 0-6 0,3 2-6 15,-2 2-10-15,3 0-1 0,7 1-10 16,-1 0 1-16,-1 2-8 0,6-1-4 0,-2-1 0 16,-3 0-15-16,3 2 6 0,-4-7-6 0,2 2-4 0,-3-2-2 15,0 0-13-15,0-2-11 0,-5-2-6 0,1 1-7 16,0-2 5-16,-1-1-10 0,-2 1-2 0,-1-1-13 15,0-3-10-15,-8 2-20 0,1 0-26 0,7-2-28 16,-17-3-32-16,4 2-50 0,0-2-44 0,-1-2-46 16,-2 1-222-16,-2-4-549 0,-1 0 244 0</inkml:trace>
  <inkml:trace contextRef="#ctx0" brushRef="#br0" timeOffset="-138421.18">12718 6748 355 0,'0'0'419'0,"1"-5"-21"0,-1 5-25 15,3-4-18-15,-3 4-30 0,0-5-36 0,0 5-30 16,0 0-37-16,2-4-49 0,-2 4-31 0,0 0-40 16,0 0-46-16,14 7-68 0,-8-2-88 0,2-1-108 15,0 0-317-15,3 4-569 0,3-3 252 0</inkml:trace>
  <inkml:trace contextRef="#ctx0" brushRef="#br0" timeOffset="-138085.95">13579 6601 233 0,'1'-6'349'0,"-1"-1"-14"15,3 4-8-15,-3 0-16 0,1-1-13 0,-1 4-50 16,3-6-27-16,-3 6-26 0,0 0-24 0,0 0-12 16,4 10-13-16,-1-4-21 0,2 4-11 0,-2 3-9 15,1 6-15-15,-1 1-1 0,5 6-10 0,-4 0-3 0,4 1-18 16,-1 2-6-16,0-1 1 0,1-2-1 0,-4 2-15 15,6-1 1-15,-4-2-2 0,3-6-21 16,-4 1-21-16,3-1-14 0,-1-2-14 0,1 0-30 0,-2-5-29 16,-2 0-28-16,1-2-47 0,-1-2-38 0,0-3-50 15,0-1-45-15,-1 0-157 0,-3-4-495 0,6 0 220 16</inkml:trace>
  <inkml:trace contextRef="#ctx0" brushRef="#br0" timeOffset="-137049.72">13731 6616 108 0,'-1'-5'283'0,"1"2"-19"0,0 3-25 16,0 0-21-16,1-6-25 0,-1 6-20 0,0 0-17 16,0 0-14-16,0 0-15 0,10 14-14 0,-6-8-12 15,-1 5-8-15,5 0-5 0,-3 7-8 0,1 0-6 16,-1 0-4-16,1 1-8 0,-1 2-6 0,2-2-6 0,-5 1-4 15,3 1-4-15,-1-1-5 0,0 0-4 16,-3-1-1-16,3 0-3 0,2-3-4 0,-4-1-1 16,0-3-1-16,-1 2-4 0,0-1-3 0,2-4 3 0,0 2-4 15,-2-4-1-15,2 0 3 0,-2 1-3 0,1-5 7 16,2 1-9-16,1 0 2 0,1 0-3 0,2-4 0 16,-3 1-2-16,-5-1 0 0,14-3-1 0,-9 0-3 15,5 0 0-15,-2-3 1 0,4 1 0 0,-4-2-3 16,2 0 2-16,3-1 3 0,-3-1-6 0,1 0 2 15,1 0 0-15,-4 0-2 0,2 0 1 0,2-1 0 16,-5 3 0-16,0 0-2 0,-2 2-3 0,3-1 0 16,-4 0 5-16,3 2-1 0,-3 2-4 0,2 1 0 15,-2-1 0-15,0-2 1 0,-4 4-2 0,7-1 1 16,-7 1 1-16,0 0-2 0,0 0 0 0,9 5-4 16,-9-5-4-16,2 2-6 0,-2-2-1 0,2 5-3 15,0-3-2-15,-2-2-3 0,4 3-3 0,-4-3-4 16,0 0 1-16,-2 6 0 0,2-6-4 0,0 0 0 0,0 0-3 15,-6 3 0-15,6-3 0 0,0 0 2 16,0 0-3-16,0 0 0 0,-14-4 11 0,14 4 0 16,-8-2 3-16,4-1 2 0,4 3 2 0,-6-2 3 0,6 2 5 15,-8-1-6-15,8 1 2 0,0 0 1 0,0 0-1 16,0 0 6-16,-5-1 0 0,5 1 7 0,0 0-3 16,0 0 0-16,0 0 4 0,0 0-1 0,6 12 0 15,-3-11 2-15,1 3 2 0,-1-2-1 0,4 2-1 16,-3-1 5-16,0 2-3 0,3-3 0 0,-2 0 1 15,1 4 0-15,3-4 6 0,-1 1 2 0,-1 0 3 16,0-1 3-16,2 1 3 0,2-1 3 0,-4 0 0 16,1-2 0-16,3 1-1 0,1-1 4 0,-5 0 0 15,1 0-1-15,-1 0 0 0,4 0-3 0,-3-1-2 16,0 1-1-16,-1-2 1 0,0 4-4 0,-7-2-4 16,16-2 2-16,-10 4-4 0,1-1 3 0,-1 0-7 15,2 1 5-15,-1 2-5 0,-3 1 0 0,3-3 1 16,0 3 0-16,-2 1-2 0,5 2 1 0,-6-2 1 0,0 1-3 15,2-1 0-15,-5 1-3 0,3-1 4 16,-3 1 0-16,2-1-1 0,-3 0-1 0,0-2 1 16,0 0 1-16,-3 0 1 0,3-4-3 0,-5 4 1 15,4-2 2-15,1-2-2 0,-10 0 8 0,10 0 8 0,-10-4 5 16,6 2 6-16,-2-2 7 0,-1 0 6 0,0 1 10 16,3-2 0-16,0 2 5 0,0-4-2 0,2 2-4 15,-2 0-5-15,4-1-3 0,4 0-9 0,-4-1 0 16,4 0-11-16,3 1-10 0,0 1-16 0,6-3-14 15,1 1-12-15,4 0-13 0,-2 2-14 0,2-3-8 16,0 3-4-16,2-1-9 0,0 3-7 0,0-4-4 16,-2 4 3-16,2-1 2 0,-1 0 7 0,-6 2 9 15,4 1 6-15,-4-4 8 0,-2 0 11 0,1 0 18 16,-5 3 13-16,1-1 15 0,-4-2 7 0,2 1 14 16,-4 0 7-16,0 1 3 0,-1 0 4 0,-1 3 9 15,-1-8 9-15,1 8 2 0,-6-5 2 0,2 1 5 16,0 2-6-16,4 2 0 0,-9-1 2 0,9 1-6 0,-10 0 1 15,10 0-9-15,-11 1 0 0,7 1-6 0,-1 1 1 16,-1 2 0-16,2-1-5 0,2 2 3 16,-1 1 0-16,0-1-2 0,-1 6-4 0,1-4 0 15,3 0-5-15,0 3-3 0,2-1 2 0,-1 1-4 0,3 1-1 16,0-2 0-16,0 1-13 0,2-1-18 0,-1 0-31 16,5-3-44-16,-1 1-51 0,1-2-64 0,-1-1-68 15,2 0-220-15,0-3-526 0,-3-2 233 0</inkml:trace>
  <inkml:trace contextRef="#ctx0" brushRef="#br0" timeOffset="-136798.65">13646 6717 244 0,'-6'3'316'16,"6"-3"3"-16,-3 5-2 0,3-5-12 0,10 4-10 16,-3 0-22-16,6 1-3 0,1-1-42 15,5 0-22-15,0 0-21 0,3 2-26 0,2-1-13 16,3 0-26-16,-3-1-43 0,5 0-40 0,3-3-61 0,-10 0-78 16,2 2-82-16,6-5-99 0,-7 4-201 0,-5-4-525 15,5 0 232-15</inkml:trace>
  <inkml:trace contextRef="#ctx0" brushRef="#br0" timeOffset="-136112.36">15135 6857 230 0,'0'-6'290'0,"0"-2"-5"0,-1-1-15 16,-2 3-13-16,3-5-11 0,-1 4-19 0,-3-3-16 15,1 5-18-15,-3-1-17 0,3 1-17 0,-2-2-15 16,-3 4-19-16,1 0-7 0,-4 1-14 0,1 2-17 16,-3 0-5-16,2 2-7 0,1 2-10 0,-3 1 8 15,2 1-19-15,-1 1-11 0,0 3 2 0,-2 3-11 16,5-3 4-16,0 0-6 0,3 2-4 0,-2-2-3 16,4 2-2-16,1-2-2 0,0 2-6 0,3 1 6 15,1-3-4-15,4-1 5 0,-1 1-6 0,4-4 14 16,1 1-21-16,1-4-9 0,-1 0-5 0,6-1-3 15,-1 0-1-15,1-4-8 0,-1 1 1 0,4-1-3 16,3-3-3-16,-3-2 3 0,-4 2 1 0,-1 0 0 16,4-6 9-16,-2 2-5 0,-6 2-1 0,3-3 3 0,-5 2-3 15,-1-2 2-15,1 2 11 0,1-3 11 16,-4 3 5-16,0 0 9 0,-1 2-1 0,-1 2 5 16,-1-1 0-16,2 0-8 0,-3 1 1 0,0 4-3 0,0-6-3 15,0 6 0-15,0 0-12 0,0 0 8 0,0 0-2 16,0 0 1-16,-11 11-6 0,9-6-4 0,2 2-13 15,0 0-13-15,2 0-16 0,-1 3-20 0,2 2-34 16,1-5-36-16,4 5-27 0,-1-5-59 0,1 4-47 16,3-2-213-16,2-2-520 0,1 0 231 0</inkml:trace>
  <inkml:trace contextRef="#ctx0" brushRef="#br0" timeOffset="-135678.09">15713 6639 165 0,'3'-9'327'0,"-2"0"-10"16,2 2-15-16,-3 1-11 0,0-5-18 0,0 2-22 0,-3 4-15 15,2-1-30-15,-3 1-21 0,-2 1-15 0,-1-2-16 16,0 3-3-16,0-2-29 0,-3 2-17 0,0 2-13 15,-2 3-7-15,3 0-9 0,0-1-5 0,-1 5-8 16,0-1-11-16,3 1-4 0,2 0-3 0,0 0 2 16,2 2-10-16,0-1-3 0,3 4-1 0,0 0-11 15,6 1 20-15,-1-1-17 0,0 2-1 0,2-2 2 16,1 5-8-16,3-1 3 0,0 0-6 0,-1-1-5 16,3 2 8-16,-7-7-9 0,2 2 1 0,-3-1 0 15,5 0-6-15,-5-1 10 0,-1 0-18 0,-1-3 2 16,1 1-2-16,-4-1 0 0,3 1 1 0,-3-2-2 15,-3-2 1-15,3 4 1 0,-4-3 4 0,1 0-2 16,-4-2 2-16,0 1 9 0,0-1-16 0,-2 1 2 0,1-2-4 16,-4 0-16-16,1 2-13 0,1-6-9 0,0 6-7 15,3-3-19-15,0-3-12 0,0 6-11 16,7-3-28-16,-8-4-26 0,8 4-41 0,-1-4-39 16,1 4-35-16,0 0-204 0,15-6-506 0,-6 2 224 0</inkml:trace>
  <inkml:trace contextRef="#ctx0" brushRef="#br0" timeOffset="-134691.36">15901 6807 95 0,'0'0'166'0,"-2"4"-6"16,2-4-1-16,0 0-5 0,-1 6-2 0,1-6-7 16,3 4-5-16,-3 0-8 0,0-4-8 0,1 8 0 15,1-5-10-15,-1 2-6 0,4-2-9 0,-2 2-8 16,-2-1-11-16,2 0-4 0,0-2-7 0,2 2-9 15,2 0-2-15,-3-2-7 0,4-1-5 0,-4 0-1 16,0 2-3-16,5-3-5 0,-9 0-3 0,10 1-3 16,-10-1-5-16,10-4-1 0,-10 4-5 0,5-2 0 0,-2-1-3 15,-3-2-3-15,0 5 0 0,-4-9-6 16,1 4 1-16,-1-1 0 0,-3 0 3 0,5 1 3 16,-5 0 0-16,-1 1 5 0,1-2-1 0,-1 1 3 15,1 1-4-15,0 1 0 0,0 0-2 0,3 1 0 0,0 1-2 16,-2-2-1-16,6 3-3 0,-9-1-3 0,9 1-1 15,0 0 6-15,0 0-3 0,0 0-1 16,0 0 2-16,0 0 0 0,0 0-2 0,0 0-2 0,0 0-3 16,19 9-9-16,-11-8-4 0,2 0-1 0,2 1-9 15,-1-1-4-15,0-1-9 0,3 0-1 0,-3-1-9 16,-1-2-3-16,1-1-13 0,-3 2-5 0,5-3-9 16,-4 0-17-16,1-3-20 0,0 0-10 0,-1-4-10 15,-1-1-19-15,2-3-1 0,-3 2-10 0,0-3-3 16,-3 6-95-16,1-7 223 0,-1 1-86 0,-2 6 26 15,0-2 23-15,-2 0 39 0,-2 3 29 0,2-1 37 16,-1-1 21-16,-2 3 23 0,1 1 16 0,0-2 15 16,-2 4 6-16,0 2-3 0,0-3-3 0,-2 2-13 15,0 2-8-15,0 0-3 0,-1 1-8 0,1 0-9 16,6 2-6-16,-15 2-6 0,7 0-3 0,-1 1-4 0,3 0-5 16,-4 5-4-16,3-1-4 0,0 3 5 15,2-1-7-15,-2 1 0 0,3 3-4 0,0-1-5 0,4 1-1 16,-3 0-3-16,6 3 1 0,3 0-1 0,-1 2 0 15,4-1-2-15,0-2-2 0,-3 2-20 16,8-2-19-16,-4-1-11 0,3 0-15 0,-1-1-17 0,-1-4-16 16,4 2-11-16,0-4-28 0,1-1-4 0,-2-2-12 15,2 0-1-15,-3 0 9 0,-1-2 8 0,4-2 5 16,-3 0 15-16,0-1 10 0,-5 0 7 0,5-2 17 16,-7 0 20-16,4 0 15 0,-5-1 18 0,4 0 26 15,-3-1 23-15,-2 1 15 0,0-1 26 0,-1 0 28 16,-2 0 11-16,1-2 8 0,1 2 4 0,-3 0-1 15,1 2-4-15,-1 3-8 0,-1-7-12 0,-1 3-11 16,2 4-3-16,-1-5-14 0,1 5-11 0,0 0-5 16,0 0-2-16,0 0-10 0,0 0-4 0,-14 11-3 15,13-6-6-15,-1-2-1 0,0 2-5 0,1 3 2 0,1 0-4 16,0-1-2-16,1 1-3 0,1-2-11 16,1 2-10-16,0-1-2 0,-2 0-7 0,7 1-1 15,-1-2-10-15,0-1-8 0,0-1-5 0,2-1-4 16,-3-2-9-16,2-1-4 0,1 0 7 0,1 0-2 0,-2-3 1 15,4 0 5-15,-5 0 6 0,1-1 3 0,2-2 2 16,-1 1 3-16,1-3 8 0,-3-1 9 16,1 1 15-16,-3 1 16 0,-1-2 16 0,3 0 12 0,-4 1 17 15,1-1 7-15,-1 1 8 0,-1 2 8 0,2-4-2 16,-1 3-2-16,-1 1-6 0,-1 2 1 0,0 2-9 16,-1-4-6-16,0 6-13 0,2-5-8 0,-2 5-3 15,0 0-3-15,0 0-7 0,0 0-4 0,0 0-1 16,0 0-2-16,-3 17-4 0,2-11 1 0,1 1-3 15,1-1-3-15,-1 2 1 0,1 0-8 0,1 2-1 16,2-1-9-16,1 0-4 0,5 0-17 0,-4-2-15 16,4 1-17-16,1-1-15 0,3-1-20 0,-2-1-20 15,3 0-23-15,-2-1-29 0,6-1-25 0,1-1-29 16,-3-2-14-16,2-1-152 0,-4-2-411 0,1 1 182 16</inkml:trace>
  <inkml:trace contextRef="#ctx0" brushRef="#br0" timeOffset="-134238.58">16785 6462 174 0,'0'0'177'0,"-8"0"1"0,8 0-3 0,-7 7-4 16,2-2-7-16,-1 1-7 0,5 2-5 0,-1 2-9 15,1 2-4-15,-2-1-9 0,2 2-8 0,-2 7-9 16,3-4-5-16,1 5-14 0,1-4-5 0,1 3-5 15,-1 0-11-15,5-3-5 0,-3 3-10 0,1 2 3 16,0-2-13-16,-1-1-4 0,1-2-11 0,-3 1-21 16,2-5-23-16,-2 0-16 0,1-2-25 0,-1-1-31 15,1-3-25-15,-3-1-16 0,3 1-6 0,-3-4-22 16,0-3-7-16,1 2 9 0,-1-2 10 0,0 0 13 16,0 0 22-16,0 0 20 0,0 0 24 0,-4-14 21 15,1 10 31-15,-2-1 18 0,3-3 19 0,-1 3 27 16,0-5 23-16,2 2 26 0,-2-1 17 0,3-2 16 15,-1 5 7-15,1-4 6 0,0 4 4 0,1-1-4 0,0 3-2 16,1-3 2-16,1 0-3 0,-1 3 2 16,2-2-8-16,-1 0-4 0,4 4-10 0,-2-3-9 15,2 2-13-15,0 1-5 0,0-1-13 0,1 1-5 16,0 2-13-16,-8 0-7 0,16 2-7 0,-6 1-1 0,-2 2-15 16,0-2-2-16,2 1-1 0,-1 4 10 0,-3-4-21 15,-1 5-3-15,3 0-1 0,-2-3-4 16,-1 3-1-16,-1-2-13 0,0 0-19 0,-1 4-13 0,0-4-17 15,-2 2-15-15,3-1-26 0,-4 0-30 0,4 0-36 16,-4 0-36-16,3-2-32 0,-2 0-48 0,2-1-35 16,-3 0-169-16,4-2-512 0,3 0 227 0</inkml:trace>
  <inkml:trace contextRef="#ctx0" brushRef="#br0" timeOffset="-133602.89">17145 6763 262 0,'-4'-2'269'16,"4"2"-18"-16,-8-2-16 0,8 2-13 0,0 0-17 15,0 0-4-15,-12 4-21 0,10-1-9 0,0 1-11 16,0 1-10-16,2-1-8 0,-4-1-9 0,4 4-14 16,0-2-10-16,0 0-7 0,3 2-13 0,-2-1-9 0,-1 0-3 15,4 1 1-15,0-1-16 0,1-1-6 16,-3 2-8-16,1-2-5 0,1-2-8 0,1 0-15 15,1 0-8-15,-2-2-11 0,2 0-5 0,-6-1-9 0,9 2 1 16,-9-2 2-16,14-3-4 0,-9 1-2 0,-1-2 5 16,0 0 0-16,-1-1-1 0,2-3 1 0,-1 2 3 15,-2-2 1-15,0-3 0 0,1 1-2 0,1-1 6 16,-1-2 8-16,-2 3 4 0,2-4 10 0,-1 2 5 16,2 1-2-16,-1-2 3 0,0 4 3 0,0-2-1 15,-2 3 4-15,2 1-3 0,-1 1-3 0,-1 1 0 16,0 1-8-16,1 0 6 0,-1 0-14 0,-1 4-4 15,0 0 3-15,0 0 0 0,0 0-10 0,0 0-3 16,11 7-2-16,-7-2-3 0,-1 4-5 0,2-3 2 16,-5 1-3-16,4-1 7 0,2 5-11 0,-1-4 4 15,3 2-3-15,0-1 6 0,-4 3 1 0,3-3 0 16,-1 1-7-16,0-1 1 0,-3-1 2 0,1-3 3 16,2 3 2-16,-2-5 4 0,-1 2 1 0,2 1 0 0,-1-3 10 15,-1 0 11-15,-3-2 3 0,0 0 4 0,9 0 1 16,-9 0 3-16,6-4-1 0,-6 4 11 15,4-4-4-15,-3 0 14 0,2 2-4 0,2-2 9 0,-2 0 1 16,0-1-1-16,1 0 5 0,1 1 7 0,-1-3-3 16,2 3-1-16,0-3-6 0,4 1-1 0,-2 2-4 15,1-4-9-15,1 6-8 0,-3-2 11 16,0 1-15-16,2-1 9 0,-2-1-3 0,-1 4-7 0,-2-1 11 16,1 2-24-16,2 0 3 0,-7 0-4 0,11 0-3 15,-11 0-1-15,7 5-8 0,-3-2 7 0,1 5-5 16,-2-4 12-16,2 5-21 0,-5-3-11 0,4 2-3 15,2-2-10-15,-5 4-11 0,3-1-9 0,1 1-13 16,0 0-14-16,0-3-28 0,-1 2-27 0,0-1-41 16,1-1-51-16,0-2-51 0,-1 0-291 0,4 1-613 15,-4-3 272-15</inkml:trace>
  <inkml:trace contextRef="#ctx0" brushRef="#br0" timeOffset="-133402.5">17144 6342 315 0,'-9'-4'322'16,"3"1"-28"-16,0 0-32 0,2 0-24 0,0 1-28 0,4 2-30 15,-9-2-33-15,9 2-37 0,0 0-55 0,-11 6-76 16,8-4-96-16,2 2-216 0,-5 0-360 0,6 0 159 15</inkml:trace>
  <inkml:trace contextRef="#ctx0" brushRef="#br0" timeOffset="-130642.8">13896 7914 216 0,'0'0'262'0,"0"0"-28"0,0 0-23 0,0 0-22 15,0 0-20-15,0 0-16 0,0 0-13 16,-8 13-17-16,6-9-13 0,1 4-7 0,1-2-12 16,-3 2-10-16,3 0-11 0,0-1-2 0,-1 2-8 0,-2 1 0 15,3 0-10-15,0 0-2 0,3-2-8 0,-2-2 1 16,-1 0-3-16,3 1-2 0,0-1-2 0,2-1-2 16,1 0-5-16,-4-1-1 0,6-1-4 0,-1-2-14 15,3-1-3-15,3 1-1 0,-4-2-3 0,-1 0-2 16,0-2 1-16,3-1 1 0,0-1 0 0,1 1-4 15,-4-2 5-15,2-1-2 0,-3 4 2 0,2-4 7 16,-1 5 6-16,2-4 0 0,-5 3 7 0,0 0-3 16,-1-1-2-16,-2 2 0 0,-2 2-5 0,8-1-2 15,-8 1 0-15,8 0-1 0,-8 0-1 0,6 2-3 16,-6-2 0-16,5 5 1 0,-1-2-3 0,-3-1 1 16,5 2 1-16,-2 0-2 0,0 0 2 0,0 0 0 15,4-2-2-15,-4 2 0 0,5-1 2 0,-4-1 0 16,-1 0-1-16,4-2 2 0,-2 2 0 0,-1-2 1 0,-5 0-2 15,14-2 0-15,-6 0-2 0,-3 0 2 16,1-2-5-16,-1 1 0 0,2-1 0 0,0-1 2 16,-2 0 1-16,-2-1-1 0,1-1 2 0,0 1-2 0,-1-2-1 15,-2 1 3-15,2-4 1 0,0 2 12 0,-1 1 8 16,1 0 3-16,-2 0 9 0,2-2 2 0,-1 1 12 16,0 1-2-16,0 3 1 0,0-2 6 15,1 0-11-15,-1 1-2 0,3 1-6 0,-4 1-5 0,3-2-4 16,0 3 1-16,2 0-4 0,-2 1-4 0,-4 2-7 15,8-2 0-15,-1 2 0 0,-7 0-3 0,11 4-2 16,-6-1-1-16,4 0-3 0,-4 3 1 0,4 0-1 16,1 2 5-16,-5-2-6 0,6 4-3 0,-4-4 4 15,0 5-4-15,-2-2-1 0,1 1 2 0,0-1-8 16,-3 1-4-16,0-1-7 0,0 0-4 0,-1 1-4 16,3 0-13-16,-4 0 0 0,-1-2-18 0,0-1-13 15,0-1-26-15,0 2-29 0,-1-1-29 0,-1-1-36 16,2-1-30-16,0 0-26 0,2 0-164 0,-1-1-444 0,-1-4 197 15</inkml:trace>
  <inkml:trace contextRef="#ctx0" brushRef="#br0" timeOffset="-130376.18">14549 7649 47 0,'-1'-3'361'16,"-2"0"-18"-16,3-2-19 0,0 5-25 0,-2-5-33 16,2 5-37-16,0 0-20 0,0 0-24 0,0 0-13 15,0 0-17-15,0 0-17 0,-1 14-11 0,2-4-18 16,5 2 2-16,-1 1-20 0,-4-1-5 0,5 6-7 16,-2 0-14-16,3 0-5 0,-4 2-2 0,6 1-7 15,-5-1-7-15,2-2-1 0,0 2-25 0,0-2-23 16,-5 0-19-16,6-2-28 0,-4-3-38 0,-2 0-41 15,3-1-50-15,0-3-47 0,-1-2-38 0,-2-1-184 16,4-2-486-16,-4-1 216 0</inkml:trace>
  <inkml:trace contextRef="#ctx0" brushRef="#br0" timeOffset="-129956.88">14708 7688 260 0,'0'0'268'0,"1"-5"-27"16,-1 5-23-16,0 0-23 0,0 0-22 0,0 0-14 16,0 0-15-16,0 0-6 0,0 0-14 0,4 11-10 15,-4-3-9-15,4 1-9 0,-2 1-9 0,1 0-10 16,-1 5-4-16,1-4-8 0,-2 2-8 0,4 5-4 16,0-2-3-16,-4 1-9 0,6 1-3 0,-6-1-4 15,2-5-3-15,0 6 0 0,-2-7-3 0,2 1-11 16,0 0-9-16,-3-3-6 0,1 2-8 0,-1-2-6 15,0-2-5-15,0-1-1 0,0-2 0 0,0 1 6 16,0-5 3-16,0 5-2 0,0-5 2 0,0 0 2 0,0 0 3 16,0 0 1-16,0 0-2 0,0 0 0 15,0 0 3-15,9-15-2 0,-6 10 9 0,4-1 3 16,-3 0 6-16,2 1 6 0,3-4 2 0,-5 5 8 0,6-2 5 16,-3 0-2-16,3-1 7 0,-2 3 0 0,1-1 1 15,-4 2 3-15,1-2-2 0,2 4-4 16,-4 0-6-16,1 0-3 0,1-1-4 0,-6 2-1 15,0 0-3-15,10 2-5 0,-7-1 0 0,-3-1-3 0,6 7 3 16,-5-4-4-16,3 3-1 0,-4-2-1 0,4 1 0 16,-2 2-19-16,-2-3-19 0,2-1-17 0,0 4-26 15,-1-3-35-15,-1 0-52 0,3-2-47 0,1 2-63 16,-4-4-156-16,2 2-459 0,-2-2 203 0</inkml:trace>
  <inkml:trace contextRef="#ctx0" brushRef="#br0" timeOffset="-129740.6">14470 7783 337 0,'-6'1'351'0,"6"-1"-4"0,0 0-19 0,0 0-23 0,0 0-14 15,0 0-27-15,0 0-27 0,0 0-18 16,27 1-26-16,-16 0-27 0,3-1-16 0,1 0-13 15,4 0-36-15,-4 2-39 0,0-4-45 0,-1 1-50 16,-2 1-63-16,4 1-71 0,-3-2-78 0,-1-1-249 0,-3 0-536 16,-1 0 238-16</inkml:trace>
  <inkml:trace contextRef="#ctx0" brushRef="#br0" timeOffset="-129573.27">14278 7582 200 0,'-7'0'188'0,"7"0"-17"15,-8 1-22-15,8-1-24 0,0 0-35 0,0 0-44 16,0 0-79-16,16 7-123 0,-6-2-169 0,4-1 74 16</inkml:trace>
  <inkml:trace contextRef="#ctx0" brushRef="#br0" timeOffset="-128518.45">15622 7880 92 0,'-1'-5'282'15,"-2"-3"-6"-15,-4 3-16 0,3-1-12 0,-2-1-13 16,-3 1-18-16,1 2-15 0,-2-1-18 0,-3 2-15 16,2 1-14-16,-4 2-12 0,1 0-15 0,-5 3-3 15,3 2-13-15,-3 0-11 0,1 2-10 0,6 0-10 0,0-1-1 16,-2 2-4-16,3 0-12 0,3 0-11 15,1 0-4-15,-1 2 0 0,3-4-3 0,1 3-11 0,1-2 4 16,0-2-2-16,7 3-6 0,-2-2 0 0,2 0-2 16,1 0-3-16,4-2-5 0,2-2-1 0,2-1-13 15,2 1-7-15,-3-2-9 0,8-2-8 0,-2-1-6 16,1-2-9-16,-1-1-4 0,-2 1-4 0,3-2 1 16,-2-5 0-16,-3 2 1 0,3-1 0 0,-4-2 3 15,0 1 2-15,-3 0 3 0,-3-3 1 0,0 0 4 16,-1-1 2-16,-4 0 3 0,0-1 3 0,-2 5 6 15,-2 0 15-15,0-4 11 0,-3 4 4 0,3 3 7 16,-1-3 13-16,-1 1 13 0,0 2-13 0,-3 1-1 16,3 2-5-16,0 1 1 0,1 0-3 0,-1 2-4 15,0-1-7-15,0 1-5 0,4 3 1 0,-8-2-1 16,8 2-2-16,0 0-2 0,-10 1 1 0,10-1-6 16,-7 6 5-16,7-1-4 0,-1 2 0 0,-2 1 4 0,3 1-7 15,3 3 1-15,-2-2 0 0,-1 1 3 16,6 3-3-16,-2 3-1 0,3-2 2 0,1 3 1 15,-1-2-2-15,2 1-1 0,3-1-12 0,-2-1-3 0,2-1-11 16,0 1-4-16,-1-4-10 0,5 1-12 0,0 1-10 16,0-5-16-16,2 0-8 0,-5-2-13 0,2-2-13 15,4-2-11-15,-5 1-3 0,1-5-9 0,3 2 5 16,-4-1-1-16,0-1 14 0,2-2 15 0,-5 0 4 16,0-1 7-16,1-2 22 0,-5 0 6 0,0-2 26 15,-1 1 19-15,0-4 14 0,-2 1 17 0,-1 0 22 16,1 1 20-16,-4-2 14 0,0 1 15 0,0 0 6 15,0 1 8-15,0 2-1 0,-3 2-5 0,3 0-10 16,-4-1-5-16,3 1-2 0,-6 2-7 0,3 0-8 16,-3 1-3-16,3-1-8 0,4 4-9 0,-11 0-10 15,11 0 0-15,-11 7-1 0,7-3-3 0,-4 0-5 16,5 1 2-16,-4 1-5 0,2 1-2 0,1 1-1 0,0 3-2 16,1-2-3-16,3 1-13 0,0-1-7 0,2 1-15 15,-1-2-11-15,5 1-23 0,-1 0-28 16,2-1-38-16,1 1-47 0,0-5-43 0,4-1-42 0,-4 3-180 15,6-4-467-15,1 2 207 0</inkml:trace>
  <inkml:trace contextRef="#ctx0" brushRef="#br0" timeOffset="-127950.25">16116 7832 111 0,'0'0'184'0,"0"0"2"0,0 0-6 0,0 0 3 16,0 0 0-16,-10 11 0 0,7-6-5 0,1 2-9 15,0 0-9-15,-1 3-5 0,2 1-8 0,0 0-7 16,-1 3-8-16,2 3-9 0,-3 3-6 0,6-1-10 16,-3 1-1-16,0-2-10 0,3 2-5 0,-2 1-8 15,2 0-11-15,4 3-3 0,-3 5-3 0,2-10-9 16,3 2-2-16,-2-2-8 0,3 5-4 0,-4-6-1 0,5-1-8 16,-3-2-3-16,-1 1-5 0,0-4-8 0,0-3-13 15,-3-1-6-15,1-3-3 0,-1 0-2 16,-1-3-1-16,3 0-14 0,-6-2-7 0,7 0-3 0,-7 0-5 15,6-7-2-15,-3 2-6 0,-3-1-8 0,1-3-8 16,-1-3-8-16,-1 1-17 0,1-2-6 0,-3-2-10 16,3-3-15-16,-6-1 6 0,5-2-17 0,-4 1 16 15,1-2 9-15,1 1 11 0,0-1 5 0,-1-2 12 16,3 3 16-16,-2 1 27 0,0 0 24 0,1-1 25 16,-4 2 21-16,5 0 21 0,1 0 16 0,-3 1 14 15,-1 3 4-15,4-1 13 0,0 2 3 0,-1 1 6 16,1 3 8-16,-3-3 5 0,2 3 5 0,1 1 11 15,-2 1-1-15,2 0 10 0,0-2 1 0,0 6 1 16,0-3-6-16,0 3-3 0,0-1-9 0,0 5-12 16,0-8-10-16,0 8-11 0,0-5-14 0,0 5-8 15,0 0-13-15,2-2-16 0,-2 2-14 0,0 0-7 0,0 0-6 16,0 0-6-16,12 4-7 0,-5-1-11 0,-3 3 3 16,0-2-9-16,1 1-7 0,4 2-3 15,-3 2-6-15,1-3 4 0,0 3-8 0,-3-1-1 0,2-2-1 16,0 3 0-16,-2-1-3 0,0-1 10 0,0-1-18 15,-1 1-8-15,0 0-6 0,-2-1-3 0,-1 1-6 16,0-1-6-16,0 1-2 0,-1-1-14 0,-2 1-6 16,-1-4-8-16,-1 5-13 0,-1-5-12 0,2 2-14 15,-1 1-21-15,-1-4-29 0,2 3-26 0,-1-5-36 16,-1 2-35-16,0-1-184 0,6-1-504 0,-13 0 223 16</inkml:trace>
  <inkml:trace contextRef="#ctx0" brushRef="#br0" timeOffset="-127649.8">16423 7427 306 0,'4'-4'337'0,"-4"4"-26"0,0 0-26 0,4-4-29 0,-4 4-23 15,0 0-21-15,0 0-9 0,11 8-10 0,-10-6-6 16,2 4-19-16,1 5-4 0,-1-1-14 0,0 2-11 16,3 4-11-16,0 4 1 0,-1-2-13 0,1 2-18 15,-2 2 0-15,1 2-19 0,1 5-2 0,-4-9-13 16,4 2-1-16,-2 3-4 0,0-4-10 0,-4 0-17 16,4-1-26-16,-4-3-21 0,2 0-18 0,-2-4-29 15,2 0-41-15,-2 0-48 0,0-3-69 0,0 0-49 16,2-4-58-16,-2-1-167 0,1 0-535 0,0-3 236 15</inkml:trace>
  <inkml:trace contextRef="#ctx0" brushRef="#br0" timeOffset="-127198.15">16672 7540 261 0,'0'0'288'15,"-3"-5"-27"-15,3 5-27 0,0 0-25 0,0 0-23 16,0 0-17-16,0 0-13 0,0 0-14 0,0 0-6 16,0 17-9-16,3-5-11 0,-2-4-8 0,2 6-8 15,0 0-9-15,1 3-13 0,-3-1-6 0,3 0-7 16,-4 1-4-16,4 1-9 0,-1 0 2 0,-2 0-8 16,1 0-5-16,-1-1 0 0,1-4-4 0,0 4-5 15,1-3 0-15,1-2-3 0,-1 1-4 0,-2-2-8 16,0-1-6-16,1-3 0 0,-1 1-10 0,3-5 1 15,-1 4-1-15,-2-3 4 0,-1-2 0 0,3 1-4 16,-3-3 4-16,0 0-4 0,0 0 1 0,0 0-5 16,12-7 6-16,-8 3-2 0,-2-1 1 0,2 0 2 15,-1-1-6-15,2-2 6 0,3 1 6 0,0-1 7 16,-1-1 9-16,0 1 11 0,1 0 10 0,1 2 1 0,-2-1 9 16,3 1 28-16,-3 1-7 0,-1 2-2 0,0-4 6 15,-1 4 1-15,2 1-10 0,-4-1-3 16,6 2-18-16,-9 1-5 0,9 0-4 0,-9 0 8 15,9 4-21-15,-5-2 1 0,3 1-4 0,-2 5 3 0,2-1-12 16,-3 1 1-16,2 1 1 0,-1 0-11 0,0 0-14 16,1 2-29-16,-3 0-11 0,-2-3-17 0,3 3-20 15,-1-2-36-15,0-1-35 0,-2 0-48 0,-2-3-46 16,2 1-49-16,1-2-245 0,-2 0-586 0,0-1 260 16</inkml:trace>
  <inkml:trace contextRef="#ctx0" brushRef="#br0" timeOffset="-126964.16">16562 7682 267 0,'0'0'403'0,"-6"-3"3"0,6 3 1 15,-6-4-6-15,6 4-16 0,-3-3-22 0,3 3-32 16,0 0-34-16,0 0-29 0,12-3-31 0,-4 3-21 15,-8 0-23-15,15 2-18 0,-4-1-25 0,-1 4-37 16,4-3-43-16,-3 1-39 0,3 2-56 0,2 0-56 0,-2-3-64 16,-2 5-62-16,2-2-68 0,5 0-75 0,-7 0-255 15,-5-1-656-15,4-3 290 0</inkml:trace>
  <inkml:trace contextRef="#ctx0" brushRef="#br0" timeOffset="-121645.27">17628 7820 33 0,'0'-5'313'0,"0"5"-6"0,7-8-4 0,-7 5-10 16,1 0-6-16,0-1 2 0,-1 4 0 0,0-8-1 16,0 4-24-16,0 4-8 0,-1-6-26 15,1 6-21-15,-4-9-17 0,0 7-28 0,0 0-10 0,-3 1-18 16,0-1-8-16,-3 2-21 0,-3 0-5 0,2 2-14 15,-5 1-5-15,4-1-2 0,-2 5-15 0,-5-1-8 16,0 0-4-16,8 1-7 0,-8 0-7 0,4 2-9 16,3-2 1-16,1 0 3 0,3 1-8 0,-1 0-2 15,3-1-2-15,3 0-6 0,-1 0 4 0,3 0-2 16,1-1 0-16,0 1-1 0,1-1 0 0,5 1-7 16,-1-2-5-16,4 2-6 0,1-3-6 0,3 0-6 15,-1 1-6-15,0-4-9 0,3 2 3 0,3-6-4 16,-4 1-5-16,4-2 1 0,-4 0-1 0,2-3 7 0,2-1-4 15,-2-1 8-15,0-3-2 0,-2 1 16 0,1-2-6 16,-3-2 2-16,0-2 4 0,-1-2-3 16,0 1-2-16,0-2 6 0,-4 3 9 0,0-4-2 0,-2 1 10 15,-1-1 10-15,0 2 6 0,0-2 8 0,-4 1 18 16,4 3 9-16,-4-2 8 0,0 3 5 0,-2-2 3 16,0 7 2-16,1 1 2 0,-2-1-7 0,1 1-1 15,0 2-5-15,0 1-8 0,0 2-8 0,2 0-5 16,-4 0-11-16,4 2-3 0,-3-2-7 0,3 5-4 15,0 0-5-15,0 0-2 0,-13 7 0 0,7-2-3 16,2 0-2-16,0 4 2 0,-3 1-6 0,2 3 2 16,-1 4-1-16,0-1 0 0,2 3-4 0,0 0 3 15,2 4-1-15,-1 2-3 0,6-3 3 0,-1 3 3 16,2 2-6-16,-3 1 1 0,3-9-4 0,7 2-12 16,-4-2-12-16,4-1-11 0,-2 0-15 0,2-2-27 15,3 0-18-15,-1-3-53 0,1 0-44 0,2-2-51 0,-4 2-60 16,3-8-68-16,-4-1-367 0,4 1-800 0,-3-2 353 15</inkml:trace>
  <inkml:trace contextRef="#ctx0" brushRef="#br0" timeOffset="-121193.83">18108 7832 265 0,'0'0'269'0,"-7"-2"-18"16,7 2-18-16,-9 1-17 0,9-1-19 0,-8 0-15 15,8 0-24-15,-7 1-15 0,1 1-12 0,6-2-11 16,0 0-10-16,-5 3-10 0,5-3-10 0,-4 3-7 16,4-3-3-16,0 0 1 0,0 4 2 0,0-4-1 15,0 0 3-15,0 0-9 0,5 5-2 0,-5-5-6 16,9 1-7-16,-9-1-3 0,5 0-4 0,-5 0-7 15,0 0-1-15,13-3-3 0,-8 0-2 0,-5 3-1 16,5-4 2-16,-4 1-5 0,4 0-3 0,-5 3-2 16,2-5-9-16,0 1 0 0,-2 4-9 0,1-4 3 0,-1 4-17 15,0 0-30-15,-3-5-25 0,3 5-39 16,-7-3-45-16,7 3-64 0,0 0-69 0,-9 2-228 16,9-2-540-16,-11 2 239 0</inkml:trace>
  <inkml:trace contextRef="#ctx0" brushRef="#br0" timeOffset="-120558.15">18099 7537 287 0,'-3'-3'317'16,"-1"-1"-18"-16,3 1-12 0,1 3-10 0,-4-9-13 15,2 5-22-15,2 4-22 0,-1-4-24 0,1 4-18 16,0 0-20-16,1-5-15 0,-1 5-15 0,0 0-13 15,0 0-8-15,14 6-15 0,-9-2-12 0,2 0-4 16,0 0-7-16,1 2-6 0,1 0-11 0,0 0-11 16,-1 3 4-16,3-3-10 0,-3 2-8 0,-3-3 4 15,-1 1-7-15,4 3-1 0,-4-5-3 0,-1 3-3 16,0-1-5-16,1-1 13 0,-3 0-18 0,2-1 3 16,-3 2-1-16,0-2-4 0,0-4 0 0,-4 8 0 15,1-3-2-15,-1-1 4 0,0 1-4 0,-4-1 8 16,3-1 0-16,-1 2-8 0,-1 1-2 0,0-1-1 0,0 0-1 15,0 2 4-15,1-2-1 0,1 0 1 0,-2 3-7 16,0-2 8-16,3-1-2 0,-1 3-2 16,-4 2 3-16,8-5-3 0,-2 4 4 0,2-4 0 0,-3 7 2 15,4-5-1-15,0 3 0 0,-1-3-9 0,2 0-19 16,6 4-21-16,-5-4-34 0,1 3-47 0,-2 0-63 16,6-4-71-16,-1 2-299 0,-2-2-604 0,2 0 268 15</inkml:trace>
  <inkml:trace contextRef="#ctx0" brushRef="#br0" timeOffset="-120106.74">18163 8081 263 0,'0'0'353'16,"0"0"-20"-16,0 0-29 0,0 0-28 0,0 0-33 15,0 0-24-15,0 0-24 0,0 0-19 0,0 0-18 16,0 0-15-16,0 0-10 0,0 5-19 0,0-5-11 16,2 4-5-16,0-1-9 0,-2-3-7 0,4 5 4 15,-3-2-16-15,3 0-12 0,-2 1-6 0,2-3 0 16,-1 3-5-16,3-3-5 0,-6-1 2 0,6 3-1 16,-6-3 23-16,6 1 2 0,-6-1 9 0,0 0 3 15,7 0-2-15,-7 0 0 0,0 0-7 0,6-5-3 16,-6 5 1-16,0-5-9 0,0 1-9 0,0 4-7 0,-2-6-7 15,2 6-12-15,-1-6-13 0,1 6-32 0,-1-5-40 16,-1 3-41-16,2 2-51 0,-8-3-62 16,3 2-76-16,5 1-87 0,-12 0-198 0,6-2-622 0,6 2 275 15</inkml:trace>
  <inkml:trace contextRef="#ctx0" brushRef="#br0" timeOffset="-107060.02">9663 9153 31 0,'0'0'161'0,"0"-8"-6"16,0 8-3-16,-3-2-1 0,3 2-10 0,-1-6-2 15,1 6-3-15,0 0 2 0,0-4-5 0,0 4-4 16,-1-5-9-16,1 5-13 0,0 0-9 0,-6-2-12 16,6 2-7-16,-1-4-5 0,1 4-8 0,-1-4-6 15,1 4-2-15,-4-5-9 0,4 5-6 0,-6-4-1 16,6 4-6-16,-5-1-5 0,5 1-3 0,-6-4-2 15,2 3 2-15,4 1-4 0,-8-4 2 0,8 4-4 16,-7-3 0-16,7 3 0 0,-7-2-3 0,2 2-2 0,5 0 0 16,-11-2-1-16,11 2-4 0,-7-2-3 0,7 2 1 15,-9 0-3-15,9 0-1 0,-11 0 2 16,11 0-2-16,-7 2-1 0,7-2-1 0,-7 0 0 0,7 0-3 16,-8 2 4-16,8-2-2 0,-8 2-2 0,1-2-2 15,3 3 2-15,0 0 2 0,4-3-2 0,-10 1-1 16,9 1 3-16,1-2 0 0,-13 3-2 0,8-2 0 15,1-1-3-15,-1 1 1 0,5-1 0 0,-10 3 0 16,8 1 0-16,-5-2-1 0,1 0 0 0,2 0 1 16,0 1 1-16,0-1 1 0,-3 0-2 0,3 1 4 15,4-3-2-15,-9 4 1 0,6 0-2 0,0 0 1 16,-3 0-4-16,0 1 4 0,2-3 0 0,1 3-1 16,-2-2 2-16,1 2 2 0,0-1-2 0,-3 0 1 0,4 1-4 15,-1-1 2-15,0 1-1 0,0 0 3 16,0 1 0-16,0-3 5 0,1 2-5 0,-1 0 3 15,-1 2 0-15,0-3-2 0,1 1 0 0,0 1 2 0,0 1-3 16,0-2-1-16,3 0 3 0,-5 1 0 0,2 2-1 16,3-3-1-16,-3 4 2 0,1-3-1 0,0 2 1 15,-1-1 2-15,3-1-2 0,-2 1-3 0,2 1 3 16,-3 1 2-16,3-2 3 0,-1 0-3 0,1 0 4 16,-2 1 4-16,3-1 1 0,-3 0-2 0,3 2-6 15,0-2 4-15,0 1 1 0,-1 2-1 0,1-2 2 16,0 1-3-16,1-3-2 0,-1 3 0 0,0-3-1 15,0 5 2-15,-1-1-5 0,2-2 5 0,-2 1-2 16,2-2-1-16,2 4 0 0,-3-4 1 0,0 1-1 16,4 0-2-16,-2-1 7 0,-1 1-4 0,4-2-5 15,-5 2 5-15,3 0-1 0,-2-2-1 0,3 2 0 16,-1 2 1-16,-2-5 1 0,2 3-2 0,0-1-1 16,-3-2 4-16,4 5 2 0,0-5 3 0,-1 0 1 0,-2 3-3 15,3-2-4-15,0-1 3 0,-1 2 2 16,1-2 1-16,-1 0-2 0,0 0 3 0,2 1-5 15,-1-1 0-15,-1 1 2 0,1 0 2 0,-2-1 5 0,4-1 0 16,-2 2 4-16,0-2-3 0,4 1-3 0,-4-1 1 16,0 1 2-16,3 1 2 0,-3-2-5 0,2 0-3 15,2 1 6-15,-4 1-6 0,0-3 0 16,3 2-2-16,-3 0 1 0,2-1 8 0,0 0-2 0,1 3 4 16,-3-4 2-16,3 0 3 0,-2-1 2 0,5 3-1 15,-5-2-1-15,2 0 0 0,0 1-2 0,-3-2 0 16,4-1-1-16,-2 4 0 0,-1-4 0 0,2 1-4 15,1 1-8-15,3-1 1 0,-4 1 3 0,0-1-3 16,-1 0 5-16,1-1-2 0,0 2-4 0,0-2 0 16,2 0-2-16,-1 1 1 0,1 0 4 0,-1-2-10 15,1 3 7-15,-1-2 0 0,1 0-3 0,-3 0 5 16,5 1-7-16,-4-1 9 0,1-1-1 0,-1 0-4 16,5 0 5-16,-4 0 1 0,-1 0-2 0,1 0 1 0,2-1 2 15,-3 1 8-15,1-2-2 0,1 1 5 0,-2 1 6 16,0-1-13-16,0 0 3 0,2-1-10 15,-1 2 7-15,1-1-3 0,-2-1 2 0,2 0 3 0,2 0-8 16,-4-1 3-16,1 2-3 0,-2-2 1 0,4 1 0 16,-4-1-4-16,4 1 6 0,-6-2 14 0,3 3-10 15,0-4 1-15,0 4 4 0,2-1-1 0,-5-1 2 16,5-1 7-16,-4 1-9 0,-2 0 2 0,5-1-1 16,-4 3 4-16,0-3-1 0,0-1 3 0,-1 1-3 15,4 1-2-15,-6 1-2 0,4-1-4 0,1-2 4 16,-2 3-3-16,0-2-4 0,-2 2 0 0,3-3 7 15,-2 3-11-15,2-2 0 0,-1 0 0 0,-1 1-3 16,1-1-1-16,-1 1 1 0,-2-1-2 0,3 1-1 16,0 0 3-16,0-1 4 0,-1 1 0 0,1-1 0 15,-4 1-1-15,4-1 3 0,-1 1-3 0,0-2 2 16,-2 1-1-16,2 0 4 0,-1-1-8 0,1 3 0 16,-3-2 5-16,4 0-4 0,-2-1 1 0,0 1-2 0,1 0 2 15,-2 0-2-15,1 0 1 0,-1-1 0 0,-1 2 1 16,3-2-1-16,-2-1-2 0,-1 1-1 15,1 1 1-15,2-1-3 0,-3 0 2 0,0 1-5 0,0 4 4 16,0-10-1-16,0 5 1 0,0 2-1 0,2-2-2 16,-4 0 1-16,4 0-2 0,-4 0 0 0,2 0 0 15,0-1 1-15,-3 1-2 0,3 0-1 0,0-1 1 16,0 1-2-16,-1-1-1 0,1 0-1 0,1 1 4 16,-1 0-3-16,-2-1 2 0,2-1-4 0,0 1 1 15,-3-1 4-15,3 1-5 0,0 0 0 0,0-2 0 16,0 3 1-16,0-1 0 0,-1-4-1 0,-1 5 0 15,2-3 5-15,-1 2-6 0,1-1-2 0,0-3 5 16,-2 4-4-16,1 0-1 0,1-1 1 0,-2 1 0 16,0 0 5-16,1 0-4 0,-2 1 1 0,3 0-2 15,-1-1-1-15,-1 2 3 0,1-1 0 0,0 1 4 16,-1-1-1-16,1-2-2 0,0 2 3 0,-2 0-1 0,1 0 7 16,1 0-7-16,-3 0 1 0,4 1-1 0,-1 0-1 15,-2-1 3-15,0 1-3 0,2 0-3 16,-2 2 4-16,-1-2 1 0,4 4-2 0,-4-9 1 0,3 5-5 15,-1 2 3-15,2 2 1 0,-5-8-1 0,2 4 3 16,0 0-3-16,2 2 1 0,1 2-3 0,-7-5 2 16,5 1 0-16,-2 1-1 0,-2-1-1 0,3-1 0 15,-1 2 0-15,0-2 0 0,-4-1 1 0,4 2-2 16,-3-1 0-16,3 0-3 0,-4 1 7 0,0-3-3 16,-3 0-1-16,4 1 0 0,-4-1 0 0,-1 1 1 15,4-2 0-15,-3 3-1 0,1-1-4 0,-1 0 2 16,-2-1 6-16,5 3-6 0,-2 2 2 0,-2-4-3 15,2 0 2-15,1 2 0 0,-1 3 0 0,2-2-3 0,-1 0 3 16,2 0 0-16,-5 1-1 0,6 0-5 16,-2 1-20-16,0-1-14 0,-4 1-24 0,5 1-28 15,-1 0-19-15,-2-1-52 0,10 1-26 0,-15 1-24 0,4 2-22 16,3-2-34-16,-3 3-46 0,-1 0-36 0,4 2-47 16,-2-2-210-16,-2 4-661 0,1-2 294 0</inkml:trace>
  <inkml:trace contextRef="#ctx0" brushRef="#br0" timeOffset="-102209.9">13128 9091 70 0,'2'-5'412'16,"5"-7"0"-16,-6 7 14 0,2-2-1 0,0 1-10 15,-1 2-14-15,0 0-22 0,2-1-28 0,-3 2-30 16,1-1-40-16,-2 4-34 0,1-4-42 0,-1 4-23 0,0 0-19 16,0 0-16-16,8 11-15 0,-5-4-12 0,2 4-13 15,-2-1-11-15,2 8-8 0,1 0-12 0,-2 1-6 16,0 0-9-16,1 2-3 0,4-3-5 0,-4 0-6 15,1 2-5-15,-1-3 0 0,0 0-26 0,1-1-19 16,-1-2-20-16,-2-3-24 0,1 1-35 0,0-5-29 16,-2 3-33-16,-1-3-23 0,2-1-25 0,1-1-24 15,-3-2-40-15,0 1-57 0,-1-4-53 0,0 0-289 16,7 0-708-16,-7 0 313 0</inkml:trace>
  <inkml:trace contextRef="#ctx0" brushRef="#br0" timeOffset="-101824.45">13092 9045 91 0,'-1'-3'307'0,"1"-2"-10"16,0 5-7-16,0-7-6 0,1 4-7 0,-1 3-32 16,4-5-18-16,-1 2-23 0,1 1-18 0,-4 2-23 15,8-3-10-15,-2 2-17 0,0 1-15 0,-6 0-11 16,15 4-15-16,-8-3 5 0,4 3-26 0,0 1-3 15,1 2-8-15,3 1-4 0,4 0-11 0,-3 0-3 16,1 3-4-16,-2-2-5 0,1 3-3 0,0 1-5 16,-1-3-3-16,0 4 6 0,-2-6-12 0,0 6 2 15,-3-4-5-15,3 2 1 0,-6 2-1 0,2-4-3 16,-3 2-4-16,1-3-1 0,-3 3-1 0,-3-3 9 16,2 3-10-16,-3-2-5 0,0 0-1 0,0 2 3 15,-4-3 2-15,1 1-6 0,-4-1 6 0,0-2-3 16,-2 1-3-16,2 0 5 0,-4-3 2 0,3 0 2 0,-4 2-9 15,0-2 7-15,1 0 1 0,-3 0-6 0,0-1 4 16,1-1 1-16,2 0 1 0,4 1-9 16,-1-1-11-16,3-3-20 0,-1 2-15 0,2 0-12 0,4-2-27 15,-7 2-52-15,7-2-55 0,0 0-52 0,0 0-60 16,18-6-182-16,-10 1-528 0,4 0 234 0</inkml:trace>
  <inkml:trace contextRef="#ctx0" brushRef="#br0" timeOffset="-101539.89">13526 9092 352 0,'0'0'358'16,"0"-3"-4"-16,0 0-4 0,0 3-8 16,4-7-9-16,-4 7-27 0,0 0-24 0,2-2-25 15,-2 2-25-15,0 0-37 0,0 0-14 0,0 0-18 0,0 0-8 16,0 0-24-16,0 0-12 0,5 12-13 0,-4-10-3 15,-1 6-27-15,1 0 0 0,-1-2-3 0,2 7-10 16,-1-3-5-16,3 3-7 0,-1 4-3 0,-2-2-5 16,1 2-5-16,1-3-4 0,-2-1 1 0,2-1-7 15,-1 1-4-15,1 5-18 0,2-6-17 0,-3-2-27 16,0 1-23-16,4-1-12 0,-5 0-18 0,2-3-23 16,1-2-29-16,-2 3-30 0,0-4-36 0,1 1-52 15,2-3-28-15,-2 1-58 0,1-2-180 0,-4-1-572 16,0 0 254-16</inkml:trace>
  <inkml:trace contextRef="#ctx0" brushRef="#br0" timeOffset="-101287.86">13508 9097 341 0,'0'-2'351'0,"0"2"11"16,-5-4 8-16,5 4-4 0,-3-4-10 0,3 4-11 15,0-6-24-15,0 6-27 0,4-7-30 16,-1 5-28-16,1-1-22 0,-4 3-22 0,10-4-19 0,-5 1-18 16,3 2-12-16,4-2-20 0,-3 1-10 0,3 1-18 15,0 0-22-15,-1 0-21 0,4 1-27 0,-3 0-27 16,4 1-27-16,-2-1-32 0,1 2-27 0,-3 1-24 16,-1-1-27-16,3-1-36 0,-3 2-22 0,-2 1-22 15,1-2-29-15,-4 0-22 0,0 1-28 0,-1 0-223 16,-2 3-565-16,1-2 249 0</inkml:trace>
  <inkml:trace contextRef="#ctx0" brushRef="#br0" timeOffset="-101106.33">13564 9220 140 0,'-3'3'166'0,"1"0"4"0,2-3 7 0,-2 6 9 15,1-2-1-15,1-4 4 0,0 0-9 0,4 7-14 0,0-6-18 16,3 0-7-16,1 3-16 0,2-3-15 0,3 0-11 15,1 2-19-15,-1-2-34 0,1 1-34 0,0 0-42 16,7-2-53-16,0-3-68 0,-2 2-192 0,0-3-371 16,-3 3 163-16</inkml:trace>
  <inkml:trace contextRef="#ctx0" brushRef="#br0" timeOffset="-100688.31">13969 9049 169 0,'0'0'239'0,"0"0"-2"0,0 0-7 0,0 0-7 16,8 0-8-16,-8 0-16 0,0 0-11 0,0 0-19 15,0 0-11-15,0 0-10 0,0 0-10 0,0 0-1 0,0 0-3 16,0 0-2-16,-18 3-9 0,18-3 7 0,-11 1-19 15,4 0-6-15,0 1-10 0,0 0-2 0,-1-1-13 16,4 2-3-16,-2-2-14 0,-2 2-4 0,6 0-2 16,-2 0-5-16,1 2 0 0,3-1-14 0,0 4 2 15,3 2 0-15,1 0-1 0,-2 0-3 0,9 1-4 16,-3 3-2-16,2-3-6 0,2 2-3 0,-1 1-2 16,0 0-3-16,-2-2 2 0,2 1-1 0,0-1-4 15,0-2-1-15,-4 1-4 0,0-1 5 0,0-4-16 16,-2 1 13-16,-1-1-7 0,0-1-1 0,-4 2 1 15,0-2 5-15,0-1-1 0,0-4-6 0,-4 7 7 16,1-3-8-16,-3 0 3 0,-1 0 0 0,-1-3 0 16,-1 2 6-16,-3-3-9 0,-2 0-19 0,0 1-14 15,1-1-17-15,-3-1-21 0,-2 1-18 0,2 0-30 16,4 0-36-16,2 0-39 0,-2 0-55 0,5 0-55 16,0-1-197-16,7 1-542 0,-4-3 239 0</inkml:trace>
  <inkml:trace contextRef="#ctx0" brushRef="#br0" timeOffset="-99633.88">14470 9048 172 0,'0'0'273'0,"-2"-5"-25"15,2 5-29-15,0 0-21 0,0 0-22 0,0 0-17 16,0 0-17-16,0 0-15 0,0 0-8 0,-10 13-12 16,7-7-12-16,0 1-6 0,3 0-5 0,-4 0-8 15,4 2-4-15,-4 3-9 0,4-3-2 0,-1 5-5 16,-1-4-7-16,4 2-4 0,-2 2-1 0,1-4-7 16,3-1 0-16,-2 1-6 0,0 1-1 0,1-5 2 15,2 1-8-15,-1 0 0 0,2-1-3 0,-1-1-1 16,2 1-4-16,2-1-4 0,-2-1-11 0,2-3-12 0,0 1-3 15,-1 0-9-15,3-2-6 0,-4-3-1 16,5 1-1-16,-5-2 0 0,1 2-9 0,2-2 14 16,-1-3 2-16,1 2 4 0,-5-2 1 0,3-1 1 0,-1 1 5 15,-3 0 18-15,0-1 9 0,0 2 12 0,-1 0 5 16,-1-1 11-16,-1 0 10 0,0 1 5 0,1 2 3 16,-1-1-1-16,-1 0 0 0,0 1-6 0,0 4-6 15,0-4-6-15,0 4-6 0,1-5-6 0,-1 5-6 16,0 0 0-16,0 0-6 0,0 0 2 0,0 0 0 15,0 0-1-15,8 14-1 0,-6-9-3 0,0 1 0 16,1 2 0-16,4-1 5 0,-3 0-11 0,2 1 6 16,2 0-10-16,-2-2-4 0,4 1-4 0,-4 0-3 15,1-3-3-15,0 0-4 0,0-1-9 0,2 1-1 16,4 0-4-16,-9-3 3 0,3 1-3 0,1-2 0 16,-1 0 2-16,-7 0 1 0,12-3 1 0,-8 1 4 15,2-1-1-15,-1 0 4 0,-1-2 0 0,-4-2 6 16,1 1-3-16,-1-1 1 0,0-1 3 0,-1-2 0 0,-2 2 5 15,2 0 1-15,-4-3 5 0,-1 4-3 0,2-3 4 16,0 0 1-16,-2 1 1 0,2-1-1 16,-1 5 0-16,1-3 0 0,3 1-2 0,-2 1 1 0,2-1 0 15,-1 2 3-15,2-1-3 0,2 3 0 0,2-3-5 16,-3 3 2-16,3-1-1 0,4 0 3 0,0 2-2 16,-1-1 2-16,0 0-2 0,4 0 4 0,-3 3-6 15,2-3 3-15,3 2 1 0,-5 0-2 0,-1-1-3 16,0 2 4-16,1 2 0 0,-8-2-1 0,15 2 0 15,-11 1-1-15,5 0-1 0,-4 2 2 0,4-2-1 16,-6 1-1-16,3 2 6 0,0 1-1 0,-2 0 0 16,2 1 1-16,-1 4 0 0,1-2 0 0,2 0 0 15,-3 3 3-15,-1-4 0 0,2 5-4 0,-2-5 1 16,1 4 1-16,-1-3 3 0,2-1 0 0,-1 1-5 16,-5-3 1-16,4 2-2 0,0 1 4 0,-1-4 0 15,0-1-2-15,-2-2-1 0,-1 1-16 0,3 1-17 0,-3-1-18 16,1-2-18-16,-1-2-24 0,4 5-32 0,-4-5-47 15,0 0-47-15,0 0-179 0,0 0-429 0,0 0 189 16</inkml:trace>
  <inkml:trace contextRef="#ctx0" brushRef="#br0" timeOffset="-99332.86">15090 8985 68 0,'0'-4'370'0,"0"4"0"0,0-8-7 15,1 6-11-15,-1-2-13 0,0 4-14 0,2-4-25 16,-2 4-28-16,0 0-27 0,0 0-29 0,0 0-23 16,0 0-25-16,0 0-14 0,0 0-18 0,0 0-12 15,5 12-17-15,-3-6-9 0,0 4-7 0,4 1-15 16,-6 0-6-16,4 2-3 0,-2 5-12 0,4-3 3 0,-2 3-10 15,0-1-8-15,2 1-9 0,0-2-27 0,-2 4-16 16,-1-2-23-16,0-2-18 0,1 0-25 16,0-2-19-16,-1-4-29 0,0 0-27 0,-1-1-26 0,1-1-30 15,2-3-33-15,-3 0-40 0,2-1-264 0,0-2-591 16,-4-2 261-16</inkml:trace>
  <inkml:trace contextRef="#ctx0" brushRef="#br0" timeOffset="-98881.3">15218 8905 197 0,'-1'-5'278'0,"-1"1"-11"0,2 4-19 0,0-6-18 16,0 6-26-16,-3-3-24 0,3 3-8 0,0 0-27 15,0 0-17-15,0 0-4 0,0 0-13 0,0 0-9 16,5 16-3-16,-1-10-12 0,-1 4-1 0,-1 1-6 0,3 0-5 15,-2 0-6-15,1 3-6 0,-1 3-4 0,3-2-6 16,-4 3-5-16,5-3 6 0,-4-1-19 16,-1 3 1-16,4 0-6 0,-1-1-2 0,-2-2-1 0,1-4-1 15,-4-1-4-15,4 1-5 0,0 1 0 0,-1-1 2 16,-3-3-4-16,5-2 0 0,-5-2-1 0,3 3 3 16,-3-2 5-16,0-1 27 0,0-3 24 0,0 0 12 15,6 3-7-15,-6-3-11 0,0 0-10 0,0 0-2 16,9-9-3-16,-6 6 4 0,1-2 0 0,0-1-15 15,0 1-1-15,0-2-11 0,2 2 8 0,-2-1 4 16,1 0 10-16,-2 1-7 0,2 0-9 0,-1-1 3 16,-1 2 1-16,3-1-10 0,-2 1 1 0,-2 4-4 15,-2 0-7-15,7-2-2 0,-7 2-1 0,0 0-5 16,12 3-6-16,-8 0-3 0,1 2 3 0,-3 0-5 16,2 0 3-16,-1 7-2 0,2-3-19 0,-1 1-7 15,-1-2-12-15,0 3-10 0,1 0-12 0,-1-2-13 0,-3 1-16 16,1-3-19-16,-1 0-27 0,0-1-22 0,0 2-33 15,0-1-34-15,0-3-31 0,0 0-34 16,0-4-211-16,-1 4-539 0,1-4 239 0</inkml:trace>
  <inkml:trace contextRef="#ctx0" brushRef="#br0" timeOffset="-98647.66">15184 9109 118 0,'0'0'305'0,"-7"0"1"0,7 0-2 0,0 0-3 16,0 0-5-16,-3-2-5 0,3 2-6 0,0 0-3 15,0 0-39-15,0 0-30 0,0 0-21 0,0 0-18 0,0 0-18 16,9-5-18-16,-4 2-14 0,-5 3-26 16,12 0-25-16,-5 0-25 0,-2 3-39 0,5-3-24 15,-4 0-44-15,3 1-50 0,-9-1-50 0,12-1-57 0,-5 1-63 16,1 0-242-16,-1-5-562 0,-3 3 249 0</inkml:trace>
  <inkml:trace contextRef="#ctx0" brushRef="#br0" timeOffset="-98446.06">14833 8807 152 0,'-7'-4'332'0,"1"1"-24"16,3 2-13-16,3 1-28 0,-6-4-30 0,6 4-21 16,-5-2-21-16,5 2-24 0,0 0-41 0,0 0-37 15,0 0-44-15,0 0-62 0,0 0-72 0,0 0-83 16,4 12-196-16,0-9-393 0,4 0 174 0</inkml:trace>
  <inkml:trace contextRef="#ctx0" brushRef="#br0" timeOffset="-97677.48">15928 9085 175 0,'0'0'247'0,"-7"-7"-13"0,3 3-14 0,1 2-10 16,-6-1-11-16,3 0-15 0,1 0-17 0,-7 1-16 15,1 0-10-15,3 4-20 0,-2-2-11 0,-2 0-10 16,1 2-10-16,0 2-6 0,0-2-9 0,0 3-4 15,2-1-7-15,-2 4-6 0,3-2-8 0,1 4-1 16,0-3-6-16,1 3-3 0,-1-1-2 0,5 0-1 16,2-1-2-16,0 2-3 0,4-1 1 0,-1-1 2 15,1-2-3-15,4 2-1 0,-1-2-2 0,4-1-5 16,0 1-1-16,1-1-1 0,0-3-2 0,3 1-1 16,-2-2-4-16,0-2 2 0,-1 0-4 0,3-3-1 15,-5 0 0-15,1 0-4 0,2-4-1 0,-2 1-5 16,0-2 2-16,1-4-2 0,-2-1 0 0,-6 1 1 0,3-2 4 15,-3-2-3-15,-2-1-4 0,-4-1 3 0,0 0-1 16,2 1 11-16,-5 0 14 0,4 0 15 16,-3 0 12-16,-2 0 12 0,3 1 11 0,2 5 14 0,-2-3 21 15,-2 4 7-15,1 0 0 0,-1-1 9 0,3 3 7 16,-2 2-5-16,4-1 3 0,-3 3-2 0,3-2-6 16,-3 2-9-16,2 1-10 0,-2 2-15 0,3 2-10 15,-2-4-11-15,2 4-11 0,0 0-12 0,0 0-8 16,0 0-3-16,0 0-6 0,0 0-2 0,0 0-5 15,-2 14-1-15,2-6-5 0,0-1-3 0,2 5 4 16,-2-1-7-16,1 1 2 0,-1 3-7 0,1-4-8 16,-1 6-13-16,3-4-5 0,1 4-18 0,-1 0-11 15,1-5-31-15,0 1-16 0,4 3-13 0,-1-4-35 16,-3 0-29-16,6-2-38 0,-2 1-46 0,1-3-53 16,2 1-51-16,0-4-284 0,1 0-699 0,-1 1 309 15</inkml:trace>
  <inkml:trace contextRef="#ctx0" brushRef="#br0" timeOffset="-97442.56">16220 8998 242 0,'0'0'323'0,"0"0"-7"0,0 0 3 16,0 0-7-16,0 0-11 0,0 0-14 0,0 0-13 15,0 0-27-15,0 0-17 0,0 0-25 0,30-2-20 16,-23 4-20-16,1-2-13 0,1 0-16 0,1 1-18 16,3-1-33-16,-1 1-35 0,-3 1-42 0,2 0-37 15,-1 0-44-15,-1-1-55 0,-2 0-55 0,0 0-57 16,2 2-55-16,-5-2-207 0,0 0-542 0,2 2 240 16</inkml:trace>
  <inkml:trace contextRef="#ctx0" brushRef="#br0" timeOffset="-97276.3">16205 9109 115 0,'0'0'269'15,"0"0"-1"-15,3 9-8 0,1-8-16 0,0 2-17 16,3 0-22-16,0-2-20 0,1 1-13 0,0 0-20 16,4-1-14-16,2 4-16 0,2-3-13 0,-1 1-38 15,6 0-33-15,-4-1-38 0,-3 0-52 0,2-1-48 16,3-2-63-16,-4-2-62 0,0 1-115 0,0 0-367 15,-2-2 163-15</inkml:trace>
  <inkml:trace contextRef="#ctx0" brushRef="#br0" timeOffset="-97075.58">16567 8967 215 0,'-3'-2'291'15,"3"2"-18"-15,0 0-24 0,-1-6-22 0,1 6-16 16,0 0-13-16,0 0 2 0,0 0-14 0,0 0-7 0,-3 14-4 15,5-7-9-15,-1 3-11 0,0-1-14 0,2 1-12 16,1 3-16-16,-1 2-9 0,4 4-7 16,1 10-5-16,-1-5-12 0,0 5-30 0,1 1-45 0,1-1-61 15,-1 2-98-15,2-3-123 0,-3 3-232 0,4-4-550 16,2 4 244-16</inkml:trace>
  <inkml:trace contextRef="#ctx0" brushRef="#br0" timeOffset="-94465.79">9455 9866 84 0,'0'0'128'0,"0"0"5"16,0 0-8-16,0 0-1 0,0 0-12 0,0 0-3 15,0 0 8-15,0 0-3 0,0 0-3 0,0 0-1 16,0 0 2-16,0 0-2 0,0 0-4 0,0 0-1 16,0 0-3-16,0 0 1 0,0 0-4 0,0-5-4 15,0 5-6-15,0 0-3 0,0 0-10 0,0 0-2 16,0 0-7-16,0 0-7 0,0 0-7 0,0 0-4 16,0 0-6-16,0 0-6 0,0 0-5 0,0 0-4 15,0 0-3-15,0 0-5 0,0 0-2 0,0 0-4 16,0 0 1-16,0 0-1 0,0 0-3 0,0 0 0 0,-7 10-1 15,7-6 0-15,-4 1-3 0,0-1-2 0,-3 1 1 16,3 0 0-16,0 0 0 0,-1 3 2 16,-1 1 1-16,-3 0 1 0,-1 1 4 0,3 1 0 0,-1 4 3 15,-4 0 4-15,2 1 6 0,-2-1 1 0,1 0-2 16,-1-1 3-16,0 3 6 0,1 0-7 0,-1-1 4 16,-2 1-5-16,0-2 6 0,2 1 2 0,-1 0 0 15,-2 2 1-15,3-2 3 0,-1 0 1 0,0 0-3 16,-1 0 4-16,-1-1-4 0,-1-1 3 0,1 3 2 15,0-1-3-15,0-1-5 0,1-1-1 0,-2 1-4 16,4 2 5-16,-3-3-5 0,0 0 7 0,0 1-8 16,4 0 2-16,-1-3-2 0,-2 2-2 0,0 1-4 15,2 0 6-15,0 2 0 0,1-5-4 0,-4 3-2 16,6-2 3-16,-3 0-2 0,2 1-3 0,-1-4 5 16,-1 5-4-16,4-2 1 0,-2-3 0 0,2 4 15 15,-3 0-10-15,0 2 3 0,3-8-13 0,-3 5 3 16,7-1 6-16,-7-2 8 0,3 0-1 0,-1 4-2 0,3-2 1 15,-2-2-1-15,0 0 0 0,1 0-6 0,-1 2 13 16,1-3 3-16,1 1-4 0,0-2-7 16,-1 2 0-16,0-3 3 0,4-1 1 0,-1 1-7 0,-2-2 3 15,2 1-3-15,1-3-5 0,-1 3-3 0,1-2 4 16,0-2-4-16,2 2 0 0,-3-2-2 0,2 2-1 16,2-4-2-16,-1 6 7 0,0-4-6 0,1-2-5 15,0 0 2-15,-4 4-8 0,4-4 4 0,-3 4-4 16,3-4 2-16,0 0-4 0,0 0 1 0,-4 3-11 15,4-3-13-15,0 0-9 0,0 0-21 0,-1 5-17 16,1-5-28-16,0 0-23 0,0 0-26 0,-2 3-35 16,2-3-46-16,0 7-58 0,0-7-70 0,2 3-262 15,-1 0-666-15,-1-3 294 0</inkml:trace>
  <inkml:trace contextRef="#ctx0" brushRef="#br0" timeOffset="-93428.23">8484 10903 154 0,'0'0'167'16,"0"0"-8"-16,-7-2-9 0,7 2 0 0,0 0-2 15,-8 1-2-15,8-1-8 0,0 0-3 0,-11 1-1 16,6 2-5-16,1-2-2 0,-2 0-8 0,1 2-3 16,-2-3-6-16,0 2-5 0,2 1-9 0,-1 0-6 15,-2 3-1-15,1-4-5 0,-1 2-7 0,0 1-3 0,-3 2-4 16,5-1-2-16,-3 2-3 0,0 1-5 0,-1-2 1 15,3 3-1-15,-1-3-6 0,-1 4-5 16,0-3 0-16,0 1 3 0,-2 0 1 0,3 1-1 16,-1 2-1-16,0-1-4 0,-2 2 0 0,4-1 1 0,-1-1-4 15,2 1-5-15,0-2 0 0,1 2-6 0,-2-2 2 16,2 3 1-16,0 0 4 0,4-4-2 0,-3 2 14 16,3 1-13-16,-1-2 0 0,1 0-4 0,1 0 0 15,1-2 23-15,1 2-14 0,3 2 5 0,-2-1-2 16,1-2 2-16,2-1 3 0,3 1-1 0,-2 1 1 15,2-2 0-15,0 1 2 0,1-2-3 0,1 0 4 16,3-1 3-16,-5 0-1 0,6 1 2 0,-4-2-3 16,8 0 2-16,-4 0-4 0,5 1 2 0,-7-3-7 15,1 1-3-15,-1-3 1 0,1 2-2 0,2-1 2 16,-3 0 5-16,2-2-10 0,0 1-1 0,0-2 5 16,-1 1-6-16,2-2 0 0,2 0 0 0,-5-1 0 15,5 0 1-15,-4 1 2 0,-1 0 4 0,2-2-2 0,-2-1-1 16,1 1 1-16,-3-1-3 0,2-1-6 0,-1 3 9 15,0-2 3-15,-1 0 5 0,-2-2-2 0,1 2 3 16,1 0 1-16,-2-3 0 0,0 3-1 0,0-1 1 16,1-3 1-16,-2 2-1 0,-1 0 1 0,3-1-2 15,-3 2 1-15,0-2 4 0,0 0-9 0,2 1 0 16,-2-1 5-16,-1 0 5 0,-1 1 3 0,-1-1-5 16,4-1 11-16,-2 1 3 0,-2-1-6 0,-3-1-3 15,5 1 10-15,-5 0-4 0,2-1-6 0,-3-2-1 0,0 2-13 16,0-2 6-16,-4 1-6 0,2-1 2 15,-6-3-3-15,2 4-11 0,-4-5 3 0,0 1-2 16,-5 1-13-16,-1-1 0 0,-6-3-3 0,-1-2-16 0,-3 2 11 16,-1 0-4-16,-2 3-17 0,1 2-19 0,2-2-14 15,-2 3-22-15,6 4-23 0,1 1-31 16,-2-1-46-16,3 7-47 0,1-4-49 0,5 1-65 0,-1 3-43 16,0 1-37-16,4 3-56 0,4-2-50 0,-3 3-359 15,4-1-937-15,4 1 416 0</inkml:trace>
  <inkml:trace contextRef="#ctx0" brushRef="#br0" timeOffset="-92174.83">9927 9816 152 0,'0'0'245'0,"-4"-7"-10"15,4 7-1-15,0 0-8 0,-4-1-12 0,4 1-10 16,0 0-14-16,0 0-12 0,0 0-16 0,0 0-11 16,0 0-14-16,-1-4-5 0,1 4-22 0,0 0-14 15,0 0-10-15,0 0-9 0,0 0-8 0,0 0-7 16,0 0-8-16,0 0-3 0,1 15 6 0,2-12 19 16,-2 2-5-16,3-1 4 0,-1 3 8 0,5-1 1 0,-3 3 4 15,5-1 8-15,2 0-6 0,-2 3-5 16,-3-2-1-16,10 5-5 0,-3-1-5 0,2-2-9 15,-1 0-2-15,1 1-3 0,1 4-3 0,-1-2-10 0,-1 1 2 16,7 3-11-16,-7-5 2 0,2 1-4 0,2 2-6 16,2 1-3-16,1 1 0 0,-1 2 9 0,-7-4-10 15,6 4-6-15,-6-4 0 0,9 3-1 0,-8-2-4 16,5 2 4-16,2 0-3 0,-5 4-3 0,0-9 2 16,2 7 1-16,-4-6 5 0,1 0-4 0,1 1-1 15,3 4 7-15,-6-6-1 0,1 2-4 0,-2 0 0 16,2-4-2-16,-2 2-2 0,-1 2-1 0,1-4 2 15,-2 0 0-15,3 2-2 0,-6-4 3 0,3 3-1 16,1-3-2-16,-4-1 5 0,5 4-1 0,-1 2 3 16,-4-7 2-16,3 1 3 0,0 1-1 0,0-1-3 0,0 0 5 15,1 0 0-15,-4 0-1 0,3 0-4 16,1-1 7-16,-2 1 2 0,2-3-3 0,0 4-1 0,-2-2-1 16,3 0 3-16,-2 0 6 0,-1-2-1 0,3 0-5 15,-3 1-2-15,-2-1-2 0,4-2 4 16,-1 1 2-16,-3 0-10 0,3-1 5 0,-3-2 0 0,-1 2-3 15,0-1 1-15,-2 0-3 0,2 0 0 0,-2 0-5 16,-2-1 1-16,4 0 1 0,-3 0-5 0,0-1-2 16,-4-1 2-16,8 3-4 0,-5-2-2 0,-3-1 1 15,6 3-3-15,-6-3-8 0,0 0-18 0,5 3-28 16,-5-3-27-16,0 0-38 0,4 2-36 0,-4-2-40 16,0 0-37-16,0 0-47 0,0 0-51 0,0 0-54 15,0 0-318-15,0 0-754 0,4 4 334 0</inkml:trace>
  <inkml:trace contextRef="#ctx0" brushRef="#br0" timeOffset="-91372.03">11025 10843 179 0,'-2'-4'179'0,"-2"1"-3"0,-1-3-9 0,2 2-10 0,-4 2-8 16,3-2-3-16,-1 2-7 0,1-3-4 15,-2 4-5-15,2-1-4 0,-4 2-5 0,1-3 0 16,2 1-4-16,-1-1-6 0,-4 0-1 0,3 1-7 0,-3 0-2 16,-1 1-4-16,5 2-7 0,-7-1-7 0,4 3 3 15,-2-2-6-15,1 5-4 0,1-3-3 16,-5 0-4-16,3-1-4 0,3 3-2 0,-3 1 2 0,3-2-9 15,-2 2 2-15,4-1-4 0,-4 0-5 0,3 0-2 16,-1 1-11-16,0 4 2 0,0-3 12 0,4 1-8 16,-3 0 3-16,0 2 3 0,3-1-4 15,2-2 2-15,-4 3-1 0,5-2-3 0,-3 3 2 0,2 0 5 16,1 1 0-16,-1-3 4 0,2 4 2 0,0-2 9 16,0-1-1-16,2 3-2 0,-1-2 4 0,2 0 2 15,0 1-2-15,-2 0-2 0,3 1-3 0,-1 0 5 16,1 0 1-16,3-2 5 0,-1 1-7 0,0-2-4 15,4 4-5-15,-1-1 4 0,2 0-7 0,-3-3-3 16,6 2-3-16,-3 0-5 0,-2-3-4 0,2-1-4 16,1 0-3-16,2-1-1 0,-5 1-3 0,2 1-1 15,3-3 1-15,-2 0-5 0,-1 0-1 0,4-1 0 16,-1-1-1-16,-1 1 0 0,2-2 0 0,4-2 3 0,0 1 1 16,-1 1-4-16,1-3-1 0,-1 0 3 0,5-4-2 15,-6 2 1-15,4-3 10 0,-4 2 3 16,1-4 8-16,0 2 5 0,-1-1 8 0,1-2 5 0,-2 0 9 15,-3 1-7-15,0-2 5 0,2-4-4 0,-1 0 0 16,1-2-1-16,-1 0 2 0,-2-1-6 0,0-2 3 16,0 3 13-16,-4-3-5 0,-1 3-2 0,0-1 1 15,1-1 4-15,-5 3-4 0,-2 2 3 0,-1-2-11 16,-1-2-6-16,-2-1-6 0,-5 2-1 0,2 4-9 16,-3-7-3-16,-6 3-5 0,4 2-1 0,-4-2-2 15,-4 4-7-15,0-1-22 0,0 2-9 0,-7-6-23 16,-1 7-21-16,4 1-38 0,-7 2-52 0,-1 3-60 0,-1 0-69 15,2 6-56-15,-1-2-50 0,1 4-64 0,0 2-83 16,0 1-312-16,1 2-909 0,0-2 402 16</inkml:trace>
  <inkml:trace contextRef="#ctx0" brushRef="#br0" timeOffset="-60831.58">8325 11470 95 0,'0'0'243'0,"0"0"-7"0,0 0-17 16,4-4-16-16,-4 4-13 0,0 0-15 0,0 0-15 0,0 0-9 15,0 0-13-15,5-3-8 0,-5 3-7 0,0 0-8 16,0 0-12-16,0 0 1 0,0 0 0 0,0 0-6 16,0 0-2-16,0 0 2 0,0 0-1 0,0 0 1 15,0 0 3-15,0 10-1 0,0-10 17 0,-4 5-19 16,3 0 1-16,-3 0 8 0,1-2-5 0,-1 5 5 15,0-2 8-15,-3 0-3 0,-1 5 0 0,1 0 0 16,-4 3-2-16,0 3-4 0,-6 4-5 0,1 2-2 16,-4 5-12-16,1 2-4 0,2-3-6 0,-5 4-9 15,-7 11 0-15,1 1-5 0,2 3-3 0,-1-2 7 16,-2 1-2-16,-1 1-5 0,4 1 3 0,-2-1-2 16,-4 0 1-16,4-3 5 0,-1 3-5 0,-6-1-3 15,4 2 4-15,-2-6 0 0,10-7-6 0,-10 8-3 0,10-10-2 16,0-1-3-16,0-1-6 0,1-2-4 0,1-2-8 15,0-2 1-15,10-7-3 0,-1-4-4 16,1-1-10-16,3-2-23 0,2-6-17 0,2 0-23 0,2-1-43 16,2-3-46-16,0 0-40 0,0 0-40 0,6-13-43 15,0 3-47-15,2 1-50 0,3-6-53 0,-2 5-301 16,5-6-769-16,1 1 341 0</inkml:trace>
  <inkml:trace contextRef="#ctx0" brushRef="#br0" timeOffset="-60028.7">8298 11447 159 0,'-3'-4'280'0,"3"4"-16"0,0 0-19 16,0 0-25-16,-5-3-16 0,5 3-28 0,0 0-9 16,0 0 3-16,0 0-4 0,0 0-12 0,9 15-4 15,-1-9-5-15,-1 3-2 0,1 0-3 0,3 5 5 16,-2 1-2-16,4 1 4 0,2-1-20 0,-3 3-3 16,7 4 16-16,-5-5-15 0,5 6-1 0,-2 2-1 15,1-2-1-15,1 3-8 0,2 1 7 0,-4-3-4 16,6 2 1-16,-1 1 1 0,0 0-5 0,1 0-5 15,-1 1-4-15,2-4-4 0,-1 4-3 0,0-1-8 16,3 0-2-16,-4-1-19 0,1 2-2 0,3-2-3 0,0-1-3 16,-2-1-12-16,0-1 1 0,-3 3-3 0,6-3-5 15,-2 0-1-15,-5-1 2 0,2 0-4 16,-3-2-3-16,2 3 1 0,-4-1-6 0,1 1 6 0,0-2-9 16,-5 4 4-16,1-10 2 0,-2 3-1 0,3-1 6 15,-3 0 5-15,6 7 3 0,-2 0 1 0,-1-10 3 16,0 9 1-16,0-6-4 0,0 0 1 0,4 1-8 15,-2-3-1-15,4 3-4 0,-3-4-1 0,-3 0-1 16,0 0-8-16,1-4 6 0,0 3-12 0,-1-3 1 16,2 1-2-16,-1-3 2 0,-8-1-7 0,3-2-4 15,-6-1 1-15,1 0 5 0,-1-2-4 0,1 1-4 16,-2 0-1-16,-4-3-13 0,5 1-16 0,-5-1-25 0,0 0-24 16,0 0-30-16,0 0-45 0,0 0-54 0,0 0-54 15,0 0-43-15,0 0-44 0,-17-9-57 0,14 7-66 16,-5 1-315-16,8 1-843 0,-10-1 373 0</inkml:trace>
  <inkml:trace contextRef="#ctx0" brushRef="#br0" timeOffset="-59559.68">9374 12680 173 0,'-6'-3'287'0,"-1"1"-10"0,0 1-17 0,-1-1-19 15,8 2-17-15,-12 3-12 0,5-3-6 16,2 5-6-16,-5 2-9 0,2-2-12 0,1 2-11 0,-1 5-4 15,2-2-10-15,0 2-16 0,-1 2-8 0,2-2 2 16,0 1-25-16,4 4-14 0,1-1-8 0,0 0-1 16,1 0-10-16,4 1-10 0,-1-1-4 0,4-2-2 15,3 1 7-15,1-2-19 0,3 0-5 0,0-3-6 16,1-2-4-16,1-2 2 0,4 0 1 0,-6-3-6 16,6-1-6-16,3-2-5 0,-3-2 3 0,-1-1-6 15,0-3 0-15,-2-3-3 0,-2 0-1 0,5-2 11 16,-3-3-12-16,-5-2-1 0,1-2 1 0,-5-1 5 15,2 0-4-15,-6-7-1 0,-2 6 7 0,-3-1 11 16,-3 1 13-16,-2-1-1 0,-4 2-1 0,-5-4-4 16,-6 0 9-16,-5 5-18 0,-2 3-5 0,-3 3 0 15,-3 1-18-15,-1 0-25 0,2 3-29 0,-4 2-22 0,-2 5-35 16,0 1-37-16,-1 2-51 0,-2 4-60 0,1 0-75 16,-2 3-264-16,4 1-646 0,-13 7 285 0</inkml:trace>
  <inkml:trace contextRef="#ctx0" brushRef="#br0" timeOffset="-58857.56">7469 12772 141 0,'-10'-1'278'0,"-3"2"-14"15,1 1-19-15,-3 0-17 0,0 4-12 0,4-1-13 0,-5 5-12 16,-2 0-6-16,6 3-8 0,-3 1-10 0,3 2-7 16,1-1-11-16,-1 1-6 0,3-1-12 0,1 2-11 15,3 0-8-15,4 0-7 0,2-1-4 0,3-3-19 16,0 3-2-16,8 1-10 0,-1-4-3 0,8-2-5 15,5 4-8-15,5-5-5 0,-3-2-5 0,7-5-2 16,-3 0-4-16,0-1 1 0,1-4-9 0,4-2-2 16,-9-1-3-16,3-3-2 0,-1-2-3 0,-9-2 13 15,-1 2 31-15,1-3 4 0,-3-5 12 0,3-2-4 0,-8 1 3 16,-3-7-4-16,-4 0-1 0,-4-3 9 16,-2 4-1-16,-7-2 6 0,-1 1 2 0,-7 2-9 15,-3 0-8-15,-6 3-5 0,-1-1-8 0,-3 5-7 0,0 0-2 16,-4 1-9-16,0 2-11 0,-1 3-17 0,-1 2-25 15,1 1-31-15,2 3-20 0,0 3-34 0,12 3-44 16,-1 3-38-16,6 1-45 0,-2 2-57 0,11 2-69 16,2 1-327-16,2 2-732 0,9 1 324 0</inkml:trace>
  <inkml:trace contextRef="#ctx0" brushRef="#br0" timeOffset="-58021.5">11057 11419 32 0,'0'-10'279'0,"-1"0"-5"0,1 0-3 0,0 2-4 15,0 1 0-15,0-1-7 0,-3 2-10 0,3-1-9 16,0 2-11-16,0 1-14 0,0 4-19 0,0-8-22 16,0 4-18-16,0 4-16 0,0 0-23 0,0 0-13 0,0 0-7 15,0 0-10-15,3 18-9 0,-6-6-12 16,3 4-1-16,-4 5-4 0,0 4-7 0,-3 6-10 16,2 2 6-16,-5 3-10 0,-4 12 6 0,-2 3-2 0,-3-1 10 15,3-1-14-15,-6 4 4 0,2 2 2 0,-3-3 1 16,-2 1 6-16,4 2-2 0,1-3-7 0,-4 0-1 15,4-2-6-15,-2-2-2 0,4 0 12 0,-1 1-14 16,4-12-7-16,0-6 3 0,3 5-4 0,-7 12-4 16,5-14-3-16,-1 1 2 0,3-2-1 0,1-2-4 15,2-3-6-15,-2 0 3 0,1-2 0 0,2-8 0 16,3 1-9-16,-1-1-14 0,5-6-30 0,-3-4-22 16,1-1-17-16,2-2-10 0,2-1-28 0,-1-4-40 15,3 1-46-15,-3-1-59 0,9-8-49 0,1 2-57 16,-4-3-191-16,7-4-603 0,-2-5 267 0</inkml:trace>
  <inkml:trace contextRef="#ctx0" brushRef="#br0" timeOffset="-57469.01">11027 11315 239 0,'-1'-4'283'0,"0"2"-19"0,1 2-20 0,-2-5-21 16,1 1-19-16,1 4-17 0,0 0-14 0,0 0-8 0,0 0-8 15,11 8-8-15,-2-3-3 0,1 5-10 0,1 3-9 16,2 1 3-16,2 9-2 0,7-3-3 0,-3 6-1 15,3-2 0-15,1 4-6 0,10 14 0 0,2 0 14 16,3-4-7-16,0 0-1 0,0 4-6 0,5 1-9 16,-5-6-7-16,9 7-7 0,1-1-13 0,-2 1-5 15,3-3-7-15,0 4 3 0,1-4-20 0,-1-3-2 16,3 0-4-16,-3-3-7 0,-3 1 7 0,0 1-12 16,-3-5-5-16,-3 0-2 0,-8-8-2 0,-4 0-4 0,2-1-10 15,-1-3 5-15,-1-1-2 0,-6 2-1 16,-7-9-1-16,1 2 1 0,-3-2-7 0,-4-3-8 15,-1-1-19-15,-2-3-8 0,-1 0-15 0,1 0-13 0,-1-3-17 16,-4 0-27-16,-1-2-28 0,0 0-33 0,0 0-28 16,0 0-41-16,0 0-53 0,0 0-45 0,-12 3-256 15,12-3-633-15,0 0 281 0</inkml:trace>
  <inkml:trace contextRef="#ctx0" brushRef="#br0" timeOffset="-57084.87">12295 12461 255 0,'-7'-5'302'0,"2"3"-12"16,-1 0-18-16,-3 2-15 0,3-1-25 0,6 1-13 15,-11 1-12-15,3 2-13 0,0 1-13 0,-1 4-12 0,3-5-2 16,1 5-20-16,0 4-22 0,0-4-6 0,4 4-8 16,1 0-13-16,4 0-6 0,1 1-9 0,2-2-3 15,3 5-14-15,3-2-2 0,1-1-6 0,1-4-8 16,4 1 0-16,1-1 1 0,-2-1-17 0,2 0-4 16,2-3-4-16,-3-4-3 0,2-1 10 0,-8 0-10 15,4-3-10-15,0-5 3 0,-6 3 4 0,0 0-7 16,-2-2-2-16,0-4-7 0,-4 1-1 0,-1-3-3 15,-4 2-7-15,-4-2-6 0,0-6-3 0,-8 2-5 16,0 0-3-16,-4 2-15 0,-8-3-11 0,-3 0-24 16,-3 3-24-16,-4 0-35 0,-6 2-56 0,-2 3-38 15,4-1-49-15,-16 4-228 0,10 3-545 0,-9 3 241 16</inkml:trace>
  <inkml:trace contextRef="#ctx0" brushRef="#br0" timeOffset="-56516.39">10536 12642 7 0,'-12'1'281'0,"0"4"-8"0,2-1-19 16,-2 3-17-16,1 3-13 0,2 1-14 0,3-1-20 15,-3 7-8-15,6 0-15 0,2-3-6 0,-1 1-18 16,5 2 0-16,6 0-15 0,1-1-4 0,3-1-11 15,4 1-10-15,6 0-5 0,3 1-11 0,-7-8-14 0,8 1 2 16,-4-2-13-16,2-4-3 0,-3 1-7 16,-1-4 1-16,2-1-7 0,-2-2-4 0,-2-4-4 15,-2 0 14-15,-6 1 9 0,2-5 11 0,-4-3-8 0,-2-3-3 16,-6-2 2-16,-2-4-17 0,-3 1-4 0,-7-7 1 16,-4 1-11-16,-4 0 1 0,-4-2-10 0,-3 6 0 15,-3-1-22-15,-3-1-19 0,-17-4-30 0,-4-4-31 16,1 3-39-16,-6 10-45 0,2-3-62 0,2-1-62 15,-5 5-264-15,2 3-596 0,1 1 264 0</inkml:trace>
  <inkml:trace contextRef="#ctx0" brushRef="#br0" timeOffset="-55629.87">8934 9429 273 0,'0'-4'324'0,"-1"-2"-26"16,1 6-28-16,-2-4-28 0,2 4-22 0,-1-4-18 0,1 4-28 15,0 0-21-15,0 0-11 0,0 0-1 0,0 0-17 16,11 16 3-16,-8-11-17 0,2 0-4 0,3 3-7 16,-4-2-2-16,6 2-4 0,-1-2 0 0,1-2-3 15,-2-2-8-15,4 5-9 0,-1-3 1 0,3-3-7 16,1 0-8-16,-2-2-4 0,2-1-6 0,-1-2-6 16,5-4-3-16,-3-1-2 0,-2 0-7 0,0 1-5 15,-5-5-14-15,3 1-19 0,-1-2-8 0,-4-3-21 16,1 5-25-16,-4-3-37 0,0 4-41 0,-1-1-47 15,1 1-52-15,-4-1-53 0,0 4-202 0,0 1-534 0,0 0 237 16</inkml:trace>
  <inkml:trace contextRef="#ctx0" brushRef="#br0" timeOffset="-55011.05">8111 10823 161 0,'0'3'261'0,"0"-3"-13"16,-1 5-13-16,1 0-12 0,1 1-11 0,2-2-9 15,1-1-12-15,-4 0-11 0,3 0-12 0,-2 1-6 16,3-1 1-16,-1 0-4 0,0-1 6 0,4 1-20 16,-2-3-11-16,6-3-9 0,0 2-10 0,1-1-19 15,2-3-6-15,-1 0-8 0,5-3-9 0,-2-2-7 0,2-3-4 16,-2-2-3-16,6-4-8 0,-3 4-5 0,-4 0-2 16,-2-1-2-16,9-3-22 0,-8 2-26 0,-2 2-26 15,-1-2-25-15,-1 0-31 0,-1 5-39 0,-1-1-38 16,-4 4-40-16,2 0-39 0,-5 4-266 0,3-2-552 15,-2 5 245-15</inkml:trace>
  <inkml:trace contextRef="#ctx0" brushRef="#br0" timeOffset="-54325.32">7030 12397 112 0,'-1'5'220'0,"-2"2"-10"0,2-3-10 0,-1 2-16 0,-1-1-18 16,3 2-18-16,2 1-13 0,-2-1-10 15,1-2-8-15,1 1 0 0,-1 1 0 0,4-1 5 0,-2-2-1 16,2 0-5-16,5-3-9 0,-6 1-11 0,7-3-9 15,1-2-4-15,-1-2-12 0,4 1-3 0,1-7-11 16,2 0-4-16,0-2-1 0,-2-1-11 0,3-8-7 16,4 2 0-16,-2-5-8 0,-4 5-10 0,2-7-25 15,0 0-42-15,-2-2-62 0,0-2-70 0,-2 3-77 16,2-2-144-16,-4 1-437 0,2 4 194 0</inkml:trace>
  <inkml:trace contextRef="#ctx0" brushRef="#br0" timeOffset="-52651.78">9005 11926 118 0,'0'0'276'0,"0"0"-21"16,-7-1-23-16,7 1-12 0,0 0-9 0,-3 8-7 15,5-5-15-15,2 2-17 0,0 2-16 0,3 1-17 16,2 2-4-16,4 1-19 0,0 1-11 0,2-1-18 16,4 1-34-16,-4 3-35 0,4-2-41 0,0 0-46 15,-3 1-65-15,3-3-77 0,-5 2-165 0,2 0-405 16,-5-4 180-16</inkml:trace>
  <inkml:trace contextRef="#ctx0" brushRef="#br0" timeOffset="-52184.53">9452 12427 53 0,'0'0'240'16,"-4"5"-7"-16,4-3-19 0,0-2-16 0,-4 7-16 0,4-2-5 16,0 0-8-16,0 0-9 0,0 0-14 0,0-5-4 15,4 7-7-15,-1-1-5 0,-2-1-5 16,3-1-11-16,2 3-8 0,-2-6-9 0,7 1-9 0,-6-2-5 15,4-1-13-15,5 0-6 0,-4 1-6 0,1-3-3 16,5 0-8-16,-5-4 2 0,8 1-8 0,-4-4-4 16,3 0-7-16,-5 0-2 0,2-1-2 0,-1 0-2 15,-2-3-18-15,-1 1-20 0,0-1-32 0,1-1-34 16,-4-1-51-16,2-1-51 0,-5-2-49 0,5 2-210 16,-5 1-477-16,-2 4 211 0</inkml:trace>
  <inkml:trace contextRef="#ctx0" brushRef="#br0" timeOffset="-51429.97">10617 10128 67 0,'0'0'364'16,"-3"-2"-27"-16,3 2-26 0,0 0-38 0,0 0-28 16,0 0-23-16,0 0-14 0,0 0-24 0,0 0-11 15,5 9-20-15,1-3-9 0,-1 2-13 0,4 0-15 16,1 2-15-16,0-1-30 0,6 2-30 0,2 3-35 16,8 4-52-16,-1 0-68 0,4-1-77 0,-5 1-275 15,1 0-506-15,0-2 224 0</inkml:trace>
  <inkml:trace contextRef="#ctx0" brushRef="#br0" timeOffset="-50913.29">10437 10876 273 0,'0'0'281'0,"0"0"-16"16,3 6-17-16,-3-6-17 0,0 0-12 0,1 6-13 15,-1-3-17-15,0 2-15 0,2 0-16 0,0 0-12 16,0 1-5-16,2 0-9 0,-3 1-5 0,7-1-9 15,-2-1-3-15,2 2-14 0,0-1-5 0,4-2-10 16,1 0-6-16,1 1-3 0,-1-2-12 0,0-3-4 16,2-3-5-16,4 2-4 0,-4-2-8 0,4-2-3 15,-4-3-7-15,4-1-3 0,-5-2-2 0,3-1-4 0,-1 0-13 16,-2-3-17-16,0-1-27 0,0-1-35 16,-3 0-46-16,0-1-67 0,-1-1-69 0,-2 5-74 15,-1-1-168-15,-1 1-532 0,-2 4 236 0</inkml:trace>
  <inkml:trace contextRef="#ctx0" brushRef="#br0" timeOffset="-50093.82">10369 12273 144 0,'0'4'278'0,"0"-4"1"0,0 6-5 15,0-6-7-15,1 8-6 0,2-4-7 0,0 0-15 16,1-2-11-16,0 1-13 0,3 0 3 0,2-1-11 16,-5-1-8-16,5 1-26 0,-4-1-13 0,3 0-3 15,3-2-22-15,3-2-14 0,-2 2-2 0,-4-3-16 16,5 0-8-16,-7 2-14 0,5-5-9 0,-5 2-4 15,-1 0-9-15,2-1-14 0,-5 1-23 0,1-2-35 16,3 1-24-16,-4-1-35 0,0-1-41 0,0 3-50 0,-2-1-57 16,3-1-72-16,0 1-303 0,-2 1-642 15,2-1 284-15</inkml:trace>
  <inkml:trace contextRef="#ctx0" brushRef="#br0" timeOffset="-49257.5">12208 12154 78 0,'0'0'254'0,"0"0"-15"0,-9 5-13 0,6-1-12 16,3-4-16-16,-4 8-16 0,2-4-12 0,2 0-8 16,0 1-14-16,0 1-14 0,2 0-14 0,-1-1-1 0,2 2-4 15,0-3-7-15,2 1-4 0,1-2-9 16,3 0-7-16,-1-1-7 0,3 1-7 0,4-3-8 0,-4-3-14 16,2 1 6-16,1-3-10 0,6-1-6 0,-6 1-2 15,4-6-3-15,-3 1-6 0,1-3-9 16,-2 0-23-16,-1 2-27 0,-1-4-40 0,-1 0-40 0,0 1-61 15,-4-5-54-15,1 4-229 0,-4 2-488 0,1 1 216 16</inkml:trace>
  <inkml:trace contextRef="#ctx0" brushRef="#br0" timeOffset="-29135.85">7358 13187 318 0,'5'-8'327'0,"-2"1"0"0,1 2 1 16,-2-4-13-16,-1 2 5 0,3 2-12 0,-3-1-8 16,-1 2-2-16,3 0-14 0,-3 4-25 0,0-6-25 15,0 6-26-15,0 0-22 0,0 0-6 0,0 0 21 16,-11 8 5-16,4 4-9 0,-4 5-4 0,-6 10-13 15,-5 4-15-15,-5 10-9 0,-3 5-16 0,-3 1-14 16,-5 4-15-16,0 3-10 0,-15 19-8 0,13-21-11 16,-15 20-7-16,11-25-5 0,2 2-8 0,-6-1 3 15,4 1-13-15,-1-4-4 0,-3 0-6 0,9-4-1 0,-4 0-6 16,-1 0-6-16,6-5-2 0,8-9-5 16,1-3-1-16,2 2-1 0,2-5-1 0,8-6-4 15,0 0-21-15,5-2-30 0,2-4-27 0,4-3-36 0,2-2-43 16,4-2-50-16,0-2-40 0,10 0-35 0,0-5-45 15,2-1-52-15,17-8-74 0,-10 4-335 0,8-8-837 16,0 1 371-16</inkml:trace>
  <inkml:trace contextRef="#ctx0" brushRef="#br0" timeOffset="-28584.9">7429 13141 163 0,'0'0'349'0,"0"0"-14"15,-2-7-21-15,2 7-30 0,0 0-12 0,0 0 4 16,0 0-1-16,0 0-4 0,0 0-6 0,0 21-6 15,3-8 1-15,1-1 4 0,3 7-8 0,5 10-11 16,4-2-4-16,2 1-19 0,-2 1-16 0,6 6-15 16,4 7-9-16,4-1-5 0,1 2-23 0,3-3-10 15,-1 2-11-15,6-2-14 0,-1 1-10 0,-4-1-15 0,3-1-2 16,1 1-13-16,-5-3-8 0,-2 3-7 16,-2-13-4-16,6 14-13 0,-12-14 0 0,2 4-4 15,-2 0-7-15,5 12-2 0,-10-13 3 0,1-1-13 0,-4-2-2 16,0 0-3-16,-4-1-8 0,-3-7-20 0,-3-1-17 15,-1-2-32-15,-1 1-26 0,-1-5-36 0,-1-2-44 16,-1-2-32-16,0-2-25 0,0 0-19 0,0 1-16 16,0-2-29-16,0-2-39 0,0-3-33 0,0 0-48 15,0 0-263-15,4 3-721 0,-4-3 319 0</inkml:trace>
  <inkml:trace contextRef="#ctx0" brushRef="#br0" timeOffset="-28183.49">8193 14283 106 0,'-7'0'347'0,"-5"2"-9"0,1 0-9 16,-1 3-7-16,-2 0-2 0,-1 0-3 0,-1 6-9 0,2-1-13 15,-2 0-20-15,2 1-18 0,1 1-25 0,0 2-20 16,4 2-19-16,2-5-14 0,3 2-17 0,4 1-15 16,3 2-23-16,3 1-4 0,4-1-13 0,4-1-13 15,2-2-4-15,8 3-12 0,5-3-5 0,6 0-7 16,-3-5-7-16,2 1-6 0,-2-5-8 0,5-2-8 15,-7-2 2-15,-7-1-5 0,0-1-11 0,-2-5 6 16,-1 2-6-16,-3-3-7 0,-3-3-5 0,-3-4-10 16,-3 4-12-16,-5-2-13 0,-4-5-9 0,-3 1-13 15,-6-3-18-15,-5-2-10 0,-8-2-22 0,-7 2-21 0,-4 2-34 16,-16-9-37-16,-4 9-50 0,-9 1-51 16,7 1-41-16,-3 0-34 0,1 2-209 0,-3 9-621 15,-6-3 275-15</inkml:trace>
  <inkml:trace contextRef="#ctx0" brushRef="#br0" timeOffset="-27547.89">6229 14411 88 0,'-11'0'345'0,"3"0"-14"0,-2 3-11 0,-1 1-14 16,-1 2-4-16,-3 4-9 0,0 1-6 0,-1 0-17 15,2 3-11-15,1 1-24 0,3-1-21 0,6 3-7 16,1 0-14-16,3 1-17 0,3 1-22 0,5-1-4 16,13 4-14-16,1-2-14 0,8 1-14 0,7-6-9 15,15 3-9-15,-2-1-15 0,6-3-2 0,3-1-8 16,-2-8-5-16,-3-3-7 0,-10 4-5 0,-2-6-5 15,12-6-6-15,-16 2-3 0,1 1 7 0,-11-9-13 0,2 3-2 16,-11-1-1-16,-9-5-5 0,-1-1-3 16,-4-4-3-16,-5-1-7 0,-9-7-3 0,-5 0-3 15,-7-3-9-15,-4 4 4 0,-10-11-10 0,-9 3-13 0,-6 5-17 16,5 0-35-16,-2 4-22 0,0 1-20 0,12 6-32 16,1 3-42-16,3 3-41 0,2 0-47 0,9 3-40 15,3 2-305-15,4 1-681 0,6 4 301 0</inkml:trace>
  <inkml:trace contextRef="#ctx0" brushRef="#br0" timeOffset="-26861.45">9531 13145 193 0,'4'-7'286'0,"-1"-1"0"16,-3 1-6-16,1 2-4 0,-1 0-15 0,3 0-15 15,0 1-16-15,-3 0-22 0,0 4-22 0,0 0 12 16,0 0 2-16,0 0 10 0,-25 15-11 0,16 1-10 16,-9 5-3-16,-1 6-5 0,1 4-12 0,-9 16-16 15,0 0-11-15,-3 4-18 0,-4 6-11 0,-11 21-11 0,17-24-13 16,-2 0-8-16,-3-3-7 0,6 3-3 16,1-5-11-16,0-4-5 0,10-10-6 0,0-1-8 15,3-1-1-15,-2-2-3 0,4-3-4 0,2 2-8 0,0-5-6 16,3-7-15-16,2 1-32 0,1-6-26 0,2-3-37 15,1-1-26-15,1-2-33 0,2-3-39 0,1-2-43 16,0-2-30-16,-4 0-34 0,18-9-34 0,-10 1-262 16,8-2-640-16,1-3 283 0</inkml:trace>
  <inkml:trace contextRef="#ctx0" brushRef="#br0" timeOffset="-26560.84">9572 13191 90 0,'6'-1'279'0,"-2"-1"-7"0,-4 2-7 16,9 4-13-16,-4 5-11 0,2 1-7 0,0 10-13 15,-1 0-12-15,4 12-12 0,3 2-8 0,-1 0-11 0,7 15-13 16,0-2-3-16,4 3-4 0,0-1-7 0,3-2-17 15,1 1-17-15,-7-14-2 0,8 13-14 16,1-3-11-16,-10-9-9 0,12 7-9 0,-8-10-4 0,-4 1-10 16,3-3-14-16,1 2-4 0,-4-7-8 0,0-2-46 15,-2 0-31-15,-6-9-37 0,-1 4-45 0,-3-6-47 16,-2-3-54-16,-1-3-55 0,-4-2-261 0,-1 1-589 16,-2-1 261-16</inkml:trace>
  <inkml:trace contextRef="#ctx0" brushRef="#br0" timeOffset="-26226.6">10005 14116 5 0,'0'0'342'0,"-10"-2"-10"0,3 1-1 16,7 1-35-16,-15 4-17 0,8-2-24 0,-2 1-12 16,2 2-17-16,-1 2-12 0,2 0-23 0,-3 2-1 15,5 0-34-15,3 3-10 0,1-1-15 0,1 1-15 16,3 1-12-16,3 2-7 0,1-5-7 0,6 6-16 16,0-4-6-16,2 1 0 0,1-3-15 0,0-1-13 15,2-3-8-15,-6 0-16 0,2-5-5 0,-1 1-9 16,-1-2-5-16,0-3-11 0,-4-1-9 0,1-1-18 15,-1-3-5-15,-6 0-28 0,-3-2-21 0,-3-3-17 16,-4-3-24-16,-1-1-21 0,-5-1-32 0,-9-9-34 16,-3 2-24-16,-3-1-211 0,-20-5-497 0,14 12 220 0</inkml:trace>
  <inkml:trace contextRef="#ctx0" brushRef="#br0" timeOffset="-25807.79">8949 14224 160 0,'-7'4'321'0,"2"4"-6"0,-3 1-13 15,2 0-13-15,2 1-16 0,-1 3-10 0,2 2-17 16,-1 3-11-16,5-1-27 0,1 2-15 0,2 2 0 16,5-3-14-16,-1 2-6 0,6 2-14 0,6-2 0 15,2 0-23-15,-4-7-6 0,5 1-10 0,4-1-23 16,0-3 2-16,2 1-9 0,-10-7-11 0,6-2-9 15,-5-2-4-15,3-2-6 0,-5 0-5 0,1-5-4 16,-3-4-10-16,-1 2 3 0,-4-5-1 0,1 0-10 16,-1-3-5-16,-7-2-8 0,0 0-19 0,-1-8-36 15,0 2-21-15,-5-4-26 0,1 9-19 0,-3-2-15 16,1 4-24-16,-1 0-27 0,-3 0-38 0,3 6-36 16,1 0-53-16,0 1-289 0,-3-1-631 0,3 7 280 15</inkml:trace>
  <inkml:trace contextRef="#ctx0" brushRef="#br0" timeOffset="-25255.36">10826 13132 93 0,'1'-5'312'0,"2"3"-25"15,-2-1-32-15,-1 3-25 0,0 0-12 0,0 0 3 16,0 0-16-16,-1 14-15 0,-3-2-4 0,-4 4-4 16,1 6-8-16,-5 5-13 0,1 2-10 0,0 7-17 15,-5 13-5-15,-1 5-8 0,4-3-16 0,-1 1-10 16,-2 3-12-16,5-1-3 0,0 0-10 0,4-3-11 16,-2 2-3-16,6-15-7 0,-1 11-3 0,1-13-1 15,2 0-9-15,-2-1-8 0,3-4-9 0,-4-2-13 16,4-3-19-16,0-7-27 0,3 1-26 0,-3-8-30 15,0 0-32-15,1-5-39 0,-1-1-67 0,4-2-64 16,-4-4-200-16,0 0-539 0,13-10 239 0</inkml:trace>
  <inkml:trace contextRef="#ctx0" brushRef="#br0" timeOffset="-24988.92">10848 13241 231 0,'13'6'308'0,"5"5"-10"0,5 9-4 0,3 1 5 15,4 3-10-15,8 11-6 0,3 0-1 0,-2 1-35 16,-2 4-21-16,-6-1-13 0,6 0-29 0,-4 2-15 16,-1-3-14-16,-10-6-17 0,8 11-12 0,-7-10-12 0,-4-2-15 15,2 1-8-15,0 3-7 0,-3-6-18 16,-2 2-35-16,-5-1-30 0,-1-3-35 0,-5-1-31 15,-1-5-36-15,-2 0-38 0,-4-2-44 0,2 0-43 0,-4-4-61 16,-1-3-246-16,-1 0-576 0,1-1 255 0</inkml:trace>
  <inkml:trace contextRef="#ctx0" brushRef="#br0" timeOffset="-24704.61">11366 14081 166 0,'-7'5'299'0,"6"-1"-13"16,-3 1-15-16,1 3-12 0,2-2-19 0,-5 4-17 16,5 1-14-16,1-3-23 0,0 4-8 0,1-1-17 0,6 1-7 15,-3-2-15-15,7 3-13 0,0 1-11 16,5-2-10-16,2-3-14 0,-3 1-3 0,5-3-16 15,-5-1-3-15,4 0-6 0,-6-5-7 0,0 1-6 0,-1-2-5 16,1-3-8-16,-5 1-17 0,0-3-11 0,-4 0-18 16,0-1-18-16,-4 0-25 0,-3 0-27 0,-2-1-39 15,-3-4-28-15,-7-1-49 0,-3 3-40 0,-8-5-241 16,-8 3-516-16,-5-2 228 0</inkml:trace>
  <inkml:trace contextRef="#ctx0" brushRef="#br0" timeOffset="-24385.81">10642 14107 8 0,'-9'-2'272'0,"1"6"-12"16,0-2-10-16,2 3-16 0,-6 0-12 15,4 4-13-15,2-1-14 0,2 2-10 0,0 1-13 0,8 1-13 16,0-4-13-16,6 5-12 0,1 2-13 0,8-2-14 16,5 0-8-16,5 0-9 0,-1-1-12 0,2-4-5 15,1-2-10-15,1-1-12 0,0-2 1 0,-2-3-6 16,-8-1-2-16,3-4-7 0,-2 2-4 0,-4-4-3 16,-7 1-5-16,-1-1-3 0,1-6-11 0,-6 2-5 15,-2-6-8-15,-3-1-14 0,-4-1-12 0,-1 0-25 16,-4 1-18-16,-4-1-24 0,1 1-36 0,-5-6-35 15,2-1-46-15,2 7-232 0,1 0-480 0,0 2 213 16</inkml:trace>
  <inkml:trace contextRef="#ctx0" brushRef="#br0" timeOffset="-23834.15">12574 12890 280 0,'0'-5'316'0,"0"0"-9"16,0 1-19-16,0-1-24 0,0 5-26 0,0 0-20 16,0 0 11-16,0 0-10 0,-1 15-1 0,1-2-10 15,-3 8-12-15,-1 8 1 0,-2 2-8 0,-2 2-20 16,-7 17-8-16,0 1-19 0,-4 4-6 0,-1 4-9 16,-2-2-3-16,-3-1-20 0,1 2-12 0,0-3-9 15,-2-1-4-15,4 2-13 0,-4-5-6 0,3-1-6 16,3-4-4-16,6-10-4 0,0-2-6 0,-3-1-7 15,4-3-8-15,1-2 6 0,1 0-23 0,2-11-26 16,1-1-42-16,5-4-24 0,-3-3-45 0,4-1-22 16,2-3-49-16,-2-2-56 0,2-3-54 0,0 0-67 15,0 0-192-15,22-17-617 0,-12 8 274 0</inkml:trace>
  <inkml:trace contextRef="#ctx0" brushRef="#br0" timeOffset="-23567.22">12657 12943 53 0,'0'0'334'16,"0"0"-1"-16,4 15 0 0,0-2-1 0,3 6-6 16,5 6-7-16,-1 9-1 0,5 2 0 0,5 15 0 15,0 1-9-15,8 2-10 0,-2 2-11 0,0 1-13 16,6 0-25-16,9 21-24 0,-12-22-12 0,3-2-32 15,0-2-16-15,-4-1-16 0,1-1-16 0,-1-1-14 0,-2-8-8 16,3 3-18-16,-11-11-14 0,-4-2-38 16,5-2-37-16,-3-4-42 0,-2 4-56 0,-6-13-64 15,-3-6-61-15,0 1-35 0,-3-5-43 0,-3-1-53 0,0-4-56 16,0-1-282-16,0 0-745 0,-19-8 329 0</inkml:trace>
  <inkml:trace contextRef="#ctx0" brushRef="#br0" timeOffset="-23199.3">13186 13983 338 0,'0'0'323'0,"-7"-3"-24"16,0 1-9-16,7 2-12 0,-12 2-19 0,5 0-11 15,-1-1-14-15,1 2-17 0,-1 1-18 0,0 1-26 0,0 1-1 16,2 2-15-16,4-1-8 0,-1 3-14 0,-1-1-14 16,5 1-16-16,2-1-2 0,2 2-9 0,2-1-13 15,4 4-7-15,1-7-7 0,6 2-12 0,1-1 6 16,-5-4-22-16,6 1 3 0,3-1-15 0,-4-1-6 15,2-3-6-15,-3-3-13 0,-4-1-14 0,-3 0-15 16,3-2-13-16,1-5-19 0,-6 1-23 0,-5 0-22 16,-2-4-17-16,-1 0-31 0,-2 0-23 0,-4 2-22 15,0-1-17-15,-8-3-26 0,-5 1-37 0,-7-4-170 16,-5 4-484-16,-4 2 216 0</inkml:trace>
  <inkml:trace contextRef="#ctx0" brushRef="#br0" timeOffset="-22814.61">12060 14078 154 0,'-7'3'281'0,"2"2"-11"15,3 0-10-15,1 0-16 0,2 2-12 0,6 1-16 16,1 0-22-16,4 0-17 0,4 1-15 0,4 2-12 16,10 0-20-16,1 2-10 0,4-2-13 0,3-2-9 15,-4-1-13-15,4-3-9 0,-2 1-6 0,-1-2-6 16,-5-1-6-16,-7-6-8 0,-4 2-1 0,-4-2-6 0,-1-2-2 15,-3-3-5-15,-7 2-3 0,-3-7-7 0,-2 2-1 16,-8-6-5-16,-4 1 0 0,-9-4-3 16,-4-3-2-16,-6 3 0 0,-17-2-1 0,-5-1-6 0,4 3-15 15,-4 4-28-15,14 7-34 0,-14-3-37 0,11 6-43 16,3 1-59-16,-2 0-67 0,1 1-178 0,3 4-489 16,3 5 218-16</inkml:trace>
  <inkml:trace contextRef="#ctx0" brushRef="#br0" timeOffset="-8129.24">11744 12294 100 0,'0'0'189'0,"0"0"4"0,0 0-7 0,0 0 0 0,0 0-3 16,0 0-3-16,0 0-5 0,0 0-5 0,0 0-7 15,0 0-10-15,0 0-6 0,0 0-13 16,0 0-9-16,0 0-12 0,0 0-14 0,0 0-10 0,0 0-8 15,0 0-8-15,0 0-10 0,0 0-6 0,0 0-3 16,0 0-6-16,0 0-5 0,0 0-6 0,0 0-2 16,0 0-9-16,0 0 0 0,0 0-4 0,0 0-2 15,0 0 0-15,0 0-3 0,0 0 3 0,0 0-9 16,0 0 4-16,0 0-3 0,0 0-4 0,0 0 0 16,0 0-6-16,0 0 6 0,0 0-1 0,0 0 0 15,0 0-7-15,0 0 6 0,0 0-1 0,0 0-3 16,0 0-16-16,0 0-17 0,-1 3-18 0,1-3-22 15,0 0-35-15,0 0-47 0,0 0-71 0,0 0-221 0,0 0-483 16,0 0 214-16</inkml:trace>
  <inkml:trace contextRef="#ctx0" brushRef="#br0" timeOffset="-6523.87">10158 12350 130 0,'0'0'215'0,"-4"1"-1"0,4-1 1 15,0 0 1-15,0 0 2 0,0 0-7 16,-8 1 0-16,8-1-8 0,0 0-1 0,0 0 0 0,0 0-4 15,0 0-4-15,0 0-4 0,0 0 0 0,0 0-2 16,0 0-3-16,0 0-4 0,0 0-5 0,0 0-13 16,0 0-2-16,0 0-7 0,0 0-10 0,0 0-13 15,0 0-11-15,16-3-10 0,-6 3-9 0,2 0-9 16,3 0-12-16,4 0-6 0,-1-1-10 0,8-1-11 16,4-1 1-16,1 4-7 0,0-2-6 0,3-1 0 15,0-1-9-15,1 1 1 0,-2-2-5 0,1 3-3 16,3 0-3-16,-9-2 1 0,4 0-4 0,-4 0-4 0,-5 2 0 15,2-1 2-15,-2 1-3 0,0-2-5 0,-1 1 1 16,-2 0 3-16,2 2-5 0,-2-1-1 16,-6 1 2-16,2-4-2 0,2 3-1 0,-3-1-4 0,-1 2 4 15,-2-1-2-15,4 0-1 0,-3 1 0 0,0-1-2 16,-2 2-2-16,1-1 7 0,0 0-6 0,-2 0 3 16,-4-1-4-16,1 1 1 0,0 1-1 0,-7-1-2 15,11 0 4-15,-11 0-7 0,10 0 5 0,-6 1-1 16,-4-1 2-16,0 0 2 0,9 0-3 0,-9 0 1 15,0 0 1-15,4 1 2 0,-4-1-7 0,0 0 4 16,0 0-3-16,0 0 0 0,0 0 1 0,0 0-2 16,6 2-1-16,-6-2 1 0,0 0-1 0,0 0 1 0,0 0-1 15,0 0-1-15,4 3 2 0,-4-3 0 16,0 5 0-16,0 0-2 0,0-5 3 0,0 7 0 16,0-1-1-16,0-1 2 0,0 6-2 0,0-1 0 0,0 2 0 15,0 5 3-15,4 0 0 0,-4 0 0 0,1 3 1 16,-1 0-3-16,2 8 3 0,-1-3-3 0,0 3 9 15,-1-7-6-15,2 1-4 0,0-1 4 0,0 7-1 16,1-8 2-16,-2 2-3 0,0-2 1 0,2 3-1 16,-1-2 3-16,0-1-2 0,1-1 2 0,-3-1-2 15,4-1-1-15,-3-3 0 0,-1-3 2 0,4 1 1 16,-4-1-5-16,0-4 7 0,3 1-1 0,-2-2-2 16,1-1 4-16,1 2 1 0,-2-4-1 0,-1 2 4 15,0-5 9-15,3 5 9 0,-3-3 7 0,0-2 5 16,0 0 4-16,1 6-5 0,-1-6-2 0,0 0 0 15,0 0-6-15,0 3 0 0,0-3-5 0,0 0-2 16,3 5-3-16,-3-5-1 0,0 0-5 0,0 0 1 0,0 0-6 16,0 0-1-16,0 0-4 0,0 3-2 0,0-3-8 15,0 0 3-15,0 0-4 0,0 0-1 0,0 0 1 16,-4 4 1-16,4-4 1 0,-7 1 4 0,7-1-4 16,-6 2 4-16,2 0 0 0,-4-1-1 0,4 0 0 15,-3 0 0-15,-2 1 0 0,-5-1-1 0,3-1 3 16,-4 3 1-16,2-2 6 0,-5 0-5 0,-2 2 0 15,-1-2 0-15,1 0 2 0,2 3-2 0,-4-1 4 16,-2 0 1-16,3 0 1 0,-7 4-3 0,6-4 3 16,-2 1-3-16,-3 2 1 0,5 0 2 0,0-3-2 15,0 3-1-15,0 1 2 0,2-2-2 0,-3 2-1 16,3-1 1-16,-1 2-1 0,-1-1 0 0,3 0-1 16,0-2-2-16,2 1 4 0,-4 1 0 0,2-2 0 0,3 0 1 15,2 2-4-15,-1-3 0 0,2 1 8 16,0-2-5-16,1 1 1 0,-2 2 1 0,6-3 3 15,-2 0 13-15,4-2 0 0,-2 2 12 0,1-2 5 16,3 1 10-16,-3 0 12 0,3-1 7 0,4-1 15 0,0 0-1 16,-9-3-2-16,9 3-4 0,-7-3-3 0,4 0 6 15,-1-1 0-15,0-1-11 0,1 0 2 0,2-3-10 16,-2 2-6-16,2-6 0 0,1 1-9 0,-3-3-8 16,2 1-2-16,-1-5 1 0,1 0 2 0,-1 0-4 15,2-2-2-15,-1-1-1 0,1-1 12 0,-1 2 1 16,-1-7-9-16,0-3 0 0,-1 10-1 0,0-7 10 15,-2 6-10-15,1-6 0 0,0 8-14 0,-2-2 15 16,2-7 0-16,-1 7-5 0,-1 1-5 0,2 3 3 16,0 0 0-16,1 5-5 0,1-6 2 0,0 7-7 15,-2 1 1-15,3 4-4 0,-3-1-5 0,4 2-10 16,-1 3 0-16,-1-4-40 0,2 6-36 0,0-7-51 16,0 7-64-16,0 0-35 0,0 0-7 0,0 0-51 0,0 0-40 15,8 15-25-15,-2-5-29 0,-2 2-33 16,4 0-53-16,4 2-384 0,2 1-919 0,1-1 406 15</inkml:trace>
  <inkml:trace contextRef="#ctx0" brushRef="#br0" timeOffset="-6072.21">11009 12457 167 0,'6'-3'257'0,"1"-1"6"0,-3-1 1 0,-1-1-3 15,1 3 3-15,0 0 2 0,-3-1-1 0,5 2 1 16,-6 2-1-16,1-6 0 0,0 4-11 0,-1 2-10 15,0 0-18-15,0 0-21 0,3-5-21 0,-3 5-23 16,0 0-16-16,0 0-19 0,0 0-13 0,0 0-12 0,-12 9-10 16,4-3-8-16,1 4-5 0,-8 3-12 0,0 2-1 15,-5 6-3-15,-1 0 1 0,-2-2-6 16,0 1-5-16,0 2-6 0,0 2 0 0,-2-1-4 0,-1 2-8 16,2 1 3-16,1-1-3 0,0 2-3 0,-2-1-1 15,2-2-7-15,0 0 4 0,4 2-3 0,-3-3-3 16,-1-3-2-16,5 0 0 0,1-7-2 0,3 3 3 15,-1-2-7-15,0-1-5 0,0-2-15 0,7 0-18 16,1-2-12-16,-3-3-40 0,7-1-26 0,-3 0-31 16,2-1-8-16,3-2-1 0,-2 1-23 0,3-3-26 15,0 0-32-15,0 0-29 0,0 0-36 0,0 0-36 16,15-9-268-16,-7 2-641 0,2-1 284 0</inkml:trace>
  <inkml:trace contextRef="#ctx0" brushRef="#br0" timeOffset="-5721.08">10860 12414 91 0,'1'-5'273'15,"2"-1"1"-15,-3 4-10 0,1-3-10 0,2 2-11 16,-3 3-16-16,0 0-19 0,2-6-21 0,-2 6-18 15,0 0-20-15,2-2-22 0,-2 2-9 0,0 0-12 16,0 0-7-16,0 0-12 0,-13 12-10 0,2-4-1 16,3 2-2-16,-2 3-7 0,-2 1 1 0,1 3 8 15,-4-1 0-15,-4 6 4 0,1 0-9 0,-1 1-2 16,-1-3 18-16,1 2-13 0,-2 1-2 0,-2-2 0 16,0 2-9-16,4-2-1 0,-5 1-12 0,1 0-4 15,-2 0-1-15,2-2 12 0,3 1-21 0,-1-2-6 16,-2-1-1-16,11-3 2 0,-6 1-8 0,7-3-1 15,-1-2-16-15,1-1-19 0,2-1-25 0,-1 0-12 16,7-4-27-16,-5 0-30 0,4 0-21 0,0-1-25 16,0 2-33-16,3-4-44 0,1-2-47 0,0 0-249 0,0 0-571 15,0 0 253-15</inkml:trace>
  <inkml:trace contextRef="#ctx0" brushRef="#br0" timeOffset="-5419.23">10634 12299 242 0,'0'-7'223'0,"0"7"-23"0,0 0-16 0,0 0 0 16,0 0-8-16,0 0-6 0,-9 10-6 0,3-3-7 15,1 2-1-15,-4 4-1 0,-1-1 0 0,-4 5-4 16,-1 0-5-16,-4 4-6 0,2 1-15 0,-4-1-7 16,2 2-8-16,-4 0-8 0,4-2-8 0,-3-1-10 15,0-1-12-15,6-4-2 0,-6 6-9 0,1-2-4 16,7-4 2-16,-1 0-13 0,0-2-10 0,2-1-27 16,3 1-15-16,1 0-31 0,2-4-39 0,1 1-45 15,-1-1-64-15,3-2-80 0,3-1-228 0,-2-1-534 16,3-1 237-16</inkml:trace>
  <inkml:trace contextRef="#ctx0" brushRef="#br0" timeOffset="39069.5">18708 10054 151 0,'4'-19'389'0,"3"0"2"16,-6 2-8-16,3 0-3 0,-1 4-11 16,3 5-9-16,-5-3-16 0,0 2-19 0,2 3-32 0,-3 1-32 15,1 2-30-15,3 1-28 0,-4 2-17 0,0 0-23 16,7 9-14-16,-3 1-12 0,-4 2-15 0,0 4-2 15,3 6 11-15,-3 0-10 0,-3 6-10 0,3-1-8 16,-4 1-13-16,-3 1-4 0,2 0-14 0,2-4-5 16,-4 0 3-16,5-5-4 0,0 0-8 0,1 1-4 15,-2-3-7-15,3-2-4 0,-1-5-1 0,1 1-5 16,0-1-4-16,0-5 0 0,1 1-2 0,-1-2 1 16,4-1-5-16,-1-2-1 0,-3-2-2 0,16-5-4 0,-6 0-1 15,1-3 0-15,2-2-2 0,1-5-3 16,2-1-1-16,6-6-2 0,-3-1-3 0,1 2 0 0,1-3-2 15,2 2 1-15,-3 1-1 0,0-1-1 0,-1 2 2 16,-6 3-2-16,2 1 0 0,-4 1-1 0,0 5-1 16,-3 0 3-16,-1-1-4 0,0 4-2 0,-1 2-2 15,-2-1 0-15,-1 3-5 0,3 0-2 0,-6 3 1 16,7 2 1-16,-7-2 3 0,5 9-2 0,-4-2 3 16,2 4 0-16,1-1-1 0,-4 1 1 0,1 2 1 15,1 0-1-15,-2 0 1 0,0 5 2 0,1-1-2 16,-1-4 2-16,1-1-1 0,1 0-13 0,-2-1 2 0,0-2 6 15,3-1-3-15,-1-2 3 0,-2-1 3 0,3 1 4 16,0-4-2-16,2 0-1 0,3-2 2 16,-8 0-1-16,15-4-1 0,-5-1 3 0,3-1-3 0,3-3 2 15,2-2 0-15,-4-1-2 0,5-1 5 0,-3-2-1 16,-1 2-1-16,4-1 35 0,-5 0 13 0,2 3 7 16,-2-2 0-16,-2 1 3 0,0 3 10 0,-2 0-3 15,2 2-5-15,-5-2-4 0,1 3-9 0,-2 3-6 16,-1-1-9-16,3 1-1 0,-4 1-11 0,-4 2-2 15,11 5 0-15,-7 1 0 0,-1 1 4 0,0 5-12 16,2 1 0-16,-2 5-15 0,-2 1-35 0,-1 2-27 16,0-2-30-16,0 9-30 0,0-7-33 0,1 6-35 15,2-9-33-15,4 10-33 0,-3-9-19 0,0 0-27 0,0-1-27 16,2-5-36-16,-1-2-22 0,3-1-36 16,-1 1-230-16,4-4-710 0,-3-2 314 0</inkml:trace>
  <inkml:trace contextRef="#ctx0" brushRef="#br0" timeOffset="39972.83">19729 10163 18 0,'0'-14'273'0,"4"4"18"0,-2-1 3 15,-1 0 3-15,-1 3-9 0,0-1-8 0,-1 3-7 16,-1 2-6-16,-2 0-35 0,4 4-20 0,-8-3-16 16,8 3-17-16,-11 4-14 0,7 0-15 0,-3 4-14 15,-2 2-13-15,5 0-10 0,-3 2-21 0,-1 4-9 16,2-4-2-16,1 5-2 0,5 0-13 0,0-1-4 15,2 0-4-15,3-1-11 0,-1 0-1 0,0-1-7 16,4 1-22-16,-1-5-8 0,0 1-24 0,2-4-7 16,-2 1-18-16,0-3-10 0,2-2-11 0,0-1-6 0,2-2 0 15,-2 0-6-15,-2-3 9 0,2-2 2 0,0-4 10 16,-1 2 0-16,-2-5 6 0,-1 1 4 16,-1-3 2-16,-2-4 7 0,1 2 2 0,-3-3 2 0,0 2 4 15,0-2 2-15,-3 1 8 0,2 1 7 0,-2 3 15 16,1 0 4-16,0 6 8 0,-1-6 2 0,1 4 7 15,0 2 11-15,1 1-5 0,1 0 5 0,0 3-2 16,0-1-2-16,-1 2-4 0,1 3-5 0,4-5 0 16,-4 5-5-16,0 0-6 0,0 0 1 0,16 7-4 15,-8-2 9-15,0 1-7 0,3 2-4 0,1 0-1 16,1 3 3-16,1-1-7 0,2 1 12 0,-3 3-10 16,2-5-1-16,0 2-2 0,0 2 2 0,-4-4-3 15,1 0-2-15,-2 0 0 0,1 0-1 0,-1 0-2 0,-1-1-4 16,-1 0-3-16,0 1 3 0,-1-5-7 15,-3 3 1-15,1-2-3 0,-2-1 1 0,-2 1 0 16,2-1 1-16,0-1-6 0,-3-3 4 0,1 7 6 0,-1-7 2 16,3 1-2-16,-3-1 1 0,0 0 3 0,0 0-3 15,0 0 6-15,0 0 2 0,0 0 0 0,0 0 9 16,-3-13-1-16,6 10 5 0,-3 3-3 0,0-10 0 16,2 4-3-16,1 1 4 0,3-2 8 0,-3 2-10 15,3-2 5-15,-1-1 2 0,3 2 2 0,0-2-6 16,1 0 3-16,-2 5-2 0,4-4 3 0,-6 2 7 15,4 1 11-15,-4 0-12 0,-1 1 0 0,4 0 2 16,-4-2-5-16,0 3-2 0,-1 0-1 0,3-1-7 16,-4 1 5-16,-2 2-5 0,6-1-1 0,-6 1-2 15,0 0 5-15,8 6-8 0,-7-4-2 0,1 3-5 16,-1 0 9-16,0 0-4 0,-1 3 2 0,2-1 0 16,-2 3 15-16,1 1-14 0,-1-2 2 0,0 0-4 0,0-1 3 15,0 3-5-15,0-4 0 0,0 1 1 0,0 0-8 16,3-3 8-16,-3 0 8 0,1-1-9 15,-1-2 3-15,0-2-5 0,4 5 3 0,-4-5 8 0,0 0-3 16,0 0-1-16,0 0 2 0,0 0-5 0,11-15 1 16,-8 10-3-16,2-4 0 0,-2 1 2 0,1-2 2 15,0 0-1-15,2-1-2 0,0-2 27 0,1 2 22 16,-3 0 2-16,3-5-7 0,0 6 6 0,-3 2 8 16,4 0 0-16,0 0-5 0,-4-1 2 0,3 4-5 15,-3-1-3-15,3 0-6 0,-3 2-1 0,3 1-7 16,-4 1-15-16,1 1 2 0,0-3-5 0,-4 4 12 15,0 0-12-15,13 5-2 0,-6-1 0 0,-3 1-8 16,-1 1 6-16,1 0-5 0,1 0-1 0,-2 6 1 16,1-7-4-16,0 5 4 0,-1 0-6 0,1-1-30 15,-2 0-7-15,-1-1-15 0,3-2-12 0,-2 2-17 16,1-2-23-16,-1 0-12 0,-1 1-17 0,-1-2-14 0,1 0-22 16,-1 0-9-16,2-1-14 0,-1-1-14 0,-1-3-31 15,3 5-41-15,1-4-19 0,-4-1-199 16,6 1-535-16,-6-1 236 0</inkml:trace>
  <inkml:trace contextRef="#ctx0" brushRef="#br0" timeOffset="40775.61">20645 10139 153 0,'-3'-4'263'0,"3"4"-7"0,-3-5-3 16,1 3-7-16,2 2-14 0,-6-2-12 0,6 2-16 15,0 0-18-15,-17 0-14 0,11 2-14 0,-1 2-18 0,0 1-10 16,0 2-11-16,-2-2-13 0,2 4-9 16,-1-2-8-16,4 1-13 0,-1 1-9 0,1-1 1 15,2 2-13-15,1 1-4 0,0-2-5 0,1 1-1 0,2-3-9 16,4 2-7-16,-5-2-20 0,4-2-6 0,1 0-2 16,1 1-17-16,-2-4-9 0,4 0-8 0,-3-2-9 15,2 0-7-15,-8 0-1 0,13-4-1 0,-4 0 1 16,-5-2-2-16,4-2 5 0,-2-1 7 0,-2 0 1 15,1-1 3-15,-1-1 7 0,-1-2 0 0,-3 0 4 16,0-5 3-16,1 7 4 0,-1-4 10 0,-1 3 13 16,1 0 13-16,0 0 8 0,-1 1 10 0,-1 2 8 15,2-1 14-15,0 5 0 0,0-4 4 0,0 5 2 16,0-1-4-16,0 1-2 0,0 4-11 0,0 0 0 16,4-5-6-16,-4 5-7 0,0 0-6 0,14 9 9 15,-7-5-11-15,4 3-1 0,-2 2-9 0,2 0 5 16,1 0-1-16,2 3-8 0,2 1 0 0,-1 1-5 0,0 0-2 15,-2-1-4-15,1 0-5 0,0-1-4 0,-2-1 2 16,-4-2-9-16,1 1-3 0,0 0 1 16,-1 0-6-16,-4-1-4 0,3-1-7 0,-3-2 2 0,-1 0-2 15,-2 1 2-15,-1-4 2 0,0 0 3 0,0-3 4 16,-6 4 6-16,0-3-3 0,6-1 3 0,-12 2 3 16,12-2-3-16,-12-3 8 0,5 2-1 0,1 0-1 15,2-2 5-15,-2 1 1 0,1 0 4 0,4-3-1 16,1 5 4-16,1-6 2 0,2 2-3 0,-1-1 0 15,4-1 1-15,2 1-4 0,2 2 1 0,-2-2 2 16,7-1 1-16,-3 0-4 0,3 2 4 0,3-3-1 16,1 0-1-16,0 2-1 0,-5 1 2 0,5-1-2 15,-6-1 2-15,2 2-3 0,-1-1 2 0,-2 1 9 0,0 1-2 16,-2-1 8-16,-3 2 4 0,2-1 6 16,-5 0 7-16,3 1 2 0,-3 1-2 0,0-1-6 15,-4 2-2-15,4-1-1 0,-4 1-5 0,0 0 0 16,0 0-6-16,0 0 1 0,10 8-2 0,-9-3 2 0,-1 1-6 15,0 1 3-15,3 3 0 0,-2 1-4 0,2 1-2 16,1 6 2-16,0-1-1 0,2 3 1 16,0 1 2-16,4 7-5 0,1 0 3 0,0 0-1 0,1 4-1 15,0-5 1-15,0 0-1 0,2 4 2 0,-3-4 23 16,1-2-1-16,-1-1-3 0,0-4 3 0,-3-1-6 16,-4-2 0-16,3-2-6 0,-4-1 0 0,2-4 0 15,-4 1 3-15,-1-2 8 0,0-3 5 0,-5-2 1 16,1-1 5-16,-3-1-8 0,0-2 3 0,-4-2-8 15,-1-3-5-15,1 0-11 0,-4 2-24 0,2-4-35 16,-1 1-49-16,2-3-52 0,-3 1-65 0,3-2-81 16,1 4-259-16,4-4-602 0,0 3 266 0</inkml:trace>
  <inkml:trace contextRef="#ctx0" brushRef="#br0" timeOffset="41077.07">21551 10317 162 0,'0'0'381'0,"2"-7"-16"0,0 6-15 0,-2 1-3 16,4-5-24-16,0 1-21 0,0-1-29 0,3 1-24 15,-2 2-26-15,5-1-23 0,1-2-19 0,2 3-17 16,5 1-18-16,5 0-19 0,-3 1-9 0,10 0-17 16,3 1-10-16,1 0-13 0,0-1-35 0,4 2-13 15,1-2-33-15,0 0-24 0,0-2-24 0,1 2-28 0,-4-3-29 16,1-1-30-16,-7 1-30 0,1-2-38 16,-10-1-39-16,3-1-48 0,-9 3-197 0,-3-1-530 15,4-4 235-15</inkml:trace>
  <inkml:trace contextRef="#ctx0" brushRef="#br0" timeOffset="42181.08">22957 9871 222 0,'-4'-4'296'0,"1"0"-17"0,-4 2-9 15,2-1-8-15,-6 2-10 0,3 0-7 0,-6 1-12 16,0 2 5-16,-2 5-10 0,-4-1-1 0,-2 2-12 16,3 2-14-16,0 1-10 0,0 2-18 0,1 1-12 0,1-1-11 15,-1 9-18-15,3-5-10 0,0 6-13 16,3-5-7-16,5 1-13 0,3 1-9 0,1-1-3 15,1 2-10-15,6-1-5 0,1 2-7 0,2-3 3 0,7-1-9 16,2 4-6-16,4 0-4 0,-2-8-6 0,9 1 4 16,-1-3-5-16,0-1-13 0,-2-4-6 0,-1-4-3 15,7 0 3-15,-10-4-9 0,5-2 1 0,-2-4-8 16,-1 0 4-16,3-6 1 0,-5 0 0 0,-4 1 0 16,3-10 0-16,-5 4-2 0,-3 0 1 0,-3-8-2 15,-1 6-2-15,-7-8-3 0,-3 0 9 0,-1 8-7 16,-3-2 3-16,-1 2 1 0,-2 3-9 0,-6-1 8 15,2 3-4-15,-2 2 3 0,1 1 2 0,-4 3-4 0,-1 2-2 16,2 1 2-16,-1 4-4 0,3 2-8 16,4 0-34-16,-1 3-31 0,1 4-31 0,3 3-33 0,0-4-32 15,4 4-47-15,1 1-49 0,4 1-59 0,0 3-275 16,7-4-657-16,4 3 291 0</inkml:trace>
  <inkml:trace contextRef="#ctx0" brushRef="#br0" timeOffset="42531.89">23655 9826 318 0,'-2'-6'349'0,"2"0"-4"0,-4 0-9 0,4 0-12 16,-4-2-6-16,4 3-15 0,-4 0-12 0,1-1-16 15,-2 0-21-15,0 4-21 0,-2 0-10 0,0 1-5 16,-2 1-11-16,-4 0-10 0,2 3-8 0,-4-1-11 16,0 7-6-16,-2-1-2 0,-1 5-14 0,0-1-15 15,-1 1-11-15,4 3-12 0,-1-1-10 0,-3 7-10 16,3 2-8-16,2 0-9 0,1 0-5 0,4 3-10 16,4-7-3-16,3 7-8 0,1 0-5 0,7-8-4 15,-4 2-5-15,5 5-4 0,7 0-5 0,-1-3-5 16,4-1 1-16,-4-6-8 0,9 3-17 0,1-2-18 15,0-1-24-15,5-2-24 0,-3-2-28 0,5-5-37 16,-7-2-33-16,0 0-24 0,1-2-18 0,-3-3-27 0,5 0-34 16,-3-7-48-16,3 0-52 0,-4 0-42 0,-4-4-246 15,1-1-704-15,0-1 312 0</inkml:trace>
  <inkml:trace contextRef="#ctx0" brushRef="#br0" timeOffset="42933.25">24005 9821 351 0,'0'-4'378'0,"0"-2"1"16,0 6-6-16,-2-7-17 0,2 7-25 16,0-5-36-16,0 5-29 0,0 0-22 0,0 0-27 0,0 0-3 15,0 0 5-15,0 16-16 0,2-10-21 0,0 6-17 16,1 4-15-16,-1 1-17 0,1 2-11 0,1-1-13 15,0 2-6-15,1 2-15 0,0-1-7 0,-4-1-9 16,5 6-7-16,-2-7-6 0,1-1-20 0,-1-2-29 16,-1 1-27-16,-2-3-23 0,4-2-50 0,-1-3-35 15,1 2-36-15,-5-5-30 0,1 0-28 0,-1-1-38 16,2-3-51-16,0 0-58 0,-2-2-206 0,0 0-620 16,0 0 275-16</inkml:trace>
  <inkml:trace contextRef="#ctx0" brushRef="#br0" timeOffset="43335.08">23955 9821 62 0,'-1'-4'322'0,"-2"-2"3"16,0 1-2-16,2 1 7 0,0 0-17 0,-2-1-12 0,6 1-14 15,-2-1-19-15,3 0-20 0,-2 0-30 0,2 1-17 16,1 2-22-16,2 0-14 0,1-1-17 0,4 3-18 15,2 0-8-15,-2 0-20 0,2 4-7 0,1-1-8 16,-2-1-7-16,6 7-10 0,1-2-7 0,-3 1-9 16,-2 3-3-16,3-1-6 0,-1 2-4 0,-3-1-5 15,1 2-7-15,-7-1-2 0,3 3-2 0,-1 3-4 16,0-4 0-16,-1 4-6 0,0-2 0 0,-1 1 1 16,-1-1 1-16,-3 2-1 0,0-6-13 0,-4 1 22 15,0 0-19-15,0-1 2 0,-2 1 7 0,-3 0-13 16,3-1 1-16,-5-1-6 0,0 1 6 0,-2-6 0 15,-6 7-4-15,1-6 1 0,3 0 6 0,-4-4-4 16,3 2-5-16,-7-2 0 0,4-1 4 0,0-1-1 0,1-1 3 16,-6 2 1-16,8-1 1 0,1-1-2 0,0-1-4 15,3 1 4-15,0-2-2 0,1 2-1 0,7 0-27 16,-10-1-24-16,8-3-21 0,2 4-26 0,0 0-24 16,-2-4-38-16,2 4-31 0,0 0-48 0,0 0-53 15,10-5-43-15,-1 4-226 0,-3-2-608 0,3 0 269 16</inkml:trace>
  <inkml:trace contextRef="#ctx0" brushRef="#br0" timeOffset="44003.62">24340 9656 177 0,'-4'-3'329'0,"3"-1"-1"0,1 4-5 16,-3-5-9-16,2 3-3 0,1 2-8 0,0 0-7 15,0-5-16-15,0 5-37 0,0 0-23 0,-2-6-19 16,2 6-17-16,0 0-22 0,0 0-19 0,0 0-15 16,0 0-11-16,0 0-13 0,0 0-2 0,11 17-6 15,-1-9-11-15,-6 1-6 0,7 4-8 0,1 0-10 16,-1 3 2-16,1-1-11 0,2 2-6 0,-1 1-7 15,2 6-3-15,-7-4-7 0,3-2 0 0,4 7-5 16,-8-6 1-16,4 7 5 0,-2 1-12 0,1 1-3 0,-6-8-2 16,-1 1 0-16,0 7-3 0,-2-7-2 0,-1-1 2 15,-1-1 0-15,-3 1-5 0,2-2 0 0,-1 1-3 16,-1-3 4-16,-3-2 4 0,0 2-4 0,4-5-1 16,-4 1-1-16,1-2-4 0,-3-1 5 0,-1 0 0 15,4-3 1-15,-3 2 1 0,2 0-2 0,-3-4-1 16,0 1 3-16,3-2-2 0,-1 1-1 0,2 0 2 15,1-2-2-15,-3 0 2 0,3 1 1 0,-5-2-2 16,8 0-8-16,2-1 8 0,-11 3-2 0,8-1-2 16,0 1 2-16,3-3 1 0,-5 1-3 0,5-1 1 15,-10 2 1-15,10-2-10 0,-4 1 10 0,4-1-1 16,0 0-2-16,-3 4-2 0,3-4 5 0,0 0-1 16,-4 2-6-16,4-2-1 0,0 0-15 0,0 0 7 0,0 0-1 15,0 0-14-15,-2 4 2 0,2-4-9 16,0 0-17-16,0 0-11 0,0 0-8 0,0 0-16 15,0 0-34-15,0 0-30 0,0 0-33 0,0 0-46 0,0 0-58 16,0 0-58-16,13-9-242 0,-10 7-637 0,-2-4 281 16</inkml:trace>
  <inkml:trace contextRef="#ctx0" brushRef="#br0" timeOffset="66115.2">24325 9680 157 0,'4'-6'368'0,"2"1"-4"16,-1-2-3-16,1 2-8 0,-2-3-16 0,0 5-3 15,-3-1-8-15,3 0-27 0,-2 2-32 0,0-4-26 16,-2 6-25-16,2-2-29 0,-2 2-19 0,0 0-17 15,0 0-17-15,-15 13-13 0,1-6-11 0,-1 6-12 16,0 1-9-16,-4 4-8 0,-5 4-10 0,-3-1 6 16,2 1 0-16,-3 1 1 0,3 2-5 0,-2 0-6 0,-2 0-4 15,-1 1-4-15,2 1-4 0,-8 12-4 0,9-13-2 16,0-1-8-16,1 1-9 0,2 0 7 0,-1-2-6 16,2 0-1-16,1-5-2 0,1 5-4 0,1-4 0 15,4-4-5-15,2-1-39 0,-2-2-47 0,5-1-58 16,-1-3-53-16,4-3-51 0,0 2-49 0,1-3-65 15,3-2-88-15,1-1-256 0,3-2-742 0,0 0 329 16</inkml:trace>
  <inkml:trace contextRef="#ctx0" brushRef="#br0" timeOffset="66883.86">24202 9316 84 0,'-5'-5'302'0,"1"0"-13"0,-1-1-11 15,0-3-15-15,-1 3-4 0,1 1-20 0,-2-2-16 0,-1 3-19 16,1 2-11-16,-3-2-25 0,1 1-12 16,-5 2-13-16,2 1-5 0,-3 4-8 0,1 0-15 15,-2-2-6-15,2 3-13 0,-3 4-9 0,6-4-8 0,-4 7-7 16,4-3-9-16,0 0 2 0,2 0-24 0,2 3 0 15,0-2-9-15,0 1 3 0,2 0-6 0,1 1 0 16,1-2 2-16,5 2-6 0,-1-2 2 0,4 0-3 16,-1-3-2-16,2 3 0 0,3-4-4 0,3 1 2 15,-1-1-1-15,3-2-2 0,2-1-6 0,3-2 2 16,-1-2-1-16,2-3-3 0,1-2-2 0,1-4 2 16,-2 3 14-16,6-9-17 0,-3 0 1 0,0-6-7 15,-4-1 4-15,-4-2-7 0,-1-3 2 0,-1 2-9 16,-6-5 8-16,1 2 1 0,-7-1 12 0,1 3 13 15,-1 0 19-15,-4 5 23 0,2 2 13 0,-3-1 2 16,0 4 20-16,3 4 12 0,-5-4 5 0,4 5-2 16,-3 5-5-16,4-2-8 0,0 2-11 0,-3 1-11 0,1 0-14 15,1 2-9-15,2 4-10 0,-5-5-5 0,5 5-6 16,0 0 1-16,0 0-12 0,-5 11 7 16,5-4-3-16,-3 0-3 0,3 6 1 0,0 3-6 0,3 4 0 15,-3 5-4-15,1 3 0 0,2 0-1 0,-2 4-13 16,4-3-18-16,-3 1-36 0,-1 0-51 0,6 2-55 15,-6 1-48-15,-2-2-53 0,5 2-81 0,0-3-98 16,3 1-296-16,-3-3-793 0,3-3 351 0</inkml:trace>
  <inkml:trace contextRef="#ctx0" brushRef="#br0" timeOffset="68289.2">18989 11337 357 0,'3'-8'373'0,"-1"2"6"0,-1-4-5 15,0 3-8-15,1 0-4 0,-2 0-6 0,0 3-22 16,1-1-32-16,-1 2-36 0,0 3-26 0,3-6-33 16,-3 6-21-16,0 0-21 0,0 0-10 0,0 16-24 15,-3-10-10-15,3 6-14 0,0-2-15 0,-1 4-4 16,-2 4-7-16,0 1-13 0,3 0 0 0,-3 2-6 15,6-1-7-15,-1 1-5 0,-2 3-11 0,0-3-26 16,1 6-27-16,-1-11-25 0,3-2-43 0,-2 0-30 16,3 3-23-16,0-4-29 0,-1-2-32 0,0 2-38 15,0-3-54-15,3-3-52 0,-5-2-293 0,5 1-684 0,-2-5 302 16</inkml:trace>
  <inkml:trace contextRef="#ctx0" brushRef="#br0" timeOffset="68539.7">18874 11245 204 0,'-7'-9'392'15,"-1"0"17"-15,1 2-1 0,0 0 9 0,3 2 2 16,0 1-11-16,1-1-19 0,0 2-21 0,1-1-37 16,2 4-30-16,4-6-31 0,3 2-28 0,3 2-21 15,4-1-25-15,-1 1-19 0,8-2-21 0,-1 2-15 16,4 1-13-16,5 2-17 0,3-1-8 0,-2 0-13 15,1 0-21-15,-1 0-31 0,0 2-33 0,-1 1-35 16,-6-2-56-16,-4 3-43 0,1-3-45 0,-1 0-41 16,-6 2-39-16,-2 1-45 0,-1 0-51 0,1 2-56 0,-4-2-269 15,0 0-732-15,0 1 324 0</inkml:trace>
  <inkml:trace contextRef="#ctx0" brushRef="#br0" timeOffset="69476.52">19343 11438 141 0,'0'0'315'0,"-3"-5"-25"0,3 5-33 0,0 0-27 16,0 0-24-16,0 0-21 0,0 0-20 0,0 0-15 15,0 0-17-15,-1 18-14 0,-2-10-11 0,6 3-9 16,-3 3-12-16,0 4-10 0,4-1-4 0,-1 0-7 16,0-1-8-16,2 2-4 0,0 0-4 0,0 0-6 0,0-1-6 15,1-1 0-15,-2-5-2 0,1 1-4 0,0-3 1 16,2 2-3-16,-1-5-4 0,2-4 0 0,-3 3-2 16,5-5-5-16,-3 0 1 0,2-5-5 0,3 1 3 15,-1-2-6-15,0-4-1 0,1 2-2 0,-1-6-1 16,4 0 1-16,-1 0-4 0,-2 0 2 0,0 0 3 15,-2 0 0-15,-2 2 0 0,3-2 33 0,-3 4-3 16,-2-1 6-16,-1 2 13 0,2-2-2 0,-2 5 1 16,-1 1-8-16,3-2-6 0,-3 3-8 0,-1 2-2 15,2 1-4-15,-5 1-9 0,7-3 2 0,-7 3 8 16,0 0-17-16,5 9 2 0,0-5 0 0,-3 4-6 16,1-4-1-16,1 6 2 0,-2-2-8 0,1 2 1 15,0-2 4-15,1 4-3 0,0-3-6 0,-1 0 0 0,1 1-1 16,-1-2-2-16,0 0 2 0,-2-2-1 15,3-1-2-15,-1-1 8 0,1-1 0 0,0 0 0 16,-4-3-3-16,5 3 2 0,-5-3-4 0,0 0 6 0,13-6-5 16,-8 0 4-16,-1 2 0 0,0-1-8 0,2-1 12 15,-2-3-6-15,1 0-1 0,1 2 7 0,-2-1-4 16,1 1 0-16,1-2 1 0,-4 4-10 0,5-1 9 16,-5 0-6-16,4 0 17 0,-2 5-20 0,0-4 0 15,1 5-1-15,-5 0-2 0,9-4-9 0,-9 4 2 16,9 4-4-16,-4-3-2 0,0 2 0 0,-1 2 4 15,2-2-6-15,-2 3 2 0,2 0 1 0,1-2-5 16,-1 4 6-16,-1-2 2 0,1 2 3 0,2-2-2 16,-1 1 4-16,2-1 0 0,-2 1 2 0,4-1-2 15,-3-2 2-15,0-2 1 0,-1 2 11 0,5-1-7 16,-1-2 0-16,1 3 0 0,2-3 2 0,-2-1 0 16,3 0 0-16,-3 1 4 0,6 1-6 0,-6-4 5 0,10 1-4 15,-3 0 3-15,-3 0-2 0,3 1 3 16,2-4-2-16,-1 4 3 0,-1-3-5 0,0 2 8 15,0-3-5-15,2 1 3 0,-3-2-4 0,3 3 4 0,-3-2-1 16,1 0 5-16,-2-1-9 0,1 0 3 0,0-2 2 16,-4 5-5-16,3-6 8 0,-4 3 1 0,-3 0 9 15,4-2 10-15,-3 1 6 0,0-2 17 0,-3 2 4 16,0 1 9-16,1-3 7 0,-2 2 3 0,-3 1 3 16,-1-3 6-16,1 4 4 0,-1-1-3 0,1-2-4 15,-4 1 0-15,0 4-16 0,0 2-10 0,0-7-5 16,-4 4-5-16,4 3-7 0,-7-2-6 0,7 2-8 15,-11 0-6-15,5 4 7 0,-3 0-3 0,1 1 6 16,-4 2-9-16,1 1-3 0,1 0 0 0,0 4-2 0,2-3 0 16,-1 6-2-16,1 0-2 0,0 2 4 0,4-5 0 15,4 8 14-15,1-1-14 0,2 0 3 0,5 0-3 16,0-2-7-16,3-1 10 0,5-1 7 0,0-1-17 16,1-1-32-16,10-3-31 0,0-1-45 0,-6-3-46 15,2-2-55-15,0-2-64 0,2-4-74 0,-5-3-288 16,3-1-686-16,-2-4 303 0</inkml:trace>
  <inkml:trace contextRef="#ctx0" brushRef="#br0" timeOffset="69626.86">20283 11063 86 0,'-7'-3'234'0,"1"-2"-24"16,0 1-22-16,3 3-27 0,3 1-15 0,0 0-50 15,0 0-61-15,0 12-76 0,2-3-146 0,3 1-200 0,3 1 89 16</inkml:trace>
  <inkml:trace contextRef="#ctx0" brushRef="#br0" timeOffset="70044.97">21227 11673 20 0,'4'-3'468'0,"-4"3"8"0,5-5-3 0,-2 2-10 15,1 1-22-15,3-4-28 0,3 0-32 0,5 0-33 16,2 0-36-16,13-2-29 0,0-1-30 15,9 2-27-15,1 2-19 0,18-1-23 0,-1 1-20 0,5-2-15 16,0 6-18-16,2-2-9 0,4 1-22 0,3 2-36 16,0 1-52-16,-1-1-54 0,0-1-67 0,-5 1-55 15,3 1-59-15,-6 2-68 0,-4-2-92 0,-17-1-364 16,-3-3-809-16,-2-2 359 0</inkml:trace>
  <inkml:trace contextRef="#ctx0" brushRef="#br0" timeOffset="70847.92">23020 11236 271 0,'-4'-12'273'0,"-2"3"-21"0,2 0-22 16,-3 2-16-16,-1-1-15 0,-4 4-25 0,-2 2-17 15,1 2-13-15,-5 5-14 0,-1 3-12 0,-3 0-3 16,4 6 4-16,-2 3-1 0,-2 5-12 0,6 0-6 16,-2 3-13-16,7 1-5 0,2 1-11 0,-1 0-5 15,8-1-6-15,3 3-1 0,2-1-8 0,5-2-1 16,1-6-4-16,5 4-1 0,2-2 3 0,-1-1 13 16,7-2-12-16,-4-9-2 0,9 4 1 0,-8-5-10 15,1-1-12-15,3-2 5 0,10-5 3 0,-4-1-3 16,-2 0-8-16,0-10 1 0,0 1-5 0,-1-6 2 15,1-3-1-15,-6-1-3 0,-3-3-2 0,-1 1-1 16,-2-6-4-16,-4 1 2 0,-10-3 0 0,-1 1-2 16,-1 2-3-16,-4-2 2 0,-2 7-3 0,-6-2 12 15,-3 0-12-15,1 7-7 0,0 2-6 0,0 4-12 0,-4 0-5 16,1 2-5-16,1 3-7 0,-2 4-9 0,-3 2-12 16,3 4-21-16,3 0-21 0,-3 4-25 15,0 1-39-15,5 5-47 0,4-1-50 0,4-2-214 0,2 3-513 16,5 1 228-16</inkml:trace>
  <inkml:trace contextRef="#ctx0" brushRef="#br0" timeOffset="71266.98">23817 11150 80 0,'-4'-11'276'15,"0"0"-9"-15,-2 1-12 0,-1 2-10 0,-1 1-23 16,0 0-10-16,-2 1-16 0,-4 1-12 16,-2 2-12-16,2 3-12 0,-6 3 0 0,0 1-7 0,0 3-1 15,-5 6-2-15,-1 4-5 0,6 3 4 0,-2 1-8 16,6 2-9-16,-2 3 2 0,5 2 5 0,4 1-6 16,1-1-5-16,2 2-1 0,4 2-15 0,-1-1-10 15,8 3-7-15,3-3-6 0,2-1-12 0,1 4-4 16,4-3-4-16,3-2-9 0,0 0-3 0,6-2-11 15,-1 0-8-15,0-3-42 0,3-5-46 0,1 2-43 16,-2-8-56-16,2 2-68 0,-8-5-83 0,11 0-92 16,-7-5-230-16,0-4-672 0,-1-1 298 0</inkml:trace>
  <inkml:trace contextRef="#ctx0" brushRef="#br0" timeOffset="71918.22">24618 11003 349 0,'-4'-6'416'16,"1"2"-4"-16,0 0-6 0,1 0-21 0,-3 2-25 15,5 2-30-15,0-6-46 0,0 6-18 0,0 0-27 16,0 0-23-16,9 12-9 0,-1-2-2 0,7 5-12 16,4 6-15-16,3 2-20 0,1 4-15 0,-2-2-13 15,1 4-14-15,3 1-13 0,-2 1-7 0,-3-2-12 16,-1 0-8-16,-1 3-9 0,-3-4-8 0,-3 4-6 0,0 0-3 15,-6 0-7-15,-5-1-12 0,-1 0-44 0,-3-1-32 16,-3 1-36-16,-3-2-32 0,-4 2-31 0,-2 0-27 16,-5-4-24-16,-3 1-19 0,-5-4-32 0,2 1-63 15,0-5-35-15,-4-2-286 0,3-3-683 0,0-2 302 16</inkml:trace>
  <inkml:trace contextRef="#ctx0" brushRef="#br0" timeOffset="73022.13">24117 11181 227 0,'-1'-9'348'0,"1"9"-22"0,0-4-27 16,0 4-32-16,0 0-30 0,0 0-27 0,0 0-21 15,0 0-20-15,0 0-18 0,0 0-6 0,-10 16-16 16,9-8-16-16,-2 3-14 0,-1 1-12 0,0 5-7 16,0 1-8-16,1 0-2 0,2 2-11 0,-2-2-10 15,2 3-2-15,-1-2-3 0,0 0-4 0,2 0-3 16,0-1-3-16,0-1-4 0,-2-4-4 0,2 1 0 15,0-1-3-15,0-3-4 0,0-1 2 0,0 0-3 16,0-3-2-16,0 2-2 0,0-4 5 0,0 1 0 0,0-2-3 16,0-3 11-16,2 6 16 0,-2-6-11 0,0 0-1 15,0 0-2-15,0 0-8 0,0 0 7 0,9-14-10 16,-6 9 1-16,-1-2-2 0,3 2-2 0,0-5 1 16,3 2 1-16,-3 2-2 0,1-2 0 0,4 2 6 15,-2-3 2-15,0 2 3 0,-1 2 1 0,2 1-10 16,2-2 4-16,-1 2-9 0,2 1 4 0,-5 3-1 15,-2-1 2-15,4 1-8 0,0 1-5 0,-1 2-1 16,-2 2-2-16,3-1 3 0,-2 2-3 0,1 4 0 16,-4 0-3-16,4-1 3 0,-5 1 0 0,1 0-7 15,0 2 11-15,-4 1-4 0,0-2 4 0,1 0-6 16,-2 1-1-16,1-2 4 0,-4 1-1 0,0-1 0 16,3-1-1-16,-5-3 4 0,2-1 1 0,-5-1-3 0,-2 0 3 15,-3-3 2-15,1 1-1 0,-2-1-1 0,1-2 2 16,-4-1-12-16,2-1-19 0,2-3-20 15,-3 1-20-15,-1-4-27 0,-1 0-27 0,5-1-32 0,-2 0-40 16,8 0-39-16,-2-4-45 0,2 2-259 0,6 1-576 16,-1-1 255-16</inkml:trace>
  <inkml:trace contextRef="#ctx0" brushRef="#br0" timeOffset="73808.23">24398 10884 61 0,'0'0'251'0,"-2"-8"-7"16,2 4-15-16,-3-1-10 0,3 2-13 0,-4-2-9 16,0 1-21-16,3 1-14 0,1 3-13 0,-14-4-11 15,10 2-11-15,4 2-7 0,-11-2-14 0,3 2-5 16,-3 0-6-16,-2 0 1 0,2 3-9 0,-3 1-5 16,3-3-9-16,0 4-3 0,-1-3-10 0,-1 4-2 15,0 0-1-15,5-1-11 0,-5 3-4 0,3 1-7 0,2-4-2 16,-1 4-3-16,0-2 1 0,4 3-4 15,2-3-2-15,0-1 7 0,0 6-12 0,2-4 2 16,2 1-4-16,4 0 2 0,0 0-3 0,3-2-2 0,3 1 0 16,-1-1-2-16,-1-1 0 0,3-3-2 0,1 3 3 15,1-2-9-15,0 0 1 0,-3-6 9 0,5 1-16 16,2 0-7-16,-4-2 2 0,-5-2-8 16,6 0-1-16,-5 0 2 0,2-3-1 0,-3-2 0 0,-2-3-5 15,2 4 5-15,-3-8 5 0,2 2-1 0,-5-2-1 16,1 0 2-16,-2-1 1 0,-1-1 1 0,-1 1 1 15,0 0 2-15,0 0 5 0,-1 5 6 0,-1-4 4 16,-2 4 10-16,3 3 9 0,-1-1 13 0,0 0 9 16,2 1 7-16,-2 3 8 0,0 0 0 0,0 1 8 15,1 0 3-15,0 1-6 0,1 2-7 0,-2-1-12 16,2 4-10-16,0-6-3 0,0 6-9 0,0 0-9 16,-2-3 2-16,2 3-7 0,0 0-1 0,0 0-2 15,0 0 0-15,-3 13 0 0,1-7-1 0,-2 1-6 16,4 1 3-16,-1 3 0 0,1 1 0 0,-3 1-1 15,3 0 1-15,-3 5-4 0,3 1-1 0,-1 1 5 16,1 1-7-16,0-2 5 0,1 3 3 0,1-4-16 0,-2 0 7 16,1 0 5-16,3-2-14 0,0 2-20 0,-1-5-16 15,0 0-21-15,1 1-29 0,3 2-31 0,-2-5-42 16,-1 0-62-16,4-2-71 0,-3 0-283 0,5 0-630 16,-2-2 279-16</inkml:trace>
  <inkml:trace contextRef="#ctx0" brushRef="#br0" timeOffset="102609.52">23995 11868 143 0,'-3'-4'283'0,"3"4"-20"0,0 0 10 15,0 0 3-15,0 0-10 0,-1 12-1 0,-1-4 10 16,2 0-7-16,-2 3-3 0,0 2 12 0,2 5-7 15,0 1-10-15,0 0-7 0,0 9-19 0,0-2-13 16,4 2-16-16,-1 0-9 0,0 2-19 0,2 0-17 16,-2 1-14-16,-1 1-13 0,3 0-14 0,-4 2-12 15,0-5-12-15,-2 3-9 0,-2 0-5 0,2 1-9 16,-3-2-8-16,1-2-7 0,-5 4-16 0,3-8-28 16,-2 3-32-16,-1-9-26 0,-2-1-33 0,2-1-38 15,0-3-44-15,-2-2-41 0,2-2-49 0,0-1-57 16,1-1-52-16,2-5-66 0,-1 1-223 0,1-3-701 15,1 0 310-15</inkml:trace>
  <inkml:trace contextRef="#ctx0" brushRef="#br0" timeOffset="103129.04">24128 11887 165 0,'3'-13'308'16,"-2"-3"-12"-16,-1 2-10 0,1-3-13 0,-1 4-18 15,-1 1-10-15,-3 0-19 0,0 2-16 0,4 0-16 16,-3 2-24-16,1 3-17 0,-1 1-15 0,-3 0-15 0,1 4-5 16,5 0-18-16,-19 7-14 0,9-1-9 15,-2 3-4-15,-3 4-3 0,0 4-10 0,0-1-12 16,-1 7 2-16,0-6 4 0,-2 3-18 0,4-4-5 0,1-1 0 16,2 0-4-16,3 1-5 0,-2-7 3 0,5 1-7 15,-2-4 3-15,0 1 2 0,4-3 2 0,1 1 26 16,0-4 0-16,2-1-1 0,0 0-4 0,0 0-2 15,6-11-4-15,-2 4-14 0,3-3 1 0,2-4 2 16,3 0-1-16,2-3-4 0,1 1 19 0,-3 0 5 16,3-1 12-16,-4 2-11 0,2 1 8 0,-3 4-1 15,-2 1-5-15,2 1 0 0,-1 1 2 0,-2 1-10 16,0 2-7-16,-1 2-12 0,-1 3 3 0,-5-1 1 16,11 7-5-16,-3 2-1 0,2 5-5 0,-1 4 0 15,1 8-3-15,-1 2-1 0,2 3-2 0,4 3-1 16,1 1-2-16,6 11-26 0,-4-12-33 0,3 11-41 15,1-11-43-15,3 10-52 0,-5-14-56 0,-3 3-87 0,3-5-363 16,-1 0-751-16,-3-4 332 0</inkml:trace>
  <inkml:trace contextRef="#ctx0" brushRef="#br0" timeOffset="103663.06">23154 13229 159 0,'-1'-6'372'0,"1"6"-19"0,0 0-32 16,1-4-32-16,-1 4-26 0,0 0-16 0,0 0-10 16,0 0-12-16,2 14-28 0,-2-7-11 0,0-1-17 15,2 6-14-15,-2-2-17 0,3 2-12 0,-3 0-16 16,1 5-7-16,2 1-6 0,-1 1-11 0,-1-6-12 15,-1 6-10-15,1-1-15 0,-1-5-20 0,0 0-25 16,0-2-31-16,0-1-35 0,0-2-38 0,0 0-39 16,-1-2-38-16,0 0-38 0,2-1-23 0,0-3-42 15,-1-2-190-15,0 0-508 0,0 0 225 0</inkml:trace>
  <inkml:trace contextRef="#ctx0" brushRef="#br0" timeOffset="103980.98">23048 13041 11 0,'-4'-10'349'16,"3"2"4"-16,-1 0 0 0,1 2 0 0,1 2-13 15,0-2-21-15,3 3-15 0,1 1-26 0,-4 2-9 16,16 2-11-16,-5 1-37 0,7 6-6 0,-2-2-17 16,6 6-17-16,2 4-11 0,5 5-18 0,-1-3-16 15,-1 0-18-15,-2 6-9 0,2 0-10 0,-4 3-11 16,0-1-9-16,-3-1-4 0,1 3-13 0,-4-2-2 15,-2 2-4-15,-6 0-10 0,3-2-4 0,-6-5-2 16,-1-2-3-16,-5 1-8 0,2-2-3 0,-4-1 5 16,-2 0-12-16,-3-2 1 0,0-4 2 0,-6-1-7 15,-1 1 4-15,-3-6-5 0,-5 2 2 0,1-3-1 16,-8 0-2-16,1-2-2 0,-3-2-1 0,8-2-2 0,-1 1-4 16,3-2-6-16,-1 1-25 0,5 0-19 0,6 1-20 15,-2-2-33-15,4 1-34 0,4 0-44 16,5 1-44-16,-7-3-45 0,7 3-46 0,0 0-49 0,0 0-295 15,16-3-710-15,-4 0 314 0</inkml:trace>
  <inkml:trace contextRef="#ctx0" brushRef="#br0" timeOffset="104333.14">23649 13373 62 0,'0'-4'309'0,"0"4"-12"0,0 0-16 0,0 0-11 16,0 0-16-16,0 0-17 0,-14 5-18 0,12 0-17 15,-1-1-12-15,3 0-19 0,-1 2-13 0,0 0-15 16,-1-1-6-16,0 1-21 0,2-1-12 0,0 2-11 16,0-2-3-16,1 0-11 0,-1 0-12 0,0-1-4 15,1 0 9-15,-1-4-20 0,3 5-5 0,-2-3-8 0,-1-2 4 16,8 2-9-16,-8-2 3 0,0 0-3 15,7-7-6-15,-4 5-3 0,1-3-6 0,-1-2 5 0,-2 1-5 16,2-2-2-16,0 0 1 0,-2-2-3 0,-1 0 3 16,0 0 6-16,-1-1-9 0,1-1-3 0,-3 4 2 15,-1-2-5-15,1 3-2 0,-1 1 0 0,0 1 10 16,0 0-19-16,-3 0-23 0,3 2-26 0,0 2-35 16,4 1-38-16,-10-2-44 0,10 2-42 0,-5 4-45 15,2-2-53-15,-2 3-186 0,5 0-534 0,0-5 237 16</inkml:trace>
  <inkml:trace contextRef="#ctx0" brushRef="#br0" timeOffset="104900.86">23943 13058 325 0,'-2'-8'366'0,"2"3"-6"16,0 0-6-16,0 0-19 0,-2 1-26 0,2 4-22 16,-1-5-31-16,1 5-36 0,0 0-16 0,0 0-16 15,0 0-24-15,4 17-10 0,-3-7-12 0,2 3-10 16,-1 3-13-16,1 5-13 0,-1-3-7 0,2 11-13 15,-3-2 4-15,2-5-20 0,1 5-12 0,-3-2-3 16,-1-4-4-16,3-1 1 0,1 5-8 0,-4-5-8 16,0-4-1-16,0 2 1 0,-1-3-8 0,1-2-3 15,-2-3-4-15,4 0 1 0,-4-5-2 0,1 1-3 16,2-1 11-16,-1-3-7 0,0-2-1 0,2 4-2 0,-2-4 1 16,0 0-4-16,8-9-4 0,-6 5 0 0,3 0-1 15,-1-1 2-15,4-3-3 0,0 1-1 0,0 0 1 16,2-1-8-16,-1 3 5 0,3-2 1 15,-2 0 3-15,1 3-6 0,2 1-2 0,-1 1-1 0,2 2-1 16,0 2-3-16,1 0 0 0,3 2 0 0,-5 0 0 16,2 7-1-16,-3-4 0 0,-1 3 4 0,0 0-4 15,-1 1 6-15,-4 0 1 0,1 2 0 0,-1 0-1 16,-5-1-2-16,2 1 0 0,-3 0-4 0,-3 1 8 16,3-2-2-16,-7-4-7 0,0 4 8 0,-3-4 7 15,0 0-7-15,-1-2 3 0,-4-4 0 0,2 1 2 16,-5-2-1-16,2-1 2 0,-5-2-4 0,2-3-5 15,3 0-21-15,-6-2-18 0,8-2-34 0,-3-1-45 0,3-3-41 16,2 4-47-16,1-1-30 0,4-1-40 0,2-1-44 16,0 0-43-16,3 1-191 0,4 1-598 15,1-2 265-15</inkml:trace>
  <inkml:trace contextRef="#ctx0" brushRef="#br0" timeOffset="105553.25">24404 12931 122 0,'-2'-6'276'16,"-4"-1"-4"-16,3 1-2 0,-5-2-3 0,1-1 0 0,-2 2-14 15,1 0 0-15,-2-2-21 0,-2 3-15 16,2-2-5-16,-1 2-6 0,-1 2-14 0,1 0-10 15,-1-1-22-15,-1 3-6 0,0 1-11 0,1 2-12 0,1 1-4 16,-4 0-6-16,7 3-14 0,-3-1-13 0,4-1-9 16,-2 6-12-16,2-1 1 0,3 0-6 0,0 3-7 15,2-1-2-15,1 0-7 0,2 2-4 0,2-2-5 16,1 2-5-16,3-1-5 0,0 1 2 0,2-4-10 16,5 3 4-16,0-2 4 0,-3-2-17 0,2 1-13 15,1-4-13-15,-5 0-14 0,6 0 2 0,0-6-18 16,0 0-3-16,-4 0-11 0,1-3-4 0,3 2 3 15,-4-5-8-15,0-1 2 0,1-4 2 0,-2 3 1 16,1-5 6-16,-2-1-3 0,-3-2 11 0,1-1 3 0,-3 0 6 16,-1 1 2-16,2-1 6 0,-3-1 2 15,-2 2 4-15,0 1 10 0,-2 0 13 0,0-1 13 16,2 5 10-16,-4 2 13 0,2-1 14 0,-1 2 13 0,0 2-7 16,2 1-4-16,-1 2-5 0,0-2-11 0,0 2-5 15,2 5-1-15,0 0-6 0,0 0-4 0,0 0 6 16,-7 13 5-16,6-7-2 0,1 7 8 0,1 0 0 15,2 7-12-15,1 6 9 0,0 1-7 0,1 1-1 16,2 1-3-16,2-1 9 0,-1 2-14 0,2-2-5 16,-1 1-26-16,2-3-39 0,1 5-40 0,0-7-46 15,1 1-49-15,-3-7-71 0,3-2-74 0,-1-1-334 16,0-1-717-16,2 2 318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1T09:22:09.4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1158 1133 89 0,'0'0'273'0,"0"0"-12"0,-1-8-20 0,1 8-19 0,0-6-23 16,0 6-15-16,0 0-11 0,0 0-27 0,0 0-15 15,0 0-18-15,0 0-3 0,0 0 5 0,0 0-7 16,18 14-13-16,-10-10-7 0,-5 4-10 0,4-1-7 16,-4 1-8-16,4-1-5 0,0 3-6 0,-1 1-3 15,-4 1-4-15,0 2-5 0,4 1-2 0,-3 2-1 16,1 2-8-16,-4-3-4 0,0 3-12 0,1-2-28 16,-1 1-31-16,-1 3-41 0,2-3-40 0,-2-2-43 15,2-1-34-15,-1 0-45 0,5 0-126 0,-5-3-406 16,0 0 180-16</inkml:trace>
  <inkml:trace contextRef="#ctx0" brushRef="#br0" timeOffset="431.63">975 1106 100 0,'0'-17'272'0,"0"3"-8"16,0-4-17-16,0 5-14 0,0-1-19 0,8 0-14 16,0 0-20-16,-3 2-8 0,8 0-24 0,1 1-15 15,-3 1-15-15,11 5-16 0,-6 0-4 0,4-2-12 16,0 4-10-16,0 1-8 0,5 2-6 0,-4 2-4 16,6 1-6-16,-6 4-5 0,7 0-5 0,0 2-8 15,-3 2 6-15,-3-3-13 0,-1 4-3 0,6 3-2 16,-2 4-3-16,-6-10-2 0,3 10 1 0,-2-5-1 15,0 8-6-15,-7-4 0 0,2 3-1 0,-2 0 0 16,-5-1-4-16,2-4 3 0,-1 8-3 0,-3 2 7 0,1-10-7 16,-6 0-2-16,4 11-2 0,-5-7 0 15,0-5-2-15,-6 7 0 0,2-7 0 0,0 2 6 16,-8 1-3-16,2-5-1 0,-3 1 3 0,-10 1 0 16,6-3 1-16,-9-1-1 0,2 2 2 0,-4-6-1 0,2 2 8 15,-2-2 5-15,8-2-4 0,-3 0 0 0,-1-3-1 16,-4 2 1-16,7-2 7 0,-1-4-9 0,4 2-4 15,0 0-2-15,6 2-1 0,1-2-5 16,-3 0-22-16,6-5-28 0,8 5-38 0,-15 0-48 0,15 0-47 16,-10-5-38-16,9 2-53 0,1 3-145 0,0-9-454 15,0 9 201-15</inkml:trace>
  <inkml:trace contextRef="#ctx0" brushRef="#br0" timeOffset="1065.58">1804 1248 245 0,'0'0'315'0,"0"0"-12"0,10 0-20 0,-10 0-22 15,0 0-24-15,0 0-26 0,0 0-24 0,0 0-16 16,0 0-22-16,0 0-19 0,0 0-13 0,0 0 2 15,5 8-16-15,-5-8-17 0,0 13-8 0,-4-9-7 16,4-4-6-16,-3 8-7 0,3-1-7 0,2 2-3 16,-2-2-7-16,1-1-6 0,4 1-2 0,-1-1-7 15,-1-2-10-15,4 0-12 0,-1-3-2 0,-1 2-12 16,-5-3-7-16,15 0-4 0,0 0-2 0,-15 0-3 16,20-4 1-16,-12 2 1 0,5-3 9 0,-4-2-4 15,6 0 0-15,-7-1 2 0,5 6 5 0,0-2 2 16,-4-4 1-16,-3 1 13 0,2-1 4 0,1 5 5 15,-3 2 5-15,1-3 6 0,0-3 10 0,-6 5-5 16,-1 2-2-16,9-5-4 0,-5 2-1 0,-4 3-4 16,9-2-5-16,-9 2-1 0,0 0-1 0,8 8-2 15,-8-8 1-15,15 11-3 0,-10-6-1 0,2 6 2 16,1-4-1-16,0 9 1 0,2 3-1 0,-2-3-2 16,9 7 10-16,-2 4-4 0,-4-3-1 0,3 6 3 15,0 8 5-15,1-2-2 0,-3-8-2 0,3 14 5 16,-5-3-1-16,-2-8-2 0,-1-1 8 0,-1 2-5 15,-6-2 6-15,2 1 3 0,-2-2 2 0,-2-2 10 16,-4-6 14-16,1-1 13 0,0-1 12 0,-7-4 17 16,-3 1 20-16,2-2 16 0,-5-2 15 0,-2-3 21 15,2 0 8-15,-7-3 7 0,0-2-3 0,-5-4 0 16,0-3-6-16,1-5-5 0,1-3-9 0,1-1-7 16,-3-3-4-16,7-5-7 0,-2-2-19 0,5-2-8 15,-3-11-20-15,8-5-7 0,2 2-12 0,10-4-7 16,-1 2-24-16,11-2-24 0,5 0-29 0,-1 3-26 15,3-1-28-15,-3 13-31 0,-1 0-24 0,3 1-35 0,4 3-48 16,-9 7-42-16,5 0-36 0,-4 1-29 0,6 3-28 16,-9 1-23-16,9 3-30 0,-2-2-26 15,-4 1-254-15,4 3-724 0,-3 4 321 0</inkml:trace>
  <inkml:trace contextRef="#ctx0" brushRef="#br0" timeOffset="1498.88">2241 1160 21 0,'0'0'249'0,"0"0"-24"0,0 0-20 0,0 0 6 16,8 7 8-16,-6 2-5 0,3-1-12 0,-5 0-8 16,0 2-2-16,1 0-14 0,4 5-11 15,-3 0-15-15,1-1-14 0,2 0-16 0,0 4-9 0,0-2-12 16,5-1-11-16,-3-2-10 0,3 2-4 0,-5-3-9 15,-4 0-6-15,6-3-5 0,-4 1-7 0,0 0-2 16,6-5-8-16,-4-2 1 0,-2 5-3 0,2-5-4 16,-5-3 1-16,7 5-3 0,-7-5-8 0,0 0 6 15,8-12 8-15,-6 7-18 0,4-2 3 0,-6-1-5 16,5-7-3-16,-5 4-3 0,3-4 0 0,-3 3 1 16,5 4 1-16,-1-4-6 0,-4 1 11 0,3 3 10 15,-1 0 1-15,4-1 5 0,-2 1 3 0,-4 2-6 16,5-5-1-16,0 9-3 0,-5 2 9 0,3-10-18 15,2 6-1-15,-4 0-3 0,-1 4 4 0,17 1-2 16,-17-1-2-16,18 3 1 0,-8 1 8 0,7-1-12 16,-7 4 2-16,5 2-2 0,-6-4-4 0,0 3 1 15,4 6-11-15,2-4-20 0,-2-2-3 0,-1 5-11 16,1-4-10-16,-1 6-11 0,-1 0-16 0,-4-3-18 16,-1 4-8-16,1-5-20 0,-7 5-23 0,8-1-10 15,-8 0-32-15,2-1-22 0,3-2-31 0,-5-3-32 16,2-2-154-16,3 2-457 0,-2 1 203 0</inkml:trace>
  <inkml:trace contextRef="#ctx0" brushRef="#br0" timeOffset="1981.65">3090 1323 46 0,'0'-11'311'0,"-2"3"-3"16,2 0-13-16,-3-5 4 0,-2 3-15 0,-2 2-3 15,-1-3-21-15,1 3-10 0,-1-4-19 0,2 5-14 16,-3-1-15-16,-4 1-22 0,0 1-13 0,-2-3-21 16,5 6-18-16,-3 0-12 0,-2 0-1 0,-3 3-24 15,-1 0-11-15,3 4-13 0,-4-1 4 0,2 6-9 16,-2-6-8-16,3 8-5 0,-1 0-6 0,2 2-10 16,-1-4-1-16,4 5-7 0,3-2-2 0,-2 6-3 15,-3-8-5-15,14 8 0 0,-6-6 7 0,5 7-30 16,-3-7-5-16,10 2-12 0,-3-1 4 0,5-1-4 15,-6-1 2-15,11 0 3 0,-4-3-5 0,7 1 1 16,-7-2 0-16,14-3 3 0,-6 0 0 0,-1-1 4 0,4-3 3 16,-6 0 0-16,3-1 0 0,3-2 5 15,-6-3 10-15,3-2-10 0,-2-2 0 0,1 1 7 16,-6-3 5-16,3-1 12 0,-4-1 3 0,1 6 20 16,-3-4 9-16,2 2 12 0,-8 0 6 0,0-4 10 0,7 6 2 15,-7 1 7-15,0-2-1 0,0 3-5 0,0 6-5 16,8-7-7-16,-14-3-8 0,6 10-12 0,6-4-8 15,-6 4-7-15,0 0-6 0,0 0-3 16,0 0-7-16,0 0-13 0,0 0-25 0,0 19-11 0,7-15-7 16,-7 4-15-16,7 3-17 0,-1-2-12 0,-4 3-19 15,11 0-11-15,-5-2-5 0,7 2-14 0,-1-1-21 16,-1-3-14-16,2-1-18 0,0 1-17 16,1-3-14-16,4-3-34 0,-3-2-13 0,-3-2-16 15,3 2-170-15,-2-5-488 0,-4 0 216 0</inkml:trace>
  <inkml:trace contextRef="#ctx0" brushRef="#br0" timeOffset="2581.66">3332 1218 28 0,'0'-7'137'0,"0"-2"21"0,0 2 17 0,-2 0 18 0,2 7 8 15,0-8-5-15,0 4-1 0,0 4-8 0,0 0-11 16,0-11-15-16,0 11-16 0,0 0-5 0,0 0-24 16,0 0-12-16,0 0-11 0,0 0-12 0,0 0-4 15,0 0-5-15,2 23-9 0,2-16-6 0,-4 4-3 16,2 4-3-16,-2 2-9 0,2-7-1 0,3 7-7 15,3-4-1-15,-8 6-8 0,7-6 7 0,-1 4-8 16,-2-8-1-16,1 6-1 0,1-4-3 0,-4-2-3 16,4-2-2-16,1 4-1 0,0-3-4 0,-6-4-1 15,6 0 4-15,-7-4-1 0,8 7-1 0,-8-7 0 16,15-4-2-16,-15 4 0 0,12-8 6 0,-7 1 0 16,0-1 0-16,1-3 3 0,4-1 1 0,2-3-2 15,-6 4 8-15,4-5-1 0,4 0-2 0,-8 4 3 16,-2 1-1-16,5-1 7 0,-4 1 4 0,4 2 4 15,-4 2-4-15,0 3-6 0,0-4-3 0,-4 5-3 16,-1 3-3-16,5-5-6 0,-5 5-2 0,0 0 6 16,0 0-6-16,18 16-2 0,-14-12-4 0,2 3 2 15,-4 2 1-15,5 3-4 0,-1-4 7 0,1 9-7 16,-2-7 0-16,1 5-1 0,-1-3 1 0,0 0-1 16,0-2 2-16,-1-2-6 0,2-1-2 0,-4-2-1 15,1 1 6-15,-3-6-4 0,10 9-1 0,-10-8 6 16,0-1 0-16,0 0 3 0,0 0 11 0,23-10-10 15,-16 4 6-15,1 1 4 0,-1-6 4 0,1 0 1 16,-1-1 7-16,-1 0 8 0,1-3 2 0,6 4 3 16,-6-1 6-16,-4 2 2 0,4 1 2 0,1 0-1 15,-1 1 2-15,-2 2 1 0,0 2-6 0,-2-5-3 16,0 3-12-16,1 3 3 0,-4 3-13 0,1-6 3 0,-1 6 0 16,0 0-7-16,0 0-2 0,20 7 3 15,-17 0-8-15,4 5-5 0,1-7 5 0,-1 5-2 16,-1 0-4-16,3-3 8 0,1 5-10 0,1 3-8 15,-1-4-23-15,0 2-9 0,5-2-10 0,-5 1-9 0,-2-3-6 16,5 0-12-16,1-1-14 0,-3-4-18 0,-1-1-19 16,2 2-26-16,-2-4-33 0,0-1-25 15,-10 0-19-15,16-8-25 0,-3 3-9 0,-4 1-4 16,-3-6-165-16,1 1-465 0,1-2 205 0</inkml:trace>
  <inkml:trace contextRef="#ctx0" brushRef="#br0" timeOffset="2764.65">4124 1215 157 0,'0'-9'19'0,"0"-2"30"16,2 3 25-16,-2 0 24 0,0 8 24 0,0-12 18 15,5 9 5-15,-5 3 1 0,2-7 3 16,-2 7-11-16,0 0-15 0,5-7-7 0,-5 7-1 16,0 0 5-16,0 0-4 0,0 0-3 0,0 0-7 0,0 18-9 15,3-10-9-15,-3 3-4 0,0-1-11 0,0 0-4 16,5 5-6-16,3 2-1 0,-5 0-12 0,-3 0-5 16,7 2-2-16,3-3-2 0,-7 5-4 15,6-4-19-15,-1-4-26 0,3 1-35 0,-1-2-45 0,-1-4-49 16,4 0-49-16,5-1-49 0,-8-2-119 0,7 1-382 15,2-1 169-15</inkml:trace>
  <inkml:trace contextRef="#ctx0" brushRef="#br0" timeOffset="3031.66">4588 1215 47 0,'0'0'274'0,"-4"-9"-9"0,4 9 2 0,-3-11-9 0,1 8-5 16,2 3-20-16,-4-5-8 0,4 5-18 0,-9-8-18 15,3 6-21-15,6 2-10 0,0 0-9 0,-17 2-16 16,10 4-8-16,-1-3-6 0,0 3-6 0,-2 0-8 16,2 1-6-16,1 0-10 0,-9 3-9 0,7 0-7 15,3-2-8-15,-3 1-10 0,3 1-1 0,-1-1-2 16,0 5-5-16,3 4-5 0,0-10 4 0,4 5-11 16,0-4-3-16,0 3-1 0,7-2-2 0,1 2-2 15,-1-4-5-15,6-2-6 0,4 3 8 0,4-5-20 16,-1 3-19-16,6-7-30 0,7 0-33 0,-4-2-44 15,-1 1-43-15,7 1-56 0,-2-8-54 0,0-3-274 16,-3 2-593-16,-4-2 262 0</inkml:trace>
  <inkml:trace contextRef="#ctx0" brushRef="#br0" timeOffset="3214.6">4435 944 49 0,'-14'-4'257'0,"7"-1"-14"16,-1 2-17-16,-6-1-15 0,14 4-21 0,-9-4-24 16,2 1-16-16,7 3-21 0,-7-3-29 0,7 3-36 15,0 0-64-15,0 0-68 0,0 0-75 0,0 0-120 16,0 0-284-16,0 0 126 0</inkml:trace>
  <inkml:trace contextRef="#ctx0" brushRef="#br0" timeOffset="3581.18">5465 835 81 0,'7'-7'287'0,"-4"1"-6"15,-3 6-18-15,0-6-17 0,3 2-25 0,-3 4-25 16,0-9-21-16,0 9-15 0,0 0-16 0,0 0-18 16,0 0-12-16,0 0-12 0,-13 19-11 15,13-10-8-15,-2 0-9 0,-3 9-7 0,5-2-6 16,0 7-3-16,5 0 3 0,-10 4-14 0,10-2-9 0,-3 2 1 15,0 4-7-15,9 9-1 0,-9-8-1 0,8-3-2 16,1 1-2-16,-2-3-4 0,-3 0-8 0,3-1-10 16,5-2-24-16,-9-8-23 0,5 0-33 15,-8-2-40-15,3-1-50 0,2-5-34 0,1-1-40 0,-1 1-151 16,-1-5-422-16,-6-3 187 0</inkml:trace>
  <inkml:trace contextRef="#ctx0" brushRef="#br0" timeOffset="3965.12">5429 708 251 0,'-7'-13'261'0,"7"5"-8"15,0-3-9-15,-2 0-21 0,-3-1-9 0,12 2-5 16,-5 0-18-16,3 1-17 0,-4-3-18 0,11 4-12 15,-9 3-18-15,10-3-13 0,-6 1-10 0,6 5-6 16,-1-3-18-16,-1 4-7 0,3-2-8 0,2 3-6 16,4 0-3-16,0 3-9 0,-4 0-4 0,-4 2-4 15,8 2-5-15,-2-1-2 0,0 4-2 0,-1 1-4 16,-1 1-5-16,4 0-1 0,-5 0-2 0,0 0-3 16,-5 3 0-16,2 0 1 0,-4 0-2 0,-6-2-7 15,3 2 6-15,-5 4-5 0,-7-6 2 0,7 5-5 16,-8-4 3-16,-2 0-2 0,-2 0 1 0,-1-1 0 15,3 2 0-15,-5 0 1 0,-5 0 4 0,4-4-6 16,-1 1-3-16,-1 0 4 0,1-1-2 0,-3-1-14 16,2-1-18-16,0-1-22 0,3 2-21 0,-3-3-36 15,3 1-35-15,0-4-42 0,9 4-59 0,-3-2-210 16,3-3-489-16,6-3 218 0</inkml:trace>
  <inkml:trace contextRef="#ctx0" brushRef="#br0" timeOffset="4997.85">5832 1092 247 0,'0'0'290'0,"0"-8"-17"0,0 8-16 0,0 0-13 15,2-9-13-15,-2 9-28 0,7-5-19 0,-2 0-21 16,-5 5-13-16,0 0-19 0,0 0-15 0,0 0-9 16,16 3-6-16,-16-3-10 0,9 4-10 0,-3 1-11 15,2-2-8-15,-1 4-6 0,0-3-8 0,3 0-6 16,-2 8 3-16,2-1-7 0,-2 0-5 0,2 0-2 16,-3 2-3-16,4-1 0 0,-6-1-5 0,2 0-8 15,-2-3 0-15,-4 1 1 0,1 1-2 0,3-3-1 16,-5 1 3-16,2 2-7 0,-4-7 5 0,2 4-4 15,0-7-5-15,0 8 0 0,0-8 3 0,-7 9-2 16,7-9 3-16,-3 4 1 0,3-4-1 0,-5 3-2 16,5-3 3-16,0 0-2 0,0 0-2 0,0 0 0 15,0 0 0-15,0 0-3 0,0 0 1 0,0 0-6 16,15-19 4-16,-10 13-3 0,7 1 0 0,-6 0-4 16,6-4 6-16,-2 4-4 0,5 0 2 0,-7 1 4 15,5 1-9-15,4-5 2 0,-7 6-2 0,0-3 2 16,-2 2-1-16,-2 1 1 0,3 1 2 0,-9 1 0 0,0 0-2 15,21 1-2-15,-19 4 1 0,11-5-1 16,-6 5 3-16,-1-1-2 0,3 2 3 0,-1-3-2 16,-1 4 5-16,6 0-2 0,-5 2 1 0,7-4 0 15,0 3-3-15,-5-2 2 0,0 3 2 0,1-5-1 16,-1-1 0-16,0-1 2 0,0-2-4 0,2 2 5 0,-4-2 0 16,-8 0-5-16,16 0 4 0,-7-4-3 0,-3 0 2 15,3 0 1-15,-6-5 2 0,-1 1-2 16,-1-1 2-16,3 0 1 0,-4-2 0 0,-4-1 2 15,4-3-3-15,-5-1 1 0,0 1 2 0,-3 0 4 0,5 7-5 16,-12-4 3-16,5 2 0 0,-3-2-2 0,3 0-4 16,-3 9 1-16,4-3-3 0,-2 0 2 15,2 1 0-15,1 3-3 0,0 0 0 0,8 2-1 16,-15-3-17-16,15 3-10 0,0 0-3 0,-8 5 0 16,8-5-3-16,0 0-4 0,0 0-12 0,16 10-17 0,-9-7-14 15,9 1-13-15,3 0-7 0,4-3-9 0,-7 2-5 16,16-3-6-16,-7 3-2 0,6 1-4 0,-1-4 16 15,0-3 12-15,-2 3 14 0,3 0 2 16,-4-4 7-16,-4 1 8 0,-2 0 12 0,-2-2 7 0,-1-2 11 16,0 0 20-16,-3 1 24 0,-4-1 19 0,-1 3 18 15,5-5 24-15,-5 3 19 0,-3 1 12 0,-5 2 8 16,4-2 4-16,-1-3 3 0,-5 2-1 0,0 6-7 16,-2-12-6-16,-1 4-7 0,3 8-10 15,-8-9-7-15,3 6-7 0,5 3-4 0,-8-5-11 0,1 3-4 16,7 2-4-16,-12 0-8 0,12 0-2 0,0 0-7 15,-16 3-6-15,8 0 6 0,3 1-6 0,3 4-4 16,-3 4-5-16,2-3 4 0,3 8-5 0,1-2 3 16,4 12-3-16,-1-2 5 0,4 5-4 15,5-3-1-15,0 1-3 0,4 3 0 0,1 4 0 0,-3-6-5 16,3 7 3-16,5 4 1 0,-8-1 1 0,5-1-1 16,-5-11-2-16,0 12-1 0,0-12-2 0,-2 0 0 15,-5 0-2-15,1-3 3 0,-4-6-1 0,-4-2 3 16,-1-2-1-16,-1-2 21 0,-4 0 38 0,1-6 46 15,-6 3 25-15,0-4 17 0,-4-4 17 0,-1-1 6 16,0-1-2-16,-7-10-5 0,7 3-5 0,-13-5-20 16,5-2 7-16,0-3-8 0,0-3-14 0,-2 3-12 15,7 0-12-15,1-3-9 0,1 1-12 0,7 2-20 16,1-1-26-16,0 6-28 0,8-6-42 0,0 0-55 16,0-1-64-16,6-2-93 0,4-3-76 0,4-1-89 15,0 8-65-15,1-7-251 0,2 5-786 0,4 2 348 16</inkml:trace>
  <inkml:trace contextRef="#ctx0" brushRef="#br0" timeOffset="5781.7">6885 1011 74 0,'0'0'353'16,"0"-6"2"-16,3 0-14 0,-3 6-17 0,5-8-18 15,-5 8-21-15,5-2-27 0,-5 2-32 0,0 0-22 16,9-5-13-16,-9 5-25 0,15-2-19 0,-15 2-13 16,0 0-6-16,18 7-20 0,-5-2-13 0,-1 0-6 15,-3 1-13-15,1 5-6 0,7-2-7 0,0 1-5 16,4 5-1-16,-4-3-4 0,-3 1-17 0,8 7 4 16,-5 3-7-16,-4-7-4 0,2-1-9 0,-7-4-5 15,5 1-16-15,-5 0-8 0,-1-1 4 0,0 0-15 16,-1-5 11-16,-2-3-11 0,2 4 14 0,-6-5 1 15,0-2 0-15,0 0 0 0,0 0 1 0,0 0 2 16,0 0 2-16,0 0-2 0,0 0 2 0,-23-13 0 16,18 4 6-16,5 9 0 0,-2-15-7 0,2 1 0 15,0 2 2-15,0 1-2 0,7 1-7 0,-5-1-10 16,11 1-23-16,2 1-26 0,5-2-15 0,-4 4-18 16,14-1-17-16,0 4-7 0,1-1 0 0,2-2 1 15,-3 7 8-15,2 0 9 0,4 0 9 0,2 0 11 16,-10 0 20-16,2 2-7 0,3-2 10 0,-3 2 6 15,-13-2 6-15,2 0 4 0,-2 0 7 0,-4 0 6 16,-1 0 13-16,-2-2 13 0,0 4 22 0,-2-4 17 16,-8 2 8-16,16 0 4 0,-16 0 4 0,5-8 4 15,-5 8-2-15,5-5-9 0,-5 5 1 0,-5-12-5 16,-1 8 0-16,3 0 0 0,-4-3 1 0,0 6-3 0,-1-7-3 16,-5 4-4-16,1 3-5 0,-3-4-4 0,-5 3 2 15,1 1-5-15,-3 2 1 0,-8 1 0 16,2 1-2-16,7 1-5 0,-3 8 0 0,1-5 2 15,-3 0 1-15,9 5-7 0,-4-3 0 0,6 3 1 16,0 0-3-16,7 5 3 0,-2 2 0 0,3-4 0 0,2 2 0 16,3-1 3-16,2-2-6 0,2 1 1 15,5-3 1-15,3-2 0 0,1 4 1 0,6-4 0 16,-4-2-2-16,2-6 3 0,8 5-7 0,-1-6 1 16,7-1-2-16,-7 0 1 0,1-5-5 0,5-5 4 0,-1 0 2 15,-2-2-3-15,-1-2 1 0,-2-1 1 0,-1-5 2 16,-6 7 3-16,0-1-1 0,-7-2-4 0,6 2 6 15,-8 1 13-15,4-2 22 0,-8 4 17 16,1 4 7-16,-1-5 22 0,1 4-3 0,-1 3-22 16,-2-3-4-16,0 8-7 0,0-7-8 0,0 7-2 0,-2-7-8 15,2 7-1-15,0 0 6 0,0 0-18 0,0 0-2 16,0 0 11-16,-21 14-15 0,16-6-7 0,5-3 6 16,0 3 3-16,-4 4-4 0,4 3 3 0,4 3-14 15,-4-2 1-15,0-1 1 0,8 2-9 16,0-3-14-16,-6-6-22 0,8 4-22 0,-2-2-31 0,-1 0-35 15,1-7-49-15,5 1-60 0,-3-4-51 0,5 2-250 16,-2-2-584-16,4-3 259 0</inkml:trace>
  <inkml:trace contextRef="#ctx0" brushRef="#br0" timeOffset="6397.61">8037 1017 119 0,'0'-8'251'0,"0"8"-2"0,0 0 4 0,0-7-1 0,0 7-4 15,-2-4-8-15,2 4-9 0,0 0-16 0,0 0-19 16,-3-9-19-16,3 9-17 0,0 0-15 0,0 0-19 16,0 0-14-16,0 0-14 0,0 0-7 0,0 0-11 15,0 0-4-15,0 0-8 0,2 27-8 0,-2-22-7 16,1 4 0-16,4 4-2 0,-3 1-14 0,3 1-4 16,-3 4-7-16,-1 0-10 0,4-4 0 0,2 1-12 15,1 4-7-15,0-4 0 0,-1-1-12 0,1 0-6 16,-3 0-2-16,0-6 4 0,2 1 2 0,-4-3-1 15,4-1 5-15,-1-3 3 0,-6-3 1 0,15 1 3 16,-15-1 0-16,12-4 0 0,-5-2 6 0,-2-1 3 16,4-4 5-16,-2 2 23 0,3-5-1 0,-10-2 10 15,5 2 3-15,5-3 6 0,-5 2 3 0,2-1 5 16,-3 0 1-16,0 7 2 0,2-3-10 0,1 4 1 16,-5-1-3-16,4-1-6 0,-4 5-13 0,3-2 8 15,-3 4-16-15,-2 3-3 0,5-7-1 0,-5 7-3 16,0 0-3-16,0 0 0 0,0 0 1 0,0 0-16 15,9 17 13-15,-9-17-2 0,7 12 1 0,0-1-2 16,-4-2 1-16,0 6-1 0,-1-4-6 0,5 2-3 16,1 1-9-16,-1-2 3 0,1-2-6 0,-2 0 3 15,-4-2 1-15,3-2 1 0,-2-2 0 0,-3-4 0 16,12 11 3-16,-12-11 10 0,10 5-14 0,-10-5 8 16,0 0 1-16,0 0 2 0,26-16 5 0,-17 13 3 15,-1-2 6-15,0-6 17 0,0 0-6 0,4-2 30 16,-2-1 12-16,-3 5 4 0,1-7 7 0,3 1 4 15,-7 4 2-15,4 1 6 0,-3-5-5 0,2 5-8 16,-2-1-6-16,5 0-7 0,-9 9-9 0,6-8-5 16,-6 8-6-16,4-5 0 0,-5 7-15 0,7-7-4 15,-7 7 0-15,0 0-11 0,8 0-2 0,-8 0-11 16,0 0-17-16,0 0-6 0,9 15-8 0,-3-11-16 16,1 5-12-16,-4-1-6 0,4 4-27 0,1-2-15 15,4-2-22-15,-6 4-23 0,3-1-29 0,-1-4-29 16,7 2-39-16,0 0-52 0,-9-6-36 0,9 1-249 15,-3-2-633-15,-1-2 280 0</inkml:trace>
  <inkml:trace contextRef="#ctx0" brushRef="#br0" timeOffset="7081.65">8808 963 139 0,'-6'-6'246'0,"6"6"-3"0,0 0 2 0,0 0-13 15,-2-6-8-15,2 6-19 0,0 0-16 0,0 0-16 16,0 0-14-16,0 0-13 0,0 0-13 0,0 0-15 16,0 0-10-16,0 0-12 0,0 0-9 0,0 0-10 15,0 0-9-15,0 0-6 0,0 0-5 0,13 13-7 16,-6-6 0-16,-4-3-4 0,4 2-10 0,-2 0 0 16,-2 5-6-16,7-4-7 0,-5 2 2 0,2 2-2 15,-1 1-5-15,-1 4 0 0,5-1 1 0,-3 1-7 0,-2-1 2 16,0-1-9-16,1 2 2 0,3-4-1 0,-4 5-1 15,-4-8-1-15,6 1 0 0,-7-2-1 16,7 1 1-16,-7-3 3 0,6 0-3 0,-4 0 11 16,-2-6 11-16,6 3 8 0,-6-3 14 0,0 0 7 15,0 0 8-15,20-8 6 0,-16 3 2 0,2-3 11 0,-1-2-3 16,-3-7-4-16,8 3 0 0,-5 1 7 0,1-1-9 16,1 4 11-16,0-4-3 0,-1 4 1 15,-2-3-8-15,0 4-5 0,0-1-6 0,1 3-4 16,-4-2-3-16,6 3-8 0,-5 1-4 0,-2 5-9 0,3-5-1 15,-3 5-5-15,3-10-11 0,-3 10 3 0,2-2-5 16,-2 2 1-16,0 0 0 0,13 0-4 0,-13 0-4 16,13 12-1-16,-6-10 3 0,0-2 0 15,-1 5-15-15,-1 3 1 0,7-1-6 0,-10-1 1 16,6 0 1-16,-2-3-4 0,-1 4-5 0,2 1-9 0,-4-1-2 16,-1-3 6-16,5 0 7 0,1 5-19 0,-8-2 12 15,3-2 10-15,0-2 0 0,-3-3 2 0,9 12 1 16,-4-10 2-16,-5-2 3 0,0 4 5 0,0-4 10 15,0 0 6-15,0 0-10 0,0 0 17 0,15-14-7 16,-14 10 0-16,4 1 8 0,4-3-6 0,-3 0 4 16,2 1 3-16,-1-2 3 0,1 4 4 0,-8-3-1 15,7-2 3-15,0 3-3 0,-1-3 2 0,-4 3 0 16,4-2-7-16,1 0 2 0,-7 7-4 0,7-5-6 16,-6 2-3-16,-1 3-9 0,0 0 0 0,9-5-1 15,-9 5-5-15,0 0-7 0,0 0 10 0,13 8 0 16,-13-8-4-16,6 14-1 0,-4-13-5 0,6 6 2 15,-4-2-5-15,-1 7-10 0,2-5-4 0,-2 1-4 16,4 6-5-16,0-7-9 0,-2 5-2 0,-1-4-4 16,3-1-16-16,0 3-17 0,1-3-16 0,2-3-36 15,0-1-41-15,3-2-42 0,-13-1-33 0,22-1-68 16,-9-3-47-16,-5 4-243 0,0-8-653 0,4 1 290 16</inkml:trace>
  <inkml:trace contextRef="#ctx0" brushRef="#br0" timeOffset="7781">9537 974 237 0,'0'0'279'0,"0"0"-16"0,0 0-18 16,0 0-25-16,0 0-19 0,0 0-23 0,0 0-19 15,0 0-16-15,0 0-14 0,0 0-14 0,-4 13-9 16,4-13-11-16,4 11-10 0,-1-4-6 0,0-1-10 15,-1 1-3-15,5 4-7 0,-1-2-6 0,2-2-5 16,-6 1-3-16,3 1-4 0,3-1-6 0,-1 5-4 16,1-5-5-16,1-4-4 0,-3 3 0 0,2 1-4 15,-3-5-1-15,4 2 1 0,-3-1-3 0,8-4-1 16,-14 0 0-16,16-3-2 0,-8 2-1 0,-1-1 0 16,5-3 1-16,-12 5 0 0,9-9 4 0,0 2 16 15,2 3 20-15,-4-3 4 0,-4 2 4 0,6-4 4 16,-4 1 5-16,-2 3-11 0,3 0-2 0,1-3-5 15,-2 5 5-15,-5 3-16 0,8-8-2 0,-4 5-4 16,-4 3-5-16,11 0-4 0,-3-1 0 0,-8 1-8 16,17 1-3-16,-5 2 6 0,-2 1-9 0,8 2 2 15,2 3 5-15,-1-4-1 0,11 3-10 0,7 4 1 16,-8-2-5-16,16 5 1 0,5-1 0 0,-1-1 0 16,-1-4-1-16,4 2 1 0,-3-3-7 0,-4-4 8 0,6-5-4 15,-8-1 4-15,-9 1-2 0,-1-3-2 16,-2-4-1-16,-1-6 5 0,-4 2-3 0,-7 0 0 15,2-3 0-15,-6 6 2 0,-7-9-5 0,6 5-5 16,-1-4-2-16,-7 0 8 0,-6 1 2 0,2-2-3 0,-2 5 6 16,-2-4-3-16,-3 3 4 0,4-5 2 15,-4 7 7-15,-3 1-13 0,1 2-2 0,0-1-1 0,-1 1 8 16,-5 3 1-16,5 0-1 0,-4 3 0 16,0-1-3-16,-1 2-2 0,-5 4 1 0,0-1-3 15,-1 3 9-15,1 2-10 0,0 3 1 0,2 2-3 0,-6 5 4 16,7-2-2-16,2 1 1 0,1 3-3 0,-3 4 3 15,5-2 3-15,4 7-2 0,-1 12-1 16,6-8 6-16,-1 3-2 0,4 5-1 0,-4-2 2 16,5-4 0-16,4 6 3 0,1-8 0 0,4-1-5 0,-4 1 2 15,0-3 17-15,5 3-21 0,2-4 7 0,-5 0-7 16,5-2 7-16,-3-3-3 0,-1-4 1 0,1-3 5 16,-4 1 0-16,1-8-11 0,-3 1-14 15,-1-2 21-15,3-2-3 0,-6 1-13 0,-2-6-20 16,7 0-35-16,-7 0-42 0,0 0-46 0,0 0-64 0,-5-26-78 15,1 17-282-15,-4-10-624 0,-7-6 276 0</inkml:trace>
  <inkml:trace contextRef="#ctx0" brushRef="#br0" timeOffset="7964.72">9878 693 273 0,'-5'-13'253'0,"0"1"-22"0,0 2-26 15,3 1-20-15,-1 2-23 0,3-1-49 0,-7 4-94 16,7 4-112-16,-6-11-132 0,6 9-244 0,0 2 108 16</inkml:trace>
  <inkml:trace contextRef="#ctx0" brushRef="#br0" timeOffset="10216.11">1690 2187 22 0,'34'-1'136'0,"-2"-4"1"0,1 3-1 16,-3-1-4-16,-1 1-4 0,1 0-2 0,-2 1-9 15,-1-3-3-15,-4 1-9 0,-1-1-9 0,4 3-5 16,-4-3-5-16,-1 0-6 0,6 0-5 0,-6 4-1 16,2-3-12-16,2-1-4 0,-3 1-2 0,9-1-6 15,-11 3-6-15,0-1-4 0,15 2-3 0,-6-2-2 0,-1-1-4 16,9-1 2-16,-6 3 3 0,4-6 2 0,-2 6-3 15,0 1-1-15,0 0-6 0,19-2 3 16,-11 2-4-16,-9-1-2 0,4-2-2 0,7 0 3 16,7 1-6-16,-6-3-2 0,1 5 0 0,1-6-3 0,-3-2 7 15,2 8 1-15,6-4-3 0,-16 4 0 0,12-4 7 16,-3 1-4-16,4-4-3 0,-3 5 4 0,1-4-1 16,-9 2 0-16,7 4 5 0,-7-3-7 15,-2 1-3-15,-2-3-2 0,15 0-1 0,-17 3 2 0,7-2-5 16,-1 1-1-16,-3-1 6 0,11 2-11 0,-9-3 2 15,-3 3-2-15,2-3 2 0,0 2-1 0,0-1 2 16,-2-1-3-16,13 4 8 0,-13 1-11 0,-1-7 3 16,4 7-3-16,-1-1 0 0,-4 0 0 15,4-1 2-15,-3 1-3 0,-1-3 1 0,4 3-1 0,-4-1-1 16,4 2-2-16,-4-1 2 0,4-2 3 0,-5 3-3 16,0-4-2-16,5 2 2 0,-4 0-2 0,-1-2 3 15,0 5-2-15,3-3 2 0,3 0 4 0,-4-3-6 16,-3 2 1-16,3-1 1 0,1 1-5 0,-2 1 5 15,1-1-2-15,1 0 1 0,-7 2 0 0,7 0-3 16,-1-2 3-16,-2 3-2 0,-2-4 1 0,2 1 1 16,4 2-1-16,-2-3-2 0,-2 2 4 0,-1-3 1 15,1 1-1-15,0 1-2 0,0 2-3 0,-2-4 4 16,2 2 2-16,-2-1-6 0,2 0 3 0,-1 0 1 16,6 0 4-16,-10 1-8 0,11-2 3 0,-16 3-3 15,10 1 2-15,0-3 0 0,-2 0 2 0,2 1-1 16,1-1 1-16,-1 3-3 0,-2-6 3 0,2 6 0 15,1-1-3-15,-9 1 1 0,14 1 2 0,-6 0-2 16,3-3 1-16,0 3 3 0,1 0-5 0,-1-1 4 16,11-1-2-16,-7 2 1 0,-1-2 0 0,-6 2-2 15,6 0 0-15,7-3 1 0,-6 2-3 0,-6 0 4 16,14-4 0-16,-10 5 0 0,-2-2 0 0,2-1 2 16,1 3-3-16,7 0 2 0,-8 0-1 0,1-1 0 15,-3 1-6-15,0-6 4 0,0 6 2 0,-1-1-1 16,4 2 7-16,14-2-8 0,-19 2 1 0,3-2 0 15,-3-1 2-15,4 2 0 0,-4-5-1 0,1 5-2 16,4-1-1-16,-1 1 2 0,-4-3 1 0,4 0 4 16,10 3-2-16,-11-5 0 0,-2 5-1 0,4-1-4 15,-1-1 2-15,-2 2 1 0,15 0 1 0,-15-1 1 16,15 2-2-16,-8-2-2 0,-4 1 2 0,1-3 3 16,-2 3-4-16,-4 0 4 0,4-1-3 0,-2-1-1 15,2 2 1-15,9 0 0 0,-9 0 0 0,11 0 0 16,-11-2 7-16,-2 2-11 0,0-3 4 0,1 1 1 15,2 0-3-15,-3 4-2 0,0-7 3 0,13 0-1 16,-12 5 0-16,2-1 4 0,-6 0-1 0,8 1 0 16,-8-5 1-16,6 4-1 0,7-3-3 0,2 4-1 15,-2-4 2-15,-5 4 2 0,7 0 0 0,-12 0 8 16,0 0-2-16,16 0-5 0,-4 0 0 0,3 0-1 16,-3 0-3-16,-4-1 5 0,-4 2-3 0,11-2 8 15,-15 1-7-15,1 1 1 0,3-2-1 0,6-1-1 0,-10 2 3 16,3 0-1-16,1 0-2 0,-7 0 3 0,4 0 3 15,-1-1 4-15,1 2 1 0,-1-2 2 16,0 1 0-16,-3-4-3 0,1 4 0 0,-3 0-2 16,4 0 1-16,-1-1 1 0,2-1-1 0,-3 0-2 15,-2 0-4-15,2 2 10 0,0 0-10 0,-1 0 2 0,6 0 0 16,-3-3-2-16,-3 2 2 0,1 1 1 0,0 0-6 16,5-4 7-16,8 1-5 0,-13 3-1 15,3 0 2-15,0 0-4 0,0-2 3 0,2 2 1 16,-4-2 0-16,4 2-2 0,-4 0 0 0,6 0 9 0,-2-1-8 15,-6 1-1-15,8 0 1 0,-2 0-2 0,-1-4 4 16,-1 4-6-16,-1-1 3 0,4 1 9 0,-6-2-2 16,6 2 7-16,-6 0-2 0,3-1 0 15,-8-2 4-15,5 0-1 0,-2 1 1 0,-3 1 3 16,-5 1-2-16,10-2-3 0,-7 2 2 0,-7 0 1 0,7 0 0 16,-4-1-2-16,2-2-2 0,-6 3 0 0,2-1 10 15,-4-1-13-15,0 2-2 0,-3-1-1 0,2 1-1 16,-2-4 0-16,1 3 0 0,-1-1-2 0,-10 2-1 15,15 0-1-15,-8-4 1 0,-7 4-1 0,15 0-7 16,-15 0 6-16,9 0-3 0,-2-3 4 0,-7 3-6 16,0 0-4-16,15-2-13 0,-15 2-20 0,0 0-26 15,7-1-23-15,-7 1-38 0,0 0-53 0,0 0-61 16,0 0-52-16,0 0-151 0,0 0-479 0,-37-10 213 16</inkml:trace>
  <inkml:trace contextRef="#ctx0" brushRef="#br0" timeOffset="11247.34">1733 2112 48 0,'-5'1'92'0,"0"7"-13"0,-2 1-3 0,0-2-14 16,-1 1 17-16,2 2 0 0,-6-1 6 0,2 1 2 16,-3-3-3-16,3 5 7 0,-3-4 0 0,-1 1 4 15,6-5 1-15,-5 3 4 0,-2 1 4 0,3-4 10 16,-3 0 2-16,-1 0 5 0,4-7-3 0,-8 6 2 16,6-3 0-16,-6-3-4 0,3 2-4 0,-1-3-1 15,-4 0-7-15,3 0 11 0,-1-3-19 0,2 0 5 16,1 2 1-16,-1-2-6 0,3-1-4 0,0 1 1 15,0-3-3-15,-1 2-8 0,2 1-6 0,-1-1-4 16,5 1-6-16,1 2-10 0,5-1-5 0,-7 3-7 16,6-2 2-16,5 5-10 0,-10-5-7 0,10 5-1 15,-7-7-6-15,7 7-4 0,0 0 0 0,0 0-6 16,-15 8-17-16,5-1-17 0,4-2-24 0,2 2-23 16,-2 4-36-16,-4-2-27 0,5 2-45 0,-2-3-61 15,-1 6-74-15,0-1-161 0,1 1-512 0,-3-1 227 16</inkml:trace>
  <inkml:trace contextRef="#ctx0" brushRef="#br0" timeOffset="24096.85">4200 3174 71 0,'0'0'289'0,"-8"-1"-4"16,8 1-1-16,-8-3 2 0,8 3-4 0,-10-4-6 15,10 4-3-15,0 0 0 0,-13-3-10 0,13 3-2 16,-9-2-9-16,9 2-11 0,-5-5-9 0,5 5-13 16,0 0-20-16,0 0-22 0,0 0-8 0,0 0-17 15,0 0-13-15,0 0-20 0,0 0-14 0,-9-2-10 0,9 2-11 16,0 0-13-16,0 0-8 0,0 0-12 16,0 0-11-16,0 0-6 0,0 0-8 0,0 0 1 15,31 7-3-15,-21-7-6 0,3 2 1 0,2 0-6 16,7 3-7-16,-8-4-21 0,6 1-2 0,-5-1-3 0,0 3-9 15,2-4-7-15,-6 2-7 0,1-2 5 0,-4 0-7 16,-8 0 3-16,20 0-3 0,-13 1-1 0,-7-1 5 16,10 0-6-16,-10 0-10 0,0 0-1 15,13 2-35-15,-13-2-23 0,0 0-39 0,0 0-44 0,0 0-65 16,0 0-51-16,0 0-302 0,0 0-667 0,0 0 296 16</inkml:trace>
  <inkml:trace contextRef="#ctx0" brushRef="#br0" timeOffset="60795.88">5516 2681 168 0,'0'-7'358'16,"0"0"11"-16,0-1 3 0,0 1-2 0,0-2 9 15,0 1-10-15,7 2-14 0,-7-4-14 0,0 7-15 16,0 3-12-16,0-11-11 0,0 11-10 0,0-8-19 15,0 8-21-15,0 0-25 0,0 0-24 0,0 0-29 16,-7-5-21-16,7 5-19 0,0 0-17 0,0 0-18 16,0 0-6-16,0 0-10 0,0 27-11 0,0-15-3 15,0 3-6-15,0 3-6 0,0 0-5 0,7 8-9 16,-14-6-3-16,7 4-4 0,7 3-2 0,-7-3-3 16,2 3-6-16,4 0-25 0,2 0-21 0,-3 0-23 15,-3-7-19-15,6-2-16 0,1 6-23 0,-1-8-24 16,2 2-32-16,-2-1-20 0,5 1-32 0,-3-9-17 15,4 3-25-15,-5-3-28 0,3 0-27 0,-5 0-25 16,3-7-27-16,-4-1-33 0,-6-1-202 0,13 0-643 16,-13 0 285-16</inkml:trace>
  <inkml:trace contextRef="#ctx0" brushRef="#br0" timeOffset="61045.37">5185 2706 242 0,'-8'-6'371'0,"1"0"1"0,6 2-6 0,-4-4-26 15,3 4-20-15,2-4-28 0,2 1-30 0,4-2-29 16,9-5-22-16,5 5-18 0,5-6-19 0,3 0-15 16,0 6-17-16,2-2-3 0,1-4-22 15,1 8-17-15,11-5 3 0,-7 1-21 0,6 4-7 0,-12 0-8 16,1 0-7-16,0 4-15 0,-1-1-39 0,2 0-40 15,-12 0-35-15,1 0-42 0,1 4-37 0,-8-1-45 16,0 2-43-16,-4-1-42 0,3 1-30 0,-6 4-208 16,1 1-559-16,-8 0 247 0</inkml:trace>
  <inkml:trace contextRef="#ctx0" brushRef="#br0" timeOffset="61895.96">5796 2898 171 0,'0'-6'389'0,"0"6"-9"16,0-8 0-16,0 8-18 0,0-9-16 0,0 9-15 15,0-10-23-15,0 10-31 0,2-5-28 0,-2 5-30 16,5-4-22-16,-5 4-25 0,10-3-17 0,-10 3-20 15,0 0-17-15,26 11-10 0,-9-7-10 0,-2 7-11 16,1 2-6-16,-1-1-13 0,8 5-6 0,-8-1-8 16,5 0-4-16,0 6-11 0,-5-2-1 0,1 4-2 15,-3-1-9-15,-4-8-1 0,-1 5-3 0,0-1-7 16,-3-6-3-16,0 4 5 0,-1-8-3 0,-4 3 1 16,0-5 4-16,-7-2 0 0,4 1-7 0,-6-6 7 15,9 0 10-15,-18-6 13 0,7 1 10 0,1-3 9 0,-7-6-4 16,4 1 0-16,5-6 0 0,-1 1-5 0,4-1-8 15,4-1-4-15,-1 1-7 0,4-2-7 16,3-6-10-16,1 11-3 0,6-3-4 0,1 8-4 0,4-6-3 16,-1 7-4-16,1-1-14 0,4 5-13 0,6 3-12 15,-1 3-18-15,-1 0-4 0,3 3-4 0,2 2-3 16,-2 0-16-16,2 5-8 0,0-3-3 0,-2 1-4 16,3 4 2-16,-4-5-12 0,-1 1 1 0,2 1-1 15,-6-5 6-15,-1 2 8 0,-4-5 11 0,3 1 12 16,-4-2 3-16,4-2 14 0,-2-1 5 0,-1-1 6 15,-1 0 3-15,-1-5 6 0,0-1 7 0,-1-2 3 16,-6 4 4-16,0-6 18 0,5 1 16 0,-6-1 25 16,-2 1 5-16,0-1 3 0,-3 2 4 0,1 4 12 15,-6-4-3-15,6 4 1 0,-8 0-14 0,5 8-3 16,-5-11-15-16,0 9-4 0,5 2 3 0,-18 0-4 16,18 0-3-16,-23 7-2 0,9 0-5 0,-2 4 1 15,1 0-7-15,-2-4 2 0,2 11-2 0,1-8-3 16,2 5 4-16,5 1 1 0,-3-3-9 0,4 2 9 15,1-3-5-15,3-2 2 0,9 2 3 0,6 0-7 16,-5-1 2-16,7 0-1 0,3-3 6 0,2 0-4 16,10-2-11-16,3-3 3 0,-3-3 1 0,15-1-6 15,-14-3-3-15,5 0-4 0,-6-2 3 0,15-4 5 16,-14-2-7-16,3 1 5 0,-6-3 0 0,-2 2 8 0,-4-4 4 16,-2 5-6-16,-6-1 5 0,-4-1 7 0,4 4 7 15,-3-4 24-15,-8 2 12 0,2 0 7 16,0 2 13-16,-8 6-9 0,1-4 0 0,-4 0-13 15,3 1-2-15,-7 1-3 0,-7 3-6 0,4 2-5 0,-2 2 4 16,-2-2 0-16,-1 5-5 0,2 1 2 0,-4 3-6 16,2-2-1-16,-6 9-5 0,9-5-2 15,-3 2-3-15,10-1 8 0,-5 2-8 0,4 1-3 16,8 3 2-16,1-3-4 0,1 3-3 0,4-6 5 0,4 6 0 16,-1-3-3-16,7 3-2 0,6-2 2 0,9-1-17 15,-3-1-33-15,4-1-45 0,12 2-26 0,-11-4-42 16,-1-2-57-16,4-3-58 0,11-5-79 0,2 3-70 15,-16-3-218-15,-3-2-686 0,6-4 303 0</inkml:trace>
  <inkml:trace contextRef="#ctx0" brushRef="#br0" timeOffset="62594.44">8055 2453 54 0,'2'-14'354'0,"-2"-1"-5"0,2 5-21 16,1 0-20-16,-3 3-37 0,2 1-32 15,-2 6-31-15,1-6-21 0,-1 6-22 0,0 0-11 16,0 0-21-16,5 22 3 0,-3-10-27 0,0 7-14 15,2 4-4-15,-2 4-7 0,3-1-8 0,-5 3-7 0,3-1-8 16,4-1-2-16,-2 4-7 0,-2-4-6 0,4 3-7 16,-7-3-1-16,7-4-3 0,-7-4-7 15,3 1 1-15,-1-4-4 0,-1-2 2 0,2-2-6 16,-1 0 3-16,0-8-1 0,-1 5-1 0,-1-3 3 0,4-1 29 16,-4-5 0-16,8 3-1 0,-8-3-14 0,0 0-2 15,0 0-10-15,25-6-7 0,-12 4-2 0,2-4 2 16,7 5-1-16,-1 1-7 0,-4 0-1 0,9 1-9 15,-1-1 5-15,6 8-1 0,-3 1-7 0,-4-3 3 16,2 6 1-16,-3 2 3 0,2 1-11 0,-10-2 1 16,-2-1 0-16,1 3-3 0,0-1 2 0,-4 1-2 15,4-1 3-15,-8 0-3 0,-6-2 2 0,7-3 0 16,-12 1 3-16,3-1 12 0,-4-2 3 0,-8 0 8 16,-1 2 11-16,-1-6 10 0,1-2 2 0,-5-1 18 15,-6-1-20-15,4-2 4 0,-1 0-2 0,-4-4-6 16,4 1-9-16,7-1 2 0,1 0 2 0,2 0-9 15,1 1-10-15,2-1 2 0,3 0-18 0,7 0-29 16,0-1-25-16,0 1-23 0,7 0-28 0,8 0-19 16,5-2-23-16,-4 2-23 0,13-7-25 0,-3 8-22 15,7-1-19-15,15-4-9 0,-6-1-11 0,2 3 0 16,-9 2 5-16,-4 0-156 0,4 0-441 0,2 1 196 16</inkml:trace>
  <inkml:trace contextRef="#ctx0" brushRef="#br0" timeOffset="63895.38">8830 2837 987 0,'18'-8'-59'0,"0"2"40"0,-9 0 16 16,4 0 48-16,-3-2 35 0,-5 7 26 0,-4-5 18 0,4 0 12 15,-5 6 4-15,0-9 5 0,0 9-13 16,-11-9 2-16,-4 8-1 0,3-1 4 0,1 2-2 16,-4-2-8-16,-7 4-3 0,1 1-15 0,4 4-7 0,-6 3-7 15,3-3-7-15,-1 5-3 0,4-3-11 0,1 3-7 16,-4 0-2-16,10 3-10 0,-2 0 8 0,6-2-18 16,-3 1-3-16,8-1-1 0,1-2-3 15,-5 0-11-15,10-1 2 0,1 0-3 0,-2 1 0 0,2-5-1 16,11 1-6-16,1 1-3 0,-1-5-14 0,2 4-5 15,3-7-15-15,4-3-7 0,-4 0-1 0,1 1-8 16,0-5 8-16,4-3 1 0,-11 4 3 0,6-5 3 16,-7-1 0-16,3 2 4 0,-3 0 5 0,1-1 3 15,-7-1 13-15,-3 5 8 0,1-4 12 0,-1 2 7 16,-2 2 5-16,1 0 3 0,0 2-2 0,-4-3 3 16,-1 8-2-16,5-7-4 0,-3 2-9 0,-2 5-9 15,0 0-4-15,2-6-1 0,-2 6-7 0,0 0 4 16,0 0-7-16,0 0 6 0,0 0-9 0,0 0 7 15,6 16-2-15,-4-8 0 0,3-1-5 0,-3 1 4 16,2 2-6-16,-2-1 1 0,5-1-3 0,-4 4-3 16,4-3-9-16,-1-1 3 0,1 1-6 0,-2-2 2 15,-2-3-2-15,2 3 3 0,-2-5 6 0,-3-2 12 16,9 7-6-16,-9-7-1 0,0 0 3 0,0 0-3 16,0 0 1-16,16-9 0 0,-14 2 1 0,5 3 4 0,-6-2-5 15,6-3 4-15,-4-2-1 0,4 4-1 16,-1-5 1-16,1 4-2 0,3-4 2 0,5 0 9 15,-5 2-11-15,1 1-2 0,3 0 10 0,1 0-12 16,-1 0 4-16,-7 3-3 0,6 1 0 0,2-2-1 0,2 5 1 16,-11-1 1-16,9 3-1 0,-15 0-3 15,20 0 3-15,-10 3-3 0,2-1 6 0,-2 4-4 16,3-3 3-16,-3 2-2 0,5 2 4 0,-9 1-4 16,3-3 6-16,-5 2-6 0,3-2 5 0,0 5-3 0,-4-3 4 15,2-2-3-15,-3 3 0 0,3 0 14 0,-4-2-11 16,1 0-4-16,-4 1 1 0,2-7 3 0,0 11 2 15,-3-8 0-15,-2 2 3 0,-2-2-3 16,7-3 5-16,-15 1-4 0,9 0 0 0,6-1 5 0,-15 0-5 16,15 0 8-16,-15 0 1 0,15 0 2 0,0 0 0 15,-15-1 10-15,15 1-11 0,-6-3-4 0,6 3-10 16,0 0 4-16,0 0-9 0,14-9-5 0,-2 5-10 16,5 1-11-16,11-4-8 0,-8 2-6 0,11-3-12 15,2 0-4-15,4 1 0 0,-1-1 0 0,9 1 0 16,6-2 2-16,-3-2-1 0,-15 10 10 0,12-6 8 15,-10-2 3-15,-2 1 4 0,-2 2 4 0,-4-5 3 16,-1 7 7-16,-9-2 3 0,2 1 15 0,-4 0 19 16,-5 1 17-16,-3-1 21 0,6 0 5 0,-6 2 7 15,-6-3 2-15,6 2 3 0,-7 4-1 0,3-11-3 16,-3 6-8-16,0 5 1 0,-1-8-4 0,1 8-6 16,-4-10-4-16,-1 8-9 0,5 2-5 0,-8-5-2 15,8 5-2-15,-15 3-2 0,15-3-6 0,-21 2-1 16,12 0-4-16,-2 3-2 0,3 1-1 0,-1 1-2 15,1 0 6-15,-4 0-8 0,4 5 0 0,0-3-2 0,1 0-4 16,6 2-1-16,-4-3-5 0,5 9 4 16,0-7 0-16,6 4-2 0,3 2-7 0,5-4-3 15,6 3-10-15,8-4-11 0,1 2-14 0,2-2-8 0,9-2-11 16,4 2-14-16,-1-7 0 0,5 0 0 0,-1-4 0 16,-2 2 4-16,-11-5 5 0,-1 0 6 15,0-5 8-15,-3 0 7 0,-5 0 4 0,-2-3 11 16,-6 3 8-16,-1-3 22 0,-6 2 20 0,-3-2 20 0,0 3 6 15,-6-2 13-15,3 0 4 0,-8 1 3 0,-2 0 5 16,-3 0 13-16,-1 3-3 0,-3-4 3 0,-2 4 6 16,-1-1 2-16,-4 3 2 0,3 3 1 15,-6-1-3-15,2 2-5 0,-3 2-5 0,3 2-3 0,-7 4-9 16,6-2-8-16,1 4-10 0,1-1-3 0,5 1 0 16,2 4-10-16,3 2 3 0,-5 0-1 0,5-1-12 15,2-2 0-15,3 5 3 0,5-5-7 0,-5 1 0 16,5-1 1-16,5 1 1 0,-4-5-6 0,8 3 1 15,4-5-6-15,-5 1 4 0,10-4-5 0,-1-1 5 16,6-1-1-16,-3-4 1 0,5-2-2 0,3-4-5 16,3 1 3-16,-6-6-5 0,2-1 1 0,1-4 0 15,-2-3 0-15,6-5-1 0,-9 2-2 0,3-11-4 16,-1 1-7-16,-3-5 9 0,1 3-2 0,-7 1 4 16,-1-6 2-16,-3 2 6 0,-4 9 15 0,-1-3 21 15,-1 3 16-15,-4 0 10 0,-2 3 18 0,7 2-3 16,-9-1 16-16,-3 9 13 0,5 1 7 0,-2 5-1 15,2 0-3-15,-6 3-11 0,6 0-9 0,-7 1-20 16,6-1-15-16,1 8-6 0,-15 0-9 0,15 0-7 0,-20 19 1 16,5-7-9-16,0 10-1 0,0 2-4 15,0 3 1-15,2 1-7 0,6 2-1 0,-3 9-1 16,5-8-3-16,4 1 1 0,1 7-11 0,0-5-19 0,5 3-22 16,1 3-25-16,4-9-24 0,-1 0-35 0,4-4-45 15,3-3-31-15,6-5-47 0,-2 1-51 0,3-2-70 16,7-10-87-16,-7-4-325 0,3 0-835 0,-4-4 370 15</inkml:trace>
  <inkml:trace contextRef="#ctx0" brushRef="#br0" timeOffset="64444.86">11956 2260 166 0,'4'-10'443'16,"2"-3"-8"-16,1 2-10 0,-5-7 1 0,1 8-5 16,2-4-1-16,-5 4-9 0,0 0-10 0,0 3-23 15,5-2-33-15,-5 5-44 0,0-3-44 0,0 7-29 0,0 0-20 16,0 0-26-16,0 0-15 0,-5 26-19 16,0-8-14-16,0 9-9 0,0 3-12 0,3 15-12 15,2-2-10-15,0 4-7 0,0-1-10 0,2 1-5 16,3-1-5-16,5 1-8 0,-3-2-4 0,6-3-23 0,-5-2-25 15,12-1-27-15,-12-15-34 0,1 2-40 16,-3-7-38-16,2-5-38 0,4 1-44 0,-4-8-28 16,1-4-48-16,-1 2-62 0,5-10-57 0,-5 2-56 0,2-9-247 15,-5-3-772-15,4-4 342 0</inkml:trace>
  <inkml:trace contextRef="#ctx0" brushRef="#br0" timeOffset="64646.56">11885 2198 163 0,'-10'-4'363'0,"5"1"14"0,-1-1 21 0,6 4-1 0,0 0-1 16,-8-3-14-16,8 3-14 0,0 0-19 0,0 0-18 15,-5-9-20-15,5 9-33 0,11-4-27 0,-3-3-25 16,4 2-24-16,8-2-21 0,0 6-16 0,8-10-19 16,-5 3-16-16,7 0-15 0,0-3-27 0,-1 8-50 15,1-1-60-15,5-1-70 0,0 2-71 0,-9 3-70 16,-4 3-69-16,4 5-63 0,1-4-55 0,-6 4-257 15,4 7-732-15,-10-4 324 0</inkml:trace>
  <inkml:trace contextRef="#ctx0" brushRef="#br0" timeOffset="65028.42">12284 2566 101 0,'-1'5'296'16,"1"-5"-1"-16,0 0-20 0,0 0-19 0,0 0-20 15,0 0-26-15,14 5-21 0,-14-5-20 0,17-2-16 16,-4 2-15-16,-13 0-15 0,17-3-13 0,3 2-10 0,-4-3-12 16,4 4-4-16,-3-1-13 0,4-2-4 15,1-1-11-15,-1-3-17 0,2 5-21 0,-1-4-20 16,-2-2-16-16,-2-3-19 0,2 2-14 0,0-1-3 16,-2 0-3-16,-3 2-2 0,-7-6 6 0,5 4 4 0,-6 1 5 15,-2 1 6-15,-2 0 13 0,-3-3 15 0,-3 7 10 16,-2-4 8-16,-2 4 16 0,1-3 18 0,-9 7 12 15,-3 0 10-15,-2 3 5 0,-2 1 16 0,-6 0 2 16,2 5 11-16,-4 0 6 0,8-3-8 0,-11 3 4 16,12 4-9-16,4 1-11 0,-4-2-7 0,-1 6-8 15,9-3-2-15,5 0-11 0,-1 0-3 0,6 0-1 16,0 3-6-16,3-3-4 0,6 3 2 0,3-5 2 16,4 2-9-16,8-3-1 0,2 5-9 0,7-8-22 15,13 2-31-15,4-4-33 0,1 1-37 0,0-7-36 16,1 3-29-16,-1-7-28 0,5 1-29 0,-6-6-20 15,6-2-10-15,-4-6-8 0,-2 6-160 0,2-8-454 16,-11 1 200-16</inkml:trace>
  <inkml:trace contextRef="#ctx0" brushRef="#br0" timeOffset="65578.6">13143 2581 1226 0,'23'-18'-83'0,"-6"5"62"0,-4 1 55 0,0 1 52 15,-6 1 41-15,0 1 35 0,-4 1 33 0,0 3 11 16,-3-2 1-16,2 3 0 0,-2-3 0 0,0 7 7 16,-12-8-5-16,4 7 4 0,8 1-6 0,-23 1 5 15,8 0-14-15,-6 2-7 0,4 2-18 0,-10 7-16 0,11-2-12 16,-6 2-11-16,8-1-12 0,-11 4-10 0,10-2-11 15,0 2-11-15,2 5-11 0,-1-2-3 16,6-2-10-16,0 3-2 0,5-3-11 0,1 2 1 16,0 0-9-16,4-6-3 0,3 0-2 0,3 1-6 0,5-1-6 15,2-3-15-15,3-3-27 0,4 1-21 0,8-6-22 16,5-2-17-16,9-4-23 0,-9 2-6 0,10-7-9 16,-6-4-10-16,4-6-15 0,-4 0-14 0,4-7-17 15,-12-4-20-15,12-3-5 0,-12-2-19 0,3-3-2 16,-6 0 19-16,-2 1 26 0,-1 4 35 0,-15 9 48 15,10-12 36-15,-14 9 39 0,3 1 44 0,-3 1 12 16,-6 7 33-16,4-2 26 0,-4 2 13 0,-2 3 24 16,2-2 11-16,-2 5 10 0,2-3-2 0,-3 5-6 15,3 0-10-15,0 4-18 0,-3 1-20 0,-1 0-17 16,4 6-12-16,0 0-11 0,0 0-7 0,-14 15 1 16,10-3-12-16,-2 3 0 0,-1 3-4 0,2 3-8 15,2 3-3-15,-6 3-4 0,4 4-1 0,0 9 0 16,1-8-5-16,0 0 5 0,3-2-10 0,-1-2 6 15,0-1-9-15,4-1 1 0,-4-2-1 0,2-5-2 16,2-3 2-16,0-3 0 0,-1-6 1 0,4 4 3 16,-2-4 21-16,-1 1 31 0,1-5 38 0,-3-3-2 15,0 0-10-15,0 0-7 0,29-15-4 0,-16 9 1 0,2-3 8 16,-5-3-1-16,5 3 2 0,-1-3-8 0,1-2-9 16,0 3-10-16,0 2-2 0,-7-1-8 15,6 2-9-15,-8 4-11 0,3 0-3 0,-1 1-6 16,5 3-9-16,-13 0 1 0,22 2-7 0,-14 3 2 0,12 3-6 15,-5-1 3-15,1 5-3 0,-1 0 2 0,8 8-3 16,-5-2-6-16,1-2-23 0,-6 3-26 0,2-7-28 16,1 3-38-16,-1-2-40 0,-2 2-35 0,2-8-68 15,0 2-54-15,0 1-59 0,-2-6-81 0,4-1-411 16,3-3-930-16,-4-2 411 0</inkml:trace>
  <inkml:trace contextRef="#ctx0" brushRef="#br0" timeOffset="66012.28">14282 2397 73 0,'8'-9'300'0,"-1"1"5"0,-2 0 2 16,5 0-7-16,-5-3 10 0,1 8 1 0,-1-4-4 0,-3 2-3 15,3-2-6-15,-3 2-19 0,-2 5-7 16,1-4-30-16,-1 4-24 0,0 0-25 0,0 0-23 16,0 0-18-16,0 0-14 0,0 0-4 0,-25 0 3 0,17 4-5 15,-5 1-13-15,1 5-9 0,1-2-10 0,-3 0-11 16,0 3-6-16,5 0-12 0,1 1-4 0,0 1-7 15,1-5-7-15,2 6-3 0,4 1-2 16,1-2-5-16,1-4-6 0,6 6 2 0,-1 3-6 0,3 0-2 16,1-3-3-16,6-1-5 0,1 2-2 0,-4-4-4 15,4 3-1-15,-4-4-2 0,-2 2-3 0,-1-4-11 16,-1-3-10-16,-3 1-4 0,-1 1-9 0,2-4 1 16,-4-2-9-16,-3-2-18 0,0 6-6 0,0-6-28 15,0 0-19-15,-21 0-28 0,21 0-38 0,-22-1-40 16,2-4-54-16,2 2-57 0,0-1-66 0,1-4-313 15,-4 1-755-15,4 2 334 0</inkml:trace>
  <inkml:trace contextRef="#ctx0" brushRef="#br0" timeOffset="66462.19">15110 2504 407 0,'0'0'460'0,"8"-4"-2"0,-8 4-14 0,0 0-11 15,6-3-17-15,-6 3-23 0,9-4-40 0,-9-1-37 0,0 5-36 16,20-4-31-16,-4-2-26 0,12-2-21 0,7 4-23 16,10-2-15-16,14 0-19 0,21 5-12 0,11-9-12 15,0 8-14-15,5 2-12 0,5 0-11 0,1-2-7 16,-4 4-8-16,8 0-9 0,2 1-4 0,-12-1-11 15,-5 1-14-15,-9 0-15 0,-20 0-8 0,-13-3-17 16,4 1-10-16,-21-1-8 0,-6 0-4 0,-9 0-12 16,-1 0-13-16,-7-1-42 0,-1-2-54 0,-8 3-37 15,0 0-21-15,-17-12-25 0,-1 11-28 0,0-2-33 16,-12-1-32-16,-3 3-18 0,10-2-275 0,-7 0-672 16,8 0 298-16</inkml:trace>
  <inkml:trace contextRef="#ctx0" brushRef="#br0" timeOffset="66744.42">16434 2299 177 0,'0'0'287'0,"0"0"-14"0,0 0-19 0,0 0-21 0,0 0-16 15,0 0 27-15,0 0 33 0,24 20-8 0,-5-13 6 16,6 5-21-16,4 2-16 0,13 2-19 0,-11-5-18 15,14 5-18-15,-2 0-17 0,0-1-22 16,-3 0-6-16,-7-3-18 0,-2-7-8 0,-1 7-3 0,-7 2-22 16,-3-5-11-16,-5-2-14 0,0 4-2 0,-7-7-11 15,-1 5 1-15,-6-4-4 0,-4 2-4 0,-2 0 2 16,-5 0-15-16,-10 1-24 0,5-3-38 0,-13 3-48 16,5-2-35-16,-2 2-40 0,-1-1-43 0,-2 2-46 15,9 0-47-15,1-3-38 0,3 2-252 0,-1 0-630 16,3-1 279-16</inkml:trace>
  <inkml:trace contextRef="#ctx0" brushRef="#br0" timeOffset="67412.53">17640 2338 264 0,'9'-8'296'0,"-8"1"-20"15,6 6-26-15,6-5-19 0,-6-3-17 0,3 4-18 16,-4-1-16-16,9 1-18 0,-2-4-12 0,6 2-16 0,-8 1-15 16,-1 2-12-16,8-4-11 0,-6 1-6 15,1 2-12-15,-1-2 1 0,-2 4-13 0,5-4-3 16,-7 0-11-16,7 3-4 0,-4-3-4 0,-1 0-2 15,-3 3-4-15,1-2-2 0,-1 0-8 0,1 0-1 0,-6-1 0 16,3 0 0-16,3 3 3 0,-5-2-7 16,1-3 5-16,-4 5-1 0,0 4 1 0,0-11-6 15,0 6-1-15,0 5 0 0,-9-4-3 0,9 4-4 0,-20-4 6 16,9-3 0-16,-1 6 4 0,-6 2 2 0,0 6 0 16,-4-3 4-16,1 2 1 0,1 1 5 0,-7 1-1 15,-1 4 2-15,3 2-2 0,2-1-4 0,-5 4-4 16,8-1 6-16,7-3-5 0,-2 4-1 0,0-2-2 15,7 0-1-15,0 3-7 0,6-3 12 0,-3 5-10 16,12-4 3-16,1 0 5 0,5-2-13 0,12 2 4 16,2-1-9-16,2 1-14 0,16-5-26 0,5-3-35 15,-4-7-22-15,15 4-21 0,-4-2-20 0,2-11-24 16,-3 7-21-16,-1-3-9 0,3-4-13 0,-5-3 3 16,3 3 5-16,-9-6 13 0,4-3 26 0,-6 7 11 15,-16-3 14-15,4 2 31 0,-4-1 19 0,-11 3 41 16,-2 2 54-16,1-1 54 0,-6 2 26 0,-2 1 17 15,1 1 6-15,0 1 1 0,-10 3-7 0,8-3-9 16,-8 3-10-16,0-6-3 0,0 6 3 0,0 0 17 16,0 0-11-16,0 0-9 0,-37 9 3 0,21-3-9 0,-6 5 5 15,3-2-17-15,0-1-7 0,4 4-8 16,-6 7-6-16,-7-3-8 0,11-2-3 0,-6 2 0 16,-3-3 7-16,2 4-18 0,10-2-1 0,-6-2-24 0,5-1-30 15,0-1-27-15,0-2-33 0,0 0-33 0,2-3-30 16,5 0-23-16,1-3-43 0,-5 0-24 0,12-3-20 15,0 0-9-15,-18-8-9 0,16 1-138 16,2 2-443-16,-1-2 196 0</inkml:trace>
  <inkml:trace contextRef="#ctx0" brushRef="#br0" timeOffset="67578.45">18210 2431 934 0,'8'-12'-54'0,"-5"-3"43"0,9-1 48 15,-7 4 41-15,0 1 49 0,-2-1 50 0,4 5 19 16,-6 2 15-16,3 1 9 0,-1-3-7 0,-3 0-8 16,0 7-20-16,2-5-16 0,-2 5-22 0,0 0-19 15,0 0-14-15,0 0-13 0,0 0-9 0,0 0-6 16,0 0-6-16,5 20-6 0,-5-12-2 0,1 3-4 15,6 4-7-15,-1 0-3 0,9-2-6 0,-8 2-7 16,6 1 3-16,4-4-4 0,4 6-1 0,2-2-14 16,4-3-24-16,-1-3-36 0,4-2-40 0,2-2-38 15,-1 0-46-15,1-3-50 0,4-9-51 0,-3 3-38 16,0-3-192-16,2-5-526 0,-4 1 233 0</inkml:trace>
  <inkml:trace contextRef="#ctx0" brushRef="#br0" timeOffset="67794.66">18945 2302 107 0,'0'-6'205'15,"0"2"12"-15,0 4-3 0,0-8-13 0,0 8-16 16,0 0 6-16,0 0 7 0,0 0-2 0,0 0-4 16,-29 18-1-16,21-4-4 0,2 0 9 0,-9 8 4 15,1 5 8-15,6 1-5 0,0 11-3 0,1 2-6 16,6 1-14-16,-1 3-13 0,5 1-12 0,2 1-17 0,2 1-17 16,1-1-5-16,2-1-13 0,3 2-7 15,2-6-15-15,2 0-3 0,-7-12 2 0,1-3-14 16,2 0-9-16,-4-8-33 0,-1-4-47 0,-1 2-34 0,1-10-15 15,-1 1-42-15,1-6-67 0,-8-2-54 0,0 0-55 16,20-15-51-16,-19-1-265 0,4-2-656 0,-3-13 290 16</inkml:trace>
  <inkml:trace contextRef="#ctx0" brushRef="#br0" timeOffset="68094.42">18870 2214 336 0,'-5'-8'369'0,"-3"0"-2"0,1 0 10 0,1-1 3 16,1 3-8-16,1 2-11 0,3-4-26 0,1 8-30 16,-5-11-30-16,5 11-29 0,0-8-25 0,0 8-29 15,6-4-20-15,6 1-11 0,-12 3-24 0,18 0-13 16,0 0-14-16,1 3-12 0,-1 2-11 0,2 1-12 16,-4 2-6-16,4-1-3 0,0 2-14 0,-4 3-6 15,4-1-7-15,-3-1 0 0,-2 2-15 0,-4 1-5 16,-1 1-8-16,2 1-3 0,-7-3-6 0,0 3-4 15,-5-6-3-15,0 3-1 0,0 0-9 0,-5 0-1 16,0 0-7-16,-2-6-10 0,-6 6-17 0,0-4-21 0,-4-1-23 16,-3 1-32-16,4-3-23 0,-6 3-30 15,2-5-49-15,1-2-39 0,0 6-33 0,8-6-19 16,-1 1-30-16,-3-2-192 0,15 0-586 0,-13-2 260 16</inkml:trace>
  <inkml:trace contextRef="#ctx0" brushRef="#br0" timeOffset="69262.34">19315 2275 196 0,'0'0'339'0,"12"-1"-4"15,-12 1-11-15,8-5-6 0,-8 5-20 0,8-1-15 16,-8 1-34-16,0 0-26 0,0 0-21 0,0 0-23 16,0 0-17-16,0 12-13 0,0-12-11 0,0 0-11 15,-6 12-15-15,6-2-10 0,0-10-10 0,0 17-9 16,5-11-5-16,-4 3-11 0,6 0-7 0,-5 0-1 15,4 1-8-15,1-2-3 0,3-1-10 0,-5 1-11 16,6-2-5-16,-1 0-11 0,-3-4-14 0,1-1-9 16,5-1-4-16,-13 0-7 0,15-3-7 0,-15 3 4 15,19-9-2-15,-11 1-1 0,-3 4 7 0,1-7 0 16,-1-1 5-16,-1 5-2 0,1-2 4 0,-5-5 2 16,0 0 13-16,0 3 0 0,-2 2 5 0,2-5 4 15,-7 1 3-15,7 1 7 0,-1-1 1 0,-4 2 5 16,3 2 5-16,-3-2 1 0,2 3 6 0,-2-3 2 15,2 3 7-15,1 1-13 0,0 1 11 0,-3 0-6 16,5 6-9-16,0-8-3 0,0 8-13 0,0 0-1 16,0 0-9-16,0 0 4 0,12-1 10 0,-12 1-9 15,0 0 9-15,23 8-12 0,-15-3 9 0,4-2-13 0,0 6 14 16,2 1-14-16,1 2 1 0,2-4-3 0,-4 4 4 16,2-2-6-16,0 0 0 0,-2 0 12 15,2 2-15-15,-2-1-3 0,-4-2 6 0,-1 2-7 0,5-6 1 16,-6 1-2-16,1-4 0 0,-8 4-4 0,7 2-5 15,-6-4 6-15,-1-4 0 0,12 1 9 0,-12-1 16 16,3 3-15-16,-3-3 11 0,0 0 19 0,0 0 12 16,0 0 4-16,0 0 7 0,0 0 8 0,0 0-16 15,8-8 3-15,-4-1-5 0,-3 2-2 0,-1-3-2 16,9 2-2-16,-3-1-4 0,3 2-3 0,2-6-5 16,-1 2 0-16,5 2 4 0,-8 0-12 0,7 0 1 15,-2 0-4-15,-2 3-5 0,0 3-2 0,2-3-5 16,-6 3 1-16,4-1 1 0,-5 2-7 0,-5 2-3 15,18-3 4-15,-8 8 1 0,-10-5-7 0,15 7 5 16,-10-1 4-16,5 1 1 0,-2 1-2 0,4 4 3 16,-6-3-2-16,8 3 12 0,-4-2-22 0,5 2-12 15,-9 2-8-15,7-5-5 0,9 8-2 0,-7-4-10 16,5-4-6-16,-4 3-11 0,-1-5 1 0,7 0-3 0,-6-2-14 16,2-3-8-16,1-4-3 0,-1-2-7 15,0 3-5-15,-1-4-5 0,1-4-2 0,2-3 0 16,-7 4 9-16,7-5 10 0,-5 1 7 0,-4-2 10 0,1 4 11 15,1-4 3-15,-5-1 14 0,-1 0 24 0,0 3 19 16,-6-4 19-16,-1 7 17 0,5-3 19 0,-5 3 11 16,2 0 6-16,-4-2-4 0,-3 4-5 0,-1-1 3 15,4 3 0-15,-6-2-4 0,-6 3 2 0,8 1-4 16,-6-3-1-16,1 6-5 0,-3 0-5 0,3 0-5 16,-1 1-6-16,-3 6 0 0,5-3-8 0,-1 2 3 15,1 1-3-15,-2 1 1 0,6 4-4 0,1-3-3 16,1 1 7-16,3 7-14 0,1-2 0 0,0-2 6 15,1 4-2-15,4 0 10 0,4-4-19 0,-3-1 3 16,11 0-1-16,-2 3 3 0,0-6-18 0,-1-3-6 16,5-3-7-16,2 3-1 0,1 0 1 0,-4-5-5 15,5 4 4-15,0-5 1 0,-3-5 2 0,2 1 0 16,-1-5 5-16,-3 6 1 0,2-5 3 0,-3-7 5 16,1 8 3-16,7-5 8 0,-14 3 14 0,-1-2 22 15,2-1 0-15,-9 5 14 0,6-4 10 0,-5 2 5 16,0 2 15-16,-1 1-8 0,0 1-4 0,-3 5-7 15,5-5-10-15,-5 5-9 0,0-8-9 0,0 8-9 16,2-4-7-16,-2 4-5 0,0 0-2 0,0 0 10 16,0 0-14-16,0 0-1 0,-15 13-3 0,12-6 4 15,0-2-3-15,3 4-5 0,-4-1-5 0,1-1 4 16,3 2 1-16,0-3 1 0,0 1-3 0,0 0-1 16,0 0-6-16,0-7 2 0,0 13 3 0,3-6-8 0,-3-7 10 15,4 1-6-15,-4-1 2 0,6 6 3 0,2-5-1 16,-8-1-2-16,12 3 3 0,-12-3-2 0,22-3 3 15,-13 2-1-15,3 1 1 0,1-3-5 0,-1 0 4 16,-4 2 12-16,7-6-11 0,0 6-3 0,-8 0-3 16,1-1 0-16,3-1 1 0,-4 0-6 0,-7 3 1 15,15 0-14-15,-15 0-17 0,10-3-22 0,-10 3-12 16,15 4-23-16,-15-4-19 0,13 2-10 0,-3 3-13 16,-3-5-12-16,1 9-16 0,-2-9-13 0,6 1-12 15,-4 2-17-15,-8-3-13 0,17 1-30 0,-4-2-15 16,0-2-11-16,-1 2-156 0,4-8-466 0,1 1 207 15</inkml:trace>
  <inkml:trace contextRef="#ctx0" brushRef="#br0" timeOffset="70227.82">21154 1722 250 0,'-3'-15'341'15,"-2"6"-6"-15,0 2-8 0,2-4-6 0,-4 3-23 16,5 3-28-16,-1 2-34 0,3 3-30 0,0 0-25 0,-10-5-19 15,10 5-18-15,-7 12-13 0,1-3-12 16,-1 5-10-16,-1 3-9 0,8 10-11 0,-8-1-12 16,3 1 0-16,3 4-7 0,2 10-15 0,-2-8 0 0,2-3-5 15,0 10-21-15,-5-8-22 0,5-1-16 0,-1-1-28 16,1 14-12-16,-4-17-21 0,8 10-16 0,-3-10-20 16,-1-4-17-16,0-7-16 0,0 4-11 15,0-4-1-15,0 4-1 0,0-11 9 0,0 0 17 0,0 0 15 16,5-3 14-16,-5-6 20 0,0 0 20 0,0 0 36 15,0 0 21-15,0 0 12 0,4-20 27 0,1 10 14 16,-4 0 16-16,6-8 6 0,-2 2 5 0,-2-2-1 16,4 2-3-16,4 0-4 0,-2-3-7 0,1 4-2 15,1 2-4-15,-1-5-8 0,2 5-4 0,3-1-7 16,0 4-6-16,-4-3-4 0,7 9-4 0,1-4-2 16,0 4-5-16,1-1-1 0,0 5 8 0,-2 0-16 15,-1 2-1-15,4 4-2 0,-1 0 1 0,0 0-2 16,0-3-1-16,0 8-4 0,-4-4 4 0,-1 2 11 15,0-1-12-15,0 2 1 0,5-3-5 0,-5 1 2 16,-2-1 0-16,-1 0 2 0,-4-3 1 0,4-1-2 16,-1 2 1-16,-3-4 3 0,1-1-2 0,1 0-7 15,-2-5 6-15,0 2-9 0,-1-2-3 0,-1-3 3 16,3 1 1-16,-6-1 0 0,0 0 2 0,2 0-1 16,-3 0 7-16,-2 1 10 0,3-2 2 0,-1-2 4 15,-2 8 1-15,0 3 1 0,-2-11-6 0,2 11-5 16,-5-9-5-16,5 9 2 0,-11 0-3 0,11 0-2 15,0 0 3-15,-24 8-4 0,16-4-2 0,-2 1 3 16,0-2 1-16,2 5-4 0,3-1 3 0,-3 1-3 0,3-1-3 16,-2 1 6-16,2-3-3 0,2 0 2 15,0 1 0-15,3 2 0 0,0-4 0 0,0-4 7 16,0 0 3-16,5 7 2 0,-5-7-1 0,13 0-2 16,-13 0 3-16,23-3-4 0,-10 2-2 0,5-3 0 0,-3 1 1 15,0-2-4-15,3 2 0 0,-6 3 4 0,6-4-3 16,-8 0 1-16,7 1-6 0,-11 2 7 0,3-2-7 15,2 3-3-15,-1-1 0 0,-10 1-6 0,13-2-1 16,-13 2 6-16,15 2-2 0,-10-1 1 0,-1 6 2 16,2-3-3-16,1 0 1 0,3 4 5 0,-5-5-4 15,1 2 2-15,-4 3 3 0,11-2 3 0,-6 2 0 16,8-3-2-16,-7 3 0 0,7-1-1 0,1 1 5 16,4 0-1-16,2 0-4 0,-4 0 1 0,7-5 0 15,1-2 3-15,4 4 10 0,5-5-11 0,-5-2-2 16,0-1 7-16,1-1-1 0,-5-2-2 0,6-4-1 15,-4-1 1-15,2-2-2 0,0-6 0 0,-1 3-6 16,0-5 4-16,-6-3-8 0,11-8 6 0,-2 0-2 16,-4-3-4-16,-6-4 3 0,-6 10-5 0,4-10 0 15,-5-3 6-15,-2 2-2 0,-6 10 4 0,-2-1 6 16,0 0 7-16,-5 4 8 0,0-1-2 0,-2 2 14 16,-3 10 5-16,2-2-6 0,-4 5 2 0,1 2-5 15,-8-1-10-15,-1 6-3 0,0 1 6 0,-1 5-3 16,-4 5-1-16,-1-2 14 0,-6 9-12 0,2 3-1 15,-3 3 2-15,8 5-2 0,-1 2-1 0,3 2 1 16,3 2 1-16,0 11 2 0,-2 2 1 0,6-3-10 16,7-9 3-16,1 10 3 0,3-1-1 0,0-9-2 15,2 2-3-15,3-3 3 0,3 0-11 0,0-2-20 0,-3-4-49 16,2-5-36-16,1 2-39 0,-1-5-39 0,1-2-56 16,2-7-68-16,1 2-282 0,1-7-631 15,-2-1 280-15</inkml:trace>
  <inkml:trace contextRef="#ctx0" brushRef="#br0" timeOffset="70378.67">22470 1721 57 0,'-13'-23'331'0,"0"-4"-22"0,-9 6-19 16,7 1-16-16,4 4-25 0,2 4-28 0,1 1-19 16,5-1-28-16,-4 8-43 0,7 0-69 0,0 4-79 15,0 0-71-15,0 0-59 0,0 0-195 0,0 0-370 16,33 20 164-16</inkml:trace>
  <inkml:trace contextRef="#ctx0" brushRef="#br0" timeOffset="70778.5">24011 1811 320 0,'7'-27'396'0,"-2"-2"-8"0,-2 2-10 15,2-2-6-15,-2 2-22 0,-3 0-20 0,-3 5-13 16,1 1-15-16,-1-2-12 0,0 11-15 0,-1-7-18 15,3 7-21-15,-3 0-26 0,-1 5-23 16,4 0-26-16,-4 2-24 0,5 5-15 0,-9-4-14 0,9 4-9 16,-11 14-10-16,1-4-7 0,7 10-10 0,-4 2-6 15,0 5-6-15,4 2-9 0,3 1-2 0,-3 1-6 16,3-1-7-16,0 4-20 0,6 6-21 0,-2-12-28 16,1-1-29-16,1 2-39 0,4-5-19 0,-2-8-30 15,6 3-31-15,-3-3-28 0,-2-2-19 0,2-5-25 16,1 2-28-16,-2-6-24 0,3-3-39 0,3-1-245 15,-2-1-636-15,2-3 282 0</inkml:trace>
  <inkml:trace contextRef="#ctx0" brushRef="#br0" timeOffset="71112.37">24297 1872 17 0,'12'-9'72'0,"-4"0"27"0,-1-2 33 0,-2 6 23 16,0 1 9-16,1 0-1 0,-6 4-8 0,2-8-16 16,-2 8-16-16,3-4-7 0,-3 4 19 0,0 0 16 15,0 0-1-15,0 0 4 0,-5 24-5 0,5-20 1 16,-6 7-6-16,4-3-9 0,-3-1-3 0,3 5-7 15,2-3 3-15,-6 2-19 0,6-3-15 0,-2 0-8 16,2-1-2-16,-3 1-9 0,3-2-2 0,0-6-5 16,3 10-4-16,-3-7-1 0,0-3-7 0,0 0-2 15,10 7-6-15,-2-7-2 0,-8 0-5 0,20-3-3 16,-3-4-3-16,-1 0-6 0,3-1-1 0,-3 4-6 16,4-4 3-16,5-5-2 0,-4 6 5 0,-6-5-10 15,7 0 0-15,-7 2 8 0,-1 1 17 0,1 1 21 16,-3-2 20-16,-4 6 5 0,-1-1 4 0,-1 1-7 15,-2-2-13-15,2 1-12 0,-6 5-11 0,9-1-10 16,-9 1-3-16,0 0-6 0,6 12-2 0,-6-12 0 0,0 13-5 16,0-2 2-16,0 1-2 0,0 2-7 0,5 2-6 15,-3-4-15-15,0 4-22 0,6-4-22 16,-5 2-22-16,5-2-17 0,1-4-34 0,2 3-40 16,-2-3-39-16,2-2-53 0,9 0-49 0,2-4-45 0,6-2-226 15,-2-5-619-15,9 0 275 0</inkml:trace>
  <inkml:trace contextRef="#ctx0" brushRef="#br0" timeOffset="72127.7">25289 1354 143 0,'-5'-22'322'0,"3"-5"1"16,-3 3 7-16,3 1-4 0,2 7 6 0,-6-2-2 15,6 8-20-15,0-7-21 0,-2 11-20 0,-3 0-27 16,5 1-26-16,0 5-30 0,0-8-26 0,0 8-17 15,0 0-12-15,0 0-14 0,0 0-12 0,-6 20-10 16,6-6-13-16,-4 1-6 0,-1 3-3 0,5 0-8 16,-1 8-8-16,-4 2-2 0,3 3-7 0,2 12-5 15,0-4-4-15,-7-8-3 0,7 12-2 0,0-1-5 16,-1-4 3-16,-4 5-11 0,10-11 2 0,-4-1-3 16,1 8 0-16,3-7-4 0,3-3-6 0,1-1-11 15,-3-1-8-15,4-3-5 0,2-2-10 0,1-3 0 16,2-4-14-16,5 1 9 0,-5-4-3 0,6-1-11 15,-1-6 2-15,8 3-2 0,-1-2 7 0,6-5 3 16,-7-1-1-16,6-1-9 0,-6-6 6 0,7 0-3 16,-10-3 0-16,6-2 7 0,-8-3 2 0,7 1 1 15,-5-1 4-15,-6 3 2 0,3-8 7 0,-10 1 0 16,3 7 4-16,-1-4-2 0,-7 2 1 0,4 1 10 0,-5 2 6 16,2-5 17-16,-6 5-2 0,2-1 4 15,1 5 1-15,-3-5-1 0,-3 4 2 0,1 1-1 16,1 1-8-16,-3 0-7 0,4 6 5 0,-3-9-2 15,1 3-13-15,2 6 8 0,-6-6 0 0,6 6-2 0,-7-3-5 16,7 3-9-16,0 0 11 0,0 0-3 0,0 0-8 16,0 0 8-16,0 0 2 0,0 0-6 0,-8 13 1 15,11-5 3-15,1-2 6 0,-1 0 1 16,2 4-5-16,3-1-1 0,2 4 2 0,0 0 2 0,2 2 0 16,1 3 0-16,-3-3 2 0,11 4-1 0,-7 4-6 15,0-5 5-15,1 3-9 0,0-6 3 0,-2 3 5 16,2 3-4-16,-6-9 3 0,-1 5 0 0,-1-8 1 15,-1 2 1-15,1-4-2 0,-6 2 2 0,6-3 1 16,-5 1 6-16,3-2 22 0,-5-5 18 0,8 2 20 16,-8-2 6-16,0 0-4 0,0 0-10 0,0 0-7 15,0 0 0-15,-17-16-6 0,12 8-5 0,2 1 2 16,0-1-12-16,1-2 1 0,-4 1 0 0,6 0-15 16,-2-5-8-16,4 4-22 0,-2-2-20 0,0 3-23 15,6-4-29-15,2 1-35 0,4 1-21 0,-2 3-27 16,6-2-14-16,-1 1-5 0,-1 1-14 0,1 4 0 15,6-4 16-15,-6 8 7 0,1-4 26 0,-4 4 9 16,1 0 13-16,-13 0 14 0,19 1 9 0,-19-1 15 16,11 3 8-16,-1-3 9 0,-8 7 14 0,-2-7 14 15,0 0 28-15,6 2 22 0,-6-2 16 0,4 8 12 16,-4-8 12-16,0 4 9 0,0-4 8 0,3 3 4 16,-3-3 3-16,0 0 1 0,0 11 3 0,0-11 9 15,0 0 8-15,0 0 11 0,0 0 7 0,0 0 21 16,0 0-7-16,0 0 10 0,0 0 0 0,0 0-5 15,0 0-11-15,16-3-13 0,-16 3-15 0,17-3 1 16,-7-2-20-16,-2 4-6 0,-8 1-9 0,15-2-11 16,-7 1-3-16,4 1-9 0,-12 0-18 0,15 3-13 15,-8-2-12-15,-7-1-5 0,14 5-7 0,-10 1-3 0,2-2-4 16,1 0 4-16,0 0 9 0,-6-1-11 0,6 6 7 16,-1-5 1-16,-4 4 4 0,-2-4 0 15,5 3-2-15,2-3 9 0,-4 0-4 0,0 3 11 16,-3-7-4-16,4 5 4 0,1-3 0 0,-5-2 6 0,1 6 15 15,-1-6 12-15,0 0 5 0,0 0-3 0,10 0-3 16,-10 0-1-16,13-6-3 0,-4 4-4 0,-1-3 3 16,4 0-12-16,-6-1-4 0,4 2 6 0,-2-3-4 15,2 3 3-15,4-1-5 0,-8 2 0 0,7-2-13 16,-4-3-24-16,4 6-23 0,-1-2-23 0,-4-1-25 16,3 2-22-16,3 3-25 0,-1-1-24 0,-5-2-26 15,7 2-23-15,0-6-39 0,0 4-21 0,5 2-27 16,-5 1-160-16,1-3-507 0,6 2 225 0</inkml:trace>
  <inkml:trace contextRef="#ctx0" brushRef="#br0" timeOffset="72394.22">26992 1731 53 0,'0'-9'276'0,"0"6"13"16,0 3 3-16,0 0 3 0,0 0 7 0,0-8-19 15,0 8-15-15,0 0-18 0,0 0-25 0,0 0-24 16,0 0-21-16,0 0-16 0,-8-4-22 0,8 4-12 15,0 0-17-15,0 0-6 0,-14 12 7 0,14-8-25 16,-1 4-9-16,-6 1 4 0,7 0-20 0,-3 0-4 16,3 6-12-16,0-3 4 0,3 6-6 0,-3-6 1 15,7 4-4-15,-6-2-7 0,4 2-2 0,-1 0 5 16,2-3-18-16,1 2 3 0,-5-6-22 0,4 1-23 16,1 0-19-16,-7-3-22 0,6-1-22 0,1 0-23 15,-4 0-19-15,-3-6-26 0,0 7-27 0,0-7-37 16,0 0-48-16,-10 4-34 0,10-4-186 0,0 0-525 0,-29-8 232 15</inkml:trace>
  <inkml:trace contextRef="#ctx0" brushRef="#br0" timeOffset="72630.53">25444 1455 227 0,'-8'-3'365'0,"0"2"4"0,-2-4-10 15,10 5-10-15,-8-2-7 0,8 2-25 0,0 0-28 16,0 0-34-16,-4-9-26 0,4 9-27 0,0 0-25 16,23-7-22-16,-4 3-56 0,9-1-50 0,2 2-52 15,6-6-57-15,9 3-65 0,4 6-66 0,4-8-82 16,0 5-250-16,-1-7-564 0,5 3 250 0</inkml:trace>
  <inkml:trace contextRef="#ctx0" brushRef="#br0" timeOffset="73361.82">28354 1261 290 0,'0'-5'439'0,"0"5"-23"16,0 0-47-16,0 0-37 0,3-7-41 0,-3 7-39 15,0 0-20-15,-16 20 14 0,8-8-20 0,-1 7-25 16,-4 4-12-16,1 4-15 0,1 1-19 0,-4 11-15 15,5-1-4-15,2 5-21 0,-2 1-22 0,5-7 4 16,2 5-11-16,3-10-10 0,0 7-5 0,5 0-7 16,-2-6-2-16,3-5-8 0,3 4-4 0,4-3-5 15,-5-4-24-15,5 1-30 0,1-13-39 0,-1 1-34 16,-1-4-20-16,-4-1-37 0,5-1-47 0,-5-7-48 16,6-2-56-16,0-6-48 0,1-2-245 0,-6-2-631 15,-1-6 280-15</inkml:trace>
  <inkml:trace contextRef="#ctx0" brushRef="#br0" timeOffset="73577.67">28028 1312 166 0,'-13'-2'357'0,"6"-3"13"0,-1 2 9 0,-2 3-1 16,7-5-2-16,3 5-14 0,-9-2-21 15,9 2-21-15,0 0-35 0,0 0-31 0,17-17-28 16,3 12-20-16,-4 1-20 0,6 0-22 0,6 0-16 0,7-3-17 15,9 1-7-15,-9 1-15 0,-2 3-21 0,5-1-17 16,-5-1-32-16,1 1-38 0,0 2-56 0,-2 0-51 16,-4-1-45-16,-8-1-43 0,-4 6-52 15,1 0-56-15,-2 1-42 0,-4 1-271 0,1-1-664 0,-7 4 294 16</inkml:trace>
  <inkml:trace contextRef="#ctx0" brushRef="#br0" timeOffset="74444.83">28586 1621 47 0,'8'-3'293'0,"-5"-1"-3"0,-3 4-14 16,9-3-23-16,-9 3-25 0,0 0-31 0,10-1-21 15,-10 1-22-15,0 0-16 0,0 0-11 0,0 16 9 16,-2-5-9-16,-3-1-13 0,5 0-5 0,-3 5-12 16,1-1-8-16,-1 1-12 0,3 2-6 0,0-4-4 15,-4 4-2-15,4-7-12 0,4 2 0 0,-4 0-4 16,0-3-7-16,1 3-3 0,3-4-5 0,-1-3 5 16,2 1-6-16,5 2-7 0,0-7 5 0,5 2-3 15,-2-1 4-15,3-7-11 0,1 4 0 0,3-5-2 0,1-2-5 16,3-1 1-16,4-6-4 0,-13 7-6 0,6-3 4 15,-6-1-1-15,7-3 5 0,-3 3-2 16,-4-1-6-16,0-1 3 0,-5 1-5 0,5 2 5 16,-3 0 13-16,-4 4 12 0,0-1 13 0,-3 3 4 0,0-2-3 15,-2 3-4-15,-3 4-12 0,7-4-6 0,-7 4-2 16,5-4-11-16,-5 4-4 0,0 0 2 0,0 0-1 16,0 0-1-16,-5 19 0 0,5-11 1 15,-3 4 0-15,3-1-2 0,0 4 3 0,0-2-1 0,3 2-2 16,-1-1 1-16,-1 1 6 0,4-2 1 0,-1 1-12 15,1-7 5-15,-2 7-3 0,4-5 2 0,-4-3-7 16,0 0 11-16,4 4-3 0,-2-6 1 0,5-3-9 16,0-1 7-16,-10 0 2 0,16-5 11 0,-6 0-12 15,-2-6-2-15,7 5 9 0,0-3-12 0,-3-6 2 16,-2 4 4-16,5-3-10 0,-4 1-2 0,1 1 4 16,-1-3 1-16,-1 5-2 0,-5-1 7 0,5 7-7 15,-5-7 6-15,2 7-4 0,-2-4-8 0,-2 5 0 16,0-1 1-16,-3 4-4 0,10-3-5 0,-10 3 6 15,0 0 0-15,9 9 2 0,-9-9-2 0,6 9 7 16,-3-5-1-16,2 4-4 0,4-2 4 0,-1 0-2 16,0 5 6-16,1-6-2 0,5 3 0 0,1 2 0 15,0-2 3-15,5 0 1 0,3-2-5 0,-6 1 2 16,9 0 4-16,-4-2 3 0,1-5-7 0,-2 0 5 0,3 0-2 16,4-2 2-16,0-5-5 0,2-1 4 15,-2 6-4-15,-2-6-2 0,2-1 7 0,-4-1-9 16,-3 0 3-16,-1 2 1 0,-3-8 1 0,-3 6-5 15,1-2 0-15,0-1 9 0,-2-1-14 0,-3 1 10 0,-5 3 1 16,2 1 15-16,-2-2 15 0,-2 0-4 0,-3 2 2 16,-1-3-6-16,-6 6-6 0,0-2 4 0,-3-4-7 15,-8 5-2-15,3 2 13 0,-6-2-6 16,-1 4 7-16,2 1 2 0,-8-1 2 0,-1 6 2 0,7 2 1 16,-6-1-2-16,6 3-2 0,1 0-3 0,-1 6-6 15,6-5-2-15,1 6 0 0,5-4 0 0,3 4 2 16,2 1 0-16,5 0-5 0,0 2-1 0,9 0 2 15,2 1-3-15,6 1 0 0,3-2-2 0,4 3-15 16,5-4-30-16,-1 0-30 0,11-4-38 0,-9 0-34 16,0-4-38-16,0-2-42 0,3 0-52 0,-2-8-55 15,-2-1-52-15,-8 0-191 0,7-1-611 0,-11-1 270 16</inkml:trace>
  <inkml:trace contextRef="#ctx0" brushRef="#br0" timeOffset="74794.1">29097 1035 17 0,'-6'-2'377'0,"6"2"-6"0,-9-3-2 15,9 3-20-15,0 0-28 0,-8-1-29 0,8 1-29 16,0 0-29-16,0 0-29 0,0 0-30 0,0 0-15 15,-13 4-15-15,13-4-24 0,0 8-4 0,-2 1-14 16,-3-3-9-16,5 0-14 0,-1 4-7 0,1 1-11 16,-5-5-2-16,5 0-22 0,0 3-19 0,-4-3-7 15,4-6 1-15,-5 8-6 0,5-8-3 0,0 5 0 16,0-5 5-16,0 6 0 0,0-6 8 0,0 0-7 0,0 0 0 16,0 0 3-16,0 0-9 0,0 0 2 15,0 0-2-15,-1-22-2 0,1 22 3 0,0-9-1 16,0 9-2-16,0-9-2 0,1 4-33 0,-1 5-29 0,0-7-40 15,0 7-50-15,0 0-78 0,0-9-69 0,0 9-252 16,0 0-596-16,0 0 264 0</inkml:trace>
  <inkml:trace contextRef="#ctx0" brushRef="#br0" timeOffset="88743.4">11207 4784 219 0,'0'-8'427'0,"-5"-1"18"16,1 0-7-16,1 1-8 0,0 6-12 0,-2-6-14 16,3 3-23-16,2 5-32 0,-5-5-32 0,5 5-32 15,0 0-36-15,0 0-25 0,-1-9-31 0,1 9-18 16,0 0-18-16,0 0-17 0,6 19-13 0,1-6-15 15,-4 4-9-15,2 2-10 0,0 1-9 0,2-1-8 16,1 6-6-16,0 2-9 0,1 5-3 0,-1-3-5 16,0 0-4-16,4-1-6 0,-6 3-9 0,-1-2-36 15,5-1-30-15,-3-2-35 0,-4 1-30 0,4-6-40 16,-6-6-29-16,-1 4-32 0,4-2-26 0,-1-5-16 16,-3 0-43-16,0-2-31 0,0-2-20 0,7-4-17 15,-7-4-278-15,0 0-680 0,0 0 301 0</inkml:trace>
  <inkml:trace contextRef="#ctx0" brushRef="#br0" timeOffset="88963">11260 4703 23 0,'0'-9'334'0,"-4"-2"-4"0,1 0 3 0,3 1 1 0,-2 5-13 15,2 0-7-15,0 5-28 0,-1-12-33 0,1 12-31 16,3-7-27-16,-3 7-16 0,0 0-23 0,18 4-10 15,-8 0-19-15,5 7-9 0,0-3-13 0,2 4-10 16,-3 3-25-16,13 5-21 0,-6-1-32 0,1 3-19 16,3 3-27-16,1 5-34 0,-9-5-20 0,-1 0-29 15,4-1-32-15,-3 1-24 0,1-4-23 0,-3 2-35 16,0-8-14-16,-7-2-16 0,5 1-160 0,-3-4-450 16,-2-1 199-16</inkml:trace>
  <inkml:trace contextRef="#ctx0" brushRef="#br0" timeOffset="89360.72">11738 4831 128 0,'0'-3'150'0,"0"3"-23"0,0 0-16 15,-7-9-7-15,7 9-6 0,0 0 3 0,-21 12-2 0,18 0-1 16,-11 0-2-16,-1 5-3 0,5 1-6 16,-4 0-1-16,-3 8-5 0,2-6-7 0,0 4-5 15,0-1-1-15,0-2-1 0,4 0-4 0,-4 0-2 16,2-6-7-16,4 1-4 0,1-2-6 0,3-6-2 0,-1-1 3 15,2 1 14-15,1-3 30 0,0 0 25 16,3-5 14-16,0 0-10 0,0 0-13 0,0 0-13 16,6-22-10-16,-1 12-6 0,7-9-9 0,1-4-5 0,4-1 3 15,-1 0-6-15,4-3 0 0,-2-10-5 0,7 4 2 16,0-9-2-16,-4 6 9 0,-6 9 6 0,2 5 10 16,-2-5 21-16,-2 6 5 0,-1 3 17 15,-4 1 13-15,2 0 13 0,-4 8-3 0,1 1 1 0,-2-3-17 16,-2 5-16-16,-3 3-17 0,9 0-19 0,-9 3-9 15,5-6-5-15,-5 6-7 0,0 0-9 0,13 12-1 16,-10-2 1-16,4 2-10 0,-1 3-5 0,1 2-1 16,3 7-3-16,-2 3-1 0,5-2-11 0,-6 6-24 15,3-4-24-15,2 1-40 0,2-1-36 0,0 2-37 16,-3-2-25-16,4-2-22 0,-2-1-25 0,4 2-19 16,-2-4-29-16,-2-4-25 0,7 0-14 0,-3-2-36 15,-3-6-174-15,3 2-557 0,-5-5 248 0</inkml:trace>
  <inkml:trace contextRef="#ctx0" brushRef="#br0" timeOffset="89710">12201 5079 167 0,'0'0'228'15,"0"0"-7"-15,-6-3 0 0,6 3-5 0,0 0 5 16,0 0-1-16,-28 9-1 0,19-3-4 0,1 5-8 0,-2-1-7 16,-1 2-6-16,-4 3-15 0,6-5-10 15,1 7-7-15,2 0-14 0,-1-4-16 0,2 4-8 16,0-1-14-16,5 0-6 0,-5-4-14 0,10 5-1 15,0-7-12-15,-2 2-2 0,6-1-6 0,-1-2-10 0,5-2-3 16,2 0-7-16,2-3-7 0,1-4-5 0,0-3-2 16,3-2-15-16,1 2 0 0,1-9-9 0,2 4-5 15,-8-4 0-15,7-5-6 0,-7-1-8 0,3-3 2 16,-5 0-11-16,-2-2-8 0,-5-2 2 0,0 4 3 16,-1-4-2-16,-7 7 5 0,-7-1 3 0,1 0 10 15,-2-1 2-15,-7 0 5 0,0 3 3 0,2 3 1 16,-2-1 0-16,-2 3-5 0,4 0 1 0,-5 6 3 15,-2-1-11-15,3 5 1 0,-3-3 7 0,4 5-6 16,3 0 1-16,1 2-4 0,-1 3-17 0,3 1-39 16,2 3-31-16,4 1-14 0,4-1-18 0,4 4-20 15,0-3-21-15,6 7-30 0,7-8-16 0,0 3-43 16,1-4-31-16,8 4-146 0,1-5-467 0,1-2 208 16</inkml:trace>
  <inkml:trace contextRef="#ctx0" brushRef="#br0" timeOffset="90009.96">12827 4686 163 0,'-5'-17'343'0,"2"4"2"0,-4-5 13 16,1 5 4-16,4-2 9 0,-5 4-12 0,1 0-6 16,6 2-10-16,-5 2-17 0,5-1-20 0,-4 4-24 0,3-4-31 15,1 8-25-15,-5-7-30 0,5 7-19 0,0 0-21 16,0 0-18-16,0 0-12 0,0 0-17 0,-7 22-2 15,7-13-17-15,0 6-8 0,0 4-6 16,0 1-6-16,0 6-5 0,0-2-1 0,0 6-13 0,7 8-5 16,-2-6-5-16,-4-1-1 0,3 1-4 0,6 5-3 15,-4-5-2-15,-2 9-3 0,2-14-24 0,1 2-34 16,-4-1-29-16,2-1-31 0,2-1-37 0,-4 1-34 16,2-8-25-16,7-3-35 0,-7 4-18 0,4-1-23 15,-4-2-29-15,4-3-36 0,-3-6-37 0,4 0-270 16,-6-4-685-16,2-1 304 0</inkml:trace>
  <inkml:trace contextRef="#ctx0" brushRef="#br0" timeOffset="90210.68">12690 4923 269 0,'-10'-4'325'0,"3"1"10"15,-6-1-6-15,5 0-14 0,1 1-20 0,7 3-36 16,-8-3-17-16,8 3-27 0,0 0-22 0,0 0-7 0,0 0 12 15,0 0-1-15,0 0-2 0,23 14-20 16,-3-11-20-16,-4 2-17 0,6-2-12 0,6 4-39 16,-5-2-42-16,5 2-37 0,2-5-42 0,5 1-39 0,-5 0-49 15,-2 4-48-15,-2-6-57 0,4 0-56 0,-2 2-280 16,-5-6-611-16,-1 1 271 0</inkml:trace>
  <inkml:trace contextRef="#ctx0" brushRef="#br0" timeOffset="90412.86">13178 4881 144 0,'-15'15'220'0,"10"-11"3"0,5-4-8 0,0 17-4 15,-2-8 3-15,-2 1-21 0,4 2-7 0,0 3-10 16,0-3-9-16,4 3-16 0,-2 4-12 0,3-4-11 16,-3 1-13-16,-1 0-12 0,4-1-4 0,-3 4-13 15,5-3-9-15,-6-4-5 0,6 6-5 0,-2-9-6 16,-2 6-9-16,4-6-4 0,-6 1-11 0,3-1-31 15,-1-1-31-15,2-1-29 0,-2-2-30 0,2 1-54 16,4-5-68-16,-9-1-242 0,13-1-484 0,-3-2 214 16</inkml:trace>
  <inkml:trace contextRef="#ctx0" brushRef="#br0" timeOffset="90827.14">13362 4920 152 0,'0'0'411'0,"-4"-4"-1"0,4 4-3 0,0 0-19 16,4-11-21-16,-4 11-25 0,0 0-24 0,0 0-33 16,3-6-33-16,-3 6-28 0,0 0-24 0,0 0-24 0,0 0-13 15,0 0-21-15,15 17-14 0,-8-13-15 0,2 3-12 16,-4 7-8-16,7-1-10 0,-2 4-7 0,5 7-7 15,-7-6-12-15,7 5-3 0,-8 0-8 0,6 1-10 16,-2-5-10-16,-6-4-6 0,7 4-7 0,-9-7 0 16,4 6-4-16,3-5-8 0,-5-4 4 0,1-1-7 15,-2-1 2-15,-1 3 8 0,0-8 1 0,4 3-1 16,-7-5 0-16,0 0 1 0,0 0-3 0,17-9 5 16,-14 1 5-16,0-1 3 0,5-1-4 0,-3-5 8 15,0-5-3-15,-1 8 2 0,2-7-1 0,1-1-5 16,0-4-11-16,-2 5 12 0,0-5 0 0,1 8-8 15,-1-2-9-15,2 3-11 0,-4-1-16 0,2 1-20 16,-2 5-30-16,2 3-39 0,0-1-35 0,-1 2-40 16,-3 3-42-16,4-2-34 0,-5 5-34 0,15 0-25 0,-15 0-28 15,17 4-202-15,-7-3-603 0,1 2 267 16</inkml:trace>
  <inkml:trace contextRef="#ctx0" brushRef="#br0" timeOffset="91276.68">14123 4951 251 0,'0'-7'313'0,"0"7"-2"0,-2-15-11 0,-3 9-17 0,4-1-1 15,-6-4-29-15,2 3-19 0,-5 3-20 0,-5-6-20 16,5 7-17-16,-1-1-20 0,-2 3-15 0,-4 4-10 16,-3-1-17-16,4 3-15 0,-12 3-6 15,8 2-9-15,-5 0-9 0,7 5-8 0,-4 2-10 0,2-1-6 16,5 0-4-16,5 3-7 0,-3-5-3 0,7 4-3 15,-3-2-3-15,3 1-5 0,6 1 2 0,0-1-10 16,1-4 7-16,4 4-4 0,4-6-3 0,-1 0-1 16,0 1 0-16,10-5-12 0,-3-3-4 0,2 2 1 15,4-4 0-15,-1-1-3 0,2-1 0 0,-6-4 0 16,2 2 3-16,1-3-1 0,2-3-2 0,-3-2 5 16,2 1-1-16,-7-2 4 0,2 4-2 0,2-8-2 15,-9 4 3-15,5 0 6 0,-9 0 16 0,2-2 8 16,1 6 26-16,0-4 7 0,-6 4 5 0,4 1 1 15,-3 0-4-15,-2 2-9 0,0 5-4 0,5-7-2 16,-5 7-17-16,0 0 1 0,0 0-15 0,0 0-2 16,0 0-5-16,0 0 3 0,0 0-5 0,-5 25-3 15,5-16 0-15,0 3-3 0,0 4-5 0,5 0-9 0,-4-1-16 16,8 3-1-16,-4-2-9 0,1 0-10 16,3 0-12-16,-1-1-17 0,7-4-12 0,0 5-17 15,0-8-25-15,8 3-21 0,-7-7-27 0,4 0-23 16,2-4-21-16,1 0-27 0,-2-4-15 0,9-4-25 0,-2-2-19 15,-5-2-173-15,6-5-513 0,-8-3 226 0</inkml:trace>
  <inkml:trace contextRef="#ctx0" brushRef="#br0" timeOffset="91509.89">14562 4463 37 0,'-7'-7'283'0,"-5"5"-18"16,6-3-11-16,-4 3-23 0,5 1-23 0,5 1-19 15,0 0-18-15,-23 6-19 0,15-2-8 0,3 4-13 16,3 4-4-16,0 3-2 0,-3 3-10 0,4 2-1 16,-3 3-13-16,4 4-4 0,-3 4-12 0,6-3-9 15,-3 2-6-15,4 1-4 0,-3 12-5 0,4-3-6 16,-1-7-5-16,2 7-3 0,1-6-4 0,-1-4-2 16,1-1-8-16,-5 3-18 0,9-5-23 0,-7 0-33 15,7-3-30-15,-8-6-39 0,4 0-34 0,-2-6-33 16,2-6-26-16,-4 2-29 0,4-6-168 0,-1-2-434 15,-6 0 192-15</inkml:trace>
  <inkml:trace contextRef="#ctx0" brushRef="#br0" timeOffset="92076.49">14603 5029 220 0,'3'-14'28'0,"-6"-6"34"0,1 5 27 0,-3-3 25 0,4 2 21 15,-1-3 21-15,-4 8 17 0,4-3 3 16,-1 5 3-16,-1-4 1 0,4 5-6 0,-1 2-11 16,1-3-16-16,-5 3-18 0,5 6-15 0,0 0-11 0,0 0-10 15,0 0-12-15,0 0-10 0,0 0-5 0,-7 18-8 16,12-10 4-16,-5 5-11 0,2-3-5 15,-2 7-5-15,6-2-5 0,-2 0-3 0,5 0-3 16,-4-2-2-16,2 2-3 0,3 0 0 0,-2-3-5 0,4 2-1 16,-2-4-1-16,1 0-1 0,3-3-5 0,-3-1 2 15,7-2-1-15,-4-1 0 0,2 0 0 0,2-1-3 16,1-4 0-16,-3-2-1 0,4-2-3 0,-5 1 1 16,0-2 1-16,0-1 12 0,0 0 8 0,0-3 8 15,1 2 3-15,-3 0 3 0,1 0 0 0,-5 1-1 16,3 4-1-16,-5-4-7 0,3 4-2 0,1-2-4 15,-4 1-8-15,3 4 3 0,5 0 0 0,0 1-7 16,6 0-3-16,-4 1-2 0,4 3 4 0,1 0-8 16,1 0-1-16,12 0-9 0,-4 1 2 0,14 7 0 15,-2-2-4-15,1-2-1 0,1 4-4 0,3-3 9 16,-2 0-7-16,1-1 1 0,2-4 8 0,3 0-10 16,-6 1 6-16,0-5-3 0,2 0 1 0,-6-6-3 15,-9 3 3-15,3-8 1 0,-6 3-1 0,5-4 1 16,-9-3 1-16,1-4 2 0,-4 3 2 0,-1-4-6 15,-11 5 4-15,-1 0 1 0,0-4 1 0,-7 4 6 0,-3-3 11 16,0 1 6-16,-3 1-3 0,-4-4 10 16,1 8-2-16,-6-3-7 0,4 7-3 0,-7-1-1 15,0 1-2-15,-1 3 1 0,-4 4-2 0,-2 1-2 0,-1 3-1 16,2 2 1-16,-8 6 4 0,0 1-5 0,5 7 4 16,-5 0 3-16,5 4 8 0,-2 13-1 15,1-6 1-15,4 4-1 0,7 3 2 0,-2-7-6 16,4 13 5-16,1 0-5 0,4-2 3 0,2 5-2 0,5-6-2 15,5 7 0-15,-3-5 0 0,4-2-6 0,3 1 2 16,4-3-1-16,-5-10-3 0,4-1-8 0,-2-2-28 16,3-3-33-16,-3-7-39 0,1-3-50 0,-2-4-76 15,7-1-83-15,-3-7-278 0,-3-2-629 0,2-6 279 16</inkml:trace>
  <inkml:trace contextRef="#ctx0" brushRef="#br0" timeOffset="92227.71">15431 4556 122 0,'-10'-8'220'0,"0"-3"-22"0,3 7-15 16,-3 0-22-16,5-1-23 0,-3 2-41 0,0 0-65 16,8 3-68-16,-15 0-151 0,15 0-200 0,-22 3 89 15</inkml:trace>
  <inkml:trace contextRef="#ctx0" brushRef="#br0" timeOffset="92493.68">13517 4483 197 0,'-6'-4'458'0,"-3"-2"-21"0,-1-3-23 0,6 1-28 0,-3 1-38 15,2 1-23-15,-3-1-30 0,1 0-30 0,7 2-32 16,-8 1-52-16,8 4-85 0,0-7-94 0,0 7-81 16,0 0-105-16,23 0-115 0,-11 3-214 0,2-2-555 15,3 1 245-15</inkml:trace>
  <inkml:trace contextRef="#ctx0" brushRef="#br0" timeOffset="94843.26">17081 4302 287 0,'6'-17'361'15,"-6"5"-4"-15,2-4-3 0,1 1-15 0,-6 3-16 16,3 1-2-16,-2-1-27 0,-1 1-16 0,1 2-20 16,1 1-29-16,-4 2-22 0,-2-2-23 0,1 4-19 15,6 4-21-15,-17 1-13 0,7 4-10 0,-5 4-26 16,-5 0-5-16,5 2-5 0,1 5-6 0,-1 2-11 15,-7 3-7-15,7 3-4 0,0-3-8 0,2 2 4 16,5 2-16-16,0-3-2 0,1 1-2 0,0-2-6 16,7-4-7-16,0 2-7 0,5-2-5 0,-3 1-6 15,6-2-2-15,-1-3-3 0,1-2-6 0,0 1 1 16,7-5-8-16,4 2-11 0,-10-2-8 0,11-1-5 0,-3-5-10 16,-1-1-5-16,6 1 9 0,-2-2-6 15,-5-2 4-15,5 0 5 0,-4 2 8 0,-1-4 14 16,-5 2-10-16,3-1 5 0,0-3-2 0,-6 5 11 15,0 0 4-15,1-1 5 0,-8 3 11 0,12-6-3 0,-12 6 12 16,4-2-17-16,-4 2 4 0,0 0-10 0,0 0 11 16,0 0-3-16,0 0-1 0,0 0 6 15,-4 20-2-15,-6-13-6 0,6 1 3 0,-2 4 3 16,-1-2-5-16,2 9 10 0,3-6-7 0,-6 2 4 0,5-1 0 16,6 3-6-16,0-2 6 0,4-1-1 0,0 1 1 15,8-2 4-15,-1 1-3 0,8 4 1 0,4-7-2 16,6 1-7-16,11-1-14 0,2-2-18 0,1-1-23 15,-1-5-18-15,4-3-14 0,1-3-19 0,-2-2-14 16,-3 2-5-16,4-9-7 0,-4 5 1 0,-10-1-2 16,8-6 6-16,-5-6 8 0,-7 5 0 0,-6 3 9 15,2-5 11-15,-4-5 11 0,-3 9 13 0,-9-6 27 16,1 2 31-16,-4 6 20 0,-1-7 17 0,-7 3 11 16,0 6 3-16,0-3 1 0,0 4 1 0,-2 1-3 15,-5-2-4-15,1 3 3 0,-6 3-5 0,2 1-1 16,-3-1-4-16,5 8 2 0,-14 1 0 0,7-2-1 15,-1 6 1-15,-12-1 0 0,5 3-1 0,3-1 2 16,0 5-7-16,-2 4 2 0,1-2-2 0,8-7-1 16,-7 10 5-16,8-5-10 0,-1 1 4 0,1-4-1 15,2 1-1-15,4-1-12 0,-3-4-12 0,3 2-12 16,-1-4-14-16,4-2 1 0,-2 1-2 0,5-1-12 16,0-5-17-16,0 0-13 0,0 0 3 0,0 0-3 15,0 0 11-15,0 0 9 0,13-21 8 0,-11 8 0 0,3 4 19 16,-2-3 25-16,2 2 25 0,-3 0 33 0,-2-1 16 15,0-3 23-15,6 4 19 0,-6 0 10 16,0-1 10-16,0 3 9 0,0 4 6 0,0 4 3 0,5-12-14 16,-5 8-9-16,0 4-21 0,4-7-12 0,-4 7-7 15,0 0-13-15,0 0-2 0,0 0-4 0,0 0-10 16,13 14-2-16,-5-6-9 0,4 0 2 0,3 8-4 16,1-6-6-16,6 3-4 0,7 1 0 0,3-1 1 15,6 7-8-15,7-5-8 0,3 0-10 0,-2-3-7 16,4 0-15-16,-1-3-8 0,-1-2-8 0,4 1-4 15,-8-2-2-15,1-8 3 0,3-2 2 0,-5 4 5 16,-10-5 0-16,2 1 6 0,-5-4-2 0,-2-2 5 16,-2-2 2-16,-6 3 6 0,-3-2 6 0,3-4-3 15,-12 2 0-15,0-3 4 0,-1 5 4 0,-4-7 15 16,-3 3 3-16,-3-2 3 0,1 7 4 0,-4-8-3 16,-6 7 4-16,2 1-7 0,-3 1-2 0,1 3 2 15,-1 0-6-15,-7 3 2 0,5 0 0 0,-3 2-5 16,0 1-3-16,-4 4 4 0,4 0 0 0,-2 4-7 15,4-2 5-15,2 2-3 0,-1 0 0 0,1 1 1 0,4-1-4 16,-2 2 2-16,4 1 1 0,3-5-3 16,-5 6-1-16,10-3-1 0,-5-3-3 0,5 3-2 15,0-3 6-15,0 1-5 0,0-7 2 0,3 9 10 0,-1-6-7 16,5 1 3-16,-7-4-3 0,13 4-3 0,-13-4 5 16,15 3 0-16,-15-3 1 0,10-6 0 15,4 6-1-15,-7-1 1 0,3-1-3 0,-10 2 2 16,15-5 3-16,-5 4-2 0,-2-2-1 0,-1 0-2 0,-7 3 0 15,16-3-2-15,-6 3 1 0,3 0-1 0,-1 1 5 16,3 1-3-16,3 1-1 0,4-1-3 0,-1-1 4 16,9 0-4-16,3 7-3 0,15 1 1 0,2-1-3 15,1-3-3-15,4 4 5 0,3 2-2 0,0-2 0 16,3 0 2-16,3-4 0 0,1 2 5 0,18-1-4 16,-20-4 4-16,-1-1 0 0,23-1-1 0,-27-1 1 15,-4 1 0-15,1-2 3 0,-2-5-2 0,2 1 4 16,-11-1 1-16,1-5-4 0,-2 4-1 0,-13-3 8 15,-2 1 6-15,-3 0 13 0,-7 0 7 0,0 1 7 16,-3-3 10-16,2-3 0 0,-11 7 3 0,4 0 9 16,0-4 0-16,-3 5 7 0,-4 0-8 0,2-3 1 15,-3 3 1-15,4 4-8 0,-1-1-6 0,-5 4-4 16,2-11-11-16,-2 11-8 0,2-4-3 0,-2 4-3 16,0 0-4-16,0 0 3 0,0 0-4 0,-10 19-7 15,3-9 2-15,0 3-11 0,1 2 12 0,4 3 0 16,-5 0-2-16,3 6-2 0,0 3-4 0,-2 0 3 15,6 2-3-15,0 14 13 0,0-1-12 0,1-4 4 0,4-4-1 16,3 8-1-16,-6 0-5 0,10-3 13 0,-9 3-14 16,9-6 5-16,-6-4-4 0,-2-3 7 15,2-2-2-15,1-1-5 0,-2-8 4 0,-2-1 0 16,-3-4-1-16,0 2 0 0,7-8 8 0,-7 2-4 0,0-6-1 16,0-3 6-16,5 5 7 0,-5-5-19 0,0 0-7 15,0 0-4-15,0-24-22 0,0 13-2 0,0-2-14 16,0-5-6-16,-5 1-9 0,5-10-9 0,0 0-13 15,5 0-20-15,-4-4-14 0,3 0-11 0,-1-1-15 16,-1-12-8-16,3 4-7 0,-4 0 6 0,-1-1 4 16,0-1 16-16,0 14 16 0,0-4 15 0,-6 5 23 15,4-2 22-15,-5 1 25 0,1 1 19 0,-1 3 17 16,-1 3 14-16,1-3 11 0,-1 7 11 0,1-2 15 16,6 1 10-16,-6 3 6 0,2-2 13 0,3 7 14 15,2 1-7-15,-1 0 3 0,-4 2-8 0,3-1-3 16,2 8-9-16,0-12-13 0,7 10-5 0,-7 2-12 15,8-4-1-15,-8 4-3 0,15 3-8 0,0 3 2 16,0-5-7-16,0 4 3 0,-1-1-7 0,6 4-4 16,-5-1-3-16,2 3 1 0,-2-1-2 0,-2 3-3 15,0-4-1-15,-1 3-4 0,-2-3-1 0,0 0-3 16,-9 3 4-16,6-7-3 0,-5 4-1 0,-2 3 0 16,3-4 0-16,-3 2-5 0,0 2-5 0,-3-6 2 0,-1 0-11 15,-1 1 1-15,4-2-9 0,-8 1 1 0,9-5-8 16,-11 6-3-16,11-6 2 0,-10 1-7 0,10-1-5 15,0 0-2-15,0 0-8 0,-13-10-12 16,13 4-11-16,0 6-2 0,3-12-2 0,0 1-4 0,4-1 4 16,3 2 2-16,3-3 4 0,0-6 7 0,2 4 6 15,5-9 9-15,-2 2 1 0,4 1 8 0,9-9 4 16,-4-5 0-16,-11 10 5 0,6-2 4 0,-6-2 13 16,4-3 25-16,0 3 21 0,-10 0 27 0,5-2 17 15,-4 4 15-15,-1-1 20 0,0 3 12 0,2 1 11 16,-7 5 9-16,-2-1 4 0,2 8-4 0,-2-6 4 15,1 9-15-15,-1-1-11 0,-3 2-23 0,2 3-14 16,-2 5-8-16,5-4-7 0,-5 4-7 0,0 0-3 16,6 19-11-16,-6-7 3 0,0 3-10 0,0 5-3 15,0 7-1-15,0 4-5 0,4 0-2 0,-1 0 3 16,-1 11-6-16,-1-8-8 0,6 3-1 0,-2 5 7 16,-2-9-1-16,4 6-5 0,-1-9 0 0,-1 0-2 15,4-1-1-15,1-4-1 0,-2 1-1 0,3-7-10 16,-2-1 13-16,-1-8-9 0,0 7 0 0,7-8-2 0,-2-3-4 15,1-2 4-15,-4 1-3 0,9-5-6 16,-2-5 3-16,3-2 9 0,-4 2-9 0,4-3 3 16,-7-4-5-16,14-2 5 0,-7-4-2 0,0-1 2 0,4 2 1 15,-9-4 4-15,2 2 15 0,-5 3 12 0,-3-3 16 16,1 6 16-16,-5-4 14 0,2 2 5 0,0 2 9 16,-6 1 6-16,-1-2-7 0,4 2-6 15,-4 6-8-15,-5 0-6 0,3 1-12 0,-3-3-5 0,5 8-6 16,-15-7-6-16,15 7-6 0,0 0-5 0,-18 12-1 15,8-5-9-15,3 0 4 0,2 2-3 0,0 7-6 16,-1-4-13-16,4 6-12 0,0-2-24 0,2 0-13 16,4 0-17-16,2 2-29 0,-1 2-45 0,4-5-43 15,4 4-46-15,-2-3-52 0,4 4-73 0,0-9-71 16,0 4-234-16,0-6-715 0,-8 2 316 0</inkml:trace>
  <inkml:trace contextRef="#ctx0" brushRef="#br0" timeOffset="95809.67">11937 5799 74 0,'-19'0'280'0,"3"0"2"15,1 0-3-15,5 0-9 0,3-1-17 0,7 1-18 16,0 0-19-16,-16 0-11 0,16 0-1 0,0 0 1 15,0 0-12-15,40-2-11 0,-4 4-1 0,7-5 6 0,8-1-42 16,9 3-6-16,21-2-10 0,2-1-16 0,11 2-6 16,9 0-6-16,4-1-12 0,52-4-8 0,3 1-10 15,-1 0-3-15,8 3-11 0,0-3-3 0,3 0-6 16,10-2-3-16,3 3-5 0,7-2 0 0,7-2-13 16,4 4 7-16,3-5 2 0,1 5-18 0,8-6 11 15,-2 4-9-15,7-1-10 0,-1-1 1 0,3 3-7 16,-1-2 6-16,5 0 1 0,-3-6 3 0,0 9-2 15,6-3-4-15,-9-3-5 0,-7 2 3 0,4-2 8 16,-8 3-11-16,-1-4-1 0,3 2 1 0,-9-2 0 16,-7 5-2-16,-10-1 3 0,-8-5-9 0,0 2 10 15,-8 3-6-15,-7 1 3 0,-6-2 0 0,-10 4-2 16,-44 3 6-16,6-4-10 0,-4 0 3 0,0 2 4 16,-6 0-1-16,-2-3-3 0,-8 3 5 0,-7 0-1 15,-23 1-5-15,0 1 15 0,-5 0-17 0,-5-3 14 16,-4 1-11-16,-17 3-2 0,-1 1-10 0,-4-2 12 15,-6-3-31-15,1 4-23 0,-5-1-29 0,-4-2-32 0,0 0-44 16,-1 0-51-16,-7-1-60 0,6 0-58 0,-6 0-273 16,-1-3-653-16,1 8 289 0</inkml:trace>
  <inkml:trace contextRef="#ctx0" brushRef="#br0" timeOffset="100709.84">5827 6964 244 0,'0'-4'389'0,"0"4"-8"0,0-12-21 0,0 12-31 16,0-6-39-16,0 6-30 0,0 0-15 15,0 0-40-15,0 0-10 0,0 0-33 0,0 0-7 0,19 15-20 16,-16-4-25-16,9 2-10 0,-4 5-12 0,0-2 0 15,-1 2-8-15,1 5-12 0,0-3-7 0,1-1-11 16,-4 5 3-16,6 2-5 0,-8-4-8 0,-1-1 2 16,3-1-11-16,-3-5-2 0,1 2 23 0,-3-3-34 15,2 1 1-15,-1-3 4 0,-1-4-5 0,2-3-1 16,-4 3 3-16,4-2 6 0,-2-6-2 0,0 0-2 16,0 0 2-16,0 0-6 0,0 0-3 0,0 0 1 15,0-23-3-15,0 13-4 0,-2-2 4 0,2-1 1 16,0-6-1-16,0 0-8 0,-1-4 7 0,-1-1-7 15,-3-6-2-15,3 5 3 0,-1-4-1 0,3 1 2 16,-2 1 12-16,-1 0-17 0,3 2 10 0,-5 0-6 16,2 9 10-16,1-4 6 0,1 0-2 0,1 3 2 15,0-1-1-15,0 4-5 0,1-1-1 0,1 3-1 16,1 5-5-16,2-2-8 0,-2 3 8 0,6-2-8 0,-1 3 4 16,4 0 8-16,-1 2-17 0,1 0-2 15,1 3-7-15,2 3 1 0,-2-2-3 0,-1 2 1 16,3 5 11-16,0-1-17 0,-2 2 0 0,2 3 4 0,-5-1 2 15,1 4-9-15,-3 0 1 0,-1-3 2 0,-5 4 3 16,3-1 5-16,-5 2-4 0,-5 2 19 0,-2-5-14 16,2 4-1-16,-5-3 5 0,4 0 0 0,-9-1 1 15,3 2 0-15,1-5 3 0,-3-3-2 0,3 3 4 16,-3-2 0-16,5-2 2 0,-1 2-1 0,1-2-2 16,6-3 3-16,-2 0 1 0,-3-1-2 0,8-3 0 15,-7 5-8-15,2-2 6 0,2 1-4 0,3-4 3 16,0 8 0-16,2-1-1 0,4 0 6 0,-1-2-6 15,5 6 5-15,0-7-4 0,7 5 0 0,1 6 4 16,-3-7-1-16,0 4 5 0,3 3-9 0,2-4 3 16,-4 2-17-16,2-1-21 0,4 6-22 0,-6-7-28 15,3 2-32-15,-3-1-43 0,-1-5-52 0,0 4-53 16,0-8-55-16,-5 3-217 0,1-4-586 0,-2-1 260 16</inkml:trace>
  <inkml:trace contextRef="#ctx0" brushRef="#br0" timeOffset="101960.36">6339 7128 56 0,'-5'7'217'15,"3"1"-16"-15,-1 1-14 0,1-3-8 0,1 3-12 0,1 1-6 16,0-2-6-16,1-1-10 0,1 2-6 0,5-1-8 15,-1-3-8-15,1 4-11 0,4-4-10 16,-2 2-8-16,2-3-9 0,3-1-7 0,-1-3-5 16,-3 4-8-16,5-4-6 0,-2 2-5 0,2-7-7 0,-2 4-4 15,2-5-2-15,-7 3-6 0,0-6 0 0,4 0-4 16,-9 3-4-16,4-3 1 0,1-4-4 0,-8 3 2 16,4-7-2-16,-8 9 2 0,-4-10 4 15,1 7 4-15,-1-5 8 0,0 5 13 0,-1-1-3 0,-4 0 3 16,0 4 2-16,5 1-7 0,-6 0-3 0,10 1-4 15,-8 0-4-15,5 1-6 0,-6 2-1 0,3 2-7 16,10 1-8-16,-16 0 3 0,16 0-3 0,-15 4-5 16,15-4-6-16,-9 4-14 0,9 1-4 0,0-5-10 15,4 14-12-15,2-6-16 0,4-3-22 0,4 2-21 16,0 0-21-16,1 1-16 0,4-3-25 0,0 3-18 16,3-2-14-16,-1 0-9 0,1-4 8 0,-1-1 11 15,1 3 10-15,1-4 17 0,-3 0 16 0,-3 0 15 16,1-4 28-16,-7 1 33 0,3-2 33 0,-4 4 41 15,-4-5 30-15,2 0 30 0,-4 4 21 0,-1-5 21 16,2-1 13-16,-2 4 7 0,1-2 10 0,-4 6 5 16,0-10-2-16,0 10-1 0,0-8-13 0,0 8-10 15,0 0-12-15,0-8-13 0,0 8-11 0,0 0-13 16,0 0-8-16,0 0-9 0,0 0-5 0,0 0-5 16,0 0-8-16,-15 19-6 0,11-12-2 0,4 1-1 15,0 2-3-15,-1-1-8 0,2 0 2 0,-1 2-6 16,4-1 2-16,-1 0-5 0,2 4-2 0,2-8-7 15,1 1 0-15,-1 2 4 0,-1-1-2 0,4-5-1 0,-2-1-5 16,7-2 7-16,-2 0 4 0,2 1-12 0,0-4 10 16,0-3-8-16,0-3-1 0,0-1 1 0,-7 3 0 15,5-3 1-15,-3 0-2 0,0 0 1 16,-1-2 2-16,-3 2 8 0,3-2 22 0,-8 2 14 0,4 0 11 16,-3 2 18-16,-2 0 2 0,0-1 2 0,6 2 0 15,-6-1-9-15,2 5-5 0,-2 3 0 0,0-11-19 16,0 11-8-16,0 0-10 0,0 0-5 0,0 0-1 15,0 0-4-15,0 0-2 0,0 0 2 0,-8 22-7 16,8-15 0-16,0 3 0 0,0 0-9 0,0-2 8 16,0 4-15-16,6-1-8 0,-4 0-8 0,5 1 4 15,-2-5-13-15,-2 2-9 0,-1 0-7 0,8-2-2 16,-2-4-4-16,3-1-13 0,-1 4-6 0,2-6-4 16,1-1-8-16,4-1-3 0,1-3-7 0,-5 4-6 15,2-9-6-15,0-1 3 0,2-1-1 0,-4 3 1 16,5-5-3-16,-10 1 3 0,5-5 5 0,1 3-2 15,-6-5 7-15,-1 1 2 0,1-5 5 0,-1-2 5 16,-1-1 12-16,-4-2 8 0,3 0 2 0,-2 2 16 16,-6-2 17-16,3 4 17 0,0-4 12 0,-5 2 14 0,5 0 19 15,-2 8 11-15,-3-1 10 0,4 0 15 16,-6 5 11-16,7-5 2 0,-7 2 6 0,7 9 13 16,0-2 8-16,0 1-4 0,0 2-1 0,-1 1-3 15,-4-1-10-15,5 8-15 0,0-10-6 0,0 10-18 0,-2-6-11 16,2 6-11-16,0 0 0 0,0 0-2 0,0 0-7 15,0 0-1-15,0 0-9 0,7 19 3 16,-7-7-5-16,1 6 0 0,-1-1-4 0,0 4 2 0,5 4-9 16,-5 4 2-16,0-1 3 0,-5 0-2 0,5 3-3 15,5-3 4-15,-3 2-6 0,5 2 4 0,-6-3-3 16,11-1 3-16,-4 0-7 0,0-1 1 0,7 2-5 16,0-4 4-16,2 1-4 0,4-5-2 0,-3 1-7 15,6-2-13-15,-1-1-9 0,5-4-18 0,0 0-5 16,-2-6-14-16,4 2-9 0,2-5-3 0,-1-3 5 15,-6-3-1-15,-2-3 7 0,-3-2 10 0,2-2 5 16,-3 0 3-16,-4-3 7 0,0-2 9 0,-3-3-1 16,-2 3 13-16,-5-1 15 0,0-1 8 0,-4-1 13 15,-2 3 16-15,-1 0 17 0,-3 0 12 0,3 2 13 16,-3 1-2-16,-1-2 6 0,1 4-1 0,-5 1-8 16,3 0-2-16,-1 3-6 0,0-2-12 0,-2 5 0 15,10 0-7-15,-20 3 1 0,10-1-9 0,-2 4 3 16,2 0-14-16,2 1 5 0,-2-1 1 0,0 3-7 15,4-1-2-15,6 4 15 0,-7-5-16 0,7 4-6 16,0-2 21-16,0-2-14 0,7 3-8 0,-2-1 0 16,6-2-8-16,4-4-10 0,2 0-30 0,1 0-41 15,2-3-44-15,1 0-53 0,1-5-59 0,4 1-64 16,2-2-285-16,-3-6-636 0,-5 4 282 0</inkml:trace>
  <inkml:trace contextRef="#ctx0" brushRef="#br0" timeOffset="102142.88">7443 6729 306 0,'-12'-1'367'16,"4"-4"-4"-16,0 3-19 0,3-2-34 0,5 4-17 0,-7-5-39 16,7 5-35-16,0 0-23 0,15-7-18 0,-5 4-41 15,5 3-48-15,5 3-47 0,6-3-63 0,-3 0-75 16,7 0-91-16,7 0-279 0,-11 4-504 0,1-1 222 15</inkml:trace>
  <inkml:trace contextRef="#ctx0" brushRef="#br0" timeOffset="102427.04">8307 6592 354 0,'8'-3'417'16,"-1"-1"3"-16,-7 1-24 0,0 3-34 0,8-6-38 16,-8 6-22-16,0 0-44 0,8 0-28 0,-8 0-28 15,5 9-12-15,2-2-27 0,-4 9-15 0,2-1-15 16,3 0-13-16,-8 1-2 0,9 10-23 0,-1 1-5 16,-8 0-21-16,7-2-3 0,-2 2-2 0,5-3-4 15,-4 2-8-15,1-4-5 0,-2-2-9 0,3-3-28 16,-5 10-21-16,7-7-16 0,-1-5-29 0,-6 0-22 0,5-3-15 15,-3-1-32-15,5-4-26 0,-5-1-31 0,2 0-40 16,3-5-33-16,-4-1-41 0,-6 0-243 16,20-7-584-16,-17-1 259 0</inkml:trace>
  <inkml:trace contextRef="#ctx0" brushRef="#br0" timeOffset="102628.06">8416 6555 92 0,'-5'-8'344'0,"2"-2"2"0,-2 1 22 0,2 2 2 16,-1-3-12-16,1 2-10 0,0 0-15 0,1 1-19 16,2 0-33-16,-2-2-26 0,4-1-27 0,3 2-21 15,-3 1-22-15,4-2-20 0,1 4-19 0,1 1-15 16,2-2-13-16,3 5-37 0,4-3-27 0,1 0-38 16,0 4-42-16,4 4-39 0,-1-2-37 0,1 1-42 15,-4 4-36-15,2-4-44 0,0 6-55 0,1-1-43 16,-4 2-245-16,-2-2-614 0,0 4 273 0</inkml:trace>
  <inkml:trace contextRef="#ctx0" brushRef="#br0" timeOffset="103244.77">8431 6828 9 0,'0'3'228'0,"-7"3"2"16,2 0-1-16,9 2-4 0,-1-3-9 0,2 0-13 15,-5-5-13-15,7 10-14 0,-1-3-16 0,4-2-16 16,0 3-14-16,5-5-10 0,2 3-12 0,1 3-10 16,3-6-8-16,1-2-11 0,6 4-11 0,-3-1-33 0,8-4-28 15,-8 0-30-15,-2-1-36 0,-2 0-31 0,3-1-25 16,-5-3-21-16,1 1-18 0,0-5 0 16,-2 2 2-16,-1 0 13 0,-2-1 15 0,-7 1 14 0,0-3 26 15,2 7 29-15,0-4 30 0,-8-1 35 0,4 2 16 16,-6 6 27-16,9-8 21 0,-9 3 13 0,0 5 7 15,5-8-2-15,-5 4-6 0,0 4-9 0,0 0-11 16,0 0-8-16,0 0-3 0,0 0-4 0,0 0-8 16,0 0 6-16,0 0-12 0,0 20 0 0,0-12-3 15,0 3-1-15,0-3 5 0,1 1-5 0,4 5-2 16,-1-5-2-16,-4 5-2 0,5-6 1 0,-4 1-6 16,6 3-2-16,0-1 0 0,-1-7-1 0,2 7 0 15,-1-3-1-15,1-2 2 0,1-1-3 0,-3 0-2 16,6-2 1-16,-2-3-1 0,-10 0 1 0,21-3-2 15,-11 0-1-15,2-2 7 0,-2 3 14 0,-2-4 3 16,2-2 8-16,1-4 13 0,1 5 5 0,-5-4 8 16,4 1 2-16,-4 2 6 0,-2 1 4 0,1-5 20 15,-2 4-13-15,1 5 0 0,1-4 0 0,-4-1-11 16,3 2 5-16,-2 3-19 0,-3 3-6 0,2-6-11 16,-2 6-11-16,0 0-4 0,0 0-10 0,0 0 1 15,0 0-3-15,0 0-5 0,0 0 4 0,15 12-3 16,-12-8 0-16,0 4-1 0,1-1 0 0,2 1-6 15,-1-1-8-15,0 4-3 0,4-7-7 0,-8 3 10 16,6-2-9-16,0 4-1 0,-1-4 0 0,2-2 0 16,-6 0 3-16,-2-3 2 0,13 3 2 0,-6-2-4 15,-7-1 2-15,15 5 3 0,-9-5-2 0,-6 0-2 0,22-6-16 16,-14 5-21-16,-8 1-13 0,20-2-25 0,-10-1-22 16,10 3-29-16,-4-1-26 0,6 1-35 15,-5 0-34-15,17-2-28 0,-4 4-26 0,5 2-180 16,-4-1-497-16,6 5 221 0</inkml:trace>
  <inkml:trace contextRef="#ctx0" brushRef="#br0" timeOffset="104261.4">10027 6918 103 0,'-5'-6'272'16,"-4"-1"-2"-16,3-3 6 0,-3 3-8 0,-5 2-6 15,0-3-12-15,1-1-17 0,-8 2-5 0,4 3-17 16,-5-2-9-16,3 5-15 0,-1 1-17 0,-2 1-9 15,-8-1-6-15,6 3-25 0,-1 3-13 0,5 0-10 16,-7 8-10-16,6-7-13 0,1 3-9 0,-1 8 0 16,-3-6-2-16,9 4-12 0,2-8-12 0,-2 9 0 15,7-7-11-15,1 7 2 0,-1-4 1 0,3-2-6 16,5-1-7-16,-1 1-3 0,2 0 4 0,4-4-4 16,3 1-16-16,1-3-5 0,4-2-12 0,8 1-8 15,-6-1-8-15,9-3-6 0,-3 0-9 0,-1-7-12 16,10 3-4-16,-5-3-9 0,3-5 1 0,0 0-3 15,-3-3-4-15,-2-5-8 0,-2 2-7 0,3 0-8 16,-5-3-12-16,-2-6-10 0,3 0-2 0,-5 0 0 0,0 0 7 16,-1-1 13-16,-7-4 26 0,1 5 34 0,-8 0 23 15,0 3 12-15,0-2 16 0,0 1 17 0,0 5 10 16,-1 7 16-16,1-5 10 0,-7 3 16 16,0-2-3-16,6 7 2 0,-6 0-3 0,6 0-7 0,-4 6-9 15,0-1-3-15,1 0-13 0,-1-1-5 0,5 6-5 16,-8-5-3-16,8 5-3 0,0 0-6 0,0 0-2 15,-15 12-3-15,7-4-6 0,8 0-2 16,-5 3 5-16,3 1-5 0,2 4-2 0,0 3 0 0,0 0-3 16,0-1-5-16,0 3-2 0,7 5-9 0,1 1-7 15,-6 0-10-15,11 0-9 0,-6-5-4 0,-1-3-16 16,9 3-12-16,-7-6-8 0,6 2-15 0,-6-1-4 16,7-4 0-16,0 4-6 0,1-9 0 0,3-1 5 15,-3-2 6-15,-1 0 10 0,2-2 5 0,2-3 6 16,-2-3 10-16,1-2 4 0,-1 0 8 0,-4-2 5 15,5-1 5-15,-8-4 6 0,2 2 33 0,1-6 5 16,-3 5 11-16,-4-2 8 0,3-1 12 0,2 1 13 16,-4 2 7-16,-4 3 6 0,2-2 3 0,-3 1 5 15,3 2-8-15,-3-1-5 0,-2 4-3 0,4-4-13 16,-4 8-5-16,0 0-7 0,2-3-3 0,-2 3-4 16,0 0-1-16,0 0-4 0,0 0 1 0,0 18-4 15,-6-10-1-15,6 0-2 0,0 0 0 0,-2 3 0 16,4 0-4-16,-2-1 0 0,0 0-4 0,0 1-2 0,0-2 0 15,4 0-7-15,-4-2 0 0,2 3-2 16,-2-5-1-16,2-2 5 0,-2-3-1 0,0 9 5 16,5-4-3-16,-5-5 3 0,0 0-1 0,1 6 1 0,-1-6 2 15,0 0 4-15,0 0 2 0,0 0 2 0,0 0-4 16,14-18 1-16,-13 15-2 0,-1 3 0 0,7-7 2 16,0 0-6-16,-6 3-9 0,6 1-8 15,8-2-11-15,-9 4-12 0,9 1-17 0,5-2-15 0,3-2-13 16,-1 4-11-16,8 0-6 0,1 4 0 0,5-2-7 15,16-1 6-15,-3 4-3 0,4-1-3 0,0 4 8 16,7-2 2-16,-5-5 5 0,6-1 8 0,0 3 8 16,-3-4 11-16,-2-1 5 0,-3 1 4 0,-6-10 4 15,-13 6 6-15,-2-5 7 0,-4-2 0 0,2-1 10 16,-14 2 18-16,-1-4 12 0,-3 0 23 0,-4 0 15 16,-1-1 17-16,-1-2 14 0,-6 0 15 0,-8 0 17 15,1 2 9-15,-1-1 7 0,-5 0-1 0,-7 5-1 16,5-3-10-16,-1 6-2 0,1 1-6 0,-12-4-14 15,7 10-4-15,2 1-6 0,-3 4-13 0,2-1-2 16,1 8-6-16,-5 3-8 0,-2 5 2 0,4-5-9 16,-1 7-5-16,9 4-8 0,-4 0 7 0,4 3-7 15,10 1 0-15,-2 3-2 0,-2-4-1 0,7 3-3 16,0-1-5-16,-6 6 4 0,12-4 1 0,-1-2-5 0,3-2-2 16,1 1 3-16,2-2 0 0,1 1-6 15,1-6-22-15,2 2-31 0,-2-7-37 0,-3-1-50 16,2-3-70-16,3-9-69 0,-5 1-248 0,1-4-558 15,-11 0 247-15</inkml:trace>
  <inkml:trace contextRef="#ctx0" brushRef="#br0" timeOffset="104443.54">10950 6496 109 0,'-15'-8'286'0,"2"1"-30"0,1 0-23 0,3 1-24 0,-1 0-24 16,0 4-16-16,0 1-40 0,10 1-57 0,-23 3-81 16,16 0-90-16,-8 1-158 0,-2 3-279 0,3 1 124 15</inkml:trace>
  <inkml:trace contextRef="#ctx0" brushRef="#br0" timeOffset="105842.49">6074 7695 117 0,'0'0'227'0,"2"6"3"16,-2-6 3-16,0 0 9 0,0 0-6 0,0 0-2 15,5 6 1-15,-5-6-5 0,0 0-4 0,0 0 0 16,0 0-3-16,0 0-16 0,20-3-11 0,-20 3-21 16,19-8-8-16,-2 8-17 0,5-2-17 0,11 2-9 15,11-6-16-15,1 2-15 0,8 1-9 0,7-4-4 16,22 5-8-16,4-2-1 0,7 1-12 0,6 3-12 16,4 2 0-16,1-4-11 0,50 2 10 0,-10 0-13 15,-40 2-5-15,49-4 0 0,-8 4-3 0,-39-2-4 16,37 5 0-16,-39-8-4 0,43 3 3 0,-44 0-6 0,49-2 0 15,-54-3 2-15,13 4-7 0,29-7 3 16,-39 4-2-16,2-3-8 0,-2 5 5 0,0-8-4 16,-8 6-1-16,-6-4 6 0,3 1-4 0,-4-2-1 15,-30 3 6-15,30-6-8 0,-28 4 9 0,2 3-5 0,-2-2-2 16,-6 3 2-16,-5-5 7 0,2 3-9 0,-4 3-1 16,-12-2-1-16,-1 1-3 0,-11 1 7 15,-3 2-3-15,1 1 0 0,-6-2-2 0,-3 2-1 0,-10 0-2 16,16 0-5-16,-7-3-2 0,-3 8 1 0,-6-5 4 15,15 0-1-15,-15 0-4 0,7 1 2 0,-7-1 2 16,10 3-6-16,-10-3-2 0,8 3-1 0,2-3-19 16,-10 0-11-16,8 1-16 0,-8-1-23 0,15 0-28 15,-15 0-39-15,13 4-47 0,-13-4-66 0,10-5-65 16,-10 5-259-16,12 0-636 0,-12 0 282 0</inkml:trace>
  <inkml:trace contextRef="#ctx0" brushRef="#br0" timeOffset="106476.92">8343 8455 267 0,'0'0'357'0,"-8"7"-7"0,8-7-8 0,-8 0-9 0,8 0-10 15,0 0-11-15,0 0-3 0,-9 4-29 16,9-4-19-16,0 0-20 0,0 0-25 0,0 0-20 16,0 0-19-16,0 0-18 0,0 0-17 0,40-11-12 0,-23 11-29 15,8-2-26-15,-7 2-47 0,2-5-41 0,-2 4-53 16,5-3-53-16,-10 4-67 0,7-1-81 0,-10-1-77 16,3 1-257-16,-4-3-651 0,-3 4 288 0</inkml:trace>
  <inkml:trace contextRef="#ctx0" brushRef="#br0" timeOffset="108758.99">9373 8145 346 0,'0'-11'394'0,"1"2"-2"0,-1-1-2 16,0 1-9-16,0 5-15 0,0-4-24 0,2 0-28 15,-2 8-30-15,3-7-37 0,-3 7-24 0,0 0-27 16,0 0-22-16,0 0-21 0,0 0-13 0,0 0-16 15,0 0-15-15,9 26-9 0,-9-16-10 0,3 0-7 16,2 10-9-16,-3-6-10 0,1 0 5 0,0 8-17 16,-1-6-10-16,3 3 4 0,0 0-5 0,-2-3-6 15,2 2 0-15,-2 0-6 0,2-1-3 0,-1 0-8 16,1-2-22-16,3 0-30 0,-6 1-20 0,3-6-33 16,0 0-24-16,-2 1-28 0,2-4-28 0,-5 1-27 15,3 1-32-15,2-3-26 0,-3-5-39 0,-2-1-30 16,8 8-263-16,-8-8-632 0,0 0 280 0</inkml:trace>
  <inkml:trace contextRef="#ctx0" brushRef="#br0" timeOffset="108992.96">9411 8112 64 0,'0'-6'307'0,"-7"-2"6"0,4 5-1 0,-2-2-4 0,5 5-1 16,-5-12 0-16,3 5-7 0,-1 4-12 0,0-2-8 15,1-2-17-15,2 7-18 0,-2-7-26 0,2 7-22 16,4-12-20-16,-1 9-18 0,0-6-20 0,6 5-12 16,-1-3-17-16,7 2-19 0,0-2-20 0,0 0-23 15,3 1-26-15,5 3-35 0,-3-1-28 0,-2 0-34 16,4 4-29-16,-6-4-29 0,4 4-33 0,-3 0-35 16,-3 4-37-16,5-2-27 0,-3 1-25 0,-8 1-14 15,7 3-167-15,-8 0-510 0,0-1 226 0</inkml:trace>
  <inkml:trace contextRef="#ctx0" brushRef="#br0" timeOffset="109192.3">9353 8283 99 0,'-7'6'240'16,"-1"-3"-11"-16,6 4-12 0,2-7-10 0,-5 5-6 15,5-5-4-15,-8 6-3 0,8-6 1 0,5 8-4 0,-5-8-8 16,10 5-14-16,-2 0-10 0,1-2-11 15,1 1-21-15,6-2-9 0,4-1-10 0,0 4-12 16,3-3-6-16,10 0-6 0,-3 3-35 0,0-5-38 16,-9 0-44-16,2 0-53 0,7-2-57 0,0-3-61 0,-2 2-72 15,-1-2-153-15,-11-1-464 0,6 0 206 0</inkml:trace>
  <inkml:trace contextRef="#ctx0" brushRef="#br0" timeOffset="110192.97">9919 8208 106 0,'-5'10'249'0,"10"-5"-10"0,-10 1-6 0,5-6-13 0,-2 8-17 16,2 0-12-16,-3 0-14 0,-2-4-16 0,7 4-13 15,-4 1-14-15,4 0-11 0,-2-1-13 0,0 0-8 16,3 1-10-16,0-2-8 0,4-2-7 0,-5 5-8 15,4-5-3-15,1 2-5 0,1-4-4 0,-1-1-3 16,6 3-9-16,-5-3-3 0,7-2 3 0,-2-2-9 16,4 0-6-16,-5-1 1 0,-1 1-7 0,2-8 1 15,2 3-4-15,2-2-2 0,-2 0 0 0,-2 0-3 16,-1-3 6-16,-1 3-9 0,-4-2 0 0,3 4 18 16,-7-2 10-16,4-2 12 0,-1 4 12 0,1 2-9 15,-4 1-2-15,-3 4-3 0,8-6-6 0,-8 6-13 16,5-7 0-16,-3 2-12 0,-2 5 0 0,0 0 0 15,0 0-8-15,0 0-2 0,17 14 6 0,-11-9-5 16,-6 2-1-16,7 0-3 0,-7 1 3 0,8 0-1 0,-5 3-4 16,4-2 2-16,-4-2 0 0,6 4-2 0,-3-3 0 15,1 0 1-15,1 1-4 0,-1-1 5 16,1-1 3-16,-1-4 4 0,-1 1-7 0,1-1 15 16,1-3-16-16,-8 0 6 0,15-2-4 0,-15 2-3 0,15-6 0 15,-7 3-2-15,-1-6-3 0,1 2 5 0,-1-1 12 16,9-1 15-16,-4-3 5 0,-4 0 1 0,5 0-3 15,-1 1-8-15,0 2 0 0,-4-2-2 16,7 0-2-16,-7 3-6 0,4 1-2 0,-1 2-2 0,-4 2-6 16,6-1-1-16,0 3 1 0,-4-1-7 0,1 2-6 15,8-5-14-15,-2 5-9 0,6 7-9 0,-7-6-14 16,8 2-10-16,-3 0-12 0,1-2-12 0,2 4-15 16,-3 0-17-16,4 0-14 0,0-3-15 0,4 0-15 15,-4 2-16-15,4-3-9 0,2 1-6 0,-7-2 2 16,-2-2 9-16,1 1 5 0,-6-3 8 0,6 0 18 15,-2-1 16-15,-4-2 11 0,-1 4 16 0,0-4 21 16,-3-1 18-16,-2 1 26 0,-2 1 23 0,0 3 20 16,-5-8 25-16,-1 7 15 0,3-4 21 0,-5 0 9 15,-5 0 15-15,5 8 4 0,-5-9-2 0,-3 3-1 16,0 2-4-16,-1 2 2 0,-4 0 2 0,13 2 0 16,-25 0 3-16,7 4 2 0,1 0-1 0,-4 0-3 15,3 4-1-15,-4-1-5 0,4 3-3 0,-7 0-10 16,5 1-4-16,2-3-7 0,-7 11-3 0,10-11-10 0,-1 7-4 15,1-4 1-15,5 1-4 0,0 0-8 16,0-4-1-16,9 0-2 0,-4-1 0 0,3 1-4 16,2-1 4-16,2 1-2 0,3-3-4 0,1 1 2 15,2-1-4-15,4-4-5 0,1 2-6 0,5-3-2 0,-3 0-11 16,4-1-3-16,2-2-5 0,1-2-4 0,-3-1-3 16,6-6-1-16,-3 3 0 0,-6 0 3 15,12-8 1-15,-6 5 1 0,0-6-2 0,-6-6-8 16,2 5-8-16,-8-1-6 0,3-5-4 0,-1 0 5 0,-9-3 9 15,4 3-4-15,-4 1 9 0,-3-3 14 0,4 3 20 16,-8-2 7-16,1-1 15 0,-2 11 9 0,0 0 2 16,-5-1 16-16,2-1-1 0,0 6 7 0,3 1 3 15,-5-2-1-15,3 2-3 0,0 4-5 0,-1-1-6 16,-3 5-10-16,2-1-6 0,3 1 0 0,6 3-6 16,-7-5-7-16,7 5-1 0,-17 2 1 0,17-2-5 15,-8 9-1-15,2-1-4 0,-1-1-1 0,5 2-3 16,-3 6-4-16,-1 0 9 0,11-2-3 0,-12 9-6 15,7-6 8-15,0 0-6 0,2 4-2 0,3 1 2 16,1-1 6-16,-4-1-22 0,5 1-14 0,7 2-23 16,-12-2-31-16,5-3-45 0,1 1-51 0,-1 2-59 15,6-6-55-15,2 3-219 0,-2-5-549 0,-3 2 244 16</inkml:trace>
  <inkml:trace contextRef="#ctx0" brushRef="#br0" timeOffset="110376.42">10670 7848 136 0,'-6'-6'289'0,"-4"-1"-22"16,5 2-20-16,-3-1-25 0,1 1-23 0,0 2-32 15,7 3-48-15,-11-4-67 0,11 4-69 0,0 0-88 0,0 0-158 16,0 0-285-16,0 0 127 0</inkml:trace>
  <inkml:trace contextRef="#ctx0" brushRef="#br0" timeOffset="110742.95">11953 7692 265 0,'0'0'349'0,"-1"-11"-6"15,-1 7-14-15,2 4-16 0,0 0-24 0,-5-10-36 16,5 10-30-16,0 0-13 0,0 0-31 0,0 0-21 15,0 0-18-15,-10 21-16 0,10-13-10 0,-5 12-13 16,5-1-8-16,0 1-12 0,0 7-4 0,5-1-7 16,-5 1-10-16,3 0-7 0,4 1 3 0,1-4-6 15,-1 6-5-15,6-4-1 0,-3 5-7 0,0-7-8 16,1 0-3-16,3-2-10 0,1 1-18 0,-7-7-31 0,5-1-30 16,2 1-37-16,-5-5-37 0,2-2-52 15,-4 2-44-15,5-8-53 0,2-2-228 0,-8 2-558 16,-7-3 247-16</inkml:trace>
  <inkml:trace contextRef="#ctx0" brushRef="#br0" timeOffset="111375.87">12233 7672 213 0,'0'0'268'0,"0"-7"-26"0,0 7-25 0,0 0-20 16,-3-4-21-16,3 4-15 0,0 0-14 0,0 0-6 15,0 0-6-15,-7 16-11 0,2-7-8 0,2 0-9 16,3 9-9-16,-2-1-5 0,2-1-7 0,0 5-8 16,0-4-8-16,0 8-2 0,0-6-7 0,2-1-4 15,-2 8-6-15,0-5-6 0,1-2-6 0,1 8-2 16,3-10-3-16,-3 1-2 0,3-3-1 0,-2 1-5 16,4-5 2-16,-4-2-5 0,2 2 0 0,0-4 2 15,0-1-3-15,-2 0 1 0,4-3-2 0,1 0-1 16,-1 0-2-16,-7-3-1 0,21-6-4 0,-11 0 1 15,0 2-2-15,5-4-3 0,-2-4 1 0,0 1 8 16,2 4 12-16,5-5 5 0,-12 3 8 0,7-2-3 16,-3 1 3-16,-2 4 0 0,1-1 1 0,-7 0-4 0,2 0-7 15,1 2-1-15,-4 2-3 0,-3 3-2 16,10-4-6-16,-10 4-2 0,10 0-1 0,-10 0-6 16,13 4 6-16,-13-4-8 0,14 3 1 0,-8 2-2 0,2 0 0 15,1 2 8-15,-1-1-12 0,0-2-1 0,4 1 4 16,3 5 0-16,-5-6-5 0,5 3 5 0,-2-2-1 15,3-1-2-15,-1 0 0 0,2-1 5 16,3-1-8-16,-5-4-6 0,6-1-2 0,-6-1-2 0,2 1-3 16,1-3-4-16,-3 0 5 0,1-3-8 0,-6-2 2 15,5 1-3-15,-2-2 6 0,-1 3-5 0,-2-6 5 16,0 3-2-16,-4-3 5 0,-2 3-2 0,-1 1 9 16,-3-1 7-16,0 0 6 0,3 4 7 0,-6-3 9 15,3 3 7-15,-3 1 0 0,3 1-4 0,-4 0 0 16,4 6-5-16,-6-8-3 0,-4 7-6 0,10 1-5 15,-13-3 3-15,13 3-2 0,-12 6-1 0,2-1-2 16,7 0-1-16,-6 3-2 0,3-1 3 0,-1 5 1 16,1-2 0-16,6 0 0 0,-2 0-1 0,2 6 2 15,2-1 3-15,-2-3-10 0,6 1 7 0,1 2 1 16,1-3-4-16,7 0 11 0,-2-2-22 0,4 1-25 16,4-3-33-16,1-3-38 0,9 3-40 0,-4-2-67 15,6-6-71-15,-3 0-307 0,4 0-632 0,-4-4 281 16</inkml:trace>
  <inkml:trace contextRef="#ctx0" brushRef="#br0" timeOffset="111559.85">12718 7622 11 0,'-28'-11'375'0,"11"5"-1"0,2-3 6 16,9 3-14-16,-4-3-30 0,1 4-30 0,4 0-32 0,4-3-33 15,1 2-23-15,3 0-35 0,4 0-51 0,4 5-66 16,6-2-60-16,-1-1-70 0,8 4-77 0,-5 0-77 16,3 5-257-16,8 2-513 0,0 0 227 0</inkml:trace>
  <inkml:trace contextRef="#ctx0" brushRef="#br0" timeOffset="112225.52">13675 7695 273 0,'6'-1'331'0,"-1"-4"-3"0,-5 5-17 0,0 0-20 15,10-3-26-15,-10 3-21 0,0 0-31 0,8-2-19 16,-8 2-23-16,0 0-20 0,0 0-14 0,7 8-12 16,-7-8-13-16,0 4-14 0,2 4-3 0,-2-1-16 0,5 1-8 15,-4-4-4-15,6 7-5 0,-5-3-17 16,4-3-18-16,-3 5-1 0,1-5-12 0,-3 6-12 16,4-7-5-16,-1 4 1 0,1 1-3 0,1-6-2 0,1 3 4 15,0-1 1-15,-7-5-4 0,8 0 4 0,-8 0-1 16,0 0 3-16,16-5 0 0,-2-1-2 0,-6 0-1 15,0-1 3-15,-1-1 2 0,-1 1-3 16,6-4 3-16,-2 2 10 0,-3 0-1 0,1-1 3 0,0 0 8 16,0 1 6-16,2-1-3 0,-5 3 1 0,2 1 10 15,1 2-11-15,-3-6-5 0,0 5-5 0,2 3-3 16,-7 2-4-16,10-2 1 0,-10 2-2 0,0 0-1 16,0 0 0-16,16 4-4 0,-9 1 6 0,-6 2-6 15,3 4 1-15,-3-7-2 0,4 4 3 0,0 3-1 16,0-3-2-16,0 3 2 0,-3-2-2 0,5-2 5 15,-4 4-4-15,3-5-2 0,-2 1 6 0,1 0-7 16,-2-4 11-16,0 1-5 0,-3-4 0 0,0 0-3 16,15 0 1-16,-15 0 12 0,12-6-14 0,-2 1-2 15,-4 2 0-15,4-4 3 0,-5-2 2 0,5 1 4 0,2 0-7 16,-4 0-2-16,0-4 7 0,6-2 0 16,-6 1 14-16,0 6 18 0,-1-2-6 0,4-2 9 15,-2 2-3-15,-3 0 6 0,1 1-6 0,-4 1 1 0,2 2-2 16,3 2-9-16,-8 3-2 0,7-4-9 0,-7 4 2 15,8-1 9-15,-8 1-16 0,0 0 1 16,15 5-7-16,-10 3 0 0,-2-2 2 0,6 5-5 16,-4-1 7-16,3 0-7 0,2 6-19 0,0-8 2 0,0 9-33 15,3-4-8-15,-3 1-13 0,5 0-21 0,1 1-21 16,1-3-23-16,-2-2-40 0,3 3-42 0,0-5-51 16,0-1-57-16,4 1-191 0,-5-4-556 0,2 1 245 15</inkml:trace>
  <inkml:trace contextRef="#ctx0" brushRef="#br0" timeOffset="112476.55">14608 7611 204 0,'0'0'280'0,"0"0"-19"0,-2-6-21 16,2 6-19-16,0 0-20 0,0 0-18 0,0 0-4 15,0 0-11-15,0 0-19 0,0 0-10 0,2 22-13 16,0-11-11-16,3 1-14 0,-2 0-9 0,2 0-7 16,2 6-8-16,1-3-7 0,3 1-2 0,-6 4-10 15,7-5-25-15,-4 4-42 0,2 0-51 0,-3-3-65 16,6-4-72-16,-3 0-67 0,-3-3-136 0,6 1-432 0,2-2 191 16</inkml:trace>
  <inkml:trace contextRef="#ctx0" brushRef="#br0" timeOffset="112908.81">14947 7630 187 0,'0'0'204'0,"-6"-5"-15"15,6 5-7-15,0 0-10 0,0 0-6 0,-2 13-13 16,2-13-11-16,0 14-8 0,0-5-7 0,0-3-11 15,0 4-10-15,2 2-8 0,-1 0-8 0,3 6-5 16,-1-11-15-16,4 9 0 0,-2-1-11 0,-2 1-5 16,4-7-3-16,-4 3-5 0,0-3-2 0,2 0-7 15,0 2 1-15,-2-6-6 0,1 2 1 0,1-4-2 16,-5-3-6-16,10 4-1 0,-10-4 1 0,0 0-4 16,18-4-4-16,-10-3 1 0,-1 4 13 0,3-6 14 15,-4 2 3-15,1-2 8 0,3-3 5 0,0-2 8 16,0 4 6-16,-2 0 9 0,-1-1 10 0,1 0-2 15,-2-1 8-15,3 5 1 0,-3-2 3 0,-4-2 2 16,5 9-10-16,-1-4-6 0,-4-1-1 0,3 3-19 16,-5 4-15-16,6-5-3 0,-6 5-13 0,0 0-1 15,0 0-6-15,17 7-3 0,-17-7-4 0,13 9-6 16,-11-3 3-16,5 1-9 0,1 3 8 0,3-1 8 16,-2 1-13-16,1 0-3 0,-4-3-5 0,1 4 6 15,4 0-9-15,-6-4-24 0,5 1-32 0,0-1-27 0,-3-1-32 16,-4 0-37-16,4-1-55 0,-1-2-55 0,-6-3-65 15,12 0-262-15,-12 0-632 0,0 0 280 16</inkml:trace>
  <inkml:trace contextRef="#ctx0" brushRef="#br0" timeOffset="113229.62">14709 7356 229 0,'-10'-5'409'0,"5"2"-7"0,5 3-26 0,-11-2-13 0,2-3-26 15,9 5-29-15,0 0-32 0,-6-3-31 0,6 3-24 16,0 0-16-16,0 0-30 0,0 0-22 0,-7 10-13 16,7-10-9-16,0 0-15 0,0 0-11 0,12 15-8 15,-11-10-27-15,8 4-13 0,-8-3-15 0,4 3-13 16,0-6-14-16,0 3-16 0,0 2-8 0,2-3-5 15,-4 0-3-15,2-2 10 0,-5-3-5 0,8 3 6 16,-8-3-6-16,0 0 6 0,0 0 2 0,0 0 6 16,0 0-8-16,15-11 3 0,-18 6 0 0,-1-4-1 15,4 9-5-15,-3-13-4 0,-2 3-20 0,2 6-22 16,-2-1-28-16,0-1-31 0,-7 0-42 0,4 0-51 0,-2 4-63 16,5 0-72-16,5 2-178 0,-18-2-563 15,18 2 249-15</inkml:trace>
  <inkml:trace contextRef="#ctx0" brushRef="#br0" timeOffset="114493.02">16508 7509 209 0,'7'-9'284'16,"-2"0"-5"-16,-2 1-6 0,9-2-13 0,-9 1-15 0,-1-1-16 16,4-3-18-16,-12 0-16 0,12 4-11 15,-12-5-16-15,6 2-10 0,-2 6-18 0,-5-3-2 16,6-1-28-16,-9 1-9 0,0 5-11 0,-2-3-6 0,1 0-8 15,-8 5-1-15,1-1-16 0,2 3-9 0,-6 2-2 16,-3 1-7-16,-1 6-3 0,4 0-7 0,-2 5-9 16,4-2 0-16,-2 3 1 0,-1 2-4 0,1 0-2 15,8 1-1-15,0-3-7 0,-1 8 6 0,4-3-7 16,6-1 15-16,-3 0-13 0,3-3-2 0,5 4 1 16,5-2-2-16,-4-3-2 0,8 3 2 0,-1-1 4 15,5-2-5-15,4-1-10 0,2 0-10 0,5 4-5 16,-3-9-10-16,-1 0-2 0,-3 0-11 0,12 0-2 15,-2-1-5-15,-1-3-1 0,-4-2 6 0,-1-3-1 16,-1 0 9-16,2-3 3 0,-1-1 3 0,-3 1-1 16,-3-3 6-16,0 3 12 0,2-3 3 0,-2 0 12 15,-5-2 12-15,0 5 10 0,-4 0 0 0,1-2 7 16,1-2 0-16,-1 6 8 0,-1-7-2 0,-6 8-4 0,7-4-4 16,-7 4-7-16,7-3 0 0,-7 3-7 15,0 0-3-15,9 0-3 0,-9 0 3 0,0 0-4 16,5 7-1-16,-5-7 2 0,7 12 1 0,-4-7-1 0,2 1-1 15,2 2-1-15,-2 0-4 0,2 0 2 0,-1 0-1 16,2-1-2-16,1-1 5 0,2 1-10 0,-1 0 6 16,0-4-6-16,-2 1 3 0,1-3 2 0,-3 1-1 15,3 1 2-15,-9-3-6 0,0 0-6 0,19-6 7 16,-14 2 1-16,2 1 1 0,-4-4-4 0,-3 2 2 16,0 5-1-16,-3-14 2 0,3 5 1 0,-7-2 0 15,6-1-3-15,-6 5-3 0,1-1 1 0,-3-4 0 16,6 8 6-16,-4-7 0 0,1 4 1 0,-1 1-4 15,4 3 4-15,-4 0 2 0,2-5 1 0,0 4-2 16,5 4 5-16,-3-8-1 0,3 8 0 0,0 0-7 16,3-9 5-16,-3 9-1 0,18-3-4 0,-3 0 11 15,2 2-9-15,3 0 0 0,-2-6-6 0,7 4-4 16,1-1-3-16,2-2 0 0,2 3-1 0,0-4-1 0,-2-1-3 16,0 0-1-16,-1 4 4 0,-7-2-3 15,1-2 4-15,-1-4 2 0,-3 7 3 0,-1-5-2 16,-4 3 2-16,-6-3 1 0,-1 2 5 0,4-1 7 0,-5 0-3 15,-4 1 1-15,0 4 0 0,0-7 7 0,0 2-1 16,-3 4 2-16,2-1-6 0,-9-1 5 0,6 0 1 16,-2 2 2-16,-1 3-8 0,7 2 2 0,-13-2-9 15,6-1 7-15,7 3-7 0,0 0 3 0,-15 0 5 16,15 0-6-16,-8 3 6 0,6 1-6 0,2-4 0 16,-3 15-2-16,1-5 2 0,4-1 0 0,1 7 3 15,-1-7-4-15,0 6 6 0,6 0-1 0,-3 1-6 16,2-1 2-16,2 0 5 0,1 0-3 0,-1 1 2 15,-3 0-7-15,-1-2 13 0,4-1-11 0,-3 1-1 16,-3-1 22-16,4-6-1 0,-4 5-7 0,-1-7 6 16,3 1-10-16,-5 0 9 0,2 1-12 0,-2-7 2 15,-2 11 6-15,2-11-8 0,-7 3-7 0,7-3-16 16,-10 0-17-16,10 0-19 0,-14-6-23 0,14 6-21 0,-15-8-28 16,6 4-31-16,4-1-28 0,-1 0-23 15,1-1-35-15,2-3-19 0,3-1-172 0,0 6-469 16,1-8 208-16</inkml:trace>
  <inkml:trace contextRef="#ctx0" brushRef="#br0" timeOffset="114743.03">17433 7042 22 0,'-3'-16'383'0,"3"0"1"0,-3 1 12 0,-1 3-5 0,3 3-19 16,-1 1-36-16,2 2-30 0,0 6-44 0,-2-11-32 15,2 11-24-15,0 0-11 0,0 0-26 0,2 34-17 16,0-17-16-16,3 9-8 0,1-2-18 0,-2 5 4 16,1 2-31-16,1 11-3 0,1-2-8 0,1 4-4 15,-1-3-6-15,1-2-9 0,0 0-13 0,-4-9-32 16,6 2-24-16,-4-5-30 0,-1 0-34 0,5-4-28 16,-5-7-35-16,2 1-39 0,-1-3-53 0,3-6-51 15,1-1-63-15,-6-3-204 0,8-3-597 0,-2-2 264 16</inkml:trace>
  <inkml:trace contextRef="#ctx0" brushRef="#br0" timeOffset="114926.31">17457 7242 84 0,'0'0'309'0,"-12"-3"-3"0,12 3 0 15,-10 0-16-15,10 0-12 0,0 0-7 0,-12-3-6 0,12 3-20 16,0 0-27-16,0 0-20 0,0 0-16 0,0 0-16 15,0 0-11-15,0 0-19 0,0 0-44 16,39 4-52-16,-30-4-61 0,8 3-72 0,1 2-85 16,2-3-100-16,2 2-218 0,7-1-536 0,6 3 237 0</inkml:trace>
  <inkml:trace contextRef="#ctx0" brushRef="#br0" timeOffset="115292.02">18201 7304 193 0,'2'-3'405'15,"-2"3"-12"-15,0 0-26 0,0 0-33 0,7-5-32 16,-7 5-30-16,0 0-38 0,0 0-26 0,0 0-15 16,0 15-17-16,-4-3-26 0,4 1-12 0,-5 6-13 15,5-1-11-15,0 9-14 0,0 0-3 0,0 1-13 16,0 0-6-16,0 6-6 0,2 6-14 0,5-10-2 0,1 8-3 16,-1 2-11-16,1-10 5 0,-3 1-8 15,3 1 0-15,0-6-7 0,1 2-1 0,4-4-27 16,-5-2-22-16,-1-2-36 0,-1-5-20 0,1-3-35 15,-5-5-27-15,6 2-41 0,-3-2-52 0,2-3-43 0,-1-4-47 16,-6 0-189-16,10-12-551 0,-10 6 244 0</inkml:trace>
  <inkml:trace contextRef="#ctx0" brushRef="#br0" timeOffset="115625.98">18243 7323 145 0,'-10'-18'363'0,"2"-6"6"0,1 6-5 0,-1-6-5 0,-1-1-8 16,3 3-10-16,-1 7-20 0,5-7-22 0,-2 2-24 15,4 8-22-15,0-7-29 0,3 7-20 0,-2 3-18 16,1-2-21-16,5 4-18 0,1 3-21 0,2-1-21 16,2 3-17-16,2 2-20 0,8 2-9 0,-2 4-25 15,-2 1-9-15,4 1-14 0,4 7 1 0,-1-3-27 16,-7 2-4-16,2 2-12 0,1 3-12 0,-7-5-16 15,2 7-4-15,-3-3 2 0,-4-1-2 0,-1 0 6 16,-5 0 0-16,-1-5 3 0,-4 3 1 0,1-2 8 16,-4-2 2-16,-2-3 7 0,-3-3 5 0,-1-2 3 0,-4 4 2 15,0-3 3-15,-2-3 4 0,4 1 1 16,-9-2 0-16,8-2-2 0,4 2-13 0,-4-1-16 16,3-2-17-16,11 3-29 0,-15 0-56 0,15 0-62 0,-8-3-41 15,8 3-45-15,0 0-177 0,0 0-514 0,34-6 227 16</inkml:trace>
  <inkml:trace contextRef="#ctx0" brushRef="#br0" timeOffset="116076.76">18940 7273 212 0,'0'0'252'0,"-12"-10"-10"15,4 4-7-15,-4 3-24 0,-3-3-15 0,-1 0-10 16,-4 3-9-16,3 3-16 0,-11-4-8 0,5 4-13 15,-2 4-11-15,-3-1-14 0,0-2-11 0,6 4-10 16,2-2-9-16,-1 6-10 0,4-2-5 0,3 3-9 16,-1 2-2-16,3 0-9 0,-5-2-2 0,9 7-6 15,0-7-3-15,0 3 1 0,4-1-3 0,3-2-7 16,1 0-3-16,5 0 3 0,-2-2-1 0,7 1-11 16,5 2-9-16,0-5-9 0,3-4-11 0,0 3-11 15,2-2-5-15,1-3-2 0,8-3-4 0,-8-2-2 16,7 1 9-16,-6 0-8 0,-4-5 5 0,4-1 1 15,-6 1 3-15,6-1 5 0,-9-2-1 0,2-1 3 16,0-4 7-16,-4 5 21 0,-1-1 19 0,-5 2 18 16,2 0 22-16,-2 1 14 0,1 1 20 0,3-4 5 15,-8 5 7-15,3 0 14 0,-4 2 6 0,0-1-3 0,0 7-13 16,8-10-9-16,-8 10-18 0,0-8-10 0,0 8-12 16,0 0-9-16,0 0-7 0,0 0-6 15,0 0-3-15,0 0-23 0,0 0 10 0,-13 25-2 16,13-15-1-16,-5 3-1 0,5 2-2 0,0 1-5 0,0 1-3 15,0 1-4-15,5-1-10 0,-4 2-10 0,4 1-17 16,2-4-20-16,6 4-25 0,-5-4-28 0,7-1-29 16,0 0-39-16,-2-6-49 0,2-2-57 0,7 0-63 15,-6-2-253-15,6-5-633 0,-1 0 280 0</inkml:trace>
  <inkml:trace contextRef="#ctx0" brushRef="#br0" timeOffset="116328.98">19312 6912 287 0,'-7'-3'357'0,"1"-1"-6"0,6 4-14 16,-5-10-33-16,5 10-31 0,-4-2-28 0,4 2-29 15,0 0-19-15,0 0-20 0,0 0-23 0,-13 12-12 16,13-4-12-16,0 0-17 0,0 5-9 0,0 0 0 15,0 9-19-15,7-3-7 0,-1 7-7 0,-2-2-10 16,1 2-4-16,1 2-6 0,3-1 3 0,-1 4-35 0,2-4-24 16,-7-7-27-16,5 7-32 0,-1-1-40 0,1-9-52 15,-8 0-49-15,7-4-54 0,3 1-47 16,-7-5-167-16,4-6-513 0,1 3 228 0</inkml:trace>
  <inkml:trace contextRef="#ctx0" brushRef="#br0" timeOffset="116725.28">19539 6945 125 0,'0'-4'297'0,"0"-4"-6"0,-4-3-13 16,4 11-27-16,0-7-26 0,0 7-27 0,0 0-17 16,0 0-23-16,0 0-15 0,0 0-14 0,-14 15-12 15,14-4-11-15,-2 4-11 0,2-2-12 0,-5 6-4 16,2 1-11-16,3-1-6 0,-2 8-5 0,2 0-7 15,-3-7-2-15,8 5-5 0,-5 2-2 0,1-6-7 16,1 1 0-16,-2-4-3 0,5-1-2 0,-5-2 1 16,0 1-8-16,2-8 3 0,-2 3-2 0,4-3-3 15,0-4-2-15,2-1 0 0,-6-3 0 0,15-2-2 16,-15 2-6-16,14-4 3 0,-3-2-3 0,1-1-1 16,1 0 2-16,-5-3-2 0,7 0 0 0,0 0 0 15,-2 3 13-15,-1-3 7 0,-1 2 11 0,-4 2 6 0,1-2-1 16,1 3 3-16,4-2-3 0,-7 3-8 0,4 1-4 15,-6 2-2-15,-4 1-6 0,0 0-5 16,16 1-5-16,-16-1 0 0,9 3-2 0,-3 0 1 16,-1 1-6-16,-2 4 3 0,2-2-7 0,-3 2-20 0,3-7-19 15,-3 8-19-15,-1-2-25 0,3 1-35 0,-1-4-39 16,-3-4-39-16,2 8-36 0,-2-8-52 0,0 0-200 16,0 0-518-16,0 0 230 0</inkml:trace>
  <inkml:trace contextRef="#ctx0" brushRef="#br0" timeOffset="116927.27">19175 7128 39 0,'-9'0'396'0,"1"3"22"16,8-3 12-16,0 0 10 0,0 0 2 0,-15 0-13 15,15 0-36-15,0 0-35 0,0 0-36 0,0 0-31 16,17-12-32-16,-6 8-25 0,-1-1-23 0,8-1-31 15,-1 0-42-15,5 3-45 0,2-3-59 0,-2 0-73 16,8 0-74-16,-1 5-84 0,-2-3-95 0,-2 1-122 16,-4-1-262-16,6 3-731 0,-7 1 323 0</inkml:trace>
  <inkml:trace contextRef="#ctx0" brushRef="#br0" timeOffset="120275.7">20917 6913 92 0,'5'-15'233'0,"0"2"-9"0,0-4-11 15,-3 1-10-15,-2-4-12 0,3 2-7 0,-3-1-11 16,0-1-6-16,-3-5-15 0,1 10-9 0,-3-4-9 15,0 2-3-15,0-1-8 0,-4 6-8 0,2-4-9 16,-5 5-9-16,4-4-11 0,-2 7-5 0,-3 4-7 16,5-7-6-16,-6 6-9 0,4 3-4 0,-1 2-7 0,1-1-10 15,10 1 2-15,-22 3-7 0,11-1 1 16,-4 8-12-16,7-5 5 0,1 3 2 0,-8 7-7 16,7-1-2-16,0 5-7 0,1-2 1 0,0 3 0 0,2 0-4 15,2 6 4-15,3 1-5 0,-5 0 4 0,10 0-1 16,-2 1 0-16,2-1-1 0,5 3 0 0,2-2 2 15,-4 6-4-15,0-3 0 0,6-3 0 0,1 11-3 16,-2-10 0-16,2 11-1 0,-2-9 1 0,-3 4 0 16,5 9-1-16,0-7 0 0,-2 2-1 0,-3-10 0 15,-4-1 3-15,6 1-5 0,-2-2 11 0,-3 0-7 16,1 0-5-16,-2-8 3 0,-1 0-1 0,-1-3-3 16,-3-2 4-16,6-4 1 0,-4 0 0 0,1-2 1 15,-3-1-5-15,6-2-13 0,-7-1-7 0,0-4-32 16,10 2-28-16,-10-2-43 0,0 0-51 0,15-9-64 15,-9 4-264-15,-1 0-541 0,-1-5 239 0</inkml:trace>
  <inkml:trace contextRef="#ctx0" brushRef="#br0" timeOffset="120492.79">20595 7233 219 0,'0'0'302'0,"0"-9"-19"0,0 1-26 16,0 8-25-16,6-7-27 0,4 2-20 0,-5 2-19 15,4-1-15-15,5 3-17 0,1-3-14 0,4 1-13 16,0 6-40-16,3-3-43 0,-1 0-41 0,16-3-65 16,-9 3-71-16,10 0-46 0,-7 0-135 0,1 0-362 15,-1 3 161-15</inkml:trace>
  <inkml:trace contextRef="#ctx0" brushRef="#br0" timeOffset="121092.4">21109 7123 125 0,'-13'-4'314'15,"13"4"-7"-15,0 0-20 0,-8-1-22 0,8 1-23 0,0 0-19 16,0 0-20-16,0 0-23 0,0 0-18 0,0 0-16 15,0 0-16-15,0 0-13 0,0 0-11 16,21 7-8-16,-12-4-16 0,4 2-6 0,-3-3-7 16,0 8-6-16,5-2-9 0,-5 0-4 0,6 4-10 0,-3-6-7 15,-4 2-7-15,-1 1-4 0,5 1-4 0,-4-2-9 16,-3-7-2-16,1 7-8 0,-2 0 2 0,-4-3 5 16,6 1-6-16,-7-2 0 0,0-4-1 0,0 0 1 15,-7 8-1-15,7-8 2 0,-8 3 0 0,0 0 5 16,8-3-6-16,0 0 4 0,-15 0-6 0,15 0 6 15,0 0 1-15,0 0 7 0,-13-9 2 0,13 9-3 16,0-8 0-16,0 8-3 0,3-8 1 0,2 1-2 16,2 0-5-16,1 0 4 0,5-3 6 0,-5-2-10 15,7 2 0-15,-1 2-2 0,2-4-4 0,-1 3 5 16,0 5-7-16,0-7 2 0,1 4 3 0,1 1-5 16,-4 0 4-16,-1 5-2 0,-2-2-4 0,3-1 4 15,-6 4-1-15,6 0 0 0,-13 0 2 0,16 4-1 16,-4-1-2-16,-4 2 7 0,0-3-8 0,1 4 0 15,2 1 3-15,-1 4-3 0,-1-7 3 0,4 4 1 16,2 4-1-16,-2-3 5 0,2-3-4 0,-5 3 4 16,5 2 2-16,-1-5-5 0,1 3 0 0,0-1 5 0,-3-4-1 15,-1-3 2-15,3 2 0 0,1-2-3 0,-4-1 9 16,1 0-10-16,3 0 1 0,-9-1 3 0,8-2 6 16,-6 0 4-16,0-3 2 0,5 0-2 15,-6 0 1-15,1 0-2 0,0-2 2 0,1 3 0 0,-4-3 0 16,3 5-5-16,-3-3-2 0,2 0 3 0,-1-2-1 15,-2 3-1-15,2 3-1 0,1-3-3 0,-1 2-5 16,-2-2 5-16,-4 5-3 0,13-2 1 0,-5 1-1 16,-8 1-2-16,13 0 1 0,-3 1 0 0,-10-1-16 15,15 6-19-15,-3-5-23 0,-9 2-27 0,9-3-40 16,-2 5-34-16,-2-2-52 0,7 1-57 0,-10-2-193 16,5 4-498-16,0-5 220 0</inkml:trace>
  <inkml:trace contextRef="#ctx0" brushRef="#br0" timeOffset="121293.01">21778 6912 115 0,'-13'-3'330'0,"5"-6"-28"15,-2 3-26-15,5 3-21 0,5 3-27 16,-14-6-24-16,11 4-23 0,3 2-30 0,0 0-34 15,0 0-55-15,0 0-70 0,0 0-97 0,0 0-247 0,0 0-380 16,33 12 168-16</inkml:trace>
  <inkml:trace contextRef="#ctx0" brushRef="#br0" timeOffset="121891.81">23187 7006 73 0,'-2'-10'256'0,"2"1"-6"15,-2 1-6-15,-3-2-7 0,4 1-12 0,-4 3-15 16,0-3-11-16,0 3-15 0,-2 0-15 0,2-2-4 16,-3 3-16-16,0-2-5 0,-6 6-12 0,3-2-2 0,-1-1 0 15,1-1-7-15,-6 3-6 0,2 2-6 16,-1 0-3-16,-4 0-10 0,2 2-13 0,-1 4-4 16,0-2-6-16,-1-1-13 0,-2 5-4 0,7 0-10 0,-1 2 3 15,-4-2-16-15,5 5-1 0,0-1 2 0,2 0-4 16,3 3-2-16,-2 0-3 0,7 0-5 0,4-2 1 15,-1 2 2-15,4-3-7 0,-1 3 1 16,9-1 2-16,-1 3-3 0,5-4-6 0,1 1 5 0,5-3-4 16,-3-4-5-16,4 0-13 0,9 3 0 0,-2-6-7 15,0 0-2-15,-1-1 6 0,-6-3-9 0,11 1 9 16,-12-3-1-16,1 0 9 0,-4-2-4 0,4 0-3 16,-4-6 4-16,-6 5 1 0,4-4 1 0,-1 5 6 15,-6-3 13-15,0-2 18 0,0 2 10 0,-1 4 8 16,1-4 15-16,-4 1 1 0,2 2 10 0,-6 4-11 15,7-8-6-15,-7 8-4 0,3-3-19 0,-3 3-3 16,0 0 7-16,0 0-21 0,0 0-1 0,10 0-2 16,-10 0-5-16,5 9-2 0,-3-3 6 0,4 0-8 15,-1 1-10-15,-3 1-3 0,6 3-9 0,-1-1-11 16,-1-4 1-16,8 9-29 0,-1-3-16 0,-5-8-4 16,7 8-16-16,3-4-10 0,-4-2-12 0,-5 2-15 15,10-7-19-15,-6 3-19 0,-1-1-9 0,7-6-23 0,-9 2-22 16,5-5-20-16,0-1-13 0,5-3-14 0,-7-2-195 15,2 1-496-15,0-5 220 0</inkml:trace>
  <inkml:trace contextRef="#ctx0" brushRef="#br0" timeOffset="122109.33">23688 6645 32 0,'-3'-17'248'0,"0"8"12"0,-2-1-1 0,0 0 0 16,1 2-3-16,1 1-19 0,3 0-17 0,0 7-24 15,-3-8-20-15,3 8-23 0,-4-7-18 0,4 7-7 16,0 0-21-16,0 0-8 0,-5 20-10 0,5-11-12 16,-3 9-6-16,8 0-2 0,-5 1-11 0,2 8-5 15,3-1-6-15,-2 3 1 0,2-1-6 0,2 2-8 16,-2 0 0-16,-2 2-9 0,8-2-27 0,-1 1-35 16,4 5-51-16,-9-7-65 0,8-4-80 0,-2-1-251 15,-2-5-523-15,6 3 232 0</inkml:trace>
  <inkml:trace contextRef="#ctx0" brushRef="#br0" timeOffset="122642.76">23612 6987 269 0,'0'0'286'16,"0"0"-23"-16,-7-3-20 0,7 3-26 0,0 0-18 15,-5-3-19-15,5 3-15 0,0 0-16 0,0 0-11 0,19 9-15 16,-11-4-15-16,4 0-8 0,-1-2-10 0,4 4-7 16,5-2-22-16,0 2-14 0,-4-2-20 0,3 1-21 15,2-2-17-15,-4 1-17 0,-1-2-15 0,2 2-14 16,2-2-7-16,-5-3-2 0,2 0-7 0,-7 0 2 16,1-3 4-16,2 2 6 0,-4-4 10 0,-1-1 3 15,4 3 3-15,-4-3 9 0,-5 0 19 0,4-2 17 16,1 3 20-16,-3-2 16 0,2 4 6 0,-2-2 9 15,3-2 5-15,-3 3-2 0,1 1-4 0,-6 3 2 16,15-7-2-16,-5 7 0 0,-1-2-3 0,-9 2 2 16,14 2-3-16,-5-2 2 0,-1 5-5 0,0-1-3 15,1 1 0-15,2 2 2 0,-1-2-5 0,-3 5-1 16,4-2-5-16,-1 7-3 0,2-3-2 0,-4 5-4 16,-1-7 0-16,3 7-4 0,-4 1 4 0,-2-2 1 15,2 3-9-15,1 4 2 0,-6-3-4 0,6 7 0 16,0 0 5-16,-4-3-5 0,2 3-2 0,3 3 1 15,-3-4 2-15,2 1-1 0,-4 0 0 0,2-2 0 16,-5 4 1-16,0-8-2 0,5-1 0 0,-5 0 4 0,-5-1 7 16,3-2 6-16,-1 1 12 0,0-8 15 0,-4 6 30 15,2-9 35-15,-5-1 30 0,4-1 19 16,-9 0 7-16,0-1-7 0,-3-4-9 0,1-4-17 0,-9 4-13 16,4-3-12-16,-9-6-12 0,-2-1-9 0,-7-7-46 15,0 1-42-15,2-5-83 0,7 6-71 0,4-5-64 16,-3 3-74-16,4-2-82 0,1 0-311 0,8-1-731 15,4 7 323-15</inkml:trace>
  <inkml:trace contextRef="#ctx0" brushRef="#br0" timeOffset="122842.62">23347 6697 79 0,'-8'-4'369'0,"1"0"-22"0,2 0-28 0,-3-1-28 16,8 5-24-16,0 0-38 0,-7-5-25 0,7 5-32 0,0 0-34 15,0 0-50-15,0 0-67 0,0 0-78 16,15 15-107-16,-8-11-221 0,6 2-415 0,0 1 184 16</inkml:trace>
  <inkml:trace contextRef="#ctx0" brushRef="#br0" timeOffset="123692.74">24966 6812 64 0,'2'-8'335'0,"-2"8"-10"0,0-14-2 0,0 10-9 0,5-7 2 16,-5 2-10-16,1-1-10 0,-1-3-15 0,9 4-9 15,-6-8-10-15,0 5-15 0,5-4-20 0,-3-1-15 16,2-1-13-16,-2 6-20 0,-2-7-15 0,4 4-18 16,0-2-15-16,-4 8-11 0,3-8-11 0,1 9-11 15,-5-2-7-15,3 0-12 0,-4 3-6 0,1 0-9 16,-2 3-15-16,0 4-6 0,5-9-8 0,-5 9-9 15,5-3-8-15,-5 3 0 0,0 0-4 0,0 0-2 16,2 16 2-16,-2-5 0 0,1 4-7 0,-1 1 2 16,2 3-7-16,1 6 2 0,1-1-9 0,-4 1 2 0,3 4-4 15,-2-4-6-15,8 2-3 0,-3-3-8 16,3 2-6-16,-1-1-6 0,0-2-2 0,-1-2-9 16,1-3 1-16,-1-1-7 0,-1 0-3 0,3-6-3 0,-6 7 3 15,2-8-12-15,2 2 17 0,-4-4-8 0,0-1-3 16,0 1 8-16,1-2 6 0,-4 0 12 0,0-6-7 15,3 7 6-15,-3-7 5 0,0 7 1 0,0-7 6 16,0 0-1-16,0 0 2 0,-3 7 9 0,3-7-1 16,0 0 0-16,-7 5 2 0,7-5 0 0,0 0 1 15,0 0 5-15,-13 4-4 0,13-4 2 0,-12 0-3 16,12 0-4-16,-8 3 9 0,8-3-1 0,-13 0 9 16,13 0 0-16,0 0 2 0,-15 0 4 0,15 0-4 15,0 0 8-15,-18 0 5 0,18 0 5 0,0 0 3 16,-12 0 12-16,12 0-8 0,-11 0 5 0,11 0-2 15,0 0 7-15,-12 0-1 0,12 0-1 0,0 0-3 16,-12 0-2-16,12 0 5 0,0 0-2 0,0 0 2 0,-13-2 1 16,13 2-3-16,0 0 0 0,0 0-2 0,0 0 0 15,0 0-2-15,0 0 3 0,0 0-5 16,0 0 0-16,0 0-1 0,0 0-1 0,0 0-4 0,0 0 0 16,0 0-6-16,27-9-1 0,-27 9 1 0,18 0-5 15,-8-1-1-15,-10 1 2 0,23 5 6 0,-8-9-12 16,1 8 1-16,-4-8 2 0,0 8-11 0,1-4-13 15,2 0 0-15,-4 0-15 0,1 0-13 0,-4 0-15 16,5 0-11-16,-4 1-14 0,-9-1-19 0,16 0-24 16,-16 0-29-16,10-1-50 0,-10 1-59 0,8-5-52 15,-8 5-301-15,2-6-670 0,-2 6 296 0</inkml:trace>
  <inkml:trace contextRef="#ctx0" brushRef="#br0" timeOffset="124158.14">26095 6340 107 0,'-2'-16'362'0,"2"-2"-15"16,0 3-6-16,-2 5-3 0,2-7 2 0,0 7-6 15,0-1-5-15,-3 5-11 0,6-2-22 0,-3 8-33 16,-3-9-28-16,3 3-29 0,0 6-26 0,0 0-23 16,0 0-25-16,0 0-7 0,0 0-13 0,0 23-8 15,-3-6-11-15,5 7-2 0,-2 4-16 0,0 2-8 16,-2 10-7-16,2 2-7 0,0 0-2 0,3 2-8 16,2 1-2-16,0-2-3 0,3 4-5 0,-4-1-2 15,6-3-12-15,-2-5-13 0,0 1-17 0,2-8-25 0,0-3-27 16,-2 2-24-16,1-4-22 0,1-1-24 0,1-1-31 15,-1-5-35-15,2-1-42 0,-2-6-51 16,-1-1-54-16,-4 2-262 0,4-5-659 0,-1-2 292 0</inkml:trace>
  <inkml:trace contextRef="#ctx0" brushRef="#br0" timeOffset="124624.98">26032 6763 22 0,'-5'-2'312'16,"-3"-3"-2"-16,8 5-6 0,-9-6-7 0,9 6-19 16,-6-2-27-16,6 2-15 0,0 0-20 0,0 0-19 15,0 0-22-15,0 0-17 0,0 0-11 0,0 0-18 16,31 8-19-16,-13-2-9 0,1 2-2 0,7 0-16 16,-4 3-3-16,4 1-11 0,4-1-11 0,-2 1-22 15,3 0-13-15,-9 1-11 0,6-4-13 0,-5 0-10 0,0 0-6 16,-4-2-3-16,-3 1 3 0,2-1 1 0,-3 1-4 15,-5-4 20-15,0-1-3 0,2-3 2 16,-4 5 2-16,-3-3 1 0,-2 0 7 0,-3-2 6 0,9 7 8 16,-9-7 1-16,6 1-4 0,-6-1-1 0,0 0-2 15,7 4 0-15,-7-4-2 0,0 0-4 0,8 5 0 16,-8-5 1-16,0 0-4 0,3 3 1 0,-3-3 0 16,12 3-3-16,-12-3 2 0,12 2-3 0,-6-1 10 15,3 0-4-15,0 4-1 0,6-3-3 0,0-1-3 16,0-1 1-16,3 0-2 0,-4 0-1 0,-1 0 2 15,0-1-1-15,0-1 1 0,-3-5 1 0,-3 2 0 16,1 0-2-16,4-3-2 0,-6-1 6 0,-2 1-4 16,-4-4-2-16,5 0 3 0,-10 2-4 0,3-2-3 15,-6-2 0-15,-4 1 2 0,2-1-3 0,-5 1 2 16,0 2 1-16,-4 0 2 0,4-1-7 0,-7 8 6 16,6-7-20-16,-8 7-19 0,3-4-29 0,1 4-39 15,-3 1-39-15,1 3-68 0,6 0-61 0,-1 0-234 0,4 3-549 16,0 0 244-16</inkml:trace>
  <inkml:trace contextRef="#ctx0" brushRef="#br0" timeOffset="125175.48">27755 6628 306 0,'10'-20'313'16,"3"1"-13"-16,-6 2-9 0,3 2-11 0,-5 0-8 16,-4 1-18-16,4-3-16 0,-1 9-20 0,-4-3-18 15,-4 2-26-15,-1 3-22 0,-1-2-13 0,-3 6-19 16,9 2-7-16,-23 1-20 0,3 0-4 0,2 6-12 15,-8 5-1-15,-4 1-8 0,2 5-11 0,5-3-7 16,-6 6-3-16,5 0-10 0,-5 7-3 0,8-6 2 16,8 0-4-16,-1 3-10 0,3 1 1 0,3-2 0 15,3 1-1-15,1-5 1 0,8 5-2 0,1-1-2 16,4-1-3-16,1-5 3 0,9 2-6 0,0-4-8 0,-2 0 2 16,6-5-9-16,-3 2-8 0,8-2-7 15,-1-7-10-15,-6 3-10 0,7-2 1 0,-4-5 4 16,-8 0-1-16,9 0 5 0,-7-4 4 0,4 1 7 0,-3-4-3 15,-2 1 5-15,0-2 2 0,1-3 3 0,-3 2 15 16,-2 2 25-16,-5-5 9 0,0 4 39 0,4 0 0 16,-7-2 8-16,2 6 12 0,-2-2 12 0,-2 0-9 15,4 2-19-15,-1-1 2 0,-6 5-10 0,2-4-11 16,-2 4-11-16,6-3-9 0,-6 3-6 0,0 0-2 16,0 0-3-16,5 15-4 0,-1-10 0 0,-4 3-5 15,3 4 2-15,0-5-10 0,6 4 1 0,-9 4-8 16,6-9-5-16,-4 8-5 0,9-2-13 0,-6-5-15 15,7 5-24-15,3-4-36 0,0 0-37 0,3-3-33 16,-3 1-41-16,1-3-49 0,1-3-46 0,6-2-45 16,-1 1-271-16,-2-7-661 0,1 3 294 0</inkml:trace>
  <inkml:trace contextRef="#ctx0" brushRef="#br0" timeOffset="125410.77">28518 6418 107 0,'-8'-7'248'0,"3"1"-18"0,-2 4-26 16,0 1-19-16,7 1-19 0,-13-3-13 0,13 3-12 15,-8 6-13-15,0 0-7 0,1 5-4 16,-1 0-8-16,1 6-4 0,1 1-4 0,-1 9-12 0,5-1-5 16,4 2-10-16,-7-1-7 0,5 5-5 0,0-7-5 15,0 5 0-15,0 0-10 0,3-3-3 0,-1 0-6 16,-2 0 0-16,7-3-18 0,-4-5-28 0,2 3-37 15,-5-5-39-15,5 2-46 0,1-6-53 0,-2-1-36 16,-4 0-136-16,5-6-382 0,-4 1 169 0</inkml:trace>
  <inkml:trace contextRef="#ctx0" brushRef="#br0" timeOffset="125841.6">28399 6843 168 0,'-4'-4'245'0,"-1"-3"3"16,5 7-5-16,-6-4-9 0,6 4-18 0,0 0-11 15,-7-8-29-15,7 8-15 0,0 0-19 0,0 0-7 16,0 0-11-16,0 0-5 0,0 0-7 0,0 0-8 16,0 0-9-16,22 11-8 0,-9-6-5 0,-3-2-10 0,5 2-6 15,5 0-7-15,-4-2-4 0,4 1-7 16,2-2-2-16,-4 1-7 0,2 0-3 0,0-3-3 16,1 0-2-16,-6 0-4 0,6-3-3 0,-2 1-5 15,-1-2 0-15,0 1-1 0,-3 0-2 0,0-3-3 0,0 2-1 16,-7 1-2-16,5-1-1 0,-6 1-1 0,1 3-3 15,-8 0 7-15,15-4-5 0,-15 4-5 16,12 0-4-16,-12 0 4 0,10 3 0 0,-2-2 1 0,-1 6-4 16,-3-3 1-16,3 7-5 0,-2-4 0 0,5 6 2 15,2 1 2-15,-2 1 2 0,-2 3 0 0,2 1-3 16,3 4 3-16,0 0 3 0,2 0-2 0,-3 1-3 16,3 2 0-16,-5-1-1 0,1 0 2 0,1 0 0 15,-6-4 3-15,3 1-5 0,-3 4 4 0,-2-10 1 16,-1 4-3-16,-3-1 1 0,-3-1 1 0,3-2 1 15,-7-4 8-15,4-4 12 0,-9 4 10 0,0-1 10 16,-2-5 19-16,-5 2 7 0,3-4-9 0,-4 1-3 16,2-5 5-16,-1 1-12 0,-4-6-2 0,-5 2-1 15,2-4-11-15,7 1-12 0,-10-5-35 0,4 4-57 16,0-1-73-16,-6-5-93 0,6-1-119 0,2-1-215 16,-6-1-615-16,3-2 272 0</inkml:trace>
  <inkml:trace contextRef="#ctx0" brushRef="#br0" timeOffset="126059.14">27899 6193 52 0,'-3'-3'279'0,"3"-4"-28"0,0 7-23 15,0 0-22-15,0 0-22 0,11-10-18 0,-4 10-20 16,-7 0-25-16,18 7-44 0,-8 1-61 0,5-1-73 16,0 3-75-16,0 1-125 0,-9 2-277 0,7 1 123 15</inkml:trace>
  <inkml:trace contextRef="#ctx0" brushRef="#br0" timeOffset="127193.17">29782 6489 236 0,'0'0'411'0,"0"-6"0"16,0 6-7-16,7-6-7 0,-7 6-26 0,0 0-19 16,0 0-28-16,5-3-32 0,-5 3-28 0,0 0-29 0,0 0-24 15,0 0-25-15,0 0-20 0,0 0-23 0,0 0-14 16,0 0-11-16,3 21-10 0,-3-13-14 16,0 4-8-16,7 3 0 0,-7 0-14 0,5 4-8 0,-2 1-5 15,4-3-9-15,-7 6-3 0,8-1-11 0,-5 2 0 16,2-5-6-16,-1-1 3 0,-3 4-4 0,4-4-3 15,-3-2-3-15,1-1 0 0,-1 2-5 0,0-7-8 16,-1 1 5-16,4-2 0 0,-3-2-3 0,-2 1-1 16,2 0 0-16,-2-4 2 0,5 0 3 0,-5-4 2 15,1 5-3-15,-1-5-1 0,0 0 0 0,0 0 1 16,0 0-3-16,0 0 5 0,13-10-6 0,-9 2 5 16,-1 2 3-16,4-3 8 0,-4-2 4 0,2-1 1 15,-2 4 0-15,4-7-5 0,1-1-2 0,-3 0-4 16,3 2 1-16,-1-2-4 0,1 1-1 0,-1-1-2 15,0 0-2-15,-1-3-2 0,2 7-2 0,-1-6 2 16,-4 5 0-16,4-2-1 0,5 1-1 0,-7 1 0 16,-2 1-2-16,3-2-1 0,1 5 1 0,-4-2-2 0,2-1-2 15,-1 5 3-15,2-3-1 0,1 0 3 16,0 3-2-16,-6-2 1 0,6 0-2 0,1 0 5 16,-1 1-6-16,1-1 0 0,-1 5 1 0,-1-3 0 0,1 3-3 15,-1-3-4-15,-1 2 2 0,5 2-1 0,-6 2 0 16,-4 1-1-16,20-6 2 0,-14 5-4 0,-6 1 1 15,15 1-3-15,-15-1 4 0,13 6-1 0,-4-5-3 16,-3 1 0-16,2 1 0 0,-1 0 2 0,0 0-4 16,-4 5 1-16,4-1-1 0,-2-3-1 0,0 3 3 15,0 2-5-15,-1-1 5 0,-2 2-1 0,-2-1 0 16,5-2-1-16,-5 4 1 0,5-1 1 0,-5 2 2 16,0 3-1-16,-3-1 8 0,3-1-10 0,-2 2 0 15,-1 3 4-15,3-1-2 0,-2-2 3 0,2 1-5 16,-5-1 4-16,4 3 0 0,-4-3 1 0,5-3-1 15,0 3-2-15,-2-1 5 0,-1-3-1 0,4 0 2 16,-2 0-3-16,1-2 3 0,0 3 2 0,1-5 0 16,1 1 0-16,0-3-1 0,3 3 3 0,-1-2-1 0,3 2 0 15,-2-4 0-15,7 0-1 0,-2 1 0 16,1 1 2-16,1-5 2 0,1 4-2 0,-1-3 1 16,-1-1-3-16,1 2-1 0,1-3 5 0,-1-3-6 0,1 3 4 15,-5-1-1-15,5-2 2 0,-4-2-1 0,-1 1 1 16,0 1-1-16,-1-4 0 0,1 0-2 0,-1-3-1 15,-1 2-16-15,1-1-14 0,1 0-10 0,-1-3-16 16,-2 1-20-16,-2 3-27 0,4-3-31 0,-7 2-39 16,6 0-27-16,-4 0-30 0,1 1-45 0,1 4-45 15,-4-2-59-15,0 0-321 0,0 6-755 0,6-6 334 16</inkml:trace>
  <inkml:trace contextRef="#ctx0" brushRef="#br0" timeOffset="129892.1">31115 6930 86 0,'0'-5'488'0,"0"5"10"0,0 0-6 0,0-10-11 15,0 10-20-15,0 0-32 0,0 0-31 0,-3-3-35 16,3 3-34-16,0 0-32 0,0 0-30 0,0 0-30 16,0 0-26-16,0 0-22 0,0 0-23 0,0 0-20 15,0 0-12-15,0 0-13 0,0 0-21 0,18 21-23 16,-15-13-20-16,2-1-19 0,0 5-23 0,-3-3-28 16,-2 3-34-16,8-3-27 0,-8 3-34 0,0 0-29 15,-3 0-36-15,-4 0-22 0,-6 3-28 0,3-4-28 16,-17 1-59-16,6-4-62 0,-2 6-325 0,-7-5-753 15,0 3 333-15</inkml:trace>
  <inkml:trace contextRef="#ctx0" brushRef="#br0" timeOffset="132508.76">9950 9294 253 0,'-1'-6'339'0,"-4"0"1"0,3-1-6 0,-4-1 3 15,4 2-14-15,-3-2-17 0,2 4-13 0,3 4-11 16,-12-9-25-16,12 9-27 0,-5-6-22 0,5 6-22 16,-5-2-22-16,5 2-15 0,-11 11-19 0,2-2-10 15,-6 0-15-15,7 5-10 0,-5-1-10 0,5 4-9 16,1 0-5-16,-1 3-7 0,-1 2-11 0,1-2-1 15,1 3-3-15,3-4-12 0,4 0-1 0,0 1-4 16,3 1-8-16,-2-6-6 0,11 6-1 0,-7-6-3 16,7 2-5-16,3-4-10 0,-2 2-1 0,2-5-9 0,5 1-4 15,-1-5-7-15,3 1-11 0,1-3-9 0,-1-3 1 16,-3-1-10-16,5-1-7 0,-8-3 3 16,2-1-6-16,-1-3 9 0,-2-1 4 0,0 0 5 0,-5-2 3 15,1-1 1-15,-1-3 1 0,-7 2 7 0,-1-2 4 16,-4-4 2-16,-1 5 4 0,0-4 0 0,-2 0 4 15,-2 3 2-15,-4 2 6 0,-3-2-1 0,1 4 4 16,-2-1 3-16,0 0-1 0,2 1 0 0,-3 4-5 16,2 1 15-16,-1-1-9 0,7 2-10 0,0 1 10 15,-4-1 14-15,9 2-16 0,3 3-2 0,-13-3-8 16,6-1 8-16,7 4-2 0,0 0 4 0,-8-2-7 16,8 2 8-16,0 0 0 0,0 0-2 0,0 0 6 15,0 0 0-15,36 2-6 0,-27-1 18 0,10-1-15 16,-2 3 4-16,-2-3-2 0,6 1-2 0,1 1 1 15,1 1-1-15,0 2 3 0,0 0-1 0,2 0 1 16,-3 1-3-16,4 3 4 0,-8-2-3 0,4 1 5 16,-4 1-1-16,4-2-1 0,-6 5-6 0,-2-1-9 0,5-2-1 15,-9 5 0-15,4-7 1 0,-6 1-4 16,0 5 14-16,0-3-11 0,-3-1-5 0,0-1 9 16,-3-2 12-16,1 0-15 0,-3 1 8 0,4-4-4 0,-4-3 6 15,0 9 3-15,0-9 13 0,0 0 16 0,0 0 12 16,0 8 9-16,0-8-1 0,0 0 6 0,0 0 0 15,0 0 1-15,-4-21-13 0,4 10 9 0,4 7 1 16,-3-7-10-16,4-1 0 0,-1 5-6 0,2-10-2 16,2 6 8-16,1-5-16 0,2 3-2 0,-2 1-15 15,-1 3 10-15,-2-3 1 0,4 4-5 0,0 1-1 16,-3-1-4-16,3 3 5 0,-4-2-10 0,3 2 5 16,-3 0-4-16,1 3-1 0,0-1-2 0,-7 3-3 15,10 0-5-15,-10 0 2 0,0 0-2 0,16 5 1 16,-8 1 15-16,-3 2-14 0,0-1-1 0,-1-1-3 15,2 8 6-15,1-6-6 0,1 3 5 0,-1 2-6 16,1 1-2-16,-1-2 10 0,1 1 1 0,-1-3-6 16,2 2 1-16,3-5 13 0,-4 5-24 0,-1-3 7 0,1-3-7 15,7-1 0-15,-2-1-6 0,1-1-4 16,2-2-6-16,2-1-6 0,-1 0-11 0,1-1-5 0,2-6-5 16,2 2-8-16,2-4 1 0,-5-1-1 0,0 0 5 15,1 1 8-15,-2-6-6 0,7 5 2 0,-8-8 2 16,-4 4 1-16,4-5 0 0,4-1-1 0,-6 1 1 15,3-5 7-15,-6 1-2 0,1-2 9 0,-6-2 3 16,1 0 2-16,-1-3 6 0,-2 3 3 0,-4 1 0 16,1 1 3-16,-2-1 8 0,0 6 15 0,-3-6 0 15,-4 5 5-15,-3 6 8 0,0-3 0 0,2 1 7 16,0 4 2-16,-4-1 3 0,-3 1 0 0,7 3-4 16,-7-1 1-16,7 5-1 0,-4 0-3 0,-3 2 2 15,5 4-7-15,-3-2 1 0,0 4 0 0,-1 2-4 16,-4 2-1-16,5 4 5 0,-4 7-6 0,8-2-4 15,-10 6 3-15,3 3 7 0,3 3-11 0,3-3 1 16,3 5-2-16,2-1 9 0,2-1-9 0,3 0 3 0,6 0-4 16,-2 0 2-16,4 0 3 0,4 0-4 0,-1-2 4 15,6 0 2-15,1-5-4 0,-3-3-6 16,6 1 2-16,1 0-2 0,3-5 14 0,-6-4-24 0,5 5-2 16,-3-8-9-16,9 1-8 0,-7 0-2 0,-8-6 2 15,7-1 4-15,-4 0 3 0,-7 3 0 0,8-6 4 16,-3 2 1-16,-4-6 0 0,-1 3 12 0,-2 1-6 15,4-6 3-15,-5 3 1 0,0 0-1 0,7-2 1 16,-10 3 4-16,0-1 3 0,5-1 6 0,-3 3 1 16,-6-1-2-16,6 1 2 0,0 1-4 0,-7 3 0 15,6-5-1-15,-6 5 1 0,0 0-5 0,15 2 4 16,-15-2-4-16,8 5 4 0,-8-5 2 0,9 9-1 16,-3-6-1-16,4-1-2 0,-5 3 3 0,5 1-6 15,-5-3 7-15,2 1-3 0,6 1 4 0,-5-5-1 16,1 2-2-16,2-2 2 0,1 0 0 0,-12 0-3 15,21-7 2-15,-9 3 1 0,-2-2-2 0,1 1-1 16,4-3 15-16,-7-1-3 0,7-1 1 0,-6 3 2 0,2-2 3 16,-1-2 9-16,-3 4 7 0,-1-1 18 0,4-1 8 15,-5 5 11-15,-1-3 4 0,2 2-4 16,-6-1-4-16,5 1-8 0,-5 5-7 0,3-3-11 0,-3 3-7 16,0 0-5-16,0 0 9 0,0 0-23 0,0 0 1 15,12 20 4-15,-9-13-3 0,-1 7-2 0,3 2-3 16,-2 1 0-16,2 2 8 0,-1 6-12 0,-1 2 13 15,4 2-15-15,-3 1-4 0,0-1 16 0,-3 13-6 16,4-9 3-16,-3 7 4 0,3 2 5 0,-3 5 0 16,-2-5-3-16,0-3 0 0,0-9-1 0,-2 3 0 15,2-3-1-15,2 1-8 0,-4 1 4 0,4-6-4 16,-2-10 4-16,1 7 3 0,4-3-3 0,-3-3-2 16,3 0 0-16,2-9-22 0,-4 4-9 0,3-4-25 15,3-5-37-15,4 1-46 0,-1-2-61 0,4-2-74 16,7-2-83-16,-3-5-267 0,5-1-663 0,3-8 293 15</inkml:trace>
  <inkml:trace contextRef="#ctx0" brushRef="#br0" timeOffset="133075.13">12802 9305 73 0,'10'-15'266'16,"3"-4"-1"-16,-1-3-8 0,1-2-9 0,-1-3-6 15,-2 0-3-15,1-3-6 0,-2 3-4 0,-3-2-2 16,-2 1-19-16,2-1-10 0,-6 4-6 0,0-2-16 16,0 3-7-16,-1-3-12 0,-4 9-8 0,1-3-9 15,-2 3-13-15,-3 2-9 0,3-1-9 0,-7 0-9 0,6 7-16 16,0 1-5-16,-3 0-8 0,4 3-12 0,-8 5-2 15,5-3 1-15,-5 4-16 0,14 0-8 16,-21 11-3-16,6-2 8 0,0 7-18 0,0 6 1 0,2 3-5 16,-9 11-1-16,16 1-4 0,-9 9 5 0,7-4-12 15,1 4 7-15,7 2-6 0,0 0 4 0,0 3-4 16,5 0 2-16,0-1-1 0,5 1 5 0,-5-1-8 16,0 4-3-16,6 2 4 0,-2-7 11 0,4 5-13 15,-3-3 3-15,3 3 0 0,-5 0-1 0,7-7 1 16,-8 1 1-16,6-6-3 0,-5 3 1 0,-1-7-6 15,-5-7 9-15,4-6-3 0,2 0 2 0,-3-8-11 16,-5-2-16-16,2-4-30 0,5 0-7 0,-7-4-17 16,1-1-3-16,1-3-53 0,-2-3-42 0,0 0-49 0,0 0-50 15,0 0-63-15,0 0-254 0,-3-29-636 16,3 13 282-16</inkml:trace>
  <inkml:trace contextRef="#ctx0" brushRef="#br0" timeOffset="133724.26">12614 9574 105 0,'-2'-9'320'0,"-1"5"-13"0,-2-3-6 15,5 0-20-15,0 7-19 0,1-13-25 0,6 7-21 16,-4 0-11-16,4 0-35 0,1-2-11 0,4 1-15 16,4 1-11-16,-1 0-18 0,7 3-11 0,-1-2-13 15,1-2-5-15,-1 2-14 0,1 2-4 0,1 2-6 16,-5-2-12-16,2 2-8 0,-3-1-5 0,1 2-6 15,-7 0-6-15,3-2-1 0,-1-2-3 0,-5 4 2 16,4-3 0-16,-12 3-8 0,15-3-4 0,-15 3-1 16,10 0-1-16,-10 0-4 0,0 0 4 0,9 0-5 15,-9 0-2-15,0 0-1 0,0 0 0 0,14 3-1 16,-14-3-1-16,3 7-2 0,-3-7-4 0,3 8 6 16,-1-5-1-16,-2 5 0 0,3 2 7 0,1-4-6 15,-4-2-2-15,6 8 3 0,-6-1 0 0,7-7-2 0,-6 7-1 16,6-5 6-16,1 3-3 0,-4-1 0 0,1-1-3 15,6-1 1-15,-2-2-1 0,-1 3-4 16,5-6-1-16,-5 1 2 0,1-2 2 0,4 0-7 16,-13 0-1-16,20-3-5 0,-12-2 3 0,-1-1-3 0,-1 0 0 15,-2-1 1-15,2-1 3 0,-1-1-3 0,-3 0 6 16,-1 0 0-16,-2-2-1 0,1 0 2 0,0 3 2 16,-2-4 3-16,-3 0 4 0,5 5 11 0,0-5 1 15,0 2 12-15,-2 3-6 0,2-3 10 0,2 3 3 16,-2 7 0-16,-2-10-2 0,2 4-4 0,0 6-1 15,2-6 0-15,-2 6-6 0,5-5-3 0,-5 5 0 16,0 0-2-16,17 0-4 0,-17 0-1 0,15 10-2 16,-6-8 2-16,1 6 4 0,2-2-7 0,1 2 4 15,0 4-6-15,2-4 2 0,-8 0-6 0,5 7 1 16,-2-11 1-16,-1 10-1 0,1-2 4 0,-5-3-4 16,4-2-1-16,-6 2 4 0,0-1-4 0,2 1-7 15,-1-3 7-15,-4 1-5 0,0 0 5 0,0-7-4 16,-4 8 5-16,4-8 9 0,-5 7 19 0,4-3 8 0,1-4 33 15,0 0 0-15,-9 1 11 0,9-1 11 16,0 0 10-16,0 0-1 0,-15-10-1 0,15 10-8 16,-5-9-14-16,4 5 2 0,1-4-9 0,0-3-11 0,3-1-9 15,-3 5-19-15,8-5-36 0,-3 1-53 0,4-2-52 16,-1-2-51-16,5 3-67 0,-1-2-76 0,-1-2-80 16,3 1-251-16,2 6-685 0,4-3 303 0</inkml:trace>
  <inkml:trace contextRef="#ctx0" brushRef="#br0" timeOffset="134308.31">13607 9253 115 0,'0'0'314'15,"0"-9"-20"-15,0 9-29 0,0 0-26 0,0 0-27 16,0 0-20-16,0 0-18 0,0 0-12 0,0 0-15 0,-5 24-7 15,5-13-12-15,0 0-11 0,0-3-10 16,0 9-8-16,0-2-8 0,3 0-6 0,-1 1-13 16,-2 1 1-16,1 1-8 0,1-3-10 0,3 1-5 15,-3 2-3-15,8 2-3 0,-5-5-2 0,1-2-1 0,-3-5-9 16,6 7-8-16,-6-8 1 0,4 5-4 0,-1-4 1 16,3-4 2-16,-4-1-5 0,4 4-6 15,-2-6-1-15,5-1 2 0,-12 0 0 0,18-3-3 0,-10-2-4 16,-1 1-2-16,6-4 0 0,-5 4 2 0,1-7-2 15,-1 4 0-15,3-1 3 0,-2-5-5 0,-1 6-2 16,-1-5 4-16,1 2 1 0,-3 3 13 0,-2-3 12 16,0 0-3-16,1 5-1 0,1-3 2 0,-4 2 5 15,6 0-4-15,-7 6-6 0,5-7-2 0,-2 5-5 16,-3 2-6-16,0 0-3 0,0 0 9 0,0 0-9 16,0 0-1-16,0 0-2 0,20 9 2 0,-18-3-4 15,6 1 8-15,-1 1-4 0,-1 2 5 0,4 2-10 16,0-4-1-16,0 3-4 0,3 1 2 0,-1-4-3 0,1 6 2 15,0-4-1-15,-3-7 1 0,5 9-3 16,-2-9-2-16,-4 2 2 0,2 1 3 0,-1-5 6 16,-3-1-4-16,-7 0-1 0,21-3 1 0,-11 2 5 15,-5-7-3-15,5 4 2 0,-5-7 1 0,-3 4 4 0,4-2-2 16,-6-3 6-16,5-2 2 0,-5-2 6 0,0 0 5 16,-5 2 4-16,5-1 2 0,-1 0-4 15,-4 1 0-15,3-1-8 0,2 7 2 0,-5-6 1 0,5 5-5 16,0 0-2-16,0 0-19 0,0 3-31 0,0 0-32 15,0 6-40-15,0 0-21 0,5-6-27 0,-5 6-42 16,0 0-41-16,0 0-40 0,23 12-33 0,-9-8-158 16,0 4-505-16,6 3 225 0</inkml:trace>
  <inkml:trace contextRef="#ctx0" brushRef="#br0" timeOffset="134691.26">14570 9359 74 0,'-5'-8'241'0,"3"1"1"0,1-4 3 0,-4 0-5 16,-2 4-6-16,5-3-10 0,-4 0-18 16,1 2-13-16,-3-3-16 0,1 3-15 0,-1 1-15 15,1-1-12-15,-1 3-9 0,0 0-19 0,-6 2-8 16,6 0-10-16,-4 3-12 0,-4 3-5 0,1 0-9 0,3 6-7 16,-3-5-7-16,2 7-4 0,-2 1-2 15,4-1-8-15,-1 2-2 0,2 1-1 0,5-6 0 16,0 4-6-16,-3 2 0 0,5-4-3 0,1 2 1 0,2 1-6 15,2-3 3-15,1-1-3 0,-1 0 2 0,4-1-2 16,1 2 0-16,0-7 0 0,1 1 7 0,2-2-10 16,-2 2-1-16,5-2-1 0,-1-2 1 0,-1-2 1 15,3-1 10-15,-6 2 0 0,7 1 14 0,-9-3-14 16,8 0 7-16,-6-5 1 0,5 4 6 0,-4-1 2 16,-3 1 4-16,2-2-4 0,-6 3-10 0,5-3 2 15,-7 6-8-15,11-6 2 0,-7 1-6 0,-4 5-6 16,8-1-7-16,-8 1-12 0,0 0-7 0,0 0-16 15,0 0-18-15,18 6-15 0,-11-1-13 0,-4 0-18 16,4 0-19-16,-1 2-30 0,3 0-23 0,-1 3-28 16,3-4-21-16,1 3-22 0,-2 1-23 0,0-5-192 15,1-1-486-15,-1 2 215 0</inkml:trace>
  <inkml:trace contextRef="#ctx0" brushRef="#br0" timeOffset="134975.31">14815 9348 115 0,'2'-4'184'0,"4"-4"-2"0,-6 4-3 0,7-3-9 16,-7 7-12-16,6-3-16 0,-4-1-8 0,-2 4-16 15,0 0-9-15,0 0-9 0,22 3-4 16,-22-3-10-16,15 4-7 0,-11 3-5 0,5-3-7 0,-3 2-10 16,3 1-3-16,-4-2-6 0,3 1-4 0,-6 3-2 15,4-2-6-15,-3 1-4 0,2-4-4 0,-5 4-3 16,7-4-5-16,-5 1 0 0,-1 1-3 0,-1-6-2 15,0 7 0-15,0-7 3 0,0 0 3 0,0 0 5 16,-3 5-1-16,3-5 1 0,0 0 2 0,0 0 1 16,-28-8-5-16,28 8 2 0,-10-4-4 0,5 0 0 15,5 4-2-15,-8-8-7 0,8 8-10 0,-2-6-28 16,2 6-41-16,0 0-39 0,10-12-34 0,2 9-36 16,3-3-199-16,3 3-404 0,12 2 179 0</inkml:trace>
  <inkml:trace contextRef="#ctx0" brushRef="#br0" timeOffset="135508.81">15722 9305 207 0,'-8'-7'243'0,"-9"0"-8"0,2 3-11 16,-5-3-9-16,4 2-10 0,-7 0-17 0,-5 2-14 0,-7 0-6 15,5 3-10-15,2 3-13 0,-2-2-10 0,-1 6-13 16,1 1-11-16,2 0-12 0,1 1-10 0,2 5-9 15,2-3-7-15,-7 5-8 0,9-3-6 0,8 4-7 16,3-2-5-16,-4-2 3 0,6 1-8 0,2 0-4 16,-1-2-3-16,5 2-4 0,2-2-1 0,2-1-4 15,3-1-2-15,3-1-3 0,5 0 2 0,-3-3-8 16,5 0-4-16,5-2-3 0,-3-4-3 0,4-1-8 16,1-3-7-16,-1-1-4 0,-3-1-6 0,4-3-4 15,8-3-5-15,-9-2 0 0,6 2-4 0,-9-6 2 16,3-1 2-16,1 2-1 0,-2-2 5 0,-4-4 0 15,-1 3 2-15,-3-4 0 0,-2-2 4 0,1 2 6 16,-6-2 10-16,7-1 16 0,-12-4 18 0,2 7 17 16,-2-3 11-16,0 6 15 0,-2-5 4 0,2 7 6 0,-7-5 8 15,6 5-3-15,-6-3 13 0,2 3-3 16,-3-1 9-16,3 8-1 0,0-5-11 0,-7 3 2 16,12 2-2-16,-3 4-19 0,-4 2-10 0,2 1-6 15,5-2-7-15,0 7-6 0,-8-2-11 0,8 2-3 0,0 0-4 16,0 0-2-16,-21 10-4 0,14-1-5 0,0 0 0 15,4 9-7-15,-4-5 2 0,1 4-1 16,1 5-2-16,-5 4 0 0,5-1 1 0,3 1-3 0,2-2 2 16,0 3 2-16,0 0-2 0,7 0-1 0,0 0 4 15,1 0 0-15,-2-3 1 0,4 0-1 0,4-2 0 16,0 0-6-16,1-2-10 0,0-1-17 0,2-4-39 16,3 2-34-16,-4-5-40 0,2-1-45 0,-3-2-50 15,0 1-53-15,2-5-65 0,-2 4-275 0,-2-7-670 16,-3-1 296-16</inkml:trace>
  <inkml:trace contextRef="#ctx0" brushRef="#br0" timeOffset="139058.47">11862 8412 90 0,'0'0'327'15,"0"0"-18"-15,0-8-25 0,0 8-26 0,0 0-23 0,0 0-24 16,0 0-21-16,0 0-26 0,0 0-15 0,0 0-16 15,0 0-13-15,0 0-11 0,0 0-16 16,20 15-5-16,-17-7-9 0,2 1-7 0,-1 2-4 0,4-3-9 16,-5 6-8-16,4-5-4 0,-4 2-3 0,5-3-5 15,-1 7-1-15,-2-6 3 0,2 1-13 0,-4 2 0 16,4-4-9-16,-7 0 4 0,1 1-3 0,4-3-3 16,0-3 1-16,-2 3-1 0,-3-2-2 0,0-4 2 15,2 10 16-15,3-9 11 0,-5-1 2 0,0 0-1 16,0 0-1-16,0 0-6 0,0 0-1 0,15-13-5 15,-13 5 2-15,6 1-2 0,-6-3 1 0,2 1-7 16,1 5 3-16,0-4-12 0,0 1 5 0,0-1-2 16,2 5-6-16,-5-1-2 0,-2 4 1 0,15-8-6 15,-9 7 3-15,2-3 2 0,-8 4-4 0,12 0-4 16,-12 0-2-16,10 10 14 0,-2-7-16 0,4 3 1 16,-6 2-2-16,3 0 3 0,-1 3 1 0,-5-3-11 15,2 1 6-15,4-1-1 0,-5 0-6 0,-2 1 1 0,3-3-3 16,-2-2 2-16,1 1 4 0,-4-5-2 15,3 6 3-15,-3-6 6 0,5 6 12 0,-5-6-12 16,0 0 0-16,0 0 3 0,0 0 5 0,15-17-9 0,-12 7 7 16,2 1-1-16,2-3 4 0,1-1 0 0,-1-1 10 15,1 1-3-15,-1-1 16 0,-1 1 5 0,2-1 7 16,-4 2 14-16,6 3-18 0,-5 0 4 0,3-3 0 16,-3 4-3-16,-2 3-9 0,1-2-2 0,1 5-2 15,-2-3-5-15,-3 5-10 0,6-3-3 0,-6 3-8 16,0 0 3-16,0 0 1 0,0 0-6 0,15 8-10 15,-8-3-17-15,-5 3-16 0,4-4-6 0,3 4-28 16,-6 1-15-16,2 0-22 0,3-3-29 0,0 6-34 16,2-5-41-16,-1 1-44 0,4-1-40 0,2 5-236 0,1-9-581 15,-1 4 256-15</inkml:trace>
  <inkml:trace contextRef="#ctx0" brushRef="#br0" timeOffset="139391.24">12627 8451 81 0,'-8'-3'234'0,"8"3"-12"16,0 0-11-16,-15 0-11 0,15 0-10 0,-15 5-16 15,8-4-16-15,2 5-13 0,2 0-12 0,-2-3-11 16,0 3-12-16,-2-1-5 0,2 2-10 0,2 0-4 16,1 0-7-16,2-4-7 0,0 5-3 0,0-8-4 15,2 9-11-15,1-2 1 0,1-4-5 0,4 1-4 16,-1-3-6-16,-1 6-1 0,2-6-5 0,-8-1-4 15,20 0-6-15,-10 0 2 0,-10 0-5 0,18-5-2 16,-8 2-1-16,4-2-2 0,-11-2-3 0,4 4 2 16,1-2-6-16,-3-3-2 0,0 1 0 0,-5-4 0 15,0 1-3-15,-4 4-1 0,3-5-2 0,-6 1-2 16,1 0-2-16,-1 3 3 0,-5-2-2 0,1 0 0 16,1 4-2-16,-2-2 0 0,2 1-19 0,2 3-21 15,0 3-21-15,8 0-30 0,-15-5-28 0,15 5-18 0,0 0-30 16,0 0-27-16,0 0-34 0,0 0-141 0,0 0-396 15,20 14 175-15</inkml:trace>
  <inkml:trace contextRef="#ctx0" brushRef="#br0" timeOffset="140175.01">12943 8416 202 0,'0'0'246'0,"0"0"-15"0,3-3-15 0,-3 3-21 16,0 0-18-16,0 0-18 0,0 0-17 0,0 0-18 15,0 0-9-15,0 0-10 0,0 0-12 0,-6 22-9 16,4-15-2-16,2 2-6 0,0 0-11 0,-2 0-1 16,2 2-3-16,2-1-8 0,-2 2-1 0,2 2-4 15,-2-2-4-15,3-4-4 0,-6 4-3 0,6-2-2 16,0 0-1-16,-3-3-1 0,4 1 3 0,-3-4 1 16,3 1 7-16,1 0 1 0,-5-5 9 0,6 4 7 15,-6-4-6-15,0 0-2 0,17-6-2 0,-12-2-2 16,-2 3-3-16,4-3-3 0,-1 1-6 0,1-4 5 0,1 3-7 15,-6-1-3-15,8-6 12 0,1 3-10 16,-11 1 1-16,7-3-1 0,0 1 1 0,-1 2 1 16,-4-1 5-16,1 3-3 0,0 2 0 0,-3-4 3 0,7 5-3 15,-7 1-3-15,2-2-8 0,3 2-3 0,-5 5-9 16,0 0-1-16,1-7-3 0,-1 7-5 0,0 0 0 16,0 0 4-16,0 0-3 0,0 0-1 0,0 0-2 15,0 0-1-15,7 19 1 0,-7-13-7 0,2 1 2 16,-2-2-1-16,5 3-1 0,-5-4-5 0,1 6-7 15,6-3 2-15,-7-1-4 0,0-6-1 0,8 9 0 16,0-4-3-16,-4 0 0 0,4-1 0 0,0-3 0 16,-1 2 0-16,1 0-3 0,7-2-5 0,0-1-5 15,1 4-6-15,-1-4-2 0,5 0-1 0,2-4 2 16,1 3 1-16,-3-1 1 0,5 2-2 0,1 0 3 16,1 0 1-16,4-1 1 0,-4-2 5 0,1 3 1 15,1-1 0-15,3 1 5 0,-11-2 6 0,8 2 0 0,-8-2 0 16,1 2 3-16,-1-5 0 0,-3 3 3 0,2-1 2 15,-5-3 3-15,7 3 2 0,-6-3-3 16,-3 0 0-16,2-1 2 0,-1 2 2 0,0-6-1 16,1 4-1-16,0-4 3 0,0 6 1 0,0-3 0 0,0-1 0 15,-2-1-1-15,4 2 3 0,-4 0-2 0,-3 1 0 16,1 1 0-16,4 0 7 0,-8-2-3 0,1 4 0 16,-1 0 0-16,1-3 1 0,-6 3 6 0,-2 4 1 15,5-4-1-15,-5 4 0 0,1-8 0 0,-1 8-4 16,0 0 2-16,-8-6 6 0,-3 4-7 0,11 2 1 15,-20 4-2-15,6-3 9 0,-4 3 3 0,2-1 1 16,-6 4 2-16,6-2 4 0,-4 3 5 0,3 3-5 16,-4-1 1-16,6 0-1 0,0 2-3 0,0 2 0 15,2-2 1-15,-2 1-6 0,2 10 2 0,4-6-1 16,3 0 3-16,4 2 4 0,2 8-5 0,0-2 2 16,2 1-5-16,4-3 7 0,8 1-5 0,-6-4-2 15,3 4-3-15,3-2 5 0,1 4-5 0,3-3 1 0,-3-6-1 16,0 8 0-16,1-9-10 0,-9-4-24 0,8 3-30 15,-4-6-34-15,-4 2-43 0,-2-3-46 16,0-3-41-16,-5 1-49 0,5-5-200 0,-5-1-502 16,0 0 222-16</inkml:trace>
  <inkml:trace contextRef="#ctx0" brushRef="#br0" timeOffset="140357.37">13646 8276 70 0,'-5'-8'287'0,"2"1"-28"0,-3 0-27 0,2 2-27 15,-1-2-20-15,5 7-18 0,-8-5-15 0,8 5-29 16,-13-2-54-16,13 2-56 0,-12 10-79 0,6-5-90 16,-3 1-101-16,4 6-279 0,-3 0 124 0</inkml:trace>
  <inkml:trace contextRef="#ctx0" brushRef="#br0" timeOffset="141157.34">12423 9132 139 0,'0'0'335'0,"0"0"-22"16,-1-6-22-16,1 6-33 0,0 0-25 0,0 0-23 15,0 0-24-15,0 0-16 0,0 0-19 0,0 0-19 16,-5 25-8-16,5-11-14 0,0-1-9 0,0 7-8 0,0 3-8 16,0 0-10-16,0 8-1 0,0-3-3 0,-4 2 4 15,4 5-1-15,0-7 1 0,-5 2 7 0,5 13-11 16,0-12-5-16,0 12 0 0,0-4-2 0,5 0 7 16,-1-6-23-16,-4-2 4 0,0 16-1 0,0-8-2 15,0 0-8-15,-4-6-4 0,8-1-5 0,-4-4 1 16,0 1-2-16,0-1-2 0,0-4 10 0,5-5-19 15,-5 0 4-15,0-6-11 0,0-3 3 0,0 2-3 16,0-3 1-16,0-1 11 0,-5-2 20 0,5-6 19 16,0 9 23-16,0-9 23 0,0 7 27 0,0-7 10 15,0 0-11-15,0 0-14 0,0 0-15 0,0 0-9 16,0 0-9-16,6-19-11 0,-6 11-5 0,5 1-8 16,-1-1-9-16,-4-1-4 0,0-1 2 0,3 2-9 15,-2-2-8-15,1-4-3 0,-2 10-3 0,0-4-6 16,0 0-6-16,0 8-1 0,-6-10-5 0,6 3-2 15,0-2-2-15,-9 0-1 0,8 6-5 0,1 3 0 0,-9-8 2 16,4 4-5-16,5 4-2 0,-8-8 0 0,0 4 4 16,1 1-2-16,1-1-3 0,6 4 0 0,0 0 2 15,-22 5 3-15,9-3-9 0,5 4 2 0,-1 1-1 16,1 4 2-16,-7-2-2 0,5 6 5 0,-3-3-2 16,0 7 0-16,1 4 3 0,-4-2-1 0,4 1 0 15,-3 5 0-15,-3-1 1 0,3 1-1 0,0-1-30 16,-2 1-40-16,3 1-58 0,-1-1-55 0,0 1-58 15,-5 10-51-15,5-11-92 0,0-3-409 0,9 4-860 16,-8-2 380-16</inkml:trace>
  <inkml:trace contextRef="#ctx0" brushRef="#br0" timeOffset="143673.97">16664 9234 81 0,'3'-8'335'0,"-3"8"-20"15,0-5-22-15,0 5-24 0,2-7-25 16,-2 7-27-16,0 0-20 0,0 0-22 0,0 0-21 0,0 0-8 15,-7-7-24-15,7 7-11 0,0 0-11 0,0 0-10 16,-7 18-8-16,7-18-6 0,-3 9-9 0,0-3-6 16,1-2-6-16,2-4-7 0,-1 11-2 0,1-11 1 15,-4 8 0-15,4-8-3 0,4 5 4 0,-4-5 10 16,0 0-11-16,3 3 18 0,-3-3 8 0,0 0 1 16,0 0-5-16,0 0-7 0,0 0-7 0,0 0 6 15,6-15-8-15,-6 15-8 0,0-4-5 0,0 4-8 16,0-11-5-16,0 11-19 0,-6-7-24 0,6 7-30 15,-15-6-18-15,7 4-38 0,-7 2-41 0,15 0-65 16,-23 2-68-16,9 2-288 0,3 1-611 0,1 1 270 16</inkml:trace>
  <inkml:trace contextRef="#ctx0" brushRef="#br0" timeOffset="144208.19">17356 8850 230 0,'-4'-6'224'0,"4"6"-23"0,0 0-19 0,-13-2-16 15,13 2-13-15,-13-1-15 0,13 1-10 0,-15 1-12 16,15-1-7-16,-17 2-6 0,4-2-7 0,2 0-4 15,-1 1-7-15,-1 1-10 0,-9-4-3 0,7 2-7 16,0-1-5-16,-3-1-2 0,0 2-1 0,1-4 3 16,1 0 4-16,3-4 6 0,-1 4 1 0,4-8 2 15,2 5 0-15,-2-1-1 0,4-3-5 0,2 3-6 16,-1 0-5-16,4-4-2 0,1 1-9 0,1 0 0 0,4-2-5 16,-3 7-3-16,3-3-4 0,2 1-6 0,1 1-3 15,0 1-2-15,2 4 3 0,2-2-4 16,-2 4-3-16,3 0-4 0,3 1-6 0,3 4 4 0,-3 1-2 15,1 3-3-15,4 1-1 0,1 7-2 0,-1 1 2 16,-3 0-5-16,2 2 10 0,0 4-11 0,-3-4 4 16,1 6-2-16,-3 1-2 0,-5 0 2 0,3 0-1 15,-5 0-4-15,1 1 5 0,-5 4-4 0,0-3-1 16,-4-1 5-16,0-1-1 0,-2-6-3 0,-4 4-1 16,-8-1 3-16,6-4 1 0,-5-2-3 0,-4 1 5 15,-3 1 0-15,0-5 3 0,1-3 0 0,0-3 7 16,0-2 5-16,-3 1 12 0,-6-2-1 0,1 0 2 15,-1-4 0-15,8-2 7 0,-3-2-11 0,3 2 0 16,2 0-4-16,2-5-1 0,4 2 2 0,0 1-11 16,4-5-14-16,2 3-25 0,2-3-35 0,1 0-39 15,6-3-50-15,6 1-61 0,5-4-34 0,8-6-61 16,4 6-160-16,3-3-503 0,14-1 223 0</inkml:trace>
  <inkml:trace contextRef="#ctx0" brushRef="#br0" timeOffset="144473.84">17773 8727 16 0,'0'-12'367'0,"-4"6"-2"0,3-3 6 0,1 0 7 0,-4 3-4 16,1 1-16-16,3 5-26 0,-2-9-33 0,2 9-31 16,0 0-33-16,0 0-23 0,0 0-23 0,0 0-21 15,0 0-15-15,-8 16-15 0,8-8-15 0,-5 7-8 16,5 4-12-16,-1-2-14 0,2 5-5 0,4 5-8 15,-5-4-7-15,2 6-11 0,-1 1-2 0,4-1-7 16,0 0 0-16,-1 1-4 0,4 5-7 0,2-7-7 16,0 10-11-16,3-11-18 0,-3-1-20 0,3 1-29 15,4-2-38-15,-2-1-34 0,1 2-36 0,1-6-42 16,3-5-51-16,-4 0-56 0,2 1-59 0,-3-8-253 0,0 2-667 16,0-1 295-16</inkml:trace>
  <inkml:trace contextRef="#ctx0" brushRef="#br0" timeOffset="144659.73">17708 8981 110 0,'-8'-7'380'0,"-4"3"-8"0,2-4 4 0,4 6-6 16,-1-3-5-16,7 5-21 0,-8-1-20 0,8 1-24 15,-7-7-27-15,7 7-29 0,0 0-25 0,0 0-31 16,20-9-42-16,-12 5-58 0,12 3-58 0,-3-1-67 15,6-1-61-15,3 3-69 0,6-1-74 0,4-1-74 16,-1 2-231-16,11 2-590 0,1-1 261 0</inkml:trace>
  <inkml:trace contextRef="#ctx0" brushRef="#br0" timeOffset="145574.81">18953 8834 274 0,'6'-16'294'0,"1"5"-11"0,-5-1-2 15,4-7-8-15,-6 4-6 0,2-1-26 0,-2 5-7 16,0-8-10-16,0 4-15 0,0 0 15 0,-2-3-25 16,2 6-16-16,-5-2-1 0,4 4-26 0,-6 1-21 15,2 1-5-15,-1 1-23 0,1 2-10 0,-9 0-12 16,3 3-10-16,-6 4-7 0,1 2-3 0,-3 5-7 16,5 0-11-16,-11 6-4 0,2 6-9 0,1-3 0 0,5 3-3 15,-2 5-3-15,2-1-8 0,2 3-1 16,7-3-4-16,1 3-6 0,1 0 6 0,4-1-13 15,4 3-1-15,3-1-9 0,3 1-9 0,0-4-2 0,7 1-4 16,-2-2-9-16,4-4-9 0,3-3-12 0,-4-3-13 16,7-3-6-16,-3 0-10 0,2-5-9 0,3-2-2 15,1-2 3-15,-4-3 6 0,-4 0 7 16,3-3 8-16,-4-3 7 0,4 0 4 0,-1-1 6 0,-3-1 10 16,-2-1 0-16,-4-3 10 0,-1 4 6 0,-3 0 21 15,3-1 0-15,-5-1 14 0,1 5 5 0,-1-3 4 16,-1 1 4-16,1 0 0 0,-2 2-5 0,-3 5-4 15,3-4-4-15,-3 4-3 0,0 0 2 0,0 0-5 16,0 0 3-16,0 0-4 0,12 9 4 0,-7-1-3 16,-4-2-1-16,1 2 1 0,3 0 3 0,2 3-3 15,-7-2-5-15,6 0 7 0,4 5-3 0,-5-6 1 16,3 2 0-16,-1 0-3 0,-4-3-3 0,7 1 2 16,-5-1-1-16,2-3 1 0,-2 0 8 0,-2 2-11 0,4-6 1 15,-7 0 1-15,11 2-2 0,-11-2 0 0,0 0 0 16,14-7 0-16,-11 3-2 0,-3 4 0 15,0-12-1-15,0 4 3 0,0-2 1 0,-3 1 1 16,-1 0-1-16,4-2 0 0,-6-1-1 0,2 2 1 0,-1 0-1 16,-3-4 1-16,2 5 0 0,-1-2 3 0,-3 4-3 15,7-2 5-15,-6 2-2 0,6-1 2 16,-4 2-8-16,1 0 6 0,4 3-1 0,2 3 4 0,-3-9-9 16,3 9 1-16,7-6 2 0,-3 1-3 0,-4 5 0 15,19-4 1-15,-6 1 2 0,0 0 0 0,7 3-1 16,-5-3-3-16,6 1 5 0,-1-2 1 0,2 0 0 15,-1 0-3-15,1 0 2 0,-1 1 1 0,3 0 1 16,-5 0 0-16,0 3 1 0,-1-6-2 0,-2 3 0 16,-4 0 3-16,-2 3-3 0,0-2-1 0,-10 2-1 15,16 0 1-15,-16 0-1 0,17 2 1 0,-10 0 0 16,-7-2-2-16,8 8-2 0,-2-6 5 0,-2 6-2 16,2-3 0-16,-6 7-2 0,0-7-1 0,2 5 4 15,3 2 2-15,-5-1 1 0,0 2 0 0,0-1 1 16,-5-1-5-16,3 0 1 0,2 1-1 0,0-2 2 15,-3 2 0-15,3-3 0 0,-3 0-4 0,-1-3-12 16,1 3-14-16,0-6-14 0,1 3-20 0,2-6-28 0,-6 3-41 16,6-3-42-16,0 0-35 0,0 0-50 15,0 0-133-15,0 0-425 0,0 0 189 0</inkml:trace>
  <inkml:trace contextRef="#ctx0" brushRef="#br0" timeOffset="145857.1">19716 8442 287 0,'-3'-6'333'0,"3"-2"-10"0,-2 4-39 16,2 4-18-16,-7-8-36 0,7 8-22 0,0 0-22 15,0 0-17-15,0 0-21 0,0 0-12 0,-6 20-10 16,6-13-12-16,0 10-11 0,5-2-13 0,-4 12-7 15,6 0-6-15,-5 2-6 0,2-1-10 0,6 3 3 16,-6 0-11-16,4 1-5 0,0-2 0 0,1 2-8 16,-3-3-7-16,2-1-5 0,4 0-12 0,-2-1-21 0,-3-1-20 15,-1 1-23-15,1-7-25 0,1 5-46 16,-3-7-38-16,0-3-34 0,0-3-46 0,0-5-28 16,-3 2-153-16,-1-3-453 0,1-2 202 0</inkml:trace>
  <inkml:trace contextRef="#ctx0" brushRef="#br0" timeOffset="146190.41">19741 8822 102 0,'6'-8'179'0,"-1"1"-4"0,4-1-12 0,-1 0-11 0,0 1-6 16,9 2-10-16,-2-1-14 0,3 1-2 0,0 0-10 16,2 2-8-16,3-1-6 0,-2 0-9 0,3 0-4 15,5 2-9-15,-5 1 0 0,-5 1-3 0,3 0-2 16,1 0-2-16,-8-3-2 0,-2 3 1 0,2-5 0 15,0 4 3-15,-7-1 3 0,-1 1 0 0,-7 1 5 16,17 0 5-16,-17 0-6 0,11 0-3 0,-11 0 0 16,0 0-7-16,10-3-5 0,-10 3-8 0,0 0-4 15,0 0-7-15,0 0-6 0,0 0-1 0,7 6-3 16,-7-6-5-16,0 0-2 0,0 0 0 0,-4 16-3 16,1-8-2-16,3 1 9 0,0 1-15 0,0-1 1 15,3 5 3-15,-3 1-3 0,2 2 4 0,0-4-4 16,4 4-2-16,-2-1 1 0,-3 2-1 0,6-3-3 15,-5 3-1-15,1-2 1 0,0-2-1 0,-3 1-4 16,2-2-24-16,-4-1-21 0,-3 0-22 0,4-2-34 0,-6-3-51 16,0-1-52-16,1 0-68 0,-4-1-198 0,-2-2-504 15,4 1 223-15</inkml:trace>
  <inkml:trace contextRef="#ctx0" brushRef="#br0" timeOffset="146773.87">21596 8607 233 0,'7'-12'291'0,"-1"-5"-5"0,-1-2-18 0,-1 3-9 16,2-3-14-16,-6-1-11 0,2 3-13 0,1 0 1 0,-1-2-10 16,-1 3 1-16,-2-1 0 0,-4 0-15 0,3 7-8 15,2 0-13-15,-8-2-10 0,3 1-19 0,-2 3-15 16,2 3-11-16,-3-2-18 0,-3 4-4 0,-6-1-19 15,-1 7-9-15,1 1-5 0,-4 4-5 0,-2 7-12 16,-6 1-1-16,1-1-4 0,5 6-8 0,-5 1-3 16,3 9 2-16,2-8-4 0,5 2-10 0,3 2 8 15,-2 0-2-15,9 2-5 0,1-4 0 0,2 1 0 16,9-1 0-16,-3 2 1 0,6 0 2 0,3-2-9 0,8-1 2 16,4-1-8-16,4 0-5 0,7 2-22 0,-6-8-29 15,14 0-39-15,-3 1-37 0,-5-4-41 16,-1-2-49-16,-1-2-48 0,-1-3-55 0,3-2-68 0,-5 0-199 15,0-2-628-15,0-3 278 0</inkml:trace>
  <inkml:trace contextRef="#ctx0" brushRef="#br0" timeOffset="147058.1">21925 8899 259 0,'0'0'337'0,"0"0"0"0,0 0-3 0,0 0 6 15,0 0-20-15,0 0-28 0,0 0-21 0,0 0-30 16,0 0-23-16,0 0-24 0,0 0-19 0,0 0-16 16,0 0-15-16,0 0-3 0,0 0-25 0,0 26-15 15,0-18 5-15,4 5-21 0,-4-4-12 0,3-2-14 16,-1 7 3-16,-1-4-6 0,9 5 9 0,-6-1-25 15,1 7-12-15,3-7-9 0,-2 1-40 0,3-2-27 0,-3 1-39 16,4-4-35-16,-3 0-38 0,3-1-49 0,-5 2-58 16,5-4-46-16,0-2-245 0,0-1-604 0,-2 1 268 15</inkml:trace>
  <inkml:trace contextRef="#ctx0" brushRef="#br0" timeOffset="147273.69">21995 8718 344 0,'-5'-8'347'0,"0"1"-15"0,-2-2-24 16,6 3-13-16,-6 3-21 0,7 3-31 0,-6-6-25 16,6 6-20-16,0-11-27 0,0 11-32 0,0 0-43 15,0 0-30-15,0 0-36 0,0 0-43 0,0 0-56 16,13 20-58-16,-7-14-57 0,4 3-54 0,-3 2-167 15,5-3-439-15,1 11 194 0</inkml:trace>
  <inkml:trace contextRef="#ctx0" brushRef="#br0" timeOffset="147790.29">22278 9003 168 0,'5'-6'265'0,"-5"6"-9"0,5-9-5 0,-3 6-8 16,3-5-16-16,-2 5-10 0,0-4-6 0,2 0-17 15,-2 2-10-15,2-3-4 0,-1 1 6 0,1 0-31 16,3-1-12-16,-6-2-10 0,1 2-8 0,2-1-7 16,-2 3-12-16,4-2-16 0,-4 3-4 0,2-2-5 15,-2 3-8-15,4-2-6 0,-7 6-8 0,0-8-3 16,0 8-13-16,5-7-5 0,-5 7-6 0,7-2-1 15,-7 2-6-15,0 0 1 0,10 0-2 0,-10 0-7 16,0 0 0-16,8 12-5 0,-2-4-1 0,1 4 3 0,-2-3-1 16,-2 6-5-16,4-1 6 0,1 4-12 15,1 3 7-15,-5-2-5 0,1-3-1 0,7 10 6 16,-5 1-6-16,6 0 1 0,-5-4-4 0,-1 5 3 0,1-1 1 16,0 1 1-16,4-1-2 0,-5-1 0 0,1 1-5 15,-2 1 6-15,3-1-1 0,-8 0-2 0,6-7-1 16,-2 7 1-16,-5-11-5 0,2 2 5 0,-2 2-2 15,-2-5 0-15,-1 0 1 0,1-2 1 0,0-2 2 16,2-3 0-16,-5 2 1 0,4-4 31 0,-4 0 31 16,1 0 29-16,-2-4 32 0,6-2 25 0,-13 1 8 15,8 2 7-15,5-3-1 0,-17-4-4 0,4-3-4 16,3 4-13-16,0-2-3 0,-2-6-13 0,-1 0-16 16,-2-1-5-16,2 0-14 0,3 2-9 0,-3-7-8 15,5 9-9-15,-7-11-11 0,8 9-16 0,0-4-28 16,-1-1-28-16,5 0-41 0,0 2-52 0,3-3-62 15,3-1-57-15,2-1-58 0,1 1-54 0,1-2-73 16,8-5-61-16,-3 8-284 0,4-10-820 0,1 6 364 0</inkml:trace>
  <inkml:trace contextRef="#ctx0" brushRef="#br0" timeOffset="148158.19">22422 8639 291 0,'0'0'326'16,"0"0"-8"-16,0 0-11 0,0 0-12 0,0 0-10 15,0 0-17-15,0 0-27 0,0 0-24 0,0 0-24 16,0 0-17-16,0 0-18 0,-10 0-17 0,10 0 2 15,0 0-32-15,0 0-8 0,0 0-13 0,0 0-4 16,0 0-15-16,0 0-10 0,0 0 0 0,0 0-6 16,0 0-6-16,10 16-8 0,-10-16-2 0,0 0-4 0,7 1-2 15,-7-1-5-15,0 0-4 0,0 0 1 16,0 0-2-16,15-1-4 0,-15 1 6 0,0 0-12 16,4-9 6-16,-4 9-4 0,0 0-1 0,2-7-1 0,-2 0-5 15,0 7-1-15,0 0-10 0,0-10-6 0,0 5-48 16,0 5-28-16,0 0-39 0,0-7-47 0,0 7-57 15,0 0-49-15,0 0-65 0,0 0-181 0,0 0-564 16,0 0 250-16</inkml:trace>
  <inkml:trace contextRef="#ctx0" brushRef="#br0" timeOffset="151173.51">23539 8296 181 0,'0'-19'359'0,"0"4"-9"0,0 0-10 0,0-2-10 0,0 7 1 16,0-2-7-16,5 4 2 0,-3-4-15 0,-4 5-8 16,2-1-17-16,0 4-20 0,0 4-25 0,-5-9-20 15,5 9-26-15,5-8-21 0,-5 8-21 0,0 0-13 16,-5-7-16-16,5 7-13 0,0 0-13 0,0 0-11 16,0 0-12-16,0-6-6 0,0 6-9 0,0 0-5 15,0 0-4-15,0 0-9 0,0 0-3 0,0 0-2 16,0 0-6-16,0 0-3 0,0 0 1 0,0 22 1 15,0-22-10-15,0 8-1 0,0-8-5 0,0 4 2 0,0-4-2 16,0 0-2-16,0 0 0 0,0 11-1 16,0-11-1-16,0 0 0 0,0 4-4 0,0-4 2 15,0 0-2-15,0 8-1 0,0-8 0 0,0 0-4 0,0 0 5 16,0 0-5-16,0 0-5 0,5 4 4 0,-5-4-5 16,0 0-1-16,0 0-2 0,0 0 2 0,0 0-3 15,0 0 3-15,0 0 2 0,0 0-3 0,0 0 2 16,0 0-1-16,0 0 0 0,0 0-3 0,0 0 4 15,0 0 1-15,0 0-2 0,0 0-1 0,2 3 2 16,-2-3-1-16,0 0-2 0,0 8-5 0,0-8 9 16,0 0 4-16,0 9-6 0,0-2-2 0,0 1 8 15,0 2-6-15,0-1 2 0,0 5 0 0,0 1 1 16,0 3 1-16,0 0-5 0,2 1 4 0,-2 7 2 16,4 1-3-16,-2 0 1 0,-2-2 3 0,0 7-1 15,7 9 0-15,-7-14 4 0,0 1-7 0,0-1 5 16,8-3-16-16,-8-2-17 0,0-5-23 0,5 5-14 0,-3-7-53 15,-2 2-28-15,0-3-20 0,8-2-24 0,-8-5-28 16,0 5-42-16,5-8-52 0,-3 3-61 16,-2-7-256-16,6 5-685 0,-6-5 303 0</inkml:trace>
  <inkml:trace contextRef="#ctx0" brushRef="#br0" timeOffset="151623.44">23322 8586 76 0,'-10'-3'358'0,"6"-2"-1"15,-3 4 10-15,7 1-1 0,-12-9-12 0,9 8-8 16,3 1-17-16,-3-11-29 0,3 11-34 0,6-12-24 16,1 9-27-16,5-3-19 0,2-1-18 0,3 2-20 15,4-2-16-15,1 3-18 0,8-4-11 0,-2 8-16 0,-2-2-19 16,3 2-14-16,0 0-20 0,-7 2-12 0,1 2-15 15,-1-3-12-15,-3 6-9 0,3 0-6 0,-4 2 0 16,0 3-4-16,-1 2-6 0,-4-1 6 0,-1 1 1 16,1 2-5-16,-1-3 10 0,-1 2-1 0,-4 0 2 15,4 0-3-15,-2 1 5 0,1 2 1 0,-4-4 0 16,2-1-5-16,6 0-1 0,-6-1 8 0,0 0 5 16,1-5-1-16,9 4 0 0,-8 1-5 0,5-4 0 15,-1-1 1-15,5-6 4 0,-3-1 2 0,4 5-5 16,-2-6 6-16,-3-3 1 0,7 0-9 0,-7 0 2 15,1-4 7-15,-6 0-1 0,2-2 0 0,-1-2 4 16,-2 0 4-16,-1-3-2 0,-3 0 3 0,-2 0-4 16,-3 0 3-16,-7-2-1 0,4-2 12 0,-5 1-13 0,1 0-3 15,-6 2-4-15,3 1-1 0,-5 1-1 16,0 2 6-16,0 3-9 0,2-3-24 0,0 6-24 16,0-2-32-16,-4 3-37 0,4 1-37 0,5 0-49 0,-7 4-58 15,6 0-56-15,9 0-284 0,-13 1-652 0,12 7 289 16</inkml:trace>
  <inkml:trace contextRef="#ctx0" brushRef="#br0" timeOffset="152424.01">25031 8598 194 0,'0'-16'283'0,"-4"-3"-11"0,3 3-5 0,-4 0-13 16,1-1-21-16,-4-1-22 0,-2 3-21 0,-3 1-16 16,1 0-19-16,-3 3-15 0,2-3-15 0,-3 5-10 15,-4 3-19-15,3-3-6 0,2 4-7 0,-6 0-9 16,6 3-11-16,-5 2-2 0,3 0-10 0,3 2-4 16,0 1-4-16,3 0-6 0,-3 1-5 0,6 4-2 15,0-7-3-15,1 7-4 0,2-3-5 0,-3 0 1 16,6 3-3-16,-1-4 0 0,1 4-3 0,4 1 1 0,1-2-3 15,1 1 0-15,4-2-2 0,-3 3 5 0,5-2-6 16,0 4 0-16,5 1 2 0,0-3-4 16,3 5 1-16,5 1 1 0,-2 2 0 0,6 3-3 0,-4-1-1 15,7 8 0-15,5 3 1 0,-6 2-2 0,-2-1-1 16,-2 4 1-16,3 4 0 0,0-3-6 0,-3 6 6 16,0 0-2-16,-4 6 3 0,4-3-3 0,-2 0 1 15,-5 0 6-15,6 0-11 0,-8 0 7 0,-4-2-4 16,1-4-2-16,-5 0 1 0,-3-10-4 0,-1-2 5 15,-11-2-5-15,4-6 7 0,-4-2 19 0,0 1 23 16,-1-9 46-16,-5 5 50 0,0-6 42 0,-2-4 32 16,0-3 18-16,-7-2 8 0,-4-3-1 0,-1-8-6 15,3 1-8-15,-5-7-21 0,0-2-13 0,-5-8-13 16,3 0-7-16,-5-1-7 0,11-3-12 0,0-2-23 16,8 7-5-16,3-1-20 0,0-15-14 0,11 13-19 15,3-10-21-15,0 10-24 0,3-1-23 0,11-12-33 0,0 4-36 16,8 2-39-16,6 1-26 0,0 1-35 0,-1 1-29 15,-2 10-14-15,-1 1 1 0,4 7 3 0,-4 1 11 16,2 0 13-16,1 3 11 0,-12 4 16 16,3 4 18-16,0-4 13 0,-10 4 9 0,5 1 15 0,-4-1 3 15,2 2 11-15,-2 2 9 0,-9 0 8 0,14 2 6 16,-7 2 4-16,-7-4 7 0,10 7 4 0,-3 1 5 16,-2-4 3-16,-2 6 4 0,2 0 4 0,3 5 4 15,0-4 1-15,-1 2 3 0,5 1 4 0,-1 1 4 16,2-2-2-16,1 2 5 0,1 1 2 0,1-5 4 15,1 5-4-15,1-6 4 0,-3-1 2 0,3-1 4 16,0-3 0-16,0 0-2 0,1-3 1 0,-1-2 1 16,-5-1 11-16,2-2 7 0,-7-2 7 0,7-1 4 15,-8-3 5-15,3-3-2 0,-5-1 19 0,0-2-12 16,-4-2 2-16,-2 1 2 0,-4-4-2 0,0 2 2 16,-5-7-8-16,3-1-1 0,-8 4-5 0,-1 2-2 15,-1 4-4-15,-4-4-2 0,-1-3-5 0,1 6 6 16,1 3-11-16,2 2 1 0,-2 4-6 0,0-2-11 15,2 6-20-15,3-1-25 0,-2 4-29 0,1 2-28 0,-1 3-39 16,2-3-45-16,7 3-57 0,1 3-64 16,1 0-229-16,4 2-586 0,4 3 260 0</inkml:trace>
  <inkml:trace contextRef="#ctx0" brushRef="#br0" timeOffset="154473.44">26520 8357 121 0,'-1'-10'368'0,"-3"6"-5"0,3-2-18 0,-3 0-13 16,3 0-17-16,1 6-15 0,-9-7-46 0,9 7-26 16,0 0-30-16,-3-3-19 0,3 3-20 0,0 0-18 15,-12 10-15-15,7-1-8 0,-1 2-11 0,1 2-13 16,-3 1-10-16,8-1 0 0,0 2-11 0,-5 3 2 15,5-1-11-15,0-1-2 0,5 3-1 0,-4 1-8 16,6-6 2-16,1 6-9 0,0-1 0 0,4-6-8 16,3 2 10-16,1-1-14 0,-2-2-20 0,2-4-21 15,6 1-41-15,-4-2-41 0,0-3-40 0,-1-1-50 16,4-3-56-16,-6-3-68 0,5-1-297 0,-5-3-649 0,0 5 288 16</inkml:trace>
  <inkml:trace contextRef="#ctx0" brushRef="#br0" timeOffset="154823.51">26462 8095 188 0,'-8'-4'325'0,"1"3"-6"0,-1-4-2 0,8 5-22 0,-10-5-16 16,10 5-22-16,-11-1-24 0,11 1-22 0,0 0-26 15,-9-1-18-15,9 1-18 0,0 0-9 0,0 0-14 16,0 0-18-16,0 0-13 0,0 0 0 0,14 13-10 16,-6-9-9-16,0-1-15 0,0 4-3 0,6-2-7 15,-6-1-11-15,5 0-14 0,-1-1-5 0,-2 0-14 16,0 2-3-16,1-5-5 0,-4 1-3 0,-7-1 4 16,18 0-2-16,-10-1-2 0,-1-4 1 0,1 2 7 0,-1-3-7 15,-7 6-4-15,0-9 3 0,1 5-1 16,-1 4 6-16,-1-16-5 0,-3 10 4 0,1 2 3 15,-3-2-5-15,1 0 0 0,0 0-3 0,-5 3 0 0,10 3 1 16,-19-3 0-16,11 2-17 0,8 1-29 0,-11 4-24 16,-1-1-37-16,7 2-39 0,-3 2-63 0,6 1-46 15,2 0-240-15,3 3-539 0,7 4 239 0</inkml:trace>
  <inkml:trace contextRef="#ctx0" brushRef="#br0" timeOffset="155189.93">27619 7875 206 0,'0'-8'353'0,"0"3"-4"0,5-3-4 0,-3-1 1 16,-2 3-3-16,0 6-13 0,0-4-23 0,0 4-29 0,0-8-31 16,0 8-27-16,0 0-28 0,0 0-18 0,0 0-27 15,0 0-7-15,0 0-16 0,0 0-21 0,-8 21 0 16,8-6-9-16,0 2-13 0,-4 0-5 0,4 5-20 16,-3 3 2-16,3 1-3 0,0 2-10 0,0-1 1 15,0 3 8-15,0 0-19 0,0 0 0 0,7 0-13 16,-1-2 5-16,4 12 8 0,-5-12-14 0,0 5-14 15,2-6-29-15,-2 2-39 0,5-5-25 0,-7 1-34 16,5 2-25-16,-1-7-38 0,1-3-40 0,-1 6-48 16,-2-8-51-16,-2 5-282 0,-3-5-654 0,7 0 289 15</inkml:trace>
  <inkml:trace contextRef="#ctx0" brushRef="#br0" timeOffset="155673.34">27462 8331 297 0,'-8'-6'339'0,"-1"1"-4"15,-1 3 3-15,9-5 8 0,-6 4-2 16,7 3-6-16,-6-5-12 0,6 5-18 0,-2-7-16 16,2 7-31-16,0 0-27 0,0 0-22 0,7-8-22 0,-1 4-19 15,-6 4-17-15,28 0-16 0,-11 4-18 0,3-3-19 16,5 1-17-16,-6-1-15 0,11 3-10 0,2 1-25 15,-6-3-8-15,6 2-12 0,-3-3-7 0,-5 1-20 16,-5-1 10-16,-2 4 5 0,4-2-1 0,-6 1-6 16,5-2 8-16,-10 1-8 0,0-1 1 0,-3-2 1 15,3 1-10-15,-5 3 4 0,1-1-3 0,-1 2 5 16,0-2-3-16,-2 5 1 0,-1 0 4 0,3 0 8 16,-3-1-12-16,-2 4 3 0,3 0 2 0,-1-2-2 15,-1-1 0-15,1 3 2 0,5 1-1 0,-7-4 4 16,3-1 0-16,0 2-3 0,2-2 5 0,3 3 2 15,-4-1 2-15,4-4 1 0,-1-2 3 0,6 4-7 16,-5-3 5-16,5-3-2 0,2 4-1 0,-3-5 1 0,1 0 4 16,5-5 6-16,-3 0-6 0,0 2-5 0,2-4 3 15,-4 2-4-15,-5-6 10 0,5 0-2 16,-4-1 9-16,-1 0 0 0,-1-4 0 0,-1 2 8 0,-4-2-9 16,-2-2-6-16,-2 3 2 0,-4-3-2 0,2 6 1 15,-7-3-23-15,1 4-12 0,-5 2-21 0,0-2-21 16,-3 3-42-16,3 0-9 0,-2 4-23 0,-4 0-32 15,-1 1-27-15,1 3-34 0,-2 0-42 0,1 0-45 16,4 1-285-16,-2 2-651 0,5 4 289 0</inkml:trace>
  <inkml:trace contextRef="#ctx0" brushRef="#br0" timeOffset="156323.25">28760 8448 351 0,'0'0'338'0,"0"0"-11"15,0 0-3-15,0 0-12 0,0 0-8 0,21-8-11 16,-14 3-22-16,-1-3-17 0,1 2-22 0,0 1-23 16,1 1-13-16,0-7-17 0,2 4-16 0,2-2-17 15,1-2-11-15,-6 2-19 0,4 1-12 0,4-4-5 16,0 1-5-16,-2-3-19 0,2 4-4 0,-2-1-7 16,1-4-9-16,-3 7-3 0,2-3-9 0,-4 3-4 15,-1 1 0-15,5-2-5 0,-5 3-3 0,-1 0 0 16,-5 0-9-16,4 3-1 0,-1-2-6 0,-1 1-3 0,-4 4-6 15,6-5-4-15,-6 5 7 0,0 0-12 16,0 0 3-16,7 12 5 0,-7-4-7 0,6 0-3 16,-6 3 5-16,0 1-1 0,7 8-2 0,-7-2 5 0,2 3-1 15,3 5-4-15,-4 1 2 0,-1 1-7 16,7 1 9-16,-5 12 0 0,3-7-2 0,-4-4 8 16,-1 10-8-16,0 1 0 0,5-9 2 0,-5-1 1 0,2 9-2 15,-2-10 1-15,0 0 2 0,-7-2-3 0,7-1 0 16,0 2 2-16,0-4-11 0,-1-5 6 15,-4 1 7-15,-2-8 0 0,5 4 4 0,-4-5-3 0,4-2 14 16,-3-1 9-16,3 1 24 0,-1-5 34 0,3 3 38 16,-3-4 33-16,3-4 35 0,-2 6 9 0,2-6 4 15,0 0-11-15,0 0-7 0,0 0-7 0,-21-15-10 16,14 11-15-16,0-7-13 0,-1 4-3 0,2-8-22 16,-3 2-10-16,-1-6-16 0,4 9 1 0,-3-8-11 15,3 3-15-15,-1 0-1 0,-1-3-10 0,5 1-15 16,-6 0-20-16,6 0-19 0,-2-3-32 0,2 5-33 15,3-6-31-15,0 2-36 0,0 1-36 0,3-9-36 16,-3 7-31-16,2 0-49 0,3 1-39 0,5 2-30 0,6-5-26 16,-4 9-43-16,9-6-16 0,-9 4-44 0,6 1-260 15,-1-3-801-15,2 2 354 0</inkml:trace>
  <inkml:trace contextRef="#ctx0" brushRef="#br0" timeOffset="156656.51">29119 7975 203 0,'-7'-5'323'0,"1"-2"-10"16,4 6-23-16,2 1-17 0,-8-3-14 0,8 3-26 15,-7-4-24-15,7 4-26 0,0 0-15 0,0 0-18 16,0 0-15-16,0 0-22 0,0 0-6 0,0 0-9 15,2 13-10-15,3-6-7 0,-4 1-5 0,4-1-8 16,-1 1-5-16,2 1-10 0,1 0-5 0,-1-3-4 16,-2 0-6-16,1 0-3 0,5 0-1 0,-5-2-7 0,0 1 0 15,-5-5-5-15,8 3 4 0,-8-3-8 16,8 4 0-16,-8-4-1 0,0 0 3 0,13-1-6 16,-13 1 6-16,0 0-3 0,10-6-5 0,-10 6-1 15,0-8 0-15,0 8-7 0,0-7-12 0,0 7-22 0,-8-9-27 16,8 9-26-16,-8-4-25 0,-1 0-48 0,9 4-56 15,-11-3-68-15,11 3-223 0,-17 2-544 16,6-1 241-16</inkml:trace>
  <inkml:trace contextRef="#ctx0" brushRef="#br0" timeOffset="167206.67">16900 10701 207 0,'0'0'361'16,"0"0"-8"-16,0 0-8 0,0 0 4 0,0 0 9 15,-8-9-20-15,8 9-5 0,0 0-9 0,0 0-12 16,0 0-8-16,-2-6-9 0,2 6-19 0,0 0-11 16,-6-5-19-16,6 5-22 0,0 0-17 0,0 0-23 15,0 0-17-15,0 0-16 0,0 0-18 0,0 0-12 16,0 0-13-16,0 0-10 0,0 0-14 0,0 0-10 15,0 0-12-15,0 0-6 0,0 0-7 0,0 0-3 16,0 0-6-16,31 3-4 0,-11-3 1 0,3 2-8 0,12 1-4 16,11-3-6-16,4 3 7 0,1 0-7 0,-1-3-2 15,5 5-3-15,-4-1 0 0,-1-2-2 16,-4-1-1-16,2 0-4 0,-13 2 0 0,0 1 2 0,1-3-3 16,-6 3-3-16,-2-4-1 0,-7 2-2 0,1-4-3 15,-6 2 0-15,-2-4-2 0,-4 4-2 0,1 4-4 16,-11-4-2-16,15 0-8 0,-15 0-9 0,12 0-10 15,-12 0-19-15,0 0-13 0,10 0-25 0,-10 0-21 16,0 0-32-16,0 0-35 0,10 2-39 0,-10-2-27 16,0 0-21-16,0 0-36 0,0 0-35 0,0 0-29 15,0 0-43-15,-32-7-213 0,32 7-679 0,-15 5 300 16</inkml:trace>
  <inkml:trace contextRef="#ctx0" brushRef="#br0" timeOffset="168557.09">16833 10727 121 0,'0'0'301'15,"-4"-5"-5"-15,4 5-12 0,0 0-5 0,0 0-11 0,0 0-21 16,0 0-19-16,-3-7-22 0,3 7-21 0,0 0-18 15,0 0-22-15,0 0-13 0,0 0-11 0,0 0-13 16,0 0-13-16,0 0-13 0,0 0-7 0,0 0-11 16,3 25-2-16,-3-16-10 0,4-3 0 0,-1 8-7 15,0-1-1-15,-1 2-6 0,4 0 4 0,-2 3-6 16,-1-1-2-16,2 2-3 0,3 1-3 0,-6-4 0 16,6 10-2-16,-4-7 5 0,-1 9-11 0,3-2-1 15,3 2-2-15,-8 3 0 0,4-8 9 0,5 1-10 16,-5 2-3-16,-3 0-1 0,10-4 0 0,-11-3-4 15,7-4 4-15,-1 5 12 0,-2-5-17 0,-2 4 7 16,4-2-9-16,-2 1 8 0,-3-6 0 0,3-1 6 16,-2-3-7-16,-3 2 10 0,6 0 15 0,-6-3-12 15,5-2 6-15,-3 1-1 0,-2 2-7 0,3-4 2 16,-3-4-3-16,4 8-3 0,-4-8 8 0,0 0 10 16,1 4-18-16,-1-4 0 0,0 0-6 0,5 4 4 0,-5-4 2 15,2 7-2-15,-2-7-6 0,3 5 1 0,-1 0-8 16,-2-5 5-16,3 6 7 0,-1-3-10 0,-2-3 3 15,5 8-3-15,-5-8-6 0,5 10 6 0,-3-7-2 16,-2-3 4-16,3 10 10 0,0-6-14 0,-3-4-4 16,2 7 1-16,-1-1 6 0,4-2 11 0,-5-4-22 15,2 7 2-15,-2-7 4 0,2 4-3 0,-2-4 0 16,3 7 0-16,-3-7-11 0,3 5 18 0,-3-5 3 16,0 0 7-16,0 0 12 0,7 4 8 0,-7-4 8 15,0 0 8-15,0 0 9 0,0 0-4 0,0 0 10 16,5 2-2-16,-5-2-1 0,0 0-6 0,0 0 0 15,0 0-4-15,0 0-1 0,0 0-2 0,0 0-4 16,0 0-4-16,0 0-3 0,13-6-4 0,-13 6-4 16,10-3-2-16,-10 3-8 0,17-3 1 0,-6 0-4 0,1 0-2 15,8 0-2-15,5 2 1 0,-9-3-5 16,9 4 3-16,3-3-5 0,-1-1-2 0,4 4 0 16,-6-6-2-16,8 6 3 0,-3-2-2 0,-1 1 0 0,3 2 0 15,-1-2-7-15,-1 1 6 0,-2-3 3 0,2 3-6 16,0 0-1-16,-7 0 4 0,-5 0-2 15,4 3 0-15,-1-3-3 0,-1 0 2 0,0 1 0 0,2-1 0 16,-8 0 1-16,6-1-3 0,-5 1 3 0,-3 1-4 16,-2-1 1-16,-10 0 2 0,16 0-2 0,-7 7 1 15,-1-7-2-15,-8 0 1 0,15 0 3 0,-15 0-3 16,8 0 1-16,-8 0-3 0,0 0 4 0,15-7-3 16,-15 7 3-16,10 0 0 0,-10 0 1 0,10-1-2 15,-10 1-1-15,8-4-1 0,-8 4 3 0,13-2-1 16,-13 2-1-16,17-2 7 0,-17 2-7 0,6-3 0 15,3 2-2-15,-9 1 1 0,13-2 3 0,-6 1 0 16,-7 1-2-16,8-3-1 0,-8 3 1 0,8-1 3 0,-8 1-2 16,0 0 1-16,7-2 0 0,-7 2 0 0,0 0 0 15,0 0 2-15,5-9 0 0,-5 9 1 16,0 0 6-16,1-5-4 0,-1 5-1 0,2-7 4 0,-2 7 1 16,-3-11 0-16,-2 6 3 0,5-2 1 0,-2 3 4 15,2 4 1-15,-5-15 6 0,3 7 7 0,-4 0 0 16,4-1 8-16,-3-2-1 0,-3 3 4 0,6-2 6 15,-4 0 2-15,-6-5 3 0,9 3 2 0,-9-5-3 16,11 5 2-16,-8-3 0 0,3 3-5 0,1-5 4 16,3-1-5-16,-6-1-3 0,1-1-6 0,2-2 0 15,2 2 2-15,-4 1-10 0,4-1-2 0,1 3-4 16,2-3-1-16,-8 1-4 0,6 1-2 0,2-5 2 16,0 7-4-16,-3 0-2 0,3-2-4 0,-3 5 1 0,3-2-8 15,0 2 0-15,0-1-3 0,0 2-2 16,0 1-12-16,3-1-11 0,-3 0-15 0,-3 2-13 15,3-2-26-15,3 4-22 0,-6 0-22 0,3-3-38 0,0 3-46 16,0 0-42-16,0-1-55 0,-7 7-41 0,5-4-52 16,2 6-41-16,-6-6-370 0,6 6-871 0,-17 4 386 15</inkml:trace>
  <inkml:trace contextRef="#ctx0" brushRef="#br0" timeOffset="169239.7">17397 10983 260 0,'0'0'277'0,"-5"-5"-10"16,5 5-1-16,-3-6-9 0,3 6-10 0,-7-5-5 15,7 5-7-15,0-8-9 0,0 8-10 0,0 0-11 16,-5-6 0-16,5 6-23 0,0 0-7 0,-3-6-9 15,3 6-13-15,0 0-21 0,0 0-16 0,0 0-13 16,0 0-13-16,-4-6-10 0,4 6-10 0,0 0-13 16,0 0-3-16,0 0-8 0,0 0 9 0,4 26-18 0,-4-21-5 15,0 1 15-15,0 5-18 0,1-5-3 0,-1 1-4 16,0 7 1-16,0-5 6 0,2 6-8 16,3-2-10-16,-5 1 4 0,2-3-7 0,-1-1 6 0,3 0-2 15,-4-1-5-15,1 3 17 0,-1-1-22 0,2-2 1 16,-2 3 4-16,2-3-7 0,1 4 14 0,-3-2-10 15,2-2-7-15,3 5 8 0,-4-7-1 0,-1 5-8 16,2-3 5-16,0 2 1 0,-2-3-1 0,5 2-1 16,-4-5 7-16,2 7-11 0,-1-4 14 0,0-2-4 15,-1 2-9-15,3-3 7 0,-1 0 6 0,-3 0-12 16,3 0 9-16,-3-5-3 0,7 8-21 0,-5-4-40 16,-2-4-26-16,5 5-41 0,-5-5-48 0,0 0-62 15,0 0-73-15,0 0-330 0,0 0-690 0,-7 7 306 16</inkml:trace>
  <inkml:trace contextRef="#ctx0" brushRef="#br0" timeOffset="176022.3">7362 13039 231 0,'0'0'375'16,"-5"-7"-15"-16,5 7-6 0,0-10-15 0,-2 3-17 15,2 7-14-15,2-10-23 0,-4 5-21 0,2 5-20 16,2-8-24-16,3 3-12 0,-2-1-31 0,4 1-16 16,-2 2-18-16,5-2-13 0,-2 3-18 0,7-3-12 15,0 4-4-15,0 1-24 0,3-2 3 0,-3 2 4 16,1 2-21-16,1 2-4 0,3-2-7 0,-4 1-5 15,-1 4-9-15,-3-2 0 0,-1 1-8 0,-1 2-1 16,0 0-3-16,-2-1-2 0,-1 2-4 0,0 1-10 16,-1-2 8-16,-4 2-6 0,0 2-1 0,-2-5 2 0,-2 8-5 15,0-4 4-15,-4 2 0 0,-1 1-1 16,-1-1 2-16,-4 1-5 0,2-2 0 0,4-3-9 16,-9 3 9-16,0-2 1 0,0 1 3 0,0-2-4 0,2-2 4 15,6 0-5-15,-8-2 2 0,7 0-1 0,0 1-1 16,-2-3 4-16,3 3 0 0,2-3-1 0,5-3 0 15,-10 8 3-15,10-8 2 0,-5 3 2 0,5-3 2 16,0 0 1-16,0 0 1 0,0 0-2 0,12 8 7 16,-12-8-9-16,25-3-1 0,-4 2 0 0,1 1 0 15,-1 0-1-15,2-3-7 0,6 2 5 0,0 1 5 16,1-2-8-16,-7 1-3 0,5-3-9 0,-6 3-11 16,4-3-23-16,-4 4-28 0,0-5-12 0,-1 2-41 15,-6 1-27-15,0-2-28 0,-2 3-41 0,-5-2-53 16,6-4-54-16,-11 2-58 0,2 0-199 0,-3-1-630 15,-2 6 279-15</inkml:trace>
  <inkml:trace contextRef="#ctx0" brushRef="#br0" timeOffset="176555.5">7138 12804 106 0,'-8'-6'382'0,"8"6"-4"0,-7-1-10 0,7 1-9 15,0 0-11-15,-1-7-2 0,1 7-27 0,0 0-23 16,-7-3-23-16,7 3-30 0,0 0-24 0,0 0-19 0,0 0-22 15,0 0-15-15,0 0-19 0,0 0-9 0,0 0-14 16,30 0-16-16,-13 0-10 0,2 2-8 16,10-2-8-16,0 3-8 0,8-3-7 0,9 0-6 0,-1-2-6 15,3 4-4-15,0-4-4 0,1 2-4 0,-4 0-6 16,-2-1-9-16,3-2-13 0,-11-3-6 0,-5 3-11 16,1 1-12-16,-6-2-10 0,-3 3-18 0,-4-1-5 15,-3 1-13-15,3-3-7 0,-8 4-17 0,0-1-3 16,-10 1-17-16,13-2-14 0,-6-2-15 0,-7 4-32 15,0 0-27-15,8-3-22 0,-8 3-22 0,0 0-28 16,0 0-17-16,0 0-21 0,0 0-180 0,-35 2-524 16,25-1 232-16</inkml:trace>
  <inkml:trace contextRef="#ctx0" brushRef="#br0" timeOffset="177473.14">7153 12804 252 0,'0'0'238'0,"-5"-5"-15"0,5 5-14 0,0 0-20 0,0 0-16 15,0 0-17-15,0 0-22 0,-3-2-10 0,3 2-12 16,0 0-10-16,-7 16-13 0,6-12-6 0,-3 4-9 16,1 1-3-16,-4 3-6 0,7 3 3 0,-1 2-8 15,1-1-4-15,-5 2 0 0,3 1-5 0,2 3-3 16,0 1-1-16,0 6-7 0,0-2-1 0,-1-2 2 16,-4 3-6-16,5-9 0 0,0 9-5 0,5-1 6 15,-5-1-1-15,-5-6-3 0,3-2-3 0,2 1 3 16,0 5-4-16,0-8-1 0,0 4 0 0,0-4 0 15,0 2-1-15,0-2-4 0,-5-8-3 0,5 4 0 16,0-1 2-16,5-4 3 0,-10 2-1 0,5-1 3 16,5-2 5-16,-5 0 4 0,0-6 9 0,0 9 7 15,0-4 12-15,0-5 0 0,0 0 8 0,0 7 7 16,0-7 4-16,0 0 4 0,0 6-2 0,0-6 0 0,0 0-3 16,0 0-5-16,0 0 0 0,0 0-19 0,23-8-4 15,-23 8-9-15,15-1-1 0,-2-2 9 16,-5 2-19-16,6-3-5 0,1 3 1 0,0-2-8 0,1 0-1 15,4 3 2-15,-4-3-4 0,4 1-2 0,4-1-2 16,-3 3 10-16,1-1-12 0,6 1-2 0,-2 0-4 16,2-3-1-16,2 3 4 0,-2 0 0 0,2-3 1 15,-7 2-4-15,-1-1-3 0,9 0-3 0,-11-1 0 16,2 2 0-16,1-2 2 0,-3 2-4 0,1 1 8 16,-3-2-8-16,1 0 2 0,-1-1 0 0,-2 2-4 15,-4-1 4-15,1 2-4 0,4-1 2 0,-2-2-3 16,-7 3 5-16,5-1 2 0,-3 1-3 0,3-2 7 15,-13 2-10-15,22-2 3 0,-14-1-2 0,-8 3 0 16,20-1 6-16,-10 1-5 0,-5-4 2 0,-5 4-2 16,0 0 0-16,15-2 4 0,-15 2-4 0,8-2-2 15,-8 2 6-15,7-4 1 0,-7 4-5 0,0 0 4 0,6-1 1 16,-6 1 1-16,0 0 1 0,0 0 1 0,0 0 5 16,0 0 5-16,10-2 9 0,-10 2 6 0,0 0 4 15,3-6 1-15,-3 6 1 0,0 0 2 0,0 0 2 16,0 0 7-16,2-6 5 0,-2 6-5 0,0 0 2 15,0 0 3-15,0-8 0 0,0 8 1 0,0 0-4 16,2-4 4-16,-2 4 1 0,0 0-1 0,0 0-2 16,1-7 2-16,-1 7-5 0,0 0-2 0,5-9-1 15,-5 9-1-15,0-7 0 0,5 3-1 0,-5 4 7 16,2-6-2-16,-2 6-1 0,0-9 2 0,0 9-4 16,0-8 4-16,2 3-5 0,-1 0-1 0,-2-4 8 15,1 0-4-15,0 0-3 0,1 0-1 0,-2-2-4 16,2-5-1-16,-1 0-7 0,0-3 4 0,0 0-11 15,0-8 1-15,0 3-7 0,0-2-1 0,0 1 0 16,0 4-3-16,0-6-3 0,-1 9-6 0,-1-1-4 16,0-1-13-16,-3 3-28 0,0 0-27 0,2 3-42 0,1 2-45 15,-3 2-56-15,5 2-69 0,-6 2-45 0,6 0-48 16,0 6-65-16,0 0-397 0,0 0-901 0,0 0 398 16</inkml:trace>
  <inkml:trace contextRef="#ctx0" brushRef="#br0" timeOffset="179623.81">13128 12748 173 0,'0'0'283'0,"0"0"-7"15,0 0-9-15,0 0-6 0,-8-4-7 0,8 4-9 16,0 0-14-16,0 0-9 0,0 0-11 0,-5-4-11 16,5 4-18-16,0 0-17 0,0 0-9 0,0 0-16 15,5-11-13-15,-5 11-13 0,7-5-9 0,-7 5-17 16,8-4-4-16,-8 4-13 0,8-4-1 0,-8 4-14 0,13-7-6 16,-4 7-1-16,-1-1-10 0,2 1-16 15,0-2 14-15,-10 2-7 0,23 0-5 0,-13 0-13 16,2 2 2-16,-1-2 6 0,1 1-20 0,-2 4 9 0,3-3-20 15,-6 2-7-15,2-3 3 0,-4 4-10 0,5-3 3 16,-5 3 2-16,0-2-4 0,-1 2 3 0,1 2-1 16,-4-2-7-16,1 4 7 0,-2-4 3 0,-2 0 1 15,2 5 2-15,-1-3 6 0,-1 1-5 0,-1-3 2 16,-1 6 2-16,-1-5 1 0,4 0 1 0,-3 2-3 16,1 0 7-16,-2-3-1 0,3 1-5 0,1 0 2 15,-3 0 15-15,4-6-12 0,0 8 1 0,0-8 2 16,4 8 0-16,-4-3-4 0,0-5 7 0,6 7 0 15,1-5 4-15,-7-2-4 0,8 6 0 0,-1-3-1 16,1 0 0-16,0 1-2 0,-4 0 0 0,2 0 0 16,1-3 5-16,-7-1-4 0,8 7-7 0,-1-3 6 15,0-3 4-15,-7-1 0 0,9 10-3 0,-9-6 3 16,7-1 1-16,0 3-4 0,-4-2-4 0,-3-4 9 0,3 8-5 16,-1-2 1-16,3-2 2 0,-5-4-2 0,2 8 1 15,-2-8 0-15,0 11 6 0,0-11-6 16,-7 8-1-16,5-3 4 0,-1-2 3 0,0 5 3 15,3-8 12-15,-14 8-10 0,0-5 13 0,4 2 5 0,-4-3 1 16,0-1 1-16,-8 3 0 0,5-2-8 0,-2 3 5 16,2-5-3-16,-4 0-4 0,2 4 11 0,1-3-17 15,3-1 2-15,-3-5-3 0,5 9 3 0,-2-4-7 16,2-6-12-16,6 6-15 0,7 0-19 0,-17-5-25 16,11 1-31-16,-1 3-35 0,7 1-48 0,-1-14-52 15,1 6-49-15,1 1-265 0,6-2-586 0,-1-2 260 16</inkml:trace>
  <inkml:trace contextRef="#ctx0" brushRef="#br0" timeOffset="180889.54">12930 12647 135 0,'-9'-4'321'0,"9"4"-1"0,0 0-12 0,-6-4-6 15,6 4-9-15,0 0-7 0,-7-3-10 0,7 3-17 16,0 0-18-16,-5-8-22 0,5 8 3 0,0 0-30 16,0 0-21-16,0 0-11 0,0-7-19 0,0 7-9 15,0 0-21-15,0 0-10 0,12-5-9 0,-12 5-10 16,16 0-8-16,-7-3-7 0,4 2-3 0,2 1-10 16,5 0-6-16,3-1-9 0,8 1-10 0,-3 1-1 15,2 0-6-15,7 2-8 0,-8-6-5 0,9 6 2 16,-3-6-5-16,2 3-6 0,-6 0-12 0,2 0-2 15,-1-1 3-15,-8 2-9 0,5-1 11 0,-1 0-13 16,-5-1 11-16,-7 1 2 0,1 0-3 0,-7 0 4 0,5-1 4 16,-5 2-8-16,3-1 9 0,-5-3 0 0,-8 3 0 15,14-3 0-15,-14 3-1 0,11-2-10 16,-11 2 9-16,0 0 20 0,10-1-12 0,-10 1-9 16,0 0 5-16,8-2-5 0,-8 2-6 0,0 0 14 0,0 0-11 15,0 0 2-15,0 0 2 0,0 0 1 0,0 0 0 16,0 0-8-16,0 0 3 0,0 0 0 0,0 0-7 15,0 0 10-15,0 0 5 0,0 0-2 0,9 3-6 16,-9-3 5-16,0 0-2 0,5 7-2 0,-5-7 10 16,-5 7-6-16,10-1-2 0,-10 2 5 0,5-2 7 15,-2 1-6-15,2 2-6 0,0 2 2 0,0-2 3 16,0 3-1-16,0 3 0 0,2 0 0 0,3 2-1 16,-5 2 3-16,1-1-2 0,4 4-4 0,2 3 3 15,-4-4 5-15,0 5-5 0,2 1 6 0,5-3-5 16,-6-5-1-16,2 8 7 0,-1-1-5 0,0-3-2 15,0-4 3-15,3 1-4 0,-8-4 0 0,7 4 4 16,-5-4-4-16,4 1 3 0,-6-7-5 0,0 1 9 16,0-3-3-16,4 0-1 0,-4-2 1 0,0 3-6 15,3-5 15-15,-3-4 11 0,0 0 12 0,0 8 17 16,0-8 10-16,2 6 11 0,-2-6 7 0,0 0 2 16,0 0 6-16,0 0-4 0,0 0-8 0,0 0-11 0,0 0 0 15,0 0-8-15,0 0-4 0,0 0-5 0,0 0-4 16,0 0-7-16,0 0-2 0,0 0-6 15,0 0 2-15,0 0-6 0,0 0-2 0,0 0-1 0,0 0-6 16,0 0-2-16,0 0-6 0,0 0-2 0,0 0-6 16,0 0 0-16,0 0 0 0,0 0 0 0,0 0-4 15,-27-9 5-15,27 9-2 0,-11 0 1 0,11 0 0 16,-17-2 1-16,5 4-3 0,4-2 1 0,-7 0-2 16,2 0 8-16,-2 2-7 0,-3-2 2 0,-2 1 0 15,3 2 3-15,-11-2-3 0,8 1 3 0,-11-1-2 16,1 3-1-16,-5-3 0 0,1 2-2 0,-11 1 2 15,12 1 6-15,-13-2-5 0,-4 1 1 0,18-1 1 16,-1 1-1-16,-18-1-1 0,21-1 2 0,-1 0-3 0,-1-1 3 16,4 4-3-16,0-2 0 0,7 1-4 0,2-4 6 15,0 2 1-15,5 1-3 0,-2-3 7 16,4 0-5-16,2 0 2 0,10 0-1 0,-15 0-1 0,15 0 5 16,-11 0 3-16,11 0 5 0,0 0 2 0,-17 0 0 15,17 0 3-15,0 0-1 0,0 0 1 0,0 0 3 16,-10 0-2-16,10 0-3 0,0 0 6 0,0 0-8 15,0 0-2-15,0 0 1 0,0 0-3 0,0 0 1 16,0 0-2-16,0 0-2 0,-11 3-5 0,11-3-6 16,0 0 14-16,0 0-5 0,0 0 2 0,0 0-5 15,0 0 1-15,0 0 1 0,0 0 0 0,0 0-1 16,0 0-1-16,0 0 2 0,0 0-1 0,0 0 1 16,0 0 2-16,0 0 1 0,0 0 2 0,0 0 7 0,0 0 10 15,0 0 0-15,0 0 0 0,0 0 6 16,-2-12 8-16,2 12 8 0,0-9 3 0,0 9 1 15,2-12 9-15,-2 5 2 0,0-4 2 0,-2-4-1 16,2 4-6-16,0-2 5 0,0-6-6 0,0-7-2 0,-7 4-7 16,6-5 0-16,-6-2-11 0,0-1 0 0,6 0-3 15,-11 3 0-15,7-2-11 0,0 2 1 16,-6 3-9-16,2 0 3 0,8 5-6 0,-6 7-23 0,4-2-22 16,-2 5-25-16,0-4-34 0,3 4-50 0,1 3-63 15,-4-3-62-15,5 4-37 0,0 5-26 0,0 0-52 16,0 0-65-16,0 0-329 0,21 15-841 0,-13-6 372 15</inkml:trace>
  <inkml:trace contextRef="#ctx0" brushRef="#br0" timeOffset="182538.65">17723 12702 65 0,'-2'-8'312'0,"2"8"-5"0,-1-12-10 16,1 5-6-16,-4 2-9 0,4 5-9 0,4-10-15 16,-4 10-16-16,-4-8-20 0,4 8-14 0,-1-5-26 15,1 5-5-15,0 0-33 0,0 0-19 0,0 0-14 16,0 0-14-16,0 0-9 0,0 0-2 0,0 0-13 0,0 0-9 16,-12 20-8-16,9-12-5 0,-4 3-5 0,7 4 0 15,-1-7-8-15,-4 4 0 0,5-1-5 16,1 0-6-16,-1 1-5 0,0 0 2 0,4 3-5 0,-3 0-2 15,6-2-5-15,-1-4 5 0,3-2-7 0,4 5-9 16,-1-1 5-16,1-2-10 0,2-2-2 0,3-2 6 16,-3-2-9-16,1 2-4 0,1-4 3 0,1-1-2 15,-3-1 1-15,0-4-3 0,0 0 6 0,3-2-4 16,-3-1 4-16,0 1 2 0,0-2-1 0,-2-3 2 16,-6 3 0-16,1-5 0 0,0 4 8 0,-1-2 6 15,1 2 3-15,-3 2 9 0,-3-6 9 0,4 6 12 16,-4-3 6-16,3 2 17 0,-3 2 9 0,-2 0 0 15,0 2-4-15,0 5-10 0,0-10-6 0,0 10-4 16,5-4-10-16,-5 4-6 0,0 0-9 0,0 0-1 16,0 0 1-16,0 0-7 0,0 0-2 0,-5 26 2 15,5-18 0-15,0 3-8 0,0-2-3 0,0 3 4 0,0 3-2 16,0-3-1-16,5 5 3 0,-2-5-6 0,0 1 0 16,2-1 0-16,2 0-6 0,-2-2-5 0,1-1-10 15,1 2-15-15,0-7-33 0,1 4-18 0,0-2-34 16,2-1-23-16,-2-1-40 0,2-1-36 0,2-2-38 15,-2-2-44-15,-10 1-44 0,15-3-225 0,-9 0-613 16,-6 3 272-16</inkml:trace>
  <inkml:trace contextRef="#ctx0" brushRef="#br0" timeOffset="183639.63">18218 12468 84 0,'0'0'170'0,"-5"-3"-11"0,-2 0-4 0,7 3-6 16,-15-1-5-16,6-1-10 0,-1 0-3 0,-4-1-3 16,-2 2 4-16,-1-2-10 0,-3 2-4 0,-3-1-2 15,-7 1 0-15,-4-6-2 0,-3 6-1 0,-7-3-7 16,9 2-3-16,3-3-6 0,-4 1 1 0,3 1-8 0,0 2-3 15,1-6-6-15,11 6-7 0,-2-2 1 0,3 0-9 16,-2 1-6-16,12-1-3 0,-3 3-4 0,5-1-5 16,-4 1-4-16,12 0-2 0,-16-3-5 0,7 3-6 15,9 0-4-15,0 0-5 0,0 0 2 0,-13 0-3 16,13 0-2-16,0 0-2 0,0 0-4 0,-7 7 1 16,7-7-3-16,0 5 1 0,0-5-2 0,0 0-6 15,5 12 5-15,-5-12-2 0,0 7-2 0,0 1 3 16,0-8-4-16,2 7 3 0,-2 0-4 0,0-7 1 15,-2 12-2-15,2-5 2 0,-5-2-1 0,5 2 2 16,0 2-5-16,0 2 1 0,0-6 0 0,-1 9 1 16,1-5-3-16,0 9 2 0,0-5 0 0,0 5 0 15,0-1-3-15,0 1 2 0,1-2 0 0,-1 7 3 16,5 1-10-16,-3 0 7 0,-2 3 1 0,7-1-1 16,-7-3-1-16,6 6 4 0,-4 0-5 0,5-1 0 15,-7-1 4-15,8 0-2 0,-8-1 3 0,8-3-2 0,-8 1-2 16,5-2 0-16,2-2 2 0,-4-3 1 0,2 1 1 15,-3-2-2-15,4-1 1 0,-6-3-3 0,7-2 5 16,-7-1 8-16,5 1 4 0,-3-3 8 0,-1-1 5 16,-1-1 10-16,0 1 8 0,0-6 25 0,5 9-1 15,-5-9 13-15,0 3 15 0,0-3 11 0,0 0 6 16,2 8 12-16,-2-8 4 0,0 0 2 0,0 0-6 16,6 4-7-16,-6-4-9 0,0 0-7 0,0 0-15 15,0 0-8-15,0 0-2 0,0 0-14 0,0 0-5 16,0 0-12-16,0 0-2 0,9 1-4 0,-9-1-9 15,0 0-3-15,0 0 3 0,0 0-7 0,11 0-4 16,-11 0-4-16,0 0 1 0,20-4-4 0,-10 3-3 16,2-1-2-16,3 0-7 0,3-2-1 0,0 1-6 0,10 0-5 15,0-3-8-15,4 3-6 0,-4-3-1 16,3 0-6-16,6 0 0 0,-4 1-4 0,0 1-2 16,3-4 4-16,-6 4 0 0,5 1-3 0,-5-3 3 0,-1 0 3 15,3 2 3-15,-4 0 4 0,-5 1-5 0,-1 1-4 16,1 0 11-16,-3-2 4 0,-5 4 1 0,5-4-4 15,-4 1 2-15,-6 2 8 0,5 0-1 0,-5-4 1 16,-2 5 0-16,0-2 0 0,2-1 1 0,-10 3 3 16,14-1-1-16,-14 1 1 0,16 0-4 0,-16 0 5 15,15 0 4-15,-15 0-7 0,10-1 5 0,-10 1 1 16,10-2-3-16,-10 2 0 0,11-3 6 0,-11 3-3 16,9-2 3-16,-9 2-3 0,10-1 0 0,-10 1 3 15,0 0 3-15,1-7 5 0,-1 7-5 0,5-7-1 16,-5 7 6-16,2-5 0 0,-2 5 5 0,0-10 5 15,0 10-5-15,-2-15 5 0,-3 11 4 0,5-4 0 16,-1 0 1-16,1-1 5 0,-2-2-3 0,-5-5-1 16,2 2 0-16,2-2-4 0,-2-4 0 0,-1 1-3 0,1-7-1 15,0 2-7-15,-2 4 5 0,5 0-3 16,-4-2-7-16,1 3 5 0,1-1-7 0,-1 1-21 16,5 4-17-16,-3 2-36 0,0 2-56 0,3-2-59 0,-2 2-50 15,1 4-60-15,2-1-68 0,-2 1-72 0,1 7-239 16,1-7-730-16,-1 7 323 0</inkml:trace>
  <inkml:trace contextRef="#ctx0" brushRef="#br0" timeOffset="184989.52">22905 12414 308 0,'0'0'305'0,"0"-7"-15"0,0 7-17 15,0 0-14-15,-1-8-19 0,1 8-21 16,0 0-26-16,0 0-13 0,0 0-25 0,0 0-12 15,0 0-13-15,0 0-5 0,0 0-23 0,0 0-10 0,0 0-9 16,1 24-10-16,-1-17 0 0,7 2-8 0,1 5-2 16,4-2-3-16,-2 0-5 0,0 6-1 0,5-5-4 15,-1 6-5-15,5-9-3 0,-3 3-3 0,1 3-8 16,1-5-3-16,-3 3-5 0,1-2-3 0,-1-2 3 16,0 2-4-16,-8-9-1 0,1 8-1 0,0-5-4 15,-1 1 3-15,1 1-4 0,-1-2 2 0,-2-2-4 16,-3 0 0-16,4 0-4 0,-6-4 1 0,7 8 0 15,-7-8-3-15,1 5 1 0,-1-5-3 0,0 8 0 16,0-8 4-16,0 0-3 0,-6 9 0 0,6-9 3 16,-5 5-5-16,2-2 0 0,-4 1 2 0,0 0-4 15,-1 0 2-15,-5 0 0 0,3-1-25 0,3-2-11 16,-8 4-22-16,5-3-18 0,-1-1-24 0,-2-1-26 0,1 0-37 16,0 1-32-16,12-1-41 0,-16-2-43 15,6 0-180-15,0 1-495 0,2-4 220 0</inkml:trace>
  <inkml:trace contextRef="#ctx0" brushRef="#br0" timeOffset="185241.7">22920 12384 191 0,'-6'-4'307'16,"-3"2"-6"-16,9 2-12 0,-6-6-12 0,6 6-17 15,0 0-20-15,0 0-15 0,0 0-20 0,0 0-22 16,0 0-18-16,21-8-16 0,-9 8-16 0,-1-3-12 16,9 2-13-16,-3 1-8 0,4 0-12 0,1-2-8 15,-1 1-4-15,4 1-12 0,-3 1-6 0,-1-1-7 16,1-1 0-16,-6 1-38 0,-2-3-26 0,-6 3-36 0,7 0-32 16,-9-1-42-16,-6 1-39 0,15 4-50 0,-15-4-41 15,0 0-221-15,0 0-513 0,0 0 227 16</inkml:trace>
  <inkml:trace contextRef="#ctx0" brushRef="#br0" timeOffset="186371.67">22531 12217 174 0,'-6'-4'276'16,"-3"0"-7"-16,8-3-5 0,-6 4-10 0,7 3-17 16,0-7-15-16,0 7-20 0,-7-10-22 0,7 10-19 15,12-8-15-15,-2 5-13 0,-2 0-16 0,10 2-10 16,1 2-11-16,4 2-8 0,7-2-11 0,3 1-10 15,0 3-6-15,10-1-2 0,2 3-9 0,-7-3-6 16,-5 1-4-16,10 2-7 0,-12-3-5 0,6 0 2 0,-8 1-1 16,1-2-2-16,2 1-1 0,-4-2-9 0,-7 3 2 15,2-4-2-15,-1-1 0 0,0 0-8 16,-1-1 3-16,-6 2-1 0,0-1 0 0,6 0-3 0,-7 2 1 16,2-5 7-16,-6 4-10 0,0-2-1 0,0-3-1 15,-10 4 0-15,16-1 2 0,-6 1-3 0,-10 0 1 16,15-2 0-16,-8 2-8 0,-7 0 6 0,0 0 1 15,15 0-1-15,-15 0 4 0,11-4-6 0,-11 4 6 16,9-1-5-16,-9 1 0 0,0 0 0 0,13-2 2 16,-13 2-6-16,0 0 5 0,7-2-7 0,-7 2 5 15,0 0 1-15,0 0-6 0,0 0 0 0,1 9 2 16,6-7 0-16,-7-2 0 0,0 8 1 0,1-3-1 16,3 3 1-16,-3-2 1 0,1 3 0 0,-2 2 0 15,3-3 1-15,2 4-2 0,-1 2 2 0,-6-1 2 16,5 2-2-16,-1 1 1 0,1 2-1 0,1-5-1 15,2 3 1-15,-1 3 0 0,-1-3-6 0,2 3 8 16,2 0-4-16,-1-3 2 0,0 0-1 0,1 6 2 0,-1-2 2 16,-6-1-6-16,11 0 5 0,-11 0-1 0,1-2 0 15,6 2-2-15,-3 0 5 0,2-3-5 16,-5 3-2-16,3 1 1 0,1-2 4 0,-4-2 0 0,6 3 1 16,-1-6-1-16,1 4-6 0,-3-4 1 0,2-4 6 15,-4 1 0-15,4 2-1 0,-2-4-2 0,-1-1 4 16,0 1-3-16,-1-2-1 0,2 0-2 0,-5-2 5 15,5 1 0-15,-5-5 2 0,5 6-4 0,-5-6 7 16,3 4 11-16,-3-4-7 0,0 0 5 0,0 0 0 16,2 8-1-16,-2-8 3 0,0 0-6 0,0 4 0 15,0-4 2-15,0 0-10 0,0 0 2 0,0 0 1 16,0 0 2-16,5 5-6 0,-5-5 1 0,0 0-1 16,0 0 0-16,0 0 0 0,0 0 0 0,-15 3-1 15,15-3-5-15,-13 0 10 0,13 0-3 0,-20 3 1 16,5-2 12-16,-6-2-16 0,-3 1 2 0,-5 0 1 15,-1 0-2-15,-7-3 2 0,-6 0 4 0,2 1 6 16,5-1-10-16,-8 2 1 0,8 0 1 0,1 1 5 0,-1-2 5 16,-1-1-1-16,4 3 8 0,0-1 3 0,3 1-1 15,1 0-2-15,1-4-3 0,8 8-1 0,-2-8 2 16,2 8 1-16,5-4-3 0,5 1 1 0,-3-2 9 16,0 1-13-16,13 0-6 0,-15 4 1 0,7-4 0 15,8 0-6-15,-13 0 0 0,13 0 2 0,-9 2 7 16,9-2-13-16,0 0 3 0,-13 0 1 0,13 0-1 15,0 0 1-15,-15 0-6 0,15 0 11 0,-8 2-10 16,8-2 1-16,-13 0-2 0,13 0 8 0,-12 3-5 16,5-1 3-16,7-2 12 0,-11 3-18 0,11-3 2 15,-13 0-2-15,4 3 6 0,9-3-7 0,-15 0 16 16,15 0-7-16,-8 0 24 0,8 0 4 0,0 0 6 16,-16-4 17-16,16 4 12 0,0 0 13 0,-12-2 13 0,12 2 11 15,0 0 8-15,-10-5 3 0,5 3-1 16,2-4-3-16,3 6-5 0,-3-11-6 0,-1 3-6 15,3 0-5-15,-3-4-8 0,1-4-4 0,0-2-9 0,3 2-9 16,0-4-6-16,-5-3-6 0,5-9-6 0,-5 5-5 16,5 0-4-16,-2 0-14 0,-1-2-11 0,3 2-14 15,-2 2-14-15,-5-6-19 0,6 11-17 0,-4 1-23 16,2 2-34-16,3-1-51 0,-5 3-52 0,1 0-45 16,-1 7-57-16,-1 1-60 0,2-1-71 0,-2 4-285 15,-3 1-792-15,9 3 351 0</inkml:trace>
  <inkml:trace contextRef="#ctx0" brushRef="#br0" timeOffset="188704.9">28341 12111 262 0,'0'0'292'0,"0"0"-16"0,0-7-22 16,0 7-15-16,0-7-22 0,0 7-15 0,0 0-22 15,0 0-23-15,-5-5-18 0,5 5-15 0,0 0-11 16,0 0-12-16,-27 12-11 0,17-3-5 0,-4-2-8 0,2 4-14 16,-5-2-3-16,3 7-10 0,-3-5-2 0,4 5 1 15,-2-1-8-15,-2 6-1 0,1-6-1 16,6 4-9-16,-3 4-1 0,4-7 6 0,3 1-8 0,2 0-3 15,-1-1 3-15,5-1 1 0,5 0 1 0,-1 5-1 16,2-5-1-16,4-2 2 0,2 1-7 0,9 1 0 16,2-2-3-16,4-1-1 0,-4 0-1 0,-1-3-3 15,1-4-4-15,2-1 1 0,4 0 1 0,-7-2-4 16,-7 1 3-16,6-3-2 0,-4-5 12 0,-2 5-15 16,-2-3-1-16,-6-1 7 0,6-2-7 0,-6-1-2 15,-4-1 0-15,2 1 0 0,-5-4 10 0,0 2-9 16,-5-2-2-16,2 3 1 0,-4-1 2 0,-6-4-2 15,-2 1-1-15,0 0 2 0,-2 4-4 0,-4 0 3 16,1 0-2-16,-2 2-11 0,-1 2-14 0,2 1-17 16,-2 3-20-16,3-2-32 0,-3 2-28 0,1 0-37 15,4 5-46-15,1-2-49 0,1 0-217 0,4 1-509 0,1 4 226 16</inkml:trace>
  <inkml:trace contextRef="#ctx0" brushRef="#br0" timeOffset="189638.27">27909 12020 42 0,'-2'-7'293'0,"2"7"-19"0,2-10-20 15,-2 10-19-15,8-6-16 0,2 2-21 0,-2-1-16 0,14 3-16 16,-7-5-12-16,8 2-18 0,-2 4-12 0,14-5-8 16,-5 5-13-16,5-3-12 0,-2 4-8 0,2-3-7 15,9 3-4-15,-12 0-13 0,1-1-4 0,-2-2-4 16,-1 3-10-16,0 0 0 0,-4 0-6 0,-9-1-6 15,6 1 1-15,-3-4-4 0,-5 4-1 0,-5 0 0 16,3 0-4-16,-13 0-4 0,17-3-3 0,-8 3 1 16,0-1-3-16,-9 1-1 0,11 0 0 0,-11 0-8 15,0 0 3-15,0 0 3 0,14 1-7 0,-14-1 0 16,0 0 0-16,6 7 5 0,-6-7-5 0,2 7-1 16,3-1 0-16,-4 0 1 0,-1 3 1 0,0-3-3 15,4 3-2-15,-3 9 4 0,1-8-3 0,0 8 0 16,4-1 3-16,-2 0-5 0,-1 3 1 0,-1 0 3 15,6 7 0-15,-5-4 1 0,4 5-2 0,-1-2 3 16,3-4-3-16,1 10 1 0,-4-8-2 0,1 1 3 16,1-3 1-16,0-2-2 0,-4-1-1 0,-1-1 2 15,5-1-2-15,-6 1 2 0,3-3-3 0,2 0 1 0,-1 1-1 16,-4-5 1-16,-2-5-5 0,5 3 3 0,-5 3-1 16,0-6 5-16,0-2 1 0,0 7-3 0,0-5 1 15,2 0 1-15,-2-2-5 0,1 4 5 0,6-1-4 16,-2 1 4-16,-4-1 7 0,1-2-6 0,3 2-2 15,2 3 0-15,-6-1-1 0,6-2 5 0,-5 4-5 16,9-6 1-16,-8 4 2 0,4 2-5 0,-2-4-1 16,2 2 1-16,-4-1 5 0,2-2-7 0,-3 2 4 15,3-3 2-15,-2 2 0 0,0-4-3 0,1 1 1 16,-4-4 1-16,0 0 1 0,1 6 3 0,-1-6 9 16,0 0 4-16,0 0 11 0,5 3 3 0,-5-3 2 15,0 0-3-15,0 0-6 0,0 0 6 0,0 0 3 16,-25-9-18-16,14 6 3 0,1 3-5 0,-8-3-1 0,3-2-1 15,-8 2 1-15,1 2 3 0,-6-3-2 16,-2-3 1-16,2 2 5 0,-20-3 3 0,2 2-3 16,-4-2 31-16,0 1-9 0,-3-1-2 0,0 1 13 0,2 0 3 15,1 1 7-15,-3-2-3 0,4 0 3 0,6 3 11 16,-2 0 0-16,12 2-7 0,3-2 6 0,-1 1-5 16,11 3-8-16,2-1-4 0,-4 0 0 0,6 2-18 15,6 0 6-15,-2-4-1 0,2 4-6 0,10 0-7 16,-15-1 10-16,15 1 2 0,0 0 6 0,-15-2 2 15,15 2 2-15,0 0 5 0,-6-3 7 0,6 3 13 16,0 0 18-16,0 0 0 0,-5-9-5 0,5 9-12 16,5-13-5-16,-5 8-6 0,1-1-5 0,-1-8-7 15,5 5-3-15,-1-6-5 0,-4 3-5 0,5-3-5 16,-4-4-6-16,1-5-7 0,1 5-18 0,1-7-31 16,-4 5-34-16,-4-2-53 0,-1-8-58 0,2 13-52 15,0-2-48-15,-7-5-48 0,-2 7-70 0,-3-5-61 0,0 3-264 16,-3 1-770-16,-8 4 341 0</inkml:trace>
  <inkml:trace contextRef="#ctx0" brushRef="#br0" timeOffset="191671.51">16869 10997 90 0,'-7'-3'114'0,"7"3"-8"0,-8-7-8 15,8 7-3-15,-10-4-5 0,10 4-3 0,-18 0-9 16,11 0 1-16,-9 4 2 0,6-2-6 0,-3-1 5 0,-1 3-2 16,-4-3 2-16,0 3 2 0,0-2 4 0,-4 3-4 15,-13 2 2-15,6-4 1 0,1 3-7 16,-4-3-3-16,-3-3-3 0,6 4-2 0,-8 0-4 0,1 0-2 16,-6 0-5-16,8 4-3 0,-3-8-5 0,-6 3-5 15,-2 5 0-15,1-7-6 0,-6 5 0 0,9-6 0 16,-4 3-7-16,7 0-2 0,8 3-2 0,-3 3-2 15,-10-7-2-15,-7 3-1 0,9-3-2 0,8 1-1 16,0 2-1-16,-2 0-4 0,4 0 4 0,-12 4-2 16,-2-3 2-16,12-2-3 0,3 1-2 0,2 1-2 15,-5 0 1-15,-2 2-2 0,-1-3-2 0,2 0 2 16,-10 2 3-16,9-3-3 0,4 3 0 0,-11-1 5 16,6 1 0-16,-7 0 5 0,-2-2-3 0,9 1-1 0,-9 2 3 15,9 0-1-15,-9-7 0 0,0 3 4 16,0-1-5-16,-1 4-1 0,-2 0 2 0,3-2-4 15,-3-2-1-15,0-1-3 0,-3 1 0 0,6 5 2 0,-6-5-2 16,0-6 5-16,1 9 2 0,9-5 1 0,-4 6-3 16,10-3 7-16,-13 1-3 0,0-1-7 0,5 0 1 15,-3-2-5-15,10 1 4 0,-9 2-2 16,2-4 3-16,-2 3-3 0,0 0 1 0,-3-8-4 0,5 12-2 16,4-4 4-16,-8 1 0 0,13-2-5 0,-9 0 0 15,-2 1 1-15,3 3 0 0,3-5-2 0,-4 5-2 16,-5 0 0-16,3-1 1 0,-3 1-3 0,5 0-1 15,-3-1 2-15,1 1 1 0,-3 3-2 0,3-5 3 16,14 1-3-16,-16 3 2 0,-1 2 1 0,5 0-4 16,-3-2 2-16,8 2 1 0,-10-2 0 0,3 1 0 15,6-1-7-15,-6 1 4 0,0 3 1 0,10-6 4 16,-9 5-2-16,1-2-1 0,0 3-4 0,11-5 0 16,-11 3 2-16,7-2 3 0,4 4-1 0,-2-3-3 0,-9 1 4 15,9-3-5-15,0 0 0 0,-1 3-1 16,4-3 4-16,-6 4 1 0,4-1-2 0,-2 0 1 15,4-4 2-15,-4 3-2 0,4-2-3 0,1 1 3 0,-3 1-2 16,1-2 2-16,-3 1 1 0,4 0-1 0,-4-5-2 16,2 4 11-16,0-1-7 0,2 2-2 0,-6-2 7 15,-6 1-10-15,7-3 3 0,-4 4 0 0,-1 0 0 16,-7-1 1-16,5-1-3 0,8 2 2 0,0 0 0 16,-10 0-2-16,4 0 0 0,-2 0 4 0,-5 1-3 15,8-2 3-15,-3 1-2 0,9-3 2 0,-8 3-1 16,9-3 9-16,-13 3-5 0,1 2-1 0,10-4 0 15,-8 6-2-15,-1-5-3 0,10-1 6 0,0 4 0 16,-1-8 1-16,-11 6-2 0,14 0 3 0,-3 0 0 16,6-3 0-16,-6 3-2 0,-2-1 0 0,8 1 3 15,-1 1-1-15,0-2 5 0,-1 2-7 0,2-3 6 16,1 1-1-16,-3 1-1 0,-1 1 2 0,-1 2-6 0,3-1 2 16,-1 1-2-16,3-3 3 0,-2 3-1 0,-5-2 1 15,-4 7-4-15,2 1 2 0,-4 0 1 16,9-8 0-16,3 8-4 0,-3-9 3 0,-8 9 2 0,-4-1 1 15,12-2-1-15,1-4 5 0,-12 7-2 0,1-4 14 16,-2 4 3-16,12-7 5 0,-11 7 6 0,2-4-7 16,-4 2 1-16,4-2 16 0,8-2-12 0,0-4 0 15,-1 4 0-15,1 0-4 0,-1-5 2 0,4 1-9 16,2 3 8-16,3 0-9 0,3-6 0 0,1 6 0 16,-1-7-14-16,7 4 11 0,2-4-4 0,5 1-1 15,-5-1-2-15,4-4-4 0,1 5-20 0,2-2-18 16,6-3-19-16,-9 6-24 0,3-5-22 0,-1 4-22 15,7-5-23-15,-10 7-21 0,0-4-31 0,0 2-36 16,4 1-21-16,-9-2-26 0,3 1-228 0,-8 2-542 16,-8 4 240-16</inkml:trace>
  <inkml:trace contextRef="#ctx0" brushRef="#br0" timeOffset="192771.98">16940 11513 145 0,'-35'3'163'0,"6"4"-2"0,-8-1-5 0,-9 0-7 16,-4 6-6-16,1 0-3 0,-3 1-6 0,-1-2-4 15,-1 0-7-15,-3 1-5 0,-1 1-6 0,-3 1-1 0,-3-1-4 16,-16 2-6-16,-1 3-4 0,22-3-2 0,-6-3-4 16,-18 9-3-16,24-6-5 0,-21 0-2 0,22 0-4 15,4-4-5-15,-6 6-2 0,2-2-5 0,7-1-2 16,-1 1-7-16,1-2-8 0,-2 7 1 0,4-5-6 15,1-2-5-15,0 1 0 0,3 1-4 0,2 1 0 16,-2-4-3-16,7 8-4 0,3-9-1 0,6-1-2 16,-11 8-1-16,5-3-5 0,-1 0 1 0,-7 4-1 15,11-7-1-15,-4 8-3 0,1-9 3 0,-6 8 2 16,1-6 1-16,-6 2-3 0,7 0 0 0,-4 0 0 16,0 4-5-16,0-6 14 0,2 2-13 0,-4 1 6 15,-1-6-1-15,8 9-5 0,-7-6 3 0,2 2 2 16,3 1 2-16,-3-3-5 0,12-1 1 0,4-2 0 15,-2 2-4-15,-6-1 4 0,5 1-7 0,-1-1 2 16,1 1 3-16,0-1-2 0,2-2-6 0,0 2 1 16,8 0 5-16,2-6-1 0,-5 2-7 0,8 0 1 0,-5 1-1 15,8-3-4-15,-1 2 4 0,-2-2 2 0,0 3-4 16,9 1 4-16,-8-4-5 0,6-1 0 0,1 0 3 16,2 4-1-16,1-4-17 0,-3-1-6 0,7-3-14 15,-7 7-16-15,7-7-21 0,4 9-36 0,1-5-51 16,4-1-64-16,3-3-64 0,1 0-203 0,9 0-528 15,4-3 233-15</inkml:trace>
  <inkml:trace contextRef="#ctx0" brushRef="#br0" timeOffset="193504.76">17642 11401 145 0,'0'0'229'0,"0"0"-23"15,0 0-19-15,0 0-8 0,0 0-14 0,0 0-3 16,13 17-8-16,-11-8-10 0,4 3-8 0,3 1-8 16,-4 4-9-16,-4 4-4 0,9 5-9 0,-5 2-4 15,5 3-6-15,-5 8-3 0,3 3 2 0,-1-3 3 16,-5 7-4-16,3-6-6 0,-4 5-5 0,3 0-3 16,-1 0 10-16,-1-3 5 0,-4 3 1 0,4-1-1 15,3-1-21-15,1-1 10 0,-6-3-2 0,3-8-7 16,4 1 0-16,0-2-6 0,-1-2-5 0,3 2 4 15,-3-3-7-15,-4-7 5 0,6-2-5 0,-1-2-1 16,-1 0-7-16,-1-3 2 0,2-4-1 0,-5 0-1 16,4-2-2-16,-2 1-1 0,-1-7 10 0,-1 6 5 15,-2-7-2-15,1 4-4 0,-1-4-1 0,7 4-4 0,-7-4-10 16,0 0-1-16,0 0-10 0,0 0-8 0,0 0-26 16,15-13-40-16,-15 7-50 0,0-2-33 0,0 1-38 15,3-1-41-15,-3 1-54 0,3-2-47 0,-3-2-45 16,0 2-236-16,0-1-633 0,0-2 280 0</inkml:trace>
  <inkml:trace contextRef="#ctx0" brushRef="#br0" timeOffset="194404.68">18147 11382 164 0,'0'0'242'0,"0"0"-12"0,0 0-11 0,0 0-12 16,0 0-16-16,3-3-16 0,-3 3-12 0,0 0-9 15,0 0-9-15,22 3-5 0,-9 0-8 0,3 1-8 16,1 0-8-16,11 3-4 0,0 1-13 0,2 2-5 15,13-1-11-15,-12 0 0 0,14 6 1 0,6-3-12 16,-3 7-4-16,0 1-6 0,4-6-6 0,4 5-5 16,-3 2-1-16,0-2-5 0,3 0 3 0,-4-1-5 15,2-1-10-15,4 0 2 0,-2-2-5 0,1-1-2 0,-3 2-3 16,1-4-4-16,0 3 1 0,1-4 10 0,2 5-16 16,-2-8-3-16,-1 2 4 0,1 2-5 0,-3 1-1 15,5-3 3-15,-4-1-2 0,1 3-1 0,-2-2 0 16,2-1-2-16,1-3 0 0,3 3-2 0,-7-3 1 15,4 1 3-15,-1 0-6 0,-4 1 1 0,9 2-2 16,-9-5 0-16,0 0-1 0,2 2 0 0,-3 1 3 16,-2-1-2-16,0-2-1 0,-3 1 2 0,-17-1 0 15,3-1-5-15,4 0 1 0,-5 1 0 0,-1 1 0 16,0-2 2-16,-8 1 0 0,1-2-1 0,-3 0-1 16,-2 0 0-16,1 3 4 0,-3-2-7 0,3-2 4 15,1-1-2-15,0 3 5 0,0-1-4 0,0 1 0 16,-2-1 0-16,5 3-8 0,6 0 9 0,-7-5-2 0,9 4 1 15,-4-1 1-15,8 2-4 0,0-1 0 16,-1 2 0-16,15-2 4 0,-1 2-6 0,-1-2 3 16,-3 4 4-16,5-1-1 0,-5 1-2 0,-10-2-1 0,15-3 4 15,0 3-2-15,-5 0-1 0,-6-1-2 0,6-3 0 16,-12 1 3-16,14 3-3 0,-12-6 5 0,-3 3-3 16,3-2 1-16,-3 1-4 0,-2 0 5 0,-5 0 0 15,-3-3 0-15,-2 0 2 0,2 4-7 0,-5-2 3 16,0-2 3-16,-2-2-1 0,-3 4-3 0,3-4-1 15,0 2 1-15,1 0 1 0,-4 2 4 0,-1 1-4 16,8-3 2-16,0 2-3 0,-3 0 0 0,5 3 3 16,4 1-1-16,-5-2 0 0,4 1-4 0,6 2 2 15,-3 0 2-15,1-2 3 0,1 3-2 0,1-2 1 16,-7 0-4-16,1 1 10 0,-1-7-9 0,-4 7-6 16,1-4 3-16,-6-3-1 0,-1-3-2 0,-1 4-6 15,-10-1-17-15,12 0-32 0,-12 0-28 0,5 2-30 0,-5-2-32 16,0 0-28-16,0 0-51 0,-30-19-39 0,5 9-194 15,-1 1-503-15,-1-2 223 0</inkml:trace>
  <inkml:trace contextRef="#ctx0" brushRef="#br0" timeOffset="195855.75">17867 10956 149 0,'0'0'228'0,"0"0"-10"15,-12-3-12-15,12 3-11 0,0 0-14 0,-1-8-18 16,1 8-14-16,0 0-19 0,13-9-7 0,0 9-13 15,-6-1-12-15,13-1-10 0,1 2-9 0,11 0-4 16,2 0-9-16,1 0-4 0,10-1-4 0,1 4-4 16,-1-2 2-16,8 3-4 0,-3-4-1 0,1 0-4 15,0 1 0-15,5 3-6 0,-1-1 1 0,5 2-3 16,-2-3 3-16,0 2-6 0,1 0-4 0,-1 0-4 16,-3-3 0-16,3 3-3 0,0-2 0 0,1 4 4 15,1-4 9-15,-1-1-3 0,-1 3 2 0,7 3-9 0,16-7-1 16,-22 1-2-16,3-1-4 0,1 6-2 0,19-8 1 15,-1 9-3-15,-16-6-5 0,21 5 2 0,-23-3-1 16,18 2-1-16,0-1-4 0,-15-1 2 0,19-3 1 16,-26 9-2-16,26-6-4 0,1 0 3 0,-22-2 0 15,21 8 2-15,-26-1-6 0,29-2-1 0,-25-5 0 16,21 9 2-16,-21-8 1 0,18 6-3 0,-19-5 3 16,27 1-2-16,-26-1 0 0,0-1 4 0,1-2-5 15,18 5 8-15,-23-3-11 0,1-3 3 0,4 2 8 16,-4 6 0-16,-2-3 7 0,-5-3-6 0,5 6 1 15,3-6-4-15,-7 5 2 0,3-2-1 0,-1-2-6 16,4 0 4-16,-4-1-1 0,2-1 0 0,-4 4 2 16,3 1-1-16,-1-2-3 0,2 3-2 0,2-2-2 0,-4-2 4 15,2 1-2-15,0 0-1 0,-2-6 0 16,2 10 2-16,0 1-5 0,-5-1 2 0,3-2 0 16,-3 6 3-16,-2-10-3 0,2 3 2 0,2-1-4 0,-2 5 0 15,1-1 2-15,3-2 8 0,-3 1-6 0,-4 2 0 16,1-1-3-16,6 3-1 0,-4-7 3 0,0 8 0 15,0-5 1-15,1 0-3 0,1 2 0 0,3 0-1 16,-2 2 0-16,0-1 3 0,2-4-4 0,2 3 6 16,-2-5-6-16,0 6 1 0,1-2 1 0,4 1 0 15,-7-1-2-15,2 4 2 0,2 3 0 0,-4-7 3 16,4-1-6-16,-4 3 1 0,4 3-1 0,-4-5 16 16,0 5-13-16,-3-2 0 0,7 3-3 0,-4-6 1 15,0 4 4-15,1 1-1 0,0-8-4 0,1 8 2 16,-1-2 2-16,-1 3 0 0,2-6-2 0,1 4-1 15,-1-2 3-15,2-1 0 0,-4 3 0 0,-1-2-5 16,3 2 6-16,-2 1-4 0,-1-3 5 0,8-2-1 0,-5 3-1 16,-9 2-1-16,9-5 1 0,-7 2-1 0,4 0 0 15,0 0 1-15,-2 3-1 0,0 0 4 16,-4-3-5-16,3-2 1 0,-1 4 0 0,-3-2-8 0,5 1 8 16,-7-1 5-16,7 1-3 0,-3 0-2 0,-9 0 1 15,4-2-4-15,-4 1 2 0,-4 0 3 0,-3-1-1 16,1-1-2-16,-3 1-1 0,2-1 1 0,-4 3 0 15,0-5 2-15,-2 5 1 0,-1-3-2 0,-6-5-2 16,9 6 2-16,-17-2-3 0,9-2 3 0,-6 0 0 16,-1 1 1-16,0 2 0 0,0-3 4 0,-2 0-1 15,2 4-3-15,-3-5-2 0,2 3 2 0,-4-3 0 16,10 1 1-16,-5 3 0 0,7-3-5 0,-4 5 9 16,3-3 2-16,-1-2 0 0,2 4 0 0,4 3 2 0,4-7 9 15,-3 4-5-15,2-3-2 0,-1 6-4 16,4-5 0-16,-1 2 2 0,-1-1 2 0,-3 1-2 15,2-3-3-15,0 2 1 0,-8-2-3 0,1 0-3 16,-1-2 5-16,-3 3 0 0,-3-3 1 0,-2 0-4 0,-4-1 5 16,-3-1 1-16,1 0 5 0,-7-1-2 0,10 3 0 15,-10-3-1-15,7 2-7 0,-7-2-23 16,0 0-26-16,0 0-35 0,0 0-47 0,-22-12-62 0,14 6-94 16,1 3-257-16,-8-1-583 0,0-3 259 0</inkml:trace>
  <inkml:trace contextRef="#ctx0" brushRef="#br0" timeOffset="199005.44">7431 13512 135 0,'0'0'192'0,"0"-9"-4"0,0 9-13 15,0 0-3-15,0 0-7 0,0-4-10 0,0 4-6 16,0 0-11-16,-6-7-8 0,6 7-14 0,0 0-8 16,0 0-8-16,0 0-10 0,0 0-6 0,0 0-8 15,0-9-7-15,0 9-5 0,0 0-5 0,0 0-9 0,0 0-3 16,0 0-5-16,-7-3-7 0,7 3-3 0,0 0 1 15,0 0-4-15,0 0-4 0,0 0-1 16,0 0 1-16,0 0-1 0,0 0 1 0,-12 10 2 0,12-10-5 16,0 0 2-16,-6 5 2 0,6-5 1 0,-7 4-1 15,7-4 1-15,-6 7-3 0,6-7-1 0,-7 1-1 16,0 4 0-16,7-5 1 0,-10 5-3 0,4 0 2 16,-4 0-3-16,2-1 3 0,-4 4 2 0,0-2 7 15,4-2-10-15,-8 8 0 0,-1-1 4 0,-3 7 3 16,-3-5 4-16,-5 3 0 0,-2-3 3 0,-6 9 3 15,-7 2 4-15,5 3 3 0,-9-1 7 0,3 0-1 16,-4 1 0-16,-4 1 2 0,-1 0 4 0,-15 11 14 16,-4 0-11-16,-1-2 1 0,13-10-11 0,-21 7 6 15,2 2 12-15,-2 0-12 0,-1-7-3 0,1 5 0 16,-5-1-1-16,4-3-1 0,-1-3 1 0,3 0 0 16,-7 6 4-16,5-6-2 0,23-11 0 0,-17 10-1 15,19-5-2-15,0-3 1 0,5 0-1 0,1 2-4 0,3 0-13 16,3 3 0-16,2-7-1 0,0 3-1 0,13-3-6 15,-1-4 5-15,4 5-12 0,6-3-2 16,-1-1 1-16,4-4-2 0,-2-1 0 0,5 4 5 0,1-4-14 16,0 3 3-16,4-6-5 0,-1 1 4 0,4-1 1 15,-3 1-2-15,5 0-1 0,0-3 2 0,-1 1-15 16,1 1 7-16,5-5-14 0,-9 2-25 0,9-2-21 16,0 0-27-16,-6 7-26 0,6-7-39 0,0 0-65 15,0 0-60-15,0 0-75 0,-15-15-312 0,13 8-719 16,-3-1 318-16</inkml:trace>
  <inkml:trace contextRef="#ctx0" brushRef="#br0" timeOffset="206037.44">4479 14692 210 0,'0'-5'306'0,"-7"-3"-10"0,5 2-5 16,-4-2 1-16,6 3-1 0,-2-3-9 0,-3 1 0 0,5-1-10 15,-2 2-10-15,-3 0-13 0,5 6-5 16,0-11-10-16,0 11-24 0,0-8-18 0,7 1-20 16,-7 5-19-16,7-3-19 0,-7 5-13 0,8-8-12 0,-1 7-20 15,7-5-2-15,-4 4-9 0,7-1-8 0,1 2-11 16,2 1-1-16,-2 1-8 0,4 2-5 0,-1-1-11 15,-1 7-1-15,3-4-2 0,-3 1-5 0,2 3-3 16,-3-2-1-16,1 4-5 0,4-4-1 0,-8 2-4 16,-3 3 0-16,7 0-2 0,-5-3-3 0,-2 5 1 15,-3-6-6-15,0 8 1 0,2-6-1 0,-4-1 1 16,-1 2-5-16,-2-1-3 0,-2 0-1 0,-1 5 6 16,1-7-1-16,-3 1-1 0,-5 3 2 0,2 0 1 15,-4 2-3-15,-1-7 0 0,-9 6-1 0,2-2 5 16,0-4-1-16,-1 4-1 0,1-1 5 0,-2-2-4 15,2-2-1-15,-3-2-1 0,8 1 9 0,2 1-7 16,-5-2-1-16,6-2 3 0,-1 0 0 0,8-2-2 0,-10 1-1 16,10-1 1-16,-5 6-3 0,5-6 0 0,0 0-1 15,0 0 1-15,0 0-1 0,0 0-1 16,30 5 5-16,-15-5-2 0,6-4 2 0,-4 4-5 0,9 0 0 16,-4 0 4-16,8 4-1 0,-2-8 1 0,-8 4-1 15,1 0-4-15,4 5 10 0,-9-3-6 0,1-2-2 16,0 1 1-16,-4 2-4 0,-7 2 1 0,6-4-1 15,-2 2-6-15,-5 0 2 0,-5-3-3 0,10 3-5 16,-4-2 0-16,-4 6 2 0,-2-7 8 0,0 10 1 16,0-10-2-16,-8 7 4 0,-2-2 3 0,-2 2-1 15,-3-2 4-15,-1 1-3 0,-4 0 4 0,-8 0-3 16,1-3-3-16,-6 3 5 0,2-4 1 0,-6 1 2 16,6-2-2-16,-17-2-1 0,17 1-6 0,-12 0 7 15,6-3-1-15,9 1-20 0,-2-3-21 0,12 3-27 16,-4-5-29-16,8 3-34 0,-5-7-43 0,11 6-55 15,-4-6-56-15,8-3-70 0,4 5-287 0,0-6-695 16,4 0 307-16</inkml:trace>
  <inkml:trace contextRef="#ctx0" brushRef="#br0" timeOffset="208203.86">7347 13565 180 0,'0'-19'320'0,"0"12"-5"0,0-5-13 0,2 2-4 15,-2 0-15-15,1 2-15 0,1-1-14 0,-2 2-15 16,3 3-31-16,-3 4-17 0,2-7-23 0,-2 7-27 16,5-7-9-16,-5 7-13 0,0 0-15 0,10 14-11 0,-2-1-11 15,0 4-12-15,4 5-2 0,-2 10-7 16,-2-2-10-16,-1 9 1 0,3 3-2 0,-5 4 11 16,3 3-27-16,-2-2-7 0,-2 3 2 0,-1 1-3 0,-3-1-2 15,0-3 2-15,2 2-7 0,-2 0 3 0,5-7-9 16,-10-1 1-16,5-2 4 0,-2-8-3 0,2-1-7 15,0 0-1-15,0-3 1 0,0-1 1 0,0-3 0 16,2-3-20-16,-2-1-29 0,5 0-32 0,-4-6-21 16,3-3-39-16,1-1-48 0,0 2-57 0,-4-4-84 15,6 0-235-15,1-2-601 0,-3-3 265 0</inkml:trace>
  <inkml:trace contextRef="#ctx0" brushRef="#br0" timeOffset="208721.21">7315 14718 183 0,'0'0'301'0,"0"0"-26"0,-5-4-30 0,5 4-21 15,0 0-26-15,0 0-20 0,0 0-20 0,0 0-16 16,-3 16-11-16,3-5-15 0,-1-1-12 0,2 2-3 16,-1-2-14-16,5 5-9 0,2 0-7 0,-1-1-10 15,-1 1-2-15,5-1-4 0,0 2-4 0,3-4-9 16,1 3 2-16,4-4-6 0,-3-3-2 0,6 3-4 15,-1-3-1-15,2-4-6 0,-4 0-1 0,7-4-4 16,-5-1 3-16,1-2-4 0,2-1-1 0,-5-3 0 16,-1 0-3-16,0-2 2 0,1-3-2 0,-3 0-4 15,-4-2 6-15,-4 7 23 0,3-6 13 0,-5 4 12 16,1 3 12-16,-1-5 10 0,-1 6 10 0,1-2 4 16,1 1 1-16,-6 6-12 0,4-9-12 0,-1 6-7 15,-1-3 2-15,-2 6-25 0,0 0-8 0,0 0 3 0,0 0-11 16,0 0 0-16,0 21-4 0,0-14 3 0,0 5-8 15,-2 1 2-15,2 3-10 0,0-3-3 16,0 2-2-16,0 4 8 0,2-4-7 0,-1 2-3 0,6-3-23 16,-7-1-19-16,5-3-23 0,-2 0-20 0,0-1-25 15,1-1-35-15,-3-1-36 0,-1 2-44 0,0-9-73 16,4 3-289-16,-4-3-626 0,0 0 276 0</inkml:trace>
  <inkml:trace contextRef="#ctx0" brushRef="#br0" timeOffset="209570.48">6953 14634 106 0,'-8'-8'325'0,"6"4"-16"16,-1-5-29-16,3 2-23 0,5-1-22 0,3 2-21 0,4-2-26 15,4-1-14-15,6 2-21 0,7 2-13 16,0 2-12-16,4-4-13 0,3 7-12 0,7-1-3 16,2 1-18-16,1 5-6 0,0-2-9 0,1 0-2 15,-1 2-11-15,-13-1-7 0,14 1-2 0,-14 1-10 0,1 2 0 16,1-4-2-16,-5-1-5 0,0 5-1 0,-2-8-2 16,-7 1-5-16,1 2 2 0,-5-2-2 0,2-2-4 15,1 2 4-15,-13-2 17 0,6-2 10 0,0 3 14 16,-4-1 4-16,6-6 4 0,-7 5 9 0,-2 2 10 15,1-5 1-15,1 0-3 0,-8 5-5 0,14-3-1 16,-14 3-10-16,3-5 3 0,-3 5-12 0,11 0-9 16,-11 0-5-16,0 0-13 0,0 0-3 0,9-2-1 15,-9 2-12-15,0 0 1 0,8 7 0 0,-1-4-6 16,-1 2-4-16,-6 0 3 0,7 4-2 0,-5-2 0 16,6 4-5-16,-2 2 0 0,1 3-1 0,3-1 0 15,0 4 1-15,0 5 2 0,-2-6 1 0,5 4-6 16,-4 5 9-16,-1 0-7 0,4-1-2 0,-4-4-2 0,-2 3-2 15,1 1 1-15,0-2 2 0,-4-5 1 16,-1 5-2-16,1-1-5 0,0-4 6 0,-3-2-1 16,4 3 1-16,-4-6 1 0,0 4-4 0,0-1 4 0,0-5-1 15,-4 2 1-15,1-6 0 0,3 0 0 0,-3 3-1 16,1-6 2-16,4 1-4 0,-2-1 5 0,0-5 5 16,-4 7 3-16,4-7 12 0,-5 9 12 0,5-9 0 15,-5 3-2-15,5-3 1 0,-8 4-5 0,8-4-2 16,-11 0-3-16,11 0 2 0,-19-4-10 0,19 4 7 15,-25-1-4-15,9-1-4 0,-4 2-3 0,-1 0 0 16,-9 0-1-16,0-2 0 0,-5 2-3 0,2-2 5 16,-8 2 5-16,-4 0 12 0,0 2 7 0,1-4 10 15,7 4 11-15,-6-2 3 0,7-2 12 0,3 1 11 16,-2-4 3-16,3 3 6 0,3-3 7 0,1 3 2 16,1-6 2-16,6-1 8 0,2 5-2 0,1-4 4 15,2 2 4-15,6 2-11 0,-2-2-7 0,4-5-1 16,0 6-14-16,1-3-3 0,0-2-13 0,1 2 0 0,2 2-11 15,-1-3-11-15,-1 1 2 0,4 1-7 16,-3 2-7-16,5 5 4 0,-2-8-13 0,2 1 0 16,0 7 2-16,-4-10-8 0,4 10-9 0,0-5 12 0,0 5-11 15,-4-5 0-15,4 5 4 0,-5-10-9 0,5 10 3 16,-1-9-3-16,-6 6 1 0,7 3-3 0,-7-8 0 16,2 0 2-16,2 4-4 0,0-3 6 0,-2 2-10 15,-2-2 3-15,6 2-3 0,-6-5-6 0,7 5-16 16,-7-3-1-16,4 2-9 0,-2-2-20 0,-2-1-15 15,7-1-24-15,-3 1-25 0,3-2-38 0,0 4-35 16,0-6-52-16,3 4-44 0,2-8-38 0,2 5-44 16,-2-6-64-16,8 1-59 0,-6 1-340 0,8-7-898 15,0 3 398-15</inkml:trace>
  <inkml:trace contextRef="#ctx0" brushRef="#br0" timeOffset="210238.1">7534 13500 30 0,'0'0'237'0,"16"-1"-9"0,-2 1-7 0,2 1-10 15,-1 5-10-15,3 3-15 0,-3-2-5 0,2 5-12 16,4 3-10-16,4 7-14 0,-3-1-2 0,11 11-3 16,-3 3-15-16,1 1-3 0,-1 0-4 0,-2 0-9 0,3-2-2 15,9 8-2-15,-2 5-4 0,2-4-9 16,0-1-3-16,1 2-4 0,19 10-1 0,-17-12 3 16,6-6-4-16,11 13-4 0,-10-11 3 0,1-3 0 0,-5-4 2 15,6 0-6-15,-8 0-15 0,1-3 16 0,0-2-18 16,-4-3-14-16,-11-6 2 0,-2-2-9 15,-5-1-2-15,-5-5 0 0,-3-1-5 0,-5 0-4 0,2-4-4 16,-2 1 5-16,-4-2-9 0,-1 3 5 0,2-2-10 16,-7-4 5-16,8 2 11 0,-8-2-13 0,7 5-3 15,-1-4 12-15,-6-1-40 0,0 0-29 0,0 0-38 16,0 0-36-16,0 6-41 0,0-6-45 0,0 0-48 16,0 7-44-16,0-7-38 0,0 8-203 0,0-8-577 15,-5 7 257-15</inkml:trace>
  <inkml:trace contextRef="#ctx0" brushRef="#br0" timeOffset="210653.98">9242 14736 236 0,'0'0'269'0,"8"-2"-22"15,-8 2-25-15,0 0-20 0,0 0-13 0,0 0-11 16,0 0-7-16,0 0-11 0,5 11-13 0,-5-11-3 16,2 9-8-16,-2-5-8 0,0 6-8 0,7 0-12 15,-4-3-9-15,2 10-5 0,1-8-13 0,3 7-5 16,-1-4-6-16,5 3-6 0,0-3-5 0,-3 7-5 15,5-4-7-15,-6 2-7 0,2-3 0 0,2 1-10 16,-1-2 2-16,0-1-4 0,2 3-4 0,-4-3 1 16,-5 2-5-16,2-5-3 0,0-2-1 0,-4 2 1 15,2-1-4-15,2-2 0 0,-6 0 0 0,6-3 1 16,-7 6-1-16,1-3-6 0,-1-6 6 0,0 0-2 16,2 4 0-16,-2-4 0 0,-8 5-1 0,8-5 0 15,-15 3 2-15,7 1-20 0,8-4-22 0,-22-4-21 16,9 4-21-16,3 0-33 0,-7-1-30 0,-2-1-35 0,5-3-38 15,-4 3-40-15,-2-6-205 0,5-1-490 16,-5 0 217-16</inkml:trace>
  <inkml:trace contextRef="#ctx0" brushRef="#br0" timeOffset="210871.2">9229 14673 236 0,'0'0'337'0,"0"-8"0"15,6 4 2-15,-6 4-9 0,0-11-3 0,0 11-9 16,0-9-20-16,0 9-27 0,2-3-23 0,3-1-27 16,3 1-23-16,-8 3-20 0,7-6-15 0,0 5-19 15,-7 1-15-15,16-6-10 0,-3 2-15 0,2 1-29 16,5 2-27-16,2-2-42 0,-4 3-29 0,5-1-38 16,-1 1-33-16,-1-4-30 0,-1 8-39 0,-2-3-48 15,2-2-54-15,-3 1-50 0,-9 1-214 0,5-1-572 16,-13 0 254-16</inkml:trace>
  <inkml:trace contextRef="#ctx0" brushRef="#br0" timeOffset="211737.11">8875 14664 38 0,'0'0'243'0,"0"0"-15"15,0 0-15-15,0 0-14 0,0 0-12 0,0 0-13 16,38-4-8-16,-17 4-13 0,12-2-12 16,-3 2-8-16,3-2-14 0,12-2-6 0,-9 1-15 0,-1-1-7 15,5 0-9-15,-5 3-9 0,-6 1-4 0,8-3-11 16,-7 0-4-16,3 2-3 0,-4-6-6 0,3 7-9 16,-2 0-2-16,-9-1-2 0,9-2-2 0,-2 0-5 15,0-2 1-15,-3 4-6 0,-8-5 0 0,4 5 1 16,-1-3-3-16,-3 1-2 0,-3 1-4 0,8 2 1 15,-10-5-5-15,-3 0 3 0,5 4-1 0,-6-1-1 16,-8 2 0-16,15-1-2 0,-8-3 1 0,-7 4-3 16,8-2-2-16,-8 2-1 0,0 0-3 0,0 0 3 15,0 0-1-15,13 6-3 0,-13-6 1 0,3 4 1 0,2 4 0 16,-5-5-2-16,0 5 1 0,4-1-1 0,-8 2 3 16,8-5-4-16,-8 15 4 0,8-11 2 0,-4 4-3 15,0 3 3-15,0 4-3 0,0-3 2 16,0 3-2-16,0 8 4 0,3-4 4 0,0 4-2 0,2 0-1 15,-1 1 1-15,-4-1 5 0,4 0 2 0,-2-1 0 16,5-1-1-16,-4 2 4 0,0-1 2 0,-1 0 1 16,1-5-1-16,-1-5 0 0,0 3-3 0,-2-4-3 15,5 2-2-15,-4-7 3 0,-1 1 2 0,0-2 0 16,0-3 10-16,2 2 17 0,1 1 26 0,-3-9 7 16,0 7 41-16,0-7 3 0,0 4 24 0,0-4 18 15,2 5 15-15,-2-5 7 0,0 0-16 0,0 0-15 16,0 0-17-16,0 0-13 0,0 0-5 0,0 0-18 15,0 0-6-15,-23-5-17 0,23 5-8 0,-18 0-7 16,18 0-8-16,-20 4-3 0,8-4-6 0,-4 1-5 16,-6 1-5-16,-1 2-1 0,3 1-1 0,-10-1-10 15,0 3 1-15,1 0-2 0,-8 2-2 0,6-5-3 0,-4 3-3 16,2 1 2-16,-2 1-1 0,0-2 19 0,1 1-2 16,-6-1-2-16,3-3-3 0,9 1-4 15,-1 2 8-15,5-6-2 0,4 2 7 0,-1-1 14 16,3-2 7-16,3 0 8 0,2 0 18 0,-1 0 1 0,4 0 0 15,-1-5 4-15,3 4-3 0,8 1-20 0,-17-8 13 16,10 2-10-16,-1 1-6 0,0 1-8 0,1-2 1 16,1 1-10-16,-1-2-2 0,4 1-6 0,-7 0-1 15,5 3-4-15,-2-3-4 0,2 2-5 0,-3-4-4 16,1 0 1-16,1 5-3 0,-3-4 1 0,3 1-6 16,-2 0 6-16,1 0-3 0,-1 0-17 0,-1 3 13 15,3-3 3-15,-4-1-1 0,5-1-2 0,-7 2-2 16,7-2 4-16,-5 3-1 0,2-3 0 0,0 0-1 15,0 1-3-15,1-2-1 0,0-2 5 0,1 6-4 16,-1-3-1-16,2-2 0 0,0 1-1 0,-1-4 1 16,-1 0-12-16,7 5-2 0,-2-5-13 0,2 1-13 15,0 3-23-15,0-3-25 0,2-3-36 0,3-1-35 16,-2 1-59-16,4-1-46 0,-1 4-43 0,3-4-41 0,-3 7-48 16,-2 0-57-16,2-2-60 0,-1-1-283 0,5 8-855 15,-7-5 379-15</inkml:trace>
  <inkml:trace contextRef="#ctx0" brushRef="#br0" timeOffset="213287.87">8196 13467 70 0,'-12'-3'186'0,"4"0"1"15,0-2 13-15,0 2-3 0,1 2-4 0,-1-3-4 16,1 1-5-16,7 3-16 0,-10-5-8 0,10 5-14 15,-8-6-11-15,8 6-14 0,0 0-12 0,-3-5-9 16,3 5-12-16,0 0-11 0,0 0-9 0,0 0-6 16,0 0-2-16,0 0-4 0,13 16 6 0,0-9-8 15,4 5-1-15,-1-4 6 0,19 5-1 0,10 5 0 0,1 0 4 16,9 6-2-16,2-3 0 0,20 9 4 0,4-2-6 16,0-1 4-16,7 3-4 0,-2-4-5 0,0 2-8 15,-2 3 4-15,0-3-4 0,6 2-4 0,-11-2-2 16,7 2-9-16,-6-1 4 0,-4-2 6 0,-16-6-13 15,12 7-4-15,-12-4-3 0,-4-1 3 0,1-1-7 16,-3 1-2-16,-1-2 3 0,-8-2-5 0,-1 1 0 16,-2-1-6-16,-2 1 1 0,-11-6 1 0,1 1-2 15,0 0 4-15,-2-3-6 0,-1 1 2 0,1-1-7 16,-2 3 10-16,2-3-2 0,-4-2-4 0,-5 2-2 16,3-3 5-16,-6-1-3 0,4-1-1 0,-1 4 3 15,-3-7-2-15,2 6-4 0,0-8 9 0,-3 5-3 16,0-2 14-16,-5-3-8 0,0 3 8 0,3-4 6 0,-4 4 4 15,-1-4 4-15,4 0-5 0,-8 2 3 16,-4-3-1-16,15 4 5 0,-10-4-2 0,-5 0-7 16,12 1-1-16,-12-1-8 0,15 4-3 0,-5-2 7 0,-2-1-10 15,0 3 5-15,6-3-2 0,-5 1-5 0,3 2 0 16,1-3 1-16,-3 2-5 0,5 1-2 0,-2-3 2 16,1 2 1-16,-3 0 2 0,1 2-3 0,-1-5-19 15,-1 1-11-15,-3 2-33 0,1-3-18 0,0 4-28 16,-8-4-28-16,9 5-35 0,-4-3-63 0,-5-2-41 15,0 0-63-15,3 4-208 0,-3-4-586 0,0 0 260 16</inkml:trace>
  <inkml:trace contextRef="#ctx0" brushRef="#br0" timeOffset="213754.23">11018 14565 90 0,'0'0'291'0,"0"0"-15"15,0-5-19-15,0 5-23 0,0 0-21 0,0 0-23 16,0 0-21-16,0 0-19 0,0 0-13 0,0 0-13 15,0 0-8-15,0 0-11 0,-17 19-2 0,11-11-13 16,-2 4-7-16,1 2-8 0,-6-1-5 0,4 2-5 16,-2 2-3-16,-1 0-10 0,6 2-3 0,-8-1-4 15,6 0-6-15,2-2-2 0,-3 1 3 0,3-2-11 16,2 3-5-16,-1-2 3 0,2 3-6 0,-2-6-1 16,5 2-2-16,-2-5 1 0,4 2 1 0,0-1 0 15,4-2-4-15,3 2-1 0,-3-4 3 0,3-1 1 16,0-3-4-16,-4 0 2 0,9-2-7 0,-8 1 5 0,-6-2-6 15,18-3 1-15,-9-1 0 0,-4 0-1 16,1 0-1-16,3-2 3 0,-3 0-3 0,1 0-1 16,-1-2 0-16,-4 1 6 0,5-1-1 0,-2-1 5 0,-2 4 0 15,-3-5-5-15,0 2-3 0,0 1 1 0,0 3-1 16,0 4-13-16,-3-15-15 0,-2 10-21 0,-2-2-18 16,-1 2-28-16,0 1-31 0,1 1-36 0,-8 0-49 15,3 2-41-15,-6-3-215 0,2 1-494 0,-4 3 219 16</inkml:trace>
  <inkml:trace contextRef="#ctx0" brushRef="#br0" timeOffset="214120.24">10472 14408 46 0,'-8'-3'332'0,"8"3"-12"0,-9-5-13 0,3 2-17 0,6 3-6 15,-7-4-25-15,7 4-14 0,0 0-31 0,8-8-21 16,1 5-6-16,9 3-31 0,5-3-17 0,7 6-17 16,5-3-7-16,-2 2-12 0,18 3-12 0,-8-1-6 15,10 4-16-15,-5 0-8 0,0 1 3 0,-3 0 4 16,4-1-17-16,-4 2-8 0,0-1-5 0,-2-1 10 15,-12-3-19-15,4 3 13 0,-5-5-18 0,-2 1-1 16,-7 1-6-16,-2-3 1 0,0-1 4 0,-4-1-5 16,0 0-6-16,-5 0 5 0,2 0-1 0,-12 0-1 15,15-3-7-15,-15 3-15 0,1-6-21 0,-1 6-19 16,0 0-26-16,-1-7-25 0,1 7-27 0,0 0-45 16,-20-5-41-16,13 3-41 0,7 2-43 0,-23-3-183 15,5 2-518-15,3 5 230 0</inkml:trace>
  <inkml:trace contextRef="#ctx0" brushRef="#br0" timeOffset="214654.24">10634 14469 84 0,'0'0'284'15,"-7"-7"-27"-15,7 7-24 0,0 0-22 0,-1-3-23 16,1 3-21-16,0 0-15 0,0 0-16 0,-5 15-15 16,3-7-14-16,-1 0-10 0,-2 8-9 0,0-1-7 15,3 2-10-15,-4 5-3 0,-1-5-9 0,5 12-5 16,-3-1-5-16,-3 2-6 0,6-2-4 0,-4 1-4 16,3-4-3-16,-2 2-2 0,0-7-5 0,3 4 4 15,2-3-1-15,0-5 2 0,-3-1 0 0,-1 5 6 16,4-9-3-16,0-3 4 0,0 3 5 0,4-2-3 15,-4-3 11-15,3 0 9 0,-3 0 3 0,5 0 0 16,5-3-1-16,-2 1-5 0,7-1-2 0,5 2-9 16,10-2-4-16,-1-2-2 0,1 7-9 0,7-6 0 15,9 3-5-15,0 0 0 0,-1 2-5 0,0 3 1 16,1-5-5-16,-1 6 1 0,-15 0-5 0,18 2 4 0,-19-4-4 16,1-2-3-16,-5 6 2 0,3-3-3 0,-8 1-3 15,-2-3 3-15,0-3-2 0,-3 2 0 16,-5-4-4-16,2 2 4 0,-7-2 0 0,5-2 17 0,-5 2 32 15,-5-3 41-15,13 3 33 0,-13-3 15 0,0 0 0 16,0 0 10-16,0 0 12 0,0-15 17 0,0 15 10 16,-8-10 5-16,1 3-4 0,4-1-3 0,-1-6 0 15,-4 1-1-15,3-5-10 0,0 2-13 0,0-10-6 16,0 2-21-16,0-2-15 0,0 2-11 0,0-3-11 16,4-1-27-16,-6-15-23 0,7 14-30 0,0-3-29 15,0 1-50-15,0 0-60 0,3 0-62 0,2 0-82 16,0 3-66-16,5-4-67 0,-10 8-77 0,7-1-435 15,1 7-978-15,-3 1 433 0</inkml:trace>
  <inkml:trace contextRef="#ctx0" brushRef="#br0" timeOffset="-213542.56">13497 13384 110 0,'0'0'148'0,"-1"-5"2"0,1 5-5 0,0 0-3 0,-4-8-8 15,4 8-3-15,0 0-6 0,0 0-3 16,0-6-2-16,0 6-1 0,0 0-5 0,0 0 3 16,0 0 3-16,0 0-1 0,0 0-4 0,0 0 2 0,0 0-7 15,0 0-1-15,0-7-2 0,0 7-5 0,0 0-13 16,0 0-4-16,0 0-3 0,0 0-14 0,0 0-4 16,0 0-2-16,0 0-13 0,0 0-2 0,0 0-5 15,0 0-7-15,0 0-3 0,0 0-3 0,0 0-1 16,0 0-3-16,0 0-7 0,0 0-8 0,0 0 4 15,0 0-2-15,0 0-1 0,-9 19-2 0,4-12-3 16,3 7 8-16,-6 2-9 0,1 3-2 0,-8 9 6 16,-1 11 0-16,-4 3 3 0,-3 1-2 0,-6 6 7 15,3 3 0-15,-6-3 5 0,-7 14-4 0,4-11-6 16,-10 11 6-16,14-14-4 0,-4-2 0 0,-1 0 0 16,4-3-1-16,-3-2 3 0,6-3-6 0,-4 0 2 15,3-5-1-15,2-2-3 0,8-6 6 0,3-3-3 0,-3-1-1 16,4-1-2-16,1-5-3 0,2-2 2 0,8-1 1 15,-5-2-3-15,8-4-8 0,-3 1-9 16,-1-3-4-16,6-2-3 0,0-3-17 0,6 8-15 0,-6-8-35 16,0 0-25-16,20-3-37 0,-12-3-45 0,6-3-33 15,0-3-247-15,1 0-513 0,0-3 226 0</inkml:trace>
  <inkml:trace contextRef="#ctx0" brushRef="#br0" timeOffset="-213108.77">13365 13375 216 0,'0'-4'264'0,"7"-2"-19"0,-7 6-29 15,5-5-15-15,-5 5-6 0,19 5-9 0,-12 1-3 0,13 2-14 16,-3 0-14-16,11 11-4 0,16 3-4 0,-2 6-3 16,4 8-3-16,19 9-9 0,-12-10-3 0,8 13-4 15,12-2-7-15,-7 1-5 0,-15-14-11 0,19 10-10 16,-6 4-2-16,-14-11-11 0,0 1-4 0,14 9 16 15,-19-14-28-15,-1 5-6 0,-4-5-3 0,-2 0-6 16,-3-5-5-16,-7-8-7 0,-3 1-3 0,-4-1 1 16,-6-5-3-16,-1-2-3 0,-4 0-5 0,-1-8-2 15,1 4 3-15,-5-4-1 0,-1 3 2 0,4-3 6 16,-5-3 11-16,-3-1 6 0,7 2-3 0,-7-2-8 16,0 0-11-16,0 0-20 0,10-7-39 0,-9 0-51 15,-1 7-35-15,0-12-55 0,-1 5-54 0,1 7-49 16,-2-15-52-16,1 7-221 0,-1 1-594 0,-1-3 263 15</inkml:trace>
  <inkml:trace contextRef="#ctx0" brushRef="#br0" timeOffset="-212543.3">13593 13290 86 0,'14'-4'240'0,"-14"4"-3"15,21 1-9-15,-3 6-6 0,6-4-10 0,2 2-10 16,6-2-8-16,17 10-6 0,4 0-7 0,2-6-4 16,3 8-12-16,-2 0-6 0,2 3-10 0,30 0-7 0,-9 3-10 15,2 2-14-15,-3 2-6 0,5 8-8 16,-22-12-7-16,13 6-4 0,-16-5-9 0,0 2-12 15,0 2-3-15,18 9-7 0,-24-15-6 0,1 4-7 0,-5-4 0 16,-7 4-5-16,2-4-5 0,-7 0-3 0,-6-3-5 16,0-5-8-16,0 8 2 0,0-10-6 0,-9 1 4 15,-1-4 0-15,-3 1 14 0,-3 0 6 0,5-6 9 16,-3 4 4-16,-3-5 9 0,-1 2-9 0,1-3 1 16,4 4-1-16,-2-3-8 0,-2-1 0 0,2 0-3 15,0 0-8-15,0 2-6 0,5-4 0 0,-6 2-4 16,-4-1-2-16,4 1-5 0,-1 0 0 0,-13 0-3 15,21 0 3-15,-11 0-9 0,-3-4-5 0,-7 4-6 16,15 4-25-16,-15-4-23 0,0 0-31 0,13 0-17 16,-13 0-27-16,7 1-24 0,-7-1-25 0,0 0-23 15,0 0-29-15,0 6-61 0,0-6-45 0,0 0-208 16,0 0-582-16,-20 4 257 0</inkml:trace>
  <inkml:trace contextRef="#ctx0" brushRef="#br0" timeOffset="-209376.69">12789 14687 69 0,'0'0'349'0,"-3"-11"-4"0,3 11-6 0,0-9 0 15,0 9-1-15,0-6-13 0,0 6-20 0,0 0-31 16,0 0-17-16,-4-8-33 0,4 8-22 0,0 0-28 16,0 0-14-16,0 0-20 0,0 0-10 0,0 0-14 15,0 0-13-15,-13 20-9 0,7-10-10 0,4 1 0 0,-5-2-17 16,7 9-11-16,-8-3-3 0,8-2-11 0,0 7 3 15,-5-5-7-15,3 4-6 0,4-5-10 16,3 4-4-16,-5-9-5 0,8 9-11 0,-1-6-11 0,1-5 8 16,-1 2-19-16,8 1 6 0,-9-5-4 0,9 2 0 15,-7-6 5-15,6 3-3 0,-6-4-1 0,4 0 6 16,-2 0 1-16,-10 0 0 0,18-4 7 0,-12-2-3 16,4-1 1-16,-5 0-1 0,2 0 8 0,-2-1 0 15,1 3 3-15,-2-3 7 0,1 1 10 0,-4 0 7 16,-1 0 6-16,0 7 7 0,5-7 0 0,-3 5-2 15,-2 2-4-15,0-8-2 0,0 8-11 0,0 0-4 16,0 0-9-16,0 0-1 0,0 0 2 0,0 0 1 0,0 0-2 16,0 0-3-16,8 23-1 0,-8-11 0 0,0-5-3 15,5 5-17-15,-1 3-1 0,1 1-15 16,-1-5-15-16,1-2-17 0,2 6-23 0,0-4-8 0,-2-3-40 16,-2 0-29-16,4 0-34 0,-4-1-40 0,0 0-26 15,-1-5-53-15,-2-2-258 0,6 8-619 0,-6-8 275 16</inkml:trace>
  <inkml:trace contextRef="#ctx0" brushRef="#br0" timeOffset="-208509.07">13120 14602 174 0,'-12'-4'237'0,"4"3"-9"16,0-1-17-16,-7-1-11 0,2-2-4 0,-2 1-9 15,-3-4-11-15,-2 5-9 0,-2 1-9 0,-1 0-7 16,-5-4-7-16,0-3-16 0,-4 4-1 0,-4 1-12 16,6-2-7-16,-1 3-7 0,-4-6-7 0,0 4-9 15,4-2-3-15,-12 1-1 0,15 0-3 0,-2 2-9 16,12 2 0-16,-2-3-3 0,5 4-11 0,2-2 0 15,4 2-5-15,1-3-7 0,8 4-7 0,-15 0-4 16,15 0-2-16,-15 0-10 0,15 0 0 0,-8 5 1 16,8-5-2-16,-2 9-3 0,2 1-1 0,-5-2-2 15,5-1 1-15,0 7-8 0,-1-1 5 0,1 4-3 16,1 1-1-16,-1-2-1 0,0 7-2 0,0-4 4 16,0 8 1-16,0 0-3 0,0 0 0 0,0 2-1 15,5-2 0-15,-1 3-4 0,2-1-1 0,1-4 1 0,-4 2-2 16,2-1 4-16,2 1-3 0,1-3 0 0,-3-5 2 15,2 4-6-15,-2-6 9 0,-2 6-8 16,-1-8 6-16,6 1-3 0,-3 3 1 0,-2-6 0 0,0 5 0 16,-1-9-1-16,0 1 7 0,1 1-9 0,0-3 0 15,-1-1-2-15,3 1 9 0,-5 1-6 0,2-5 1 16,-1 0 4-16,3 3-7 0,-4-7 4 0,1 7-2 16,1-2-4-16,-2-5 4 0,0 7 0 0,0-7-4 15,3 9 7-15,-1-6-5 0,0 5 6 0,1-4 3 16,2 0 1-16,1 1 0 0,3 1 2 0,2-2 1 15,-1 3-2-15,8-2 1 0,6-2 1 0,-6 4 0 16,17-5-5-16,-6 3 8 0,8-3-9 0,-2 1 5 16,9-2-8-16,-11 0 6 0,2-2-4 0,0 1-1 15,-2-4-1-15,3 0-2 0,-7-1 3 0,-8 3 13 16,1-6-12-16,-6 4 2 0,4-2 12 0,-3 1 18 16,-3-2 9-16,1 1 11 0,-3-1 16 0,-1-1 2 15,-4 0 10-15,1 1 4 0,-1-1 4 0,0 0-3 0,-1 1 9 16,1-1 0-16,-4-3 6 0,2 2 0 0,0-3 5 15,-3 0-3-15,-2-3-1 0,0-4-3 16,-2 5-5-16,-1-7-9 0,1 0-8 0,-4-1-3 0,-3-7-11 16,3 4-11-16,-4-1-3 0,1 6-7 0,-1-3-5 15,2 4-13-15,-5-8-20 0,8 11-23 0,-7-2-46 16,4-2-53-16,2 4-54 0,2 5-56 0,-1 2-57 16,-1 2-83-16,6 1-76 0,5-1-309 0,-2 2-813 15,4 3 360-15</inkml:trace>
  <inkml:trace contextRef="#ctx0" brushRef="#br0" timeOffset="-207926.75">14351 14660 55 0,'0'0'355'0,"0"-8"2"0,0 8 7 16,0 0 6-16,0-6-5 0,0 6-4 0,0 0-13 16,0 0-25-16,0-8-32 0,0 8-23 0,0 0-28 15,0 0-24-15,0 0-26 0,0 0-17 0,0 0-18 16,0 0-16-16,0 0-16 0,0 0-8 0,-1 23-17 0,1-16-7 15,1 1-10-15,4 3-5 0,-1 1-9 16,-1 1-7-16,0 4-4 0,4-1-5 0,1-4-3 16,-3 4-7-16,2-1 3 0,3 2-13 0,-9-5 1 0,6 6-5 15,0-3 1-15,-1-3-8 0,-4-5-2 0,5 5 1 16,-7-1-5-16,0-2-2 0,1 2 4 0,6-4-5 16,-7 1 1-16,0 0-1 0,-7-1-3 0,7 3 0 15,-1-3-1-15,-3 0 3 0,1-2-8 0,1 2-3 16,-4-3-10-16,2 2-8 0,4-6-8 0,-10 6-12 15,5-3-21-15,5-3-12 0,-11 4-24 0,4-2-11 16,7-2-23-16,-15 3-13 0,15-3-18 0,-15-3-17 16,15 3-19-16,-18-5-31 0,7-2-47 0,4 4-45 15,-3-6-46-15,-1-3-198 0,2 3-609 0,4-3 271 16</inkml:trace>
  <inkml:trace contextRef="#ctx0" brushRef="#br0" timeOffset="-207709.23">14257 14626 141 0,'0'0'343'0,"0"0"1"15,-3-4-2-15,3 4-6 0,0-8 5 0,0 8-9 0,0 0-20 16,0 0-27-16,3-12-30 0,-3 12-29 0,10-5-19 16,-5-1-22-16,3 1-15 0,-1 2-18 0,5-3-20 15,2 0-23-15,3 5-41 0,3-4-36 0,-2 2-50 16,10-6-33-16,0 6-35 0,-5 1-34 0,6-2-44 15,-6 5-50-15,-3 2-39 0,-2-6-66 0,2 3-196 16,-5 0-557-16,0 3 247 0</inkml:trace>
  <inkml:trace contextRef="#ctx0" brushRef="#br0" timeOffset="-206826.38">14004 14416 33 0,'0'0'322'15,"-13"-7"-12"-15,13 7-26 0,-4-8-28 0,4 8-27 16,10-7-21-16,0 4-16 0,7-3-23 0,3 3-15 0,8-5-18 15,3 5-11-15,4-1-18 0,11 1-8 0,2-2-11 16,-3 4-5-16,1 0-9 0,2 1-9 0,-15 1-4 16,4-1-6-16,-2 1-8 0,-6 4-5 0,3-3-3 15,-4-1-5-15,-6 2 0 0,-3-2-8 0,-2 1 3 16,3-2-7-16,-9 1-3 0,1 3-2 0,-2-3-1 16,-2-1-1-16,-8 0-1 0,13 5-3 0,-6-5 3 15,-7 0-5-15,10 1-4 0,-10-1 1 0,0 0-3 16,0 0 2-16,13 4-3 0,-13-4 0 0,0 4 3 15,0-4-3-15,7 7-2 0,-7-1 3 0,1 0-3 16,3 2 1-16,-4-1 0 0,3 2-3 0,-3 2 5 16,0 1-4-16,7-2 0 0,-7 7-1 0,1-1 0 15,6-1 3-15,0 3 0 0,-6-1-6 0,6 1 1 16,0-2 4-16,-1 0 7 0,-4 4-6 0,6 4 0 0,4-9 2 16,-9 0-3-16,2 4 0 0,3-2 1 0,-1-2-3 15,-1 0 4-15,-4-3-4 0,5-1-2 16,-7 0 0-16,6-2 8 0,-6 5-1 0,9-5-6 0,-9-2 8 15,5-2-7-15,-4 6 5 0,4-5-1 0,-1-1 0 16,-4 4 0-16,6-2 1 0,-6-1-3 0,7-4 4 16,-1 6-7-16,-4-2 4 0,3-1 1 0,-5-5-2 15,7 7 2-15,-6-3-2 0,1 0 1 0,-2-4 0 16,5 4-1-16,-5-4 1 0,2 4 1 0,-2-4-2 16,0 0 5-16,5 5-1 0,-5-5 7 0,0 0 0 15,0 0 1-15,0 0 5 0,-7 7 5 0,0-2 0 16,7-5-2-16,-13 3 7 0,8 1-5 0,0-1-5 15,-6 1 8-15,2 0 2 0,-6-1 5 0,7 3-1 16,-12 0-3-16,7-2-4 0,-7 3 3 0,2 2 2 16,-4-2-1-16,-1 2-4 0,2-2-1 0,-6 5 8 15,2-1-4-15,6-3 5 0,-8 5-1 0,4-3 9 16,1-1-2-16,2 2 4 0,-1-7 3 0,4 3-1 0,-6 3 19 16,3-4-16-16,4-2 5 0,-4 3 12 15,5-2-6-15,3-2 6 0,1 5 3 0,-1-7 15 16,2 1 10-16,0-1 10 0,-1 2 14 0,11-3-4 0,-22-3-1 15,14 0-2-15,1-1 1 0,7 4-2 0,-16-6-2 16,8-3-3-16,-1 4-6 0,1-2 1 0,1-5-3 16,-1 2 4-16,-3-7-9 0,2 5-6 0,1-6-9 15,0-6-5-15,-4 0-7 0,9 1-2 0,-9 4-6 16,7-8-6-16,-5 3 1 0,4-6-6 0,-1 3-6 16,4 0-4-16,-2 6-3 0,-3 2-8 0,3 0 2 15,3 2 0-15,-5 0-6 0,6 5-4 0,-4 3-11 16,3-3-20-16,0 6-26 0,-3 0-38 0,5 6-43 15,0-9-54-15,0 9-75 0,0-6-48 0,0 6-35 16,0 0-52-16,0 0-64 0,24 4-376 0,-11-2-895 16,2 1 396-16</inkml:trace>
  <inkml:trace contextRef="#ctx0" brushRef="#br0" timeOffset="-205292.68">15795 14346 254 0,'0'-7'309'0,"1"-2"-2"0,4 2-1 15,-3 0-8-15,1-1 3 0,1 3-7 0,-4 5-15 0,3-7-19 16,-3 7-29-16,3-10-22 0,-3 10-26 0,0 0-22 16,0 0-25-16,0 0-4 0,0 0-17 15,0 0-8-15,-15 30-13 0,9-16-13 0,-1 2-2 0,-1-3-15 16,3 10-3-16,-3-4-4 0,3 5-13 0,-2-4 6 15,2 7-11-15,2-5-3 0,-1-2-4 0,4 2-1 16,0-5-6-16,0 0 0 0,4-1 2 0,-1-3-3 16,5 2 3-16,1-3-6 0,1 3 0 0,1-3-4 15,4-1 1-15,5-7-3 0,-4 3-1 0,4-3 2 16,-3-3-4-16,3-2 3 0,-4-2-4 0,-1 3-6 16,0-3 5-16,-3-3-8 0,-2 0 7 0,1 1 3 15,-3-2-2-15,-6-2-2 0,5 0-6 0,-6 2 5 16,1-4-3-16,-2 4-2 0,-3-2 0 0,-4-1-1 15,1 2-5-15,-4 1-5 0,-2 3-10 0,0-2-4 16,-1 1-37-16,0 0-16 0,-2 1-16 0,-6 1-21 16,6 3-22-16,-7 3-37 0,7-3-48 0,-6 2-58 15,7-2-52-15,0 3-234 0,4-3-610 0,0 7 269 0</inkml:trace>
  <inkml:trace contextRef="#ctx0" brushRef="#br0" timeOffset="-204542.43">15464 14215 107 0,'-7'-3'303'0,"4"2"-7"15,3 1-16-15,-8-6-19 0,8 6-22 0,0 0-22 16,0 0-23-16,0 0-20 0,18-10-18 0,0 7-12 16,7-1-24-16,5 4-8 0,-1 0-7 0,19-1-12 15,-3 2-11-15,1-1-6 0,-1 5-10 0,0-3-7 16,-1 2-5-16,0-4-3 0,-8 0-6 0,-1 3-5 0,-4-5-4 16,1 4-1-16,-4-2-7 0,-7 0-1 15,1-2 0-15,-6 1 8 0,7 1 5 0,-9-3 10 16,1 3 3-16,-9-1 17 0,6-1 2 0,-2 1 3 0,-2-4-2 15,-8 5-3-15,17-2-6 0,-17 2-8 0,5-4 0 16,-5 4-10-16,8 0-6 0,-8 0-4 0,0 0-5 16,0 0-13-16,15 3 11 0,-9 0-10 0,-1 3-6 15,-3 1 1-15,0 1-1 0,3-1 3 0,-4 5-5 16,6 7-3-16,-7-3-6 0,8 0 9 0,-8 4-8 16,5 7-6-16,-10 0 1 0,10-1 21 0,-5 1-21 15,-5 0 15-15,5-4-15 0,5 8-3 0,-10-6 8 16,5 2-6-16,0 3-4 0,0-3 5 0,5-3 4 15,-5 2-4-15,2 1 0 0,3 0 3 0,-2-7-1 16,-1 0 0-16,-2-2 0 0,3 1 1 0,-1-3-1 16,-2 0 4-16,0-4-1 0,5 5-6 0,-5-8 2 15,0 4 2-15,0-6-3 0,0 4 5 0,0-7 0 16,1 5 3-16,-1-3-7 0,0-6-1 0,0 9-4 16,0-2 9-16,0-7-8 0,-1 13 10 0,-4-10-8 0,5-3 3 15,-2 6 0-15,-1-1 6 0,3-5-3 16,-10 7 6-16,3-2-1 0,7-5-4 0,-15 4 7 15,9 0-4-15,-4-2 9 0,-4 3 2 0,0-4 1 0,-1 2 4 16,-7-2 9-16,1 2 10 0,-1-3 16 0,-3 4-5 16,-8-4 5-16,2 0 3 0,1-7 8 0,-8 5 7 15,-4-1 5-15,-9-4 8 0,21 0 7 0,-8 2 6 16,2-2 8-16,4-2 2 0,-1-3 8 0,9 1 8 16,-5-1 5-16,8-3 6 0,-1 0-5 0,6 0 11 15,1 1-20-15,8-3-7 0,-3-7-8 0,5 4-13 16,5-5-9-16,0 0-14 0,5-2-6 0,5 1-9 15,-3 2-20-15,4-1-14 0,-1-1-19 0,0 11-21 16,2-3-17-16,-4-2-44 0,0 10-40 0,4-4-55 16,-4 1-51-16,-1 3-44 0,-2 2-62 0,-2 4-64 15,-1-3-74-15,0 3-393 0,-2 4-930 0,8-6 411 16</inkml:trace>
  <inkml:trace contextRef="#ctx0" brushRef="#br0" timeOffset="-203393.77">18282 13272 250 0,'0'-6'296'0,"0"6"5"0,0-11-1 0,0 11 0 16,0-7-2-16,0 7-13 0,2-8-13 0,-2 8-32 16,5-4-21-16,-5 4-27 0,0 0-26 0,0 0-22 0,0 0-12 15,0 0-13-15,-8 24-10 0,1-7-21 0,1 2-5 16,-4 8-11-16,-2 2-8 0,-1 13-6 0,-2-2-2 16,0 6-6-16,0 3-2 0,0-2-3 0,-1 4-6 15,-4 0-6-15,3-4 14 0,-6-1-16 0,2 4-2 16,4-4 8-16,-4 4-14 0,-3-8-9 0,-2 0 6 15,4-2-5-15,1-2 3 0,-2-2-4 0,8-10-4 16,0-1-1-16,3-4 4 0,-4-3-7 0,6-4-3 16,-2-3-4-16,4 5-22 0,6-4-23 0,-4-5-17 0,1 1-8 15,1-5-8-15,3 2-5 0,1-5-29 16,-5 4-38-16,5-4-36 0,0 0-41 0,0 0-27 16,21-11-46-16,-17 3-190 0,9 0-533 0,-2-3 236 0</inkml:trace>
  <inkml:trace contextRef="#ctx0" brushRef="#br0" timeOffset="-202893.69">18398 13259 255 0,'0'-8'296'0,"0"8"-15"0,2-6-28 15,-2 6-25-15,0-6-23 0,0 6-23 16,0 0-18-16,0 0-17 0,0 0-16 0,0 0-12 0,10 23-9 16,-5-8-8-16,0-2-8 0,1 13-7 0,3 2 7 15,-1 0-7-15,7 2-3 0,1 13 1 0,4-3-9 16,-1 1 5-16,9-1-2 0,-7 1 6 0,9-2-12 16,0-4 7-16,0-1-16 0,4 1-11 0,-2-1 1 15,3-5-4-15,-4 3-2 0,-1-5-8 0,-5-6-6 16,1-1 0-16,-4-4-4 0,-1 2-3 0,-4-3 0 15,-1-5 2-15,-1 4 0 0,-3-5-11 0,-4-3-5 16,-1 0 5-16,1-3-4 0,5 3 3 0,-13-3 1 16,8 4-7-16,-8-7 13 0,9 2-11 0,-6 3 3 15,-3-5-13-15,0 0-23 0,0 0-26 0,0 0-31 16,17-7-31-16,-17-1-36 0,6 1-38 0,-6 7-32 16,7-10-37-16,-6 4-42 0,6-2-179 0,-5 1-510 15,4-1 226-15</inkml:trace>
  <inkml:trace contextRef="#ctx0" brushRef="#br0" timeOffset="-202492.73">18460 13275 143 0,'0'0'257'16,"0"0"-2"-16,0 0-6 0,0 0-1 0,16-8-4 16,-16 8-10-16,18 0-6 0,-6 0-8 0,1 0-2 15,-1 0-8-15,-2-1-8 0,5 1-14 0,-4-3-2 16,-1 3-24-16,2-1-7 0,-2 1-12 0,-10 0-16 0,21 0 2 15,-13 0-31-15,1-2 4 0,-9 2-20 16,0 0-9-16,15 0-6 0,-15 0-11 0,11 0-2 16,-11 0-3-16,0 0-3 0,10-1-19 0,-10 1 4 0,0 0 15 15,0 0-26-15,0 0-2 0,0 0 3 0,13 3-24 16,-13-3-13-16,2 4-25 0,-2-4-29 0,0 0-16 16,7 4-26-16,-7-4-32 0,0 7-48 0,0-7-44 15,8 1-45-15,-1 0-61 0,-7-1-178 0,13 3-560 16,-5 2 248-16</inkml:trace>
  <inkml:trace contextRef="#ctx0" brushRef="#br0" timeOffset="-200810.31">23296 13502 268 0,'0'0'258'0,"0"0"-20"0,0 0-23 15,0 0-20-15,0 0-24 0,0 0-14 0,0 0-15 16,0 0-15-16,0 0-11 0,0 0-9 0,-7 20-8 15,12-11-13-15,-3 4-9 0,0-3-6 0,4 7-8 16,6-3-15-16,-1 6-47 0,6 1-59 0,1 3-74 16,2-3-58-16,-3 3-154 0,7-3-372 0,5 10 165 15</inkml:trace>
  <inkml:trace contextRef="#ctx0" brushRef="#br0" timeOffset="-200626.31">23448 14328 2 0,'-8'3'268'16,"-2"5"-4"-16,7-3-10 0,-1-2-13 0,-1 2-19 16,5-5-21-16,-10 5-14 0,10-5-22 0,-1 7-10 15,1-7-17-15,-3 6-11 0,3-6-16 0,-5 3-6 16,5-3-10-16,1 11-12 0,-1-11-9 0,7 9-16 16,-6-5-32-16,4 4-46 0,5-1-56 0,-3-1-56 15,8 1-70-15,0 0-189 0,5 1-425 0,-4 0 188 16</inkml:trace>
  <inkml:trace contextRef="#ctx0" brushRef="#br0" timeOffset="-200140.31">28109 13530 45 0,'0'0'227'15,"0"0"-22"-15,0 0-15 0,0 0-14 0,0 0-14 0,0 0-13 16,0 0-6-16,-13 23-14 0,13-19-9 0,0 5-14 16,0-2-5-16,5 3-10 0,-4 3-7 0,4-2-9 15,-1-1-6-15,4 3-10 0,-1 3-2 0,1 0-27 16,0 0-24-16,2 1-35 0,2 3-34 0,-7-3-39 16,3 0-27-16,-1 3-26 0,-1-4-136 0,-1 8-316 15,0-8 140-15</inkml:trace>
  <inkml:trace contextRef="#ctx0" brushRef="#br0" timeOffset="-199993.13">28222 14010 2 0,'0'16'65'0,"-2"-4"24"16,0 1 29-16,-3-3 12 0,4-3 14 0,-3 4 10 16,3-2 7-16,1-5 9 0,-2 4-2 0,0-1-1 15,-1 1-7-15,3-8-13 0,0 7-15 0,-2-2-11 16,1 1-12-16,1-6-6 0,1 9-9 0,1 0-11 16,1-2-8-16,-3 1-26 0,2 2-47 0,0-1-67 0,3 1-92 15,-5 0-214-15,0-1-401 0,0 1 178 16</inkml:trace>
  <inkml:trace contextRef="#ctx0" brushRef="#br0" timeOffset="-196927.22">7446 15311 140 0,'0'0'223'0,"0"-9"-8"16,0 2 1-16,0 7 1 0,2-7-6 0,-2 1-2 15,0 6-4-15,3-7-9 0,-3 7-3 16,0 0-11-16,2-10-3 0,-2 10-10 0,0 0 1 16,5-2-21-16,-5 2 0 0,0 0-5 0,0 0-13 0,0 0-10 15,0 0-15-15,0 0-9 0,0 0-18 0,0 0-7 16,0 0-8-16,0 0-9 0,0 0-1 0,0 0 0 15,-20 17-16-15,10-5 13 0,0 7-24 0,-8 0-7 16,-4 5 8-16,-4 10-1 0,-4 5-6 0,-1-1-2 16,-12 1 1-16,6 0 1 0,-1 4 16 0,-20 11-13 15,15-10-5-15,-2-2 12 0,-9 14 10 0,11-12-17 16,1 2-6-16,-4-6 6 0,3 5-1 0,-8 13-5 16,14-14 11-16,-4-3-22 0,5-1 1 0,1-1 4 15,-2-5 8-15,9-2-11 0,-3-2 5 0,9-6-6 16,1 0 2-16,-1-3-1 0,7 2-4 0,0-13-2 15,5 5 5-15,2-9-3 0,-2 3 4 0,7-3-3 16,0 0 1-16,-2-3 13 0,5-3-29 0,0 0-34 16,0 0-43-16,0 0-31 0,0 0-54 0,18-28-67 0,-7 11-75 15,-1 0-312-15,5-5-675 0,0 0 299 16</inkml:trace>
  <inkml:trace contextRef="#ctx0" brushRef="#br0" timeOffset="-194094.29">7494 15339 214 0,'0'0'274'0,"0"-12"-12"16,5 9-8-16,-5 3-5 0,0-6-7 0,0 6-11 0,0-3-11 16,0 3-5-16,0 0-11 0,0-8-4 0,0 8-9 15,0 0-8-15,0 0-17 0,5-5-8 0,-5 5-11 16,0 0-9-16,0 0-17 0,0 0-20 0,0 0-5 15,0 0-12-15,0 0-8 0,0 0 18 16,0 0-42-16,0 0-4 0,0 0-2 0,0 0-7 0,15 10-7 16,-8-4-5-16,1 2-4 0,0 8 2 0,7-7-3 15,-2 9-1-15,2 0-4 0,8 3-2 0,-1 3 2 16,8 5-4-16,1 2-3 0,-4-3 9 0,4 3-11 16,2 3 4-16,-1-1-7 0,-1 0 8 0,-1-2-3 15,5 3-4-15,-6 2-3 0,1-5-1 0,-2 4 3 16,1-1-5-16,-5-1-1 0,4-3 1 0,-11-3 2 15,1 0 1-15,0-1 4 0,-4-4-5 0,-4 0-2 16,0-3 0-16,-1 0 4 0,-2-3-2 0,-4-1 2 16,4-3 0-16,-2-1-1 0,-5 1 6 0,5-8-1 15,0 4 3-15,-5-2 6 0,0 0 13 0,5-2 11 16,-5-4-1-16,0 0 9 0,2 7 1 0,-2-7-3 16,6 3-8-16,-6-3 0 0,13 1-5 0,-13-1-6 15,15-1-16-15,-6-1-27 0,5-3-32 0,-7 4-30 0,-7 1-32 16,15 0-41-16,-15 0-36 0,15-2-51 0,-15 2-52 15,13 0-57-15,-13 0-261 0,0 0-657 16,0 0 291-16</inkml:trace>
  <inkml:trace contextRef="#ctx0" brushRef="#br0" timeOffset="-193410.99">6321 16615 333 0,'0'0'326'0,"-9"-5"-29"0,9 5-20 0,0 0-34 15,0 0-23-15,-13 0-24 0,13 0-18 0,-5 13-16 16,0-9-20-16,0 7-10 0,-1-2-14 16,2 3-14-16,-1 3-9 0,4 1-7 0,-1 1-9 15,2 3-9-15,2-3-4 0,3 1-5 0,3 2-10 0,0-5-4 16,2 3-2-16,2-5-2 0,3 4-4 0,-2-7 1 15,7 2-7-15,-4-3 0 0,3-6-3 16,-5 4-3-16,5-2-1 0,-4-5-4 0,-2-1 1 0,5-3-1 16,-10 2-2-16,7-4-2 0,-8 4-1 0,1-7-4 15,0 1 7-15,-1 0 13 0,1 5 15 0,-3-8 10 16,-3 4 17-16,3 0 7 0,-4-1 10 0,-1 2 10 16,5 0-1-16,-3 0-2 0,-2 6-5 0,0 0-8 15,0-9-13-15,0 9-8 0,2-6-14 0,-2 6-10 16,0 0 1-16,0 0-5 0,0 0-7 0,5 16 1 15,-5-8-4-15,-4 1-3 0,3 1 0 0,1 9-4 16,-2-8 2-16,0 9-6 0,2-5-34 0,0-3-17 16,-5 3-24-16,10-4-28 0,-5 1-29 0,0-4-33 15,0 1-36-15,-5 2-38 0,5-4-47 0,-1 1-50 16,1-8-292-16,-5 6-662 0,5-6 294 0</inkml:trace>
  <inkml:trace contextRef="#ctx0" brushRef="#br0" timeOffset="-192744.25">6106 16539 329 0,'-5'-3'312'0,"5"3"-30"16,5-14-30-16,3 8-22 0,-2-3-21 0,9 2-16 15,2-5-19-15,3 1-12 0,8 1-16 0,2-4-14 0,-2 2-14 16,2 5-12-16,1-5-5 0,0 1-15 0,3 4-9 16,-8-2-5-16,9 5-11 0,-14-1-3 0,1 2-8 15,-6-3-2-15,6 4-10 0,-7 2 0 16,-2 0-6-16,0-3-3 0,-3 3-4 0,3 0-4 0,-4 3-3 16,1-1-1-16,1 4 1 0,-2-3-6 0,2 2-1 15,-8-1 0-15,6-1-2 0,-3 6-4 0,1-2 6 16,1 1-4-16,1 1-3 0,-3 1 5 0,1-1-8 15,-1 6 1-15,1-3 1 0,1 6-1 0,-1-2-2 16,1 0 4-16,0 0-4 0,-3 2 5 0,5-1-5 16,-3 4 3-16,1-3-4 0,-1 0-1 0,-1 0 3 15,4 2-2-15,-3-3 0 0,1 1 2 0,-1 1 4 16,3-3-5-16,0-1 0 0,-2-2 0 0,7 4 6 16,-8-4-8-16,1 1 2 0,-2-4-2 0,-1 1 2 15,0 1 2-15,0-8-7 0,0 7 4 0,-1-3-1 16,2-4 4-16,-6-1-2 0,5 5 0 0,-1-3-1 15,1-2 6-15,-4 2 3 0,4-2 11 0,-5-3 7 16,0 0 13-16,0 0 9 0,2 4 0 0,-2-4 12 16,0 0 8-16,0 0 6 0,0 0 0 0,0 0 7 15,0 0-7-15,0 0-8 0,0 0-2 0,0 0-9 16,0 0-1-16,0 0-6 0,0 0-6 0,0 0 0 16,0 0-8-16,0 0-5 0,0 0 2 0,0 0-13 15,0 0 4-15,0 0-5 0,0 0-2 0,0 0 3 0,0 0-6 16,0 0 6-16,0 0-4 0,0 0-5 0,0 0 0 15,0 0 4-15,0 0-5 0,0 0 4 16,0 0-3-16,0 0-1 0,0 0 3 0,0 0-1 16,0 0-3-16,0 0-1 0,0 0 1 0,0 0 4 0,0 0-8 15,0 0 3-15,0 0 8 0,0 0-25 0,0 0-5 16,0 0-23-16,0 0-28 0,0 0-33 0,0 0-37 16,0 0-39-16,0 0-43 0,0 0-50 0,0 0-52 15,-13-15-270-15,13 15-639 0,-4-5 282 0</inkml:trace>
  <inkml:trace contextRef="#ctx0" brushRef="#br0" timeOffset="-192210.2">6311 16680 219 0,'0'-9'304'0,"0"9"-14"15,0-9-28-15,0 9-17 0,6-3-25 16,-2-2-20-16,2 1-17 0,3-2-20 0,4 1-16 16,-2 1-16-16,-1 0-15 0,4-1-9 0,4 2-14 0,3-3-5 15,-2 0-10-15,-1 5-6 0,3-1-14 0,1 2-2 16,-6-3-4-16,4 2-7 0,-7 1-1 0,4-4-4 16,-9 4-7-16,7 0-6 0,-2 0 0 0,-3 0-8 15,-10 0-9-15,17 0-17 0,-17 0-21 0,10 0-25 16,-10 0-26-16,8 4-31 0,-8-4-34 0,0 0-36 15,5 4-37-15,-5-4-202 0,0 0-453 0,-12 9 201 16</inkml:trace>
  <inkml:trace contextRef="#ctx0" brushRef="#br0" timeOffset="-191894.38">6562 16953 143 0,'0'0'225'0,"0"0"-10"0,0 0-5 16,0 0-8-16,0 0-2 0,-1 4-7 0,1-4 1 15,-7 5-4-15,0 1-1 0,1-2-8 0,-1-2-13 0,-3 4-1 16,-3-2-7-16,-2 3-15 0,0 1-8 15,-6 0-13-15,-1 1-11 0,6-2-12 0,-12 4-8 16,3-2-7-16,-2 1-10 0,2 0-7 0,-3-1-6 16,0-4-5-16,5 6-4 0,1-8-15 0,6 5-16 0,-2-4-37 15,1 0-30-15,4 1-32 0,5-5-53 16,-1 0-65-16,9 0-67 0,0 0-256 0,-6-13-560 16,6 13 248-16</inkml:trace>
  <inkml:trace contextRef="#ctx0" brushRef="#br0" timeOffset="-191344.19">6238 16584 52 0,'0'0'171'0,"-2"15"-5"0,2-15-6 0,-5 13-6 16,4 1-3-16,1-2-20 0,0 3-2 0,-7 3-5 15,7 0-3-15,0 5-9 0,-2 0-4 0,2 3-7 16,0 2-5-16,0-2-6 0,2 3-8 0,-4-2 1 16,2-8-6-16,0-3-3 0,0 8-4 0,0-4-8 15,0 1-3-15,0-5-2 0,0-1-4 0,2 1-2 16,-2-3 0-16,0 2 0 0,-2-4 1 0,2 0-5 15,0-2-1-15,0 2 1 0,2-10 0 0,-2 7-2 16,0-2-3-16,0 2-3 0,0-8 0 0,0 7-4 16,0-7 0-16,0 6 0 0,7-3 1 0,-7-3 0 15,1 11 7-15,1-6-3 0,-2-5 0 0,13 3 6 16,-6 1-3-16,1-4 1 0,5 3 2 0,4-5-10 16,3 2-5-16,3 0-3 0,7-1 0 0,14 1-1 15,-10 0-5-15,12-4-1 0,-3 4-5 0,0-3 4 16,2 3-9-16,1-4 4 0,-15 3-5 0,12-4 1 15,-11 5-1-15,-1 0 0 0,2-3-5 0,-4 0 4 16,0 3-3-16,-9 0 1 0,-5-1-4 0,2 1 1 0,-4 0 1 16,-1 0-4-16,-1-2 2 0,-11 2 3 0,15-2 1 15,-7-1-1-15,-8 3 17 0,0 0 17 16,14 0 10-16,-14 0 11 0,8-1 9 0,-8 1 4 0,6-2 0 16,-6 2-3-16,0 0-12 0,9-4-4 0,-9 4-7 15,8-8-3-15,-8 8-19 0,5-7-27 0,2 2-45 16,-2 1-46-16,-1-4-48 0,6 1-55 15,-3 2-58-15,6-6-77 0,2-1-256 0,0 3-636 0,8-11 282 16</inkml:trace>
  <inkml:trace contextRef="#ctx0" brushRef="#br0" timeOffset="-190461.18">8464 16515 128 0,'0'-8'316'0,"0"8"1"0,0-7-6 0,0 7-12 16,0-8-3-16,0 8-14 0,-5-8 2 0,5 1-17 15,0 7-14-15,-3-4-24 0,3 4-17 0,-7-5-24 16,7 5-19-16,0 0-21 0,0 0-12 0,0 0-13 16,-23 8-18-16,13 0-7 0,-3 2-7 0,0 0-11 15,1 5-8-15,0 2-8 0,-2-2-6 0,-1 7-9 16,0-2-5-16,0 10 2 0,5-9-15 0,0 1 8 16,-7 1 4-16,8-5-16 0,2 2-4 0,0-4-8 15,1 0 7-15,6 1-2 0,0-2-3 0,1-1 10 16,6-1-14-16,0-3-1 0,-1-1-1 0,2 2 0 15,-1-7-1-15,6 4-2 0,-1-2 4 0,0-5-4 16,1 3-3-16,3-4-5 0,-6-4 9 0,5 3-9 16,0-5 5-16,-8 3 12 0,4-3-10 0,-2 3-5 15,-3-8 0-15,-3 4 7 0,1-2-12 0,-3-3 8 0,-2 1-4 16,-4 1 2-16,3 0-2 0,-3 2-3 16,-3-1 0-16,-5-1-1 0,-2 2-10 0,0 0-7 15,-2 4-30-15,9 0-18 0,-9-1-25 0,1 5-30 16,-2-2-18-16,-2 4-26 0,3-2-33 0,-4 5-42 0,13-4-50 15,-4 3-48-15,-3-1-214 0,7 4-600 0,-1-2 266 16</inkml:trace>
  <inkml:trace contextRef="#ctx0" brushRef="#br0" timeOffset="-189644.17">7930 16446 154 0,'0'-5'336'0,"0"5"-28"0,0 0-30 16,3-8-28-16,3 3-19 0,1 0-19 0,8 3-13 15,0 0-17-15,6-3-15 0,1 4-17 0,6-2-6 16,3 3-23-16,1-3-12 0,3 2-11 0,11-6-5 0,4 7-12 15,-1-1-7-15,-1-3-6 0,-3 2-4 16,-2 2-10-16,2 0-4 0,-10 0-6 0,-6-1-6 16,1 1-2-16,0-4-2 0,-9 4-4 0,-1 0-5 15,-3 0-3-15,-4 0 3 0,-1 0-5 0,-1-1-7 0,-11 1-1 16,15 0-2-16,-8 1-2 0,-7-1 0 0,10 5-3 16,-10-5-1-16,5 6 2 0,-4 2-2 15,1-3-1-15,-2 3-3 0,-2 4 0 0,1-2 0 16,-1 6 3-16,-1 0 4 0,3-1-8 0,-7 4 2 0,5 3 1 15,1 0 2-15,-4 5-7 0,3 3 7 0,2-6-6 16,-5 3 4-16,5 2-3 0,-1-1-1 0,-1-1 2 16,2 1 1-16,-2-1-2 0,-1 5 1 0,6-3 3 15,-3 2-6-15,0-3 3 0,0-1 1 0,0-1-5 16,0 1 4-16,2-3-1 0,-4-5-2 0,2 3 3 16,0-6 4-16,0 2-4 0,0 0 1 0,0-9-1 15,0 1 2-15,-3 1 1 0,3-5 2 0,0 3 8 16,0-3 14-16,-2 0 19 0,2-6 37 0,0 0 4 15,-1 6 21-15,1-6 16 0,-5 6 20 0,5-6 13 16,0 0-11-16,-9 3-4 0,9-3-9 0,-13-2-5 16,13 2-11-16,-16 0-6 0,-4-1-6 0,5 2-5 15,5-2 2-15,-10-5-2 0,0 5 3 0,-3-3-6 16,-8 0-1-16,-4 0-3 0,-5 4 1 0,4-7 3 16,-7 0-6-16,6 2 2 0,4-2 1 0,-10-2 6 15,-5-2-4-15,17 7 0 0,1-7 2 0,0-1 1 16,0-1-8-16,2 4 4 0,3-4 2 0,0-6 0 15,7 0-1-15,0-1-13 0,6 1 2 0,1-5-13 16,1 6-5-16,3-9-9 0,1 2-10 0,6 6-19 0,0-8 8 16,6 2-17-16,1 6-8 0,0 1-14 0,-1-1-31 15,-3 2-43-15,9-3-47 0,-4 3-50 16,-1 2-48-16,-2 3-65 0,5 0-64 0,-7 5-54 0,2-1-66 16,3-1-71-16,-8 5-363 0,5 1-978 0,-5 3 432 15</inkml:trace>
  <inkml:trace contextRef="#ctx0" brushRef="#br0" timeOffset="-188877.91">13036 15522 174 0,'-2'-7'310'16,"-1"-3"-2"-16,-1 1-13 0,4 5-5 0,-6-3-20 16,4-2-6-16,-6 2-14 0,8 3 6 0,-7-2-26 15,7 6-11-15,-6-6-34 0,6 6-20 0,-9-4-15 16,9 4-15-16,-15 9-13 0,4 2-20 0,-6 5-5 16,2 2-11-16,-8 9-10 0,-7 5-3 0,6 9-13 15,-5-4-6-15,0 4-6 0,-6-1-6 0,0 7 16 16,-1-1-19-16,-9 17-11 0,-1-1 22 0,-4-1-27 15,2 4 1-15,13-20 0 0,-3 3-7 0,-11 9 19 16,6-12-12-16,-9 11-4 0,14-15 2 0,2 0-3 16,3-1-1-16,0-3-3 0,1-3 10 0,4 0-11 0,6-8-6 15,8-2 0-15,-3-5-5 0,5 0-12 0,7-12-11 16,2 6-13-16,3-5-11 0,0-4-17 16,0-4-37-16,13 3-31 0,-4-3-43 0,10-3-56 0,3-2-57 15,3-11-53-15,5 1-216 0,-1-2-599 0,8-8 266 16</inkml:trace>
  <inkml:trace contextRef="#ctx0" brushRef="#br0" timeOffset="-188527.9">12789 15687 274 0,'2'-5'337'16,"4"2"-18"-16,-6 3-20 0,9-4-25 0,-9 4-26 16,14-1-15-16,-14 1-21 0,17 5-18 0,-4 0-13 15,1 5-7-15,5 2-4 0,0 8-24 0,4 1-9 16,-2 2-12-16,7 9-12 0,2 0-10 0,2 6-7 16,-4-3-10-16,7 0 8 0,-4 4-13 0,2-3 2 15,-1-3-11-15,2 6 0 0,-1-3 6 0,2-3-17 16,-3-2-7-16,1-2-3 0,1 3-9 0,-7-10 2 0,-4 0-7 15,7-5 0-15,-9 1-6 0,8-3 5 16,-8-2-6-16,1-3 0 0,-6-5-5 0,4 0-11 16,-3 1-8-16,-4-5-45 0,2-1-39 0,-5-1-36 0,1-2-38 15,-2-2-51-15,-3 2-61 0,4-2-48 0,-10 5-278 16,0-2-639-16,0 2 283 0</inkml:trace>
  <inkml:trace contextRef="#ctx0" brushRef="#br0" timeOffset="-187825.94">12009 16902 219 0,'2'-3'355'0,"-2"3"-8"0,0 0-16 0,0 0-18 15,0 0-20-15,0 0-26 0,0 0-35 0,0 0-22 0,0 0-14 16,0 0-19-16,0 0-18 0,-11 19-21 0,11-12-4 15,0-7-9-15,3 13-1 0,-3-4-8 0,8 0-2 16,-1 0-7-16,8 3-7 0,0 2-10 0,6-3-4 16,-6 3-12-16,11 1-4 0,-2-1-7 0,0-1-4 15,-2 2-7-15,-6 0-7 0,3-6-6 0,-3 5-3 16,-3-7 1-16,-1 5-10 0,-2-3 2 0,-3-2-8 16,-1-2 1-16,-1 4-3 0,-5-1 4 0,4-3-3 15,-8 3-4-15,1-1-2 0,-2-2 1 0,0-1-2 16,-3 3-1-16,-2-4-4 0,-3-2-17 0,3-1-30 15,10 0-37-15,-29-4-49 0,10 4-43 0,2-8-43 16,-4 2-59-16,4-3-60 0,-5 1-291 0,8 0-671 16,-3-3 298-16</inkml:trace>
  <inkml:trace contextRef="#ctx0" brushRef="#br0" timeOffset="-187594.34">12019 16836 326 0,'0'0'402'0,"5"-6"-10"0,-5 6-15 16,0-7-30-16,7 2-30 0,-5-1-30 0,6 3-25 15,5-3-25-15,-5 1-19 0,6 3-27 16,1-5-19-16,6 4-17 0,1-4-17 0,6 2-15 0,-3 0-11 16,4 0-10-16,-5 2-12 0,2 1-31 0,5-2-40 15,-7 4-41-15,-6 0-37 0,3 0-28 0,-2 3-46 16,-5-2-46-16,-5 1-51 0,6-4-47 0,-9 1-280 15,-6 1-603-15,0 0 267 0</inkml:trace>
  <inkml:trace contextRef="#ctx0" brushRef="#br0" timeOffset="-186911.14">11774 16677 154 0,'0'0'257'0,"0"0"-1"0,0 0-12 0,0 0-8 15,32 9-13-15,-4-6-11 0,2-2-14 0,3 4-16 16,0-2-14-16,10-1-17 0,-12-1-17 0,6 3-10 16,11-5-14-16,-7 1-9 0,6 0-10 0,-1 1-5 15,-13-1-12-15,15-1-8 0,-16-2-5 0,2 3-8 16,-2-1-5-16,1-1-4 0,-12-1-4 0,4 3-7 0,2-2-2 15,-11-1-3-15,1 2-1 0,-6 0-3 16,-1-1-1-16,-1 1 9 0,-9 1 7 0,14-4-3 16,-5 3-3-16,-9 1-5 0,0 0-4 0,0 0-5 15,15 5-1-15,-12-2 0 0,-3-3-2 0,3 7-4 0,1 2-2 16,-1-1-2-16,-3 0 1 0,0 6-1 0,3 1-2 16,0 0 0-16,2 4 3 0,-1-1-4 15,2 6 1-15,-4-1-4 0,5 4 1 0,-2 0-2 16,-4 0 1-16,8 1-3 0,-3 2-1 0,2-1 4 0,1 10 1 15,-4-6-3-15,5 3 3 0,-5-2 0 0,-4-5 1 16,6-1 4-16,-2 1-4 0,-4-3-1 0,-1-6-2 16,0 0 3-16,0-1-4 0,-1-4 7 0,-4-3 5 15,5-2 14-15,-2 2 12 0,-4-4 22 0,2-1 18 16,-1 1 18-16,-1-1 12 0,-4-2 7 0,5 0 6 16,-5-2-2-16,-2 1 1 0,-1-2-4 0,1-2-6 15,-2 0-8-15,-6 0-5 0,0-6-10 0,2 3-9 16,-4 3-6-16,-4 0-2 0,-6-1-8 0,1-3-6 15,-2 3-1-15,-4-3-5 0,6 2-3 0,-6-3-2 16,4 1-1-16,-15 1 2 0,2 0 5 0,5-2 6 16,7 5 8-16,0-1 3 0,-3-2 5 0,1-5 2 15,1 4 9-15,-3-4 2 0,7 2 12 0,4-4 5 16,6 4 2-16,4-2 10 0,2 0 2 0,-1-3 1 16,2-1-10-16,4-3-19 0,-1-1 5 0,9 0-9 15,-4-2-11-15,6 2-5 0,4-4-6 0,0 4-6 16,2-3-8-16,-1-1 1 0,2-7-12 0,3 9-4 15,0-2-11-15,-5 3-4 0,10-8-13 0,-7 9-27 0,0-2-31 16,1-2-36-16,-4 4-43 0,-4 1-33 0,2-1-47 16,1-1-55-16,-4 7-55 0,0 1-36 0,0-1-44 15,0 1-57-15,-2 3-60 0,2 1-313 16,2-3-899-16,-2 8 397 0</inkml:trace>
  <inkml:trace contextRef="#ctx0" brushRef="#br0" timeOffset="-186061.35">13992 16789 41 0,'-5'-6'292'0,"5"6"-6"0,-5-4-21 0,5 4-18 16,0 0-14-16,-6-5-16 0,6 5-21 0,-10-3-19 0,10 3-17 16,0 0-19-16,-18 7-10 0,13-2-12 15,-5 1-6-15,3 1-5 0,-4 2-7 0,-3 1-3 0,1 3 3 16,-2 3-8-16,0-5 1 0,0 6-3 0,2-5-8 16,-2 5-4-16,7-1-3 0,0-4 8 15,-7 4-17-15,2-4-5 0,4 3-4 0,3-3-4 0,1 3-5 16,-4-4 1-16,8 1-5 0,-3 0 9 0,8-3-10 15,-4 3-3-15,6-3 1 0,1 0-2 0,1-2-1 16,6 4-11-16,-5-2 2 0,11 2 2 0,2-6-9 16,-6-3 5-16,6-1-6 0,1 2 1 0,-5-3-3 15,2-3 2-15,-2 3-6 0,1-1-1 0,-1-2 5 16,-7-1-7-16,4-4 0 0,-8 4-5 0,3-3 6 16,-5 3 0-16,1-7 7 0,-6 4 3 0,0-2 9 15,0-2-4-15,-3 2-4 0,-4-1-1 0,2 1-2 16,-8 1-1-16,2-2-5 0,-3 1 11 0,0 3-15 15,-6 0-4-15,1 3-30 0,1-3-27 0,-5 3-35 16,7 0-36-16,-6 2-39 0,2 2-42 0,-3-1-57 16,8 3-69-16,-1-2-282 0,2 1-660 0,3 1 292 15</inkml:trace>
  <inkml:trace contextRef="#ctx0" brushRef="#br0" timeOffset="-185261.39">13511 16701 3 0,'-7'-3'322'0,"7"3"-15"0,-7-5-27 0,7 5-30 16,0 0-18-16,22-8-26 0,-7 1-15 0,16 2-18 15,-1-2-9-15,3 2 0 0,0-2-10 0,17 3-10 16,1-4-5-16,1 4-4 0,-1 4-17 0,-5-3-9 16,-1 0-9-16,-2-2-8 0,-7 4-3 0,-6-1-18 15,0 2-1-15,-2-1-10 0,-6-3-4 0,1 4 1 16,-7-2 5-16,-1 2 2 0,-3-2-1 0,-4 2-8 16,5 0-1-16,-13 0-9 0,9 0 0 0,-9 0-10 15,13 2-1-15,-13-2-12 0,10 2 7 0,-7 2-5 16,-3-4-2-16,5 4-11 0,-2 3 3 0,-1-3-3 15,3 8 0-15,-2-3 7 0,-1-2-7 0,3 8-9 16,2-3 6-16,-4 7-3 0,3 0-1 0,1-3-2 0,-2 1 0 16,3 2 3-16,-3 1 1 0,0 5 0 0,5-1-7 15,-2 2 1-15,2-2 3 0,2 0-3 16,-7-5 3-16,2 1-2 0,-1-1 1 0,1 1 1 16,1-1 0-16,-5 1-2 0,1 0-2 0,-3-4-2 0,4 4 0 15,-5-1 0-15,2-4 0 0,-2 2 1 0,3-1 1 16,-3-4-1-16,-3-2 16 0,1-1-9 15,2 5-2-15,0-5-2 0,-6 0 6 0,6 1 0 16,-4-5 1-16,1 2 2 0,1-2-3 0,-4 2 1 0,6 0 4 16,-7 0-4-16,4-3 7 0,-4 0-2 0,2 1 6 15,-3 0-4-15,1 1 7 0,1-3-2 0,-4 3 2 16,2-3 1-16,-4 4 8 0,-3 1-4 0,-1-7 0 16,-1 5 1-16,-1-1-3 0,-5 1-6 0,3 4 5 15,-5-4 3-15,-3 2-1 0,0 1-1 0,-2-2 4 16,-2 0-2-16,4 1 1 0,-8 1 5 0,-4-1-6 15,-5 2 4-15,2 2 8 0,9-5-1 0,-4 1 5 16,0 0 1-16,3 1 6 0,2-2 1 0,0 1 7 16,1-1 6-16,-1 0 6 0,7-5 9 0,2 1 8 15,-4 1 10-15,8-3 10 0,4 2 18 0,-2-1 18 16,6-2 10-16,-1 0 17 0,4-2-8 0,-4-2 15 16,7-3-20-16,-3 3 11 0,3-4-15 0,-1-1-4 15,5-2-14-15,-3-5-2 0,5-3-8 0,0 0-11 0,0-4-7 16,0-7-8-16,0-2-31 0,0-5-68 0,5-2 0 15,-5-2 0-15,2 11 0 0,3-2 0 16,-5 1 0-16,0 0 0 0,0 1 0 0,0 0 0 16,-5 3 0-16,3 0 0 0,2 3 0 0,-5 4 0 0,-3 1 0 15,0-4 0-15,0 8 0 0,-2-2-213 0,-2 6-72 16,6 0-63-16,-6-1-75 0,0 8-65 0,4-2-80 16,-4 1-410-16,4 4-1059 0,0-2 468 0</inkml:trace>
  <inkml:trace contextRef="#ctx0" brushRef="#br0" timeOffset="-182128.08">13396 14195 8 0,'-8'-3'152'0,"2"-2"-7"0,4-1-9 0,2 6-9 0,-13-9-8 15,8 5-10-15,-5 1 7 0,2-4-4 0,1 3-3 16,-1 1-4-16,-4-3 0 0,2 0-5 0,-1-2-1 16,-1 4 0-16,-3-6-5 0,5 8 1 0,-1-6-9 15,-1 4-5-15,-1-7-6 0,-2 7-8 0,3-1-7 16,-3-1-4-16,0 2-7 0,5 3-8 0,-3-6 1 16,0 5-5-16,-2 0-4 0,0-3-2 0,0 5-2 15,0 0-6-15,4 0-3 0,-1 2 0 0,-1-2-4 16,-2 3-1-16,0-1-1 0,0-1-1 0,0 3-2 15,-1 1 0-15,1 1 0 0,-5-2-2 0,4 1-2 0,-3-1 0 16,1 4-4-16,2-2 4 0,-3 0-1 0,3-1-1 16,-6 0-3-16,6 0 3 0,-6 2-3 0,2 0 2 15,5 1-3-15,-4-3 0 0,-1 1 0 0,0-1 2 16,3-1 5-16,6 3-6 0,-1-2 2 0,-4 6-2 16,4-3-1-16,-3 0 1 0,4-1-1 0,-6 2 1 15,2 2 1-15,2 0-5 0,0-1 2 0,-2-1 1 16,-2 0 0-16,7 0 3 0,-3 4-2 0,-2-6-1 15,4 6-3-15,1-4 3 0,-4 1-3 0,6 2 2 16,-7-2-1-16,9 0 2 0,-8 2 3 0,6-2-3 16,0-2 0-16,-5 3-2 0,1 1 1 0,2-5-1 15,0 2 3-15,0 3 1 0,-1-5-3 0,-1 2 3 16,4 2-2-16,-2 0 0 0,0-3 4 0,-2 3-4 16,4 0 0-16,-7-1 2 0,7 0 2 0,0-2-4 0,-4 5-1 15,4 0 1-15,-2 0-1 0,0-1 2 0,2 0-1 16,-1 5 0-16,1-4 0 0,-5 0-1 15,11 2 1-15,-5 0-2 0,-1 0 4 0,0 1 2 0,1-1-6 16,-1 0 1-16,-4 1 0 0,4 0 1 0,2 1-3 16,-8 1 7-16,6 1-4 0,0-4 0 0,-1 7 0 15,-2-1 8-15,1-5 10 0,0 2-2 16,-2-2 2-16,-2 7-4 0,-1-3 1 0,0-4-2 0,1-1 3 16,0 6-5-16,-5-1-2 0,6-1-2 0,-2-2 2 15,0 1 0-15,5-4-2 0,-3 4-2 0,0-1 0 16,0-2 10-16,-2 8 2 0,0-5-5 0,0-1-3 15,7 2 0-15,-6-3-1 0,8-1 1 0,-9 1 0 16,7 7 2-16,-1 0 4 0,-4-7-1 0,5 3 4 16,0 4-2-16,-6 0 0 0,8-4-1 0,-6-3-2 15,2 10 2-15,2-10-3 0,-2 8-2 0,5-4 0 16,-5-3-3-16,2 0 2 0,-2 2 1 0,5 1 3 16,-7 4-6-16,6-6 0 0,-4-1 0 0,-3 5-1 15,6-2 6-15,-3-4-8 0,2 6 2 0,-2-4 6 16,5-4-3-16,-5 4-2 0,2 3 2 0,-1-6 3 15,3 5-2-15,-4-2 0 0,3 1-2 0,1 0 2 16,4 6-2-16,-6-6 1 0,1-1-1 0,2 2 0 0,-3-1 2 16,8 1-3-16,-7 1 0 0,6-3-2 0,-6 1 3 15,0-2 0-15,7 1-1 0,-6 5 0 16,6-3 0-16,0-3-2 0,-7 4 0 0,5-3-1 16,2 0 7-16,0 4 1 0,-6-2-7 0,6 4 6 0,-2-3-8 15,2 4 4-15,-5-5 4 0,4 1-8 0,1-1 5 16,0 7-7-16,0-4 4 0,0 3-1 0,0-4 1 15,0 4-5-15,0-5 3 0,0 1 0 0,0 4 0 16,0 1-2-16,0-7 5 0,0 3-1 0,0 3-2 16,0-5 4-16,0-2 1 0,1 5 0 0,-1-4 1 15,7 1-3-15,-14 3 0 0,12-5 1 0,-3 2 3 16,-2 1-4-16,0-3 1 0,0 5-2 0,6-8 2 16,-6 7-3-16,2-1 0 0,5-1 8 0,-7-3-10 15,0 4 0-15,6-5 2 0,-4 3-3 0,6 6 1 16,-4-1-2-16,-3 2 2 0,6 0 0 0,-7-9-2 15,6 6 5-15,-4-5 0 0,5 5-4 0,-2-4-3 16,-2 1 5-16,4 0-4 0,-1-3 1 0,-2 3 2 16,1-2-3-16,3 6 3 0,-2-3 7 0,3 0-9 15,-3-5 4-15,1 8-5 0,1-8 5 0,0 1-1 16,-1-2 3-16,5 7-6 0,-4-11 2 0,2 7 3 16,1-2-1-16,-1 0 0 0,4 2 6 0,-1-4-5 15,-2 2 2-15,4-4-2 0,-1 4-1 0,9 0 2 0,-7 2-1 16,-4-4 0-16,9 4-4 0,-6-7 5 0,8 4-5 15,-1 1 5-15,4-3 1 0,-4 2 0 0,3-4-4 16,-2 6 0-16,3-6 1 0,-1 0-3 16,-2 2 1-16,4-4 0 0,1 5-1 0,-1-3 0 0,1 0 5 15,2 2-5-15,1-3 2 0,0-2 1 0,-1 2-7 16,0 0 10-16,1-1-8 0,1-1 4 0,1 3 1 16,5-4 0-16,-6 0-2 0,12-1-2 15,-7 1 2-15,6 3 0 0,-7-5-1 0,5-3 8 0,-9 3-5 16,4 3-2-16,-4-5-3 0,11 1-1 0,1-2 3 15,1 3 1-15,-12-3-4 0,0 4 2 0,0-5-1 16,1 4 0-16,-1-3 0 0,-2-2 3 0,4-1-3 16,-2 7 1-16,-3-6 2 0,5-1-4 0,-4 3 7 15,2-1-6-15,-8-2-3 0,6 0 6 0,-2 0 1 16,0 0-2-16,-2 0-3 0,-2-2 1 0,-4 2 3 16,1-4-3-16,2 2 3 0,-4-3 0 0,2 4-1 15,-6-2 4-15,11-3-7 0,-6 0 5 0,4-5-4 16,-5 9 1-16,-2-6 2 0,10-3-3 0,1 4 1 15,-10 3 0-15,5-3 2 0,0-5 10 0,-2 7-13 16,4-3 0-16,-1-3-1 0,3 3-1 0,-4-2 0 16,4 1 4-16,-12 1-2 0,6 0-2 0,-2-1-4 15,-2 0 7-15,2 0-1 0,-4 0-1 0,4-3 1 16,-3 3 6-16,-4-4-6 0,3 1 1 0,-1-1 4 16,5 1 0-16,-2-5-5 0,2 0-2 0,-3-1 7 15,4 0-2-15,1 0-5 0,-2 0 1 0,-4-3 2 16,6 4 2-16,-1-2-2 0,1-1-1 0,-12 2-1 15,13-1 5-15,-5 1-4 0,-1 4 3 0,6-3-4 0,-5-1-1 16,-5-1 1-16,1 7 0 0,0-8 2 0,0 3-5 16,1 0 4-16,-2 2 5 0,-5-1-4 15,7-2-1-15,-2 1 10 0,-3 1-4 0,3 1-8 16,-4 0-1-16,4-1 3 0,-3-3 5 0,3-1-1 0,-1 1-2 16,-2 3-4-16,-2 2 9 0,-1-3-2 0,1 0-7 15,0-1 0-15,-3 3 6 0,2-3-4 0,-1 5-2 16,1-4 13-16,-2-1-8 0,-2 0-1 0,0 3-3 15,2-2-4-15,-3 2 8 0,3 0-2 0,-3-2 5 16,-1 2-6-16,4-5 9 0,-3 2-11 0,3 3 3 16,-2-2 1-16,1 2-1 0,-3-1 2 0,4 0 0 15,-1-1-2-15,-4 0-2 0,1 1-3 0,-1 0 8 16,0-1-4-16,0 4 4 0,-1-7-5 0,1 5 6 16,0 0-7-16,-4-3-1 0,4 3 0 0,-3-2 4 15,-4 1 3-15,4 1 8 0,-2-3-12 0,2 1 3 16,-2 0-6-16,-2 0 1 0,0-1 3 0,4 0 3 15,-3 0-2-15,-3 5 2 0,3-7 3 0,-3 2-8 16,-1 3 0-16,5-5 0 0,-6 4 2 0,3-2 2 16,-2 3-1-16,3 0-2 0,-5-2 2 0,-2 4-1 15,4-3-3-15,-4 2 2 0,0 2 3 0,7-3-2 16,-5 0-3-16,2 0 0 0,-3 5-1 0,5-5 3 16,0 1-3-16,-1 1 1 0,3 4 5 0,-3-5 1 15,3 1 7-15,-1 2-4 0,-3-3 2 0,5 2 12 16,0-3-15-16,-3 3 2 0,0-3 0 0,-1 6 0 0,3-4 3 15,-1-4-10-15,2 1 4 0,0 1-3 0,-1 0 2 16,-1 0-4-16,4-2 4 0,-7 0 3 16,2 3 1-16,1-4-4 0,0 3-1 0,-1 1 0 0,3 1-1 15,-2-2 4-15,1 1 0 0,1-1-3 0,-3 2-2 16,6-2-5-16,-3 0 7 0,3 3 0 0,-4-4 2 16,-1 6-1-16,4-3-8 0,-2-1 5 0,3 1 3 15,-3 2-5-15,5-4 8 0,-3 1-1 0,1 0-1 16,2 2-5-16,-3 1-4 0,1-2 7 0,-3 1-7 15,5 2 4-15,0-6 1 0,-5 5 1 0,5-3 1 16,-3 1 3-16,-4-3-5 0,7 1 1 0,0 3-5 16,-1 0 3-16,-4-6 2 0,5 6-3 0,0-3 3 15,-9 1-7-15,9 1 3 0,0-1 1 0,-1 1 7 16,-4-1-5-16,5 0 3 0,0 1-2 0,-2-2-3 16,-3 3 2-16,4-3-1 0,1 0-1 0,0 0 5 15,-5-4-4-15,3 4-3 0,2-2 8 0,0 3-3 16,-2-3-2-16,-3 2 0 0,4 0 1 0,-6 0-4 15,5 1 5-15,-3-1-3 0,-1 1 1 0,4 1-6 16,-3-7 6-16,2 6 3 0,-4-1-2 0,2-1 3 16,-5 0 3-16,4 1-4 0,-1-4-4 0,1 4-2 15,2 1 0-15,-4-4 5 0,3 4 1 0,-2-6-3 16,1 4-6-16,1-4 9 0,1 2-1 0,-5 5-5 16,5-3 5-16,-1-3 3 0,2 1-3 0,1 3 3 15,4-1-4-15,-4-4-5 0,1 3 17 0,-4-1-12 16,5 1 3-16,0-1-9 0,0 2 8 0,0-1-2 15,-4 0 1-15,1 1-3 0,1-2 2 0,1 1-1 0,-3-1 1 16,3 2-3-16,-1 0 3 0,-4-3 0 0,-1 2-5 16,2-1 5-16,-3 4 1 0,-2-6 4 0,-2 4-5 15,2 1-2-15,-5-3 1 0,-6 1-6 16,11 1-2-16,-10 0-31 0,3 1-26 0,-2-1-21 0,-3 5-26 16,6 0-20-16,-4 2-26 0,-2-3-48 0,-1 5-58 15,5-1-61-15,-9 2-203 0,7 0-571 0,1 3 254 16</inkml:trace>
  <inkml:trace contextRef="#ctx0" brushRef="#br0" timeOffset="-179645.02">8078 14330 101 0,'-4'-8'196'0,"0"-6"-2"0,-2 2-1 15,-4 1-12-15,1-1-16 0,-1-3-1 0,-3 3-9 16,5-4-7-16,-2 5-7 0,-2-1-9 0,2 0-12 16,2 4-6-16,0 1-7 0,-5-4-8 0,-1 3-12 0,5 4-8 15,-5-2-7-15,1 1-8 0,-2 1-9 16,0 1-4-16,-1 2-5 0,-4 1-6 0,3 0-7 16,-6 1-3-16,3 2 0 0,-1 1-6 0,-2 1-1 15,-6-2-3-15,5 8-4 0,-5-4 0 0,10 1-2 0,-6 0 0 16,3 0-3-16,1 1-1 0,-1 1 0 0,1 2-4 15,4-1 3-15,-3-2 0 0,-3 2-3 0,5 0-1 16,-2-2 0-16,0 6 1 0,4-7-1 0,-4 3-1 16,-5 5-1-16,8-9 2 0,-1 4-2 0,-7 1 1 15,4 0 0-15,-2 0-2 0,3-1-1 0,-8 1 0 16,3-1 0-16,-3 0 1 0,8-3-1 0,-7 4 0 16,-2 0-2-16,2-4 3 0,-3 4 1 0,5-4-3 15,-1 3 2-15,3 2-3 0,0-1 2 0,4 1-1 16,3-4-1-16,-7-1 4 0,3 7-3 0,3-6-1 15,-3 11 3-15,-3-6 1 0,8-1-3 0,0-3-2 16,-1 5 2-16,4 0-1 0,-3 0 0 0,4 0-2 16,-1 3 4-16,-1-3 2 0,3 3-2 0,0-2 3 0,-3-1-4 15,1 5 2-15,-4 1-4 0,6-1 2 16,-5 2 0-16,3-4-2 0,-4 5 2 0,4-6 0 16,-3 6 1-16,7-5-3 0,-7 5 8 0,2-1-4 15,-2-1 7-15,2 3-1 0,3-1 1 0,-5 2-2 0,0-4-2 16,-2 2 1-16,3-3 0 0,-1 4 3 0,-4-2 2 15,8 0 3-15,-2 2-3 0,-2-3-2 16,-2-2 3-16,6 1-1 0,1-5-1 0,-2 11-2 0,-1-7 4 16,3-3-4-16,2 3 3 0,-1-2 0 0,-2 0 0 15,3 1-3-15,-1-1 5 0,1 0-6 0,1 2 2 16,-1-6 4-16,-5 5-5 0,6-2 0 0,-1 4-1 16,-5-6 2-16,4 3 1 0,1 3-5 0,-3-5 4 15,1 0-1-15,5 3 1 0,-12-2-3 0,11 1 7 16,-9 5-1-16,3-3 2 0,0-3 1 0,3 3 1 15,-5-2 1-15,1 1-2 0,-2 1 1 0,2-2 0 16,5 1-7-16,-2-6 3 0,1 7 4 0,-1 1-4 16,-1-2-1-16,-1 3 3 0,4-4-2 0,0 2 2 15,-5 3 0-15,4-2-2 0,3-2 0 0,-1 1 0 16,-1-2 0-16,1 2-1 0,0-4 4 0,4 7-7 16,-3-5 3-16,1 1-2 0,-4 2 2 0,3-1-1 15,4-2-1-15,-5 2 0 0,7-1 2 0,-6 2-1 16,6-1 2-16,-8-2-3 0,8 1 2 0,-5-6 3 15,3 11-5-15,0-7-4 0,2 0 3 0,-6 2 0 0,6 1-4 16,0-2 4-16,0 1 1 0,0 2 2 16,3-1-3-16,-3 1 1 0,-3-1-1 0,6 0 1 15,0 0-5-15,-1 2 0 0,5-2 4 0,-6 4-4 0,6-4 4 16,-2 0-1-16,-2 3-2 0,4-4 3 0,-1 1-3 16,3 1 2-16,-3 7 1 0,2-9-5 0,-1 1 1 15,5 4 2-15,-2 0-4 0,-4-4 2 16,7 5 0-16,-1-3 1 0,0-4 0 0,-2 2-5 0,4 2 2 15,-4-5 1-15,0 1 4 0,-1 0-6 0,4 0 0 16,2 6 2-16,-5-8-3 0,1 3 2 0,-1-2 1 16,3 1-2-16,-1 1 3 0,0-2-2 0,-1-1-2 15,1 0-1-15,3 1 1 0,-5 0 0 0,6-4 5 16,-6 6-5-16,5-5 1 0,0 2 0 0,3-1-2 16,-3-2 2-16,2 1 7 0,-3 6-9 0,6-4 3 15,-5-3 0-15,2-1 3 0,3 1-6 0,-4 2-1 16,1-4 0-16,1 1-1 0,5 3 3 0,0 0-1 15,-1-3 5-15,1 0-1 0,-2 1-4 0,-4-4 1 16,5 3-2-16,-3-2 1 0,6 1 6 0,-5-2-4 16,0 4-3-16,-4-4 0 0,3-1 3 0,1 2-3 15,-1-2 1-15,-2 0 3 0,4-2-1 0,-1 6-4 16,-1-7 2-16,-3 1 3 0,6-2-2 0,-3 4-1 16,6 0 2-16,-8-3 1 0,3 1-3 0,1-2 2 0,7-2-3 15,-4 5-1-15,-3-5 2 0,11 1 3 16,-11 3-1-16,9-4-1 0,-5 3 2 0,-1 1-1 15,6-5 0-15,-8 2 1 0,1 0-4 0,-3 1 2 0,3-1-1 16,-1-2 1-16,1 2 0 0,11-1-3 0,-10-1 1 16,-5 3 4-16,10 0-1 0,-3-2-4 0,1 2 4 15,2 2 0-15,-2-2 1 0,3-2-3 16,3 2 0-16,-3-1 2 0,-1 0 1 0,1 2-5 0,2-2 5 16,2-2-3-16,-2-2 0 0,1 2 3 0,0-3 2 15,2 2-4-15,3-1-1 0,-7 0 5 0,2-2-4 16,-1 1 11-16,1-5-9 0,-2 4-1 0,4-2-1 15,-2-1 0-15,0-1 6 0,-3-1-7 0,2 0 0 16,-1 1 2-16,4-2-1 0,3-2 0 0,0 3 0 16,2-7-1-16,-9 8 2 0,1-4-1 0,11-3 3 15,-12 1 5-15,4 5-8 0,-5-2 0 0,-2 0-2 16,2-1 6-16,-1-1 1 0,-1-1-8 0,-3 1 3 16,3-1-1-16,-1 1 4 0,-1-1-1 0,-6 1-4 15,3 1 4-15,2-5-2 0,-5 4 4 0,3-2-4 16,-1 4 0-16,-2-6 0 0,-5 2 5 0,8 0-5 15,-8 3 4-15,-2-3-7 0,2 3 7 0,6-10-4 16,-6 1 2-16,-5 5 3 0,5-1-4 0,-2-5-1 16,0 5 3-16,1 0-5 0,-3 1 3 0,1 1-1 0,-2 1 0 15,1-3 1-15,-1-2 0 0,2 4 0 16,-2 0 0-16,1 1 3 0,-1-4-7 0,0 4 1 16,4-1 5-16,-8-2 1 0,2 1-1 0,1 1-2 15,-3-5 1-15,1 5 1 0,0-1 1 0,1-2 5 0,-7-3 9 16,6 3-3-16,0 3-3 0,-2-6 5 0,-4 2-1 15,6-1-3-15,-5-1-3 0,4 0 3 0,-6-2-2 16,0 3-4-16,7 0 1 0,-7 1-1 0,2-7 5 16,-2 3-4-16,0 4 12 0,0-8-14 0,0 9 0 15,0-9-1-15,0 9 7 0,4-3-3 0,-4-1 4 16,0 2 3-16,0 1-2 0,-4-3 18 0,4 6-9 16,-2-3-3-16,2-2 6 0,0-1-6 0,-7 3-5 15,6-1 14-15,-4 1-12 0,5-7-7 0,-2 9 2 16,2-12 4-16,-5 4-4 0,3-1 6 0,2 5-5 15,-1 0 4-15,1 1 2 0,0 1-2 0,0-2 12 16,-5 3-9-16,5-2 6 0,0 1 4 0,-2 3 2 16,2-4 1-16,-7 2 6 0,7 2-8 0,-5-4 7 15,4 8 3-15,-7-6 0 0,1 6-4 0,0-8 5 16,1 2-2-16,-3 5-5 0,3-2-4 0,-1 0 4 16,-1 0-1-16,0-2-3 0,-1 6-5 0,3-8 3 15,-4 6 0-15,0-2-11 0,0 0 5 0,0-3 2 16,-3 3-2-16,4-3 6 0,-2 2-9 0,-1 2 5 0,1-9 0 15,1 7 1-15,-2-5-2 0,-3 0-2 0,-1 0 3 16,1 0-2-16,0-4 7 0,-3 5-6 16,1-2 4-16,2-1-2 0,-6-1-1 0,-2 1-1 0,8-2 2 15,-12 3-2-15,7-4 0 0,-1 5-1 0,-1-5-2 16,3 7 3-16,-3-5-5 0,2-2 0 0,-11-3-1 16,9 7-2-16,-9-9 1 0,14 10-1 0,-4-1-2 15,-9-8-2-15,2 7-2 0,0-4 1 0,-2-1 0 16,12 5-3-16,-14-8 0 0,7 8-1 0,2 0-2 15,-5 1 0-15,-3-3-1 0,2 3-2 0,3 5 4 16,-1-5-2-16,-1 3-3 0,0-1 2 0,0 4-5 16,5-2-9-16,-7-2-16 0,2 1-20 0,-4 2-27 15,4-1-25-15,-1 2-38 0,5-4-32 0,-5 1-31 16,-6-1-31-16,5 1-23 0,2 1-31 0,3 1-54 16,-1-5-56-16,1 5-281 0,2-2-731 0,4 7 324 15</inkml:trace>
  <inkml:trace contextRef="#ctx0" brushRef="#br0" timeOffset="-165278.06">6036 15077 289 0,'0'-6'419'0,"-3"-5"10"0,3 3-5 0,0 4 2 16,0-4-11-16,-4 3-17 0,1-5-17 0,3 10-14 15,0-7-24-15,0 7-19 0,0-9-28 0,0 9-22 16,0-6-31-16,0 6-23 0,0 0-20 0,0 0-28 15,7-6-18-15,-7 6-20 0,0 0-13 0,0 0-11 16,0 0-12-16,0 0-9 0,5 19-10 0,-2-11-7 16,4 3-9-16,-7-1-5 0,5-3-3 0,1 4-9 0,-1 3-5 15,2-7-6-15,-2 5-5 0,5-3 30 16,-10-1 4-16,6 0-15 0,3 3-1 0,-3-5-4 16,4 1 1-16,-7 0-10 0,6-2-1 0,-3-2-4 15,9 2-14-15,-6-2 10 0,4 0 3 0,8-6 1 0,-4 3-8 16,3-3 11-16,-2-2-12 0,3 4-12 0,-1-6 10 15,2 0 10-15,-6-2-19 0,4-1-5 0,-3-3 9 16,-1 2 1-16,-1-7-6 0,5-2 0 0,-3-1 0 16,2-4 1-16,-9 1-7 0,5-3-24 0,-1-1-54 15,-6-4-63-15,13-6-70 0,-9 0-88 0,-2 6-85 16,1 5-91-16,-1-3-106 0,4 7-317 0,-6 6-967 16,7 2 428-16</inkml:trace>
  <inkml:trace contextRef="#ctx0" brushRef="#br0" timeOffset="-162479.22">11908 14219 63 0,'0'-7'384'0,"4"2"5"0,-4 5-3 16,3-11-4-16,-3 8-16 0,0 3-21 0,5-6-23 15,-5 6-27-15,0 0-26 0,2-6-29 0,-2 6-23 16,0 0-26-16,0 0-17 0,0 0-19 0,0 0-19 16,0 0-11-16,20 14-13 0,-12-4-12 0,-5-1-8 15,7 4-12-15,0 2-7 0,0-1-8 0,-3 3-14 16,3-4 2-16,-1 4-5 0,0-1-5 0,-1-3-3 15,0 5-2-15,6-4-6 0,-10-4-2 0,0 1-5 16,2-3-1-16,-1-1 0 0,2 1-1 0,-2-3 0 16,-5 2 15-16,5-3 30 0,-5-4 27 0,0 0 28 15,7 1-3-15,-7-1-13 0,0 0-6 0,21-12-12 16,-13 4-9-16,1-6-9 0,2 1-6 0,-1-8-7 0,3-1-5 16,6-1-10-16,0-3-16 0,-2-2-29 15,9-7-60-15,3-1-72 0,2-2-88 0,1 4-80 16,-8 2-86-16,9 4-117 0,2-1-318 0,-7 12-893 0,-3-3 395 15</inkml:trace>
  <inkml:trace contextRef="#ctx0" brushRef="#br0" timeOffset="-113681.98">4162 14391 48 0,'-5'-13'376'0,"5"-6"20"0,-3 7 8 0,3 0-2 16,-2 2-7-16,-3-3-10 0,5 4-18 0,5 2-21 15,-5-3-22-15,2 5-28 0,-2 5-30 0,0-12-29 16,0 12-25-16,3-4-24 0,-3 4-18 0,7 0-15 15,-7 0-12-15,15 9-19 0,-8-2-9 0,7 5-13 16,0-2-9-16,-1 4-9 0,0-3-6 0,0 5-11 16,1-3-7-16,1 0-6 0,-2-4-2 0,-3 3-5 15,3-5-4-15,2 4-3 0,-7-4 2 0,5-2 1 16,2-5 14-16,7 0 3 0,-2-3 1 0,4-3-2 0,5-6-5 16,-5-4-4-16,5-2-6 0,5-13-6 0,-1 1 1 15,1-2-2-15,-1-7-8 0,3-2-2 16,-8 1-5-16,9-7-1 0,-6-1-2 0,-4 6-10 0,1 5-19 15,-2 2-29-15,-9 11-41 0,-2 3-36 0,-7 8-42 16,2-1-49-16,-2 5-59 0,-1 5-55 0,-7 2-56 16,0 2-43-16,0 0-57 0,0 0-242 0,-4 22-778 15,-1-7 345-15</inkml:trace>
  <inkml:trace contextRef="#ctx0" brushRef="#br0" timeOffset="-113064.54">4970 14296 177 0,'-20'-10'262'0,"0"5"-6"0,-4-2-8 0,-6 6-7 0,2 4-5 16,-4 2-6-16,-13 10 6 0,-4 5-5 16,4 3 0-16,-5 4-1 0,4 4-5 0,1 5 14 0,-3 3-18 15,-9 15-4-15,2 6-6 0,4-1 1 0,6 0-18 16,15-7-17-16,2 0 3 0,0-1-14 0,10 2-15 16,3 1-16-16,11 1-7 0,4-1-17 0,7-3-10 15,13-3-7-15,10 0-6 0,11-6-7 0,19 11 0 16,16-9 9-16,3-9 2 0,9-8-5 0,0-9-5 15,4-1-6-15,4-10-6 0,0-11-5 0,-5-6-5 16,0-6-1-16,-11-5-4 0,-21 0 3 0,-2-6 14 16,-9-9 4-16,16-14 4 0,-21 6-16 0,2-18-8 15,-7-8-5-15,-10-4 0 0,-11-1-7 0,-6 0-7 16,-16 0 0-16,-5 18-4 0,-6 8 1 0,-9-1-1 16,-5-1-7-16,-6 6-3 0,-7 8-3 0,-8 0-4 15,-2 9-4-15,1 2 0 0,-6 9-3 0,4 3-7 0,6 9-15 16,-4 2-29-16,4 8-33 0,14 4-38 0,-4 9-35 15,1 4-45-15,9 0-37 0,-2 6-38 16,9 14-30-16,-2 9-43 0,6 3-51 0,7 1-39 0,-5 21-341 16,0-2-835-16,5-20 369 0</inkml:trace>
  <inkml:trace contextRef="#ctx0" brushRef="#br0" timeOffset="-112665.28">4583 15517 33 0,'-8'-2'292'0,"-2"0"-13"16,-4 1-23-16,1 1-21 0,-3 3-13 0,-4 2 0 15,-3 3-3-15,-6 7-4 0,-7 6-11 0,-9 9 5 16,1 8 1-16,-24 11 11 0,2 6-6 0,-9 7 5 16,-26 35 3-16,3 0-1 0,1 0-1 0,19-28-9 15,-25 33-6-15,-1 2-9 0,-5-8-9 0,8-5-24 16,25-27-15-16,-27 28-13 0,30-28-15 0,0-2-11 15,-1 3-12-15,8-13-8 0,8 5-11 0,12-19-6 16,-4 2-8-16,10-6-8 0,5 0-10 0,2-6-14 16,12-12-48-16,6 1-57 0,5-8-49 0,8-5-49 0,2-2-64 15,0-2-69-15,0 0-70 0,32-33-79 16,-2 3-249-16,6-9-759 0,5 1 336 0</inkml:trace>
  <inkml:trace contextRef="#ctx0" brushRef="#br0" timeOffset="-111113.18">4608 15926 76 0,'-2'-11'372'0,"4"7"10"15,-2-4 3-15,0 8-9 0,1-12-25 16,-1 8-25-16,0 4-35 0,0 0-32 0,0 0 6 0,0 0 12 15,0 0 4-15,0 31-9 0,-1-4-2 0,-6 3-11 16,-3 15-17-16,-6 1-18 0,1 8-16 0,-10 19-12 16,-3 1-28-16,0 4-19 0,-4 0-8 0,6-1-17 15,-6 1-11-15,-3-3-13 0,11-4-8 0,-1 1-12 16,8-20-8-16,-4 2-11 0,7 0 1 0,-2-8-11 16,1 7-36-16,0-11-34 0,5 3-43 0,-1-9-42 15,4-6-66-15,7-15-59 0,-2 3-67 0,4-3-56 16,5-10-73-16,1-3-390 0,3-2-880 0,4-7 389 15</inkml:trace>
  <inkml:trace contextRef="#ctx0" brushRef="#br0" timeOffset="-110865.39">4912 15975 253 0,'0'-15'387'0,"0"3"0"0,0 5-24 0,-5 4-22 0,5 3-45 16,5-11-28-16,-2 10-22 0,-3 1-28 0,0 0-24 15,25 16-22-15,-8 3-17 0,-1 5-12 0,8 11-13 16,0 4-12-16,1 6-9 0,-3 5-16 0,6 4-6 16,3 13-32-16,-3 8-62 0,2-4-61 0,-10 3-63 15,-5-3-72-15,2-18-70 0,-7 5-283 0,9-3-602 16,-4-4 266-16</inkml:trace>
  <inkml:trace contextRef="#ctx0" brushRef="#br0" timeOffset="-68651.4">7291 14343 60 0,'-15'-4'168'0,"-7"-3"0"16,6 6-10-16,-6 1-7 0,2-1-1 0,-1-1-3 15,4 2 2-15,-4-3-8 0,-1 6 0 0,-11-6-9 16,5 1-2-16,6 4-4 0,-7-2-8 0,-1 5-7 0,2-3-2 15,5 5 1-15,-7-3-6 0,10-1-3 0,-17 1-4 16,11 3-9-16,9 0 6 0,-14 0-9 16,11 1-6-16,2 2-8 0,-5 1-3 0,3-2 0 0,-5 3-5 15,2 3-6-15,3-3 8 0,-2 2-13 0,1 3-3 16,4-5-2-16,-1 5-5 0,-5-2-2 0,2 5 0 16,-1 0-1-16,5 3 0 0,-4-3-2 0,-1-1-3 15,4 6 1-15,-2-2 1 0,-1-1-2 0,-1 5 11 16,-3 5-13-16,1-2 0 0,-1-3-3 0,8-1-2 15,-9 6 2-15,3-8-5 0,1 10 4 0,1-14-6 16,-1 4 2-16,1 13-5 0,6-13 4 0,-8 1-1 16,1 12 4-16,4-14 14 0,0 0-17 0,1 2-5 15,-3-3 2-15,5 4 5 0,2-3 1 0,-2 2-6 16,-1-3-1-16,4-1-9 0,-1 2 14 0,-2-1-5 16,2 2-7-16,-2-1 15 0,1 0-1 0,6-8-4 15,-2 0-5-15,-1 2 6 0,1 2-3 0,-3-6 0 0,4 6 3 16,-4-4-5-16,5 4-3 0,-2-1 2 0,0-1-5 15,2 3 5-15,-1-5-6 0,3 4 5 16,-3 1 13-16,3-1-16 0,-2 7-2 0,-1-10 0 0,3 4-3 16,-1-1 5-16,2 1 0 0,-3 2 7 0,-1 2-4 15,1 2 19-15,0-8-9 0,1 7-2 0,-3 1 1 16,-1-1-1-16,4-6 1 0,-1 9-7 0,3-1 6 16,-5-3-3-16,5 3 0 0,-5 0-2 0,8 2 2 15,-3-1-1-15,-3-1-1 0,2-3-6 0,4 3 2 16,-5 0-3-16,7 0 0 0,-1-5 3 0,-4 6-7 15,5-1 5-15,-2-8-5 0,2 8-5 0,0-3 5 16,2 2-2-16,-2-2 0 0,5 3-1 0,-4 0 0 0,6-4-3 16,-7 1 2-16,2-1 3 0,-2-4-4 0,6 7 2 15,2-2 0-15,-6-3-5 0,3 1 5 0,3 2-2 16,-1 2-3-16,-2-7 0 0,0 1-1 0,2-1 1 16,4 4-3-16,-1-3 5 0,2 0-1 0,-2 6 0 15,-2-6 0-15,0-4 4 0,7 8-1 0,-8-6 0 16,4-2-4-16,6 7 1 0,-9-4-2 0,7 4-1 15,-2-7 1-15,-5 4 2 0,11 1 5 0,-6-1-3 16,-1 4 1-16,4-4 0 0,-3-2-2 0,1-4-3 16,7 7 2-16,-11-5-1 0,8-1 3 0,-1 2-3 15,-1 2-2-15,7 1 1 0,-4 1 1 0,-1-5 0 16,3 3-1-16,-1-2 5 0,0-6 4 0,-5 3-5 16,5 2-4-16,5-4 3 0,-5 0 0 0,1 2 8 0,-1-1-14 15,-3-4 2-15,6 3 1 0,-10-2-3 16,15 2 5-16,-8-1 0 0,6 1 1 0,-1-3 0 15,-5 1-1-15,2-1-1 0,4-1 1 0,-4 1 0 0,2 3 1 16,6-6 0-16,-8 1-5 0,6 1 5 0,0-1-4 16,2-2 4-16,-7 1-4 0,7 0 2 0,0 3-1 15,-2-1 0-15,-3-7 2 0,4 6 0 0,1 0-3 16,-2-2 8-16,5 0-9 0,-6-2 5 0,6 1 0 16,-3 0-2-16,1-3 6 0,-1 5-8 0,1-2 2 15,-2 0-2-15,-8-1 3 0,11-2-1 0,-8 3 1 16,8 0 0-16,-9-4-5 0,0 1 6 0,4 2-4 15,-4 0 0-15,-3-2 6 0,3 2-4 0,-2-1 6 16,-2 3-6-16,5-4 2 0,-2-1-1 0,-2 1-3 16,5-2 2-16,-4 2 4 0,1-1-4 0,4 0 0 15,2-1-3-15,-5 1 4 0,7-1-1 0,-2 1-2 16,2-2 4-16,-2-3-1 0,4 1 4 0,-4 1-5 0,0-3 2 16,2-1 0-16,-2 0-3 0,5-4-2 0,-3 3 4 15,8-4 2-15,-10 3-5 0,2 0 4 16,-7-1 1-16,5-4 0 0,-5 5-1 0,5-6-1 0,-8 8-1 15,3-9 2-15,-3 9-1 0,5-4 5 0,-7-1-6 16,2 3 6-16,2-4-8 0,1 1 4 0,-7 0-2 16,9-3 0-16,-2 2 1 0,-1-3-2 0,0 4 1 15,-6 4 2-15,11-9 7 0,-6 4-9 0,-4-3 1 16,7 1-4-16,5-1-3 0,-6 2 3 0,2-2 4 16,-6 4-1-16,10-4 0 0,-8-3-2 0,2 4 3 15,4 0-4-15,-2 1 5 0,-4 0-2 0,1-4 0 16,1 3-8-16,-5 8 10 0,10-8 0 0,-5-2-3 15,-3 0 1-15,5 2 1 0,-8 3 0 0,6-4 3 16,-2 1-4-16,2-3 0 0,-1 1-1 0,-7 5 6 16,6-3-8-16,-1 0 5 0,3-1-1 0,-1-2-2 15,-7 5-1-15,1-1-2 0,-1 2 9 0,2-3-4 16,-1 2 3-16,-4-3-2 0,3 1-1 0,-2 2 1 0,4-5 0 16,-6 2-3-16,1 2-1 0,-1-3 8 0,-1 7-6 15,4-7 1-15,-6 4-7 0,0-4 9 0,5 4 2 16,-6-3-3-16,3-2-1 0,1 2-3 0,-4 3 4 15,1-1 3-15,1-1-3 0,-3-1-1 0,3-2 0 16,2 1 3-16,-4 1-7 0,1-5-2 0,-1 6 13 16,3 0-10-16,-4 1 4 0,1-1-3 0,-1-2-2 15,-2 3 4-15,2-1 0 0,1-1 1 0,-7 0 1 16,7 1-3-16,-4 0 1 0,2-1 1 0,-3 4-2 16,-2-6 0-16,3 3 0 0,-2 2 0 0,1-7-3 15,0 5 6-15,-2-3-3 0,3 1-3 0,-6 2 4 16,3-2 6-16,0-1-7 0,-2 1 1 0,2-2-2 15,-2-1-1-15,1 2 2 0,1 2 0 0,-5-6-1 0,5 6 3 16,-5-7 0-16,2 4-5 0,1 1 0 16,2-1 2-16,0 1 2 0,0-4 0 0,-3 6 0 15,3 0 0-15,-2-4-1 0,2 5-3 0,0-3 3 0,0-2-2 16,0 7 1-16,0-5 7 0,0 2-4 0,-5-3 0 16,5 3-1-16,-2-2 0 0,1 5-1 0,-1-6 0 15,-1 4-1-15,-1-2 2 0,-1 0 2 0,-1 4-3 16,3-4 0-16,-4 0 2 0,2-2-2 0,-2 4 3 15,-1-2 9-15,1 0 1 0,-7-1 1 0,5-1 3 16,3 3-2-16,-11-7 0 0,4 7 1 0,-2-8-3 16,8 6-4-16,-8 2 5 0,1-7-5 0,-1 0-1 15,0-4 3-15,0 7-4 0,0 1-1 0,0 0 1 16,2-1 1-16,-4 1 3 0,4 1 11 0,0 0-2 16,1 0-4-16,-1 3 5 0,-4-5-4 0,-1 0 0 15,7 1-1-15,-3 4 0 0,-7-5-5 0,6-2 1 16,-7 6 0-16,6-8-2 0,-11 6 5 0,11-2 3 0,-6 3 2 15,4 2-7-15,-3-5 2 0,-1-1-1 0,2 1 0 16,-5 0 0-16,4 1-4 0,-4 0 0 16,7-4 3-16,-5 4-4 0,-4-1 0 0,2 1-4 15,-1 1 2-15,-4-3-2 0,0-6 1 0,-6 3 3 0,1 1-4 16,-5 1 3-16,11 1-4 0,-8 0 7 0,-3 4-5 16,-1-5 1-16,3 1 1 0,-10 5-2 0,2 1 2 15,1-4-5-15,2 3 2 0,0-2-2 0,-10 1-1 16,10 1 3-16,-2 0-3 0,1-1 2 0,1 2 0 15,13 3-5-15,-15-3 2 0,7-5-1 0,8 11 1 16,-1-4-4-16,3 6 3 0,-1-3-16 0,8 3-24 16,-1-1-36-16,4 4-34 0,7-2-38 0,-4 3-48 15,5 0-35-15,0 2-42 0,10 1-43 0,-17 1-20 16,17-1-23-16,-8 6-49 0,3 2-213 0,5-1-672 16,-5 2 298-16</inkml:trace>
  <inkml:trace contextRef="#ctx0" brushRef="#br0" timeOffset="-66500.69">13292 14241 12 0,'-1'-6'94'0,"1"6"-3"0,-2-12-7 0,-1 8-5 16,3-3 2-16,0 7-1 0,-2-10-20 16,2 10 7-16,0-10-3 0,-3 3-8 0,-1 2-2 0,3-2-9 15,1 7-2-15,-2-8-8 0,-3 1 5 0,5 7-9 16,-7-9 1-16,6 2-10 0,-6 4-16 0,1-5 18 15,-3 3-12-15,3 1 7 0,-3-1-5 0,1-2-2 16,-4 1 5-16,1 2-3 0,-2-4-9 0,-2 4 5 16,0 1-8-16,-5-3 5 0,5 3-8 0,-1-1-5 15,-6-3 0-15,7 6-2 0,-5-5-6 0,-1 4-5 16,1-2-8-16,-2 1-15 0,1-1-11 0,-1 4 2 16,1 0-10-16,-2 0-3 0,1 0-6 0,-6 6-62 15,8-2-143-15,-5-3 63 0</inkml:trace>
  <inkml:trace contextRef="#ctx0" brushRef="#br0" timeOffset="-62635.08">18940 12537 67 0,'0'-14'143'0,"-5"1"-9"0,1 3-4 0,1-2 2 15,0-7-10-15,-2 7-5 0,1 1 1 0,-4-8-6 16,3 6-8-16,0-3-8 0,-1 2-3 16,-3 1-4-16,-1-1-3 0,-1-1-10 0,-1 0-4 0,-6-3-1 15,3 1-9-15,0 7-3 0,-8-7-3 0,3 7-5 16,-6-5-3-16,1 1-6 0,-3 2-3 0,0-1-5 16,-2 4-1-16,-5 0-3 0,2 1-5 0,-2-2 1 15,7 3-6-15,-5-4 0 0,-3 4-3 0,-1-1-2 16,9 2 1-16,-3 1-5 0,2 2 0 0,0 2-1 15,-1-2-3-15,10 3 3 0,-3-1-2 0,1 1-2 16,4 1 1-16,-3-1-2 0,1 0 0 0,1 3-2 16,1-2 3-16,-3 1-2 0,-2 2 1 0,4-4 0 15,-1 2-3-15,-1 3 3 0,-1-4 2 0,4 3 5 0,0-2 6 16,-5 4-4-16,3-5 0 0,2 5-1 16,0 1-2-16,-2-5 0 0,0 5 0 0,-2 0-1 15,2 1-1-15,2 2 1 0,-2-1-2 0,-3-1 2 0,2 5-3 16,-4-1 4-16,5 0-3 0,0 2 1 0,-5 2-1 15,4-2 4-15,-1 3-2 0,4-6 3 0,-3 8 0 16,2-2-2-16,0 7 0 0,2-4 0 0,-1 1-1 16,-2-1 3-16,2 3-2 0,-1 1-2 0,5 0 7 15,-3 1 0-15,4-1-6 0,-2 2 1 0,0 2 1 16,3 2 4-16,2 1-1 0,-4-3-1 0,0 11 1 16,6-9 4-16,0 1 0 0,-5 11 3 0,4-3-2 15,-6 4-1-15,7-11-1 0,-2 6 3 0,0 3-3 16,2-1-1-16,-4-1 0 0,2-1 1 0,-1 1-3 15,-1 0 0-15,6-11 1 0,-4 11 4 0,-2-2 1 16,4 6 4-16,0-15-8 0,1 14 3 0,-1-12-4 0,3 12-2 16,1 2 6-16,4-2-2 0,-6-2 1 0,-1 2 2 15,7-3-2-15,0 3 4 0,0 0 5 0,0-2-9 16,-1 2-2-16,1 2 2 0,1-3 0 0,1-2-6 16,3 1 6-16,-4-8 0 0,6 9-4 0,-2 0 6 15,3-1 0-15,-4-1-1 0,1-9 2 0,3 12 2 16,-2-10 3-16,4 7-9 0,-5-8 16 0,9 7-13 15,1 1-1-15,-1 0 4 0,-4-1-11 0,5 2 1 16,-2-9 13-16,2 6-3 0,2 5 10 0,3-3-16 16,3 1 1-16,-6-2-2 0,2 2-2 0,3-1-2 15,-2-5 8-15,3 3-4 0,-3 2-4 0,0 1-1 16,1-6 5-16,-1 5 0 0,7 0 0 0,-3-4-2 16,0 4 4-16,5-3-9 0,-6-3 1 0,6 2 1 0,2-1 0 15,-3-1-2-15,5-4-1 0,-3 2 3 16,8-3-4-16,-1 1-5 0,2 0 3 0,4-2 2 15,2-2 3-15,0-3-4 0,4-3 0 0,1-3 2 0,-4 2 4 16,4-3 2-16,5-2 4 0,-4-2-7 0,2 0 5 16,2-4 4-16,-2-1-8 0,-1-2 0 0,-2 4-2 15,0-5-4-15,1-4 4 0,-5 2-4 0,1-1 2 16,-11-1-2-16,9-2 0 0,-10-1 3 0,-1-1 0 16,1-1-6-16,2-3 16 0,-9 1-2 0,16-6 5 15,-15 2-2-15,15-3 2 0,-2 0-5 0,-3-4 1 16,-1-2-1-16,5-2-8 0,4-7 2 0,-4 2 0 15,0-2-3-15,2-5 6 0,1-1-6 0,-3-2 8 16,-2-1 20-16,4-7-11 0,-7 3 1 0,-2 1 2 16,3-5 0-16,-6 0-4 0,-2 0-1 0,-3-2-4 15,0-6-3-15,-4 6 1 0,-3-5-5 0,2-21 1 16,-6 21 0-16,-11 0-1 0,3-3-1 0,-3-18-3 0,-9 20-1 16,0-19-4-16,-9 2 1 0,-3-2 1 0,-3 1 0 15,3 1-1-15,-13 1-2 0,1 1-3 16,-7 1-3-16,2 2 3 0,-4-4 10 0,-4 2-19 0,-5 1 5 15,7 1 3-15,7 17 0 0,-12-11-3 0,5 11-3 16,-15-11-11-16,-3-2-25 0,4 1 0 0,13 22-13 16,-13-18-17-16,1 2-9 0,-4-3-12 0,14 16-14 15,-15-11-16-15,19 15-10 0,-7 0-9 0,2 1-17 16,4 7-27-16,2-2-37 0,6-3-28 0,7 12-46 16,1 4-215-16,6 2-555 0,1 5 245 0</inkml:trace>
  <inkml:trace contextRef="#ctx0" brushRef="#br0" timeOffset="-55585.3">6609 14256 6 0,'-4'-7'336'0,"3"0"-8"16,-4 0-16-16,5 1-25 0,0 6-19 0,-5-7-25 0,5 7-30 15,-2-7-23-15,2 7-21 0,0 0-18 0,0 0-12 16,13 19-11-16,-3-6-15 0,4 2-4 0,-1 1-11 16,2 7-2-16,1 1-5 0,6-2-14 0,-6 2-1 15,12 10-8-15,-13-12-3 0,7-1-2 0,-1-2-6 16,-6 1 7-16,0-6 12 0,0-1 10 0,0-4 5 15,-7 0 18-15,4-5 33 0,-4 1 26 0,5-8 5 16,6 1 0-16,-6-11 0 0,7-4-1 0,0-8 0 16,4-8-12-16,1-6-10 0,-2-3-8 0,2-6-9 15,8-21-9-15,4 0-14 0,-9 0-9 0,3-5-8 0,6 3-12 16,-1 3-8-16,2-6 2 0,-1 6-16 16,-8 18-8-16,4 2-4 0,-3 1-5 0,2 1-3 15,-1 9-16-15,-3 2-26 0,2 5-26 0,-7 11-49 0,-8 2-57 16,5 0-74-16,-5 10-65 0,-2 2-59 0,-5 4-63 15,7 2-33-15,-1 6-43 0,-8 1-267 0,2 6-798 16,-1-1 353-16</inkml:trace>
  <inkml:trace contextRef="#ctx0" brushRef="#br0" timeOffset="-54616.87">12336 14222 135 0,'0'0'200'0,"0"0"-14"0,0 0-6 15,0 0-15-15,0 0-12 0,0 0-12 0,0 0-14 16,0-8-15-16,0 8-5 0,0 0-16 0,0 0-9 16,0 0-12-16,0 0-7 0,0 0-21 0,0 0-30 15,0 0-43-15,0 0-39 0,0 0-55 0,0 0-149 16,0 0-296-16,13 15 132 0</inkml:trace>
  <inkml:trace contextRef="#ctx0" brushRef="#br0" timeOffset="-53501.22">16715 12891 42 0,'0'0'281'0,"0"-8"-8"0,0 8-22 16,0 0-21-16,5-4-24 0,-5 4-17 0,0 0-21 15,0 0-9-15,0 0-6 0,18 8-11 0,-11-1-7 0,6 4-4 16,-3-1-8-16,5 5-11 0,1-3-13 16,4 10-8-16,-1-3-7 0,-3-3-10 0,-1 5-3 15,6-3-14-15,-11 0-3 0,9-5-7 0,-3 3-2 0,-3-5-7 16,-3 5 1-16,-3-8-2 0,8 3 7 0,-9-2 13 15,4-3 7-15,-5 0 21 0,2-6 40 0,-2 3 8 16,-5-3-2-16,0 0-9 0,17-11-11 0,-14 2-6 16,8-8-1-16,-7-5 0 0,2 2-21 0,1-9-2 15,1 1-3-15,2-4-9 0,0-9-6 0,-2 1-6 16,7-1-15-16,-3 1 3 0,6 2-8 0,-3-6-5 16,3 6-51-16,2 0-60 0,2 4-61 0,-1 10-62 15,1 0-91-15,-1 6-108 0,2 1-261 0,10 2-717 16,-4 7 318-16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1T09:28:41.74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2825 1990 49 0,'-2'-9'388'0,"2"9"-4"0,2-4-9 15,-2 4-21-15,0-7-20 0,0 7-19 0,0 0-20 16,0 0-41-16,0 0-18 0,0 0-39 0,-2-7-24 16,2 7-10-16,0 0-14 0,0 22 14 0,0-12-8 15,2 2-14-15,3 3-16 0,3 0-11 0,-3 4-9 16,-1 3-15-16,4 5-8 0,-5-2 0 0,5 0-13 16,-1 1-8-16,1-4-4 0,2 3-4 0,-3 2-7 15,4-2-5-15,-4 2-4 0,-4-9 0 0,6 9-3 16,-1-6-4-16,-3-3-7 0,-3 2-21 0,3-1-33 15,3-6-38-15,-2 2-44 0,1 0-39 0,-7 0-42 16,2-6-52-16,-2 5-52 0,3-10-40 0,0 4-291 16,-3 1-682-16,2-6 303 0</inkml:trace>
  <inkml:trace contextRef="#ctx0" brushRef="#br0" timeOffset="267.52">2719 2059 164 0,'-2'-7'408'0,"-9"-8"6"0,9 3-8 16,1 2-11-16,-4 2-17 0,5-4-30 0,0 3-23 16,0-3-38-16,6 1-25 0,2-1-32 0,7 0-24 15,2-1-23-15,9-2-10 0,-2 1-24 16,7 2-8-16,0-1-21 0,11 4-11 0,1-1-17 0,-10-1-4 15,0 7-12-15,2-3-9 0,-4 5-43 0,1-8-26 16,-6 13-38-16,-3-6-23 0,1 2-54 0,-6 1-33 16,-5 0-32-16,-1 4-36 0,1-2-38 0,-7 5-21 15,3 0-27-15,-1-2-32 0,-8 5-181 0,-3-2-560 16,-2 1 248-16</inkml:trace>
  <inkml:trace contextRef="#ctx0" brushRef="#br0" timeOffset="500.81">2911 2244 216 0,'-3'3'282'0,"-1"3"-15"0,3-3-16 0,1-3-12 16,0 0-13-16,0 9-3 0,0-9-30 0,0 9-12 15,5-3-17-15,0-3-9 0,8 3-14 0,2-3-4 16,1 3-19-16,4-2-20 0,10 1-8 0,0 2 0 15,5-5-40-15,1 0-37 0,9-2-33 0,-14-8-37 16,6 5-34-16,-1 0-45 0,9-6-33 0,-11 5-17 16,0-7-17-16,-6 0-5 0,0 4-136 0,2-7-373 0,-10 4 164 15</inkml:trace>
  <inkml:trace contextRef="#ctx0" brushRef="#br0" timeOffset="899.77">3562 2187 823 0,'6'-11'-34'0,"1"6"34"16,-2-2 33-16,-2 2 22 0,2 1 28 0,-5 4 24 15,7-8 11-15,-6 5 0 0,-1 3-12 0,0 0-9 0,0-7-16 16,0 7 0-16,0 0 10 0,0 0 2 0,0 0 3 15,-13 26 0-15,11-17 2 0,1 0-2 0,-4 1-3 16,2 1-3-16,-1-2-7 0,3 8-5 0,-1-7 0 16,2 7-6-16,2-3-4 0,-1 6-8 0,6-7-9 15,-2 4 8-15,3 1-11 0,0-3-10 0,6-2 4 16,-4-1-5-16,9-1-2 0,-4 1-5 0,2-6-1 16,3 0-4-16,8 1-1 0,-12-2-2 0,6-3-4 15,-2-4 0-15,0-3-3 0,-2 0-3 0,3-3-2 16,2-7 2-16,-1 0-5 0,-7 1-1 0,-2-2 4 15,2-4 0-15,3 1 1 0,-6-5 11 0,-2 6 17 16,1 1 24-16,-6-2 22 0,-1 1 19 0,-3 5 21 16,1-1 9-16,1 2 17 0,-3 0 10 0,0 3 3 15,0 2-3-15,0-1-8 0,0 2-19 0,0 6-18 16,0-9-19-16,0 9-15 0,0 0-12 0,0 0-2 16,0 0-12-16,0 0-2 0,0 23-5 0,5-15-5 15,-3 6-2-15,3-1-6 0,5 7-15 0,-5-1-13 16,6-2-20-16,-2 5-15 0,-1-4-19 0,7 2-19 15,-9-1-16-15,18 1-23 0,-11-5-25 0,2-2-9 0,5-2-10 16,-1-5-12-16,1-5-10 0,0-1-21 16,-2 0-19-16,4-1-13 0,-2-5-18 0,-2-3-15 15,10-9 3-15,-6-3-18 0,-6 0-13 0,4-3-160 16,-5-6-480-16,0-9 213 0</inkml:trace>
  <inkml:trace contextRef="#ctx0" brushRef="#br0" timeOffset="1100.78">4520 1726 17 0,'-5'-7'239'0,"0"-1"5"0,2 1 1 16,3 7-7-16,-5-6-6 0,5 6-7 0,-4-4-21 16,4 4-16-16,0 0-8 0,0 0-10 0,0 0-2 15,-13 19-9-15,7-10-7 0,6 5-13 0,4 3-11 16,-2 0-4-16,1 2-14 0,4 8-11 0,-2-1-9 16,2 2-8-16,-1-1 1 0,3 3-24 0,-1 1 0 15,8 4-9-15,-1 4-1 0,-1-9-32 0,-5 11-41 16,3-11-21-16,3 8-29 0,-3-8-28 0,-3-2-44 15,1-4-43-15,4-8-39 0,-6 7-35 0,-1-5-184 16,-1-3-483-16,-1-3 213 0</inkml:trace>
  <inkml:trace contextRef="#ctx0" brushRef="#br0" timeOffset="1583.2">4426 2082 191 0,'0'0'189'16,"0"0"-13"-16,0 0-6 0,0 0-5 0,0 0-8 16,0 0-10-16,31 3-14 0,-18-2-11 0,4 3-15 15,-1 2-6-15,4-4-11 0,0 3-11 0,3-2-8 0,2 1-5 16,-3-4-6-16,1 2-12 0,5-2 1 16,-5 0-4-16,-3 6-7 0,-4-6-1 0,4 0-4 15,-5 3-7-15,0 0-4 0,-5-6 1 0,2 3-7 16,-6 3 0-16,3 1-3 0,-3-2-1 0,2 1 1 0,-1 4 13 15,-4 0-1-15,2 1-3 0,4 1 8 0,-8 3 8 16,4 5 2-16,5 1-5 0,-3 0-2 16,4 8 2-16,3-6-1 0,-4 0 0 0,3 7-4 15,2-4 1-15,1 0-2 0,4-3-2 0,-2-2-1 0,4 2-1 16,-7-7-1-16,1-1 7 0,-1-2 3 0,5-1 0 16,-7-6 10-16,10 1 1 0,-8-4-3 0,7-7 9 15,-7 0 9-15,0-8-14 0,1 1-6 0,-3-4-3 16,6-1-5-16,-4-8 0 0,-6 0-5 0,1-6-7 15,0 3 6-15,-5 3-11 0,2 0 6 0,-2 0 6 16,2 2 7-16,-4 8 7 0,-3-1 3 0,0 0-2 16,0 3 4-16,0 5-11 0,0-1-5 0,0 5-11 15,-3 3-1-15,3 3-2 0,-5-6-5 0,5 6-6 16,0 0-2-16,0 0-28 0,-7 16-19 0,7-4-19 16,0-1-16-16,0 1-20 0,-2 6-21 0,2-5-22 15,-5 2-31-15,5 2-20 0,0 0-13 0,5-4-32 16,-3 2-194-16,1-3-466 0,-3-5 207 0</inkml:trace>
  <inkml:trace contextRef="#ctx0" brushRef="#br0" timeOffset="2066.5">5452 2130 70 0,'13'7'132'0,"-3"1"-9"15,-5 2-4-15,2-1-6 0,1 2-8 0,5 1-9 16,2 2-6-16,-7 2-1 0,7-5-10 0,0 6-6 16,0 3-7-16,0-3-2 0,-4-4 2 0,6 1-21 0,-9 0 0 15,2 1-10-15,3-3-1 0,-8-4-4 16,-1 4-7-16,4-5 11 0,-6-4 14 0,1 5 28 16,-3-8 28-16,0 0-5 0,0 4-3 0,0-4 3 15,0 0 5-15,0 0-1 0,0 0-1 0,-25-12-3 0,15 11-5 16,8-6-5-16,-6 0-4 0,0 0-3 0,3-1-9 15,5 4-8-15,-2-5-7 0,9 2-10 0,-5-1-10 16,3 4-13-16,4-4-15 0,6-4-21 16,2 6-18-16,-1-3-19 0,9 0-19 0,5-1-10 0,0 1-12 15,0 1-2-15,4-1-4 0,-4 4 13 0,5 0-3 16,-2-3 8-16,-3 2 6 0,-2-2 13 0,-11 4 10 16,1 0 30-16,0-1 25 0,-6-1 30 0,-2 3 23 15,-2-2 26-15,-2 1 21 0,3 1 2 0,-9-3 8 16,0 6 11-16,5-7 9 0,-5 7-3 0,-5-8 2 15,5 8 14-15,-10-6-21 0,3 1 1 0,-3 4-15 16,-1-1 1-16,11 2-4 0,-25 3-10 0,10 2-7 16,-3 1-4-16,1 0-17 0,2 4-3 0,2 2-10 15,1 2-2-15,4 1-6 0,-3 7-3 0,2-2-4 16,4 5-7-16,5 2-1 0,0-3-19 0,9 3-37 16,-4 5-34-16,6-6-47 0,6-4-46 0,-1 3-55 15,6-5-71-15,3-3-78 0,-4-4-261 0,6-1-660 16,1-5 293-16</inkml:trace>
  <inkml:trace contextRef="#ctx0" brushRef="#br0" timeOffset="2700.25">1812 783 296 0,'-2'-17'382'0,"-3"1"-16"0,4 4 11 16,-3-3-16-16,4 6-15 0,-1 0 1 0,-1-3-13 15,-1 4-22-15,0 1-22 0,1 2-33 0,2 5-34 16,-5-8-30-16,5 8-26 0,0 0-12 0,0 0-20 16,0 0-15-16,-2 19-4 0,2-6-14 0,4 9-11 15,-1-3-7-15,-1 8-11 0,3 3-11 0,3 0-30 16,0 12-30-16,-1-11-37 0,-4-1-37 0,9 9-34 16,-6-7-32-16,2-1-35 0,-4 1-39 0,4 5-38 15,2-10-43-15,-2-7-35 0,2-2-275 0,-6-3-653 16,0 0 289-16</inkml:trace>
  <inkml:trace contextRef="#ctx0" brushRef="#br0" timeOffset="3033.25">1496 666 164 0,'-7'-5'390'0,"1"2"-7"0,1-1-20 16,5 4-29-16,-2-8-28 0,2 8-31 0,0 0-18 15,13-4-11-15,4 4 5 0,1 0-13 0,9 1-17 0,7 2-21 16,3 2-11-16,7-3-11 0,-1 3-12 16,2 2-18-16,-2-2-12 0,4 6-15 0,-16-5-14 15,12 7-15-15,-5-2-6 0,-10 0-5 0,7 1-11 16,-7 1-5-16,2 6-12 0,-4-2-1 0,3 1-7 0,-10 3-6 16,0-3-4-16,-5 1-5 0,-2 0-3 0,-4-3-3 15,1 8-2-15,-6-5-3 0,-6-2 0 16,-1 3-3-16,-9 5-1 0,-2-10 4 0,-8 6-5 15,-3-4 0-15,-4-4 3 0,-2 2-4 0,-12-3-14 0,-4 2-10 16,16-4-27-16,-4-4-13 0,4-2-13 0,4 1-37 16,5-7-21-16,1 6-21 0,6-4-34 0,1-2-37 15,3 0-40-15,4-1-56 0,8 3-35 0,-2-15-274 16,7 6-669-16,7-4 296 0</inkml:trace>
  <inkml:trace contextRef="#ctx0" brushRef="#br0" timeOffset="3266.93">2373 590 244 0,'0'0'386'16,"0"0"-26"-16,0 0-24 0,0-8-40 0,0 8-33 16,0 0-28-16,0 0-24 0,0 0-19 0,0 22 3 15,5-8-2-15,-3 2-21 0,-1 8-11 0,8 3-13 16,-3 0-11-16,3 0-22 0,1 12-16 0,-2-5 4 15,2 5-13-15,-2-8-9 0,5 8-3 0,-3-9-12 16,3 9-9-16,-1-11-41 0,-2 4-30 0,2-5-37 16,-9-6-41-16,5 4-35 0,-3-8-53 0,-2 0-41 15,2-7-45-15,-3-4-42 0,1 0-189 0,-1-5-536 16,-2-1 238-16</inkml:trace>
  <inkml:trace contextRef="#ctx0" brushRef="#br0" timeOffset="3567">2302 582 4 0,'-3'-9'399'0,"-4"4"12"15,2-5-16-15,3 2-3 0,-1 4-15 0,3 4-7 16,3-10-18-16,-3 10-23 0,0-10-34 0,7 6-35 0,0 1-25 16,3 2-26-16,9-7-21 0,-4 7-18 0,9-1-20 15,-1 2-15-15,3 0-15 0,4 2-15 16,1 5-15-16,-1-1-3 0,-2 0-12 0,4 4-10 15,-11 1-5-15,7-2-10 0,-13 6-7 0,7-4-6 0,-1 8-3 16,-6-5-7-16,-1 0-5 0,-5 0-1 0,5 1-4 16,-13 1-3-16,-1 1 0 0,0-2 0 0,-8 0-8 15,-5 1 1-15,3-4-12 0,-8 6-24 0,-12-2-27 16,5-3-33-16,-3 6-49 0,0-4-28 0,-17-1-40 16,5-1-39-16,-1 2-52 0,8-4-49 0,-8 4-50 15,4-6-205-15,7 0-652 0,-3-2 289 0</inkml:trace>
  <inkml:trace contextRef="#ctx0" brushRef="#br0" timeOffset="3900.76">1299 1594 92 0,'-8'5'400'0,"-1"-2"-8"0,3-2-7 0,6-1-16 15,-7 2-17-15,7-2-26 0,0 0-10 0,0 0-6 16,30 0-4-16,6-3-20 0,22-1-14 0,0-4-15 16,30-6-17-16,3 1-19 0,12 1-16 0,1 1-16 15,42-6-17-15,-50 7-14 0,9 2-18 0,3-1-15 16,-2 1-13-16,-5-2-10 0,-5 1-12 0,-10 2-6 15,-5-1-9-15,-23 1-11 0,-5 4-10 0,-7-4-16 16,-3 1-29-16,-14 3-24 0,-13 0-35 0,-1-2-47 16,-2 4-43-16,-4-2-55 0,-3 0-49 0,-6 3-68 15,0 0-74-15,-15-9-62 0,-5 5-261 0,-3 1-769 16,-5-5 340-16</inkml:trace>
  <inkml:trace contextRef="#ctx0" brushRef="#br0" timeOffset="5450.29">6696 1897 30 0,'-6'-17'329'0,"2"3"-7"0,0 1-3 0,-3-2 2 16,-1-1-22-16,-1 6-17 0,-1-2-21 0,-1 0-25 16,1 4-28-16,-8-2-15 0,-1 4-26 0,-2 5-12 15,-7 2-24-15,3 3-3 0,-8 10-26 0,5-4-2 16,0 10-17-16,-1 2-5 0,-4 5-3 0,10 8-10 15,-5-4-5-15,13 0-6 0,4-1-4 0,1 6-4 16,6 4-8-16,4 2-6 0,4-11 2 0,6-4-2 16,4 2-2-16,10 6-11 0,0-1-4 0,6-1-3 15,-2-9-22-15,-4-2-1 0,17 2-21 0,-3-9-15 16,-8 0-11-16,-2-10-8 0,7 1-7 0,-5-5-2 0,-1-4 2 16,4-4 1-16,-4 2 10 0,0-2 6 0,-5-6 6 15,-10 5 5-15,6-4 15 0,-5 3 8 16,-2-4 16-16,-4 1 25 0,-1 1 16 0,-8 0 16 15,7 7 15-15,-6-5 6 0,6 6 2 0,-7-6 10 0,6 6-25 16,-6 3-9-16,0-6-8 0,0 6-9 0,0 0-3 16,0 0-9-16,0 0 3 0,0 0-4 0,0 0-9 15,0 0 5-15,0 0-26 0,-6 22-1 0,12-14 2 16,1 2-15-16,0 2-10 0,3-4-3 0,10 1-8 16,-4 3 1-16,1-3-20 0,2-4-6 0,3 3-9 15,0-1-4-15,-6-2-1 0,4-5 0 0,1 0 8 16,-9 2 4-16,8-5 11 0,-12-1 3 0,7-3 7 15,0 0 6-15,-12 1 5 0,1-3 11 0,-8-3 7 16,8 3 5-16,-11 1 10 0,0-4-1 0,-1 1 7 16,-5-3 7-16,-2 2 5 0,-2 0 3 0,-1 0 5 15,0 4 4-15,-10-5 8 0,11 3 1 0,-3 2 3 16,6 0-1-16,-1 4 3 0,5 0 10 0,3-1-9 16,-1-1 0-16,6 3-1 0,2 3-8 0,2-8-6 15,-2 8 2-15,15-9-6 0,5 5 1 0,6-2-4 16,2 0-4-16,7 0 8 0,-4 1-11 0,6-2 1 15,7-1 8-15,-14 5-10 0,7-1-2 0,-6 1-3 16,2-3 4-16,-5-5 3 0,-1 8-2 0,-9 2 6 16,-1 1 3-16,-4-3 16 0,-3 2 9 0,1-1 5 15,-4 0 3-15,-7 2-3 0,10-3-1 0,-10 3-9 0,0 0-1 16,0 0-5-16,0 0-11 0,0 0 2 16,10 5-8-16,-10-5-2 0,3 6-1 0,-1-2 3 15,-1 6 5-15,3-5-8 0,-1 4 3 0,4 1-6 16,1 0 8-16,-1 0 0 0,9 5 2 0,-4-3-9 0,3 5 1 15,0-2-5-15,-1-3 4 0,3 7-4 0,3-2 2 16,-5-7-8-16,1 4 9 0,-2 4-9 16,-5-9 2-16,1 2-3 0,-5-2 3 0,0-4-3 0,0 3 5 15,-5 2 1-15,-3-5 1 0,0 1 4 0,-2 0-3 16,-10 0 0-16,2-2-7 0,-4 0-8 0,-3-3-19 16,4-1-33-16,-8 0-33 0,-4-1-27 0,0-3-34 15,5 4-41-15,1-4-34 0,6-3-42 0,-1 2-32 16,-1-1-182-16,3 1-525 0,5-10 232 0</inkml:trace>
  <inkml:trace contextRef="#ctx0" brushRef="#br0" timeOffset="5750.49">7691 1599 94 0,'-5'-3'419'0,"5"3"0"15,-3-9-16-15,3 9-17 0,-2-8-34 0,2 8-35 16,0 0-28-16,0 0-33 0,0 0-35 0,0 0-15 16,0 0-21-16,13 23-15 0,-6-8-21 0,0 1-12 15,1 4-15-15,2 10-10 0,2 0-11 0,-1 10-12 16,2-2-4-16,-1 2-11 0,-2 1-4 0,-2 1-8 16,5 2-10-16,-4-4 3 0,-1 5-10 0,-6-2 4 15,11 3-13-15,-10-6-2 0,2 5-5 0,3-6 0 16,-3-4-13-16,2-4-22 0,1-3-24 0,-6-2-31 15,9 1-20-15,-4-11-29 0,-4 3-19 0,9-6-21 16,-4-4-15-16,-6-1-32 0,13-3-38 0,-9-5-49 16,-6 0-38-16,20-10-228 0,-11 1-594 0,-1-6 263 0</inkml:trace>
  <inkml:trace contextRef="#ctx0" brushRef="#br0" timeOffset="5950.53">7711 1904 185 0,'-8'1'342'0,"8"-1"-12"16,-10 2-16-16,10-2-5 0,-10 1-30 0,10-1-6 15,0 0-16-15,0 0 13 0,0 0 5 0,0 0-15 0,26 6-21 16,-7-6-30-16,-1 3-14 0,0-3-21 0,7 2-20 16,1-1-19-16,2 3-39 0,2-4-55 0,5 0-94 15,-10 2-92-15,-2-2-101 0,10-2-101 0,-5 2-244 16,2-4-641-16,-3-2 283 0</inkml:trace>
  <inkml:trace contextRef="#ctx0" brushRef="#br0" timeOffset="7483.27">8903 1563 78 0,'0'0'252'16,"1"-4"-1"-16,-1 4-1 0,0-8-1 0,0 8-3 16,0 0-5-16,5-7-6 0,-5 7-5 0,0 0-13 15,0 0-9-15,0-4-10 0,0 4-21 0,0 0-25 16,0 0-20-16,0 0-14 0,0 0-19 0,0 0-4 16,0 0-9-16,-21 19 4 0,9-7 13 0,2 1 2 15,0 5 2-15,-4 3 4 0,-1 1 15 0,-4 4-11 16,5 2 3-16,-10 7 2 0,8 1-6 0,1-6-7 15,-3 8-6-15,3 1-3 0,0-2-2 0,7-9-4 16,-1 1-12-16,3 13-5 0,1-12-4 0,5 3-5 16,0-3-8-16,5 1-4 0,1-4-4 0,4-4-5 0,4 4-5 15,2 0-1-15,6-4 1 0,-3 2-6 16,11-7 0-16,5 5-7 0,5-4 3 0,3-4-3 16,0 0-7-16,-12-6-4 0,14 2-7 0,-9-6-19 15,-4-2-13-15,1 1-40 0,-5-1-20 0,2-3-21 16,-5 0-44-16,-9-2-25 0,4 1-22 0,-5-4-30 15,-2 2-35-15,-5-1-39 0,1-3-42 0,-3 0-43 16,-4 1-220-16,-2-1-655 0,5 3 290 0</inkml:trace>
  <inkml:trace contextRef="#ctx0" brushRef="#br0" timeOffset="8183.51">9818 1672 16 0,'0'0'259'0,"0"0"-2"0,5-5-9 0,-5 5-12 16,0 0-12-16,-5-10-16 0,5 10-15 0,-5-4-7 15,5 4-10-15,-12-3-7 0,12 3-6 0,-14-5 2 16,4 4-5-16,-2-2 1 0,-3 0-3 0,5 2 7 15,-3 1-26-15,-4 0-8 0,-2 0-10 0,4 1 0 16,-2 1-19-16,4-1-12 0,0 3-8 0,-1-2 0 16,0 7-19-16,4-5-6 0,-4 3 4 0,6-2-14 15,-5 0-5-15,5 4 4 0,-1 0-9 0,3-2 0 16,2 5-2-16,1-3 2 0,3 2-3 0,3 4-1 16,1-1-8-16,4 3 3 0,0-6-1 0,2 5-3 15,7-4-7-15,-2 7 0 0,6-3 1 0,-4 2 2 16,4 2-4-16,9-5-4 0,-9 1 9 0,3-3-13 15,-1 4 1-15,-3-7 2 0,-4 5-6 0,9-3 2 16,-8-1-1-16,-2-2-5 0,1 3 4 0,1-3-5 16,-2 3 1-16,-9-3 4 0,4-3-4 0,-5 0 1 15,7 1-2-15,-9 1-2 0,2-5-5 0,3 0 6 0,-8 3 1 16,0 1-2-16,0-7 13 0,0 12 17 16,-6-9 8-16,4 5 11 0,-6-4 2 0,-6 1-3 15,6-2 4-15,-3 1 7 0,-4-2-1 0,-2 3 1 16,1-4-3-16,-4 1 2 0,1-1-10 0,0-1-6 0,-3 0 0 15,1 0-3-15,4-1 4 0,-5-1 1 16,6-3 0-16,-4 4-7 0,5-5 1 0,0 3-2 16,2-2-2-16,6 0-2 0,-7-3-5 0,5 2-2 15,3 3-11-15,4-3-19 0,-5 0-24 0,6 0-20 0,-4 3-33 16,3-5-32-16,-3 1-38 0,5 7-26 0,-2-11-34 16,2 11-37-16,0-5-40 0,0-3-54 0,0 8-55 15,0-8-226-15,0 8-678 0,0 0 300 0</inkml:trace>
  <inkml:trace contextRef="#ctx0" brushRef="#br0" timeOffset="8782.69">9616 1590 202 0,'0'0'321'0,"5"-6"-7"0,-5 6-12 0,3-8-5 15,-3 8-12-15,0-4-12 0,0 4-19 0,0 0 4 16,2-5-27-16,-2 5-12 0,0 0-22 0,0 0-14 16,0 0-17-16,0 0-12 0,0 0-24 0,0 0-11 0,0 0-14 15,0 0-13-15,0 0-12 0,0 0-8 16,0 0-7-16,0 0-6 0,7 12-1 0,-2-5-12 15,-4-2 0-15,1 3-5 0,10-2-2 0,-4 6-13 16,0-3 5-16,7 2-5 0,-3-1-3 0,-3 0-19 0,6 1-19 16,-3 1-31-16,0 0-42 0,2-2-29 0,0 6-41 15,-1-8-40-15,-5 2-55 0,5-1-46 0,-4-4-50 16,-3 2-184-16,-2-1-577 0,1 4 256 16</inkml:trace>
  <inkml:trace contextRef="#ctx0" brushRef="#br0" timeOffset="9333.31">9654 2172 11 0,'0'0'304'0,"-6"-1"-10"0,6 1-8 0,0 0-19 15,0 0-24-15,0 0-22 0,0 0-17 0,0 0-16 16,0 0-18-16,0 0-20 0,0 0-16 0,0 0-15 15,0 0-6-15,0 0-13 0,0 0-9 0,0 0-9 16,0 0-7-16,0 0-9 0,28 5-10 0,-20 0-3 16,-3 0-4-16,3-1-6 0,-1-3-4 0,1 2-5 15,-1 1 6-15,1 0-9 0,-1-3-4 0,1 2-1 0,-1 1-7 16,-1-3-6-16,1 2-6 0,1 1-11 16,-1-1-14-16,-2 1-8 0,-5-4-10 0,11 3-14 15,-11-3-16-15,8 1-15 0,-8-1-21 0,0 0-27 16,0 0-35-16,0 0-32 0,14-8-49 0,-13 5-162 0,-1 3-440 15,0 0 195-15</inkml:trace>
  <inkml:trace contextRef="#ctx0" brushRef="#br0" timeOffset="9899.28">10027 1400 259 0,'0'0'335'0,"-5"-3"-22"15,5 3-31-15,0 0-24 0,0 0-27 0,0 0-22 16,0 0-11-16,0 0-1 0,0 0 10 0,29 19-2 16,-9-8 4-16,-2-1-20 0,11 8-17 0,-6 1 2 15,3-2-5-15,11 10-13 0,-4 3-1 0,0-2-10 16,5 6-3-16,-7-4-11 0,-1-2-15 0,-2 5-7 16,-8-6-12-16,5 6-10 0,-3-2-10 0,-3 7-4 15,-4-10-10-15,2 10-4 0,-7-8-5 0,3 7-5 16,-8-5-7-16,2 8-2 0,-4 3-2 0,-6-12-2 15,-1 0-10-15,1 1 1 0,-4 10 2 0,-1-1-4 16,-3-13-1-16,2 5-22 0,-1-4-35 0,0-4-31 16,0 0-37-16,1-1-40 0,-5-1-50 0,6-7-51 15,-2 1-73-15,5-5-79 0,-2-3-261 0,3 0-709 16,0 0 313-16</inkml:trace>
  <inkml:trace contextRef="#ctx0" brushRef="#br0" timeOffset="20999.65">11952 2083 245 0,'0'3'491'0,"0"-3"10"0,-7 10-5 0,7-10-17 16,0 0-27-16,-2 5-33 0,2-5-30 0,0 0-34 16,0 0-39-16,0 0-30 0,40-15-27 0,-20 12-27 15,10-1-22-15,4-1-16 0,18-5-25 0,-4 2-13 16,3 4-17-16,7-1-15 0,2-2-32 0,-3 4-43 15,0-2-46-15,1 1-43 0,-4 1-47 0,-2 2-45 16,-3-1-52-16,-2 2-44 0,-18 0-46 0,1-5-68 16,-2 3-66-16,-6 2-320 0,-7 0-786 0,-7-5 347 15</inkml:trace>
  <inkml:trace contextRef="#ctx0" brushRef="#br0" timeOffset="21866.04">14399 1758 302 0,'-3'-24'348'0,"-3"-3"-3"0,2 3 9 0,-4-2-5 16,-2 1-3-16,5 7-12 0,-2 2-15 0,-1-3-28 15,-2 7-20-15,2-3-22 0,0 7-26 0,-1 1-28 16,-2 3-18-16,1 4-18 0,-7 4-18 0,-1 1-16 16,-5 5-10-16,-2 10-14 0,0-1-10 0,-6 11-14 15,1 1-6-15,2 1-3 0,11-3-10 0,-4 4-4 16,4 3-6-16,6-7-15 0,2-2-20 0,6-2-29 16,0 2-11-16,9-3-6 0,-2-4-2 0,7-3-7 15,4 3-8-15,3-1-15 0,7-2-7 0,-2-7-11 16,6-2-3-16,0-1-10 0,6-4-5 0,-5-3 4 15,3-4 10-15,0 1 7 0,-3-3 9 0,-2 0 7 16,-1-2 6-16,-6 1 9 0,-3-1 2 0,0 1 18 16,-8 2 16-16,2 1 13 0,-4 1 4 0,1 0 0 15,-3 0-1-15,1 1-2 0,-7 2-1 0,8-3 0 16,-8 3 0-16,0 0-3 0,5 11 1 0,-5-5-3 16,0 2-2-16,0-8 4 0,2 15 1 0,-2-5 0 15,5-1-3-15,-2 0-4 0,2 0-2 0,-3 3 1 16,9-6-11-16,-1 10 1 0,3-8 0 0,-4 0-3 15,4-2-1-15,-2-1-2 0,3-3-2 0,-3 0 3 16,1-1 8-16,-2-2 1 0,0-3 0 0,0-6 3 16,-4 4-7-16,1-1 9 0,0-4 3 0,-3-4 2 15,-4-2 6-15,2 4 3 0,0-6 19 0,-4 2-13 16,0-1 10-16,-2 0 4 0,0 0 6 0,-1 0 7 0,0 1 0 16,2 1 3-16,-2 1-4 0,3 3 1 0,2 1-3 15,0 6 12-15,-1-4-18 0,1-2-5 16,1 5-2-16,3 1-6 0,2 1 2 0,4 1-9 15,2 3 12-15,1 0-10 0,4 0 1 0,1 4-4 0,0 3 0 16,4-3 2-16,6 5-2 0,-5 3-3 0,-2-5-2 16,3 4-3-16,-3 0 1 0,-1-4 3 0,-4 5-2 15,8 0-1-15,-9-4-7 0,-2 0 4 0,-3 0-12 16,1-2 2-16,-4 2-7 0,1-3 0 0,-1 0 0 16,-4 1 0-16,-3-2 1 0,0-4 3 0,0 8 9 15,-7-2-6-15,7-6-2 0,-11 9-8 0,3-9-19 16,1 3-20-16,7-3-15 0,-18 1-18 0,10-1-23 15,-1 4-25-15,9-4-36 0,0 0-31 0,-13-11-27 16,11 5-18-16,2 6-161 0,5-14-451 0,-1 7 199 16</inkml:trace>
  <inkml:trace contextRef="#ctx0" brushRef="#br0" timeOffset="22083.48">15225 1413 261 0,'-5'-13'338'0,"4"2"6"15,-6 2 3-15,7 2 3 0,-6-1-14 0,6 2-29 16,0 6-34-16,-2-9-33 0,2 9-28 0,0 0-16 16,0 0-24-16,-5 23-14 0,10-7-18 0,-3 2-9 15,4 10-10-15,1 11-18 0,3 0-14 0,1 3-1 16,3 5-11-16,0-5-8 0,-4 0-1 0,5 0-6 16,0-2-18-16,-2 1-37 0,1-5-34 0,-3 4-31 15,1-14-43-15,-6-10-40 0,3-1-42 0,-6 2-50 16,2-8-40-16,3-6-57 0,-8 3-202 0,0-6-575 15,0 0 255-15</inkml:trace>
  <inkml:trace contextRef="#ctx0" brushRef="#br0" timeOffset="22249.65">15148 1545 213 0,'0'0'227'0,"0"0"-4"16,0 14-5-16,0-14-8 0,8 12-15 0,0-8-16 15,5 0-18-15,7 8-14 0,-3-5-18 0,13 0-7 16,-4 1-34-16,-1-3-48 0,8 2-69 0,0-6-67 0,15-2-79 16,-2 1-134-16,1-2-335 0,2-4 148 0</inkml:trace>
  <inkml:trace contextRef="#ctx0" brushRef="#br0" timeOffset="23365.62">16876 1704 46 0,'24'-21'275'0,"-4"-2"1"0,2 1 0 16,-6-3 5-16,6-1-15 0,-11 2-5 0,-1 1-4 16,0-2-13-16,-5 6-19 0,-3-3 0 0,-2 6-16 15,-3-2-14-15,-4 3-13 0,-1-3-14 0,-1 8-9 16,-2-4-16-16,-4 4-12 0,0 2-14 0,0 2-14 15,-1 1-8-15,-4 2-11 0,-3 8-11 0,1 1-9 16,-6 3-7-16,5 3-3 0,0 5-9 0,1 2-9 16,2 5 2-16,9 0-7 0,-4 5 1 0,5 11-7 0,6-4 10 15,6 6-14-15,0-3 2 0,8 3-1 0,6 3-5 16,1-3 5-16,4 5-8 0,1-4 2 16,9-1-2-16,-6-2 5 0,0 1-9 0,5-4 0 15,-7 2 3-15,-2-1 0 0,1-3-2 0,-7-8-8 0,1-4-26 16,-4 3-16-16,-4-8-33 0,-1 0-19 0,-2-3-20 15,-5 3-18-15,-3-11-26 0,-1 1-26 0,-2-2-25 16,-3-2-57-16,9-4-43 0,-20-5-254 0,6-5-607 16,0 3 268-16</inkml:trace>
  <inkml:trace contextRef="#ctx0" brushRef="#br0" timeOffset="23815.72">16720 1981 55 0,'-3'-10'362'0,"3"10"-1"16,0-9-4-16,0 5-15 0,3-4-22 0,0-3-19 16,1 3-24-16,2 0-34 0,-1-3-15 0,5-2-31 15,0 2-14-15,3 0-23 0,4-1-16 0,-1 1-14 16,9 0-15-16,0 4-6 0,-2 1-16 0,5-2-20 16,1 5-28-16,0 3-18 0,1 5-24 0,-2 5-24 15,-1-2-15-15,1 3-14 0,-5-1-10 0,4 4-13 16,-6-1 4-16,1 4-9 0,-6-5-6 0,-1 3 3 15,0 1 2-15,-7-4 5 0,5 4 9 0,-4-6 7 16,-1 0 4-16,-3-1 6 0,-3-3 7 0,4-2 14 16,-2 1 26-16,0-2 34 0,-4-3 7 0,0 0 5 15,14-1 16-15,-14 1 4 0,13-11 8 0,-10 2 15 16,4 0 4-16,0-1 8 0,9-5 1 0,-9-1 4 16,4 3 4-16,-1-2 3 0,3 0 1 0,1 1-6 0,1-2 2 15,-1 5-13-15,-2-2-3 0,3-1-5 16,-2 5-12-16,2 4-9 0,0-8-7 0,3 9-8 15,2 1-6-15,-3 1-4 0,1-1-8 0,5 6-4 16,0 1-7-16,5 0 5 0,0 0-7 0,-3 8 3 0,8-1-7 16,-3-2 0-16,2 1-3 0,-3 1 8 0,14 1-4 15,-11-4-4-15,3 4-9 0,9-4-24 16,-14-1-21-16,7-3-41 0,-3-3-7 0,4 1-30 16,-9-2-29-16,0-6-26 0,-1 5-36 0,-1-6-41 0,-12 2-44 15,5-5-46-15,-5 1-262 0,-2-2-651 0,-3-5 289 16</inkml:trace>
  <inkml:trace contextRef="#ctx0" brushRef="#br0" timeOffset="23983.74">17731 1398 79 0,'0'0'265'0,"-11"0"-28"0,11 0-24 16,-12 2-25-16,12-2-17 0,0 0-28 0,0 0-54 15,0 0-75-15,0 0-79 0,20 13-158 0,-12-9-241 16,2-2 107-16</inkml:trace>
  <inkml:trace contextRef="#ctx0" brushRef="#br0" timeOffset="24565.94">19085 1467 120 0,'2'-6'370'0,"3"-1"-10"0,0-1 3 0,0-1-11 16,-5 3-10-16,3-1-16 0,-1 0-17 0,-4 2-26 15,2-3-20-15,-3 1-20 0,3 7-26 16,-5-8-26-16,0 4-14 0,5 4-22 0,-7-7-17 16,7 7-15-16,-15 0-11 0,15 0-16 0,-15 7-6 0,9-2-13 15,-2-2-9-15,1 5-12 0,5-1 3 0,-3 4-11 16,4 2-5-16,2 1 0 0,6-1-8 0,-2 6 1 16,3-3-1-16,0 0-8 0,6-1-2 0,-4 5-3 15,11 4-1-15,-8-3-4 0,4 0 0 0,3-2-3 16,-5-4-1-16,-5 0-5 0,3 0 5 0,2 1-4 15,-5-3-5-15,0 2-3 0,-4-6-4 0,-2 1-9 16,1 0 7-16,-5-3 0 0,-4-1 4 0,1 1-1 16,-2 0-4-16,-7 0 6 0,-1-7-2 0,0 3-3 15,-2 3-1-15,-5-5-14 0,4-1-15 0,-1 3-26 16,-1-6-24-16,1 2-16 0,1-2-20 0,2-1-18 16,6 0-23-16,2-8-27 0,-3 5-29 0,4-4-26 15,4 6-18-15,7-14-37 0,1 4-9 0,1-4-197 16,0 1-548-16,14-3 243 0</inkml:trace>
  <inkml:trace contextRef="#ctx0" brushRef="#br0" timeOffset="24782.28">19337 1359 106 0,'13'-12'211'0,"-5"1"29"15,-1 4 13-15,-2 1 4 0,-3 2-10 0,4-4-16 16,-6 8-21-16,2-6-25 0,-2 6-17 0,0 0-14 16,0 0-20-16,0 0-14 0,0 0-7 0,6 24 0 15,-12-17-12-15,6 11-5 0,5 1-4 0,-4-2-8 16,-1 1-6-16,5 8-7 0,4 1-8 0,-8-6 0 15,11 5-6-15,-2 2-5 0,-2-2-3 0,5-1-5 16,1 1-9-16,-1-6-10 0,-3-1-23 0,3 3-32 16,-3-5-26-16,-2-7-42 0,1 3-36 0,-3-4-29 0,-1-1-26 15,3-3-33-15,-3-1-28 0,-5-4-169 0,0 0-454 16,0 0 202-16</inkml:trace>
  <inkml:trace contextRef="#ctx0" brushRef="#br0" timeOffset="25682.29">19466 1691 633 0,'-12'-14'-31'0,"-4"8"25"0,1-6 23 0,5 3 28 0,-2 3 25 16,6-1 21-16,2-4-4 0,-2 3 8 0,1 3-11 15,5-3-6-15,0 8-12 0,11-9 0 0,-1 7-13 16,2-1-3-16,4 2-1 0,6 1-6 16,3 4-4-16,8-4 0 0,-2 2-10 0,4 1 1 0,-2 0 1 15,4-2-9-15,7 6 3 0,-6-6-4 0,-3 1 2 16,0-2 10-16,-4 1 9 0,-1-2 6 0,-7-1 22 16,1 2 7-16,-8-1 11 0,-1-7 6 0,3 5 8 15,-10-2 0-15,2-2-5 0,-5-4-6 0,4 7-8 16,-9-9-1-16,0-1-4 0,0 5 2 0,-9-9 8 15,4 6 5-15,-1-3-4 0,1 6-2 0,-2 0-10 16,-3-5-8-16,2 7-10 0,-2 1-5 0,2 3-8 16,-2-3-2-16,2 6-6 0,8 0-2 0,-22 3-6 15,10 1 0-15,3 3-9 0,-3 0-3 0,4 4 2 16,-2 3 3-16,3 0-8 0,0 4-2 0,3 3 2 16,4-5-7-16,0 4 6 0,3 2-4 0,0-3 2 15,2-2-6-15,2 0-2 0,-1 0 11 0,3-6-9 16,1 1-2-16,1-1 3 0,-1-2-5 0,5-3 0 15,-2-1 3-15,0-5 0 0,6-4-1 0,-4 1 0 16,3-4-1-16,-3-2 3 0,5-2-1 0,-9-2-3 16,4 1 2-16,-7 0-6 0,6-2 7 0,-6 2 6 15,0-4 2-15,-1 2 8 0,-1-1 7 0,1 10 10 16,-5-7 18-16,-2 1-12 0,5 5 1 0,-4 0-3 16,-1-2-15-16,0 3 5 0,0 5-12 0,7-6-2 15,-7 6 0-15,0 0-10 0,0 0 0 0,0 0-9 0,0 0-7 16,0 0-13-16,-7 25-5 0,12-16-8 15,-3 2-7-15,-2-2-8 0,1-1-3 0,6 4-10 16,-2-1-8-16,2-2-4 0,3 3-6 0,-2-5-9 16,5 3-5-16,4 0-7 0,1-3-3 0,-2-5-3 0,3 3-4 15,2-5 3-15,1 1-1 0,-1-2 6 0,1-4 9 16,9-2 5-16,-11-1 11 0,3-4 5 16,-1 3 4-16,1-9 9 0,3 4 9 0,-9-5-8 15,4-1 0-15,-1-2-3 0,-3-2 7 0,-1-1 5 0,-2-1 8 16,-6-2 10-16,4-1 28 0,-8 0 21 0,0-11 31 15,-8 13 16-15,4-2 8 0,-1 2 14 0,1 10 12 16,-3-8 19-16,-4 0 6 0,0 7 9 16,7 3 3-16,-6 3 1 0,1 4-12 0,3 0 0 0,-1 0-19 15,-1 0-11-15,3 4-12 0,1 4-17 0,0 0-7 16,0 0-4-16,0 0-5 0,-17 25 2 0,14-10-13 16,3 5-3-16,0 9-3 0,3-2-3 0,-1 5-4 15,3-1 0-15,-4 11 0 0,6-2-6 0,1-1 2 16,-4-10 2-16,2 2-6 0,1 0-8 0,5 5 3 15,-3-6 0-15,1-6-13 0,5 7-1 0,-5-9-4 16,0-7 3-16,5 2 4 0,-7-6-5 0,11-2 1 16,0 2-1-16,-4-7 2 0,-1-2-5 0,0-4-4 15,8 1-1-15,-7-5 2 0,5-3 9 0,-4-3-15 16,2-2-1-16,-6-2 6 0,6-4-5 0,-1 1 6 16,-6 3 4-16,-1-7-3 0,-3 2 14 0,1 4 14 15,0 2 7-15,-8 2 7 0,2 2 10 0,1 3 10 16,-3-3 1-16,0 2-4 0,-3 2-8 0,1 0-7 15,2 0-5-15,0 7 4 0,-9-3-7 0,9 3-3 16,0 0-2-16,-19 9 0 0,11-8-7 0,3 9 1 16,2-2-6-16,-2 3-2 0,2 4 8 0,3-5-9 15,0 5 3-15,3 0-9 0,-2 1-5 0,4 2-15 16,7-5-12-16,0 2-26 0,7-3-34 0,-4-1-41 16,5-3-54-16,2 0-61 0,8-5-68 0,-4-2-293 15,2-1-659-15,2-1 292 0</inkml:trace>
  <inkml:trace contextRef="#ctx0" brushRef="#br0" timeOffset="25849.86">20661 1243 17 0,'-17'-4'330'16,"-2"-4"-9"-16,7 6-8 0,0-3-20 0,6 2-13 15,-3 1-35-15,9 2-26 0,0 0-22 0,10-12-21 0,5 11-29 16,3 1-50-16,6-2-64 0,5 2-71 0,1-2-89 15,15 0-90-15,-9-1-164 0,-1 3-413 16,10 0 182-16</inkml:trace>
  <inkml:trace contextRef="#ctx0" brushRef="#br0" timeOffset="26316.03">22093 1126 266 0,'5'-4'347'0,"0"-5"-1"16,-2 2 4-16,-3-1-26 0,0-1-15 0,0-1-13 15,-3-1-12-15,-4 3-23 0,0-2-20 0,-1 1-20 16,-5-2-28-16,3 2-18 0,-7 4-17 0,1-2-14 16,1 6-19-16,-5-1-10 0,0 4-13 0,4 1-16 15,-6 3-6-15,4 5-5 0,1-2-12 0,1 4-8 16,3 2-3-16,3 4-4 0,-2 4 9 0,12 3-18 16,-2-1 4-16,2 2-5 0,9 0-3 0,-1 2-3 15,5-1-1-15,4-1-8 0,4 0 5 0,-1-3-5 16,-2 2-3-16,15 2-1 0,-6-4 1 0,-7-6-4 15,0 0-1-15,-2 2 0 0,-3-10 1 0,0 4-4 16,-1-6 0-16,-2-3-3 0,-9 2 2 0,4-2 4 16,0 2 6-16,-7-2 14 0,0-5 1 0,0 0-1 15,0 0-4-15,0 0-3 0,-24-2-5 0,13-2 0 0,-6 1-13 16,-4-2-32-16,3 1-44 0,-1-2-43 16,-2 1-50-16,1 2-36 0,0-1-36 0,4 3-54 15,2-6-45-15,3 5-63 0,2 0-224 0,6-3-667 16,3 5 296-16</inkml:trace>
  <inkml:trace contextRef="#ctx0" brushRef="#br0" timeOffset="26633.07">23273 990 273 0,'1'-9'390'16,"4"-1"-1"-16,-3-4-16 0,3 5-10 0,-2 5-20 15,2-5-31-15,-3 6-40 0,-2 3-28 0,0 0-25 16,5-5-20-16,-5 5-23 0,7 13-21 0,-4-2-16 16,3 2-8-16,4 7-13 0,-6 4-11 0,2 5-11 15,1-1-7-15,3 17-8 0,-2-5-9 0,-3 1-5 16,7-1 1-16,-2 2-20 0,-2 2-5 0,2-3-1 15,-4-10-23-15,4-1-26 0,-3 2-31 0,3-4-31 16,-5-2-27-16,6-6-37 0,-9 3-36 0,5-4-50 16,-1-8-46-16,-4 1-42 0,5-6-281 0,-6 0-636 15,-1-6 281-15</inkml:trace>
  <inkml:trace contextRef="#ctx0" brushRef="#br0" timeOffset="27032.32">23294 1305 123 0,'-11'-3'259'0,"4"-2"12"0,2 4 8 0,5 1-1 16,-8-8 8-16,8 8 2 0,0 0-17 0,-5-4-7 15,5 4-14-15,0 0-21 0,0 0-19 0,13-7-15 16,-5 5-22-16,11 4-19 0,0-2-16 0,3 1-10 16,-1 2-16-16,11-1-10 0,-1 3-10 0,-2 3-22 15,0-4 5-15,-1 1-8 0,1 1-6 0,-6 6-5 16,0-6-8-16,-5 1-8 0,0 7-7 0,1-2-1 15,-5-1-4-15,1 2-8 0,-1 1-6 0,-3-1 2 0,2 1-5 16,-4-1 2-16,-3 1-5 0,8-1-2 16,-9 1 3-16,1-7-4 0,1 1 3 0,1 2-5 15,-5-3 5-15,2 1 10 0,4-4-6 0,-4-1-2 16,1 2 0-16,-1-1 3 0,5-1 0 0,-10-3-4 0,17-3-1 16,-4-1 1-16,2 1-7 0,0-3 9 0,0 0-1 15,-1-2 0-15,5 3 11 0,-4-6 9 16,-1 0 10-16,0 1 9 0,-3-2 0 0,1 2 12 0,-4-1 7 15,-1-1 5-15,3-4-4 0,-10 5-4 0,1-5-4 16,-2 0-8-16,1 1-10 0,-7 3-7 0,4 2-11 16,-9-5-25-16,-3 0-34 0,2 1-45 0,-2 7-47 15,-1-4-53-15,-8 11-41 0,-4-9-50 0,0 9-65 16,2-3-88-16,4 6-235 0,-3-6-713 0,2 3 317 16</inkml:trace>
  <inkml:trace contextRef="#ctx0" brushRef="#br0" timeOffset="27999.17">25408 1451 292 0,'-8'-4'320'0,"8"4"-14"0,-12-3-11 0,12 3-23 0,-10-1-23 15,10 1-13-15,0 0-13 0,0 0-17 16,0 0-9-16,0 0-14 0,0 0-19 0,0 0-9 15,0 0-24-15,25-6-13 0,-7 6-8 0,0-2-10 16,7-1-11-16,2-2-8 0,2 2-13 0,0-2-6 0,-1-2-3 16,-5 0-16-16,5-1-15 0,-6 0-3 0,1-7-12 15,-3 6-6-15,-4 0-9 0,1-3 1 0,-2-1-5 16,-2-6-8-16,-5 9 2 0,0-7 3 0,-4 2-4 16,-4 3 3-16,-4 2 0 0,-4-4 1 0,0 1 3 15,-9-1 0-15,-3 7-1 0,-1-2 8 0,-9 2 1 16,2-1-2-16,-2 8 0 0,-6 1 3 0,3 2 4 15,0 5-6-15,3 1 2 0,-2 5 2 0,4 2-3 16,3 0 3-16,5 7-5 0,1-4 15 0,9 6-14 16,3-4 1-16,4-1 2 0,6 6 2 0,-3 1 3 15,13-4-4-15,2 2 3 0,7-4 0 0,3 0-3 16,9 2 0-16,4-3-1 0,-8-9-6 0,7 0-9 16,-1-7-7-16,7 2-6 0,-12-4 1 0,3-4-3 15,-1-3 1-15,1 0 2 0,-4-6 7 0,2 0 2 16,-3-2-2-16,1-3 5 0,-8-3 0 0,-4 8 5 15,-1-6 8-15,-8 0 9 0,3 0 22 0,-4 2-1 16,-1 0 18-16,0 1 9 0,-6 4 3 0,1-1-4 16,3 0-3-16,-5 4-2 0,2 2-5 0,-2-2-11 15,0 7-3-15,0 0-7 0,-7-3-2 0,7 3-10 16,0 0 16-16,0 0-18 0,-15 15-4 0,13-8 1 16,-3 4 3-16,5-2-5 0,0 3-2 0,0-3 3 15,0 3-1-15,5-3 1 0,-3 2-1 0,5-3-2 16,-1 3 8-16,3-3-3 0,4-4 3 0,-3 2-6 15,8-5 3-15,-3 1-2 0,0-4 1 0,3-1 0 0,0-1 5 16,-1-4-6-16,3 1-1 0,-1-6 0 0,1-2-3 16,-3 1 7-16,1-6-7 0,-1 4 10 15,-8 1 27-15,1 0 6 0,0 0 10 0,-1 0 2 16,-3-2 4-16,1 9 2 0,-5-3-5 0,4 1-5 0,1 2-4 16,-6 2-1-16,6 3-15 0,-7 3-13 0,0-8-23 15,0 8-6-15,8-1-11 0,-8 1-20 16,0 0-22-16,14 18-9 0,-5-10-39 0,3 5-6 15,1-1-41-15,4 3-21 0,6-1-28 0,5 3-31 0,0-2-29 16,15 2-21-16,4 2-24 0,-8-5-8 0,11 6-179 16,-5-12-537-16,4 0 237 0</inkml:trace>
  <inkml:trace contextRef="#ctx0" brushRef="#br0" timeOffset="28399.93">27103 1346 78 0,'8'-15'145'0,"0"1"23"15,-4-3 25-15,-4-2 27 0,1 3 19 0,-4-3 15 16,-4 2 3-16,2 0 2 0,-5 2-10 0,2 3-23 15,-5 0-13-15,-2-1-26 0,-5 5-9 0,0 1-12 16,-11 2-17-16,1 2-10 0,2 4-14 0,-5 6-17 16,3 1-6-16,-3 4-15 0,-5 7-8 0,8-8-4 15,2 9-10-15,3-1 0 0,-1 1-8 0,4 4 0 16,7 0-10-16,0 1 0 0,5-2-7 0,-3 1-1 16,10-5-10-16,0 1 6 0,3-2-12 0,6 2-3 15,1-7 9-15,1 2-5 0,14-5-5 0,-6-1-12 16,6 3 5-16,7-7-3 0,5-5-3 0,-5-2 2 15,4-5-3-15,1-2-1 0,5-7-6 0,4-4 5 16,-5-4-7-16,-1-6-13 0,-1-3-1 0,1 1-8 16,-3-8 1-16,-9 3-1 0,3-7-1 0,-3 8 1 15,-2-8 6-15,-6 2 25 0,-7 5 13 0,-2-4 36 16,-1 9 41-16,-7 0 7 0,6 2 7 0,-6 3 5 16,-5 0 3-16,5 9 2 0,0-2 3 0,0 5-7 15,-1-2-12-15,-3 7-12 0,1 2-10 0,1 0-13 16,-6 5-6-16,8 3-11 0,-18 3-3 0,11 6-7 15,-6 1-16-15,3 10-24 0,2 3-18 0,-4 4-20 16,2 1-28-16,7 2-39 0,-4 9-28 0,7 0-32 16,0 3-24-16,0-9-38 0,4 9-48 0,7 0-54 15,3-6-60-15,5 6-275 0,0-16-717 0,10 6 318 16</inkml:trace>
  <inkml:trace contextRef="#ctx0" brushRef="#br0" timeOffset="28800.09">28437 893 258 0,'-10'-10'283'0,"5"1"-10"0,-5-1-13 0,-3 2-11 15,-4-2-13-15,-3 3-19 0,4-1-17 0,-6 2-16 16,1 3-10-16,-1 3-19 0,1 0-15 0,-6 0-13 15,7 0-14-15,4 2-11 0,-4 5-12 0,3-3-4 16,4 4-12-16,-2 1-1 0,5-2-11 0,-1 1-1 16,7 4-6-16,-1 3-5 0,4 1-3 0,2 7-2 15,8-4-1-15,2 1-3 0,-1 6-4 0,10-3-5 16,3 1 1-16,7 8 9 0,-2 1-15 0,-5-9 1 16,-1 0-10-16,3-2-4 0,-4 4 14 0,1-5-13 15,-6-2-4-15,-1 4 3 0,-2-9-2 0,2 3-3 16,-8-6 0-16,1 7-9 0,-6-11 3 0,-2 4 7 15,3 0-3-15,-6-4 3 0,3 1-2 0,-8-4 6 16,4-1-12-16,-7 2 7 0,1-4-1 0,-3-1 0 16,-1 0-7-16,14 0-15 0,-29-3-12 0,17 3-20 15,-1-9-21-15,1 8-27 0,4-3-28 0,0-3-33 16,1 4-47-16,7-10-45 0,0 3-31 0,0 6-199 16,5-4-515-16,5-5 228 0</inkml:trace>
  <inkml:trace contextRef="#ctx0" brushRef="#br0" timeOffset="29015.62">28652 769 253 0,'-3'-4'274'16,"-1"1"-18"-16,4 3-28 0,-10-4-14 0,10 4-20 16,0 0-4-16,0 0-4 0,-11 16-2 0,8-5 1 15,3 2 0-15,0 6-4 0,6 3-14 0,1 1-12 16,-2 6-11-16,5-2-4 0,3 3-19 0,-5 0-14 15,7 6-9-15,-2 6-8 0,-1-14-17 0,-2 4-24 16,0-3-20-16,-2-6-55 0,-1 4-46 0,-1-4-48 16,1-7-46-16,-7 1-51 0,7-2-57 0,-6-3-198 15,-1-5-510-15,-1 3 225 0</inkml:trace>
  <inkml:trace contextRef="#ctx0" brushRef="#br0" timeOffset="29949.98">28652 1134 140 0,'-3'-5'258'0,"3"5"-4"16,0-6-25-16,0 6-26 0,6-5-19 16,-6 5-19-16,23 4-13 0,-6-1-14 0,3 1-14 15,10 1-15-15,6 1-8 0,1 0-7 0,11 8-10 16,0-6-8-16,-4 4-4 0,4-4-12 0,5 1-7 0,-8 0-4 16,0-8-4-16,1 7-4 0,-13-4-4 0,-2-4-5 15,-1 0-1-15,-3-1-3 0,-9-2-1 16,2 0 5-16,-5-3-10 0,-7 0-3 0,0-3 1 15,-4 3-6-15,-4-3 1 0,0-2 0 0,-4 3-1 0,-7 0 1 16,-1-4 13-16,-3 4-7 0,-1 1 0 0,-3 3 3 16,0-3 2-16,-8 3 6 0,4 3-1 0,-7 2-2 15,2 3 1-15,0-2-3 0,3 7-5 0,5-2 2 16,-1 2-3-16,-6 5-1 0,11-5 2 0,-4 10-8 16,8-4 5-16,2 2 3 0,5 0 0 0,-1 0 3 15,6 3-4-15,0-3 18 0,5 2-14 0,-4-4 0 16,8 0 1-16,-3 0-3 0,6-3 0 0,4 0-4 15,1-5 3-15,-2 0-3 0,5-2-3 16,1-2-4-16,-4-3 0 0,4-1 2 0,2-2-3 0,-1-3 2 16,4-3-5-16,-6 4 2 0,7-8 12 0,-6 1-13 15,1-5-4-15,-7 2 1 0,1 5 18 0,-4-8 25 16,3 4 37-16,-4-2-3 0,-4 8 7 0,-1 0 12 16,1-1 11-16,-5 1-7 0,4 2-10 0,-6 3-17 15,7-2-9-15,-7 5-10 0,0 0-11 0,0 0-1 16,0 0-3-16,0 0-7 0,-13 15-1 0,13-3-7 15,-2 3-6-15,-5 2-8 0,7 0-5 0,0 0-12 16,4-5-9-16,-1 8 3 0,-1-1 2 0,4-4-3 16,8 2 0-16,-4-3-4 0,4-4-11 0,6 2 6 15,-3-3-5-15,4-2-2 0,8-2 1 0,0-1-2 16,1-4-5-16,0-7 0 0,1 2-5 0,-3-3 4 16,6-4-19-16,-3-3-4 0,5-8-7 0,-11 7 1 15,10-15-7-15,-5 0 14 0,-10 5-1 0,4-10 1 16,0 2 11-16,-3-2 2 0,-3-2 1 0,-6 10 5 15,0-13 6-15,-3 0 5 0,-4 12 9 0,0-1 28 16,-3 1-2-16,1 2 12 0,-3 8 13 0,0-1 12 16,0 1 9-16,-3 1 6 0,1 9-5 0,2-4-7 15,-5 3-9-15,0 6-3 0,1-2-7 0,-5 1-6 16,1 4-7-16,8 1 4 0,-17 9-12 0,6-2 7 16,-1 5 0-16,-1 5-9 0,5 0 5 0,-6 8-9 0,1 2 5 15,5 0 1-15,-5 2 2 0,9 11-4 16,-2 1 2-16,4-1 2 0,4 3-5 0,-1-2 4 15,4 1-5-15,4-2 16 0,4-1-17 0,5-2 2 16,-3-8-3-16,12 5-4 0,-8-9-6 0,5-4 3 0,0 0-9 16,-2-2 1-16,8 0-6 0,-5-9-6 0,1 0 4 15,-4 0-1-15,-1-8-2 0,7-4 4 0,-10 0 4 16,6-6 2-16,-3 4-5 0,6-9 2 16,-11 1 8-16,6-5 5 0,-6-3 14 0,-1 5 7 0,-5-1 26 15,-2 0 18-15,-1-3 19 0,-4 3 7 0,4-2 5 16,-7-2 3-16,1 10 1 0,3 0-1 0,-8-1-9 15,8 0-9-15,-9 6-10 0,0-3-5 16,0 5-12-16,-3-3-3 0,8 6-14 0,-20 0 3 0,8 3-6 16,2 3-3-16,-1 3 0 0,-4 2-10 0,3 4 3 15,4-3-6-15,0 4-3 0,1 0-3 0,2-1-7 16,5 3-9-16,0-1-6 0,8-2-11 0,-3 1-17 16,5-1-27-16,-2-3-38 0,7-2-42 0,15 0-54 15,-15-1-49-15,7-4-61 0,-1-5-78 0,9 3-373 16,-2-6-822-16,0-6 364 0</inkml:trace>
  <inkml:trace contextRef="#ctx0" brushRef="#br0" timeOffset="30149.08">30468 939 346 0,'-10'-6'390'15,"-2"0"14"-15,2 3 24 0,0-1 6 0,0 2-4 16,7-3-13-16,-9 2-25 0,12 3-27 0,-8-5-27 15,8 5-34-15,-6-5-29 0,6 5-37 0,0 0-30 16,0 0-34-16,0 0-45 0,0 0-62 0,0 0-71 16,0 0-89-16,0 0-73 0,28 12-70 0,-27-11-71 15,-1-1-73-15,7 11-313 0,-7-11-749 0,0 0 331 16</inkml:trace>
  <inkml:trace contextRef="#ctx0" brushRef="#br0" timeOffset="31100.3">22177 1528 152 0,'0'0'207'0,"0"0"-20"0,0 0-17 0,0 0-14 16,0 0-14-16,0 0-17 0,-15 20-9 0,9-16-7 15,-4 6-1-15,-4 0-3 0,1-3-1 0,0 4 0 16,-4-2-13-16,-1 2 1 0,0-3 1 0,-4 3 4 15,1 0 8-15,-4-4-2 0,4-1 5 0,2 0 12 16,-2-1-4-16,-1-1 5 0,2 0 3 0,-1-2 12 16,4-2 11-16,-3-2 13 0,6 1 6 0,-1-2 4 0,6 0-5 15,1-3-2-15,-2 3-13 0,5-6-16 0,-1 2-9 16,1-1-14-16,0 2-8 0,1 1-13 16,3-2-6-16,-4 3-17 0,5-4-14 0,0 8-29 15,-5-6-35-15,5 6-35 0,0 0-45 0,10-5-34 0,-10 5-49 16,0 0-54-16,0 0-64 0,30 11-64 0,-22-8-258 15,7 6-664-15,0 2 294 0</inkml:trace>
  <inkml:trace contextRef="#ctx0" brushRef="#br0" timeOffset="45599.99">9350 4611 81 0,'1'-5'372'0,"6"2"-6"0,-5-1-13 0,3-4-18 16,-5 8 6-16,3-8-27 0,2 1-13 0,-5 3-14 15,1-4-17-15,1 4-18 0,1-4-14 0,-3 8-14 16,-6-8-14-16,-1 1-18 0,1 3-18 0,1-4-15 16,-4 5-18-16,-1-2-10 0,-5-3-15 0,1 5-10 15,-6-2-8-15,0 4-10 0,3-2 0 0,-6 1-9 16,2 2-7-16,1 0-6 0,-3 0-5 0,4 2-10 15,1 2-3-15,2-4-8 0,2 2-2 0,4 1-6 0,-3-1-4 16,7 0-6-16,-1 5-2 0,2-2 0 16,2 2-4-16,1 0-2 0,4 2 4 0,4 2-4 15,3 0 0-15,2 1-1 0,1 3-1 0,9 1-3 0,1 3 2 16,1-3-5-16,2 1 3 0,0 5-1 0,-4-5 0 16,2 3-1-16,5-3-3 0,-13-5 2 0,7 11-3 15,-14-8 0-15,12 4-1 0,-10-2 1 16,-3 1-4-16,7-3 5 0,-5 1-5 0,-3 3 2 0,-4-9 2 15,3 5-2-15,-5-5-2 0,0-1 3 0,0 2 1 16,0-4 3-16,-7 2 3 0,6-2 16 0,-4 1 17 16,-5-3 29-16,-3 1 19 0,3-2 17 0,-5 0 8 15,-5 0 10-15,0-4 12 0,-2 1-22 0,4-1 5 16,-10-1-10-16,7-2-1 0,1 0 6 0,-3-2-15 16,8 1-6-16,-2 0-13 0,2 0-19 0,2 1 13 15,5-1-21-15,-2 3-36 0,3-3-45 0,2 0-66 16,5 4-85-16,-6-3-121 0,6 3-118 0,0 0-115 15,0 0-509-15,0 0-1126 0,36 4 499 0</inkml:trace>
  <inkml:trace contextRef="#ctx0" brushRef="#br0" timeOffset="47932.36">9904 5055 425 0,'0'-8'466'0,"0"8"14"16,0-7 5-16,0 7-7 0,0 0-12 0,0-11-21 15,0 11-30-15,0-5-31 0,0 5-40 0,0 0-27 16,0 0-36-16,0 0-31 0,0-8-31 0,0 8-19 0,0 0-25 15,0 0-19-15,0 0-11 0,0 0-18 0,0 0-13 16,0 0-11-16,15 18-12 0,-8-12-10 0,-4 3-7 16,2-2-7-16,3 1-7 0,-8 2 27 0,7-1-14 15,1 6-31-15,-8-1-38 0,0 3-39 0,0-4-47 16,0 2-45-16,-7 0-51 0,7 0-46 0,-1-1-38 16,-6-1-35-16,-1 2-33 0,1-3-44 0,1-3-52 15,-1 1-361-15,2-5-852 0,-5 2 377 0</inkml:trace>
  <inkml:trace contextRef="#ctx0" brushRef="#br0" timeOffset="48566.43">10579 4770 296 0,'7'-8'300'16,"-2"1"-7"-16,2-2-7 0,-1 1-5 0,-6-2-2 16,7 4-16-16,-5-3-3 0,1 0-10 0,0 4-14 0,-3-2-5 15,0-1-12-15,0 3-17 0,0-5-15 16,0 3-23-16,0 1-4 0,0 6-18 0,-6-15-12 15,4 12-12-15,-3-3-3 0,5 6-23 0,-5-6-7 0,-2 3-12 16,7 3-6-16,-15-6-6 0,9 2-7 0,6 4-7 16,-20-2-7-16,10 2-2 0,10 0-5 0,-23 2-6 15,11-1-2-15,-1 2-2 0,3 5-7 0,-3-3-1 16,3-2 2-16,-3 5-6 0,-1 4 0 0,3-3-4 16,-1 6 3-16,7-3-2 0,-5 3-12 0,5 2 6 15,4-4 11-15,-3 3-21 0,4 1 0 0,4 0-7 16,-3 2-15-16,4 1 18 0,0 0-2 0,4-1-9 15,1-3 4-15,1 3-16 0,4-4-2 0,-3 0-7 16,6-3 0-16,-3 0 6 0,0-7-7 0,1 5 4 16,4-5 6-16,-5-2 5 0,1-6 5 0,1 2 0 15,3-7 4-15,-10 0-3 0,5-2 6 0,-2-7 11 16,2 2 17-16,-2-7 7 0,-5 2 20 0,-1-5 11 16,1 8 18-16,-1-2 14 0,-1-1 18 0,-4 1 8 15,5 4 11-15,-7 0 9 0,6-2 6 0,-6 8 4 16,2-2-10-16,3 2-12 0,-5 1-12 0,2 2-17 15,-2 6-13-15,0-8-11 0,0 8-9 0,0 0-3 16,0 0-5-16,0 0-6 0,-7 20-3 0,5-9-4 0,4 0-4 16,-2 6-2-16,0 1-1 0,3 2-13 0,1 0-17 15,4 6-15-15,-3-2-12 0,2-6-19 0,1 5-19 16,-2-4-21-16,4-2-31 0,4-4-32 0,0 2-36 16,6-6-41-16,-8 0-45 0,0-3-64 0,4-3-71 15,-3-3-330-15,1 0-803 0,-5-1 356 0</inkml:trace>
  <inkml:trace contextRef="#ctx0" brushRef="#br0" timeOffset="53749.16">12188 4723 137 0,'0'0'279'0,"0"0"-1"0,0 0 1 0,0 0-6 16,0 0-7-16,0 0-1 0,0 0-2 0,0 0 1 16,0 0-1-16,0 0-3 0,0 0-4 0,0 0-10 15,0 0-9-15,0 0-11 0,0 0-7 0,0 0-13 0,0 0-11 16,0 0-15-16,0 0-17 0,0 0-14 16,0 0-16-16,30-10-13 0,-12 10-15 0,12-2-6 15,8 1-9-15,7-2-13 0,38-1-7 0,-19 2-3 0,24-4-9 16,3 3-6-16,8-2-6 0,0 5-5 0,4-4-4 15,5 5-1-15,-4-1-6 0,-3-4-3 0,-3 3-3 16,-2 1-2-16,-2-2-2 0,-10-6-4 16,2 4 3-16,-26 4-3 0,3-5-4 0,-7 1 2 0,2-3-3 15,-7-4 0-15,-3 5 3 0,-1 0-5 0,-18-3 2 16,1 5 1-16,-2-4-1 0,-9 5-3 0,0-1 3 16,-4-4-2-16,-3 2-1 0,-4 1 1 0,2 2-1 15,-5-1 0-15,2 4-4 0,-2-3-4 0,-5 3-17 16,5-5-18-16,-5 5-22 0,0 0-34 0,0 0-37 15,0 0-48-15,6-7-41 0,-6 7-23 0,0 0-22 16,0 0-19-16,0 0-40 0,0 0-45 0,0 0-316 16,-28 10-738-16,25-5 327 0</inkml:trace>
  <inkml:trace contextRef="#ctx0" brushRef="#br0" timeOffset="54133.5">13939 4378 329 0,'0'0'327'0,"0"0"-22"0,0 0-31 0,0 0-17 0,0 0-34 16,-6 7-11-16,6-7-6 0,0 0-11 0,15 12-6 16,-7-4-11-16,4-1-7 0,1 0-8 0,3 3-7 15,-1 1-10-15,5 3-16 0,-2-5-12 0,4 4-6 16,-6-1-14-16,6-5-5 0,-1 4-2 0,-6 0-19 16,7 1-7-16,-6-4-12 0,-1 0-1 0,-3 4-10 15,-2-5 5-15,1 1-11 0,-4-2-4 0,-5 2-4 16,6 0-3-16,-8 1-3 0,0-1-1 0,0 4 5 15,-8-3-3-15,1 4-4 0,-3-1-2 0,-3 0-13 16,1 3-31-16,1-3-41 0,-4 3-37 0,1 0-37 16,0 1-35-16,0 0-51 0,4 1-52 0,4-8-52 15,-1 7-201-15,7-4-578 0,-5 3 255 0</inkml:trace>
  <inkml:trace contextRef="#ctx0" brushRef="#br0" timeOffset="56216.1">6056 4850 128 0,'-2'-7'322'0,"1"-2"-17"0,-3 3-13 0,3-3-5 0,-3 5-19 15,1-2-8-15,-2-2-17 0,2 3-9 16,-1-2-14-16,-1 3-19 0,-1 1-20 0,6 3-21 0,-10-5-12 15,3 4-15-15,7 1-13 0,-13-1-11 0,13 1-16 16,-21 5-10-16,7-1-5 0,6 0-9 0,0 0-9 16,-1 4-8-16,1-4-5 0,2 8-5 0,1-4-9 15,-2 4 2-15,4-2-7 0,1 1 1 0,2 2-4 16,2 1-1-16,-1-1 0 0,8-2 2 0,-3 7-2 16,9-5-1-16,-2 1-1 0,4 1 0 0,-2-3-1 15,8 5-5-15,3 1-1 0,-1-4-4 0,2 4 3 16,-2-2-4-16,1 4-6 0,-3-6 23 0,-1 2-25 15,-2 4 1-15,-5-8 5 0,-6 3-8 0,6-1 19 16,-3-2-21-16,-7-4 4 0,5 6-3 0,-7-4 5 16,-1-2-4-16,-4 1 5 0,-1-2 2 0,-4 1-2 15,-6-2 1-15,-2 2 16 0,0-3 5 0,-6 2 2 16,-9-2 3-16,2-2-5 0,0 2 1 0,-2-3-2 16,8-2-5-16,-4 1 3 0,4-2-2 0,2-1 0 0,4-3-5 15,4 4-16-15,2-2-30 0,4-3-44 16,2-3-54-16,4 4-56 0,7-5-56 0,5 1-55 15,9-2-45-15,7-1-268 0,4-3-657 0,6 3 290 16</inkml:trace>
  <inkml:trace contextRef="#ctx0" brushRef="#br0" timeOffset="56599.07">6637 4970 84 0,'-10'0'279'0,"10"0"-19"0,0 0-28 0,0 0-22 0,0 0-22 16,-12 0-21-16,12 0-15 0,-8 8-15 0,6-3-14 16,1 2-10-16,1 1-9 0,0 1-4 0,1 0-6 15,-1 3-6-15,7 3-9 0,-4 1-5 0,4-1-5 16,0 2-9-16,1-2-2 0,2-1-4 0,-2 2-7 16,4-5-5-16,3 5-4 0,-1-5-2 0,-2 2-2 15,3-6-1-15,1 2-4 0,-1-1-3 0,0-6-1 16,-2-1-1-16,2-1-2 0,-3-1-2 0,0-4 1 15,-4 0-2-15,5 1-1 0,-5-8 10 0,-1 0 14 16,8 1 5-16,-9-4 8 0,1 2 15 0,-4-10-4 16,-3 5 12-16,0-1 12 0,4-6 2 0,-4 5 14 15,-4 2 4-15,1 0 1 0,-4 1-4 0,6 1-6 16,-4 2-7-16,5 2-9 0,-7 2-4 0,6 3-17 16,-1 0-2-16,-3-3-14 0,5 10-32 0,0-6-42 15,0 6-40-15,-7-3-28 0,7 3-33 0,0 0-26 16,-1 19-47-16,1-7-43 0,1-4-49 0,-1-1-50 0,7 8-187 15,-7-3-571-15,0 0 253 0</inkml:trace>
  <inkml:trace contextRef="#ctx0" brushRef="#br0" timeOffset="56900.07">7267 4899 6 0,'2'-3'326'16,"-2"3"-5"-16,0-7-6 0,0 7 0 0,5-9-4 16,-5 2 6-16,0 7-1 0,0 0-5 0,0 0-17 15,2-8-12-15,-2 8-18 0,0-7-18 0,0 7-12 16,0 0-29-16,0 0-23 0,0 0-17 0,0 0-15 16,-23 7-15-16,23-7-13 0,-20 5-15 0,13-2-11 15,-1 4-10-15,0 3-2 0,1-3-12 0,-8 3-11 16,8 3-6-16,-6-6-4 0,10 5-8 0,-4 2-2 15,1-5-7-15,2 0-4 0,1 3-13 0,3-2-9 16,0 2-14-16,7-1-13 0,-6-2-12 0,8 0-26 16,-3 0-15-16,6-1-59 0,3-1-42 0,0-1-43 15,1-3-43-15,6 0-41 0,-1-3-45 0,9-2-40 16,-10 1-217-16,3-3-651 0,2-4 288 0</inkml:trace>
  <inkml:trace contextRef="#ctx0" brushRef="#br0" timeOffset="57198.78">7749 4853 54 0,'7'-7'321'0,"-7"7"1"15,1-4-9-15,-1 4-2 0,0 0-7 0,7-8-5 16,-7 8-8-16,0 0-22 0,0 0-20 16,0 0-17-16,0 0-16 0,0 0-30 0,0 0-11 15,0 0-15-15,0 0-8 0,-36 9-5 0,27-1-13 0,-1-1-12 16,-3 4-10-16,0-7 3 0,-2 4-17 0,-2 8-9 15,9-6-8-15,-7 0-7 0,2 0-10 16,3 2-7-16,0 0-7 0,0-1-3 0,4 1-2 0,-3 2-5 16,8-4-7-16,-4 5 2 0,10-4-6 0,-4 1-1 15,8-4-5-15,-3 4-5 0,9 0-4 0,0-2-13 16,2-2-24-16,2 1-18 0,13-2-35 0,1 0-40 16,-2-4-42-16,-1-3-43 0,2 0-52 0,2 0-60 15,-2-2-53-15,-4-5-262 0,2-1-679 0,-2-2 301 16</inkml:trace>
  <inkml:trace contextRef="#ctx0" brushRef="#br0" timeOffset="57616.18">8448 4381 205 0,'1'-7'394'0,"-1"7"-6"0,0-9-15 15,0 9-18-15,0 0-30 0,0 0-33 0,-8-2-31 16,8 2-17-16,0 0-37 0,-18 10-23 0,9 0-13 0,-4-1-6 16,0 6-27-16,-4 5-7 0,-1 0-9 0,3 6-5 15,-1-2-11-15,1 4-3 0,5 10-17 0,0-7-4 16,0 0-3-16,3 9-6 0,7 5-5 0,0-6-6 16,0 8-2-16,7-9-7 0,3-6-3 0,0 10-5 15,8-2-3-15,10 2 2 0,0-3-4 0,4-1-2 16,4-2-7-16,-1-2-12 0,5-5-27 0,6-7-38 15,2 1-51-15,-3-6-71 0,1 0-72 0,2-7-82 16,-1-8-87-16,4-3-236 0,-7-2-697 0,0-9 310 16</inkml:trace>
  <inkml:trace contextRef="#ctx0" brushRef="#br0" timeOffset="58332.37">10649 4257 321 0,'0'0'308'0,"0"0"-22"16,0 0-16-16,0 0-17 0,16 6-23 0,-6 0-6 15,-1 0-15-15,6 1-12 0,6 4-9 0,-4-2-11 16,9 8-15-16,-1 0-6 0,3 5 2 0,5 5-17 15,2 1-6-15,3 2-4 0,-7 0-18 0,-2 3-11 16,4-2-4-16,-10 1-7 0,7 2-9 0,-2 1-11 16,-7 4-7-16,1-2-6 0,-7-8 4 0,1 10-13 15,-2 3 1-15,-3 3-12 0,-6-15 0 0,2 7-2 16,-7-3 10-16,1-6-13 0,-1 3-3 0,-3-1-4 16,-4-3-1-16,1 5 10 0,-1-8-21 0,1 6-10 15,-8-6-26-15,4-6-34 0,-1-2-38 0,1 3-47 16,0-4-56-16,0 1-67 0,-2-5-82 0,6-1-253 0,-1-3-648 15,7-1 287-15</inkml:trace>
  <inkml:trace contextRef="#ctx0" brushRef="#br0" timeOffset="60082.45">15646 4346 112 0,'-7'-8'290'16,"2"2"-20"-16,-5-3-17 0,2 2-16 0,0-1-11 15,-1 2-15-15,-2 4-17 0,4-2-22 0,-8 3-14 16,0-4-12-16,1 5-16 0,0 0-12 0,4 3-16 16,-9-1-7-16,4 0-10 0,6 3-10 0,-6 2-9 15,-1 1-2-15,1 2-11 0,0 1-2 0,4-2-5 16,2 7-7-16,-1-1 1 0,-3-1-7 0,6 1 1 15,4 5-6-15,0-3-4 0,1 2 5 0,2-3-5 16,5 2-8-16,-2 0 1 0,4 3-6 0,1-5 2 16,7 8-9-16,-3-6-6 0,3-2-5 0,0-1-10 15,3 0-10-15,-3 1-16 0,6-7-11 0,-4 3-9 0,3-5-6 16,-4 1 2-16,4-6 1 0,0-1 2 16,0-1 8-16,-4-1 6 0,1-4 5 0,-1 2 5 15,-1-3 9-15,-1 0 19 0,1-3 18 0,-2 1 14 16,-3 1 12-16,-2-5 9 0,0 6 6 0,4-3 7 0,-6-1 4 15,4 2 2-15,-5 2-3 0,-1-3 2 0,4 3-1 16,-3 0-9-16,-3 3-4 0,-2 3-10 16,9-3-4-16,-9 3-4 0,10-3-5 0,-10 3-1 15,0 0-1-15,15 6-2 0,-6-2-3 0,-3 3-5 0,2 1-13 16,1 1-4-16,2-2-8 0,-2 0-7 0,-1 5-5 16,0-8-5-16,4 4-1 0,-4 3-1 0,0-6-9 15,4-3 2-15,-9 1 5 0,5 3 5 0,-3-5 2 16,-5-1 3-16,14 0 6 0,-14 0 0 0,0 0 0 15,13-7 6-15,-10 4-2 0,2-3 4 0,-3-2 3 16,0 0 8-16,-4 1 6 0,2 0 9 0,-2-3 0 16,-1 0 0-16,1 1 2 0,2-1 2 0,-1 1 2 15,-4 1-2-15,3 1-3 0,0-4 5 0,-3 4-6 16,4 1 0-16,1 6 3 0,-5-11-6 0,5 11-2 16,0-7-2-16,0 7-5 0,0-5 0 0,0 5-11 15,8-4-10-15,-8 4-7 0,13-3-4 0,-3 5-6 16,2-4-11-16,4 2-7 0,3-3-9 0,-1 1-8 15,3 2-2-15,9-1 3 0,-7-2-1 0,5 1 4 16,2-2 7-16,-2 1 4 0,-6-2 7 0,-6 1 3 0,6-2 11 16,-7 3 12-16,5-4 19 0,-10 0 20 15,1 0 13-15,-3 2 16 0,1-2 11 0,-3 4 8 16,3-3 1-16,-8 2 9 0,-1 4 0 0,7-5-2 16,-2 2-5-16,-5 3-7 0,0 0-8 0,3-4-3 0,-3 4-10 15,0 0-6-15,0 0-5 0,0 0-4 16,0 0 4-16,8 12-8 0,-3-8 0 0,-1 5-1 15,2 0 1-15,3 0-5 0,-4 0-2 0,0 6-2 16,4-4 3-16,5 2-2 0,-4 1-4 0,0-1 1 0,-2 2-1 16,2 2-2-16,0-7 1 0,-5 1-1 0,1 4-2 15,-1-8-1-15,-1 1 6 0,-4 2-4 0,1-3-1 16,4-5 2-16,-5 6 0 0,0-8-3 0,-5 9-10 16,0-6-17-16,5-3-18 0,-11 1-29 0,11-1-36 15,-22-3-47-15,12-6-54 0,-3 6-54 0,-2-3-171 16,0-1-469-16,5-1 208 0</inkml:trace>
  <inkml:trace contextRef="#ctx0" brushRef="#br0" timeOffset="60366.37">16669 4064 197 0,'0'-12'471'0,"-2"5"-1"0,-1 3-1 0,3-2-18 0,0-1-22 16,0 7-39-16,0-11-38 0,0 11-36 0,0 0-38 16,0 0-33-16,0 0-27 0,0 0-21 0,0 0-20 15,6 21-18-15,1-4-18 0,-2 0-12 0,3 9-8 0,-1 1-16 16,-6 1-15-16,8 4-5 0,-9-2-9 16,5 1-8-16,3 7-6 0,-5-5-6 0,1-3-17 15,-1 1-23-15,2-2-26 0,2 0-25 0,-1-2-25 16,1-2-31-16,-4 0-35 0,5-8-24 0,1 2-32 0,-3-4-26 15,1-1-35-15,1-1-34 0,-1-2-44 0,4-8-45 16,-2 2-257-16,1-5-676 0,-10 0 300 16</inkml:trace>
  <inkml:trace contextRef="#ctx0" brushRef="#br0" timeOffset="60566.45">16712 4305 30 0,'0'0'265'0,"-14"-3"-9"0,14 3-9 0,0 0-9 0,0 0-1 16,-13 3-3-16,13-3 2 0,0 0-5 0,0 0-8 16,0 0-7-16,22 14-19 0,-14-10-15 0,5 0-16 15,4 0-24-15,3-3-12 0,3 3-16 0,3-1-15 16,1 1-33-16,3-1-41 0,-1-2-48 0,-2 2-54 16,-4-3-61-16,7-3-70 0,-2-1-66 0,2-3-195 15,-2-2-509-15,0-1 225 0</inkml:trace>
  <inkml:trace contextRef="#ctx0" brushRef="#br0" timeOffset="60816.41">17370 4030 88 0,'-9'-2'322'0,"9"2"-6"16,0 0-10-16,-7-5-18 0,7 5-21 0,0 0-26 0,0 0-15 15,0 0-22-15,0 0-20 0,-17 12-11 16,14-6-3-16,-5 2-5 0,4 0-3 0,0 3-7 15,-5 4-9-15,1 1-7 0,1 7-8 0,-3-5-9 16,5 7-8-16,-8-2-13 0,7 4-5 0,-1-1-19 0,0-1-2 16,-1-1-2-16,8 3 5 0,0 0-16 0,0-5-3 15,0 2-4-15,7 2-7 0,1-8-5 16,-1 7-2-16,3-5-7 0,1-4-17 0,-3-2-27 0,7-1-36 16,5 0-39-16,-3-4-50 0,4-2-51 0,1-1-55 15,8-1-59-15,-4-5-62 0,0-5-208 0,3 0-616 16,-6 1 274-16</inkml:trace>
  <inkml:trace contextRef="#ctx0" brushRef="#br0" timeOffset="61216.43">17847 4125 87 0,'0'0'339'0,"-5"-6"1"0,5 6 3 15,-3-8-5-15,3 8-12 0,-3-7 1 0,3 7-39 16,-4-6-19-16,4 6-21 0,-8-6-22 0,8 6-24 16,-7-3-21-16,1 1-20 0,6 2-12 0,-7-7-16 15,7 7-16-15,-13-1-13 0,13 1-9 0,-12 0-12 0,12 0-7 16,-11 4-11-16,2 0-4 0,3 0-8 16,-1-3-6-16,6 6-6 0,-4 0-2 0,3 3-6 15,0-3-1-15,1 1-7 0,4 4 9 0,-1-2-14 0,1 7-1 16,5-2 6-16,-5-3-6 0,7 3-3 0,0-3 1 15,2 0-7-15,-4 3 3 0,4-3-2 16,1 2 2-16,-5-6-5 0,1 2-1 0,2-3 1 0,-6 0-3 16,0 1 4-16,2-1-2 0,-1 1 0 0,-1-5-4 15,2 1 0-15,-4 1 3 0,-3-5-3 0,0 0 3 16,7 10-7-16,-7-10 2 0,3 4-10 0,-3-4 9 16,0 0 0-16,-10 5-4 0,10-5-22 0,-13 7-27 15,8-4-31-15,-5 2-34 0,2 0-26 0,-2 1-25 16,-2-3-32-16,4 3-41 0,1 3-53 0,1-3-39 15,1 1-236-15,0 1-617 0,0 0 273 0</inkml:trace>
  <inkml:trace contextRef="#ctx0" brushRef="#br0" timeOffset="61416.78">18134 4610 100 0,'0'0'257'0,"3"3"-3"0,-3-3-12 15,0 0-14-15,3 8-21 0,-3-8-16 0,0 5-16 0,0-5-17 16,0 0-18-16,-6 7-10 0,6-7-16 16,-7 8-10-16,5 1-6 0,-3-6-11 0,5-3-13 15,-6 7-35-15,6-7-40 0,-2 9-40 0,2-9-62 16,0 8-50-16,0-8-55 0,0 0-141 0,10 2-378 0,-10-2 168 16</inkml:trace>
  <inkml:trace contextRef="#ctx0" brushRef="#br0" timeOffset="61865.48">18637 4234 178 0,'0'-10'276'0,"-2"1"-7"15,-3-2-7-15,5 1-20 0,-2 3-12 0,2-3-16 16,-3 2-19-16,0 0-22 0,3 0-16 0,-7 5-16 15,7 3-15-15,-8-7-11 0,0 4-12 0,1 1-14 16,7 2-7-16,-22 2-12 0,8 3-6 0,0-1-7 16,4-1-3-16,-3 7-6 0,-3 1-4 0,4 0-2 15,0-3-10-15,1 4-2 0,1 0-1 0,2 2-4 16,1 2-1-16,0-5-5 0,2 0-3 0,4-1-2 16,-1 2 2-16,0-2-4 0,2-1-6 0,2 1-3 15,1 2 0-15,4-7 2 0,0-2-1 0,-1 4-4 16,4-3 3-16,0 0-6 0,2-4 2 0,-1 0-2 15,3 0 5-15,2-7-3 0,-1 6-2 0,0-6 5 16,1 0-2-16,1-1 8 0,-5 3 9 0,-4-3 19 16,5 2 17-16,-5 1 26 0,1-2 22 0,-3 3 8 15,3-4 3-15,-4 4 6 0,-4 0-1 0,-1 4-19 0,13-5-11 16,-13 5-11-16,7-7-14 0,-7 7-11 16,0 0-3-16,0 0-5 0,0 0-6 0,5 12-6 15,-2-4 2-15,-3-4-16 0,2 6-8 0,-2-1-13 0,5-1-27 16,-3 3-19-16,4-2-39 0,1 2-30 0,1 0-42 15,-6-2-52-15,4-1-59 0,9-1-74 0,-6-2-241 16,4-3-637-16,-2-1 282 0</inkml:trace>
  <inkml:trace contextRef="#ctx0" brushRef="#br0" timeOffset="62115.94">18827 3910 237 0,'-8'-4'429'0,"8"4"0"0,-7-3-19 0,7 3-42 0,-8-3-26 15,8 3-45-15,0 0-22 0,0 0-22 0,0 0-19 16,18 21-15-16,-1-12-20 0,-1 5-17 0,6 2-14 16,-1 0-21-16,6 4-14 0,-6 1-15 0,16 6-6 15,-8 0-13-15,-7-3-7 0,4-1-9 0,-7-1-13 16,4 5-22-16,-8-2-20 0,-4-1-50 0,4 2-46 15,-7 0-45-15,1-1-41 0,-4 1-48 0,-5-1-62 16,0 2-70-16,-5-1-303 0,1-6-688 0,-2 3 305 16</inkml:trace>
  <inkml:trace contextRef="#ctx0" brushRef="#br0" timeOffset="62318.09">19438 4731 264 0,'0'0'378'0,"0"0"-17"0,0 0-33 15,0 0-36-15,0 4-26 0,0-4-25 0,0 8-26 16,-7-2-20-16,7-6-21 0,-6 13-11 0,-3-5-16 16,3 4-21-16,-9 2-30 0,5 1-58 0,-12 2-62 15,1 1-77-15,6 1-113 0,-13-3-278 0,3 5-531 16,0-6 236-16</inkml:trace>
  <inkml:trace contextRef="#ctx0" brushRef="#br0" timeOffset="63716.71">21565 3967 224 0,'1'-5'277'0,"1"-3"-4"0,3-1-6 0,-2 1-10 0,-3 1-14 15,2-2-8-15,-2 0-9 0,2 3-4 0,-2 6-14 16,-7-12-16-16,5 3-17 0,-4 7-15 0,1-3-14 15,-2-2-13-15,-1 3-16 0,0-4-12 0,-1 7-8 16,-6-1-4-16,2 1-17 0,-2 1-8 0,0 0 7 16,-1 1-25-16,-4 1 1 0,5-1-8 0,0 7-5 15,2-2-7-15,5 0 0 0,-7 0 0 0,6 3-7 16,-4 3-1-16,2 0-5 0,7-1 1 0,-2 4-2 16,2-3 3-16,3 6 3 0,4-2-6 0,5 4 1 15,1-2 1-15,5 4-2 0,6-1 5 0,5 3-5 16,-5 0-4-16,3-3-5 0,4 0 2 0,-4-2-1 15,0 1-1-15,0-1 0 0,-1-2 2 0,-4-2-5 16,-5-3 16-16,0 0-19 0,2-3 4 0,-5 2-5 16,0-4 0-16,-5 0 2 0,3 1-1 0,-4-2-5 15,2-2 1-15,-2 1 5 0,-4-5 8 0,1 4 11 16,-1-4 9-16,0 0 8 0,-20 3 0 0,12-3-2 16,-7 0-4-16,-5-1 0 0,2-2-7 0,-5 0 0 0,3 2-11 15,-10-6-17-15,9 6-32 0,-1 0-36 16,1-4-50-16,4 4-36 0,-1-4-52 0,-5 3-57 15,15-2-73-15,-6 3-266 0,11-1-654 0,3 2 290 16</inkml:trace>
  <inkml:trace contextRef="#ctx0" brushRef="#br0" timeOffset="64016.3">22031 3499 398 0,'7'-8'449'0,"-7"-1"-6"15,3 3-10-15,-3-2-28 0,0 4-35 0,0 4-33 16,0 0-39-16,0-9-31 0,0 9-27 0,0 0-27 15,0 0-20-15,-21 10-21 0,11-1-15 0,-5 1-26 16,3 7-44-16,-6 3-46 0,2 2-63 0,-1 3-68 16,-3 10-57-16,-5 1-71 0,10-9-101 0,-11 14-321 15,4-7-693-15,8-7 307 0</inkml:trace>
  <inkml:trace contextRef="#ctx0" brushRef="#br0" timeOffset="68148.84">10555 5265 373 0,'0'0'381'0,"0"0"-9"16,0 0-17-16,-10-1-17 0,10 1-14 0,0 0-15 15,0 0-19-15,0 0-15 0,-14 1-20 0,14-1-18 0,0 0-18 16,0 0-17-16,0 0-13 0,0 0-17 0,0 0-16 16,0 0-11-16,0 0-12 0,0 0-7 15,0 0-11-15,37-1-8 0,-21-1-12 0,4 2-9 0,8-5-8 16,4 5-9-16,-6-1-7 0,4 1-11 0,-8-1 1 15,-6 1-10-15,16 0-23 0,-13 0 2 0,-9 0-11 16,4 0-9-16,-6 0 0 0,-8 0-2 16,18 0-2-16,-18 0-3 0,10 0 8 0,-10 0-14 0,0 0-1 15,0 0 4-15,0 0 4 0,0 0 0 0,0 0 5 16,0 0-3-16,-50 1-3 0,32 0-1 0,-5 2 4 16,-3-3-3-16,2 4-5 0,-4-4 8 0,5 1 0 15,2 2 2-15,-1 1-1 0,4-2 0 0,3 0 2 16,3-1-1-16,-1 2-1 0,5-3-3 0,8 0-2 15,-10 0-6-15,10 0-11 0,0 0 0 0,0 0 0 16,0 0 0-16,0 0-3 0,18 7-12 0,0-5-9 16,-1 0-2-16,4-1-6 0,-4-1-9 0,4 3-14 15,-1-6-1-15,-3 6-4 0,4-2 1 0,-12-1 7 16,6 0 5-16,-9-1 4 0,4 2 8 0,-10-1 4 16,15 0 5-16,-15 0 6 0,0 0 7 0,0 0-3 15,0 0 6-15,0 0 4 0,0 0 5 0,-41 0 11 16,21 2-1-16,-2-2-2 0,6 0 6 0,-4 0 1 15,-3 3 1-15,1-3 8 0,7 2-5 0,-3-2 1 0,5 1 7 16,1-1-7-16,4 3-25 0,8-3-33 16,-17 1-33-16,17-1-46 0,0 0-41 0,0 0-71 15,0 0-83-15,0 0-170 0,32 2-550 0,-16-2 243 16</inkml:trace>
  <inkml:trace contextRef="#ctx0" brushRef="#br0" timeOffset="77583.5">12185 6626 47 0,'3'-3'354'0,"1"-4"-6"0,0 6-11 16,-4-6-4-16,0 7-13 0,7-11-18 0,-7 11-11 0,5-9-19 16,-5 3-8-16,0 6-14 0,0-9-12 0,0 9-16 15,5-3-7-15,-5 3-10 0,0 0-12 0,0-8-18 16,0 8-5-16,0 0-12 0,0 0-8 0,-3-7-11 16,3 7-13-16,0 0-15 0,0 0-13 0,-9-5-7 15,3 2-10-15,6 3-7 0,-20 0-10 0,7-2-5 16,-5 0-8-16,1 1-4 0,-5 1-5 0,-1 0-4 15,3 0-3-15,-3 0-5 0,2 0-4 0,1 0-1 16,0 0-4-16,5 1-3 0,-3 1-2 0,8 0-3 16,-3 1-4-16,4 2-4 0,1 1 1 0,0-3-5 15,3 5 2-15,0 0-2 0,3 0-7 0,-4 1 0 16,6 3 5-16,0-3-4 0,3 6 0 0,0-2 1 16,4 4 0-16,-2-5-5 0,3 6 4 0,2-4 5 15,2 0-6-15,-2 1 0 0,3-1 5 0,-3-1-4 0,5 2-1 16,-2-3 4-16,2 2-1 0,0 2 0 15,0-4-3-15,0 0 5 0,-1 2 0 0,3-4-2 16,-4 5-1-16,7-5 0 0,-5 2 0 0,-2-4-1 16,-5-1 2-16,6 3 0 0,-4-1 2 0,-2-3-1 0,4 3-2 15,-3-3-1-15,0 2 0 0,-1-2 3 0,2-1-4 16,-5 3 1-16,2-2 2 0,-1 0-2 16,-1-2 2-16,0 3-1 0,0-3-2 0,0 4 4 0,-3-4-1 15,3-1-2-15,-2 3 0 0,-3 1 1 0,0 0 2 16,0-2-2-16,0-5-1 0,3 11 2 0,-3-4 0 15,0 2 2-15,0-2-3 0,0-7 0 0,-6 8 2 16,1-5 2-16,0 4 1 0,0-3 4 0,-2 1 0 16,0-1-5-16,-1 0 10 0,-3-2 7 0,2 1 6 15,1 0 9-15,-5-1 3 0,3-1 7 0,-3 0 0 16,-1-1 5-16,0 0 2 0,0 0 6 0,4 0 3 16,-5-1 6-16,1-2 2 0,2 5 0 0,0-4 2 15,-1-3 3-15,0 4 0 0,5-1-1 0,-1-2-3 16,-1 1-1-16,10 3-4 0,-11-5-1 0,11 5-6 15,-10-5-5-15,10 5-1 0,-10-2-6 0,10 2-12 16,-8-5 4-16,8 5-3 0,0 0-4 0,-9-1-1 16,9 1-6-16,0 0-3 0,0 0 8 0,0 0-11 15,0 0-1-15,0 0-4 0,-8-2 2 0,8 2-7 0,0 0 0 16,0 0 2-16,0 0-7 0,0 0-3 16,0 0-14-16,0 0-30 0,0 0-37 0,0 0-41 15,0 0-41-15,0 0-48 0,0 0-54 0,0 0-50 16,0 0-51-16,0 0-66 0,0 0-74 0,0 0-316 0,0 0-893 15,0 0 395-15</inkml:trace>
  <inkml:trace contextRef="#ctx0" brushRef="#br0" timeOffset="88733.69">12304 7716 273 0,'0'-8'284'0,"0"1"-2"0,0 0 0 0,2 1-7 15,1-1-2-15,-3 7-3 0,3-13-4 0,-3 7-2 16,0-2-5-16,2 4 0 0,-2 4-2 0,0 0-5 15,-2-12-6-15,2 12-17 0,0-5-10 0,0 5-24 16,0 0-23-16,0 0-16 0,-6-6-21 0,6 6-16 16,0 0-13-16,0 0-18 0,0 0-2 0,-9 25-4 15,9-12-8-15,0 3-4 0,-6 2-5 0,6 6-11 0,0 7 2 16,0-1-6-16,0 10 0 0,-3 2-8 16,3 0-6-16,3-2 0 0,-3 7-2 0,3 1 2 15,-3-1 14-15,3 0-3 0,4 2-1 0,-2 2-3 0,0-4-3 16,-5 4-2-16,10-1 2 0,-7 4 6 0,9 0-5 15,-2-3 1-15,-2 2-2 0,-1-4-4 16,-1-4-2-16,3 1 12 0,-3 0 3 0,-4-7 3 0,4-9-6 16,-6-2 0-16,0 3-4 0,0-7 1 0,7 3-5 15,-7-7 1-15,-7-2-6 0,7-3-3 0,0-3-2 16,0-4-1-16,0-1-6 0,-1 1 6 0,-4-3-6 16,5 2 0-16,0-7 1 0,0 0-8 0,0 0-8 15,0 0-14-15,0 0-32 0,0 0-44 0,0 0-54 16,0 0-62-16,0 0-50 0,0 0-78 0,-8-20-75 15,8 20-92-15,0-11-369 0,0 11-935 0,0 0 414 16</inkml:trace>
  <inkml:trace contextRef="#ctx0" brushRef="#br0" timeOffset="89766.38">12571 9616 161 0,'6'-5'290'0,"-6"5"5"0,0-7 1 0,0 7-1 15,2-5-6-15,-2 5-2 0,0-10-14 0,0 10-6 16,0-5-3-16,0 5-11 0,0 0-13 0,-2-8-7 16,2 8-10-16,-3-6-18 0,3 6-10 0,-7-5-15 15,7 5-11-15,-13 0-9 0,13 0-9 0,0 0-9 16,-22 5-7-16,8-1-5 0,9-1-18 0,-10 6-10 16,10-3-15-16,-7-1-11 0,6-2-8 0,-3 6-5 15,3-5-10-15,2 4-4 0,-1-1 1 0,4 3-13 16,-4 0-4-16,5-3-2 0,5 5-3 0,-4-1-1 15,6-2-1-15,1 5-5 0,7-6-2 0,0 7 1 0,-2-4-3 16,7 1-1-16,0 4-2 0,-2-2-1 16,-1-1-2-16,4 4 0 0,-4-2-1 0,-2-8-2 15,0 5 0-15,-2-2 0 0,-3-5 1 0,5 6-5 0,-4-2-3 16,-6 0 0-16,5 0-1 0,-8 0 0 0,4-2-1 16,-6 1-1-16,7-4-1 0,-7 4 1 0,0-1 2 15,-5-2-1-15,3 1 1 0,-4 2-4 0,-2-3 6 16,-7 6-1-16,0-8 1 0,-2 3-2 0,-1 0 2 15,3 0-2-15,-3-3 0 0,0-3 0 0,1 4-5 16,-4-2-26-16,4-2-34 0,1-2-36 0,6 1-45 16,-5-3-29-16,3 0-56 0,1-3-37 0,2 3-57 15,8-3-68-15,-6-6-344 0,5 2-799 0,4 4 354 16</inkml:trace>
  <inkml:trace contextRef="#ctx0" brushRef="#br0" timeOffset="90016.4">12953 9476 228 0,'0'-7'336'0,"2"3"-5"0,-2 4-5 0,0-6-11 0,0-4-12 16,0 10 5-16,0-7-32 0,0 7-25 0,0 0-24 15,0 0-23-15,0-7-23 0,0 7-7 0,0 0-33 16,0 0-13-16,0 0-16 0,0 0-11 0,0 0-13 15,0 0-9-15,-17 18-25 0,14-10-27 0,-1-4-22 16,4 3-20-16,-6 2-29 0,1-1-35 0,1-1-31 16,3 5-28-16,-4 0-49 0,2-2-57 0,-4-3-58 15,-1 3-211-15,1 0-556 0,-1 0 246 0</inkml:trace>
  <inkml:trace contextRef="#ctx0" brushRef="#br0" timeOffset="91382.65">11490 6317 42 0,'-25'-12'304'0,"3"4"-8"0,8-1-3 0,-1 3 8 16,6-1-1-16,1 2-14 0,-2 2-19 0,0-3-23 16,10 6-20-16,-5-6-16 0,2 3-20 0,3 3-16 15,0 0-17-15,0 0-22 0,21-8 4 0,3 8-30 16,5 4-8-16,8-4-8 0,12 4-14 0,-1-2 0 15,10 3-18-15,0-3-4 0,-1 0 0 0,-1 2-3 16,0-4-9-16,0 0-3 0,-1 0-3 0,-4-3-5 16,1 0-5-16,-8 1 1 0,3-5 9 0,-13 4-13 15,-2-2-2-15,-2 1-6 0,-9 1 12 0,1-2-11 16,-1 1 10-16,-6 1-16 0,-2-2 4 0,-3 1 18 16,4 2 9-16,-8 1 9 0,2-2 11 0,-1-2 4 15,-7 5-2-15,17 0-5 0,-17 0-8 0,6-3-6 16,-6 3-10-16,0 0-7 0,0 0 1 0,9 7-14 0,-9-7 11 15,3 7-14-15,-2 4-3 0,-1-4 3 0,0 3 5 16,0 7-7-16,0-2-1 0,0 4-3 16,2 1-7-16,-2 5 5 0,12 1-11 0,-11 3 11 15,6-1 1-15,-5 2-4 0,4-2 8 0,4 2-6 0,2 12 0 16,-2-6-1-16,1-6 1 0,-2 2-5 0,5 6 4 16,3-1 0-16,-4-12-2 0,-1 6 2 0,-1-4 2 15,3 0-5-15,-1-4 2 0,0 1 1 0,-5-7-1 16,7 4 2-16,-5-1-2 0,-3-5 0 0,1 1 2 15,-1-7-2-15,-6 3 0 0,3-3-1 0,1 0 1 16,-5-2-1-16,5 1 12 0,-5-1-11 0,1 1-1 16,4-4 3-16,-1 1-1 0,-4-5-2 0,0 11 2 15,0-7-2-15,0 2-2 0,0-6 1 0,-4 12 5 16,-1-4-1-16,4-1-6 0,1 1 3 0,-5-3-1 16,5 7 5-16,0-4-2 0,-5-1-2 0,0 7 0 15,0-5 1-15,3 3 0 0,-1-3-2 0,0 1 3 16,-4 4 0-16,5-6-3 0,1 2 2 0,-4 1-1 15,5-3 1-15,-4 3-2 0,4-5 5 0,-3 0-2 0,3-2-1 16,0-4 3-16,-3 7 0 0,3-7 7 16,0 0-1-16,0 0 4 0,-5 5 1 0,5-5 2 15,-10 3-6-15,5 1 0 0,5-4 1 0,-18 0 0 0,18 0 2 16,-22 1-4-16,2 2-4 0,2-2 6 0,-10 1-2 16,-7 3 0-16,5-1-1 0,-19 2-1 0,7 3 5 15,-9-5 0-15,1 3 2 0,-9 0 16 0,-1 5 6 16,-1-3 7-16,0-3 7 0,-1 3 10 0,5 0 9 15,-1-5 9-15,6 2 7 0,1 1 9 0,8-5 17 16,12 1 10-16,2 2 13 0,6-3 20 0,2-2 17 16,6 2 29-16,5-4 13 0,-2 0 5 0,6-3-2 15,-3-5-3-15,3 1-16 0,-1-6-154 0,5-6-44 16,4-6 0-16,1-3 0 0,1-3 0 0,4-13 0 16,4 2 0-16,-6-3 0 0,7 1 0 0,-1-2 0 15,-7 3 0-15,-2 2 0 0,2-3 0 0,-3 17 0 16,-2 0 0-16,-2 2 0 0,-3 3 0 0,-3 0 0 15,0 5 0-15,0 5 0 0,-4 1 0 0,0 2 0 0,-3 5-198 16,4 0-213-16,-7 10-41 0,-2-1-36 16,3 6-42-16,2 3-63 0,2 3-328 0,-2 11-996 15,2 1 442-15</inkml:trace>
  <inkml:trace contextRef="#ctx0" brushRef="#br0" timeOffset="92532.64">12018 9384 315 0,'0'0'307'0,"-18"0"1"16,18 0-16-16,-12 0-12 0,12 0-14 0,0 0-7 16,-15 0-18-16,15 0-9 0,0 0-2 0,0 0-18 15,-5-4-10-15,5 4-20 0,0 0-19 0,43-8-8 16,-21 4-17-16,12-4-15 0,13-1-10 0,1 0-9 15,0-1-14-15,1-1-8 0,-2 0-19 0,11 1 2 16,-5 4-5-16,-4-5-7 0,3 3 0 0,1-3-8 16,-2 2-7-16,-3-2-4 0,0 7 2 0,-5-7-8 0,-8 8-8 15,-6 2 0-15,0-3-3 0,-10 4 2 0,1-2 10 16,-3-1-17-16,-2 1-5 0,-2 1 5 16,-1 1-5-16,-12 0-13 0,16 3 6 0,-9-3 1 15,-1 5 1-15,1-1-7 0,-4-3 6 0,2 5-4 0,-1-1 0 16,-1 2 2-16,0 1-1 0,-3-4-1 0,2 8 3 15,3-1-1-15,-4-2 0 0,3-2-3 0,-1 5 2 16,-3-1 2-16,0-2 3 0,8 8 2 0,-8-4-4 16,7 1-4-16,-5 1 0 0,9-2 1 0,-9 2-2 15,8-2 4-15,-5 2 2 0,1 4-4 0,1-6-4 16,1 2 7-16,-1 0-2 0,0 1 5 0,1 1-4 16,-7 0 4-16,6-1-6 0,-2-1 3 0,-2 4-2 15,2 1 1-15,-3-4-5 0,3 4 4 0,-3 2-1 16,4 1-5-16,-4 4 7 0,1-3 4 0,1 2-6 15,-4-6 4-15,4 3 3 0,-2 4-5 0,-2-1 0 16,5-1 21-16,-2-1-22 0,-3 1 1 0,5-4 0 16,-3-1 9-16,-2-3-13 0,7 3 3 0,-4 0-5 15,2-4 6-15,0 1-1 0,2 0 1 0,-4-1-6 16,-2-5 4-16,4 0-2 0,-3-2 3 0,3 2 0 16,-2-2 1-16,-3-2 4 0,4 0-7 0,-3-2-1 15,-1 2 4-15,0-7 2 0,0 8 13 0,0-8-15 0,0 11 12 16,2-8-8-16,-2-3 21 0,0 0-18 0,3 5-5 15,-3-5 6-15,0 0 0 0,0 0 2 0,-3 7 7 16,3-7-1-16,-7 6 1 0,-3-4 5 0,5 3 3 16,-6-3 5-16,-1-1 4 0,-4 4 4 0,-6-2 6 15,-6 4 6-15,-2-5 6 0,-6 0 5 0,-9-1 0 16,-8-2 8-16,-5-10 1 0,-1 7 0 0,-29-4-1 16,0-7-6-16,1 4 9 0,4-1 13 0,3-4 14 15,21-2 7-15,-2 3 1 0,3-3-7 0,3 0-6 16,0 0-9-16,11-6-9 0,1 4 6 0,8-5-17 15,10 11-4-15,8 2-14 0,4 2 0 0,5-2-14 16,3 4-16-16,5 4-23 0,5-5-29 0,12 1-37 16,4 4-44-16,4 4-47 0,10 0-45 0,1 4-60 15,-1 4-34-15,-4 1-42 0,11 5-53 0,-3 2-55 0,-12-7-314 16,-4 10-829-16,2-2 366 0</inkml:trace>
  <inkml:trace contextRef="#ctx0" brushRef="#br0" timeOffset="93616.62">12835 10662 96 0,'12'-3'222'0,"-5"1"-17"15,-7 2-15-15,19 2-13 0,-7 0-17 0,-2 5-15 16,3 2-14-16,2 0-10 0,-3 5-14 0,-1 1-7 15,-2 2-6-15,2 8-9 0,-3 0 2 0,-3 2-4 16,-1 0-7-16,-4 3-4 0,0 9-1 0,0 3 0 0,-10 1-5 16,0 0 1-16,0-12-2 0,-3 8 0 15,-4-1-1-15,1-1 0 0,-3-1 0 0,4-8 8 16,-4 10-2-16,-10-7 4 0,6-7-1 0,-10 7-1 16,2-4 6-16,-11-4 6 0,4-3 7 0,-11 2 3 0,-4-5 3 15,0-2-4-15,0 1 4 0,-4-6 1 0,0 3-6 16,-3-6 7-16,-1 7-4 0,1-2-7 15,-3-2-4-15,5 4-5 0,2-1-16 0,0 2-3 0,4 2-6 16,1-2-3-16,0 4-8 0,11 1-3 0,-3 1-3 16,3 0 0-16,12-2-10 0,2 1-1 0,4-2-2 15,4 5-4-15,0 0 0 0,6 0-7 0,7-3 15 16,0 0-18-16,5 7 6 0,7-1 3 0,4 1-1 16,8-3-1-16,7 4 4 0,7 7-4 0,5-5 3 15,4-3-6-15,9 0 6 0,7-3-9 0,18 9-2 16,4-5 3-16,-6 3-1 0,5-8 1 0,-2 0-3 15,4-2-5-15,0 3 9 0,3-4-6 0,-3-3-3 16,0 2 6-16,-1-1-2 0,-19-4-8 0,20 8 5 16,-1-2 0-16,-21-1-1 0,2-4-2 0,-1 2 13 15,-2 6-15-15,0-1 4 0,-7-1 0 0,2 2-6 16,-5 1 1-16,-6 1 1 0,-1 2-1 0,-10 0-4 0,7 1 6 16,-11 2-1-16,-6-2-3 0,-4-4-1 0,1 6 5 15,-5-2-3-15,-1 1 2 0,-2-1 0 0,2 3-1 16,-7-1-4-16,-2-2 5 0,-1 0 0 15,-2 2-1-15,0 1 0 0,-2-4 3 0,-1-2-6 0,-2 2 0 16,-7-1 14-16,4-3-14 0,-2 0 3 0,-5 3-2 16,0-4-2-16,0-7 3 0,-6 3 5 0,-3 0-4 15,0-3 3-15,-10-1-2 0,0-1 2 0,-9-3-4 16,1 2 0-16,-2-1 2 0,-8-2-5 0,1-2 6 16,-4-2 1-16,-4-3 0 0,-1-1-1 0,2-2-2 15,-3 2 3-15,-2 2-1 0,2 0 8 0,-5-5-9 16,8 4-1-16,0-1 1 0,2-1-3 0,8 5 4 15,5 2-4-15,-4 5 12 0,14-4-16 0,2-1 3 16,4 2-1-16,1 5 2 0,9-2 12 0,2 3-14 0,-5 3-1 16,5 3 5-16,2 2 14 0,3 2-20 15,7 4 1-15,3-1 5 0,0 3-2 0,5 10 0 16,3 1 0-16,12-2 2 0,-5 3-4 0,6-1 2 0,1 2 2 16,3-2-3-16,5 5 1 0,6-4 2 0,7-1 2 15,-5 4 9-15,5-6-6 0,13 17-16 0,-14-18 7 16,1 3 4-16,16 6 2 0,-9-11-4 0,-5 4 9 15,1-4-3-15,0 0-8 0,1 0 5 0,-4-4-4 16,-3 3 3-16,-11 0 1 0,6-3-1 0,-18-9 0 16,3-1-3-16,-6 0 5 0,-4 1 9 0,-5-1-11 15,-3 1-2-15,-4-3 7 0,-3 4-6 0,-10 2 3 16,-1-1 0-16,-4-3 9 0,-5 5-7 0,-6 5 4 16,-2-3-5-16,0 0 0 0,-9 0 0 0,7-2 3 15,-4 4-2-15,1-5-2 0,-4 2-2 0,-1 0 0 16,-3 1 5-16,3-4-14 0,5 1-34 0,-2-2-50 15,9-5-61-15,4-3-68 0,-1 2-90 0,2-2-105 16,2-5-242-16,3-1-713 0,4-2 317 0</inkml:trace>
  <inkml:trace contextRef="#ctx0" brushRef="#br0" timeOffset="94682.59">12585 16015 76 0,'9'-5'289'0,"-4"-5"-1"0,1 3-7 0,1 1-3 15,0-3-4-15,-4 1-6 0,3-1-6 0,-4 2-5 0,1-1-10 16,1-4-5-16,-4 5 0 0,0-2-11 16,0-2-17-16,0 4-7 0,-4-2-20 0,-1 3-14 15,-1-2-15-15,-2 3-18 0,-2-3-12 0,0 2-15 0,-10 1-9 16,-2 4-4-16,1-2-19 0,-1 3-6 0,1 1-7 16,-7 2-8-16,4 0-8 0,-4 2 0 0,7 6-14 15,4-4-4-15,2 2-5 0,-1 7-2 0,1-2-3 16,5-1 0-16,5 4-5 0,0 0 0 0,0-1-9 15,10 0 4-15,-5 2-2 0,8-1-5 0,4 1 6 16,6 3 0-16,0 1-3 0,2-7 1 0,2 5-11 16,4-1 10-16,4 0-1 0,-2-4-3 0,-6 1 3 15,2-3-4-15,-2 4 0 0,1-2-1 0,-6-2-3 16,-2-1 0-16,-2-1-1 0,2 5 3 0,-4-4-3 16,-1 0 2-16,-1 2 1 0,-3-3-1 0,1-2 0 15,-7 3-6-15,1-5 4 0,-1 5 0 0,-1-3 0 16,-4-3 4-16,0 2 1 0,-5-1-5 0,2-2 0 0,-2-1 0 15,-10 0 3-15,3-2-3 0,1 1 0 0,-4-6 2 16,-3 1 3-16,1-1 5 0,1 1-8 16,-1-1-4-16,1-4 5 0,4 2-11 0,-3-2-24 0,10 3-20 15,-3 0-38-15,5-3-29 0,1 0-36 0,1 1-42 16,6 2-41-16,0 4-46 0,1-10-49 0,-1 10-37 16,20-5-241-16,-12 5-661 0,6 0 293 0</inkml:trace>
  <inkml:trace contextRef="#ctx0" brushRef="#br0" timeOffset="95816.04">12859 16437 49 0,'5'-4'209'0,"-5"4"-19"0,6-7-8 0,-3 3-18 16,-3 4-7-16,10-8-9 0,-5 7-18 0,0-5-8 15,2-3-8-15,0 3-4 0,1 0-7 0,-3 0-5 0,0-2-4 16,1 1-3-16,-1 1 2 0,-1-3-4 0,2 3-2 16,-2 0-3-16,-3 1-2 0,1-3-6 0,-2 1-1 15,0 0-1-15,-3 2-1 0,-1-2-4 0,4 7-2 16,-3-10-3-16,-4 3 3 0,2 3-4 0,-3 1-3 15,5-3 0-15,-2 1-6 0,-8 4-3 0,4 0-7 16,9 1-2-16,-21 0-5 0,8 0-3 0,4 2-5 16,-4 3 2-16,1 2-9 0,-1 4-1 0,3 0 0 15,-3 0-4-15,0 1-5 0,6 4 5 0,-1-3-6 16,1 4-4-16,7 0 5 0,-6-2-3 0,4 5 2 16,2-5-3-16,2 1-2 0,4 1 4 0,-6-2-4 15,7-2 3-15,1 1-1 0,4-4-4 0,-4-5 23 16,0 1-5-16,7 0-6 0,7-3 4 0,-6-3-1 15,-2-1-5-15,7-1 1 0,-4-4-3 0,2-2 3 0,0 1-2 16,-4-5-5-16,4 1 0 0,-4-4 4 16,0 3-8-16,0-4 5 0,-7 4 8 0,7-2 16 15,-8 2 14-15,0 0 8 0,-1 5-2 0,-4-2 9 16,1-3 0-16,0 8-3 0,-1-4 2 0,3 1-6 0,-3 0-10 16,-2 7-4-16,5-4-11 0,-5 4-7 0,0 0 0 15,0 0-8-15,0 0 6 0,0 0-5 0,8 18 1 16,-6-10-6-16,3 0 10 0,-4 4-9 0,6-1 0 15,-7-2-4-15,6 3-2 0,-4 0 3 0,6-3-6 16,-3 0 2-16,-3 2 0 0,3-4-2 0,2-1-4 16,-4-2 8-16,4 3 4 0,-3-6-4 0,3 2 0 15,-7-3 0-15,0 0 3 0,18-6-5 0,-11 1 1 16,1 3-1-16,0-6 2 0,-1 2 1 0,1-2 14 16,-1 1 14-16,0-1 11 0,-1 1 5 0,1-1 13 15,-1 3-8-15,1-2 13 0,-4 2-13 0,2-2-4 16,-5 7-4-16,4-1-8 0,-4 1-11 0,10-4-3 15,-10 4-1-15,0 0-1 0,15 4 5 0,-11 2-11 16,1 0 2-16,2 3-28 0,3-2-18 0,0 1-25 16,2 3-23-16,6-1-28 0,0 0-21 0,-2 0-15 15,1-3-23-15,8 3-14 0,-2-2-20 0,-1-1-29 16,6-3-28-16,1-3-15 0,1 3-15 0,0-5-1 16,0-2 1-16,-2-2 7 0,-6 1 13 0,6-4 25 0,-2-2 24 15,2 0 28-15,-6 2 27 0,-7-4 31 0,0 2 35 16,1-2 36-16,-9 2 34 0,4-2 30 15,-7 0 34-15,1 4 25 0,-4-3 24 0,-2-2 20 16,1 5 12-16,-7-1 11 0,0 3 6 0,-1 0 5 0,-5 0 0 16,5 0 5-16,-7 3 0 0,0 3-6 0,7-2 9 15,-12 2-16-15,1 4 12 0,0 0-16 0,-1 5-2 16,-2-3-11-16,4 6-5 0,-5-1 4 0,-2 2-25 16,7-1-14-16,-4 6-2 0,1-2-8 0,6-1-6 15,-7 5-4-15,12-4-1 0,0 1-11 0,1 0-5 16,2-1 2-16,4-4-6 0,-2 0-8 0,5 0 1 15,0-2 3-15,8-2 4 0,-3-1-9 0,3-3-2 16,5 3 2-16,-3-7-4 0,10 1-3 0,-2-2-3 16,2-6-3-16,2 0-4 0,-4 0 5 0,10-8-7 15,-5 1 4-15,-1-4 0 0,-1 2-5 0,1-7-2 16,-1-2 0-16,-6-4 4 0,2-10-9 0,3 5 7 16,-5-5-6-16,-2 9 1 0,-5-2 0 0,0 4 2 15,1-2 5-15,-6 3 19 0,-3 6 22 0,-3 2 8 0,-1-1 3 16,-1-1 0-16,4 4-1 0,-6 2-4 15,5 5 1-15,-1-7-1 0,0 9-6 0,-2-1-4 16,5 2-9-16,-2 0-4 0,-3 1-6 0,5 6-5 0,0 0-5 16,0 0-1-16,0 0-3 0,-23 20-11 0,21-11-19 15,-4 7-15-15,6 2-14 0,-7 0-24 0,6 0-26 16,-4 8-16-16,-4 2-32 0,6-2-25 16,0 1-17-16,3 0-26 0,0 0-28 0,0-2-34 0,-2-9-40 15,-1 2-47-15,6-1-245 0,-3-3-650 0,0-2 288 16</inkml:trace>
  <inkml:trace contextRef="#ctx0" brushRef="#br0" timeOffset="97349.9">13906 15444 90 0,'0'0'279'15,"2"-6"-13"-15,-2 6-19 0,0 0-16 0,0-6-20 0,0 6-23 16,0 0-17-16,0 0-16 0,0 0-8 16,0 0-7-16,-22 2-7 0,22-2-5 0,-23 5-1 15,10-2-9-15,-4 2 0 0,-2 1-2 0,-11-1-5 16,2-1-1-16,-2 2-6 0,-3 0 9 0,-2-3-10 0,-10 5-4 16,-3-1-3-16,0-3-2 0,-1 1-5 0,-9-2 4 15,-2 1-7-15,-1 0 4 0,-4-3-9 16,6-1 8-16,-6 2 2 0,7-2-7 0,-8 0-4 0,10-2-3 15,0 2 2-15,3-1-4 0,3-6-5 0,0 5-5 16,4 0-9-16,0-1 1 0,9 1-8 0,4 1 0 16,2-1 3-16,1 1-14 0,0 1-14 0,8 1 11 15,3 1-1-15,-5-1-15 0,10 4 2 0,-1-2-8 16,0-2 5-16,2 7-6 0,1-5-1 0,0 3 2 16,-1 0-3-16,5-2 1 0,-7 6 1 0,-2-3-5 15,4 2 0-15,0 2-2 0,-2 2-2 0,0-6 0 16,-1 7 3-16,-1-4 1 0,5-2-4 0,-6 7-2 15,-2-6 2-15,-1 1-3 0,6 1 0 0,-2-2 4 16,-2 0 0-16,2 1-2 0,-3-2 0 0,7-1-1 16,-2 0 0-16,-2-2 0 0,4 2 3 0,5-5-4 15,0 4 2-15,1-1 0 0,-3-2 9 0,3 1-14 16,-1 3 1-16,2-5 1 0,1 3 0 0,-2 1 1 0,2 1 1 16,0 0-4-16,0-2 7 0,0 5-8 0,2-3 1 15,-1 3 0-15,0 1 0 0,-1-5 1 16,1 6-4-16,3 3 3 0,-3-1 1 0,-1-1-4 15,0 2 5-15,0 3 2 0,4-3 1 0,-3 3-5 0,1 0 2 16,1 0-1-16,-4 0 3 0,6-1-4 0,-2-1 3 16,-1 2 0-16,-2-3 0 0,5 4 0 0,-5-5-2 15,5 6 1-15,-2-4 1 0,-3-1 4 0,10 3-7 16,-5-3 1-16,-5-2-1 0,10 3 10 0,-10-1-7 16,5-2 2-16,5 2-6 0,-3-3 6 0,-2 0 2 15,2 0 1-15,-2-2 0 0,5 0 1 0,-2 3 5 16,0-4-5-16,-1 1 4 0,3-1 1 0,-4-1-5 15,4-2 1-15,-3 3 3 0,1-2-1 0,4 0-1 16,-4-3 0-16,1 4-1 0,-3-3 1 0,3 3-8 16,-1-1 4-16,-1 1 2 0,1-2-1 0,-1 3-6 15,2 2 7-15,-2-4-6 0,0 2 1 0,4 3 3 16,-4 0-3-16,1 0 3 0,-1 5-3 0,0-7-1 16,1 7-1-16,-3 0 2 0,3 2 2 0,-3-1-1 0,0 3-1 15,0-2 2-15,0 2-3 0,-6 3 1 0,6-4 0 16,-2 7 1-16,0-5-3 0,-1 5-2 15,1-3 5-15,2-3-2 0,-3-2 3 0,0 4 3 0,1-3-6 16,0-4-1-16,2 0 0 0,0 2 0 0,0-1-1 16,0-5 1-16,0 0 1 0,2-2 0 0,0-2 4 15,-2-1-3-15,3 1 3 0,-3-8 5 16,3 8 10-16,2-4 5 0,-3-1 8 0,3 3-1 0,0-4 3 16,-5-2 3-16,0 0 0 0,15 0-1 0,-9 1-5 15,-6-1 0-15,14 0-6 0,-14 0 0 0,13 3-5 16,-13-3-3-16,17-3 0 0,-11 6-4 0,-6-3-1 15,17 0 1-15,-4 0 3 0,-3 1-5 0,-4-1 0 16,8 5-3-16,1-2-3 0,0 0 0 0,6 0-1 16,1 1 1-16,-1 0-1 0,11 1-1 0,1 3 0 15,0-5 2-15,15 0-2 0,6 3 0 0,-2-3-3 16,7 1 7-16,4-1-3 0,18 2-1 0,4-2 5 16,2-3-8-16,-1-3 5 0,-1 2-6 0,3-3 1 0,-9 0 0 15,-14 0-1-15,-3 4 2 0,1-8-4 0,-1 5 5 16,-9-9-2-16,-4 9 1 0,3-6-2 15,-16 3 5-15,-5-2-2 0,-1 3 1 0,-2-4-1 16,-8 3 1-16,-2-1 0 0,-4 3 0 0,-3 1 0 0,-1-2 0 16,2 3-1-16,-2-3 3 0,-2 3-4 0,-1-1-1 15,1 2 0-15,0-3 0 0,-8 4 0 0,13-3-1 16,-13 3-2-16,9-4-1 0,-9 4 4 0,10 0 0 16,-10 0-3-16,18-3 0 0,-12 3 0 0,-6 0 3 15,15 3-3-15,-6-3 2 0,4 0-1 0,-5 2 0 16,0 0 2-16,-8-2-2 0,30 0-5 0,-13 0-1 15,1 3 0-15,3-3 2 0,-2 0-6 0,2 0 0 16,1 0 3-16,-2 1 1 0,1-2 5 0,-3-2-4 16,4 1-1-16,-1 2 1 0,-4-2 2 0,4-2 0 15,-6 1 3-15,7 0-3 0,-9 0-1 0,-5 0 3 16,4 0 2-16,-2-3-3 0,-2-1 2 0,-1 0 5 16,-1 0-6-16,1-1 3 0,-5 0 1 0,-2-3 0 15,0-1 1-15,6-4-3 0,-6 2 1 0,0-6 0 0,-6 1 1 16,4 1 2-16,-3-8-4 0,3-1 3 15,2 2-2-15,-6 0-2 0,4-2 7 0,-3-5 9 16,-3-9 7-16,6 12 10 0,-4-3 5 0,4 2 6 0,0-11 8 16,2 2 3-16,-10 2-1 0,5 5 3 0,-5-7-2 15,4-3-5-15,-3 14-1 0,1-10-6 0,-3-2-1 16,2-1-5-16,3 1-4 0,-3-5-3 0,1 6-1 16,-7 0-8-16,10 0-10 0,-11 1-33 0,3-2-25 15,4 10-36-15,3 5-42 0,2-2-45 0,3 1-77 16,-3 6-75-16,4 2-91 0,5 2-108 0,-1-2-281 15,2 9-869-15,9-2 386 0</inkml:trace>
  <inkml:trace contextRef="#ctx0" brushRef="#br0" timeOffset="100199.28">14050 6190 162 0,'7'-4'264'0,"-7"4"-5"0,2-8-10 0,-2 8-8 16,6-5-25-16,-6 5-18 0,0 0-20 0,0 0-17 0,-18-8-19 15,6 8-12-15,-6 1-13 0,-2 1-10 0,-1-2-11 16,-9 10-12-16,-1-2-3 0,-4-1-13 16,-8 2-1-16,-2 3-9 0,0-4-8 0,1 6-5 0,7-6-4 15,3 2-6-15,0-1-1 0,5-1-3 0,-6 3-6 16,3-2-14-16,3 2-28 0,-4-3-28 0,9 3-26 16,4-7-36-16,-4 4-36 0,4-1-43 0,12-2-47 15,-11-1-159-15,11-1-423 0,1 4 187 0</inkml:trace>
  <inkml:trace contextRef="#ctx0" brushRef="#br0" timeOffset="100566.84">13453 6178 65 0,'0'0'249'0,"0"0"-14"15,0 0-13-15,0 0-19 0,0 0-15 0,0 0-19 16,0 0-17-16,0 0-14 0,0 0-14 0,0 0-16 0,0 0-11 16,-30 8-6-16,17-4-13 0,-1 1-6 0,-5 5-4 15,0-2-1-15,-5 4 1 0,0-1-1 0,-2 2-2 16,1-1 0-16,-1 2-4 0,2-1-8 15,8 1-4-15,1-3 9 0,-5 1-10 0,7 0-1 0,-2 2-6 16,8-4-5-16,-3 7 4 0,4-4-1 0,6 2 0 16,1 2 4-16,6-5-6 0,8 3 0 0,7 3-4 15,-1-5-1-15,14 1-2 0,-4-2-3 0,14 2-7 16,0-7-16-16,-2 3-25 0,-7-3-46 0,-4-2-60 16,6 0-67-16,-5-3-76 0,-4-1-178 0,-7 2-485 15,0-6 215-15</inkml:trace>
  <inkml:trace contextRef="#ctx0" brushRef="#br0" timeOffset="101733.2">15551 5781 173 0,'0'0'314'0,"-6"-5"-24"0,6 5-28 16,0 0-28-16,0 0-23 0,0 0-24 0,0 0-17 16,0 0-17-16,-8 14-17 0,6-6-6 0,2 4-15 15,0 1-2-15,2 5-1 0,-1-2-2 0,6 4-12 16,-1-1-9-16,1 1-4 0,1 4-7 0,-1 3-9 16,1-2-6-16,-1-1-7 0,3 2-5 0,-5-3-6 15,1-4-1-15,1 1-6 0,-4-3-4 0,2 1 0 0,-5 2-6 16,7-11-16-16,-7 5-27 0,0-3-29 15,-7-2-33-15,7 2-43 0,-1-4-47 0,1 0-66 16,0-7-247-16,-5 5-520 0,5-5 230 0</inkml:trace>
  <inkml:trace contextRef="#ctx0" brushRef="#br0" timeOffset="101982.62">15520 5795 239 0,'-3'-7'343'0,"-6"3"4"0,8-1-12 0,-4-2 3 16,5 7-3-16,0-8-17 0,-3 4-17 0,3 4-20 15,3-11-27-15,-3 6-26 0,5-2-24 0,1 0-16 16,3-1-26-16,6 1-9 0,4 1-15 0,-2-1-18 16,11-4-15-16,2 2-20 0,-5 2-32 0,1 3-32 15,4-1-33-15,0-2-40 0,-2 6-30 0,-7-1-35 16,1 2-29-16,-4 0-41 0,-1 2-33 0,3-1-41 15,-12-1-30-15,5 7-239 0,-5-5-575 0,-1 3 255 16</inkml:trace>
  <inkml:trace contextRef="#ctx0" brushRef="#br0" timeOffset="102549.4">15586 5982 137 0,'0'0'220'0,"0"10"-11"0,0-10-4 16,2 4-8-16,-2-4-5 0,11 7-18 16,-1-3-12-16,0 3-22 0,5-2-12 0,3-5-10 15,-1 4-10-15,5-3-12 0,9 3-12 0,-3-4-7 0,4 2-10 16,2-5-17-16,-4 0-18 0,5 3-22 0,-5-3-17 16,-1-2-17-16,0-2-8 0,-3 1 0 0,2-3-4 15,-8 3 4-15,-2-5 0 0,0 4 4 0,-1-1 7 16,-4-1-1-16,-3 4 13 0,0-3 24 0,-5 1 18 15,2-1 12-15,-1 4 6 0,-1-1 5 0,4 4 2 16,-9 1-10-16,1-7-5 0,-1 7-4 0,0 0-5 16,0 0-4-16,0 0-3 0,0 0 3 0,-18 13-9 15,15-9 1-15,-4 5 3 0,4 3-1 0,-1-5 3 16,0 7 1-16,0-4 8 0,1 5-6 0,0 0 0 16,8 2 2-16,-5-3-1 0,5-1 4 0,-1 5-2 0,1-5 1 15,4 2-1-15,-1-3 3 0,5 0-5 16,-1 2-2-16,-1-6-2 0,4 0-1 0,7 0-2 15,-7-4-1-15,5-4-4 0,-4 0 1 0,4-1-4 16,-3-5 2-16,2 3 0 0,-2-7-6 0,-2 2 0 16,1 4 0-16,-4-10-1 0,3 5-1 0,-2-6-2 15,-1 4 2-15,-2-2 18 0,-7 2 15 0,5-1 12 16,-1 2 11-16,-2 1 26 0,-2 1-3 0,-3 0 1 16,0 1 3-16,0 3 6 0,0 4-7 0,0-12-8 0,0 12-10 15,0-6-7-15,0 6-12 0,-3-6 1 0,3 6-13 16,0 0-9-16,0 0-1 0,0 0-5 15,0 0-1-15,0 0-5 0,0 0 1 0,-7 20-4 0,9-13-5 16,-1 1-2-16,-1-3-1 0,4 3 4 0,-1-1-8 16,4 4-4-16,-6-2-17 0,13 5-17 0,-8-1-15 15,4-1-35-15,2-6-20 0,3 3-27 0,1 2-35 16,-3-6-39-16,2 5-45 0,5-6-42 0,-3-4-35 16,-2 0-209-16,5-3-575 0,-4-2 255 0</inkml:trace>
  <inkml:trace contextRef="#ctx0" brushRef="#br0" timeOffset="102799.3">16760 5656 158 0,'-4'-9'311'0,"-2"1"-8"0,4 5-14 16,-1-4-24-16,1 0-21 0,2 7-21 0,0 0-23 15,0-5-23-15,0 5-14 0,0 0-21 0,0 0-15 16,0 0-9-16,0 0-17 0,0 0-13 0,0 27-3 15,2-17-12-15,3 4-4 0,-4 0-7 0,3 4-3 16,-1 0-12-16,2 0-1 0,0 2-4 0,0 3-8 16,0-3-3-16,-2 3-9 0,4-4-16 0,-2 0-21 0,1 7-26 15,3-8-29-15,-6 1-37 0,0 0-31 0,2-1-40 16,0-5-32-16,0-1-41 0,2-1-162 16,-5-3-447-16,4 2 198 0</inkml:trace>
  <inkml:trace contextRef="#ctx0" brushRef="#br0" timeOffset="103199.46">16804 5930 33 0,'-1'-5'254'0,"1"5"-4"0,-7-2-8 16,7 2-18-16,0 0-19 0,-6-7-18 0,6 7-12 16,0 0-21-16,0 0-12 0,0 0-10 0,0 0-10 15,0 0-12-15,0 0-9 0,0 0-9 0,0 0-4 16,24 17-7-16,-15-12-9 0,1 3-10 0,1-4-5 15,7 6-3-15,-3-3-7 0,0 2-7 0,0 0 0 16,7 2-8-16,-8-4-10 0,8 4-7 0,-1-4-6 16,-1 0-13-16,2 0-6 0,-4-6-7 0,2 6 1 15,-2-7 2-15,0 3 2 0,-3-3-1 0,-3-3 3 16,1-1-2-16,-5 3 5 0,2-7 6 0,4 2 4 16,-10-4 13-16,3-1 17 0,1-3 15 0,-6 5 10 15,3-2 17-15,-3 0 16 0,1 1 16 0,0 0 3 16,-1-3 11-16,-2 7 9 0,5-2 9 0,-10 0-18 15,5 8-17-15,0-11 0 0,0 11-13 0,0-8-21 0,0 8-8 16,0 0-4-16,0 0-14 0,0 0 3 16,0 0-5-16,0 0-9 0,-5 24-26 0,5-11-9 15,0-4-22-15,3 3-17 0,-1-1-16 0,3 6-20 0,-3 0-15 16,4-3-19-16,1 1-23 0,1-1-13 0,-1-1-19 16,1-1-23-16,5-4-28 0,-5-2-29 0,6 0-17 15,-1-4-21-15,-3-2-148 0,3-2-468 0,0 0 207 16</inkml:trace>
  <inkml:trace contextRef="#ctx0" brushRef="#br0" timeOffset="103599.37">17506 5913 19 0,'4'-7'129'0,"-3"4"-2"0,-1 3-4 0,7-7-17 0,-7 7-11 16,0 0-7-16,8-1-8 0,-8 1 1 0,0 0-1 16,10 8-2-16,-7-3 2 0,4 3-9 0,-2-1-7 15,2 3-4-15,-3-3-4 0,8 2-7 0,-4 4-5 16,1 2-1-16,-3-3-9 0,4 3 1 0,-5 0-3 15,2 1-6-15,-1-3 1 0,-2-3-2 0,1-2-1 16,-4 1-8-16,4 0-1 0,-5-4 4 0,0-1 1 16,0-4-2-16,-5 11-6 0,5-11 4 0,0 0-4 15,-13 0-2-15,13 0 9 0,0 0 13 0,-15-15 1 16,12 8 1-16,-2 0 1 0,5-2-3 0,-2 1-3 16,-3 0-2-16,10-3-4 0,-5 2-4 0,10-2-4 0,-10 1-5 15,15-3-5-15,-3-1-12 0,3 2-5 0,-1 2-5 16,6-2-10-16,0 2-7 0,5-2-10 15,0 5 0-15,1-4-12 0,-6 2-6 0,0 5-5 0,3-4 5 16,5 0 2-16,-6 1 1 0,-6 4 6 0,6-2 1 16,-7-2 4-16,0 3 6 0,-4 0 6 0,-1-1 3 15,-3 2-1-15,1 0 13 0,-3-3-3 0,-3 3 4 16,-2 3 3-16,6-6 3 0,-6 6 2 0,-1-8 1 16,1 8-3-16,0 0-1 0,-12-5 2 0,12 5 0 15,-15 0 4-15,15 0-1 0,0 0-3 0,-15-2-9 16,15 2-22-16,-13 6-19 0,13-6-24 0,-8 3-56 15,1 2-155-15,7-5 69 0</inkml:trace>
  <inkml:trace contextRef="#ctx0" brushRef="#br0" timeOffset="104682.58">18274 5744 84 0,'0'-10'189'15,"2"-2"3"-15,-2 3-1 0,0-6-10 0,0-1 6 16,0 1 2-16,0 0-3 0,0-1-8 0,0 0-3 15,-7 0-3-15,6-2-12 0,1 6-3 0,-5 0-12 16,3 1-9-16,-1 1-12 0,-2-2-8 0,1 3-4 16,1-2-21-16,-5 2-4 0,3 2-9 0,-3 1-8 15,-4 1-1-15,2 3-10 0,2-3-10 0,-5 5-4 16,1-2-6-16,0 6-3 0,-4 0-8 0,-1 4 0 16,-1 0-3-16,1 9-5 0,3-2-5 0,4 3 3 15,-7 3-3-15,6 1 0 0,-1 1-1 0,4 7-4 0,4-6 1 16,6 3 3-16,0-8-2 0,6 8-2 15,-1 0 2-15,9 1-3 0,1-5-6 0,-1 1-4 16,2-2-7-16,4-2 0 0,-2-1-12 0,6-3-6 0,-3-1-10 16,-4-6-7-16,9 1-9 0,-12-3-2 0,6-2-5 15,-1-3 5-15,-1 0 5 0,-3-2 5 0,-2 0 5 16,5-7 5-16,-6 5 0 0,-2-5 7 16,0 4 9-16,-2-1 16 0,-1-4 14 0,-4 3 17 0,2-3 7 15,0 6 9-15,-6-5 1 0,-1 7 2 0,12-8-5 16,-12 8-4-16,2-4-5 0,-2 4-7 0,5-5-5 15,-5 5-3-15,0 0-4 0,0 0 6 0,0 0-7 16,0 0-3-16,9 14-1 0,-7-8-3 0,3-2-4 16,5-1-6-16,-7 5-1 0,4 1-3 0,1-3-2 15,2-2-5-15,2 5-3 0,-2-4-6 0,-4-2 0 16,3 4-2-16,-3-4 2 0,2 4 0 0,-1-6 3 16,3 0 3-16,-10-1 3 0,5 3 2 0,-5-3 2 15,0 0-2-15,0 0 0 0,0 0 5 0,0 0 3 16,-5-18-4-16,-3 11 1 0,3 0 1 0,-2-3 3 15,2 6 4-15,-1-4 3 0,-1 0 1 0,4 1 3 16,-2-1-1-16,3-1 0 0,2 1-1 0,2-1 1 16,-1 0 0-16,6 0-4 0,3-5 0 0,1 2 0 15,6 4 2-15,-2-3-4 0,5 2 0 0,10-2-1 16,-9 0-1-16,6 0 4 0,-9 3-4 0,2 1 4 16,-2 1-3-16,2 0-2 0,-4 3 1 0,-1-2 0 15,-2 5-3-15,1-1 2 0,-4 1-3 0,1 1 0 0,-1-1 0 16,-2 3 2-16,-1 2 3 0,1-1-3 0,-1 4-3 15,0-1 2-15,-1 1 0 0,-4 3 3 0,8 2-1 16,-5 2-1-16,-5-6 1 0,0 9 2 16,0-3-1-16,0-1-7 0,3 2-11 0,-6-3-10 0,3 0-11 15,0-4-14-15,3 1-19 0,-6-2-24 0,3-3-8 16,0-5-14-16,0 12-21 0,0-12-29 0,10 2-31 16,-10-2-26-16,0 0-119 0,15-9-372 15,-9 0 164-15</inkml:trace>
  <inkml:trace contextRef="#ctx0" brushRef="#br0" timeOffset="104917.18">19128 5435 219 0,'-5'-8'339'16,"4"-3"-7"-16,-1 9-13 0,-1-5-26 0,3 7-25 15,-4-7-34-15,4 7-23 0,0 0-27 0,0 0-16 16,0 0-16-16,0 0-17 0,-6 26-13 0,11-11-8 15,-4 2-13-15,3 5-9 0,-1 2-9 0,0 4-3 16,11-1-7-16,-1 3-8 0,-10 3 0 0,9-1-1 16,-9-4-19-16,7-1-11 0,-2 1-12 0,0 2-28 15,2-6-24-15,-1 3-36 0,-3-3-42 0,1-2-47 16,-2-6-54-16,3-1-54 0,-1-6-234 0,-4 0-537 0,7 1 238 16</inkml:trace>
  <inkml:trace contextRef="#ctx0" brushRef="#br0" timeOffset="105099.43">19168 5586 177 0,'-3'-4'350'0,"-2"-3"0"0,3 2-8 16,2 5-21-16,-5-11-16 0,5 11-22 0,-2-4-28 16,2 4-34-16,0 0-15 0,0 0-21 0,0 0-17 15,0 0-19-15,0 0-27 0,32 8-33 0,-16-3-46 16,1 1-51-16,0 2-51 0,-1-4-63 0,4 3-66 15,10 2-73-15,-2-1-227 0,-12-1-529 0,13-2 233 16</inkml:trace>
  <inkml:trace contextRef="#ctx0" brushRef="#br0" timeOffset="105399.39">19840 5389 119 0,'-7'-7'371'0,"7"7"-8"16,-5-6 6-16,5 6-42 0,0 0-35 0,-5-6-30 0,5 6-11 15,0 0-42-15,0 0-16 0,-18 12-24 0,12-3-16 16,-4 6-19-16,-2-2-13 0,2 7-3 16,-3 4-7-16,0 2-1 0,3-1-6 0,-2 0-7 15,6 4-2-15,-3-4-5 0,3 4-2 0,4 1-11 0,2-3-4 16,-7 2-1-16,14-4-5 0,0 2-6 0,1 0-4 15,-2-3-7-15,9 0 2 0,0-2-5 0,0 0-5 16,8-3-12-16,1 2-14 0,2-7-38 0,2-4-39 16,4 5-53-16,-3-11-56 0,1 3-57 0,2-6-63 15,-6-1-64-15,4-5-238 0,-7 0-642 0,5-2 284 16</inkml:trace>
  <inkml:trace contextRef="#ctx0" brushRef="#br0" timeOffset="105833.21">20426 5523 85 0,'8'-7'376'0,"-8"0"-15"0,0 7-15 16,0-12-28-16,0 8-24 0,0 4-11 0,-8-12-41 0,8 6-24 15,-7-1-23-15,-1 2-16 0,0 0-21 0,-1 1-18 16,-4 1-16-16,5 2-11 0,0-7-12 16,8 8-13-16,-27 4-8 0,11 1-8 0,1-2 2 15,5 1-16-15,-8 4 0 0,6-4-17 0,4 6-1 0,-6-1 2 16,5-2-9-16,-1 5-7 0,3 0 4 0,4-3-1 16,-2 1 1-16,6 6 1 0,-2-6 0 0,2 7-3 15,3-2 12-15,1 0 6 0,5-2-13 0,1 5 7 16,1-3-15-16,4 3 2 0,6 1-1 0,1-1-8 15,0-1 0-15,-3 0 5 0,3-1-6 0,-1-4 0 16,-1 1 0-16,-6-2 0 0,0 1-1 0,0-1-1 16,0-4 6-16,-9 1-16 0,3-3-7 0,-4 2 8 15,-2-3-5-15,2 3 3 0,-2-3-5 0,-3-4 4 16,-3 8 2-16,3-8-2 0,-12 7-2 0,4-2 1 16,0-3-9-16,-7-1-12 0,5 4-29 0,-10-5-28 15,5 3-26-15,-6-2-32 0,4 1-32 0,-3-1-49 16,2 3-44-16,8-3-61 0,-6-1-251 0,2 0-617 15,6 4 273-15</inkml:trace>
  <inkml:trace contextRef="#ctx0" brushRef="#br0" timeOffset="106133.29">20611 5389 277 0,'0'0'391'0,"0"0"-21"15,0 0-14-15,0 0-19 0,0 0-16 0,18 15-20 16,-1-10-24-16,-2 1-21 0,0 6-19 0,8 0-20 16,3 3-18-16,-4 0-22 0,3 5-19 0,-4-1-14 15,1 0-9-15,1 2-18 0,-3 2-11 0,-4 3-12 16,-1-1-11-16,-1 0-6 0,-6 3-5 0,-2 0-10 15,-4 2-12-15,1 0-13 0,-14 10-28 0,3-8-44 16,-7 4-49-16,-5 4-35 0,-3-2-45 0,-2 5-57 16,-10-7-77-16,7-1-87 0,-8-1-208 0,4 0-641 15,-3-6 283-15</inkml:trace>
  <inkml:trace contextRef="#ctx0" brushRef="#br0" timeOffset="109816.06">12930 8245 50 0,'0'0'157'0,"1"-8"-2"15,-1 8-4-15,0 0-11 0,4-3 14 0,-4 3-5 16,1-8 0-16,-1 8 1 0,0 0-6 0,0 0-3 15,0-11-2-15,0 11-5 0,0-9-1 0,0 9-7 0,-1-6-6 16,1 6 9-16,-4-7-6 0,4 0-8 16,0 7-2-16,-1-11-9 0,1 11-7 0,-7-7-6 15,4-1 0-15,3 8-7 0,-4-9-2 0,3 5-11 0,-6 2 3 16,7 2-11-16,-8-8-10 0,3 4-4 0,-2 1 0 16,7 3-6-16,-10-8-6 0,4 7-4 0,6 1-4 15,-10-6-7-15,2 5-2 0,8 1 3 0,-14 0-7 16,14 0 2-16,-18 1-4 0,8 2-3 0,2 0 1 15,-5 0-4-15,8-2-2 0,-7 3 4 0,-1-1-8 16,6-1 5-16,-6 3-4 0,5-3 1 0,-1 2-3 16,-4 2 4-16,7-3 4 0,-4 3-9 0,5 2 1 15,-5-4 1-15,3 0 0 0,-3 4-6 0,5-4 4 16,-1 7 3-16,-1-7 4 0,4 4-9 0,-2 1 2 16,1 0-1-16,-1-3-2 0,2 1 5 0,0 4-3 15,3-3 1-15,-3 0 0 0,3 0 12 0,0 3-13 16,-4-4-1-16,4 2-1 0,4-3 5 0,-8 3-3 15,4-3 1-15,4 4 2 0,-1-2-1 0,-3-1 2 16,3 1-1-16,0 3 0 0,-1-7 1 0,5 4 2 16,-2 0-4-16,-2-3 1 0,4 0-5 0,-2 2 5 15,1-1 0-15,1-2 0 0,3-1 4 0,-5 2-4 16,5-3 1-16,-4-1 1 0,3 0-2 0,-9-1 5 16,14 0-6-16,-5 0 5 0,4 0-9 0,-13 0 6 15,17-1-4-15,-6 0 2 0,-3-1-4 0,1-1 6 0,-9 3 1 16,15-3-1-16,-9-2-2 0,2 4 0 15,-1-3-2-15,1 0 3 0,-1 0-1 0,-7 4 10 0,12-8-14 16,-9 5 4-16,4-1 0 0,-3-2-2 0,0 0 8 16,1 2-8-16,0-3 2 0,0-1-1 15,0 0 5-15,1 0 0 0,-4 4 0 0,1-7 18 0,1 4-2 16,-1 1-3-16,2-1 3 0,-4-4 1 0,4 3 6 16,-1 4 11-16,2-4-10 0,-6 1 7 0,4 3-2 15,-4 4 1-15,5-8-4 0,-2 2-1 0,-3 6 2 16,3-10-1-16,-3 10-9 0,4-3-3 0,-4 3 3 15,0 0-11-15,1-7 1 0,-1 7-6 0,4-4-1 16,-4 4-7-16,0 0 5 0,0 0-2 0,0 0-1 16,0 0-2-16,0 0 0 0,8 14-2 0,-8-9 4 15,0-5 5-15,3 11-1 0,-1-7-7 0,-1 3 6 16,-1-2-4-16,5 2-1 0,0 0 2 0,-1-1-1 16,1 0 4-16,-2-2-1 0,4 1 1 0,-4 1-2 15,0-1-2-15,-1-2 13 0,3-1-13 0,-5-2 1 0,8 10 4 16,0-6 0-16,-8-4-8 0,4 8 5 15,-1-5 0-15,5-1-3 0,-8-2 2 0,9 7 0 16,-4-4 2-16,1 1-6 0,-1-1 2 0,-5-3 6 16,12 5-1-16,-6-4-4 0,1 2 2 0,-7-3 10 0,15 4-11 15,-9-4-5-15,-6 0 1 0,14 2-3 0,-6 0-5 16,-8-2-13-16,15-2-9 0,-15 2-24 16,16-5-22-16,-9 3-29 0,0 0-35 0,-7 2-51 0,13-6-58 15,-6 3-51-15,-3-4-256 0,0 3-605 0,2 0 267 16</inkml:trace>
  <inkml:trace contextRef="#ctx0" brushRef="#br0" timeOffset="114050.04">21947 5977 73 0,'-2'-7'439'0,"2"7"23"16,-3-5 12-16,3 5 1 0,0 0-4 0,-7-4-12 15,7 4-15-15,0 0-21 0,0 0-28 0,0 0-28 16,-1-8-20-16,1 8-29 0,0 0-33 0,0 0-23 15,0 0-24-15,0 0-15 0,0 0-32 0,6-7-26 16,-6 7-16-16,0 0-15 0,25 3-27 0,-10-3-25 16,7 1-29-16,7 2-31 0,0 2-50 0,0-3-46 0,1 0-53 15,0 3-52-15,3-2-57 0,-3 3-54 0,-12 0-43 16,2-1-56-16,0-3-59 0,-4 1-378 16,-7 1-894-16,2 1 395 0</inkml:trace>
  <inkml:trace contextRef="#ctx0" brushRef="#br0" timeOffset="114217.84">21929 6263 147 0,'-10'4'246'0,"5"-1"-1"0,-5-2-8 16,3 3-10-16,7-4-3 0,-6 6 3 0,6-6-15 16,0 0-10-16,0 0-20 0,18 2-15 0,-8 1-19 15,10 1-13-15,-2-4-9 0,10 1-27 0,0-2-40 0,4 1-59 16,-3 0-68-16,3-2-72 0,1-4-77 15,-2 5-193-15,3-2-444 0,-3 1 196 0</inkml:trace>
  <inkml:trace contextRef="#ctx0" brushRef="#br0" timeOffset="115200.06">23408 5730 308 0,'0'-15'300'0,"4"-2"-9"0,-3 1-5 16,-2 0-7-16,1-4-11 0,0 3-18 0,-4 1-8 16,3 1-14-16,-6 0-17 0,1 2-19 0,4 1-15 15,-5 1-19-15,-1 3-23 0,-2 0-8 0,-1 4-16 16,-1 1-10-16,-5 6-10 0,1-1-11 0,-12 8-9 16,1 1-9-16,2 4-5 0,2 5-5 0,0 4-7 15,0-4 4-15,3 5-15 0,2 2-3 0,0 0-8 16,3-2-1-16,6 3 5 0,-2-1-5 0,3 0-2 15,3 2-6-15,8-1-11 0,-3-1-3 0,2 0 11 16,7 0-20-16,1-7 7 0,5 1-22 0,0 0-15 16,0-6-11-16,8-3-15 0,-1 3-16 0,6-3-11 0,-7-6-15 15,4 1-4-15,0-5 4 0,2-2 0 16,-6-2 9-16,1 1 10 0,-3-3 9 0,3 0 9 16,-4-3 5-16,5 3 7 0,-9-3 6 0,-6 2 9 0,5 1 11 15,-5-3 15-15,-1 4 13 0,0-2 3 0,1 4 0 16,-8 1 3-16,7-2-4 0,-7 2-1 0,13 0-2 15,-13 0 1-15,0 0 2 0,0 0-1 0,1 8 1 16,-1-8 1-16,0 7-1 0,7 0 3 0,-7-7-3 16,3 7 4-16,-3-2 0 0,5-2 1 0,0 2-3 15,-1 3 3-15,9-4-1 0,-5 3-2 0,7-3-1 16,0 0 0-16,1 3-5 0,1-7 0 0,-2 1-3 16,-3-1 1-16,1 0-1 0,0 3 2 0,0-6 0 15,-3-3 1-15,-2 0 1 0,1-2 0 0,-4 1-1 16,1 2 2-16,-4-5-1 0,-2 1 2 0,2-2 0 15,-6-1-2-15,-2-3 5 0,-1 6 12 0,-1-2 4 16,-4 0 7-16,4-4 2 0,-7 5 5 0,5-2 5 16,3 6 4-16,-2-3 16 0,-1-1 5 0,3 6 8 0,2-4 3 15,0 1 7-15,5 1-1 0,-5 3-6 0,5 3 6 16,3-15-18-16,-1 11-2 0,6-1-7 16,1 3 4-16,2-2-21 0,2 3-5 0,4-6-2 0,1 3 1 15,2 4-5-15,2 0-8 0,-3 3 5 0,0-3 0 16,5 4-7-16,-4 0-1 0,2 0 0 0,-7 0-1 15,6 3-5-15,-1 1-2 0,-5 1 7 0,2-1 7 16,-6 4-16-16,-1-2 1 0,0 2-4 0,-3-2-4 16,-1-5-2-16,-1 7-4 0,-3-3-6 0,3 4-1 15,-3-6-10-15,1 2-6 0,-5-1-9 0,2 0-8 16,2 0-13-16,-2-4-10 0,0-4-10 0,-2 12-16 16,1-7-19-16,1-5-29 0,0 0-39 0,0 7-45 15,0-7-45-15,0 0-152 0,0 0-466 0,0 0 207 16</inkml:trace>
  <inkml:trace contextRef="#ctx0" brushRef="#br0" timeOffset="115466.13">24309 5562 119 0,'2'-12'435'0,"-2"5"7"0,0-1-2 0,-2-3-23 0,2 11-31 15,0-8-35-15,0 8-37 0,2-8-37 0,-2 8-29 16,0 0-28-16,0 0-23 0,0 0-21 0,1 27-15 16,-1-12-19-16,0 0-13 0,-1 6-8 0,2 5-17 15,1 5-3-15,1-3-17 0,-1 3-6 0,3 1-14 16,-4 9 0-16,3-10-3 0,-1 0-10 0,-1 9-9 16,-1-9-31-16,4-1-35 0,0-3-44 0,5 0-38 15,-8-3-31-15,5 2-26 0,-3-10-38 0,5 10-49 16,-1-11-52-16,5-3-61 0,-6-4-241 0,3 5-654 15,-2-7 289-15</inkml:trace>
  <inkml:trace contextRef="#ctx0" brushRef="#br0" timeOffset="115667.03">24423 5798 133 0,'-10'-7'357'16,"0"4"-4"-16,0-2-11 0,0 1-9 0,2 0-16 15,1 0-11-15,7 4-21 0,-8-4-28 0,8 4-21 0,-5-4-36 16,5 4-11-16,0 0-20 0,0 0-14 16,0 0-18-16,0 0-15 0,0 0-29 0,0 0-38 15,45 8-51-15,-25-7-41 0,1 2-41 0,9-2-42 0,-3 2-52 16,7-1-52-16,-2-2-55 0,17-5-244 0,-6 1-565 16,-6 3 250-16</inkml:trace>
  <inkml:trace contextRef="#ctx0" brushRef="#br0" timeOffset="115966.19">25083 5446 192 0,'-1'-5'373'0,"1"5"21"0,-7-8-14 16,7 2-1-16,0 6-11 0,-6-11-12 0,6 11-20 15,-2-4-26-15,2 4-32 0,0 0-26 0,0 0-27 16,-5-6-29-16,5 6-19 0,0 0-21 0,0 0-18 15,-15 13-13-15,10-1-13 0,-3-1-8 0,0 9-11 16,-1-1-10-16,-6 5-10 0,0 2-4 0,1 2-10 16,-6 10-5-16,5-10-4 0,5 10-13 0,0-8 3 15,0 7-2-15,3 4-2 0,7-10 3 0,0 2-11 16,5 8 3-16,7-2-7 0,-7-8-7 0,10-3-15 16,-2 1-15-16,9 6-29 0,-6-7-20 0,9-9-48 15,-4 1-54-15,8-4-49 0,-1-1-65 0,0-5-62 16,3-5-62-16,2-3-265 0,-3 0-722 0,3-2 319 15</inkml:trace>
  <inkml:trace contextRef="#ctx0" brushRef="#br0" timeOffset="116399.82">25643 5619 44 0,'0'-7'403'16,"0"-1"6"-16,0 8-7 0,0-14-15 0,-5 9-16 15,3-3-25-15,1 1-25 0,-4 0-27 0,0 0-25 16,1 1-27-16,-2 3-28 0,1-3-20 0,-10 1-19 16,7 1-20-16,-1 3-15 0,3-1-14 0,6 2-14 15,-17-2-11-15,7 2-16 0,10 0-4 0,-16 5-19 16,11 2 3-16,1-2-4 0,-4 1-7 0,8 2-7 15,-3-1-6-15,0 3-6 0,-1 0 2 0,4 2 0 16,0-4-8-16,4 7 1 0,-4-3-3 0,6 3 0 16,-1-3-4-16,2 5-2 0,3 0-2 0,-2-4-3 15,0 1 0-15,5-1 1 0,-4 1-5 0,6-1-2 0,-2-1 3 16,0 0-3-16,-1 2 2 0,1-4-3 16,-1-1-2-16,-4-1-2 0,0-1-4 0,4 2 3 15,-9 0-1-15,9-3-4 0,-9 2 6 0,4-3-16 16,-3-2-2-16,-2 4-6 0,1-2-3 0,-3-5-2 0,-1 11-2 15,-1-7-7-15,2-4-7 0,-13 9-11 0,6-4-32 16,-1-2-22-16,0 2-27 0,-7-1-29 16,-5 4-29-16,3-6-35 0,-2 6-37 0,4-2-44 0,5-2-41 15,-4 3-250-15,6-5-645 0,2 5 287 0</inkml:trace>
  <inkml:trace contextRef="#ctx0" brushRef="#br0" timeOffset="116616.22">26004 6084 244 0,'0'0'362'0,"0"0"-21"16,6-6-28-16,-6 6-27 0,0 0-36 0,0 0-22 16,0 0-20-16,0 0-22 0,0 0-20 0,0 0-9 15,-19 15-20-15,17-9-14 0,-5 0-15 0,1 0-20 16,-1 3-30-16,5-5-30 0,-3 8-28 0,2-2-28 15,-2-1-33-15,3 1-38 0,-3-2-38 0,4 1-37 16,7-3-45-16,-4-1-209 0,3 2-463 0,-2-5 205 16</inkml:trace>
  <inkml:trace contextRef="#ctx0" brushRef="#br0" timeOffset="117099.36">26462 5742 22 0,'-1'-12'265'0,"1"2"-5"0,-5-7-11 15,3 7-8-15,0-1-15 0,-1 0-17 0,3 3-15 16,-2-1-13-16,1 1-21 0,-1 1-13 16,-3-1-16-16,-2 2-17 0,1 1-7 0,-1 2-16 0,2-1-11 15,-6 3-3-15,1-1-7 0,10 2-10 0,-27 3-6 16,17 1-4-16,-5 1-6 0,-4-2-7 0,2 4 0 15,-3 5-6-15,5-2-6 0,-3 2 2 0,1 1-4 16,3 1 2-16,2-1-5 0,4 1-2 0,-4-1 0 16,10 2-3-16,-6 0-2 0,3-2 0 0,4 2 0 15,-1 0 1-15,4-3-5 0,-1-4 1 0,8 3-3 16,-3-3 2-16,2-1-2 0,7 5 3 0,0-7-7 16,0 2 4-16,0-6-4 0,5-1 0 0,3 0 1 15,-6-1 0-15,1-3-1 0,-2 0-1 0,6 0 1 16,-2-7-1-16,-4 7 0 0,-1-8 3 0,0 0 3 15,0 2 19-15,-3-2 18 0,-4 5 20 0,0-2 19 16,-1-2 17-16,-2 4 7 0,0-1 6 0,-4 1 1 16,3 1 1-16,1 0-6 0,-5 6-13 0,3-8-14 15,-3 8-5-15,0-5-18 0,0 5 6 0,0 0-16 0,0 0-8 16,0 0-7-16,0 0-2 0,-13 23-3 16,11-15-6-16,4 1-11 0,-6 6-5 0,4 0-16 15,0 0-17-15,2-3-21 0,1 4-22 0,6-1-17 16,-3-1-29-16,4 1-38 0,-2-3-42 0,6 1-50 0,1-3-56 15,-1-1-64-15,1-4-197 0,2 2-608 0,-1-1 269 16</inkml:trace>
  <inkml:trace contextRef="#ctx0" brushRef="#br0" timeOffset="117400.27">26767 5480 221 0,'0'0'297'0,"0"0"-14"0,0 0-13 15,0 0-18-15,0 0-6 0,0 0-5 0,-7 9-8 16,7-9-8-16,12 11-10 0,-2-3-4 0,1 1-9 16,2 3-11-16,4 0-21 0,-2 2-11 0,3-1-18 15,7 2-13-15,-5 4-11 0,-2 1-14 0,0 1-7 16,0-1-15-16,-4-2-2 0,1 3-6 0,-5-1-12 15,3 0-5-15,-7 2-7 0,-4 5-2 0,3-1-11 16,-10 2-2-16,-3 3-10 0,1-3-24 0,-3 11-39 16,-10 5-43-16,-3-1-31 0,3 2-35 0,-11-8-38 15,6 7-43-15,0-5-59 0,0 3-55 0,-1-4-177 16,3 2-561-16,8-11 249 0</inkml:trace>
  <inkml:trace contextRef="#ctx0" brushRef="#br0" timeOffset="117934.1">27707 5798 388 0,'0'0'429'0,"7"-7"-8"0,-7 7-20 15,0-4-19-15,0 4-21 0,6-6-23 0,4 4-34 16,-5-2-29-16,3 0-23 0,4 0-26 0,4 0-24 15,-1 2-20-15,10-3-19 0,2 1-15 0,1 0 10 0,2 0-13 16,1 0-19-16,-1 0-10 0,3 2-13 16,0-2-17-16,-3 1-28 0,-2-2-29 0,-7 4-34 15,1-2-38-15,1 0-50 0,-6-2-42 0,-1 3-39 0,-6 0-34 16,0-2-52-16,-3 0-68 0,-2-1-60 0,-5 5-223 16,-5-12-659-16,-2 6 291 0</inkml:trace>
  <inkml:trace contextRef="#ctx0" brushRef="#br0" timeOffset="118116.13">27949 5565 220 0,'-7'-3'332'0,"7"3"-10"15,0 0-20-15,-10-3-30 0,10 3-25 0,0 0-32 16,0 0-10-16,-10 12-9 0,10-6-7 0,0 3-10 16,-5 3-12-16,2 3-13 0,-1 1-17 0,4 4-6 15,0 6-14-15,-1-1-11 0,2 0 8 0,-2 4-20 16,2 0-14-16,1 2-13 0,8-3-23 0,-8 2-39 15,8 1-45-15,1-1-68 0,1-2-85 0,6-4-94 16,-6-5-258-16,7 4-590 0,3-8 261 0</inkml:trace>
  <inkml:trace contextRef="#ctx0" brushRef="#br0" timeOffset="118384.33">28614 5455 213 0,'3'-5'375'0,"-1"-3"-12"0,-2 8-45 0,0 0-32 16,0 0-28-16,0 0-24 0,0 0-26 16,23 16-19-16,-16-8-20 0,-1 3-15 0,1 2-18 0,-2 2-11 15,0 3-14-15,1 2-12 0,1 0-6 0,3 6-12 16,-7-2-5-16,-1 0-8 0,5-3-9 0,-7 3 0 15,6 2-14-15,-4-5-5 0,-2 2-32 0,0-3-30 16,0-2-29-16,7 7-34 0,-7-8-41 0,0-4-50 16,1-1-51-16,-1 0-57 0,5-4-182 0,-3 2-506 15,4-2 224-15</inkml:trace>
  <inkml:trace contextRef="#ctx0" brushRef="#br0" timeOffset="118633.77">28670 5389 363 0,'-6'-12'473'16,"-1"0"-3"-16,-1-1 3 0,4 4-22 0,1 1-27 16,3-2-35-16,7 1-31 0,-4 0-36 0,2-2-29 15,5 4-35-15,5-1-25 0,3 3-24 0,-3-3-20 16,8 5-20-16,5 3-32 0,5 3-27 0,-3 3-38 15,2-3-37-15,-4 4-43 0,-2 1-46 0,6 3-47 0,-6-3-37 16,-8 4-49-16,7 2-40 0,-10 1-61 16,-2-3-55-16,-3 3-47 0,0-3-226 0,0 4-666 15,-8 1 294-15</inkml:trace>
  <inkml:trace contextRef="#ctx0" brushRef="#br0" timeOffset="119216.13">28766 5710 171 0,'-6'3'310'0,"-3"-1"-2"0,9-2-4 16,-6 5-10-16,6-5-10 0,-7 2-12 0,7-2-8 15,0 0-14-15,0 0-21 0,0 0-17 0,0 0-11 16,0 0-24-16,22 7-15 0,-8-3-20 0,5-1-11 16,4-2-19-16,7 4-10 0,1-3-19 0,2 2-22 15,12-4-22-15,-14 0-22 0,1-1-26 0,4 2-26 16,-6-5-13-16,5 2-11 0,-7-3-4 0,-7 2 4 15,-2-2 7-15,2 1 4 0,-13-1 5 0,6 0 6 16,-3 0 7-16,-2 1 5 0,-1 1 3 0,-2-2 7 16,3 2 2-16,-9 3 0 0,0 0 0 0,0 0 1 15,0 0 3-15,0 0 1 0,0 0 0 0,0 0 5 16,0 0 0-16,-23 15-1 0,16-5 5 0,-1-1 4 16,3 2 9-16,1 1-1 0,-1 0 5 0,-1 3-2 15,2 1 3-15,1-1 0 0,3 1 3 0,0 0-6 16,0-5 7-16,5 5 0 0,-2-6 0 0,6 6 1 15,-6-8 2-15,5 0 2 0,2 4 1 0,2-9 3 16,-2 4-9-16,3-5 1 0,0 1-3 0,0-6-5 16,6 3-1-16,-4-2-3 0,3-6 3 0,0 2 0 0,-3-2-6 15,0-5-1-15,6 2-2 0,-6-4-1 0,8-1 1 16,-11 2 0-16,-2-2 2 0,5 0-3 16,-2 1 5-16,-3-4 3 0,2 6-1 0,-4-2 22 15,-2 1 22-15,1 1 12 0,0 2 16 0,-4 3 3 0,0 0-2 16,-1 0-8-16,1 3-3 0,-1-1-16 0,-2 6-12 15,0 0-4-15,0-7-1 0,0 7-8 0,0 0-1 16,0 0-2-16,0 0-8 0,-17 18-3 0,14-9-1 16,1 2-3-16,-1 1 12 0,3-3-18 0,0 8-3 15,0-4-3-15,3-1-12 0,-1 0-10 0,1-2-13 16,2 2-10-16,5 0-8 0,-5-1-25 0,7 0-20 16,1-3-28-16,0-1-28 0,5 1-29 0,-1-4-24 15,0-3-24-15,1 2-20 0,0-6-21 0,5 2-23 16,5-7-213-16,-6 2-545 0,-6-2 242 0</inkml:trace>
  <inkml:trace contextRef="#ctx0" brushRef="#br0" timeOffset="119750.1">30047 5345 123 0,'-10'-15'234'0,"0"-1"-15"0,0 5-21 15,6 3-17-15,-8 4-22 0,0 0-14 0,4 4-14 16,8 0-7-16,-16 9-10 0,7 2-4 0,3 1-5 15,-3 6-14-15,4 0-2 0,0 9-11 0,0 0-3 0,0 3-5 16,5-3-8-16,2 1-5 0,1 2-7 16,-1-4 1-16,1 2-8 0,1-1-4 0,2-1-3 15,-2-1-2-15,1-6-3 0,1 0-1 0,3-3-1 16,-8 1-6-16,7-2 5 0,-8-3-6 0,5-5-2 0,0 1 6 16,-1-2 8-16,-3 0 6 0,6-4-2 0,-7-2-1 15,0 0 4-15,0 0 3 0,18-2-1 16,-18 2 6-16,13-10-4 0,-8 3-3 0,0 4-3 15,5-2-3-15,-3-3-4 0,1 4-3 0,0-3 0 0,2 4-5 16,2-1-6-16,-5 1-1 0,3-2-1 0,-1 4-3 16,-9 1 3-16,15 1-5 0,-6 4 0 0,-1-3-5 15,0 3 1-15,-3 1-3 0,2 1 0 0,-1 2 0 16,-2-2 1-16,4 2-3 0,-3 2 3 0,2-4-3 16,-1 2 1-16,1 2-1 0,-2-4 2 0,0 1 2 15,3-3-7-15,-1 2 7 0,-1-2-5 0,3-3 2 16,-5-1 1-16,-4-1-2 0,15 0 3 0,-15 0-2 15,15-3 6-15,-8-1-5 0,1-2 6 0,2 0 15 16,-2-2 8-16,-1 1 6 0,5-2 3 0,-1-3 3 16,-1 1 0-16,-5 3 8 0,5-2 13 0,-3 3 7 15,-2-3-3-15,1 2 3 0,1 1-8 0,-6 0 8 16,6 3-5-16,-2-4-9 0,-2 4-5 0,2 0-13 16,-5 4 1-16,5-7-5 0,-5 7-14 0,10-2-10 15,-10 2-10-15,0 0-11 0,0 0-25 0,0 0-21 0,22 7-16 16,-17-4-25-16,0 2-20 0,1-3-22 15,1 3-26-15,1 0-28 0,-1 0-24 0,1-1-30 16,5-4-25-16,-4 4-32 0,4-1-161 0,0-2-501 16,-3-1 222-16</inkml:trace>
  <inkml:trace contextRef="#ctx0" brushRef="#br0" timeOffset="120333.73">30931 5583 115 0,'0'-6'297'0,"0"6"-13"15,0-12-15-15,-2 6-25 0,-4 2-17 0,-1-1-21 16,-1 3-15-16,8 2-20 0,-22-1-16 16,13 1-14-16,-3 3-15 0,-3-2-7 0,0 4-16 0,0 2-11 15,0 1-6-15,0-1-7 0,1 5-5 0,-1-1-10 16,1 0-2-16,6 2-5 0,-2-1-9 0,2 3-4 16,1-1 2-16,2-4-7 0,4 5-8 0,1-4-9 15,1 2-12-15,1-3-20 0,6 1-23 0,-1 1-31 16,6 0-27-16,2-5-30 0,0 1-23 0,3 0-8 15,0-3-16-15,12 2 1 0,-2-6 0 0,0 2 17 16,-4 0 12-16,5-3 15 0,-2 0 22 0,-6-3 16 16,-2 2 32-16,-3-1 34 0,-3 1 38 0,-1-3 36 15,0 1 23-15,-4 2 9 0,-8 1 3 0,13-4-3 16,-6 2-8-16,-7 2-4 0,0 0-12 0,0 0-4 16,0 0-8-16,0 0-5 0,0 0-3 0,0 0-5 15,0 0-6-15,-32 0-2 0,32 0-1 0,-11 6-2 16,2-3-7-16,4 2 2 0,2-2-1 0,3-3 0 15,-8 10-4-15,5-7-1 0,1 4 0 0,2-7 2 0,0 0-5 16,5 11 3-16,-2-8-7 0,2 2-1 16,-5-5 4-16,17 4-3 0,-9-4 1 0,-8 0-4 15,21-3 2-15,-7 3-2 0,1-3-3 0,-7 0 9 16,7 0-7-16,0-1-2 0,5-4 5 0,-6 5-5 0,0-5 8 16,2 0 20-16,-8 1 17 0,7 3 11 0,-1-4 0 15,-6 1 3-15,0 4 2 0,4-3-1 16,-4 0 1-16,-5 3-2 0,4-2-3 0,0 3-8 15,-2-3-4-15,1 0-7 0,-6 5-8 0,5-1-5 0,-5 1 1 16,0 0-9-16,12-2 2 0,-12 2-2 0,0 0-4 16,0 0-3-16,13 6-2 0,-11-2-7 0,3 1-8 15,-4 2-2-15,3-2-14 0,1 1-10 0,-1 2-13 16,-2-2-10-16,1 1-14 0,4 0-15 0,-7 0-12 16,5 1-20-16,-3-1-15 0,-1 2-26 0,6 0-14 15,0-3-28-15,-4-3-13 0,-1 3-20 0,1-3-132 16,-3-3-392-16,10 11 174 0</inkml:trace>
  <inkml:trace contextRef="#ctx0" brushRef="#br0" timeOffset="120582.74">31822 5322 121 0,'-9'-4'253'0,"-1"4"-17"0,-1 0-20 0,11 0-9 16,-22 5-15-16,1 6-6 0,9-2-7 0,-1 6-10 16,-2 7-3-16,5-3-9 0,-1 9-4 0,6-1-4 15,-4 0-9-15,6 1-9 0,3 4-10 0,0-3-14 0,3 10-2 16,1-9-13-16,1 10-12 0,1-10-5 16,-1 1-9-16,5 0-28 0,5-6-33 0,-3 1-57 15,1-3-75-15,3 0-88 0,-2-7-277 0,-3-2-533 16,2 1 236-16</inkml:trace>
  <inkml:trace contextRef="#ctx0" brushRef="#br0" timeOffset="120766.03">31707 5586 415 0,'-11'-11'480'0,"4"-1"-9"0,4 4-21 16,3-3-29-16,-3 3-32 0,-1-1-31 0,8 2-34 0,-1-1-29 15,0 1-38-15,7 4-39 0,0 1-46 0,7-1-61 16,4 3-55-16,2 3-92 0,5-3-77 0,-4 8-78 16,5 0-99-16,1-3-342 0,-3 5-684 0,6-2 303 15</inkml:trace>
  <inkml:trace contextRef="#ctx0" brushRef="#br0" timeOffset="121166.05">32345 5355 319 0,'6'-13'393'0,"-4"1"-2"0,3 0-9 15,-3 2-9-15,1 0-19 0,-3 1-32 0,0 1-41 0,0 3-21 16,0 5-35-16,-10-7-20 0,10 7-19 16,0 0-21-16,-27 15-15 0,14-3-25 0,-7 6-1 15,-3 3-18-15,2 5-7 0,4-2-8 0,-9 10-8 0,2 2-3 16,8 3-1-16,-4-1-7 0,8 0 7 0,1-6-10 15,4 9-9-15,1-9-3 0,6 6-4 0,3-4 0 16,0-2-7-16,4-3-3 0,8 8-8 16,0 2-12-16,0-15-20 0,6 1-34 0,1-5-62 0,6-3-71 15,0 2-73-15,-2-4-86 0,2-5-82 0,2-5-285 16,0-1-746-16,0 0 331 0</inkml:trace>
  <inkml:trace contextRef="#ctx0" brushRef="#br0" timeOffset="121533.83">32783 5585 140 0,'-3'-8'423'16,"3"1"9"-16,-2-1 1 0,2 1 2 0,-1-1-34 15,1 0-18-15,-5 0-24 0,5-2-23 0,-7 3-28 16,4-2-28-16,-4 1-30 0,5 1-23 0,-3 2-21 15,1 0-23-15,-6-2-19 0,3 3-15 0,-1 1-16 16,1-1-17-16,7 4-12 0,-16-2-11 0,16 2-11 16,-14 2-11-16,14-2-6 0,-13 6-5 0,8-1-6 15,-2 2-6-15,4 2-2 0,0 2-7 0,0 1 0 16,3-3-4-16,3 6-5 0,0 4-1 0,2 0 4 16,0-3-9-16,3 4 2 0,1-1-5 0,1 1-2 15,-2-1 1-15,2-4-7 0,0 5 4 0,1-2 0 16,-2-2-5-16,0 1-4 0,0-4 1 0,-1 1-1 15,4-4 0-15,-12 1-3 0,6-5-9 0,-2 1-13 0,-4 0-13 16,6-3-7-16,-6-4-9 0,0 9-2 0,0-9-22 16,-13 6-25-16,13-6-38 0,-18-3-39 0,18 3-43 15,-23-3-34-15,4 0-23 0,3 1-28 0,3-2-33 16,3 1-38-16,1-2-297 0,-1 2-721 0,0-1 319 16</inkml:trace>
  <inkml:trace contextRef="#ctx0" brushRef="#br0" timeOffset="121832.66">33228 5280 220 0,'7'-11'419'0,"0"2"14"0,-7-1-10 0,8 1-15 15,-3-2-14-15,-2 4-22 0,-3-1-17 0,0 4-26 16,5-4-37-16,-5 8-29 0,2-4-30 0,-2 4-31 16,0 0-20-16,0 0-19 0,0 0-12 0,0 0-20 15,0 0-13-15,-23 15-12 0,16-7-11 0,0 0-8 0,-7 7-8 16,5-3-26-16,1 3-32 0,-5 2-37 16,-2-2-49-16,3 0-50 0,-6 4-38 0,3-4-43 15,5 4-47-15,2-4-79 0,0 2-82 0,1-2-266 16,0 2-724-16,4-2 320 0</inkml:trace>
  <inkml:trace contextRef="#ctx0" brushRef="#br0" timeOffset="122116.02">33493 5412 213 0,'0'0'436'0,"0"0"8"0,0 0-20 0,0 0-26 0,5 2-30 16,-5-2-26-16,0 0-29 0,7 2-26 0,-4 8-27 15,4-8-23-15,-1 6-25 0,-1-2-19 0,5 10-21 16,0-4-17-16,-5 3-11 0,4 2-17 0,-1 2-16 16,3-1-10-16,-2 8-4 0,-1-6-14 0,-8 5-8 15,5 2-8-15,-10 2-10 0,-2-4-17 0,2 4-23 16,-13-2-34-16,-2 7-60 0,-11-1-65 0,-1 2-48 15,-9-4-52-15,1 8-76 0,-4-8-90 0,-1-4-256 16,-3 12-718-16,-18 3 318 0</inkml:trace>
  <inkml:trace contextRef="#ctx0" brushRef="#br0" timeOffset="149516.46">15164 5355 123 0,'-3'-5'358'0,"3"-7"5"0,3 8 15 16,-3-5-17-16,0 2-1 0,0 0-4 0,0 7-27 15,-3-8-23-15,3 8-28 0,0 0-41 0,0 0-23 16,0 0-26-16,0 0-26 0,0 0-13 0,0 0-13 15,0 0 8-15,-8 31-5 0,3-13-11 0,5 0-3 16,0 11 1-16,0 3-4 0,-9 7-13 0,9 3-6 16,0 2-7-16,0-2-5 0,0 6-6 0,9-3-8 15,-9 0-7-15,8 3-4 0,5 3-5 0,0 3-5 16,9 17-3-16,-6-16-2 0,13 19-3 0,-8-24-5 16,-3 4-6-16,2 1-5 0,0-5 0 0,3 4-3 0,-5-3-5 15,4-5 1-15,-7 0-1 0,3-3-4 0,-3-1 0 16,1-4-2-16,-7-10-2 0,-3 1-4 15,6 1 0-15,-9-3 0 0,-3-11-3 0,0-1-30 0,0 0-35 16,0-3-40-16,0-1-28 0,0-7-29 0,0 3-40 16,0-7-55-16,-6 4-65 0,6-4-65 0,0 0-51 15,-7-15-305-15,5 4-795 0,2-8 351 0</inkml:trace>
  <inkml:trace contextRef="#ctx0" brushRef="#br0" timeOffset="153682.84">16520 6856 101 0,'-4'-7'315'0,"4"7"-17"0,0-6-5 0,0 6-29 16,0 0-18-16,0 0-24 0,0-11-21 0,0 11-24 15,0 0-18-15,0 0-17 0,0 0 6 0,0 0-11 16,0 0-11-16,9 27-3 0,-3-10-2 0,-2-2-7 16,-1 3-8-16,5-2-7 0,-3 4-2 0,3 4-13 15,1 3-6-15,4-1-1 0,-5-3-6 0,1 4-14 16,4-3-5-16,2 3-11 0,1 2 4 0,4-4 1 15,0-2-4-15,5-2-5 0,-4 1-5 0,14 4 3 16,-5-11-9-16,0 2 7 0,14-2-8 0,1-2 2 16,6-4-4-16,9-3-4 0,-2 0-3 0,6-6 7 15,17-4-15-15,2-4 6 0,-22 6-4 0,24-6 3 16,-22 3-7-16,1-7 5 0,24 3-5 0,-30 1-3 0,26-2-2 16,-1 1-1-16,2-4 3 0,-21 6 6 15,-1 3-6-15,21-1-3 0,-21-1-2 0,25 1 4 0,-8 1-4 16,6 1 7-16,-2 3-4 0,-3-1 4 0,2 7-9 15,-19-4 8-15,24 2-5 0,-7 3-1 0,7-3 5 16,1 3 0-16,-1 2-1 0,1-2-8 0,11 5 4 16,-4-1-1-16,3-3 19 0,4-1-13 0,-1 5-4 15,46 0 3-15,-52-3-8 0,11-2-2 0,-1 1 8 16,48 4-3-16,-8 0 12 0,-42-10-6 0,0-1-2 16,49 6-1-16,-5-7 3 0,-43 8 2 0,47-11-3 15,-48 5-5-15,40-4 1 0,-44 4-2 0,2-1 3 16,6 7 3-16,-4-8-2 0,0 0 5 0,-1 1-6 15,-2 1-4-15,-8-2 4 0,3-2 4 0,-9 6 1 0,-2-4-2 16,-22 5-7-16,-4-3 8 0,2-1-3 16,-6 2 0-16,-9-1 0 0,2 0 5 0,-1 3-6 15,-17 2 2-15,-2-2-4 0,2-2-5 0,-11 2 2 0,-4-5-2 16,2 2 6-16,-9 5-5 0,5-6 7 0,-3 2-3 16,-3 1 1-16,0 0-2 0,-1 0 1 0,-1-1-1 15,-5-3 13-15,8 8-10 0,-4-4-5 0,-4-4 2 16,6 6 1-16,-1-3 1 0,-5-3-2 0,4 7 1 15,1-2-2-15,0-2 1 0,-5-3-17 0,8 9-9 16,-2-7-2-16,-1 2 3 0,0-1 4 0,0 2-13 16,4-2-1-16,-3 1 8 0,2-1-8 0,7 2 8 15,-5-4-1-15,5-1 3 0,3-1 1 0,1-3 5 0,0 3 6 16,-2-2-1-16,6-4 2 0,0 0 4 16,4-3 0-16,-4 1 2 0,5-6-5 0,2-2 7 15,-2 1-1-15,10-7-2 0,0 0 0 0,-5-5 5 16,4 0 0-16,4-1 0 0,1 4 1 0,-4-1 3 0,0 3-1 15,-2-4-3-15,-8 7 3 0,9-3-1 0,-14 10 2 16,3-6 0-16,-4 8 2 0,-4-4-8 16,-3 4 8-16,0 3 2 0,0-1 0 0,-7 1-2 0,4 2-2 15,-1 2-6-15,-6-1 4 0,2 3 0 0,-7 2-5 16,13-2 1-16,-13 2 8 0,0 0-5 0,10 9-2 16,-3-6 5-16,-3 4-1 0,0-4-3 0,1 6 4 15,-4-1 1-15,8-1 9 0,2 3-8 0,-1 5-2 16,5-7 0-16,5-1-3 0,1 2-5 0,9 2-10 15,15-7-2-15,-2 7-4 0,10-5 2 0,-2 0-9 16,9-2-1-16,28 3 2 0,-24-6 3 0,21-2 1 16,2-1 0-16,1 2 6 0,1-5 1 0,1 4 1 0,9 0 4 15,-6-4-1-15,3-3 0 0,0 4 1 0,-5-5 4 16,-4 3-1-16,5 1 5 0,-3 1 0 16,-1-8 1-16,-1 4-1 0,-6 5 9 0,1-4-6 0,-16 2 0 15,23-5 1-15,-1 7 4 0,1-3 0 0,-4 6-2 16,2 0 1-16,-2 0 1 0,2-1 0 0,3 1 4 15,-2 1 1-15,1-1 3 0,-1 4 2 0,11 1 4 16,-1-2 2-16,1 8 2 0,0-3-2 0,1-3-2 16,9 13 0-16,36-6 3 0,-39-9-4 0,0 10-2 15,43 1-1-15,-46-1 1 0,3 1 0 0,48 4 1 16,-52-9-1-16,46 6-2 0,-44-9 8 0,42 5-13 16,-44-4 3-16,51 2 0 0,-51-3-3 0,2 6 2 15,1-6-2-15,-1-1 0 0,-1-1-1 0,-1-6 3 16,-2 0 10-16,-8 2-10 0,3 2-1 0,-6-4 10 15,0-6 4-15,-1 6 1 0,-2-3 6 0,-5 2 0 16,0-9 1-16,-19 4 4 0,24 2-2 0,-25-2-2 16,3 4-5-16,16-4-4 0,8 3 1 0,-4-5 0 0,2 6-6 15,-26 3 0-15,26-7 1 0,-2 2 2 0,-24 6-6 16,26-8-2-16,-7 7 0 0,6-2 1 16,-21 2-1-16,19-3-1 0,-20 1 3 0,28-1-6 0,-32 3-3 15,1-6 1-15,-2 5 1 0,2-3 3 0,-1 0-4 16,-4-2 3-16,-7-1 1 0,-4 4 5 0,-1-2 10 15,-8-3 8-15,-3 0 3 0,-3 1 1 0,0 0 4 16,-10 1-16-16,0 0 12 0,-1 1-8 0,-3-1 3 16,-4-1-3-16,-1 2-5 0,-1 0 0 0,2 0-12 15,-8 2-5-15,4-3-28 0,-4 2-42 0,1 0-56 16,-4 5-68-16,0 0-84 0,0 0-91 0,-10-10-187 16,3 5-598-16,-8 3 265 0</inkml:trace>
  <inkml:trace contextRef="#ctx0" brushRef="#br0" timeOffset="162533.34">15765 10385 267 0,'-3'-8'372'16,"-1"-1"-15"-16,4 0-8 0,-6 0 2 0,6 0 2 16,-2 1-3-16,0 3-19 0,2 5-22 0,-1-8-37 15,1 8-33-15,0-7-33 0,0 7-15 0,0 0-19 16,0 0 0-16,5 28-3 0,1-10-16 0,1 1-8 0,0 10-10 16,1-2-6-16,-3 2-13 0,1-1-9 0,4 14-5 15,-5-3-9-15,2-11-6 0,-2 4-17 0,2-2-2 16,-7 3-9-16,3-1-6 0,0-4-2 0,5 1-6 15,-8-2-5-15,7 1-2 0,-7-7-6 0,2-2-28 16,4 3-53-16,-6-4-34 0,7-2-40 0,-5-4-41 16,3 0-34-16,-5-3-31 0,3-3-37 0,0 0-49 15,-3-6-52-15,0 0-333 0,15-5-756 0,-15 5 335 16</inkml:trace>
  <inkml:trace contextRef="#ctx0" brushRef="#br0" timeOffset="162767.37">15788 10467 191 0,'-3'-7'353'0,"-2"0"6"0,0-2 2 0,2-1-6 16,-2 1-10-16,3 1-20 0,2-4-32 0,5 5-30 16,2-4-25-16,7 1-27 0,5 4-22 0,4-6-20 15,12 3-16-15,1-1-18 0,5 2-10 0,6 0-15 16,-3 5-6-16,1-2-18 0,1-2-49 0,-2 9-22 15,-10 0-54-15,-2 1-26 0,4 2-34 0,-8-2-30 16,-6 5-26-16,-4 0-31 0,0 0-25 0,-8 0-25 16,2-4-15-16,-6 7-26 0,-4-4-185 0,-2 1-500 15,-3 1 222-15</inkml:trace>
  <inkml:trace contextRef="#ctx0" brushRef="#br0" timeOffset="162967.22">15833 10716 175 0,'0'0'269'0,"0"0"-4"0,-2 6-8 0,2-6 0 15,0 0-8-15,0 0-13 0,15 1-26 0,-15-1-25 16,22 0-16-16,-7 4-16 0,6-4-15 0,-1 0-15 16,1 0-12-16,6 0-12 0,6 1-36 0,-2-2-38 15,-1 1-45-15,2 0-38 0,1 0-44 0,-2 1-30 16,6-1-46-16,-8 0-28 0,1 0-176 0,2 2-413 15,-12-2 183-15</inkml:trace>
  <inkml:trace contextRef="#ctx0" brushRef="#br0" timeOffset="163349.57">16450 10728 82 0,'0'0'188'0,"0"0"8"16,0 0 12-16,-30 7 8 0,27-2 2 0,-2 4-4 15,-1-3-7-15,2 0-8 0,-1 2-10 0,-1 0-6 16,2 0-6-16,-1 3-9 0,5-3-14 0,0 9-9 0,0-8-15 15,4 0-15-15,-1 7-11 0,4-6-7 0,1 3-11 16,2-1-3-16,10-5-7 0,-10 5-9 16,14-7-4-16,1 2-5 0,-2 0-7 0,7 0-9 0,-3-2-2 15,-6-4-14-15,4-1-18 0,5-1-6 0,-9-4-2 16,1 2 3-16,-1-3-6 0,-1-3 2 0,-2-2-1 16,2-1 2-16,-3 4-3 0,-2-4 12 0,-4 3-6 15,-2 1 12-15,1-4 17 0,-5 3 11 0,-2 0 22 16,3-2 24-16,-6 1 8 0,4 4 19 0,-1-8 13 15,-3 9 4-15,0-2 5 0,0 2 4 0,0-3-11 16,0 8-11-16,0-7-16 0,0 7-12 0,0 0-16 16,0 0-9-16,0 0-4 0,0 0-6 0,0 0-6 0,0 0-5 15,8 19-3-15,-8-11-7 0,7-3-2 0,0 10-1 16,1-3-3-16,0 3-5 0,5 0-1 16,-3 0-21-16,-3-1-24 0,6 0-34 0,2 1-31 0,0-3-30 15,5-1-32-15,-4-2-29 0,1-6-23 0,3 6-24 16,-4-6-29-16,3 0-20 0,-5-3-26 0,5-4-25 15,-1-2-22-15,-2-3-206 0,1-3-598 0,0 1 265 16</inkml:trace>
  <inkml:trace contextRef="#ctx0" brushRef="#br0" timeOffset="163599.54">17379 10297 85 0,'-2'-7'300'0,"-1"-5"4"0,-2 8-2 0,5-3-8 16,-2 0-23-16,2 7-25 0,-1-10-26 15,1 10-23-15,0 0-3 0,0 0 0 0,0 0 9 16,-7 20-28-16,7-8-2 0,0 7-15 0,-3 0 3 0,3 5-23 16,-2 0-14-16,4 3-12 0,3 3-9 0,-4 0-8 15,6-2-10-15,-2 3-7 0,-2-1-10 0,5-1-5 16,-3 3-4-16,4-3-9 0,-1-1-10 0,0-1-42 16,-1 4-26-16,1-16-30 0,-1 5-16 0,1-1-39 15,-1 1-29-15,-1-5-36 0,-1 0-34 0,-2-6-27 16,2-2-35-16,-1 3-36 0,1-5-167 0,-4-2-517 15,-1-3 228-15</inkml:trace>
  <inkml:trace contextRef="#ctx0" brushRef="#br0" timeOffset="164066.34">17346 10707 78 0,'-9'-3'301'0,"3"0"5"0,6 3-4 0,-13-6-8 15,13 6-21-15,0 0-19 0,-7-3-24 0,7 3-21 16,0 0-11-16,0 0-23 0,0 0-19 15,0 0-15-15,23-3-17 0,-23 3-9 0,25 6-13 0,-7-6-6 16,-1 0-14-16,3 1-7 0,-1 4-6 0,5-2-14 16,-3-1 2-16,1-1-6 0,-4 3-7 0,3-2-5 15,-2 0 1-15,-1-1-10 0,-2-1-1 0,-1 0 10 16,0 0-14-16,-3 4-10 0,-4-2 7 0,0-1-9 16,4 3-1-16,-12-4-4 0,15 3-6 0,-9 1 8 15,-2 2-7-15,1 1 5 0,-4 1-4 0,6-1 2 16,-4 4-4-16,0 0 0 0,-1 2 4 0,6 3 0 15,-3-1-2-15,2 2 3 0,1-2 1 0,-1 3 1 16,1-3 0-16,2 3-6 0,-2-1 7 0,2 0 2 16,2-3 13-16,-2-1-19 0,0-2 3 0,-2 0-5 15,-1-6 10-15,3-2-2 0,1 2 13 0,-3-2-15 16,7-6-3-16,-5 2 3 0,2-6 3 0,-4 3-1 0,0-4 10 16,6-5-2-16,-3 1-6 0,1-3 1 0,-4-3-2 15,4 3 2-15,-11-2 17 0,6 2 5 16,0-1 1-16,-6 4 9 0,4-3-2 0,-3 4 6 0,-2-1 2 15,0 5-3-15,-2-1-2 0,2 1-10 0,0 7-9 16,0-9-11-16,0 9-3 0,-5-4 1 0,5 4-2 16,0 0-2-16,0 0-2 0,0 0-28 0,-10 19-24 15,5-15-33-15,5 4-19 0,0 1-23 0,-1 0-24 16,1 1-18-16,0 1-25 0,-5-2-28 0,11 1-16 16,1 2-22-16,-4-2-16 0,2-3-9 0,2-1-210 15,-2-2-526-15,-2 0 234 0</inkml:trace>
  <inkml:trace contextRef="#ctx0" brushRef="#br0" timeOffset="164499.5">18140 10824 122 0,'7'-3'165'0,"-7"3"-2"0,8-3 1 16,-8 3-1-16,0 0-3 0,18 5-2 0,-11-1-7 16,-1 0-4-16,3 4-10 0,-1-2-4 0,2 3-11 15,2 2-9-15,1-4-10 0,2 5-11 0,-5-2-6 16,3 1-12-16,-5 3-7 0,5-4-5 0,-4 2-6 15,2-5-4-15,-2 4-5 0,-3-3-5 0,1-3-3 16,-4 1-1-16,2-2-4 0,2 1 1 0,-7-5 7 16,3 3 1-16,-3-3-2 0,0 0-5 0,0 0-1 15,0 0-2-15,0 0-1 0,0 0-1 0,-15-22 0 16,13 16 2-16,1-1 4 0,-4-4 1 0,5 0 0 16,0 2-7-16,0-1 0 0,0-3-6 0,6-2-5 15,1-1-4-15,1 1-4 0,6-2-6 0,-5 3-8 16,8 1-1-16,-2 2 4 0,1-4-2 0,1 7-2 0,0-3 3 15,-3 3 0-15,3 4-5 0,-2-3 4 0,-5 3 1 16,0 1 3-16,-4-2 3 0,-6 5 8 0,10-3 5 16,-3 1 1-16,-7 2 5 0,0 0 6 0,0 0 23 15,0 0 16-15,0 0 12 0,0 0 5 0,-17 20-2 16,4-13-10-16,3 2-7 0,-1-1-6 0,1 2-6 16,-2 2-2-16,4-2-12 0,0 0-2 0,-1 2-1 15,4-2-6-15,2-1-4 0,-2 1-6 0,3-1-15 16,2 3-22-16,2-3-13 0,5 1-45 0,-1-2-29 15,8 1-37-15,-3-2-45 0,7 0-38 0,4-3-33 16,1-3-35-16,-3 2-219 0,8-4-551 0,0-1 244 16</inkml:trace>
  <inkml:trace contextRef="#ctx0" brushRef="#br0" timeOffset="165182.99">19069 10515 222 0,'-7'-12'338'0,"0"-4"-3"0,-1 0-8 16,0 0-2-16,1 1-17 0,1 8-12 0,1-4-21 16,-5 3-24-16,3 4-28 0,-6-1-28 0,5 2-15 15,-6 3-26-15,4 8-19 0,-4-1-14 0,0 4-7 16,-1 5-13-16,-3 3 7 0,0 5-29 0,3 3-5 16,0 0-7-16,5 1 4 0,-1 1-12 0,2 0-11 15,1 1-4-15,2 1-4 0,2-3-5 0,4 5-3 0,2-5-4 16,0-1 2-16,4 0-1 0,2-3-4 15,4-1-6-15,3 0 0 0,-2-7-13 0,0-4-8 16,6 0-8-16,-1-2-11 0,3-5-1 0,-2 1-7 0,0-1 9 16,8-5-1-16,-6-5 2 0,1-2 3 0,1 0-2 15,2-1 2-15,-5-3 7 0,-4 1 1 0,4-3 2 16,-5 1-4-16,-2 0 28 0,-1-3 8 0,-1 3 13 16,-4 2 6-16,-4 3 12 0,6-3-1 0,-9 5-4 15,1-5-5-15,1 8-7 0,-2 2-13 0,0 0 3 16,-3-8-8-16,3 8-4 0,0 0 0 0,0 0-2 15,-19 10 6-15,15-2-10 0,-3-1 1 0,5 3-2 16,-4-1-4-16,-1 1 4 0,5 0-4 0,1 5-5 16,2 0 2-16,-2-3-4 0,2-1-7 0,1 1-12 15,1 0-4-15,1-3-2 0,2 1-11 0,6-1-12 16,-4-6-1-16,4 4-14 0,-6-2 8 0,4-3-4 0,0 3 2 16,0-5 6-16,0 1 3 0,-10-1 8 0,15-6 2 15,-5 4 4-15,-4-5 4 0,3 1-2 0,-8-1 4 16,4-1 6-16,-5-4-4 0,0 1 5 0,0-4 5 15,-5 5 0-15,5-7 5 0,-1 2 8 0,-3 1 5 16,3-1 2-16,1-2 10 0,-4 7 1 0,4-2 6 16,4 2-4-16,-4-5 3 0,0 10-4 0,5-6-1 15,-5 3-5-15,6 1-1 0,3 2 2 0,4 1-9 16,-3 1 1-16,3 0 0 0,-13 3 4 0,28 3-9 16,-15 1 4-16,2-1 0 0,2 4-1 0,-1-2 1 15,4 7 3-15,-5-2-3 0,0-1-4 0,0 1-1 16,2 0 4-16,-3 4 3 0,-2-3-5 0,1 2 1 15,-4-1 0-15,-1-1 5 0,0-1-10 0,0-1 8 0,-1 3-9 16,-5-3 3-16,4 1-25 0,1 1-13 16,-7-2-9-16,2-2-17 0,1 1-10 0,-3 0-16 15,0-4-15-15,0-4-16 0,0 7-9 0,0-7-13 0,-3 9-26 16,3-9-25-16,0 0-9 0,0 0-9 0,0 0-6 16,0 0-1-16,0 0-6 0,14-16-119 0,-9 8-373 15,0-2 165-15</inkml:trace>
  <inkml:trace contextRef="#ctx0" brushRef="#br0" timeOffset="165432.87">19939 10347 324 0,'0'-18'347'0,"0"5"5"0,0-1 10 0,0-1-6 16,0 3-1-16,0 4-14 0,0 1-30 0,0-2-37 15,0 9-33-15,0 0-24 0,0 0-30 0,0 0-13 16,0 0-14-16,-6 36-13 0,6-18-14 0,0 8-13 0,0 2-12 15,0 11-12-15,0 2-8 0,0-1-9 0,0-4-10 16,0 9-5-16,3-7-5 0,0-1 2 16,-3 5-13-16,0-4-5 0,2 2-4 0,1-10-22 0,-3 1-37 15,4-2-35-15,2-2-26 0,1 0-33 0,-7-2-33 16,1-4-35-16,3 1-37 0,-1-9-43 0,0-3-44 16,1-1-40-16,-4-6-228 0,0-3-621 0,0 0 275 15</inkml:trace>
  <inkml:trace contextRef="#ctx0" brushRef="#br0" timeOffset="165616.18">19981 10608 171 0,'-5'-8'389'0,"-2"4"8"0,4-2 7 0,-2 0-8 16,0 2-15-16,3-3-19 0,2 7-19 16,-6-4-26-16,6 4-28 0,-4-5-28 0,4 5-28 15,0 0-20-15,0 0-24 0,0 0-17 0,0 0-17 0,0 0-13 16,0 0-10-16,10 16-44 0,-3-12-57 0,1 0-54 15,4-2-65-15,-1 1-69 0,9 2-62 0,-5 0-82 16,8-3-63-16,-1-2-289 0,12 0-706 0,-5-2 313 16</inkml:trace>
  <inkml:trace contextRef="#ctx0" brushRef="#br0" timeOffset="166183.59">20785 10290 160 0,'0'-8'372'0,"0"1"-9"15,0 1-12-15,0-1-6 0,0 7-11 0,0-12-29 16,0 12-35-16,0-7-25 0,0 7-29 0,0 0 1 16,-21 11-9-16,6 4-2 0,-7 3 0 0,2 1-10 15,-5 7 4-15,2 5-2 0,-3 5-9 0,4 4-6 16,-4 0-6-16,4-2-6 0,1 5 2 0,4-4-8 15,2 4-16-15,4 1-10 0,2 0-12 0,3 2-12 16,6-1-11-16,5-3-10 0,1 4-5 0,3 0-10 16,7-4-8-16,1-3-8 0,1-2-5 0,0-10-7 15,0-1-24-15,2-3-44 0,0-4-50 0,2-3-56 16,4-4-65-16,-8-1-45 0,12-7-59 0,-8-3-57 16,1-2-46-16,-3-3-59 0,1-3-296 0,7-6-812 15,-1-6 359-15</inkml:trace>
  <inkml:trace contextRef="#ctx0" brushRef="#br0" timeOffset="166667.74">21227 10515 47 0,'5'-8'316'0,"-2"-1"-10"16,4 2-7-16,-5 3-12 0,1-1-10 0,-1-4-10 15,4 3-19-15,-6 0-16 0,0 6-17 0,0-8-26 16,0 8-24-16,-6-9-9 0,-1 6-22 0,7 3 12 16,-17-1-16-16,4 2-5 0,-3-1 0 0,1 3 4 0,-5-1-3 15,5 4-2-15,-2-3-3 0,-3 2-6 0,-1-2-7 16,6 2-4-16,-3 3-3 0,3-1-5 15,0-2-8-15,5 9-6 0,2-9 3 0,0 2-13 0,3-3-9 16,3 7 0-16,-5-4-7 0,11 2-6 0,-1 2-1 16,5 1-4-16,1 0-3 0,7-1-4 0,4 3-5 15,-4 4-2-15,4-3 1 0,8 1-14 0,-8-1 3 16,5 2-2-16,-5-7 0 0,-7 5-5 0,5 1-1 16,-4-9-3-16,-1 6 0 0,-1-3-5 0,-1 3 3 15,-3-6-1-15,1 1 0 0,-4 1-6 0,-2 0 4 16,0-3-5-16,-3-2 8 0,-3 6-3 0,0-5 1 15,-4-2-4-15,-1 2 3 0,-4 2-1 0,2-3-6 16,-3 0-30-16,-2-1-15 0,-1-2-35 0,-4 1-31 16,5-2-36-16,5 0-29 0,-8 1-25 0,3-1-27 15,6 0-34-15,-5 2-30 0,14-2-37 0,-15-3-44 16,6 1-193-16,9 2-614 0,-10-8 271 0</inkml:trace>
  <inkml:trace contextRef="#ctx0" brushRef="#br0" timeOffset="167032.99">21442 10309 225 0,'0'0'378'16,"0"0"-19"-16,-1-4-17 0,1 4-13 0,0 0-11 15,0 0 2-15,0 0-1 0,0 0-9 0,29 16-8 0,-17-8-10 16,3 1-11-16,0 3-8 0,1 1-17 16,4 4-13-16,3 2-20 0,-1 1-13 0,-1 2-12 15,-1 3-23-15,2-3-9 0,-6 4-15 0,4-3-16 0,-5 1-10 16,3 2-10-16,-6 1-12 0,3-3-13 0,-9 3-7 16,4-3-3-16,-5 3-7 0,2 0-5 0,-2 3-10 15,-4-3-5-15,-2 0-5 0,-4 0-3 0,3-2-3 16,-4 1-8-16,-3-2 0 0,-2 3-3 0,2-8-5 15,-2 5 12-15,-1 1-16 0,-3-5-1 0,2 4-5 16,1-9-8-16,1-1-38 0,1-4-29 0,-2 5-42 16,4-4-32-16,-2-3-65 0,5-3-40 0,-1 3-39 15,2-1-42-15,-1-2-51 0,5-5-69 0,0 7-370 16,0-7-877-16,0 0 387 0</inkml:trace>
  <inkml:trace contextRef="#ctx0" brushRef="#br0" timeOffset="169333.81">22450 10644 175 0,'-6'1'355'15,"6"-1"-2"-15,0 0-11 0,0 0-3 0,0 0-21 16,0 0-3-16,0 0-12 0,0 0-18 0,0 0-11 16,0 0-16-16,0 0-10 0,0 0-10 0,0 0-12 15,0 0-13-15,0 0-8 0,0 0-11 0,-9 2-5 16,9-2 7-16,0 0 4 0,0 0-3 0,0 0-12 15,0 0-17-15,0 0-15 0,35 0-8 0,-35 0-20 16,22-3-10-16,-6 3-10 0,-8 0-12 0,16-2-3 16,-11-1-15-16,5 2-9 0,0-2-6 0,2 2-9 0,-2 1-4 15,2-4-5-15,2 4-11 0,-7-3-33 0,-6 3-31 16,3-2-25-16,0 2-31 0,-6-2-40 0,-6 2-46 16,15 2-37-16,-15-2-47 0,13 0-34 0,-13 0-46 15,0 0-39-15,14 1-29 0,-14-1-14 0,1 6-276 16,-1-6-755-16,0 6 335 0</inkml:trace>
  <inkml:trace contextRef="#ctx0" brushRef="#br0" timeOffset="169551.46">22551 10855 244 0,'-7'3'298'0,"7"-3"5"0,-4 8-4 0,0-4-6 16,4-4-5-16,-5 8-3 0,5-8-1 15,0 0 9-15,0 0-3 0,4 8 2 0,-4-8-14 16,11 6-23-16,-1-6-19 0,7 1-26 0,-1 0-20 0,4 4-21 16,2-5-15-16,-1 2-18 0,6-2-14 0,1-2-15 15,1 5-42-15,-12-3-64 0,5-1-62 0,1 2-59 16,-5 2-55-16,-8-3-64 0,3 0-57 0,0-3-68 16,-4 2-276-16,-9 1-693 0,13-4 307 0</inkml:trace>
  <inkml:trace contextRef="#ctx0" brushRef="#br0" timeOffset="171583.62">24061 9359 162 0,'-7'-10'213'0,"0"-3"-4"0,-3 1-13 0,2-2-3 16,-3 4-14-16,-3 1-8 0,4-2-8 0,-3 1-11 15,-2 3-9-15,2-1-9 0,-2 2-6 0,-1 0-6 16,1 3-6-16,-2 0-2 0,-3 0-8 0,7 3-1 15,-8 3-5-15,4 0-1 0,-1 0-11 0,0 3 6 16,-1 0-13-16,4 3-1 0,-3 2-4 0,3 1-4 16,-1-2 1-16,1 3-4 0,2 4-2 0,-2 0 3 15,6-1 4-15,-5 2-6 0,2 7 13 0,0 4-17 16,6-2 1-16,-2 2-1 0,3-2-8 0,-2 1-2 16,-1 13-6-16,8-4 4 0,0 5-12 0,5 0 15 15,-2 3-15-15,2 2 2 0,3-5-7 0,0 2-2 16,-1 3 0-16,1-2 12 0,4 2-21 0,4-4 2 0,1 5-2 15,1-2 15-15,4-1-5 0,-4 1 0 0,3 0-2 16,-1-2-2-16,5-4 2 0,-3 2 0 16,-1-3 2-16,1 2 3 0,-6-7-6 0,-1-2-1 0,0-4 4 15,-2-1 1-15,-4 0 9 0,2 0 7 0,-6-4-5 16,-2 4-1-16,-1-8-2 0,-4-3 3 0,-1 6 2 16,-5-5-1-16,0-5-1 0,-2 5 2 0,-9-4-2 15,3 1 2-15,1-5-1 0,-13 3-3 0,0-3-4 16,0 1 0-16,-4-5-7 0,-1-2-2 0,2 1 0 15,-3 0-5-15,-2-3-4 0,-7 2 1 0,12-3-4 16,1 2 1-16,10-4-4 0,-2-2 1 0,1 2 0 16,4 0 2-16,4-1-3 0,5 6 12 0,8-3 0 15,-15-3-3-15,15 3-3 0,0 0-9 0,0 0 1 0,0 0-3 16,0 0 3-16,35 5-6 0,-14-3-2 0,4 5-1 16,3 1 1-16,2 4-4 0,0 1 5 15,0 2-5-15,8 12 4 0,-2 0-4 0,-1-3-2 0,0 1 0 16,-2 4 5-16,-9-5-5 0,3 11 1 0,3-1-2 15,-9 7 1-15,7-1-1 0,-4 4-3 0,-13 2 3 16,1 3-1-16,-1 4-1 0,-7 2 0 0,-4-4 3 16,-2 6 1-16,-1 1-4 0,-4-3 4 0,-6 18 0 15,5-15-3-15,-6-4 2 0,-6 19 1 0,6-22-4 16,-3 4 16-16,-11 21 12 0,6 2 3 0,-4-8 12 16,8-15 7-16,-4-1 2 0,1 2 7 0,-3 15 9 15,8-16-10-15,3 2 6 0,3-2 0 0,1 1-4 16,0-1-4-16,7 0 1 0,4-1 8 0,4 1-2 15,9-1 2-15,2-3-9 0,6 2-4 0,7-4 0 16,13 18-4-16,5-5-7 0,5 0 1 0,9 0-10 16,5-3 2-16,7-3-6 0,2-5 2 0,2-5-8 0,0-1 4 15,3-4-6-15,0-6 3 0,-3 0-8 0,-25-12 3 16,10-7-28-16,-7 0-27 0,-5-8-30 16,1-5-36-16,-8 0-49 0,-9-14-61 0,3-8-76 0,-1-8-82 15,-4-8-91-15,-7-7-83 0,-1-9-336 0,0-22-955 16,-4-5 422-16</inkml:trace>
  <inkml:trace contextRef="#ctx0" brushRef="#br0" timeOffset="172732.95">25113 9333 177 0,'0'0'298'0,"-3"-3"-6"0,3 3-7 16,-5-6-11-16,5 6-7 0,-7-9-13 0,4 8-14 16,3 1-17-16,-5-7-15 0,5 7-19 0,-7-4-13 15,7 4-22-15,0 0-21 0,-14 2-11 0,14-2 8 16,-14 5-10-16,6 0-11 0,-4 2 12 0,8 1-4 15,-8 6-12-15,4-7-2 0,1 3-9 0,0 2 3 16,-1 2-10-16,2-1-2 0,-3 2-7 0,3-3-10 16,4 2 0-16,2 4-8 0,0-5-5 0,0 7-3 15,0-8-2-15,2 4-7 0,4-2-2 0,3-1-1 0,-3 1-3 16,6-1-2-16,1-1-4 0,0 1-5 16,2-3 0-16,5 1-2 0,-7 0-3 0,4-2 1 15,3-2 0-15,-2 0-4 0,3-3-2 0,-4 1 0 0,3-2 3 16,-5-3-6-16,6-1 1 0,-6-1 0 0,2-1 1 15,2 1-6-15,-2-3 1 0,-2-3 1 0,-2 1 2 16,2-4-4-16,-2 2 1 0,-3-1-1 0,2-4 1 16,-4 1-3-16,0-4 1 0,-1 2-1 0,0-3-4 15,-6 2 6-15,1-6-3 0,-4 1 5 0,1-4-4 16,-8 5 2-16,3 4-3 0,-8-9 2 0,0 3-5 16,-3 3 1-16,-3 1 0 0,-1 1-2 0,4 1 0 15,-9 1-6-15,2 3 1 0,3 1-15 0,6 7-26 0,-6-5-73 16,6 6-60-16,-7 0-67 0,7 0-84 15,7 9-86-15,0-3-288 0,3 3-761 0,3 0 336 16</inkml:trace>
  <inkml:trace contextRef="#ctx0" brushRef="#br0" timeOffset="183850.34">28905 9214 46 0,'-5'-9'404'0,"5"9"-1"0,0-5-26 16,0 5-17-16,0 0-56 0,0 0-33 0,0 0-29 15,0 0-26-15,0 0-17 0,0 0 10 0,0 0 9 16,12 25-27-16,-10-18-10 0,2 5-7 0,0 0-4 16,1 3-18-16,3 1-7 0,-6 2-9 0,4-2-12 15,3-4-10-15,-3 4-9 0,-1-1-11 0,2 1-10 16,-1 3-8-16,-2-5-6 0,2 0-7 0,-1 0-5 16,-5-2-4-16,4 3-8 0,-4-2-4 0,6 1-6 15,-6-1-25-15,0 2-56 0,2-4-42 0,1 1-49 0,-3-4-41 16,4 2-54-16,-4 0-54 0,6-2-55 0,-4-4-53 15,3 7-221-15,-4-8-665 0,-1 6 295 0</inkml:trace>
  <inkml:trace contextRef="#ctx0" brushRef="#br0" timeOffset="184300.71">29394 9344 264 0,'4'-8'346'0,"0"-1"-4"0,-1 4-5 16,-1-2-7-16,-2-1-3 0,0 1-13 0,0 7-9 0,0-9-10 15,0 5-14-15,0 4-17 0,0-11-24 0,0 11-20 16,0 0-20-16,-2-6-21 0,2 6-18 16,0 0-17-16,-7-3-15 0,7 3-14 0,0 0-7 0,0 0-16 15,0 0-9-15,-21 9-9 0,14-6-6 0,1 0-8 16,1 3-5-16,1-3-2 0,-4 3-10 0,2 0 0 15,2 0-5-15,1 0 0 0,0 0-7 0,3 0-1 16,-4 4-2-16,8 1-3 0,-1-2-1 0,0-2 0 16,1 5-4-16,2-2-1 0,1 0-2 0,1-1-2 15,-1 0-2-15,1 0-1 0,0 3-7 0,-4-6 6 16,5 3-2-16,-2 2-3 0,-4-7 1 0,6 3 2 16,-4 4 0-16,1-6-3 0,1 2-1 0,-5-2 1 15,4 2-4-15,-6-4 3 0,7 3-6 0,-7-6 3 16,1 6 2-16,-1-6-2 0,0 8 1 0,5-4-3 15,-5-4-1-15,0 0 1 0,-5 6 3 0,5-6-3 16,-9 3 4-16,9-3 1 0,-15 3 1 0,5-2-3 0,0 1-15 16,10-2-19-16,-22 1-34 0,14-1-26 0,-5 0-31 15,13 0-41-15,-17-1-27 0,17 1-27 0,-16 0-43 16,16 0-54-16,-10-3-49 0,1 0-319 0,9 3-738 16,-3-9 327-16</inkml:trace>
  <inkml:trace contextRef="#ctx0" brushRef="#br0" timeOffset="185116.89">29892 9082 101 0,'1'-8'316'15,"3"-4"-4"-15,-1 4-14 0,-3-3-2 0,5 4-22 16,-5-1-2-16,0 3-8 0,0-3-14 0,2 1-9 0,-2 7-14 16,-2-11-4-16,-1 3-17 0,3 8-22 0,0-4-12 15,0 4-22-15,-5-4-12 0,5 4-12 0,-7-5-14 16,7 5-8-16,-15 1 8 0,15-1-8 0,-20 0-2 16,10 8-3-16,-3-8-10 0,0 3-5 0,-4 5 0 15,-3-3 4-15,6 3-14 0,0-2-6 0,-1 3-7 16,7-2-10-16,0 0-3 0,1 3 2 0,-1-3-7 15,1 4-3-15,4 0-2 0,0-1-4 0,3 5 3 16,3 0-14-16,5 0 3 0,-1 0-2 0,3 3-5 16,6-5-1-16,-1 3-5 0,-1-5-12 0,12 9-15 15,-9-11-18-15,-1 5-9 0,7-1-8 0,-6-4-5 16,-1 1-4-16,-7-2 0 0,1-2 1 0,3-2 7 16,-7 1 9-16,-1-1 7 0,2-2 1 0,-2 3 7 0,-5-5 0 15,0 0 5-15,10 1 7 0,-10-1-2 0,0 0 4 16,0 0 1-16,0 0 9 0,0 0 0 15,-25-10 11-15,25 10 0 0,-15-5 6 0,7 5 1 0,-5-2 1 16,3 2-2-16,10 0 3 0,-22 2 2 0,14 3 7 16,-4-1-7-16,4 1-8 0,0-1 5 0,1 2-1 15,6 0 0-15,-6 1-3 0,5 1 3 0,2-1-6 16,2 1 5-16,3 0-2 0,-2 0-2 0,4 0-6 16,-1-4 7-16,4 6-18 0,0-5-17 0,0 0-11 15,5 2-9-15,0-2-16 0,2 1-13 0,1 2-11 16,-5-7 4-16,2-1-4 0,-3 4 7 0,7-4 11 15,-10 2 0-15,2-2 4 0,3 1 7 0,-10 2 9 16,-4-3-1-16,15 2 4 0,-15-2 3 0,12 2 5 0,-12-2-1 16,10 0 1-16,-10 0 2 0,0 0 3 15,8 10 4-15,-8-7 6 0,0-3 2 0,0 6-1 16,0-6 5-16,0 13 3 0,0-6-1 0,0-7 2 0,7 8 1 16,-6 0 1-16,6-2 3 0,-4 0-2 0,2 0 2 15,7 0-1-15,-9 0-4 0,9-3 3 0,-4-2 6 16,5 1-4-16,-3 1-2 0,5-3 5 0,-3-3-3 15,-2 1 0-15,5-1 6 0,-4-1 1 0,6-4 8 16,-7 5-15-16,0-6 5 0,1-1 2 0,-4 4 6 16,1-1 8-16,-1-1 16 0,4-3 5 0,-4 7 12 15,1-2-2-15,-5-3 11 0,2 4-6 0,-1-1-4 16,-4 6-7-16,6-4 0 0,-6 4-17 0,0-3-3 16,0 3-2-16,0 0-3 0,0 0-5 0,0 0 2 15,0 0-1-15,0 0-15 0,14 13-28 0,-14-9-24 16,0-4-29-16,8 12-22 0,-1-8-31 0,-6 0-31 15,6 3-33-15,1 0-25 0,2-1-23 0,2-2-23 16,6-1-35-16,-7 2-159 0,3-2-504 0,2 1 223 0</inkml:trace>
  <inkml:trace contextRef="#ctx0" brushRef="#br0" timeOffset="185599.7">30688 9413 129 0,'0'0'272'0,"-7"-10"8"0,1 6 4 0,6 4 0 0,-17-6-5 15,7 4-2-15,0-1-9 0,-1 3-7 0,-8-1-8 16,1 2-7-16,-2-1-16 0,2 5-8 0,3 0-16 16,-5 0-12-16,-1-1-20 0,6 3-18 0,-3 1-10 15,1 4-14-15,7-7-19 0,0 5-4 0,0 0-15 16,2-3-7-16,-5 7-8 0,5-2-6 0,8-4-8 16,0 2-3-16,-4 0-9 0,4 0-9 0,4-2-19 15,-1 1-20-15,0-1-14 0,5-2-19 0,4-3-20 16,-2 3-14-16,3-4-3 0,-3 0-13 0,10 0-3 15,-5-2-7-15,0-2 2 0,0 0 0 0,5-5 4 16,-4 4 2-16,4-2 6 0,-5-5 6 0,1-2 6 0,-1 0-1 16,0-1 2-16,5-4 5 0,-5-7 1 15,0 4 5-15,0-6 6 0,-5 1 6 0,1-1-1 16,-1 2 20-16,-5-6 17 0,0 3 25 0,-3-1 32 0,1-3-2 16,-3 6 14-16,-3-7 30 0,3 4 12 0,0 1 4 15,-7 0 14-15,2 0 12 0,5 9 2 0,-5-3 6 16,0 3 0-16,2-2-1 0,0 7-4 0,-2 2-2 15,5 1-12-15,-4 2-15 0,-2-1-8 0,6 5-26 16,0 4-8-16,0 0-9 0,0 0-3 0,0 0-9 16,-22 20-3-16,16-12-3 0,-3 12-5 0,1 2-5 15,0 4-6-15,1 2 0 0,2-2 0 0,4 4-8 16,-1 2-20-16,0-4-23 0,2 0-18 0,0-1-27 16,2 0-31-16,3 4-31 0,0-9-33 0,3-4-31 15,0 0-26-15,-1-2-32 0,6 1-32 0,-3-4-37 16,2-4-30-16,3-1-38 0,1-1-232 0,-1-4-673 15,0-1 298-15</inkml:trace>
  <inkml:trace contextRef="#ctx0" brushRef="#br0" timeOffset="185850.67">31067 9057 70 0,'0'0'367'0,"-7"-6"-5"0,7 6-5 0,-6-3-21 15,6 3-24-15,0 0-8 0,0 0-7 0,0 0-7 16,-24 7-9-16,18 3-17 0,-2-1-15 0,-4 1-24 16,2 0-16-16,2 5-22 0,-2 2-14 0,5 1-16 15,-2 3-19-15,2-6-8 0,-1 10-15 0,2-1-6 16,4-1-13-16,0 1-8 0,2 0-9 0,1 1-6 16,2-5-8-16,0-1-5 0,2 1-32 0,1-1-36 15,0-2-44-15,2-2-42 0,2-1-45 0,0 2-34 16,2-9-44-16,0 7-47 0,1-8-52 0,3-3-45 15,-7-2-273-15,11 3-685 0,-4-4 304 0</inkml:trace>
  <inkml:trace contextRef="#ctx0" brushRef="#br0" timeOffset="186199.87">31418 9141 295 0,'0'0'337'15,"-12"-9"-4"-15,7 8-8 0,-1-4 1 0,6 5-14 16,-10-6-15-16,3 3-19 0,7 3-28 0,0 0-19 16,-20 0-14-16,20 0-21 0,-11 3-12 0,6 1-4 15,-2 1-14-15,-1-1-13 0,3 2-16 0,-2 3-6 16,5 2-14-16,2-2-13 0,0 1-8 0,2 7-6 16,1-7-8-16,1 6-6 0,4-3-8 0,2 6-7 15,-2-5-4-15,5-1-7 0,-1 2-4 0,0 0-11 16,1 0 3-16,-2 1-4 0,6-6-16 0,-10 0 11 15,6 1-6-15,-6-2-1 0,-3-2-5 0,3 3-2 0,-4-3 0 16,6-1-3-16,-9-2-4 0,0-4 4 0,0 11-5 16,-7-3 4-16,2-7-1 0,-5 3-4 15,2-1-25-15,-7 0-22 0,-3 1-28 0,0-3-32 0,1 2-32 16,0 1-24-16,1-4-32 0,-2 2-31 0,4-2-32 16,0 2-37-16,4-2-29 0,-2-2-37 0,12 2-206 15,-12-6-608-15,12 6 269 0</inkml:trace>
  <inkml:trace contextRef="#ctx0" brushRef="#br0" timeOffset="186516.36">31570 8994 312 0,'0'0'403'0,"-7"-8"-7"0,7 8-1 0,-6-1-28 15,6 1-29-15,0 0-35 0,0 0-31 0,0 0-13 0,0 0 5 16,0 0-10-16,15 19-13 0,-9-8-16 0,8 1-24 16,-3 1-17-16,4 2-20 0,-5 4-13 15,5-6-18-15,1 8-9 0,4-3-14 0,-6 3-12 0,-5-1-10 16,0-1-7-16,-1-3-7 0,-3 4-7 0,5 6-7 16,-10-13-7-16,3 8-4 0,-3-5-2 0,-3 4-8 15,-5-2 0-15,-2-3-1 0,1 2-8 0,-2-1 1 16,-2-1-7-16,1 0-20 0,-1-3-31 0,1 1-30 15,2 1-24-15,-3-2-40 0,8-5-32 0,-5 1-27 16,5 0-30-16,0-3-27 0,2 2-34 0,1 0-30 16,2-7-41-16,5 4-40 0,-5-4-211 0,10 4-643 15,0-4 285-15</inkml:trace>
  <inkml:trace contextRef="#ctx0" brushRef="#br0" timeOffset="186750.64">32005 9256 280 0,'0'-7'480'0,"0"7"1"0,-1-8-4 15,1 8-10-15,1-12-23 0,-1 12-18 0,0-4-24 0,0 4-33 16,5-6-37-16,-5 6-34 0,4-10-33 0,2 8-31 16,-1-3-24-16,3 4-20 0,2 1-14 0,4-1-30 15,-1 1-12-15,3-2-28 0,4 4-49 0,-2-1-43 16,4 0-44-16,-2 2-52 0,0-3-55 0,-2 2-44 15,2 0-36-15,-4 3-37 0,-1 0-45 0,0-2-42 16,0 0-37-16,-2-2-301 0,-6 1-734 0,1-1 325 16</inkml:trace>
  <inkml:trace contextRef="#ctx0" brushRef="#br0" timeOffset="186935.31">32048 9422 202 0,'0'0'307'0,"0"12"14"0,0-12 4 0,9 4 5 16,-1-1-11-16,0-3-22 0,5 4-24 0,2-4-25 16,7 0-27-16,-6 0-18 0,6 2-26 15,-1-2-17-15,1 0-18 0,-1-2-26 0,1-2-51 0,8 2-50 16,-10-2-46-16,-2 4-47 0,3-3-52 0,-4-3-61 16,8 0-41-16,-7 0-68 0,0-1-161 0,2-1-497 15,8-4 221-15</inkml:trace>
  <inkml:trace contextRef="#ctx0" brushRef="#br0" timeOffset="187185.56">32730 9021 382 0,'0'0'441'16,"0"-6"-2"-16,0 6-12 0,0 0-26 0,0 0-38 15,0 0-37-15,0 0-33 0,0 0-35 0,0 0-24 16,0 0-25-16,0 0 1 0,-11 23 1 0,11-13-9 15,0 4-18-15,0 2-20 0,-2 3-15 0,2 1-14 0,0-1-10 16,0 5-13-16,0 2-10 0,0 2-10 0,2-2-10 16,-4-2-3-16,5 3-10 0,1 0-7 15,-4-1-34-15,3-6-50 0,-3 0-35 0,0-1-38 0,5-2-26 16,-3-2-55-16,-1-1-33 0,3-1-42 0,-3-6-48 16,4 5-33-16,0-5-41 0,-2-3-268 0,1-1-695 15,2-3 308-15</inkml:trace>
  <inkml:trace contextRef="#ctx0" brushRef="#br0" timeOffset="187449.65">32537 9043 269 0,'-15'-8'434'0,"-2"-3"14"15,4 2 8-15,-2 6-2 0,3-1 0 0,1-3-3 16,1 2-6-16,5-2-15 0,-3 3-22 0,8 4-38 15,-5-3-28-15,5 3-38 0,0 0-25 0,0 0-42 16,0 0-21-16,21-8-24 0,2 10-29 0,9-1-14 0,1 4-14 16,12-2-14-16,-1 1-17 0,4 3-19 15,-3-3-40-15,3 0-21 0,2 5-50 0,-4-1-36 16,-11-6-42-16,9 2-48 0,-9-1-41 0,-3-3-48 0,1 1-41 16,-13 3-44-16,-2-4-61 0,-5 0-63 0,-5 0-349 15,-8 0-865-15,0 0 382 0</inkml:trace>
  <inkml:trace contextRef="#ctx0" brushRef="#br0" timeOffset="190167.23">32624 12535 30 0,'-1'-5'341'0,"1"5"-17"0,-14-7-13 0,14 7-15 0,-3-4-19 16,-2 0-17-16,5 4-30 0,0 0-19 0,-10-2-17 15,10 2-9-15,0 0-9 0,-11 10-7 0,4-6-14 16,4 0-13-16,-4 8-5 0,0-3-18 0,3-2-7 15,2 8-8-15,-5 0-15 0,6 0-4 0,1 5-9 16,1-4-2-16,-1 3-10 0,9 0-8 0,-3-4 9 16,2 5-15-16,6-5-4 0,-1 0-8 0,0-2-1 15,4-1-8-15,-1 0-2 0,4-2 14 0,0-2-27 16,-3-2 12-16,1 0-10 0,0-3-2 0,0-2 3 16,0-2-5-16,1-3-2 0,-8-6-2 0,6 3 3 15,-7-3 2-15,-4-4-16 0,4 1 11 0,-5-2-2 16,2-4-4-16,-4 0 6 0,-3-1-7 0,-3 3 5 0,1-9-3 15,-5 7-1-15,-6 2-2 0,7-1-1 0,-4 0 2 16,-4 3-4-16,5 0 1 0,-6 5-2 0,1 2-6 16,-1-3 7-16,1 6-5 0,4 2-19 0,-9-1-37 15,5 8-32-15,2-4-41 0,-3 4-53 0,-1 5-54 16,4-2-62-16,-1 3-47 0,-1 3-194 0,5-1-591 16,4-1 262-16</inkml:trace>
  <inkml:trace contextRef="#ctx0" brushRef="#br0" timeOffset="190517.26">33194 12292 290 0,'-4'-4'363'0,"1"-1"-3"15,0 1-11-15,3 4-19 0,0-11-33 0,0 11-25 16,0 0-34-16,0 0-21 0,0 0-14 0,0 0-5 16,-15 19-7-16,8-6-12 0,-1 4 4 0,0 8-12 15,-6-1-14-15,0 2-14 0,4 12-16 0,0-7-3 16,-2 1-16-16,-3 5-10 0,2 3-4 0,0 2-10 16,1-3-8-16,-1-1-5 0,0 2-8 0,3-1-9 15,1-9-6-15,-2 1 2 0,3 1-7 0,-6-2-4 16,4-6-8-16,1 3-1 0,-1-3-21 0,1 2-34 15,3-13-40-15,-1 5-27 0,7-4-35 0,-8-4-35 16,8-1-34-16,-2 0-29 0,-3 2-34 0,10-4-36 16,-5-4-36-16,3 3-255 0,4-5-635 0,-7-1 282 15</inkml:trace>
  <inkml:trace contextRef="#ctx0" brushRef="#br0" timeOffset="191100.86">33349 12621 116 0,'0'-8'328'0,"0"4"-11"15,0 4-11-15,0-11-2 0,0 11-14 0,-3-7-31 16,3 7-25-16,0 0-29 0,0 0-20 0,-8-2-16 16,8 2-12-16,0 0-15 0,-15 15-12 0,8-8-10 15,4 3-6-15,-9 5-13 0,4-3-2 0,1 5-18 0,1-3-9 16,-1 6-13-16,4-5-1 0,-4 4-5 16,2 1-3-16,-3-3-8 0,1 3 7 0,6-1-11 15,1-3-6-15,0 0-2 0,0-4 0 0,0 5-4 0,1-7-5 16,4 2 1-16,-3-4-8 0,6-2-4 0,-3 0-8 15,2-3-3-15,3 1 0 0,-4-2-10 0,9-1 5 16,-3-4-2-16,-2 2 1 0,6-3-6 0,-4-3 8 16,5-1 0-16,-4 0 0 0,2 0 0 0,-2 1-2 15,2-4 8-15,-5 4 4 0,-2 0 9 0,0-1-10 16,-1 3-1-16,0 0 7 0,-1-2 1 0,2 6-2 16,-8 1-5-16,7-3-3 0,-7 3 0 0,0 0-1 15,0 0-1-15,15 7 4 0,-15 2-7 0,2-1 2 16,1 2 3-16,0 2 1 0,4-1-1 0,-4 1 1 15,0-3 2-15,7 5-4 0,-5 2 1 0,2-4 3 16,-2-5 4-16,-2 4-4 0,6-3 5 0,-3-1-10 16,1-1 6-16,1-4 7 0,-1-1-4 0,-7-1 1 0,23-3 2 15,-17-2-4-15,4-2 0 0,4-1-1 0,-1 0 2 16,2-8 1-16,-4 0-1 0,1 0-5 16,0-10-6-16,-3 3 13 0,-2 4 2 0,1-8-7 0,1-1 1 15,-4 8-11-15,0-7 10 0,0 1-37 0,-1 10-18 16,-2-2-39-16,1 8-36 0,-1-3-48 0,-2 4-58 15,2 2-76-15,-1 3-261 0,4-3-613 0,-5 7 272 16</inkml:trace>
  <inkml:trace contextRef="#ctx0" brushRef="#br0" timeOffset="199300.05">24195 12462 272 0,'6'-8'381'0,"-6"1"5"16,2-2-8-16,6 3-8 0,-8-3-7 0,4 0-6 15,-3 2-8-15,1-1-13 0,3 2-21 0,-2-2-14 0,-3 8-18 16,0-7-23-16,3 2-24 0,-3 5-23 0,2-7-23 16,-2 7-26-16,0 0-19 0,0 0-12 15,0 0-14-15,0 0-12 0,15 12-12 0,-15-6-9 0,5 2-10 16,-3-1-4-16,-2 5-8 0,6 3-22 0,-6-2 3 16,2 5-12-16,3-2-3 0,-3 0-4 0,2 3 0 15,0 0-3-15,-1 1-3 0,0-5 1 0,6 5-5 16,-9-4 0-16,6 4 0 0,1-5-1 0,0 3-4 15,-4-3 0-15,2 0-2 0,0-2 4 0,-2-1-2 16,2-2-3-16,3-2 1 0,-6 0 0 0,-2 0-2 16,5-4 5-16,-2 0-2 0,-3-4-1 0,5 8 4 15,-3-4-1-15,-2-4 2 0,0 0-3 0,0 0-1 0,0 0 0 16,15-12-5-16,-15 12 3 0,6-12-1 16,-4 8 1-16,1-4-2 0,2-2-1 0,-1 1 1 15,-3-3-4-15,4 0 1 0,-3 1 2 0,1-4-4 0,2 0 2 16,-1 0 1-16,-1 1-3 0,3-3 1 0,-1 2 0 15,0-2-1-15,0 4 3 0,0-4-4 0,-1 5 9 16,2-4-9-16,-1 5 5 0,-1-1 3 0,0 0 4 16,0 4-6-16,2 0 0 0,-4 1 0 0,3 0 2 15,0 2-5-15,2-3 2 0,-4 1-2 0,-3 0-3 16,7 2 0-16,-7 5 0 0,4-7-1 0,0 5 0 16,-4 2-4-16,0 0 3 0,8-2-3 0,-8 2 1 15,0 0 2-15,0 0-3 0,22 4 5 0,-21 1-5 16,6 2 0-16,-2 0 1 0,-4 0 0 0,8 1 1 15,-9-1 0-15,5 5 2 0,-4 0 0 0,-1-3-3 16,7 10 4-16,-7-9-4 0,5 6 1 0,-2-5 2 0,-3 8 1 16,0-6-4-16,5 2 0 0,-3-3-3 0,-2 0 5 15,5-1-3-15,-5 1 2 0,2 0-2 0,-1-5-1 16,2 1 3-16,-3-4 1 0,2 4 3 0,0-4 3 16,-2-4 1-16,0 0 1 0,0 0 0 0,6 5-2 15,-6-5 1-15,0 0-3 0,9-12 3 0,-3 4-2 16,1 1 3-16,0-2 0 0,1-2-2 0,-2 2-1 15,8-6 2-15,-6-1 1 0,7 1 9 0,-9 0 22 16,4-5 3-16,-1 8-1 0,-1-1 4 0,4-2 0 16,-4 4 3-16,0-4-2 0,4 5 2 0,-4-3-4 0,-5 2 4 15,4 3-7-15,0 1-3 0,-3 1-4 16,3-1-4-16,-4 5-2 0,9-3-6 0,-7 3-5 16,-5 2 0-16,0 0-1 0,15 0-4 0,-15 0-3 0,6 9 0 15,1-2-6-15,-4 4 6 0,2-2-3 0,2 4 2 16,0 1 2-16,-7 1-5 0,1 2 3 15,4 0-6-15,-3 0 0 0,5 3 6 0,-7-8-6 0,1 8-9 16,-1-5-11-16,5 2-21 0,-5-4-18 0,2 2-28 16,4-3-32-16,-6 0-31 0,0-3-36 0,5 0-43 15,-3-1-34-15,0 0-33 0,6 0-40 0,-3 0-51 16,0-5-40-16,-2 1-44 0,2 0-252 0,-5-4-781 16,10 2 346-16</inkml:trace>
  <inkml:trace contextRef="#ctx0" brushRef="#br0" timeOffset="199549.71">25049 12438 321 0,'0'0'357'0,"-2"-8"-17"0,2 8-35 0,0 0-13 0,0 0-45 15,0 0-2-15,0 0-3 0,0 0-13 0,0 0-16 16,0 0-18-16,-5 29-14 0,10-20-20 0,-5 3-12 15,2 1-10-15,1-1-14 0,-1 6-12 0,1 1-18 16,2-4-4-16,0 2-9 0,-5-2-24 0,3-1-32 16,-1-1-37-16,1-4-37 0,1 4-36 0,0-4-45 15,-2-1-40-15,0 2-41 0,1-5-37 0,-1 0-46 16,3-1-210-16,-2-1-544 0,-3-3 241 0</inkml:trace>
  <inkml:trace contextRef="#ctx0" brushRef="#br0" timeOffset="199983.74">25204 12462 40 0,'0'0'229'0,"0"0"3"16,0 0-1-16,0 0-1 0,0 0-7 0,0 0-10 0,-8 19-11 16,5-11-12-16,3 3-10 0,-2-3-18 0,2 3-11 15,-3-2-15-15,3 0-13 0,0 4-8 0,0-4-16 16,0 5-11-16,0-3-7 0,0-1-8 0,0 2-5 15,0-2-11-15,0-5-4 0,0 2-2 0,0 4-6 16,0-5 7-16,0 0-12 0,3-2-9 0,-3-4 0 16,2 8-2-16,-2-8-4 0,0 0 1 0,10 2-3 15,-10-2-4-15,0 0-2 0,16-13 0 0,-9 8 10 16,-1-3-13-16,3-4-1 0,-3 5 0 0,3-4 13 16,2 0 18-16,-3-2 7 0,1 4 5 0,-1-8 26 15,4 8 25-15,-6-4 6 0,-2 3 9 0,2-2 5 16,2 2 7-16,-1 1-1 0,-2 2-1 0,-2-1-4 15,2 3-6-15,-1 2-13 0,-4 3-10 0,5-5-14 0,0 2-10 16,-5 3-13-16,0 0-5 0,9-3-6 0,-9 3-5 16,7 12-2-16,-5-6-5 0,3 2-5 0,-4 4-2 15,4-2-4-15,-3 2-4 0,5 1-3 0,-6 2 2 16,4 1-3-16,-1-3 1 0,2 2-3 0,-1 0-3 16,-3-4-1-16,3 1-1 0,0-4-25 0,0 4-32 15,0-1-42-15,0-4-16 0,0-2-43 0,1 1-36 16,-1-1-32-16,0-2-44 0,2 1-45 0,-7-4-38 15,8 1-27-15,-8-1-285 0,0 0-705 0,0 0 312 16</inkml:trace>
  <inkml:trace contextRef="#ctx0" brushRef="#br0" timeOffset="200399.84">25365 12222 180 0,'-3'-5'325'15,"3"5"-9"-15,0 0-19 0,0 0-13 0,-7-7-26 16,7 7-20-16,0 0-21 0,0 0-26 0,0 0-17 16,0 0-23-16,0 0-9 0,0 0-13 0,0 0-19 15,0 0-7-15,0 0-12 0,0 0-3 0,0 0-11 16,0 0-7-16,0 0-9 0,8 19-4 0,-8-19-4 15,2 7-12-15,-2-7 3 0,5 5 4 0,-5-5-15 16,3 11-3-16,0-8-1 0,-3-3-5 0,0 0 0 16,0 0 0-16,9 0 0 0,-9 0-6 0,0 0 4 15,0 0-3-15,0 0-3 0,0 0 2 0,0 0-5 16,0 0 15-16,16-6-5 0,-11 0 9 0,-1 0 5 16,-4 6 7-16,6-8 13 0,-6 1-1 0,0 7 7 15,2-9-2-15,-2 3 3 0,0 6-7 0,3-8-7 0,-3 8 4 16,0-7-13-16,0 7-3 0,0 0-9 0,2-6-13 15,-2 6 1-15,0 0-4 0,0 0-28 0,0 0-32 16,0 0-28-16,0 0-30 0,0 0-38 0,0 0-38 16,0 0-42-16,-7 16-47 0,7-16-42 0,-3 15-263 15,0-6-623-15,3-2 276 0</inkml:trace>
  <inkml:trace contextRef="#ctx0" brushRef="#br0" timeOffset="202633.06">24968 13216 228 0,'5'-3'241'0,"-5"3"-4"0,1-8-3 15,-1 8-8-15,0-11-7 0,0 5-13 0,0 6-9 16,5-11-1-16,-10 5-12 0,5 6-7 0,5-10 0 16,-5 4-6-16,0 6-4 0,-5-8-7 0,5 8-12 15,-1-10-1-15,-4 4-9 0,3 2-6 0,2 4 1 16,-13-9-12-16,11 4-16 0,-6 0-9 0,-4 1 0 16,4 0-15-16,3 0-10 0,-7 0-8 0,-6 4-1 15,3-3-6-15,5 0-5 0,-10 6-1 0,4-1 5 0,-1-2 2 16,-2 1-3-16,2 3-10 0,0 0-1 15,1 6-9-15,1-4 2 0,3 1-10 0,-3 1 2 16,1 1-4-16,5-2 1 0,-4 7-5 0,6-4 1 0,1-2-4 16,-2 1-1-16,3 1-1 0,-4 4-5 0,9 1 3 15,-6-3-6-15,6-3-1 0,-2 2-1 0,2-3 5 16,2 2-4-16,4 0-1 0,-6 0 0 0,5-2 1 16,2 1 0-16,1-2-1 0,0 1 1 0,1-1-5 15,2-2-2-15,-2 2-5 0,1-2-2 0,4 0 4 16,-5-3-3-16,2 1-2 0,1-3 2 0,1 0 4 15,-1-3 2-15,-12 3 1 0,23-1 5 0,-13-5-5 16,1 5-1-16,1-1 0 0,3-4 1 0,-9-2-4 0,8 3 3 16,-6-3 3-16,-1-1-2 0,1 0 0 15,5 1 2-15,-5-2-1 0,-1 0 2 0,0 3 1 0,-1-3 10 16,3-2 0-16,-8 6 7 0,6-3 6 0,-1 1 1 16,1-1 9-16,-5 1-2 0,4 1 2 0,1-1 2 15,-5 1-2-15,-2 0 2 0,5 2 2 0,-4 1-3 16,-1 4-3-16,5-9-7 0,-5 9-4 0,4-3-5 15,-4 3-7-15,0 0 0 0,0 0-2 0,0 0 1 16,0 0 0-16,4 13-2 0,-5-5 2 0,1-8-4 16,0 14-1-16,0-9-2 0,0 6 2 0,1-4 4 15,1 4-6-15,-2-2 1 0,5 0 0 0,-2 0-1 16,-1-1-1-16,1 0 4 0,1-1-2 0,1-5 2 16,1 6-1-16,3-1 3 0,-3-4-3 0,4-1 1 15,2 3-4-15,-2-4-1 0,5-1 0 0,-4 0-10 0,1 0-17 16,1 0-17-16,2-1-19 0,-7-4-38 0,5 2-26 15,-4-3-41-15,2 2-34 0,-1-3-40 0,-3 5-43 16,1 2-38-16,-1-7-50 0,-6 0-279 0,6 4-703 16,-7 3 311-16</inkml:trace>
  <inkml:trace contextRef="#ctx0" brushRef="#br0" timeOffset="206566.55">26151 11763 107 0,'-2'-7'201'0,"-1"-1"-10"0,-4 2-9 16,4-2-4-16,-2 4-3 0,-1 0-15 0,4-1-10 0,2 5-9 15,-13-6-8-15,11 3-6 0,2 3 0 0,-17-3-3 16,17 3-2-16,-19 0-1 0,9 0 2 0,10 0-3 16,-22 3-2-16,9 0-6 0,3-3-3 0,-3 3-8 15,0-2 2-15,-2 2-8 0,1 1 4 0,4-1-10 16,-3 2-4-16,0 3 4 0,3-4-14 0,0-2-6 16,-1 4-8-16,4-3-4 0,0 4-2 0,-1 1-8 15,1-5-1-15,-1 5-6 0,5-3-2 0,-1 3-6 16,-2-2 4-16,4 3 0 0,2-1 7 0,2 2-21 15,-2-2-1-15,5 1 3 0,-4-1-6 0,6 3-3 16,1 1 2-16,7 2-5 0,-8-4 1 0,3 4-3 16,1-2 0-16,-2 0-2 0,4-1 1 0,-3 0 3 0,3 1-4 15,2 1-7-15,-3-2 9 0,-2 1 10 0,1-1-20 16,-1 0 3-16,-2 1 4 0,-1-5-2 0,5 2-3 16,-8 1-2-16,3-2-2 0,1 1-1 0,-3 1 6 15,0-1-1-15,-1 0 0 0,1 1-4 0,-2-1-2 16,2-2 6-16,-3 0 1 0,-1-1-4 0,-1 1 6 15,0 1 0-15,-1-1-9 0,-1 1 4 0,-3 1-2 16,2-2 1-16,1 1 6 0,-8-2-7 0,3 2 5 16,-3-1-5-16,5-1 1 0,-6 1 1 0,-1 4 5 15,2-7-2-15,-1 1-1 0,-4 2-4 0,0 4 2 16,-2-7 3-16,3 0-3 0,-6 0 1 0,11 4-3 16,-2-7 6-16,-2 2-4 0,1 0 0 0,5-2 4 15,-1 1 10-15,0-1-11 0,8-1 2 0,-13 5 9 0,13-5-1 16,-10 2 6-16,10-2 1 0,0 0 6 15,-12 1-1-15,12-1-8 0,-3 4 3 0,3-4 0 16,0 0-9-16,0 0-2 0,0 0 2 0,0 0 0 0,0 0 0 16,0 0-4-16,10 9-7 0,-10-9 3 0,5 5 4 15,-2-2-4-15,-3-3 3 0,10 6 8 16,-7 0-12-16,-1-3-1 0,4 4 3 0,-6 1-3 0,7-1 2 16,-5 2-3-16,4 4-1 0,-2-4-2 0,-1 3 6 15,-1 1-2-15,4-3 0 0,-4 7 3 0,3-2 7 16,-5 6 0-16,0-3 2 0,7-1 6 0,-11 3 8 15,8 6 13-15,-4-1-3 0,-4-1 3 0,4-2-3 16,-3 5 1-16,3 0 13 0,0-2 7 0,-5 2 2 16,-3 0 2-16,6 2 3 0,-5-4 1 0,4 2 6 15,0 0-1-15,1-1 0 0,-5-1 0 0,6-6 4 16,-4 6 1-16,2-5-1 0,-2 0-4 0,1-1-1 16,-1 3 0-16,4-3-5 0,1-2-2 0,0 1-7 0,0-1-6 15,0 0 0-15,3-2-7 0,-3 3-1 0,7-5-5 16,-7 1 0-16,5 1-1 0,-2-7-1 0,7 5-2 15,-2-2-2-15,2-3 0 0,5 2-7 0,0-1 0 16,0-5 0-16,5 8-4 0,-4-9-1 0,6 1-4 16,7 1 0-16,0-1-2 0,-1-1-1 0,-5-3-4 15,5 0-8-15,-2-3-22 0,-1 1-25 0,-2 0-30 16,2-6-35-16,-2 6-43 0,4-8-39 0,-10-2-54 16,4 2-40-16,-4 0-49 0,1-4-57 0,-2-7-57 15,-1 6-301-15,3-8-813 0,-6 5 359 0</inkml:trace>
  <inkml:trace contextRef="#ctx0" brushRef="#br0" timeOffset="207718.54">26504 12237 28 0,'0'-11'229'0,"0"-5"-2"0,-4 5-5 0,4 2-4 16,0-2-6-16,0 0-5 0,0-1-13 0,-3 0-3 15,3 1-3-15,-3 4-10 0,1-1-9 0,-5 3-9 0,7 5-1 16,-3-9-30-16,3 4-12 0,0 5-15 0,-11-6-10 16,6 5-5-16,5 1 7 0,0 0-13 15,-22 10-4-15,10-3 1 0,4-2 4 0,-3 1-3 0,-6 7-10 16,5 1 1-16,-1 2 0 0,-7 3 8 0,10-2-9 16,-3 1-10-16,5-1 0 0,-4 4-8 0,4 3-4 15,1-11-5-15,6 10-2 0,-4-7-8 0,3 4 13 16,2-2-21-16,0 0 2 0,7 0-2 0,-6-3-7 15,6 0 8-15,1-1-10 0,6-1 5 0,-1-1-6 16,-3-2-7-16,10 1-13 0,-4-3-13 0,-1-1-16 16,5 3-7-16,-2-3 2 0,0-4-17 0,1-1 3 15,2 1-2-15,-4-3 8 0,-1 2 1 0,-4-2 3 16,1 0 9-16,-1 0 2 0,-1-2 1 0,-3-1 4 0,-8 3 3 16,14-2 3-16,-14 2 3 0,15-2 1 15,-15 2 4-15,6-1 1 0,-6 1 3 0,0 0-1 16,0 0-1-16,8 0-1 0,-8 0 3 0,0 0 6 0,0 0-5 15,-6 10 2-15,6-10-1 0,-2 12 3 0,-1-9 7 16,3-3-4-16,0 7 3 0,0 1-2 0,0-8 0 16,0 10 2-16,3-3-3 0,-3-2 6 0,7 0-3 15,1-1 8-15,-8-4-13 0,8 6-10 0,-1-6-10 16,-7 0-7-16,20 0-5 0,-12 0-4 0,-8 0-6 16,17-3-5-16,-11-4-3 0,1 4 1 0,-2-3 2 15,-2-2 1-15,2 1 2 0,-2-4 3 0,-4 4 4 16,1-2 4-16,0-4-1 0,-2 5 5 0,-3-6 6 15,2 6 0-15,-2 1 3 0,-2-5 4 0,1 4 0 16,4 0 4-16,-5 0 4 0,1 1 3 0,-1 3 9 16,7-1 3-16,0 5 7 0,-8-7 4 0,8 7 2 15,-2-9 4-15,2 9-2 0,0-10-4 0,0 10-3 0,7-7 2 16,-4 6-4-16,9-1 0 0,-12 2 4 16,21 0-5-16,-4 0 1 0,-2-2-4 0,-2-1 4 15,0 3-3-15,4-1-2 0,-1 1 4 0,2-3-4 0,-6 3-1 16,0 0-1-16,-1 0 4 0,-4-3-3 0,3 2-1 15,-10 1-1-15,11 1 5 0,-11-1-6 0,0 0-1 16,20-1 2-16,-20 1-3 0,4 4-2 0,-4-4 4 16,6 4 0-16,-3 1-3 0,1 1 6 0,-4-2-7 15,0 6 2-15,1-3 1 0,3 2 0 0,-1 0-2 16,-3 2 6-16,0 2-5 0,0-3 2 0,0 2 2 16,3 2 0-16,-3-1-4 0,5-5 2 0,-5 7-19 15,0-4-15-15,0-1-13 0,5 0-22 0,-5-2-30 16,0 1-28-16,2 0-32 0,1-3-33 0,-3-6-201 15,5 4-425-15,-5 1 188 0</inkml:trace>
  <inkml:trace contextRef="#ctx0" brushRef="#br0" timeOffset="208049.92">27099 12111 154 0,'0'0'304'0,"4"-7"-12"0,-4 7-15 15,0 0-17-15,0-7-19 0,0 7-24 0,0 0-22 16,0 0 4-16,0 0-1 0,0 0-9 0,0 0-9 16,0 0-6-16,-10 23-5 0,5-12 2 0,5-1-10 15,-8 7-10-15,6-4-12 0,-3 3-7 0,3 3-10 16,2 1-7-16,-6 0-11 0,-1 9-8 0,7-5-9 15,0 1-11-15,5 0 3 0,-3 2-14 0,4-3-6 16,-2 3-8-16,1-1-6 0,3-6-5 0,-2 0-5 0,3-3-24 16,2 1-26-16,1 0-39 0,0-6-36 0,-3 4-36 15,0-5-40-15,2 2-39 0,-1-5-44 16,2-2-36-16,-1-2-52 0,-4 0-207 0,1 0-589 0,-1-3 261 16</inkml:trace>
  <inkml:trace contextRef="#ctx0" brushRef="#br0" timeOffset="208268.04">27123 12339 311 0,'0'0'347'0,"-7"-5"0"0,7 5-3 0,-7-7-6 16,7 7-21-16,0 0-21 0,-3-9-27 0,3 9-26 15,0 0-24-15,5-3-25 0,-5 3-18 0,0 0-21 0,13-3-14 16,-4 1-15-16,-9 2-9 0,19 0-52 15,-10 0-50-15,2-1-33 0,-11 1-38 0,20 1-44 16,-10-1-46-16,-10 0-46 0,18-1-53 0,-3 1-57 0,-7 1-192 16,6-1-535-16,-6-1 237 0</inkml:trace>
  <inkml:trace contextRef="#ctx0" brushRef="#br0" timeOffset="208583.49">27507 12057 39 0,'0'-6'310'0,"0"6"-8"0,0 0-2 16,1-4-7-16,-1 4-10 0,0 0-25 0,0 0-25 15,0 0-27-15,0 0-18 0,0 0-16 0,0 0 21 0,0 0-11 16,0 0-5-16,-11 27-1 0,6-19 9 15,-2 6-14-15,4-1 1 0,-2 4-9 0,-2 1-10 16,4 1-17-16,-2 1-11 0,0 6-9 0,2 1-11 0,3-2-16 16,-2 1-2-16,4-4-8 0,-4 3-9 15,4-5-10-15,1-1 1 0,2 1-7 0,0-1-9 16,-2-1-8-16,4-1-20 0,1-2-13 0,-1-1-28 0,3-1-55 16,3-2-37-16,-2-1-32 0,1 2-33 0,6-4-35 15,-3-6-42-15,0 3-52 0,2-5-35 0,-6 5-249 16,1-5-644-16,1-5 285 0</inkml:trace>
  <inkml:trace contextRef="#ctx0" brushRef="#br0" timeOffset="209000.44">27851 12133 242 0,'0'0'300'0,"-5"-9"-5"0,3 5 1 16,2 4-16-16,-5-7-13 0,2 0-19 0,0 3-11 15,3 4-20-15,0 0-12 0,-7-6-20 0,7 6-13 16,-10-6-9-16,5 3-21 0,5 3-8 0,-10-1-6 16,10 1-1-16,0 0-4 0,-16 1-15 0,16-1-7 15,-15 5-15-15,10-1 5 0,5-4 8 0,-8 10 4 16,6-3 2-16,-3-2-3 0,5 3-7 0,-2 2-4 15,4-1-8-15,3-1-11 0,-2 4-5 0,1-3-4 16,4 4-5-16,0-5-3 0,-5-1-9 0,11 8-1 0,-8-6-5 16,3 1-3-16,-3 6-5 0,4-12-3 15,-3 5-4-15,-1 2-1 0,1-4-3 0,-2-2-2 16,-3 2-4-16,4-2 2 0,-6 4-2 0,0-3 1 0,0-6-3 16,-5 9-2-16,4-3-1 0,-4 0 0 0,5-6-1 15,-9 8 0-15,1-3 5 0,0 0-13 16,-1 1-32-16,1-2-49 0,-3 3-35 0,2-2-26 0,1-1-35 15,0 1-31-15,0 3-35 0,1-2-40 0,2 2-43 16,2-1-45-16,-1-1-236 0,3 0-655 0,1-6 291 16</inkml:trace>
  <inkml:trace contextRef="#ctx0" brushRef="#br0" timeOffset="209216.55">28000 12461 77 0,'0'0'317'0,"0"0"0"16,0 0-10-16,0 0-14 0,0 0-28 0,-22 7-29 16,19-2-21-16,3-5-20 0,-7 8-24 0,2-1-16 15,-1 0-12-15,-1-1-17 0,6 1-8 0,-6 5-15 16,0-5-10-16,1-2 0 0,4 9-38 0,-3-5-18 16,0-5-25-16,2 10-29 0,-1-8-26 0,4 0-37 15,-1 3-36-15,-1 0-38 0,2-3-45 0,3 1-40 16,-1-3-175-16,-2-4-448 0,10 5 199 0</inkml:trace>
  <inkml:trace contextRef="#ctx0" brushRef="#br0" timeOffset="209750.45">28251 12295 106 0,'0'-5'246'0,"0"5"-1"16,0-10-11-16,0 5-10 0,0-5-12 15,0 10-18-15,0-5-17 0,0 5-11 0,-3-5-19 16,3 5-15-16,-6-9-10 0,1 4-14 0,5 5-11 0,-7-5-11 16,5 2-11-16,2 3-8 0,-13-5-6 0,13 5-7 15,-12-2-5-15,7-2-5 0,5 4-2 16,-16 0-7-16,16 0-3 0,-18 4-6 0,9-4-2 0,1 3-5 15,8-3 0-15,-15 5-5 0,7 1 0 0,1-5 1 16,1 7-4-16,-3-2 1 0,3 0-3 0,-1 3 4 16,6 3 2-16,-6-4-7 0,7 5 0 0,-2-1 3 15,2-1-4-15,0 2 2 0,2-1-3 0,-2-2 3 16,8 1-2-16,-3 2 1 0,2-2-1 0,-1-4-1 16,-2 1 4-16,4 0-2 0,5-4-6 0,-6-1-1 15,1 1-2-15,0-2 1 0,4-2 0 0,-12 0-1 16,18-6 1-16,-8 5-3 0,0-5 2 0,-3-1 1 15,1 2 5-15,-3-4 0 0,5-4 11 0,-5 4 8 0,0-1 10 16,1 1 9-16,-2-2 10 0,-3 1 4 0,3 0 9 16,-4 1 5-16,3 2 8 0,-3 0 5 15,3-5-1-15,-3 8-6 0,0-3-1 0,0 7-14 0,4-10-16 16,-1 5-1-16,-3 5-12 0,0-4-4 0,0 4-1 16,0 0-3-16,0 0 2 0,0 0-8 0,0 0 2 15,3 22-12-15,-3-15-9 0,4 2-14 0,-3 1-11 16,3-1-15-16,-1 3-19 0,2 2-20 0,-2-5-22 15,4-2-28-15,-2 5-35 0,-2 0-46 0,4-4-39 16,-1 0-52-16,1 0-199 0,-2-2-539 0,0-1 238 16</inkml:trace>
  <inkml:trace contextRef="#ctx0" brushRef="#br0" timeOffset="210083.25">28390 12140 165 0,'0'0'333'0,"0"0"-20"0,-6-4-7 16,6 4-14-16,0 0-14 0,0 0-21 0,0 0-22 0,0 0-27 16,0 0-18-16,0 0-16 0,0 0-8 0,0 0-20 15,15 15-11-15,-9-10-16 0,3-1-14 0,-1 4-8 16,2-1-7-16,0 10-8 0,-2-7-12 0,-1 5-2 15,6 1 1-15,-3-3-12 0,-2 2-9 0,2 0-9 16,0-1-1-16,-3 2-4 0,-2 2 0 0,0-3-5 16,-2 0-8-16,2 2 1 0,-5-3-2 0,1 1 11 15,-2 0-14-15,1 2-7 0,-3-3 2 0,-2-3-7 16,3-2-10-16,-1 1-26 0,1 2-18 0,-6-4-23 16,4 4-26-16,-1 0-27 0,-3-2-37 0,3 2-44 15,3-5-52-15,1-1-41 0,-4-2-203 0,5 10-543 16,-2-10 239-16</inkml:trace>
  <inkml:trace contextRef="#ctx0" brushRef="#br0" timeOffset="210617.39">28897 12342 109 0,'0'0'340'0,"0"0"-5"0,-8-6 1 15,8 6-1-15,0 0-6 0,-5-9 2 0,5 9-18 16,0 0-12-16,0 0-14 0,0 0-22 0,0-5-16 0,0 5-22 16,0 0-20-16,0 0-13 0,0 0-19 0,0 0-22 15,11-4-17-15,-11 4-17 0,19 4-6 0,-6-4-14 16,0 2-10-16,5 1-7 0,4 1-19 0,-7-1-19 16,0-3-18-16,6 2-18 0,-4 1-25 0,-1 0-27 15,1-1-29-15,-7-1-24 0,5 0-16 0,-2 2-22 16,-3-1-21-16,-5 0-17 0,1-1-26 0,-6-1-33 15,14 0-40-15,-14 0-21 0,8-5-16 0,-8 5-217 16,0-5-569-16,0 5 252 0</inkml:trace>
  <inkml:trace contextRef="#ctx0" brushRef="#br0" timeOffset="210816.4">29039 12202 202 0,'-8'-4'223'0,"8"4"10"15,-3-6 2-15,3 6-3 0,0 0-10 0,-10-6-13 16,10 6-15-16,0 0-17 0,0 0-18 15,0 0-6-15,-8 0-5 0,8 0-10 0,-7 12-6 0,5-4-11 16,2 3-8-16,-1-2-8 0,1 6-8 0,0 0-9 16,0 4-9-16,1-6-4 0,1 6-12 0,5 0 0 15,-7 0-7-15,6 7-3 0,-4-5-7 0,8-5-1 16,-7 3-24-16,5 1-39 0,1-1-45 0,-9-1-57 16,6-1-67-16,1 2-84 0,-4-8-234 0,0 7-545 15,-3-9 242-15</inkml:trace>
  <inkml:trace contextRef="#ctx0" brushRef="#br0" timeOffset="213400.46">29518 12070 155 0,'5'-7'355'16,"-2"1"-15"-16,2 0-16 0,-3 2-14 0,3-1-15 16,-5 5-27-16,3-9-32 0,-3 9-25 0,0 0-25 0,0 0-21 15,0 0-15-15,0 0-12 0,10 18-19 0,-9-6-15 16,1 2-7-16,-4 1-13 0,1 4 0 16,-3-1-20-16,3 0-1 0,1 7-5 0,-7 1-1 0,4-2 3 15,-2 3-14-15,0-6-9 0,3 0-3 0,1 0-2 16,-1 1-4-16,-1-3 2 0,3-1-4 0,-2-1 0 15,0-2-5-15,2 1 3 0,2-3-3 0,0-3-11 16,1 2-22-16,0-1-26 0,2-3-39 0,2-1-39 16,-2-1-47-16,5-3-43 0,-2 3-42 0,5-6-42 15,-4 0-228-15,-9 0-562 0,16 0 249 0</inkml:trace>
  <inkml:trace contextRef="#ctx0" brushRef="#br0" timeOffset="213649.96">29590 12132 33 0,'-1'-11'339'0,"-1"4"0"0,2-3-5 15,0-1-17-15,0 4-18 0,2-2-20 0,3 1-18 16,-4-1-13-16,3 0-26 0,2 5-13 16,1 0-27-16,0 0-12 0,1-4-21 0,0 2-11 0,0 2-22 15,4-1-12-15,-2 4-5 0,0-2-11 0,1-1-12 16,4-1-10-16,0 5-8 0,0-3-13 0,0 0-23 15,5 3-26-15,-4 3-19 0,-1-6-24 0,0 6-24 16,0-3-27-16,-2 1-25 0,-1-1-30 0,-12 0-29 16,18 2-24-16,-10 3-20 0,1-4-11 0,1 2-10 15,-7 0-183-15,-3-3-465 0,5 6 206 0</inkml:trace>
  <inkml:trace contextRef="#ctx0" brushRef="#br0" timeOffset="214249.77">29605 12288 221 0,'0'0'244'0,"0"0"-3"0,0 0-7 16,0 0-12-16,0 0-13 0,0 0-14 16,0 0-19-16,0 0-18 0,0 0-12 0,30-5-16 0,-23 9-14 15,-7-4-14-15,23 0-7 0,-11 0-10 0,1 0-8 16,5 1-11-16,-3-1-8 0,1 2-12 0,-1-1-15 15,4 0-15-15,-10-1-15 0,6 7-7 0,0-6-4 16,-2 2-8-16,-3 0-1 0,0-2-3 0,-1-1 4 16,-1 2-3-16,0-1 5 0,-8-1 1 0,13 0 0 15,-13 0 2-15,9 2 0 0,-9-2 1 0,0 0-1 16,8 3 0-16,-8-3 1 0,0 0 3 0,0 0 0 16,-3 9 1-16,3-9 1 0,-4 7 0 0,3-1 4 15,1-6-1-15,-7 14 6 0,5-7 2 0,-4 1 0 0,4-1 2 16,-1 0 1-16,0 1 0 0,1 2 2 15,2-3-1-15,-3 2 0 0,3-3 3 0,0 4-2 16,5-2 1-16,-5 0 1 0,3-1 2 0,0-1-3 16,0 0 5-16,4-2 0 0,1 0-2 0,1-3 1 0,4 1-3 15,-13-2-2-15,20 0 0 0,-12-2-2 16,2-3 2-16,2 4 4 0,-3-2-8 0,1-1-1 16,2-3 1-16,0 2 2 0,-3-2-2 0,6-3-1 0,-6 3 0 15,1-6 2-15,0 6 22 0,-2 0 8 0,0-6 8 16,-5 1 8-16,1 5 12 0,4-1 4 0,-8 1 1 15,5 0 8-15,-3 2 7 0,-1-3 4 0,4 3-2 16,-5 5-12-16,4-9-8 0,-4 9-9 0,0-7-9 16,0 7-4-16,0 0-9 0,0 0 1 0,0 0-5 15,0 0-5-15,0 0-7 0,0 0 2 0,-10 21-2 16,8-13-2-16,2 2-3 0,0-1 6 0,0-1-12 16,-5 2 4-16,5-2 0 0,5 1 0 0,-5 1-6 15,2-1 2-15,-2-1 4 0,1 2-8 0,4-2-4 0,2 0-17 16,-6-4-21-16,9 3-27 0,-5-3-32 15,2 0-37-15,1-1-26 0,6 2-41 0,-6-9-40 16,-8 4-42-16,23-1-205 0,-23 1-526 0,18-3 232 0</inkml:trace>
  <inkml:trace contextRef="#ctx0" brushRef="#br0" timeOffset="214517.44">30400 12009 54 0,'0'0'303'16,"-7"-8"-15"-16,7 8-14 0,0-5-25 0,0 5-24 15,0 0-22-15,0 0-20 0,0 0-15 0,0 0-10 16,-10 16-14-16,9-13-6 0,-3 6-12 0,4 3-10 16,0-1-11-16,0 5-7 0,0 0-11 0,4 1-2 15,-3 0-15-15,3 3-2 0,-4-2-9 0,6 2-5 0,-6-1-4 16,7 5-3-16,-2-5-5 0,3 1-7 15,-6-5-10-15,4 5-25 0,-4 1-29 0,5-6-25 16,-6 0-31-16,4-1-39 0,-5-3-44 0,2-4-37 16,-2 0-29-16,5 0-193 0,-5 0-460 0,0-7 204 0</inkml:trace>
  <inkml:trace contextRef="#ctx0" brushRef="#br0" timeOffset="-214362.66">30334 12300 160 0,'0'0'245'0,"-5"-9"-6"0,5 9-19 16,5-8-12-16,-5 8-24 0,6-1-13 0,-1-2-16 16,-5 3-19-16,12-4-10 0,-4 4-15 0,-8 0-11 15,22 1-13-15,-16 2-10 0,6 0-4 0,-2 2-9 16,5-2-8-16,-2 6-3 0,-3 1-5 0,-2-2-7 16,-1-1-3-16,4 0-3 0,-1 4-4 0,-3-4-4 15,-1 2-4-15,3-1-10 0,-9-1-10 0,8 4-1 16,-1-7-3-16,-2 6 2 0,1-5 1 0,-1 0 1 15,-2 2-4-15,-1-3 0 0,3 0 3 0,2-1 3 16,-7-3-2-16,8 1 0 0,-8-1 1 0,0 0 8 16,0 0 6-16,0 0 3 0,18-7 10 0,-13 2 1 0,-2 2 8 15,4-1 8-15,0-1 2 0,-2 0 7 0,1-5 2 16,-1 3 3-16,0-1 2 0,2 4 2 16,-2-5-2-16,-2 6-1 0,2-3 1 0,2-1-8 0,-4 0-4 15,-1 4-7-15,-2 3-7 0,0 0-7 0,11-4-3 16,-11 4-5-16,0 0-4 0,7-3 2 0,-7 3-2 15,0 0-6-15,0 0 4 0,8 12 4 0,-6-7-8 16,1 0-2-16,0 0-10 0,-3-5-9 0,9 10-4 16,-6-2 1-16,2-2-9 0,3 1-2 0,-3 0-9 15,5-3-5-15,-5 0-4 0,3 1-9 0,-1-2-5 16,0 1-10-16,1-4-5 0,-8 0 1 0,0 0-4 16,18 0-2-16,-18 0 1 0,12 0 3 0,-12 0 5 15,8-5 5-15,-8 5 6 0,12-4 6 0,-6 1 6 0,-6 3 4 16,8-2 5-16,-6-3 0 0,3-1 8 0,-3 3-4 15,-2 3 9-15,8-8-2 0,-1 4 2 16,-7 4 12-16,6-6 6 0,-6 1 4 0,0 5 1 0,5-3-1 16,-5 3-4-16,0 0 2 0,0 0-2 0,0 0-2 15,0 0 1-15,0 0-1 0,0 0-1 0,0 0 1 16,0 0 3-16,0 0-1 0,12 11-2 0,-12-11 4 16,3 7 0-16,-1-3 2 0,-2-4-3 0,1 7 4 15,-1-7-3-15,0 6 0 0,5-1 0 0,-5-5 4 16,4 5-1-16,-4-5-2 0,1 5 2 0,-1-5-6 15,4 7-11-15,-4-7-16 0,5 5-25 0,-5-5-28 16,0 0-39-16,0 0-6 0,0 0-25 0,18-6-10 16,-18 6-23-16,6-3-96 0,-6 3-304 0,10-3 134 15</inkml:trace>
  <inkml:trace contextRef="#ctx0" brushRef="#br0" timeOffset="-213480.17">31313 12084 201 0,'2'-7'234'0,"-2"0"-11"0,3 2-18 0,-3 5-22 16,-5-14-15-16,2 10-17 0,-3-1-16 0,-1 2-11 0,7 3-8 15,-20-3-4-15,8 3-9 0,-2 0-3 0,0 3-8 16,-6 0-9-16,6 2-4 0,-1 3-9 16,0 2-5-16,-5 0-8 0,5 1-5 0,0 0-4 0,4 5-2 15,-1-3-7-15,4 2-1 0,-2 2-1 0,3-3-6 16,4 4 2-16,-2 1-3 0,5 0-6 0,-3-1 0 15,3-1-4-15,3 2 2 0,2-6-4 0,-2 4 3 16,4-3-2-16,-1-1-4 0,3-1 0 0,1-3 4 16,-2 0-11-16,0-2-10 0,2-2-9 0,2-1-7 15,1-1-7-15,-5 1-6 0,5 0-5 0,-4-7 3 16,-9 3 4-16,21-1 1 0,-13-3 6 0,4 3 4 16,-4-2 2-16,-1-1 0 0,0 0 2 0,-4 0 5 15,5 1 2-15,-8 3 6 0,12-9 4 0,-9 6-5 16,-3 3 0-16,0 0-1 0,0 0-1 0,7-3-3 15,-7 3 3-15,0 0 4 0,0 0-3 0,0 0 1 16,6 12-6-16,-4-7 6 0,-2-5 2 0,5 10-2 16,-5-4 2-16,0 0-2 0,2 1-2 0,3 0-6 0,1-2-8 15,-3 2-9-15,-1 0-5 0,3-3-3 0,2 1-3 16,-1-1 3-16,-6-4-4 0,9 2-5 16,-9-2 2-16,10 0 0 0,-10 0 2 0,0 0 3 0,18-6 3 15,-10 3 6-15,-6-3 3 0,6 0 4 0,-1-2 5 16,-2 3 12-16,-2-2 4 0,3-5 7 0,-2 5 7 15,1 2 10-15,3-2 10 0,-6-1 5 0,1 1 4 16,5-1 0-16,-1 1-3 0,-5-1-5 0,4 1-2 16,1 0-3-16,-1 2-3 0,1 0-3 0,-2-3-2 15,0 1-2-15,2 6-3 0,-7 1-3 0,8-1-2 16,-8 1-3-16,0 0-2 0,20 2 2 0,-17 5-4 16,2-3 1-16,2 0-1 0,-1-1-1 0,-4 4 1 15,5 0 1-15,-1 3-3 0,-4-5-3 0,3 2 5 0,-4 4-2 16,6-7 3-16,-5 7-6 0,1-3 0 15,-1-1 3-15,-2 2-3 0,1-5-9 0,-1 4-21 16,0-1-19-16,5 3-27 0,-5-5-24 0,0-5-30 16,0 9-17-16,0-9-28 0,0 7-155 0,0-7-356 0,0 4 159 15</inkml:trace>
  <inkml:trace contextRef="#ctx0" brushRef="#br0" timeOffset="-213195.95">31807 12016 181 0,'0'-3'301'16,"0"3"-18"-16,0-10-24 0,0 10-27 0,0 0-29 15,0-6-21-15,0 6-18 0,0 0-15 0,0 0-15 16,-7 19-7-16,7-10-14 0,-5 6-12 0,5-4-5 15,-3 7-9-15,3-3-10 0,0 3-7 0,-3 0-5 16,3 3-7-16,3-3-6 0,-3 2-7 0,3 7 1 16,-3 0-5-16,0-4 0 0,-3-3-9 0,6-1-19 0,-3 1-32 15,3-1-30-15,-1-2-41 0,-2-2-44 0,0-5-52 16,3-1-48-16,-3 2-173 0,4-2-441 16,-4-6 196-16</inkml:trace>
  <inkml:trace contextRef="#ctx0" brushRef="#br0" timeOffset="-212995.67">31701 12214 50 0,'0'0'296'0,"-8"-4"-4"16,8 4-17-16,0 0-16 0,-7-4-19 0,7 4-28 15,0 0-18-15,0 0-19 0,0 0-19 0,0 0-14 16,26 1-13-16,-26-1-22 0,25 2-24 0,-10 2-35 15,3-4-44-15,-6 1-49 0,6 2-58 0,-5-1-46 16,9-4-57-16,-6 2-155 0,-2 0-389 0,1-3 173 16</inkml:trace>
  <inkml:trace contextRef="#ctx0" brushRef="#br0" timeOffset="-212696">32171 11916 119 0,'0'0'227'15,"-10"-3"-10"-15,10 3-15 0,0 0-11 0,0 0-8 16,0 0-7-16,-12 12-6 0,7-6-11 0,-1-2-6 16,-4 4-2-16,2 1-4 0,-4 5-7 0,5-1-10 15,-3 1-9-15,4 1-3 0,-9-2-1 0,7 2-11 16,-1 0-5-16,-1 4-6 0,5 4-8 0,-5-5 0 15,7 2-1-15,-2-3-19 0,-1 2-3 0,2 4-7 16,4-6-4-16,0 2-2 0,2 1-7 0,0-2-2 16,1 5-3-16,2-4-3 0,5-3-3 0,-2-1-4 15,2-3-4-15,2 0-2 0,-1 3-37 0,2-4-41 0,2 0-54 16,0-2-69-16,2-2-61 0,-4-2-76 16,2-1-175-16,-5-2-530 0,1-1 235 0</inkml:trace>
  <inkml:trace contextRef="#ctx0" brushRef="#br0" timeOffset="-212163.81">32552 12009 174 0,'4'-8'284'16,"-4"8"-9"-16,2-5-16 0,-2 5-13 0,0 0-15 15,8-7-15-15,-8 7-19 0,0 0-24 0,0 0-15 16,0 0-14-16,-14-7-10 0,14 7-6 0,-9-6-3 15,9 6-7-15,-11-2-2 0,11 2 11 0,-12-1-22 0,2 1-13 16,10 0 0-16,-18 0-15 0,18 0-8 0,-12 3-7 16,12-3-2-16,-10 6-12 0,2-3 4 15,2-2-13-15,-3 2 5 0,6 4-7 0,3-7 0 16,-5 12-5-16,0-5-1 0,5-1 2 0,0 4 1 0,0-1-1 16,5 1-5-16,-3-1 7 0,4 2-8 0,-2 1 2 15,-1 2-1-15,5-5-2 0,-5-1 4 0,2 0-13 16,2 3 0-16,-4-2-2 0,1-3-7 0,-1 0 7 15,2 1 0-15,-5 1-9 0,0-2 5 0,0-6-7 16,3 8 1-16,-3 0-1 0,0-3 3 0,0-5 2 16,0 11-2-16,-3-4-7 0,3-7-4 0,-5 9 12 15,2-5-4-15,-4 3-9 0,0-4-5 0,-1 2-27 16,0 0-17-16,1 1-17 0,1-3-24 0,-1-2-28 16,2 4-29-16,-2-1-32 0,2 1-32 0,5-5-35 15,-8 9-45-15,8-9-195 0,0 0-529 0,0 0 234 16</inkml:trace>
  <inkml:trace contextRef="#ctx0" brushRef="#br0" timeOffset="-211829.63">32732 11727 87 0,'2'-6'295'0,"-2"6"-10"0,1-6-12 16,3 0-13-16,-4 6-14 0,1-7-12 0,-1 7-20 16,5-3-20-16,-5 3-22 0,0 0-20 0,0 0-19 15,0 0-12-15,0 0-11 0,0 0-15 0,0 0-10 16,0 0-6-16,0 0-10 0,0 0-4 0,-28 8-10 15,23 0-3-15,-2-5-7 0,1 6-4 0,-2-3-5 16,1 2-1-16,-1-3-5 0,-2 6 0 0,3-4-24 16,-1 2-22-16,0-1-22 0,-4 1-31 0,9 1-37 15,-9-2-40-15,5 1-52 0,4 0-48 0,-2 2-201 16,-1-4-484-16,6 1 214 0</inkml:trace>
  <inkml:trace contextRef="#ctx0" brushRef="#br0" timeOffset="-211412.91">32940 11817 273 0,'7'2'382'0,"-7"-2"1"15,0 0-5-15,0 0-7 0,0 0-10 0,0 0-25 16,0 0-23-16,0 0-28 0,0 0-24 0,0 0-31 16,0 0-28-16,0 0-24 0,13 1-14 0,-13-1-21 15,2 6-14-15,5 2-13 0,-7-4-12 0,0 4-9 16,5-1-12-16,-2 4-8 0,2-2-10 0,-2 2-5 15,0 5-5-15,-1-8-7 0,1 9-7 0,1-3-3 16,-1 1-4-16,-3-2-3 0,0-1-3 0,0 5-3 16,0 2-3-16,3-4-4 0,-6 2-1 0,0-1 1 0,-1 0 1 15,1 2-5-15,-2-1-3 0,-5 2 3 16,5-1-4-16,-3-1-40 0,0 2-22 0,-1-4-37 16,0 2-29-16,-6-2-36 0,3 3-38 0,-1-5-48 0,-5 10-74 15,6-5-84-15,-3-7-243 0,-5-2-694 0,5 1 307 16</inkml:trace>
  <inkml:trace contextRef="#ctx0" brushRef="#br0" timeOffset="-206313.48">32350 12558 212 0,'1'-1'373'0,"-1"1"-23"0,0 0-31 0,0 0-33 16,0 0-30-16,0 0-29 0,0 0-26 0,0 0-16 15,-15 16-24-15,12-4-17 0,-7 7-10 0,2 9-4 16,-5 7-3-16,-4 11-11 0,2-4-6 0,0 2-2 16,-1 10 19-16,-4-1 4 0,3 2 10 0,-3 3 3 15,-3 14 3-15,-3-2-4 0,3-16 2 0,1 20-1 16,6-19-6-16,-9 14 1 0,5-17-13 0,0 4-10 15,3-4-8-15,3 1-13 0,-3-5-6 0,2-2-7 16,0-4-6-16,4 1-12 0,2-5-4 0,3-11-4 16,-4 1-5-16,3-9-9 0,2-3-6 0,-3-1-33 15,8-4-43-15,-2-2-25 0,-3 2-32 0,5-7-13 16,0-4-57-16,0 9-48 0,0-9-47 0,7 3-64 16,-7-3-64-16,0 0-305 0,0 0-754 0,20-15 334 15</inkml:trace>
  <inkml:trace contextRef="#ctx0" brushRef="#br0" timeOffset="-205463.55">32285 12666 190 0,'5'-6'243'0,"-5"-2"-6"0,3 3-9 16,-3-2 3-16,4 0-10 0,-4 1-7 0,0 6-12 15,1-11-13-15,-1 11-16 0,-1-7-23 0,1 7-14 16,0 0-16-16,0 0-15 0,-4-5-13 0,4 5-7 16,0 0-10-16,-11 17-7 0,6-2-6 0,-5-4-3 15,-2 1-10-15,6 3-5 0,-3 2-2 0,3 0-8 0,-3-1 0 16,1 1-2-16,2-2-5 0,-3 0-1 0,-2 1-2 16,6-5-5-16,1 4-4 0,-4-9 2 15,5 1 3-15,0 1-8 0,1-1 2 0,-3-2 10 0,5-5 22 16,-7 10 20-16,7-10 25 0,0 4-6 0,0-4-10 15,0 0-4-15,0 0-6 0,20-17-11 0,-12 8-5 16,7-1-6-16,-1-1-6 0,4-5 5 0,0-1-9 16,2 0 0-16,-2-3-6 0,7 3-6 0,-5-1 1 15,-5 3 6-15,0 1 4 0,-1 2 14 0,1 4 5 16,-5-4 1-16,-1 5 0 0,-1 3-6 0,-2-4-6 16,1 5-12-16,-4 2 1 0,-3 1-11 0,0 0-1 15,22 9 1-15,-14-3 2 0,0 9-5 0,2-2-4 16,2 2-10-16,-5 5 11 0,4 6-6 0,1-1 6 15,-6-1-3-15,1 3-4 0,8 2-6 0,-9-1 7 16,4-1 0-16,-3-3-1 0,5 1-36 0,-2-1-38 16,-4-5-39-16,1 0-46 0,-1 1-65 0,-4-2-80 0,6-1-86 15,-1-6-227-15,-7 2-663 0,0-2 293 16</inkml:trace>
  <inkml:trace contextRef="#ctx0" brushRef="#br0" timeOffset="-204429.07">30666 14831 189 0,'-6'-11'283'0,"2"3"-12"16,-1 4-11-16,-1-8-6 0,1 1-8 0,-2 4-12 16,-1 1 5-16,-4-1-22 0,6 0-3 0,-8 0-13 15,6 4-7-15,0 0-11 0,-7-1 0 0,7 2-24 16,-2-1-12-16,-2 3-14 0,-1-2-4 0,13 2-17 15,-23 5-7-15,10-2-18 0,4 1-5 0,3-1-7 16,-1 4-7-16,-8 0-3 0,12 2-10 0,-9-3-10 16,11 6 4-16,-6 0-6 0,5-4 1 0,-4 1 2 15,6 9 2-15,0-4-3 0,6 1 0 0,-1 0-3 16,0 4 0-16,7-2-8 0,-2 0-6 0,3 7 2 0,0-8-8 16,-3 6 3-16,5 0 4 0,3 0-11 0,-3-2-1 15,-5-2 0-15,5 6-3 0,-2-8 0 0,-4-4-6 16,0 3 5-16,1-1-9 0,-6-1 6 0,1-1-6 15,1-2-3-15,-2-2 4 0,-1 0 1 0,-3 1-12 16,0-2 14-16,-2-2-4 0,2-5 3 0,-10 7-2 16,4 0 2-16,-3-4-7 0,1 1 6 0,8-4-9 15,-28 0-10-15,13 1-14 0,2-1-23 0,-2-1-26 16,0 1-20-16,5 0-34 0,-3 0-16 0,0-3-19 16,6 2-22-16,7 1-34 0,-18-3-57 0,13-5-55 15,-2 7-241-15,7 1-620 0,0-11 274 0</inkml:trace>
  <inkml:trace contextRef="#ctx0" brushRef="#br0" timeOffset="-204030.17">30805 14951 58 0,'2'-8'308'0,"-2"8"-17"0,0 0-23 0,0 0-22 0,0 0-25 15,-2-8-22-15,2 8-20 0,0 0-17 0,0 0-14 16,0 0-13-16,-13 20-8 0,11-13-5 0,-4 1-17 16,6 3-5-16,-8-1-6 0,4 7-8 0,1-7-7 15,3 2-5-15,-2 3-9 0,-3-1-4 0,5 4-7 16,5-4-2-16,-3-1-6 0,1 1-1 0,1-2-6 16,4-2-3-16,-2 3 2 0,3 1-5 0,4-2-3 15,0-5-1-15,-3 1-6 0,10-1-1 0,-7-2 1 16,2-2-4-16,2-2-2 0,-1-1 0 0,2 0-5 15,-3-3 0-15,-3 2 4 0,6-7 6 0,-3 2-13 0,-5 1 0 16,2-2-4-16,-4-2 2 0,0 1 1 0,2-3-1 16,0-3 4-16,-5 5-7 0,2-2 12 15,-4-1-8-15,2 2-4 0,-5-4-4 0,3 1 5 0,-3 3-1 16,0 2-5-16,0 0-2 0,0 1-13 0,0 1-25 16,0 6-21-16,0 0-21 0,-3-6-27 0,3 6-36 15,0 0-40-15,0 0-45 0,-18 11-37 0,18-11-177 16,-5 10-480-16,1-5 213 0</inkml:trace>
  <inkml:trace contextRef="#ctx0" brushRef="#br0" timeOffset="-203630.29">31428 15006 298 0,'5'-8'335'0,"-2"6"-3"0,0-3 2 16,-3 5-8-16,0-6 2 0,0 6-7 0,0-7-16 0,0 7-17 16,0-9-10-16,0 9-15 0,0-8-7 0,0 8-24 15,0-7-18-15,0 7-19 0,-6-3-22 0,6 3-19 16,-7-5-15-16,7 5-15 0,-8-6-15 0,8 6-9 15,0 0-12-15,-20 6-13 0,20-6-7 0,-18 5-4 16,11-1-8-16,-3 0-7 0,2 4-6 0,0-4-2 16,-2 6 1-16,3-3-12 0,-3 1 0 0,3 2 0 15,1-1-4-15,-1 0-3 0,4 2-1 0,-2-1-2 16,5 0-4-16,-2 6-1 0,2-8-4 0,2 11-11 16,3-6-14-16,-3 2-12 0,9 0-19 0,-6 0-20 15,5-3-27-15,-2 2-29 0,1-1-28 0,1-1-14 16,1 0-34-16,-1-2-33 0,5-1-36 0,-3 2-35 15,4-2-32-15,-1-4-33 0,-7-3-216 0,7 6-629 0,-2-6 280 16</inkml:trace>
  <inkml:trace contextRef="#ctx0" brushRef="#br0" timeOffset="-203279.55">31837 15052 77 0,'0'0'368'16,"0"-7"-8"-16,6 2-7 0,-6 5-5 0,0 0 3 15,-6-10-14-15,6 10-14 0,0-9-9 0,0 4-19 16,0 5-20-16,-9-4-20 0,3 0-24 0,-1-1-19 15,7 5-20-15,-12-2-22 0,12 2-15 0,-18 0-17 16,12 5-10-16,-6-2-18 0,0 1-8 0,-2 4-11 0,4-4-11 16,-2 6-4-16,4-5-10 0,-9 5-5 15,9 0-9-15,0 1-3 0,-2-4-3 0,1 9-5 16,6-6-4-16,-2-3-15 0,5 7-7 0,-5-6-12 0,5 3-9 16,5-2-19-16,0 1-28 0,7 1-41 0,-1-1-40 15,6-2-39-15,3-1-41 0,1 0-39 16,1-3-50-16,4 4-40 0,-4-5-53 0,-1-2-228 15,1 2-675-15,-1-3 300 0</inkml:trace>
  <inkml:trace contextRef="#ctx0" brushRef="#br0" timeOffset="-202930.15">32234 14889 246 0,'0'-9'329'0,"0"3"-8"0,0 6-14 0,0-9-8 15,0 9-7-15,0 0-17 0,0-7-19 0,0 7-30 16,-2-7-21-16,2 7-20 0,0 0-18 0,0 0-20 16,-13-5-11-16,13 5-20 0,-17 7-5 0,6-1-11 0,1-1 0 15,-3-3-1-15,-2 10-5 0,0-1-9 0,0 0 2 16,0 2-6-16,2 1 5 0,3 2-14 15,-5 0-4-15,3 4-5 0,2-3-10 0,4 2 1 16,-3 1-9-16,4-3 0 0,2 8-3 0,0-6-6 0,6 2-3 16,-1-2 2-16,3 2-1 0,5 2-5 0,1-2-2 15,4 0-6-15,2 3-28 0,-1-6-33 0,3 1-35 16,5-3-35-16,-2 2-37 0,1-5-43 0,-8-1-50 16,6-5-53-16,1 2-51 0,-2-1-250 0,-2-4-643 15,-3-2 285-15</inkml:trace>
  <inkml:trace contextRef="#ctx0" brushRef="#br0" timeOffset="-202446.37">32608 14974 170 0,'-2'-5'367'0,"2"5"-9"16,0-11-9-16,-5 5-9 0,5-3-10 0,0 5-9 15,0 4-13-15,-6-14-23 0,6 9-23 0,-2 0-18 0,-3 2-17 16,5 3-24-16,-3-11-20 0,3 11-15 16,-7-5-14-16,7 5-22 0,-7-6-16 0,7 6-10 15,-13 0-13-15,13 0-13 0,-15 2 1 0,7 2-16 0,0 0-11 16,-4-3-1-16,4 5-4 0,0-1-8 0,1 2-2 15,-1 2-3-15,-2-3 2 0,6 3-13 0,-4 0 2 16,2 0-5-16,4 0 1 0,-5 2 3 0,7-3-4 16,0 1-2-16,0 2-2 0,0-2-1 0,7 3 1 15,-5-2-1-15,4 0 0 0,-3-1 0 0,2 4-2 16,5-3-2-16,0 4 0 0,2-4-10 0,-1 2 7 16,3-1-8-16,-6-4 7 0,0 2-8 0,1-1 6 15,-5 2-1-15,3-5-1 0,0 2 0 0,-4 2-1 16,4-6-4-16,-2 4-3 0,-4-3 4 0,4-1-2 15,-5-3-1-15,0 8-4 0,0-3 0 0,0-5-9 16,-5 7-6-16,-1-3-14 0,-1-1-25 0,7-3-22 16,-15 6-34-16,9-4-29 0,-11 3-26 0,9 0-23 15,-6-2-28-15,0 4-37 0,2-2-42 0,2-1-43 16,3 4-262-16,-4-4-656 0,6 2 291 0</inkml:trace>
  <inkml:trace contextRef="#ctx0" brushRef="#br0" timeOffset="-202213.2">32780 15330 272 0,'-3'12'297'0,"3"-12"-13"0,0 0-14 0,-14 4-14 15,11 3-19-15,-4-2-29 0,2 3-17 0,1-2-19 16,-5 0-14-16,4 1-14 0,-5 1-14 15,2-1-13-15,1 4-12 0,-1-3-9 0,2 0-9 0,-1 0-10 16,2 1-17-16,-2 0-34 0,2 0-29 0,2-2-38 16,1 0-38-16,-3 2-50 0,5-9-57 0,5 8-66 15,-5-8-165-15,4 5-450 0,2-2 199 0</inkml:trace>
  <inkml:trace contextRef="#ctx0" brushRef="#br0" timeOffset="-201713.56">33098 15132 39 0,'0'-7'329'0,"1"-7"-10"0,1 7-5 16,-2-3-9-16,2-2-23 0,-2 5-13 0,3-4-19 15,-3 4-21-15,0-2-23 0,0 1-22 0,0 3-24 16,-5-2-14-16,5 7-15 0,-2-10-15 0,-4 8-16 15,6 2-11-15,-9-4-8 0,9 4-11 0,-14 0-5 16,14 0-10-16,-19 3-1 0,8 0-1 0,-1 0-11 16,1 1-8-16,-6 3 0 0,2 1-3 0,-1 2-3 0,1-1 3 15,1 1-11-15,0-1 2 0,5 4-8 0,1 0 1 16,-5 0-2-16,5-1 9 0,1-3-15 16,0 0 4-16,1 0 0 0,4 0-6 0,2 1 5 15,0 1-1-15,2-2 2 0,4 2-4 0,1-4 7 0,-5 2-9 16,11-3 0-16,2 0-4 0,-5-3 8 0,5 1-3 15,-4 1-4-15,4-3 1 0,8-2-1 0,-8-2-2 16,-3 1 2-16,4-6 3 0,-4 5-4 0,-1-5-3 16,3 0 8-16,-6 3 0 0,3-8-9 0,3 1 9 15,-9 7 13-15,1-7 21 0,3 3 17 0,-4 1 3 16,-2-1 6-16,3-1 5 0,-6 5 0 0,0-2-2 16,0 6-7-16,7-8-7 0,-7 8 5 0,2-5-26 15,-2 5-3-15,0 0-1 0,0 0-5 0,0 0 5 16,0 0-11-16,0 0-4 0,-2 20-2 0,-1-9 4 15,-1 0-8-15,4-3-1 0,0 4 2 0,0 2-9 16,0 3-17-16,0-6-17 0,7 6-16 0,-5-2-37 16,4-1-31-16,4-1-24 0,-5-4-39 0,10 5-44 15,-8-7-53-15,3 1-53 0,1-3-289 0,-2 3-670 0,2-5 297 16</inkml:trace>
  <inkml:trace contextRef="#ctx0" brushRef="#br0" timeOffset="-201429.08">33397 14919 267 0,'0'0'379'0,"-3"-4"-18"0,3 4-19 0,0 0-19 15,0 0-20-15,0 0-30 0,0 0-18 0,0 0-10 16,0 0 5-16,0 0-2 0,8 17-14 0,-8-9-11 15,4 3-12-15,2 0-14 0,1 5-14 0,1-3-17 16,2 5-19-16,-2 1-13 0,1 4-13 0,-3 1-12 16,2 3-11-16,-1 1-8 0,-4 1-11 0,2 4-7 15,-5-3-7-15,-8 11-16 0,-3-2-48 0,1-10-48 16,-2 5-53-16,0 5-60 0,-7-4-48 0,-6 2-54 16,5-12-67-16,-3-1-71 0,3 2-254 0,-17 5-707 15,14-15 313-15</inkml:trace>
  <inkml:trace contextRef="#ctx0" brushRef="#br0" timeOffset="-199346.77">29048 14998 261 0,'5'-2'343'0,"-4"-6"-13"16,-1 8-9-16,0-9-9 0,0 1 10 0,0 4-24 15,0 4-4-15,5-9-13 0,-5 3-9 0,0 6-9 16,0-12-10-16,0 7-14 0,0 5-16 0,-5-7-17 0,5 7-18 16,-6-9-10-16,6 5-24 0,0 4-15 15,0 0-15-15,-17-2-13 0,10 1-10 0,-1-3-7 16,8 4-21-16,-25 0-1 0,14 4-5 0,1-3-9 0,-2 1-9 16,2 0-1-16,2 1-7 0,-4 2-6 0,4-2-2 15,2 3-5-15,-3 0-3 0,3 1 1 0,4 1-7 16,0 3 2-16,-1-3-5 0,3 3 1 0,3 1-3 15,-3 0 1-15,5 3 0 0,2-2-1 0,0 2 2 16,-1 2-5-16,1-4-3 0,1 4 2 0,0-5-6 16,1 3 2-16,1 0-3 0,-2-3 1 0,-2 2-1 15,-2-2 0-15,-1-4-2 0,0 0 1 0,2 4-6 16,-1-1 4-16,-4-4-1 0,0 2 3 0,5-5-2 16,-5 6 1-16,-5-3-1 0,5 1 0 0,0-3 1 15,0-5-2-15,-7 9-2 0,2-3-2 0,2-1 7 16,-4-1-6-16,2-1-9 0,0 1-18 0,-3 0-3 15,1 0-20-15,1 0-22 0,-1-3-31 0,7-1-35 0,-17 0-25 16,17 0-21-16,-19 0-25 0,10 0-31 0,9 0-34 16,-16-8-39-16,9 6-36 0,-1-3-287 15,1 0-692-15,-1 3 306 0</inkml:trace>
  <inkml:trace contextRef="#ctx0" brushRef="#br0" timeOffset="-199028.69">29471 14711 156 0,'0'0'340'0,"2"-9"-14"15,-2 9-17-15,0-7-27 0,0 7-24 0,0 0-26 0,0 0-26 16,0-7-24-16,0 7-18 0,0 0-18 0,0 0-11 16,0 0-14-16,-15 19-11 0,8-11-12 15,-1-1-7-15,0 1-9 0,0 4-8 0,-2 0-10 0,0-1-2 16,1 2-8-16,0-1-7 0,-1 1-25 0,1-1-23 16,3 4-32-16,4-9-34 0,-5 5-42 0,1-3-55 15,4-2-59-15,2 1-58 0,-6-1-167 0,7 2-484 16,4-1 214-16</inkml:trace>
  <inkml:trace contextRef="#ctx0" brushRef="#br0" timeOffset="-198762.86">29754 15125 61 0,'0'0'480'0,"0"0"-4"0,-15-12-18 16,15 12-18-16,0 0-25 0,5-8-20 15,-5 8-37-15,0 0-29 0,7-9-34 0,-4 4-29 0,-3 5-26 16,7-7-27-16,0 2-23 0,-1 3-22 0,-6 2-16 16,20-5-17-16,-10 4-35 0,-2-1-32 0,7-3-45 15,-3 5-42-15,-1 0-45 0,-11 0-37 0,22-1-39 16,-11 2-40-16,-1 6-42 0,2-7-51 0,-2 1-53 15,1-1-35-15,-2 5-235 0,-3-4-646 0,-2 3 285 16</inkml:trace>
  <inkml:trace contextRef="#ctx0" brushRef="#br0" timeOffset="-198562.72">29731 15283 19 0,'-11'7'287'0,"1"-5"-8"0,6 3-9 15,-4 0-7-15,8-5-6 0,-12 2 2 0,12 5 4 0,0-7 1 16,0 0-4-16,9 8-18 0,4-5-18 0,-5-3-21 16,10 0-29-16,2 2-10 0,0-2-21 15,3 2-13-15,10-4-21 0,-11 0-72 0,4 2-50 0,4-3-68 16,-2 2-75-16,-8 1-81 0,3-1-80 0,-6-4-191 16,3-3-549-16,-2 6 243 0</inkml:trace>
  <inkml:trace contextRef="#ctx0" brushRef="#br0" timeOffset="-159413.18">12201 7575 275 0,'-1'-14'321'0,"-3"9"-17"16,4-2-14-16,0 7-9 0,0-8-15 0,0 8-15 16,-1-8-15-16,1 8-19 0,0 0-25 0,-3-4-20 15,3 4-16-15,0 0-22 0,0 0 7 0,-14 16 8 0,6-4 11 16,0 6-8-16,-7 5 12 0,-5 2 9 15,-8 14 2-15,-4 6 2 0,-24 21-1 0,1 0-2 16,-7 2-3-16,-8 3 0 0,-29 26-8 0,19-35-10 0,-26 31-15 16,32-32-5-16,1 2-18 0,-1 2-14 0,-29 25-7 15,42-29-8-15,-5-2-6 0,8-3-7 16,15-14-11-16,3-6-6 0,7 0-35 0,5-5-36 0,9-4-58 16,5-5-67-16,7-9-64 0,7-4-78 0,3-2-94 15,10-4-95-15,9-1-328 0,13-4-865 0,11-5 382 16</inkml:trace>
  <inkml:trace contextRef="#ctx0" brushRef="#br0" timeOffset="-158880.09">12372 7652 183 0,'5'-10'374'16,"-5"10"-22"-16,0 0-31 0,2-2-24 0,-2 2-21 0,0 0 13 15,0 0 12-15,14 13-3 0,-7-1-19 0,10-3-9 16,4 11 1-16,7 5-5 0,14 2-13 0,4 1-18 15,5 2-18-15,29 11-17 0,9 4-10 0,39 11-6 16,-32-15-13-16,43 13-6 0,-40-17-22 0,37 10-11 16,-4 9-16-16,-34-22-9 0,3 5-13 0,29 15-8 15,-45-17-7-15,1-1-11 0,-2 2-3 0,-4 9-4 16,-7-9-9-16,-20-10 2 0,-5 3-13 0,-7-4-12 16,-5 4-15-16,-8-13-21 0,-9-2-18 0,-8-7-19 15,-4-2-15-15,0 5-18 0,1-7-33 0,-8 0-53 16,6-3-56-16,-6-2-52 0,0 0-50 0,0 0-68 15,0 0-54-15,0 0-292 0,-14-16-795 0,14 4 353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1T09:33:36.2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3618 1284 264 0,'0'-14'367'15,"2"2"-9"-15,4-3-12 0,-6 6-11 0,3-1-15 16,-3 1 0-16,4 5-32 0,-4-3-16 0,1 0-25 15,-1 7-29-15,5-6-23 0,-5 6-28 0,0 0-25 16,0 0-8-16,0 0-14 0,-5 23-13 0,5-10-14 16,-5 6 3-16,2 8-14 0,-5 4-12 0,1 11-5 15,-3-2-2-15,4 5-13 0,-8-2 10 0,8 1-18 16,-1 0-9-16,1-3 2 0,-3 6-2 0,3-5-8 16,-3-12 4-16,4 1-3 0,-1 8-7 0,1-12 0 15,-2-4 0-15,6-4 2 0,-6-2-3 0,5-2-7 0,-3-3 7 16,5-3 0-16,-1 1 3 0,-4-3-3 15,10-2 10-15,-5-5-2 0,0 0 2 0,0 0-6 16,10-13-1-16,-2-3-5 0,2-1 3 0,1-10-4 16,4-14-2-16,5 1-1 0,2-6 0 0,-6-6-4 0,6 1 1 15,-7 2 0-15,6-2-3 0,-6 1 6 0,0 7 13 16,-7 1 12-16,7 2 10 0,-10 11 5 16,2-3 6-16,-6 12 10 0,4 1 10 0,-5 3 1 15,2 3-2-15,-2 3-4 0,0 3-13 0,2-1-10 0,3 4-8 16,-5 4-11-16,-5-8-6 0,5 8-5 0,0 0-1 15,0 0-1-15,11 20-2 0,-9-5-2 0,3 9 0 16,-3 3-2-16,-1 5-2 0,6 8 5 0,-1 2-2 16,3 0 1-16,-3-2-4 0,1 3 0 0,1-1-2 15,0-3 1-15,-1-8-4 0,5 7-11 0,-2-7-18 16,-2-1-7-16,-2-1-14 0,3-4-17 0,-3 2-25 16,1-7-15-16,-4-6-27 0,4 4-26 0,-4-7-21 15,2-2-20-15,-1 2-13 0,-4-6-10 0,0 2-21 16,0-7-41-16,0 4-50 0,0-4-24 0,0 0-279 15,0 0-687-15,-19-15 305 0</inkml:trace>
  <inkml:trace contextRef="#ctx0" brushRef="#br0" timeOffset="415.91">3677 1816 157 0,'-14'0'218'0,"7"3"20"16,7-3 8-16,0 0 7 0,-13 0-1 0,13 0-3 15,0 0-1-15,0 0-13 0,0 0-5 0,0 0-5 16,-14-1-30-16,14 1-10 0,0 0-18 0,0 0-8 15,0 0-24-15,0 0-8 0,0 0-19 0,35-7-10 16,-15 3-12-16,-3-3-22 0,11-4-21 0,0 4-29 16,2-2-16-16,-2 0-34 0,3-2-23 0,1-1-29 15,1 1-22-15,7-8-17 0,-11 6-18 0,3-2-10 16,7-9-16-16,-10 5 3 0,2-7-4 0,5-1 7 16,-9 4 15-16,-4 1 13 0,-5-2 11 0,4 0 15 15,-6 1 18-15,-6-1 29 0,-1 2 34 0,-1 4 30 0,-6-3 32 16,1 4 22-16,-3-2 21 0,0 1 16 15,-3 6 16-15,-1-4 14 0,-1 0 1 0,-1 6-2 16,2 1-5-16,-2-3-2 0,-3 4-2 0,4 0 5 16,-1-3-20-16,-2 8-4 0,1-3-7 0,-1 4-16 0,8 2-7 15,-15 0-5-15,15 0-7 0,-17 8-4 16,9 3-8-16,1-6-4 0,-3 10-2 0,0 5 4 16,6 2-8-16,2 1-1 0,-6 4-8 0,8 1 17 15,-7 1-18-15,7 1 0 0,-2 4-7 0,-4-4 9 16,12 2-14-16,-4-1-20 0,5-1-21 0,1 1-21 0,3 0-19 15,1-4-18-15,3 0-12 0,3-6-24 0,0 3-23 16,9-4-28-16,3-6-21 0,1 0-28 16,5-6-11-16,-6-4-156 0,7-4-428 0,-3-3 190 15</inkml:trace>
  <inkml:trace contextRef="#ctx0" brushRef="#br0" timeOffset="1033.5">4632 1763 836 0,'30'-17'-54'0,"-5"-3"12"0,3-4 29 0,-6 5 39 16,-1-5 29-16,-6 5 35 0,-2 2 34 0,-3-1 34 15,-3 3 14-15,0 0 2 0,-7 4 4 0,-2-2-20 16,-3 4-13-16,-3 0-4 0,-4-1-23 0,-3 4-8 15,-1-1-5-15,-6 5 5 0,-4 2-18 0,-6 0 4 16,6 2-13-16,-2 3-8 0,1 3-5 0,-4 2-6 16,1-1-11-16,10 0-2 0,-2 3-4 0,6-4-5 15,1-1-5-15,5 2-5 0,-2 0-2 0,4-2-4 16,2 3 0-16,4 0-8 0,2-3 3 0,2 1-4 16,3-2 4-16,3 0-4 0,7 1-1 0,0 0-5 15,4-3 4-15,-2-1-5 0,3 1 2 0,-2 4-2 16,4-4-4-16,-1 7 0 0,6-2 2 0,-3 3 7 15,1-1-14-15,5 4 2 0,-10-2-4 0,3 9 2 16,-1 1 2-16,-1 3-4 0,9 6 3 0,-15-5-1 16,6 11 3-16,1-2 2 0,-2 5-1 0,-4-1 1 15,-1 0-2-15,-5 5 4 0,2-2 0 0,-2 3 1 16,-5-6 6-16,1 5 1 0,-4-2 8 0,1-3 11 16,-3-11 5-16,-3-2 8 0,-4-2 2 0,4-6 28 15,-4-2 18-15,1-2 23 0,-6-3 29 0,2-5 19 16,-6 1 6-16,-4-5-8 0,-2-6-10 0,-8-5-9 15,2-5-5-15,5-6-14 0,-12-10-14 0,12 5-9 16,8-3-10-16,-6-12-14 0,6-8-19 0,8 1-43 16,6-8-45-16,6 2-51 0,6-1-31 0,9-1-14 0,3 3-7 15,5 4-6-15,9 2 3 0,-7 8 8 0,8 3 10 16,-2 3 4-16,0 4 16 0,-7 8 7 0,-1 4 12 16,-5 3 2-16,-7 1 8 0,1 6 7 15,3-2 2-15,-12 5 5 0,5 0 7 0,-4 4 1 0,-1 2 3 16,0 2 5-16,-1 3 3 0,-1-1 5 0,3 4 3 15,-4 2 5-15,-4 4-1 0,-1-6 4 0,7 8 1 16,-2-5 3-16,-2 3-3 0,2 0 12 16,2-3 0-16,-1 4 6 0,-2-7 13 0,9 2 8 15,-5-3 6-15,6-6 11 0,-3 3 2 0,6-2 0 0,1-8-4 16,3 1-4-16,-1-6 4 0,-2-1-5 0,9-4-2 16,-2-4-3-16,-2-4 6 0,-3-1-9 0,1-3-1 15,-6-3-9-15,-5 0 2 0,3 0 5 0,-6-3-11 16,-7 3 0-16,0 3-4 0,-7-3-4 0,-1 3-2 15,-5 6-4-15,-2-2-7 0,-8 4-23 0,-7 0-27 16,-1 2-29-16,-16 6-45 0,-1-1-50 0,-10 6-74 16,0 3-58-16,-23 11-243 0,15-3-605 0,-18 0 268 15</inkml:trace>
  <inkml:trace contextRef="#ctx0" brushRef="#br0" timeOffset="1616.1">1673 1590 368 0,'-2'-14'420'0,"-3"5"-9"15,5-6-14-15,-6 8-12 0,6 2-20 0,0-2-20 16,-2-1-34-16,-3 4-37 0,5 4-28 0,0 0-29 16,0-8-29-16,0 8-22 0,0 0-11 0,5 20-16 15,-5-8-14-15,0 10-8 0,2 5-12 0,-2 0-12 16,6 2-10-16,-1 8-12 0,-1 4-8 0,4-4-5 16,-8-2-41-16,5-5-31 0,-3-2-46 0,6 2-33 15,-3 1-28-15,1-6-35 0,-4 2-38 0,3-5-34 16,-3-2-47-16,6-5-40 0,-3 4-36 0,-5-11-201 15,2-1-598-15,3-2 264 0</inkml:trace>
  <inkml:trace contextRef="#ctx0" brushRef="#br0" timeOffset="1965.73">1512 1537 194 0,'-3'-9'318'0,"0"2"-8"0,0 1-12 0,3 1-11 15,-5 0-22-15,5 5-23 0,0 0-24 0,1-14-9 16,-1 14-30-16,12-2-15 0,-2 2-10 0,-10 0-18 16,23 2-11-16,-3 3-5 0,-4-4-18 0,6 3-11 15,-2 5-8-15,3 2-12 0,5-2 0 0,0 5-6 0,-1 1-4 16,-1-2-10-16,-1 5-6 0,3 2-5 0,0-1-11 16,-5 2 3-16,-1 0 2 0,1 0-16 15,-10 1 9-15,4 0-1 0,-4 0-2 0,-3 2-8 16,2 1-2-16,-9-3 2 0,-3-6-2 0,-3 11 1 0,-9-3-2 15,2-8 4-15,-5 7 3 0,-6 1 0 0,3-6-9 16,-9-2 9-16,6 1-3 0,1-5-4 16,-5-2 0-16,8 1 2 0,2 1-10 0,4-8 2 0,1 4-4 15,2-1-26-15,1-5-17 0,0 0-28 0,7-2-38 16,0 0-42-16,0 0-46 0,0 0-32 0,38-19-32 16,-14 12-33-16,9-8-207 0,6-6-539 0,-1 0 239 15</inkml:trace>
  <inkml:trace contextRef="#ctx0" brushRef="#br0" timeOffset="2199.15">2424 1590 157 0,'5'-4'341'0,"-5"4"-12"0,0 0-17 0,0 0-28 16,0 0-20-16,0 0-13 0,0 0-7 0,0 0-5 16,-13 17 0-16,7-6-2 0,1 5-15 0,1-1-19 15,-2 4-5-15,1-3-15 0,1 3-15 0,-1 5-13 16,2 1-14-16,-2 2-11 0,5-2-11 0,0-1-11 15,5 3-17-15,-3-1-7 0,-1-3-4 0,-1 0-7 16,9-2-9-16,-6 5 1 0,-1-7-14 0,4 0-1 16,-2-2-4-16,-1 1-25 0,-1-5-38 0,4 5-39 15,-4-10-31-15,1 0-34 0,0 0-24 0,-3-1-17 16,0-2-24-16,0-5-46 0,0 0-54 0,0 0-30 16,0 0-275-16,0 0-639 0,0 0 284 0</inkml:trace>
  <inkml:trace contextRef="#ctx0" brushRef="#br0" timeOffset="2533.07">2309 1602 293 0,'0'-8'314'0,"0"-7"-8"0,0 7-4 0,0-4 2 16,-7 1-11-16,7-4-22 0,7 0-3 15,-7 2-17-15,0-4-16 0,0 2-18 0,6 0-21 16,-1 0-15-16,0 0-8 0,0 0-29 0,7 0-17 0,-4 2-17 15,0 1-7-15,7 1-10 0,-7-1-17 0,6 6-5 16,-1-2-7-16,2 4-16 0,1 1 5 0,-1 3-12 16,0-2-14-16,2 4 1 0,-1 0-15 15,-1-1 2-15,-2 9-5 0,4 2-1 0,-2-1-3 0,-4 1 2 16,-2 3-4-16,4-2 2 0,-6 2-2 0,1 2-5 16,-2 1-2-16,-4 1-1 0,3-2 12 0,-5 2-11 15,0 1 4-15,-7 0 3 0,3 1-6 0,-5-2 5 16,1 4-5-16,-5-3-13 0,-7 0-18 0,2 1-23 15,-1-1-37-15,-2-3-35 0,-2 0-38 0,1 0-38 16,-4-1-58-16,3 0-45 0,3-4-261 0,-3 2-613 16,6-5 272-16</inkml:trace>
  <inkml:trace contextRef="#ctx0" brushRef="#br0" timeOffset="3082.59">1607 2730 236 0,'-28'10'337'0,"13"-5"-15"15,-5-1-18-15,8 1-14 0,1-2-17 0,2 2-19 16,3-3-20-16,3 3-9 0,3-5 39 0,3 7 23 0,-3-7 9 16,28 8-3-16,8-5-14 0,22-6-21 15,32 3-17-15,55-5-23 0,4-3-18 0,7 0-8 16,6-3-2-16,12-4-5 0,18 8-10 0,-5-5 0 16,17 2-21-16,2 0-13 0,0 3-17 0,-6 6-10 0,0-7-14 15,-4 4-5-15,-3-4-11 0,-2 1-3 0,-9-2-10 16,-12-1-11-16,-16 3 0 0,-12-1-12 15,-46-2-7-15,-5 7-6 0,-1-5 4 0,-1-3-15 16,-28 6-12-16,-4-1-7 0,-9-3-7 0,-14 6 0 0,-4-1-5 16,-13 0 1-16,3 1-8 0,-12 2-16 0,0-5-30 15,-1 0-38-15,-7 6-29 0,0-6-36 0,0 6-40 16,-15-8-37-16,-3 4-38 0,-1 1-32 0,-9 3-50 16,-1-6-55-16,-5 6-43 0,-9 0-250 0,9-1-766 15,-13 1 340-15</inkml:trace>
  <inkml:trace contextRef="#ctx0" brushRef="#br0" timeOffset="3716.44">3108 1892 32 0,'-15'-2'352'0,"15"2"-12"0,-13 0-16 0,13 0-23 15,0 0-16-15,0 0-26 0,-10-2-23 0,10 2-26 16,0 0-13-16,0 0-20 0,0 0-19 0,0 0-18 16,0 0-9-16,0 0-17 0,0 0-9 0,0 0-12 15,0 0-14-15,0 0-1 0,0 0-4 0,0 0-9 16,0 0-6-16,41 4-5 0,-24-4-4 0,1 0-8 15,2-2 0-15,-2 2-6 0,2-2-6 0,-3-1-8 16,-2 3-11-16,-2 0-1 0,-3-1-4 0,5 1 8 16,-9-3-12-16,-6 3 6 0,13 0 0 0,-13 0-4 15,9-1 1-15,-9 1 1 0,0 0-1 0,0 0-8 16,0 0 9-16,-40-3-11 0,20 3-13 0,-3 1-35 16,-4 1-39-16,-2-1-50 0,-3 3-62 0,14-1-67 15,-5-1-293-15,3 0-611 0,2-1 270 0</inkml:trace>
  <inkml:trace contextRef="#ctx0" brushRef="#br0" timeOffset="28766.6">5862 3546 156 0,'-1'-15'458'0,"-4"-2"-2"16,3 4-7-16,-3 4-18 0,3-3-16 0,1 6-21 16,-4-1-32-16,5 0-43 0,0 7-41 0,0 0-35 15,-2-5-23-15,2 5-22 0,0 0-19 0,7 21-20 16,-4-5-11-16,4 2-18 0,4 6-10 0,-3 6-12 16,9 9-8-16,-12-9-12 0,7 0-6 0,-4 14-9 15,2-15-5-15,0 10-7 0,-4-10-11 0,1-2-34 16,0-2-47-16,-4 1-47 0,2-7-46 0,-2 0-62 15,2-2-40-15,-5 0-45 0,0-4-47 0,2-4-38 16,-2-1-37-16,-2-1-237 0,2-7-682 0,-10 3 302 16</inkml:trace>
  <inkml:trace contextRef="#ctx0" brushRef="#br0" timeOffset="29649">5692 3468 133 0,'-5'-8'390'0,"-2"1"-5"0,6-4-2 0,-1 7-20 16,-3-2-24-16,5-3-37 0,-2 6-32 0,2 3-28 16,0 0-31-16,9-7-19 0,-1 7-16 15,-8 0-18-15,33 4-17 0,-13 0-17 0,8 8-4 0,0 2-20 16,3 3-13-16,9-1-13 0,-2 5-4 0,-3 4-4 16,-2 2-10-16,-8-8-4 0,1 1-6 0,4 14-15 15,-10-10-2-15,7 7-11 0,-11-7-7 0,1-2 2 16,-7 1-7-16,-4 2 0 0,1 1 0 0,-5-7 3 15,-2 0-10-15,-2-2 3 0,-5 3 4 0,-6-10-3 16,3 7 3-16,-11-2 1 0,1-3 15 0,-10 2 18 16,3-6 15-16,-1 4 22 0,-5-4-1 0,7-4 3 15,4 1 11-15,-6-2 3 0,5-3 6 0,1 3 3 16,2-6 0-16,11 3-4 0,-5-3-2 0,6 1-5 16,1-3-15-16,1 0-6 0,6 5-12 0,0-7-12 15,6 1-12-15,9-1-17 0,8 3-19 0,6-2-21 16,7 0-14-16,-3 2-9 0,9 0-19 0,6 1-12 15,0 2-13-15,-5 1-7 0,1 1-17 0,-7 2 10 16,6-3-12-16,-10 0 8 0,3 4 2 0,-3-4 5 0,-1 1 10 16,-2-2 6-16,-1-1 13 0,-1-4 4 15,-13 3 13-15,7-3 8 0,-7 0 3 0,1-2 7 16,-1-5 28-16,-3 6 3 0,-1-12 15 0,1 9 11 0,-4-10 14 16,-1 4 5-16,1 0 14 0,-1-4 8 0,-7 5 11 15,6-3 3-15,-2-2 7 0,-1 10 2 0,0-5 0 16,-3 4 0-16,0-4-1 0,0 8-3 0,0-1-7 15,0 3-3-15,0-3-11 0,0 8-10 0,-8-11-8 16,0 11-4-16,8 0-8 0,-22 5 0 0,12-1-3 16,-10 4-4-16,7 2-1 0,-5 1-7 0,0 4 1 15,1 5 2-15,-3-4-7 0,10 0 0 0,-3 1-3 16,5 1-1-16,5-3-5 0,-1 1-13 0,8 3-11 16,-1-4-13-16,5-2-10 0,5-1-24 0,9 2-27 15,8-6-24-15,5 3-20 0,-4-7-18 0,15 1-18 16,-4-8-18-16,2 1-10 0,-9-5-9 0,11-2-5 15,-4 2-2-15,-1-12-6 0,2 4 7 0,-1-7-2 16,-8-3-1-16,0-2 6 0,-11 1 2 0,2-6 12 16,-6 5 23-16,3-8 20 0,-7 4 17 0,-7 3 55 15,0 2 55-15,-1 2 44 0,-7 6 60 0,3-2 36 16,-6 1 26-16,3 3 24 0,-8 1 14 0,4 0 10 16,-6 3 10-16,9 0 6 0,-6 4 0 0,-1-2-2 15,-2 5-9-15,3 1-16 0,-1 3-14 0,-2-1-12 0,10 2-9 16,-21 2-15-16,11 3-10 0,-5 0-8 0,7 9-9 15,-7-3-9-15,3 8 1 0,5 5-15 16,-1-1-2-16,5 4-8 0,-4 2-5 0,6 5-1 0,1-2-9 16,5 13 1-16,1-2-6 0,2 3-8 0,2-1 2 15,5-1-6-15,0 7 0 0,2-1-5 0,-1-4 2 16,2 3-2-16,1-1-9 0,-4 1 3 0,6-1-3 16,-6-6 1-16,2 0-5 0,-6-2-11 0,4-10-13 15,-7 1-8-15,-1-6-9 0,0-7-15 0,-7 0-18 16,1-5-12-16,-1-1-8 0,0-4-5 0,-1-1-25 15,-6-5-34-15,0 0-29 0,7-2-49 0,-15-9-59 16,2-2-70-16,3-5-270 0,-3-9-677 0,-2-4 301 16</inkml:trace>
  <inkml:trace contextRef="#ctx0" brushRef="#br0" timeOffset="29848.82">6923 3849 345 0,'0'0'382'0,"0"-9"3"0,0 9-3 0,0 0-26 16,0 0-7-16,0 0-6 0,0 0-8 0,0 0-11 16,22-3-28-16,-12 2-29 0,1-3-22 0,7 1-28 15,1 3-22-15,-1-1-18 0,3-3-20 0,3 2-19 16,0-4-49-16,8 2-63 0,-6 0-68 0,1 0-84 0,-6 1-77 16,6-1-103-16,3-3-99 0,-2 5-250 15,-2-5-709-15,-4 3 314 0</inkml:trace>
  <inkml:trace contextRef="#ctx0" brushRef="#br0" timeOffset="32398.77">9090 3410 133 0,'3'-14'441'0,"-1"2"15"16,-2 0 13-16,1 3 0 0,-1-3-5 0,5 5-13 0,-3-4-15 16,-2 3-22-16,0 4-26 0,0 4-39 0,3-8-38 15,-3 8-35-15,2-8-42 0,-2 8-24 0,0 0-25 16,0 0-15-16,0 0-15 0,8 28-15 0,-1-13-11 16,-7 1-15-16,2 3-13 0,-1 1-8 0,6 3-8 15,-1 4-9-15,-1-3-6 0,2 3-39 0,1 0-43 16,-4 0-36-16,4 0-47 0,-5 0-46 0,0-6-57 15,7-1-55-15,-6-3-42 0,-4 0-43 0,1 0-45 16,6-5-38-16,-4-4-32 0,1 0-250 0,-4-4-760 16,0-4 336-16</inkml:trace>
  <inkml:trace contextRef="#ctx0" brushRef="#br0" timeOffset="32748.75">9005 3247 230 0,'-6'-11'358'0,"4"2"0"0,-1-2 6 16,-1 3 1-16,3 4-19 0,1-3-16 0,-5-1-25 16,5 8-32-16,0-8-32 0,0 8-25 0,15-4-21 15,-4 4-18-15,8 1-21 0,-3 1-14 0,12 4-11 0,2 1-17 16,5 4-12-16,-2-2-11 0,8 7-6 0,2-1-7 16,-3 5-10-16,1-1-8 0,-1 1-5 15,-12-1-10-15,0 3 1 0,1-3-13 0,-5 1-3 16,0 3-6-16,-6 3-2 0,0-1-8 0,0-2-1 0,-1 0-1 15,-9-4-6-15,9 4 9 0,-13 0-11 0,-2 1-6 16,-2-4 10-16,-6-1-8 0,1 0 7 0,-7-3 0 16,-3-2 2-16,-5 3-1 0,-3-2 2 15,0-4-6-15,-7 1 7 0,-1-3-1 0,-2 1-3 0,-1-3 5 16,1-6-1-16,2 0-3 0,-6-1 4 0,9-1-1 16,-3 1-3-16,8-3 0 0,4 0 1 0,1-3-9 15,3 0-33-15,9 1-33 0,-1 0-49 0,2-5-59 16,8 3-69-16,6-5-65 0,9-8-70 0,7 1-280 15,0-2-713-15,13 2 317 0</inkml:trace>
  <inkml:trace contextRef="#ctx0" brushRef="#br0" timeOffset="33015.78">9878 3313 358 0,'0'0'376'15,"0"0"-25"-15,0 0-28 0,10 0-31 0,-10 0-33 16,0 0-26-16,0 0 10 0,9 12-10 0,-9-1-8 16,2-3-10-16,3 0-13 0,-5 11-12 0,5-3-15 15,-2 0-18-15,-3 4-19 0,7 7-9 0,-5-1-13 16,4 1-7-16,1-2-14 0,1 5-9 0,-1 1-10 16,-6-1-7-16,6 1-6 0,-2-3-7 0,-2-1-33 15,2-1-23-15,4-8-44 0,-9 1-35 0,6-4-34 0,-4 0-34 16,3-3-28-16,-4-2-24 0,-1-2-4 15,5-4-44-15,-5-4-45 0,0 0-258 0,0 0-594 16,0 0 263-16</inkml:trace>
  <inkml:trace contextRef="#ctx0" brushRef="#br0" timeOffset="33365.56">9878 3249 6 0,'-10'-7'380'0,"3"-1"-6"0,7 1 1 16,-8-4 0-16,3 3-7 0,2 0-22 0,-6-2-8 16,6 6-17-16,1-5-31 0,1 5-33 0,-4-4-23 15,5 2-28-15,5 0-19 0,-5 6-22 0,15-9-17 16,-6 4-14-16,6 1-18 0,0 4-5 0,5-3-17 16,2 6-12-16,-4-2-5 0,3 6-11 0,1-4-3 15,-1 4-10-15,9 1-5 0,-3 2-8 0,-3 0-1 16,0 2-8-16,0 2-2 0,-5-4-6 0,-1 5-4 15,-2-4 0-15,1 1-8 0,-9 2-5 0,7-4 0 16,-12 1-1-16,4 0-7 0,-4 1 4 0,-3-1 2 16,-3 1 1-16,0-3-2 0,-4 5 3 0,-8-1 0 15,4-1 0-15,-4-2-2 0,-7 7 1 0,-3-5-3 16,6-2 0-16,-8-1-2 0,-3 5-17 0,7-3-9 16,2-6-29-16,-1 3-22 0,1-4-36 0,6 4-33 15,-7-5-29-15,14 3-35 0,0-4-36 0,-6 4-41 16,14-6-57-16,-8 0-288 0,8 0-684 0,0 0 303 15</inkml:trace>
  <inkml:trace contextRef="#ctx0" brushRef="#br0" timeOffset="34365.37">11180 3023 96 0,'0'0'210'0,"0"0"-4"0,0 0-11 16,0 0 4-16,10-7-8 0,-10 7-7 0,0 0-7 15,0 0-5-15,0 0-11 0,0 0-12 0,0 0-6 0,0 0-15 16,0 0 1-16,0 0-25 0,0 0-9 0,0 0-10 16,0 0-6-16,0 0-2 0,0 0 7 15,-26 18 13-15,16-10 5 0,-3 4 2 0,-4 0 10 16,2 0 6-16,-6 9 12 0,-1-3 4 0,-4 1-1 0,4 4 0 15,-3 1 3-15,-3 6-2 0,-2 0-4 0,2 3-3 16,-2 1-2-16,12-7-9 0,-8 8-3 16,11-8-10-16,-3 2-12 0,-1 7-7 0,6 1-7 0,3-4-8 15,5-3-3-15,2 3-4 0,5 0-5 0,3 6-1 16,-4-11-10-16,9 2-2 0,3-3-2 0,7 9-12 16,5-2 4-16,2-3-4 0,2-3 2 0,3 6-6 15,1-11-3-15,-8-1-1 0,4-5-2 0,0 3-4 16,-1-2 1-16,-3-2-1 0,6 0 1 0,-4-5-6 15,1 0 0-15,-10 1-2 0,2-3-3 0,0-3 1 16,-2 0 1-16,-2 1 5 0,-1-4-5 0,-10 1 1 16,5 0 0-16,-5-3 2 0,3-1 1 0,-8 0-3 15,9 3 2-15,-9-3-2 0,0 0-1 0,6 4-3 16,-6-4-16-16,0 0-6 0,0 0-7 0,0 0-19 16,0 0-17-16,0 0-36 0,14-7-33 0,-14 7-34 15,0 0-31-15,0-5-33 0,0 5-31 0,0 0-45 16,1-11-51-16,-1 11-48 0,0 0-251 0,5-4-703 15,-5 4 311-15</inkml:trace>
  <inkml:trace contextRef="#ctx0" brushRef="#br0" timeOffset="36598.78">11938 3126 19 0,'0'0'414'16,"4"-9"-3"-16,-4 9 0 0,0 0-20 0,0 0-26 16,1-8-24-16,-1 8-35 0,0 0-27 0,0 0-29 15,0 0-25-15,0 0-25 0,0 0-23 0,0 0-14 16,0 0-18-16,0 0-16 0,23 11-16 0,-16-4-6 16,-2 1-12-16,5 1-7 0,0 0-12 0,-4 3-3 15,8 1-11-15,1-1-9 0,-7 3-4 0,5 0-5 16,-5 1-27-16,4-5-13 0,-4 5-4 0,1-8 0 15,-3 3-8-15,-4-2-12 0,4-3-9 0,1 2 2 16,-5-3-3-16,4 0 10 0,-6-2 6 0,0-3 0 16,7 7 3-16,-7-7 11 0,3 3 0 0,-3-3-2 0,0 0 0 15,0 0-2-15,0 0-1 0,-10-18 0 16,10 9 1-16,-6-1-7 0,4 1 8 0,-5-2 2 0,1 1 1 16,-1-2-2-16,-1 0 12 0,3 2-10 0,-7-1-5 15,-1 0 5-15,7-4-2 0,-9 8 2 0,0 1-5 16,1-1 1-16,3-2-6 0,1 2 0 15,-7 4 0-15,3-1 1 0,0 4 4 0,-2-1-2 0,-4 1 2 16,3 1-2-16,2 2 0 0,-4 1-3 0,0 3 8 16,3-2-2-16,-4 3 0 0,3-1 1 0,-2 0 10 15,9 3-12-15,-9 0 0 0,4-2-9 0,1 3 12 16,0-4 3-16,4 2-13 0,4-1 9 0,-9 0-6 16,8 3 1-16,-1-3 8 0,1 0-1 0,1 0 1 15,6-1 0-15,-9 1 0 0,9-2-2 0,0 0-1 16,0 1 0-16,0 1-4 0,2 0 8 0,5-3-1 15,-7 2 3-15,6 1-2 0,1 0-5 0,1-2 4 16,-1 3 1-16,4 3-4 0,-1-5 5 0,5 1 11 16,-6-1-6-16,5 2-13 0,1 1 1 0,4 0 2 15,-3 0 1-15,-3 2 7 0,2-4-3 0,-3-1 3 16,4 5-9-16,-1-2 3 0,-1-1 2 0,2 3 4 16,-4-5-9-16,1 2 3 0,-3 0-10 0,0 1 5 15,-2 1 1-15,7-3 1 0,-12-1-5 0,2 2 1 16,4 0 0-16,-9-6 0 0,4 4 2 0,0 4 1 15,-4-3-10-15,0-3 21 0,0 3-12 0,0-2-3 16,0 0 7-16,0-6-7 0,-4 14 3 0,0-9 8 16,-5 1-1-16,3 3-3 0,-4-6 0 0,1 5 5 15,-2-2 1-15,-2-3 1 0,1 2 6 0,-3 0-5 0,-1-1 10 16,4-1 6-16,-3 2-2 0,0-3 3 0,0 1 4 16,-5 0-6-16,4-3 14 0,3 0 7 15,-7 0 2-15,5-3 2 0,0 2 0 0,5-3 0 0,-10-1-2 16,12-2-1-16,-7 0-8 0,2 1 0 0,-2-1-2 15,7-1 1-15,-1 2 1 0,-1 0 2 0,0-3-2 16,7 3 2-16,-3 0-2 0,-1 1-3 16,2 2 0-16,5 3-2 0,-7-5-3 0,7 5-2 0,-8-2-6 15,8 2-2-15,-3-8-3 0,3 8-3 0,0 0-7 16,0 0 3-16,0 0-5 0,0 0-3 0,-9 0-1 16,9 0 3-16,0 0-2 0,0 0-1 0,0 0 2 15,12 17 2-15,-5-14-3 0,-4 3 2 0,2-2 2 16,3 4-1-16,0-1-1 0,4 2 2 0,-4 1 0 15,6 0-1-15,-3-3-2 0,4 5 1 0,3-1 6 16,-4-4-8-16,0 2 1 0,1-1 1 0,2-2-2 16,1 2 4-16,-1 0 0 0,-4-3-6 0,-3-1 4 15,1-1-9-15,-1 0-8 0,-3 1-11 0,3 0-5 16,-7 2-31-16,4-4-15 0,-1-1-21 0,-6-1-36 16,12 0-45-16,-12 0-42 0,12 0-67 0,-12 0-55 15,10-1-340-15,-10 1-740 0,0 0 328 0</inkml:trace>
  <inkml:trace contextRef="#ctx0" brushRef="#br0" timeOffset="37265.25">12400 2975 312 0,'0'0'375'0,"0"0"7"0,-7-7-11 0,7 7 3 16,-1-3-10-16,1 3-12 0,0 0-25 0,0 0-29 15,0 0-29-15,0 0-25 0,0 0-26 0,0 0-21 16,0 0-23-16,0 0-17 0,0 0-17 0,0 0-6 16,8 20-13-16,0-10-11 0,6 4-7 0,0 0-12 15,6 5-1-15,-1 0-17 0,2 2-8 0,-4 1 0 16,2 5-15-16,-2-5 4 0,3 2-11 0,-4 3-3 15,3-3-5-15,-8 2-4 0,7-2-5 0,1 7 1 16,-8-4-5-16,-1-3 1 0,2 3-3 0,-2-1-3 16,0 2-3-16,-9 0 0 0,3-2-2 0,2 2 2 15,-4 2-2-15,3-3-1 0,-10-4-3 0,3 5 1 16,-3-2 1-16,0-2-4 0,0 2 2 0,-6-2-1 16,2-1 1-16,1-3 0 0,0 3-6 0,0-7 4 0,-7 3-11 15,3 1-25-15,4-5-32 0,-5 1-35 0,3-1-49 16,0-1-42-16,-2-1-43 0,-3 2-50 15,5-3-69-15,-1 0-65 0,-6-2-275 0,2-1-747 0,-1-2 330 16</inkml:trace>
  <inkml:trace contextRef="#ctx0" brushRef="#br0" timeOffset="39765.99">7291 4974 233 0,'-7'-8'384'0,"5"3"-3"0,1-3-8 0,-4 2-27 16,5 6-32-16,-2-8-31 0,2 8-37 0,-7-5-27 16,7 5-24-16,0 0-24 0,0 0-16 0,2 20-1 15,3-4-30-15,2 2-14 0,-4 3-9 0,4 4-6 16,-1 4-10-16,-2 2-17 0,1-1 0 0,-1 12-6 16,1-5 4-16,-1-5 10 0,-1 7-13 0,0-9 3 15,-1 0-30-15,0-2-17 0,-1 1-35 0,3-5-38 16,-4 3-31-16,1-1-37 0,3-9-41 0,-4 0-58 15,3-2-61-15,-1-3-59 0,-2-2-195 0,3-1-578 16,-1-2 255-16</inkml:trace>
  <inkml:trace contextRef="#ctx0" brushRef="#br0" timeOffset="40184.75">7845 5167 182 0,'12'-27'223'16,"-4"-1"2"-16,0 1-6 0,1-2 3 0,-3 10 10 16,1-5 4-16,-1-1 4 0,-4 5 10 0,3 3 1 0,-5 0-4 15,0 2 3-15,0-4 2 0,2 9-8 0,-4-3-7 16,-3 5-13-16,5-3-18 0,0 6-19 15,0-2-16-15,0 7-29 0,0 0-18 0,-7-3-14 0,7 3-8 16,0 0-11-16,-14 26-12 0,5-15-19 0,1 6 5 16,0 6-9-16,-4 5-3 0,4-1-6 0,0 3-7 15,-1 9-2-15,3-7-5 0,1 10-7 0,3 3 4 16,2-2-7-16,7 0-4 0,-1-1 3 0,-4 2-3 16,5 1-3-16,1 1 3 0,5 1-4 0,-3-3-2 15,5-2-5-15,-2 1 2 0,-5-1 1 0,6-3-1 16,-8 5-3-16,3-14 4 0,-1 1-12 0,-2-1 8 15,-1 1 1-15,-3-1 2 0,-2-3 4 0,0 1-8 16,0-9-2-16,-2-3-5 0,-3 0-20 0,4-5-19 16,-1 0-22-16,-1-2-32 0,3-2-44 0,-8-2-38 15,1-3-47-15,7-2-54 0,-15 1-66 0,15-1-65 16,-15-12-236-16,9 2-698 0,-1-3 310 0</inkml:trace>
  <inkml:trace contextRef="#ctx0" brushRef="#br0" timeOffset="40382.55">7784 5562 271 0,'-2'-6'451'0,"-1"0"-4"0,3 6 1 0,0-11-17 0,0 4-21 16,0 7-26-16,0-9-33 0,0 9-32 0,5-9-31 16,0 4-28-16,0 1-30 0,6-1-24 0,-2 1-18 15,6-2-24-15,1 3-26 0,4-2-42 0,3 3-48 16,5-5-64-16,0 3-69 0,4 1-69 0,-1 0-79 15,-1 2-87-15,5-6-89 0,-7 6-244 0,3-7-706 16,-1 4 313-16</inkml:trace>
  <inkml:trace contextRef="#ctx0" brushRef="#br0" timeOffset="41532.28">9126 5301 152 0,'5'-10'247'0,"2"2"2"0,-7-1-1 16,3-1-5-16,0-1 0 0,-1 0 0 0,-2 2-7 16,2-2-11-16,-2 2-8 0,0-2-12 0,-2 2-12 15,-3 2-18-15,3-4-11 0,-4 5-23 0,-1 0-13 16,4 0-15-16,-9-3-10 0,2 6-9 0,-1 0-16 16,-1 3 2-16,-3 5-17 0,0-3-12 0,-4 8-3 15,2-2-4-15,-1 0 4 0,1 8-16 0,2-4 1 16,-6 7-7-16,6 0 0 0,2 2-4 0,-2-3-2 15,6-2-12-15,3 2 1 0,-2-1-10 0,8 2-7 16,0-4-5-16,0 2 0 0,1 0-5 0,12-2 3 16,-4-3-12-16,6-2-15 0,-2-4-18 0,2 6-13 15,6-4-12-15,-6-4-9 0,7-2-12 0,-2-1-2 0,-2-1 1 16,5-1 1-16,-3-4 9 0,0 0 13 16,-4-2 3-16,-1-3 10 0,2 0 9 0,-2-5 5 15,-4 6 8-15,1-6 10 0,-6 3 13 0,4-3 19 0,-5 2 20 16,0-4 18-16,2 5 18 0,-5-1 15 0,-1 4 10 15,-1-3 6-15,5 3 17 0,-10-2 0 0,5 4-4 16,-1 0 7-16,1-1-6 0,0 2-5 0,0 6-8 16,-2-11-9-16,2 11-8 0,0-4-10 0,0 4-7 15,0 0-9-15,-12-4-10 0,12 4 6 0,0 0-9 16,0 0-11-16,-10 13 9 0,9-7-4 0,1 2-7 16,0 0-3-16,-4 4-5 0,8 0-3 0,-3-1-4 15,1 5-5-15,5-1-4 0,-6 0-2 0,6 0-5 16,1 1-9-16,5-5-11 0,-6 1-10 0,8 3-14 15,0-6 0-15,0 2-8 0,6-2-16 0,-6-3-10 16,8-2-6-16,-4 1-7 0,-1-5 0 0,0 0-4 16,0 0 9-16,2-9 6 0,0 2 12 0,-4-2 11 15,1-3 4-15,0 2 8 0,-6-5 6 0,-1 2 10 16,2-8 4-16,-2 3 5 0,-4-1 6 0,2-8 11 0,-1 0 10 16,-5 0 18-16,4-2 11 0,-6 0 11 15,7-3 11-15,-12 2 12 0,5-1 6 0,-2 1 13 16,2 3 12-16,-6 3 2 0,4 5 2 0,2-1 3 15,-7 5 6-15,1-2 5 0,4 3-1 0,-4 2-5 0,6 3 1 16,-7 0-12-16,5-1-15 0,-1 7-6 0,0-2-14 16,3 5 4-16,-7-3-11 0,7 3-5 15,0 0-6-15,-15 11-6 0,9-1 10 0,-1 0-10 16,2 6-3-16,0 0-4 0,-3 0 3 0,1 10-8 0,2-2 2 16,0 3-6-16,2-1 10 0,0 1-7 0,4 1 4 15,1-1-4-15,-2 0-3 0,3 0 6 0,0-1-1 16,4-2-3-16,0 3-9 0,3-2 4 0,3-3-10 15,-5 2-15-15,4-7-17 0,1 1-31 0,-1-3-31 16,-1-1-40-16,6-4-45 0,-2-3-39 0,1 3-42 16,-1-8-45-16,0 3-167 0,-2-5-515 0,7-2 228 15</inkml:trace>
  <inkml:trace contextRef="#ctx0" brushRef="#br0" timeOffset="43465.08">9797 5215 118 0,'16'3'149'16,"-16"-3"-7"-16,10 8-10 0,-3-6-14 0,-1 5-9 15,3-1-5-15,-6 2-7 0,3 0-8 0,6 7-13 16,0-3-5-16,-7 2-7 0,5-4-4 0,-4 4-7 16,1-2-6-16,-1 4-2 0,3-4-5 0,-3 2-6 15,1-3 0-15,-7 2-6 0,2-6-5 0,4 1 2 0,-6 4 0 16,0-4 0-16,0-1 7 0,0 1 13 15,0-8 12-15,-8 4 13 0,1 0 9 0,7-4 12 16,0 0 8-16,-8 2 9 0,8-2 4 0,-13-7 3 16,13 7-10-16,-9-11-7 0,9 5-12 0,-3-3-6 0,6-4-9 15,-6 3-7-15,8-7-13 0,0 2-10 0,3-2-22 16,7 4-19-16,0-4-29 0,0 3-19 0,7-2-19 16,-1 2-13-16,6-2-20 0,-9 8-4 0,2-2-4 15,4 0 2-15,-4 3-4 0,2 3 6 0,-2-2 8 16,-2 0 6-16,-3 3 10 0,1-5 10 0,-4 7 2 15,-2 0 10-15,-2-1 14 0,-1-1 15 0,-7 3 11 16,10-3 16-16,-10 3 10 0,3-7 12 0,-3 7 13 16,2-3 8-16,-2 3 8 0,0 0 3 0,0 0 12 15,-12-14 2-15,5 12 4 0,7 2-3 0,-14-1 1 16,4-1-6-16,10 2-6 0,-17 0-5 0,9 3-5 16,0 2-5-16,1-3-7 0,-1 3 0 0,-1 0-2 15,-1-1-3-15,7 7-2 0,-2-4-1 0,5 2-3 16,3 4-3-16,-1-4 0 0,5 1 0 0,-1 5-6 15,6 0-5-15,6 4-4 0,4-4-11 0,4 4-18 16,2-6-20-16,2-1-22 0,13 3-22 0,2-5-16 16,-2-1-19-16,3-6-14 0,-1 4-13 0,0-3 0 15,-9-4 6-15,7-4 11 0,-8-3 9 0,-5 2 16 16,1 0 13-16,-4 0 22 0,-1-7 19 0,0-1 18 0,-9 4 30 16,1 0 26-16,-5-2 25 0,-3-1 33 15,4-1 22-15,-9-1 23 0,0 6 17 0,-4-4 12 16,3 1 4-16,-4 0-2 0,-5 2-5 0,5-2-7 15,-9 2-14-15,4-1-9 0,-5 6-10 0,2-2-11 0,-3 0-11 16,-6 3-11-16,2 2-6 0,-1-3-8 0,-4 8-3 16,3-1-8-16,-1-1-4 0,1 4-5 0,-4 2-7 15,-1 1-5-15,7 0 0 0,1 0-6 0,-1 3 9 16,0 2-15-16,2-4 4 0,4 5-4 0,-4-3-7 16,11 0-3-16,-3-2-5 0,0-1 1 0,2 3-2 15,3-2-4-15,3-3 1 0,2 2-2 0,-5-5 1 16,5 3-4-16,4-2 0 0,4-2 0 0,-5-1-2 15,7-2 2-15,-15 0-3 0,23-5 2 0,-3-2 4 16,-5 1-1-16,0-3 4 0,0 4-2 0,0-7 0 16,-2 4 1-16,0-4 2 0,0-2 1 0,-3 2 4 15,0 1 6-15,-1 2 13 0,-5 1 14 0,3-1 10 16,-4-1 10-16,4 2 7 0,-2 0 0 0,-2 2-7 16,4 1-7-16,-7 5 7 0,0-5-24 0,0 5-10 15,0 0 0-15,0 0-2 0,0 0 2 0,0 0-11 16,0 0 1-16,3 16-10 0,-3-8-11 0,2 2-5 15,0-2-4-15,-1 2-1 0,4 6-10 0,3-5-10 16,1 4-17-16,4-4-18 0,-1 2-16 0,-1-2-19 16,7-1-23-16,1-4-25 0,9 6-21 0,1-5-18 15,-5-2-11-15,12 0-6 0,-6-5-4 0,5 0 5 16,-6-2 4-16,1-1 11 0,-2 0 13 0,2-6 18 16,-2 3 16-16,-3-5 15 0,-3 4 15 0,1-1 15 0,-8-4 20 15,5 2 14-15,-9-2 27 0,6 0 38 16,-9 3 30-16,-6 0 38 0,4-3 20 0,-4 6 22 15,0-5 18-15,-4 3 6 0,0-3 2 0,-4 3 7 16,-1 1-7-16,-1-1 1 0,-4 4-6 0,2-2 3 0,-3 0-1 16,-4 3-1-16,-2-2-1 0,2 1-8 0,-8 8-4 15,5-8 2-15,-1 8-17 0,-1 0 1 0,1-1-10 16,-1-1-10-16,6 4-6 0,-7 1-11 0,1 3-3 16,7-3-1-16,-1 3-13 0,1-1-3 0,3 1-3 15,4-1-7-15,-5 3 1 0,9-3-5 0,-1 6-3 16,4-3-5-16,1 0-1 0,-5-2-2 0,10 1-4 15,-4 4-1-15,6-5-4 0,6 4-5 0,-3-5-3 16,12-2-13-16,-6 5-10 0,2-9-16 0,1-1-9 16,2-2-7-16,9 0-8 0,-9-2-3 0,3-1 2 15,4-5-1-15,-5-3 0 0,5-2-2 0,-5-1-9 16,5 1 0-16,-6-6 4 0,1 3-4 0,-1-5 5 16,1-3 3-16,-3 0 2 0,-4-3 1 0,-1 0 9 15,-2 0 7-15,0-1 16 0,-4-6 19 0,-3 4 4 16,-1-1 16-16,-3 3 15 0,-2-1 7 0,-3 3 8 15,3-1 13-15,-4 2 7 0,-1 4 6 0,2 6 5 16,0-1-5-16,-4 5 0 0,5 0 1 0,-4 6-11 16,4-6-10-16,-3 3-5 0,0 5-3 0,5 3-12 15,-11-1 1-15,11 1-2 0,-15 4-7 0,7 3 1 0,-1 1 3 16,3 3-5-16,1 4-5 0,-4 5-1 0,3 5 3 16,6-7-4-16,-8 8 0 0,6 1 0 15,-1 0 0-15,3-2-2 0,3 3 3 0,-1 1-5 16,6-2 3-16,-2-2-5 0,3 0-1 0,-1 2-8 0,4-8-5 15,-4 8-9-15,2-10-6 0,0 1-3 0,1-5-8 16,4 2-1-16,-2-2-8 0,1-2-2 16,1-2-3-16,-2-3 5 0,-3-3 4 0,5-2 3 0,-4-1 3 15,7-1 5-15,-4-1 3 0,-6-2 2 0,7 1 4 16,-7-5 2-16,5 1 2 0,4-3 4 0,-6 0 0 16,-4 1 2-16,1-6-6 0,1 3-8 0,-3 2-2 15,3 1 1-15,-5 1 1 0,0 1 4 0,2-2 1 16,-1 3 2-16,-3 3 3 0,3-3-2 0,-5 6-2 15,8-8 6-15,-8 8-10 0,0 0 4 0,9 0-3 16,-9 0-7-16,0 0 0 0,0 0-9 0,0 0 3 16,0 0-4-16,0 0-1 0,0 0 3 0,0 0 0 15,0 0 3-15,0 0 6 0,0 0 0 0,16 0 3 16,-16 0 3-16,7-5 5 0,-7 5 2 0,11-2-1 16,-11 2 3-16,9-6 3 0,-4 3-3 0,4-3 3 15,-2-2 5-15,-2 6 8 0,2-3 13 0,-1 2 11 16,-1 0 12-16,-5 3 8 0,12-4 3 0,-7 1-1 15,-5 3-4-15,6-5-5 0,-6 5-5 0,0 0-4 16,0 0-4-16,0 0-1 0,0 0-2 0,17 9-3 0,-17-3-3 16,5-3 0-16,-3 4-1 0,-1 7-2 0,4-3-4 15,2 3 2-15,-5 1 0 0,2 4-5 16,0-3 3-16,2 3-3 0,-4 1 0 0,8 4 2 0,-5 0-3 16,5 3 2-16,1-2 0 0,-4 1-2 0,1 2 0 15,6-1 2-15,-8 2-2 0,9 0 2 0,-7-2-3 16,6-2 3-16,-6 4-1 0,-1-4 1 15,1 7-5-15,-2-5 6 0,1 0-4 0,0-2 1 0,-6-4 8 16,6 1 20-16,-7-2 11 0,2 1-5 0,-2-1 6 16,0-4 6-16,0 2 7 0,0-2 3 0,-2-4 6 15,2 2 2-15,-7-6 16 0,7 1-2 0,-1-1 11 16,-4 0 4-16,5-1 0 0,-2 0 5 0,-5 2-3 16,1-4-5-16,4 1 3 0,-4 1-2 0,-1-2 4 15,2-1-9-15,-5 0-6 0,8 0-4 0,2-4-3 16,-11 7-4-16,3-3-4 0,-1 0 5 0,3-2 15 15,-3 1 11-15,-1 0 7 0,10-3 11 0,-16 0 4 16,1 0-4-16,-2-3-1 0,3-2-6 0,-3 0-4 16,-10-8-13-16,9 4-11 0,-8-6-4 0,1-1-10 15,-3-3-13-15,6-4-16 0,1-1-37 0,4-3-53 16,-3 0-63-16,14-3-88 0,-4-2-93 0,5-7-101 16,5 9-116-16,0-9-304 0,0 7-879 0,6 3 390 15</inkml:trace>
  <inkml:trace contextRef="#ctx0" brushRef="#br0" timeOffset="46731.71">13034 4963 196 0,'0'-12'258'0,"2"0"-6"0,-2-1-13 0,-2-5-7 15,2 9-12-15,0-1-8 0,0-6-8 0,-3 5-9 16,-1-1-13-16,4 1-13 0,-8 2-14 0,5 2-9 15,-2-4-10-15,-2 6-14 0,1-2-9 0,-3-1-14 16,3 4-8-16,-4 0-14 0,0 0-3 0,-2 0-11 16,-3 3-4-16,-1 2-8 0,3 0-4 0,-6 4-7 15,1 1-7-15,-2 2-2 0,-3 5-2 0,2 5-2 16,6-2-5-16,0 7 0 0,-2 0-6 0,-1-4 2 16,8 7-2-16,2 1-5 0,-4-2 0 0,11-1 12 15,-4 3-14-15,-4-1-2 0,14 1 1 0,-1-5 5 16,1 3-9-16,3-2-4 0,0 4 24 0,5-3-3 15,2-7 0-15,0 2-3 0,5-1 1 0,2 1 1 0,2-2-10 16,3-2-1-16,-4-1-10 0,7-7-10 0,-2 1 1 16,2-1-5-16,1-4 12 0,-1 3-16 15,0-6-1-15,0 0 2 0,-1-3 2 0,-7-2-1 16,-1 2 5-16,1-2 0 0,4-3 10 0,-9 1-8 0,0-4 2 16,-4 6 2-16,0-6-1 0,-3 4 4 0,6-2 7 15,-11 3 0-15,5 1 14 0,-5-2-6 16,4 2 2-16,-6-2 0 0,0 6-4 0,-3 1 0 15,5-6-5-15,-5 6-10 0,0 0-4 0,0 0 1 0,0 0-3 16,0 0 8-16,10 12-10 0,-10-6 2 0,0-6-9 16,0 12-1-16,2-3-3 0,4-2-9 0,-6 1-3 15,7 2 3-15,-7-2 3 0,7 1-5 0,-2-2 2 16,0 1-4-16,0-2-1 0,4 0-4 0,-4-2 1 16,4-1-5-16,-3 1 2 0,3-3-2 0,-9-1 6 15,15-1 2-15,-4-4 4 0,-8-4 4 0,4 6 0 16,0-6 3-16,-7 0 4 0,5-3 1 0,-5 1 1 15,0-4 6-15,-5 3 1 0,3 0 1 0,-3-4 3 16,5 2 2-16,-8 0 4 0,6 0 2 0,-5-1 9 16,1 3-1-16,1 0 2 0,3 3 3 0,-4 0 1 15,-1-1 2-15,5 3 0 0,-1 0 0 0,0-1-2 16,3 3 1-16,0 5-1 0,-2-8-4 0,2 8 3 16,2-9-2-16,-2 9-2 0,13-6-1 0,-6 4 0 15,3 1-2-15,3 1 3 0,0-3-4 0,-1 3 0 0,6 0 0 16,-3 0 0-16,3 3-2 0,-3-2 1 15,3 2-3-15,-6 1 2 0,4 0 1 0,-1 2 0 16,2-5-1-16,-7 4-2 0,1 1 2 0,-1 2-3 16,2-3 3-16,-6 0-2 0,-1 2 1 0,5 4-1 0,-3-2 0 15,-2 1 3-15,1-1-4 0,-6 2 1 0,4-2-2 16,-1 1 1-16,-1-2 1 0,-2 1 0 0,5-2-1 16,-5 0 0-16,1-1 0 0,3-4 6 15,-4-2 5-15,3 8 1 0,-3-8 1 0,0 0-2 0,0 0 6 16,0 0-4-16,0 0-2 0,0 0 9 0,15-18 4 15,-5 9 0-15,-5 1 2 0,5-4 2 0,0 2-3 16,-2-4 2-16,0 6 3 0,5-6 8 0,-4 1-7 16,-1-1 7-16,3 5 3 0,-2-2-10 0,-1 4 2 15,-1 1-3-15,-6-3-6 0,6 3-1 0,0 0-2 16,-1 1 1-16,-4 2-6 0,4-1-3 0,-6 4-2 16,0 0-1-16,0 0 3 0,14 7-2 0,-11 1-5 15,2-4 1-15,-2 4 0 0,1-1 1 0,-1 4-4 16,2 2-3-16,-2-3-8 0,0 2-4 0,6 3-1 15,-8-5-2-15,6 2 0 0,-2 3 1 0,-2-4 2 16,4-3 2-16,0 3 1 0,-6-5 5 0,6 2-8 16,-6-1 10-16,6-4-2 0,0 1-3 0,-7-4 8 15,8 5 0-15,-8-5-3 0,13-2 6 0,-13 2-4 16,13-7 7-16,-9 2 14 0,6 1-1 0,-7-3 11 16,5 0 8-16,-1-2 8 0,-2-1 12 0,1 2 7 15,-1-1 9-15,2-1 5 0,1 0 12 0,-8-1 6 16,5 3 4-16,2 4 3 0,-4-7-5 0,2 4 0 15,-5 2-7-15,7 1-8 0,-6-3-7 0,-1 7-11 0,5-7-8 16,-3 3-2-16,-2 4-10 0,7-5-8 0,-7 5-3 16,0 0-5-16,8-1-6 0,-8 1 0 15,0 0-4-15,20 1-1 0,-17 4-6 0,4-1-1 16,-1 3-20-16,4 0-25 0,2-3-12 0,-4 3-15 0,7-2-49 16,-2 6-26-16,-4-5-30 0,7 0-33 0,-6 5-55 15,5-4-46-15,2 1-63 0,-4 2-266 0,-3-6-681 16,1 1 301-16</inkml:trace>
  <inkml:trace contextRef="#ctx0" brushRef="#br0" timeOffset="46998.25">14540 5083 263 0,'2'29'257'0,"-2"-16"-6"0,0 7-16 0,1 2-11 16,3 4-10-16,-3 11-13 0,1 7-10 0,-2 1-14 16,7 6-14-16,-6-2-15 0,4 7-13 0,-5-2-12 15,2-1-12-15,-2-4-12 0,5 2-10 0,-3 1-8 16,-2-3-6-16,6-3-9 0,-2-4-4 0,1 3-6 16,-1-13-5-16,-2 0-4 0,0-8-16 0,-1-4-28 15,-1-2-31-15,5-3-21 0,-5-6-21 0,0-2-51 16,0-3-51-16,0-4-49 0,0 0-42 0,7-19-143 15,-5 4-438-15,-4-1 194 0</inkml:trace>
  <inkml:trace contextRef="#ctx0" brushRef="#br0" timeOffset="47364.89">14497 5250 8 0,'-6'-9'338'16,"-1"-4"-5"-16,7 0 0 0,-2 4 3 0,2-3-3 0,-5 4 3 15,5-4-19-15,-1 2-18 0,1-2-23 0,1 2-22 16,-1 5-20-16,0-7-22 0,7 5-18 0,-7-1-22 16,2 0-17-16,3 3-12 0,1-2-26 15,-4 0-6-15,4 3-3 0,3 1-18 0,-1 1-13 0,4-1-8 16,-12 3-12-16,21 3-16 0,-11-1-20 0,3 5 1 16,4-5-8-16,1 7-4 0,-3-1-11 0,0 0-14 15,-4 0-10-15,8 6-7 0,-5-4-1 0,-4 0-5 16,4 4 1-16,-4-1-3 0,0-1-6 0,-2 0-6 15,-2-1 2-15,-1 1-1 0,-1-3 1 0,-1 3 1 16,-3-3-2-16,0 0 0 0,0 0 9 0,-7 0-6 16,6 0 7-16,-9-3 5 0,2 3 0 0,-4-5-4 15,2 1-14-15,0-2-1 0,0 1-4 0,-3-1 0 16,3 2-6-16,3-2-11 0,-3-3-12 0,10 0-13 16,-16-3-19-16,16 3-23 0,-10-5-18 0,10 5-14 15,-2-7-23-15,2 7-21 0,9-8-20 0,-3 4-150 16,2-5-422-16,2 2 186 0</inkml:trace>
  <inkml:trace contextRef="#ctx0" brushRef="#br0" timeOffset="48615.83">14946 5132 171 0,'3'-7'205'16,"-3"7"-25"-16,0 0-16 0,0 0-18 0,0 0-13 15,0 0-16-15,7 15-9 0,-7-15-8 0,-4 12-11 0,4 0-11 16,0-2-7-16,0 2-6 0,0 3-7 15,0-1-1-15,0-1-8 0,4 1-5 0,-4 1-5 16,5 2-2-16,-2-7-4 0,4 1 1 0,-1-2-5 16,1 3-1-16,-1-5-5 0,1 1-2 0,3-4-1 0,-2-1-4 15,4-3-3-15,-2 0 1 0,-10 0 0 0,20-7-2 16,-12 1-1-16,2-1-3 0,0-1 3 0,0-7 6 16,-2 1 13-16,-1-2 23 0,1 1 4 0,-5-2 14 15,9 2 17-15,-6-1-1 0,3 1 15 0,-9 2 9 16,6 2 3-16,-6-3 4 0,2 7 3 0,3 1-6 15,-2-5-9-15,0 8-14 0,-1-2-11 0,-2 5-12 16,5-5-11-16,-5 5-5 0,0 0-5 0,0 0-4 16,0 0-9-16,8 17-2 0,-6-7-1 0,3-2-4 15,3 8-2-15,1-5-10 0,-1 3-7 0,3 1-4 16,-4 0-17-16,5-3-9 0,-2 5-17 0,-1-4-15 16,6-1-13-16,0-1-11 0,0-2-18 0,-2-3-19 15,4 3-23-15,-4-8-10 0,4 2-13 0,-2-4-4 16,3-2 4-16,-3-3 0 0,3-3 2 0,-3 1 16 15,-4 1 11-15,1-6 3 0,3-1 13 0,0-1 5 16,-4-6 12-16,-1 3 8 0,4-4 8 0,-1-7 6 16,-7 2 14-16,4-5 6 0,-10 2 22 0,5-10 15 15,-3 2 20-15,-2-4 23 0,0 11 33 0,-7-5 18 16,7 3 30-16,-8 4 15 0,1-2 18 0,6 5 3 0,-6 2 3 16,1 5 2-16,4-5 6 0,-3 3-2 15,-3 9 2-15,8-5 3 0,-5 9-14 0,1-4-12 16,-1 4-18-16,4 2-17 0,1 1-12 0,-5 1-13 0,5 4-7 15,0 0-5-15,0 0-2 0,-17 13-11 0,11-5-4 16,-1 4-4-16,5 2-5 0,2 5 0 0,-10 5-10 16,7 0 5-16,1 6-5 0,2-2-4 15,0 1 1-15,0 3-7 0,2 7 2 0,5-5-5 0,-1 4-10 16,1-9-8-16,1 5-11 0,9 3-6 0,-11 0-16 16,8-6-9-16,1-1-7 0,-1-3-3 0,1 0-2 15,0-2-10-15,3-3-4 0,-1-5 3 0,1 2 8 16,-3-7-1-16,3-1 1 0,-1-2 4 0,4-3 9 15,1-3 3-15,-6-5 6 0,6 1 8 0,-2-3-2 16,1-4 5-16,-2 0 3 0,10-3 6 0,-9-8 1 16,-3 7 15-16,-4-3 23 0,7-7 7 0,-9 5 13 15,3-5 19-15,-1-2 3 0,-6 8 9 0,-4-1 3 16,2-1 7-16,-2 2-3 0,0 5 2 0,-1-1-2 16,-2 1-9-16,0 4-6 0,0 1-11 0,5-1-11 15,-5 7-3-15,2-8-6 0,-2 8-13 0,0 0-3 16,0 0-9-16,0 0-11 0,0 0-5 0,3 24-9 15,4-15-7-15,6 1-3 0,-1 5-13 0,2-3-8 16,10 5-13-16,-1-2-13 0,5 4-17 0,3-7-13 0,-1 2-11 16,13-2-6-16,-11 1-6 0,11 0 4 15,1-6 1-15,-9-2 1 0,-2-3 15 0,4-2 8 16,1 0 15-16,-5 0 3 0,-2-4 15 0,1-4 4 16,1 4 13-16,-10-7 12 0,5 2 21 0,-11-1 16 0,-4 0 23 15,2-4 20-15,-7 2 24 0,0-3 19 0,-3 0 14 16,-3 2 5-16,1-1 3 0,-8 2-2 15,0 3 2-15,-1-2-9 0,-3 3-6 0,-1-3-6 16,-4 1-8-16,-3 4-7 0,-1-1-7 0,-5 7-5 0,-5 0-7 16,3 3-2-16,-8 2-5 0,8 1-5 0,-3 7-1 15,-1-2-6-15,5 1-3 0,1 4-1 0,3-1-5 16,-2 5 1-16,7-5-4 0,-1 9 1 0,2-2-1 16,5-3 1-16,2-3-4 0,0 3-2 0,1-2 3 15,6 1-1-15,0-3-2 0,6 0 0 0,-1 0-5 16,-1-5-4-16,9 1-2 0,2-4-7 0,-7 2 1 15,9-6-11-15,-4 1-9 0,3-3-2 0,6-2 2 16,-2-4-1-16,0-1-2 0,-2-3-2 0,3-3-6 16,1-2 1-16,1-5 0 0,-2-2 1 0,3 0-6 15,-9-3-5-15,4-4-1 0,-4-13-1 0,2 1 3 16,-6 1 0-16,-4-4 5 0,-4-2 7 0,-4 4 16 16,-8 0 28-16,3-1 26 0,-6 2 15 0,-4-1 17 15,1 5 11-15,2 6 14 0,-2 5 14 0,6-1 3 16,-6 2 2-16,2-2 9 0,5 1 3 0,-5 9-7 0,4-1-6 15,1 5-6-15,2 1-1 0,2 2-21 16,-1 4-21-16,-1-2-3 0,1 3-13 0,5 4-6 16,0 0-4-16,0 0 2 0,-17 12-8 0,17-4-5 0,-3 4-4 15,3 3 2-15,0 5-11 0,3 0 4 0,-3 6 0 16,7-6-6-16,-7 6 3 0,10 1-7 0,-5 0 0 16,1 1-7-16,9 1-12 0,-8 0-27 15,1-1-20-15,0-1-23 0,1 2-30 0,2-2-37 0,-3 0-48 16,1-8-54-16,-3-1-47 0,3-3-266 0,2-3-610 15,-7-3 271-15</inkml:trace>
  <inkml:trace contextRef="#ctx0" brushRef="#br0" timeOffset="48832.25">16048 4626 339 0,'-12'-3'402'0,"4"1"5"16,2-5-5-16,1 4-5 0,5 3-17 0,-9-5-26 16,9 5-38-16,0-4-26 0,0 4-31 0,0 0-28 15,9-11-29-15,-3 10-31 0,6-3-42 0,-2 2-50 16,10-3-62-16,1 4-76 0,1-1-69 0,4 1-72 16,-4-2-87-16,7 3-331 0,-5 0-668 0,-3-5 297 15</inkml:trace>
  <inkml:trace contextRef="#ctx0" brushRef="#br0" timeOffset="51632.33">18038 4506 202 0,'0'-30'290'0,"-5"1"0"0,5 2-8 16,-7-1 0-16,5-1-7 0,-4 5-8 15,2 7-10-15,-2-3-6 0,-1 2-19 0,-6 3-5 0,6 1-16 16,-3 2-19-16,-1 2-23 0,1 4-16 0,-3 2-17 16,-1-3-13-16,4 7-18 0,-6 5-11 0,-6 2-11 15,2 6-12-15,-1 1 0 0,-4 8-13 0,2 3 5 16,-4 11-18-16,6-1 0 0,-1 5-6 0,4 1-11 15,-2-1 4-15,14 2-4 0,-3 5-4 0,3 0-1 16,-1 2-6-16,7 0 6 0,5 0 2 0,-3 4-4 16,11-3 4-16,-6-1-7 0,4 2-6 0,1-2 4 15,4-2-3-15,-1-1 0 0,0 1 1 0,-2-1-1 16,1 1-9-16,-1-2 6 0,-3-6-10 0,0 2 10 16,-4-12-4-16,6 6 3 0,-10-5 1 0,4-3-10 15,-2 0-19-15,-1-7-12 0,-1-1-45 0,-1-4-17 16,-1 0-20-16,0-6-18 0,-1 0-17 0,-4 1-23 15,1-3-39-15,-2-2-42 0,-1-3-53 0,7-2-255 0,0 0-607 16,-20-10 269-16</inkml:trace>
  <inkml:trace contextRef="#ctx0" brushRef="#br0" timeOffset="52348.35">17548 4956 246 0,'0'0'325'0,"3"-9"-15"16,-3 9-14-16,0 0-24 0,3-8-20 0,1 3-20 15,-1-2-28-15,-3 7-18 0,8-4-19 0,-1 1-18 16,8 2-12-16,-9-1-11 0,4 1-20 0,2 1-9 16,4-4-8-16,4 4-9 0,-3 0-6 0,4 0-11 15,2 0-6-15,6 0-5 0,-6 5-5 0,-3-5-4 16,3 2-6-16,-2-1 4 0,-1 2-12 0,0-2-2 15,3-1-3-15,-1 0-1 0,6 0-3 0,-13 0-1 16,6 2-3-16,-6-4-2 0,-2 4 7 0,2-2-10 16,-8 0-4-16,-7 0 4 0,16 1-5 0,-7-1-1 15,-9 0-7-15,10 7 1 0,-7-5 2 0,-3-2-3 16,5 11-1-16,-3-5-3 0,-4 2 6 0,2-3-4 16,-2 4 2-16,2 2 2 0,-3-2 0 0,1 3 3 15,1-2-9-15,-4 7 9 0,5-7-3 0,5 4 3 0,-5 2-6 16,1-4 4-16,-1 4 1 0,5-6-5 15,-1 0 5-15,2 1 2 0,1-4 1 0,-1 1-2 16,4 3 0-16,-3-7 4 0,3 0-8 0,0 1 7 16,0-3-9-16,1-2 2 0,-1 1-4 0,0-2 0 0,2-1 1 15,-2-1 0-15,-4-2 3 0,3 0-5 16,-1-7 0-16,2 2 3 0,-5-3 1 0,0 2-3 0,-4 1-1 16,6-3 3-16,-7-3-1 0,0 5 3 15,0-3 6-15,0 2 7 0,-3 3 0 0,3-3 14 0,-5 1-3 16,5 1 8-16,0 1 0 0,0-2 6 0,1 7 3 15,-1 4-2-15,4-12-1 0,-4 7-10 0,0 5-3 16,3-6 5-16,-3 6-10 0,0 0-13 0,0 0 6 16,17 3-2-16,-4 2-1 0,-7-2 1 0,9 4-6 15,-1 2-10-15,-4 2-1 0,3 0-5 0,2 1-3 16,0-1-2-16,-4 0 3 0,-1 1-6 0,3 1 1 16,-4-1 1-16,1 3 2 0,-4-7-1 0,2 10-2 15,-3-14 5-15,-3 7 1 0,3-3 1 0,-3-1 2 16,-1-4 2-16,-1 2 5 0,0-5 12 0,0 10 12 15,0-10 14-15,0 0 32 0,0 0 9 0,0 0 14 16,0 0 17-16,-23-10 6 0,23 10 4 0,-3-8 5 16,-4 1-9-16,4-5-6 0,3 2-11 0,0-3-5 15,3-1-7-15,-1-1-6 0,0-1-16 0,7 0-13 16,0-3-18-16,2 3-30 0,9-3-44 0,2-1-47 0,-1 6-48 16,4-7-47-16,-3 14-51 0,-4-5-55 15,10 3-77-15,-2 0-331 0,-9 0-757 0,4 6 335 16</inkml:trace>
  <inkml:trace contextRef="#ctx0" brushRef="#br0" timeOffset="52848.03">19443 4686 130 0,'8'-6'339'0,"0"-2"0"0,4-2-3 0,-4 7 1 16,-1-4 0-16,-2 0-6 0,1-1-17 0,-1 3-10 15,-1-1-10-15,1 3-10 0,-2-3-17 0,-3 6-16 16,5-7-23-16,-5 7-19 0,0-7-22 0,0 7-20 15,0 0-12-15,-20-4-23 0,20 4-8 0,-13 3-15 16,1-2-14-16,-1-1-9 0,3 8-10 0,-2-5-5 16,2 6-10-16,-3-6-10 0,5 1-4 0,-5 3-5 15,4-3-4-15,-2 8-6 0,6-5-2 0,-2 2-5 16,2 5 1-16,5-3-2 0,0-2-1 0,5 2-3 16,4 6 2-16,-1-5-7 0,-2 6 0 0,9-3 0 15,-1 0 0-15,-1 3 1 0,-3-3-4 0,3 3-1 0,4 2-2 16,-6-5-1-16,-1 0-1 0,-2-2-3 15,1 5 2-15,-1-7-1 0,-3-1 1 0,0-1-3 16,-2 0-4-16,2 0 1 0,-5 0 2 0,0-3 3 16,-3 1 0-16,-1 2-1 0,-2-2 3 0,-2-1 0 0,-4-1-3 15,-1 0 0-15,-5 1-2 0,4 0 1 0,-2-2-12 16,-6 2-29-16,1-2-21 0,1-3-43 0,3 2-41 16,2-3-53-16,-1 1-40 0,3 1-48 0,-1-4-60 15,8 1-78-15,6 1-295 0,-17-3-776 0,17 3 343 16</inkml:trace>
  <inkml:trace contextRef="#ctx0" brushRef="#br0" timeOffset="62331.77">20540 4939 233 0,'-3'-5'423'15,"3"5"2"-15,0 0-14 0,-2-8-19 0,2 8-18 0,0 0-25 16,0 0-27-16,0-7-25 0,0 7-35 0,0 0-24 16,0 0-25-16,0 0-23 0,0 0-20 0,0 0-16 15,23 7-15-15,-14-4-13 0,1 2-17 0,-2 5-9 16,2-6-10-16,-2 4-11 0,0-1-10 0,2 5-6 15,2 1-10-15,-6-6-3 0,1 5-9 0,-2-3-11 16,-3 0-8-16,4 3-22 0,-6 3-5 0,-5-4-13 16,4 0-26-16,-6 1-14 0,0-1-36 0,-3 2-29 15,-3-3-26-15,0-1-32 0,-2 2-21 0,0-6-37 0,5 7-43 16,-5-6-33-16,7-3-56 0,0-2-187 0,8-1-603 16,-12 0 267-16</inkml:trace>
  <inkml:trace contextRef="#ctx0" brushRef="#br0" timeOffset="62732.12">21153 4603 87 0,'0'-9'378'0,"0"9"-6"0,0-11-18 15,1 4-17-15,-1 7-29 0,3-7-28 0,-3 7-28 16,4-6-36-16,-4 6-13 0,13-3-23 0,-13 3-16 16,17 3-26-16,-3 3-5 0,0 0-21 0,1-2-14 15,1 8-9-15,4 0-6 0,-2 8-7 0,-1-11-6 16,-2 9-11-16,0-6-8 0,1 9 0 0,-6-1-9 16,3-2-2-16,-4-4-7 0,-1 1-5 0,0 4-5 15,-3-4-5-15,-3 1 2 0,3-7 1 0,-2 1-5 16,-3 1-1-16,3-2 0 0,-3-5 5 0,2 3 1 15,-2-7 36-15,0 8 23 0,0-8 11 0,0 0 21 0,0 0-1 16,0 0 6-16,0 0-3 0,0 0-4 0,-5-19-8 16,8 7-5-16,-1 0-12 0,5-2-9 15,-6-3-8-15,11 2-12 0,-4-4-17 0,5 3-22 0,6-5-31 16,-8 4-17-16,11 1-28 0,-6 1-48 0,4 7-46 16,-3 0-29-16,1-3-22 0,2 6-28 0,-4 4-30 15,6 1-16-15,-7 0-17 0,6 0-28 0,-9 0-8 16,4 1-213-16,-1 6-590 0,2 2 261 0</inkml:trace>
  <inkml:trace contextRef="#ctx0" brushRef="#br0" timeOffset="63047.65">21881 4699 87 0,'10'-5'127'0,"-2"0"5"0,-1 2 5 16,1-3 5-16,3 0-4 0,-2-3 2 0,2 3 1 16,-1-3 8-16,0-3-2 0,-3 6 8 0,8-3 0 15,-9-3 2-15,1 6 1 0,-5-1 5 0,6-3 3 16,-5 0-1-16,-1 4-6 0,-1-2-1 0,3 1-13 15,-4-1-12-15,0 8-15 0,-5-12-9 0,0 8-12 16,-3 0-11-16,-1-1-7 0,-4 2 7 0,3 3-20 16,-5 0-9-16,0 1-5 0,-1 1-5 0,-2-1-4 15,1 7 0-15,-4-5-13 0,6 5-2 0,-2-1-1 0,2 2-5 16,2-2-3-16,0 4 0 0,4-3 4 16,3 4-3-16,4-4-1 0,-3 7-3 0,5-4 4 0,7 2-5 15,-1 2 4-15,3-1 3 0,6-1 7 0,-1 1-20 16,13 4 3-16,-2-6-14 0,3 5-9 0,-3-4-25 15,8-1-28-15,-5-3-24 0,-2-2-30 16,4 0-29-16,5-3-27 0,-5 0-24 0,-2-4-29 0,0-1-20 16,-6-1-22-16,-3 1-183 0,1-8-487 0,-3 3 215 15</inkml:trace>
  <inkml:trace contextRef="#ctx0" brushRef="#br0" timeOffset="63297.9">22348 4324 185 0,'0'-16'300'0,"0"1"14"0,-4-1 1 0,4 7 10 16,-3-8 20-16,3 8 1 0,0 0-11 0,-2 0-26 16,2 4-20-16,-1 0-32 0,1 5-27 0,1-8-23 15,-1 8-24-15,0-6-27 0,0 6-16 0,0 0-13 16,0 0-14-16,0 0-11 0,-6 21-12 0,6-12-11 16,0 3-6-16,-2 4-9 0,-3 3-6 0,10 1-6 15,-5 6-3-15,0-2-4 0,2 3-3 0,-2 4 1 16,3-4-12-16,0 2-4 0,2-2-10 0,2 0-6 15,-4 0-23-15,5-2-18 0,-1 2-32 0,0 0-28 16,1-10-27-16,-1 10-16 0,-2-8-22 0,1 0-20 16,-1-6-17-16,5 1-38 0,-5-1-36 0,2-6-30 15,3 1-28-15,-1-5-206 0,-4 0-574 0,2 0 254 0</inkml:trace>
  <inkml:trace contextRef="#ctx0" brushRef="#br0" timeOffset="63797.68">22405 4598 180 0,'-6'-12'214'0,"-2"5"8"0,4 3 4 0,-2-2-2 16,1 1-12-16,3 1-10 0,2 4-23 0,-5-8-17 16,5 8-15-16,0 0-17 0,-7-3-13 0,7 3-10 15,0 0-9-15,0 0-10 0,0 0-6 0,0 0-8 16,10 20-8-16,-3-17-3 0,1 4-5 0,4 2-7 16,1 5-3-16,2-10 0 0,2 7-10 0,-1-3 0 15,2-1-8-15,4-2-3 0,-6-1-2 0,11 4-3 16,-2-5-4-16,-4 1 1 0,-1-4-2 0,-2-3-2 15,4 0 0-15,-2-2-6 0,-5-3 5 0,-2 3-1 16,-3 2 1-16,1-3 12 0,1-3 17 0,-6 5 16 16,-1-3 17-16,5 2 14 0,-8-5 9 0,5 5 13 15,-7-2 13-15,0 7-14 0,6-7-10 0,-4 2-10 16,-2 5-12-16,5-4-11 0,-5 4-12 0,0 0-10 16,0 0-2-16,0 0-1 0,0 0-7 0,0 0-5 15,-7 23-8-15,6-16 1 0,1 2 0 0,-5 2-3 16,5 0-4-16,0-2-5 0,5 1 2 0,-4 6 1 15,1-10-4-15,3 6 0 0,0-2 1 0,0-2 10 0,1 1-14 16,3 1-2-16,-3-2 0 0,6-5 1 0,-4 5 1 16,0-4-1-16,1-3-4 0,2 2 5 15,-1-3-2-15,-10 0 2 0,20-3-5 0,-12-1 6 16,1 1-1-16,2-3-4 0,-6-2 19 0,5 1-17 0,-7-1 3 16,2-2 5-16,-1 1 5 0,1-3-1 0,-5 3 2 15,0-1 2-15,0-6-1 0,0 9 0 0,0-5-6 16,0 3 4-16,-5 2-4 0,5-3-2 0,-4 1 4 15,3 2-16-15,-3 2-24 0,3 0-39 0,1 5-45 16,-2-10-46-16,2 10-26 0,0 0-35 0,0 0-43 16,0 0-45-16,0 0-49 0,0 0-241 0,0 0-641 15,-10 17 284-15</inkml:trace>
  <inkml:trace contextRef="#ctx0" brushRef="#br0" timeOffset="64131.02">23119 4579 262 0,'0'0'290'0,"5"-4"-24"0,-5 4-27 0,0 0-22 16,10 0-22-16,-10 0-23 0,0 0-17 0,16 8-11 16,-9-3-18-16,0 5-16 0,1-3-8 0,5 2-9 15,-6 7-5-15,1-6-13 0,0 6-7 0,-1-3-8 0,6 2 0 16,-6-3-9-16,-1 3-9 0,4-3 0 15,-5 0-7-15,2 1-3 0,-6-3-1 0,1-1-5 16,-2-1 0-16,0-6-4 0,0 6 1 0,0-8 10 16,0 12 22-16,0-12 20 0,5 4 6 0,-5-4 2 0,0 0 7 15,0 0-5-15,0 0 4 0,0 0-4 0,-8-21 7 16,5 16-1-16,3-3-12 0,-2-2-8 0,2 2-7 16,2-3-1-16,-2-1-12 0,3 0-6 0,0 2-11 15,4-5-30-15,-4 5-41 0,4-7-36 0,-2 12-44 16,1-3-56-16,-4-3-64 0,3 5-69 0,5 3-258 15,-5-3-610-15,1 4 271 0</inkml:trace>
  <inkml:trace contextRef="#ctx0" brushRef="#br0" timeOffset="64666.35">23279 4656 146 0,'0'0'363'0,"7"-6"11"0,1-3-2 0,-6 6-4 15,3-2-17-15,-2 1-14 0,4-2-18 0,-2-3-18 16,1 1-13-16,-1 5-25 0,-5 3-20 15,7-9-22-15,-2 3-20 0,0 2-24 0,-5 4-13 0,8-6-19 16,-8 6-15-16,4-3-17 0,-4 3-13 0,0 0-11 16,13 0-7-16,-13 0-13 0,0 0-6 0,13 4-7 15,-13-4-8-15,12 9-1 0,-6-3-7 0,2-1-3 16,-3-1-6-16,0-1 0 0,0 4-5 0,-1 3-4 16,-3-8-2-16,-1-2-3 0,5 7 0 0,-1-6-4 15,2 4-1-15,-6-5 7 0,0 0-10 0,5 11-2 16,-5-11 0-16,-3 4-1 0,3-4-1 0,0 0-7 15,0 0-8-15,0 0-17 0,0 0-11 0,0 0-26 16,0 0-20-16,0 0-33 0,0 0-52 0,0 0-45 16,0 0-60-16,0 0-65 0,0 0-64 0,0 0-265 15,0 0-724-15,0 0 320 0</inkml:trace>
  <inkml:trace contextRef="#ctx0" brushRef="#br0" timeOffset="65330.94">23559 4572 251 0,'0'0'270'0,"0"0"-22"0,0 0-17 0,0 0-26 16,0 0-23-16,0 0-19 0,0 0-18 0,0 0-10 16,0 0-17-16,0 0-13 0,8 12-10 0,-6-5-11 15,-2 4-5-15,5-8-9 0,-3 6-8 0,-2 3-6 16,5 0-9-16,-2 2-3 0,0-4-2 0,1 8-5 16,-4-4-2-16,5-4-5 0,-5 0 1 0,4 2-6 15,-4-3 0-15,2 4-6 0,-2-4-2 0,2 1-2 16,-2-2-1-16,0-1 3 0,-2-1-3 0,4-2-1 15,-2-4 23-15,1 8 19 0,-1-8 17 0,0 0 22 16,0 7 24-16,0-7 35 0,0 0 3 0,0 0-9 16,0 0-5-16,0 0-14 0,0 0-3 0,0 0-10 15,15-16-6-15,-13 9-9 0,3-2-6 0,0 1-3 16,2-2-7-16,-2 1-4 0,1-1 4 0,2-5-13 16,-1 6-6-16,1-2-3 0,-1 0 9 0,-2 2-5 15,2-2 3-15,-3 1-5 0,1 5-4 0,0-2-3 16,2-3-3-16,-4 3-3 0,2 6-6 0,-5 1-5 15,9-7-4-15,-8 3-4 0,-1 4-6 0,0-8-4 0,0 8-3 16,0 0-1-16,0 0-5 0,15 1-2 0,-15-1-2 16,12 11 0-16,-6-7-2 0,-1 0-2 15,5 3 2-15,0 5-2 0,-2-5 1 0,1-4-3 0,1 7 0 16,-5-2-1-16,1-1 0 0,1 2-1 0,1-1 0 16,-1 1-1-16,1 0 3 0,-8 0-4 0,7 2-1 15,-2-4 1-15,-4 2-1 0,6 0 1 16,-5-1-2-16,-2-3 2 0,5 0-2 0,-4 1 2 0,-1 3 0 15,0-5-1-15,0 7-3 0,0-7-12 0,5 4-18 16,-3-1-8-16,-2 1-13 0,0-8-11 0,6 4-15 16,-4 1-9-16,3 1-15 0,2-1-25 0,-4-1-21 15,9 0-26-15,-4-2-28 0,0-1-30 0,4 4-34 16,4-6-48-16,1 1-48 0,-1 1-226 0,3-2-639 16,-1-3 283-16</inkml:trace>
  <inkml:trace contextRef="#ctx0" brushRef="#br0" timeOffset="68731.03">25105 4452 87 0,'2'-12'305'15,"1"1"0"-15,-1 1 6 0,-2 1-11 0,1-4-12 16,-4 6-15-16,3-2-11 0,0-2-18 0,-3 4-25 16,-2 0-20-16,1-2-18 0,-4 5-26 0,-3-1-16 15,2 3-9-15,-6 4-20 0,-1-1-12 0,-6 4 12 16,4 1-33-16,-8 6-7 0,-4-3-4 0,2 9-9 15,0-5-9-15,4 5 0 0,-2 2-4 0,3-1-7 16,0 1-3-16,6 1 4 0,0-4-11 0,4 3-4 0,5-1 1 16,1 4 3-16,2 0 4 0,5-11-15 15,5 7-5-15,4 1 12 0,0-4-17 0,11 7-1 16,5-5-2-16,5-7-3 0,1-1-14 0,11 5-5 16,-6-11-15-16,7 3-6 0,2-2-7 0,-10-3-5 0,-2 1-1 15,2-3 5-15,-4-3-2 0,4 0 5 0,-5-1 5 16,-1-4 6-16,1 2 1 0,-8 1 6 15,-1-5 0-15,-6 3 4 0,2-4 7 0,-1-3 5 16,-4 5 10-16,-4 1 8 0,4-6 12 0,-9 8 14 0,2-3 4 16,0-3 11-16,-2 4 3 0,-3-1 5 0,0-2 1 15,0 4-3-15,0-5 6 0,0 12-1 0,-3-12 1 16,3 5-4-16,0-1-2 0,-3 4-5 0,3 4-5 16,-7-9-4-16,7 9-8 0,0-7-2 0,-3 3-8 15,3 4-3-15,-5-4-6 0,5 4 0 0,0 0-2 16,-15 0-1-16,15 0-3 0,0 0 0 0,-22 8 2 15,16-7-6-15,-3 3-1 0,1 3-12 0,-7-1-8 16,9-1-3-16,-3 3-3 0,-4 3 0 0,3-6-4 16,0 3-3-16,0-2-9 0,4 3-1 0,-3 2-6 15,3-4 2-15,4-1-5 0,-5 5 4 0,6-7-6 16,-4 3 4-16,5 1-1 0,5-2 10 0,-4 0 0 16,6 0 0-16,0-3 4 0,3 2 2 0,-4-4 0 15,7 0 3-15,-4 4 3 0,6-2 0 0,-2-3 4 16,-13 0 3-16,23-1 0 0,-15-1 8 0,1 0-4 15,2-1 5-15,-11 3-3 0,15-7 8 0,-8 4 3 16,-4 0 1-16,2-3 6 0,2 1 6 0,-6-2 6 16,-1 7 5-16,7-6 7 0,-7 6 0 0,2-9 8 0,1 4 3 15,-3 5 13-15,3-8-5 0,-3 8 1 0,0-5-2 16,0 5 4-16,0 0-5 0,0 0-5 0,0-7-5 16,0 7-3-16,0 0-2 0,0 0-4 15,0 0-1-15,0 0-4 0,0-8-2 0,0 8-8 0,0 0 3 16,0 0 1-16,0 0-10 0,0 0-6 0,0 0 1 15,0 0 4-15,0 0-4 0,0 0 7 0,0 0 0 16,0 0-10-16,7 15 3 0,-7-15-1 0,6 9 6 16,-2 0-1-16,-1-3-7 0,0-2 2 0,2 1 8 15,2 2-15-15,0 1 8 0,1-1-12 0,-2 0 0 16,3-2-12-16,1 0-21 0,-2-2-24 0,7 4-31 16,0 0-36-16,-5-6-44 0,1 3-51 0,9-4-51 15,-3 0-61-15,-9-4-174 0,12 3-561 0,-7-1 248 16</inkml:trace>
  <inkml:trace contextRef="#ctx0" brushRef="#br0" timeOffset="69664.27">25967 4500 278 0,'0'0'360'0,"2"-9"2"16,-2 9 9-16,0-8 0 0,0 8-17 15,0 0-7-15,0-7-20 0,0 7-9 0,0 0-36 16,0 0-11-16,-7-5-35 0,7 5-26 0,0 0-18 0,-15-1-20 16,15 1-21-16,0 0-15 0,-23 3-15 0,17 3-13 15,-3-2-8-15,1 3-12 0,-5-2-7 16,6 1-11-16,-8 2-6 0,7 0-7 0,0-1-5 0,-2 4-4 16,0-4-6-16,5 2 5 0,-2 2-10 0,2-1-3 15,4-3-5-15,-3 4-2 0,4 1-4 0,4-4-6 16,-1 3-6-16,0-3-2 0,4-4-6 15,-2 3-14-15,2 3-14 0,7-4-18 0,-5-2-28 0,12-2-24 16,-4 4-35-16,6-5-26 0,-5 2-17 0,12-3-16 16,-4-3-11-16,-1-1-17 0,3 1-14 0,1-3-12 15,-11-1-20-15,10-10-16 0,3 2 1 0,-6 1 4 16,0-10 6-16,-2 7 32 0,-10 0 22 0,-1 1 25 16,5-5 32-16,-7-4 39 0,-4 6 42 0,-4-1 38 15,3 0 39-15,-5 1 36 0,0 0 31 0,-5-2 21 16,3 0 22-16,-4 4 16 0,4-1 17 0,-5 2 20 15,1 0 2-15,6 5 11 0,0-1 13 0,-7-1 13 16,2 2-4-16,2 2 4 0,-1 2-6 0,1-1-14 16,1-1-14-16,-3 6-19 0,5 3-17 0,0-6-14 15,0 6-13-15,-4-4-12 0,4 4-17 0,0 0-12 16,0 0-10-16,0 0-5 0,0 0 5 0,0 0-15 16,0 0-3-16,-4 20-3 0,4-12-3 0,0 1-6 15,4 4-3-15,0-1-3 0,-8 3 2 0,4 1-3 16,-4 2-3-16,8-2 1 0,-4 4-3 0,4-4-3 15,-4 3 3-15,0 4-1 0,0 1-2 0,5-8-3 16,-5 4-1-16,2-2-5 0,-4 1-12 0,4 1 1 16,5-4-4-16,-4-1 5 0,0 0-8 0,-1-3 4 0,3 0 0 15,-3-2-1-15,-2-2 0 0,6 0 0 0,-4-5 3 16,5 3 5-16,-1 0-1 0,-4-2 0 0,-2-4 3 16,18 0 8-16,-10 0-5 0,-8 0-1 15,18-8-2-15,-8 5 2 0,0-4 3 0,4 3-3 0,-6-4 1 16,5 1 0-16,-3-1 10 0,2 4-11 0,-4-1-3 15,-1 0-1-15,-1 3 7 0,-1-6-7 0,0 5 4 16,-5 3-2-16,8-4-3 0,-8 4 0 0,9-3-10 16,-9 3 11-16,0 0 0 0,0 0-3 0,13 6 5 15,-13-6-5-15,5 8 6 0,-2-4-1 0,2 0-5 16,-2 4 5-16,4-2-12 0,-2-1 1 0,2 0 7 16,1-2-9-16,2 4-6 0,1-3-7 0,-1-3 2 15,5 1-5-15,0-2 1 0,3 1-2 0,1-2 7 16,-5-1-2-16,6 2 1 0,-3-4 16 0,-2-1-7 15,0-1 1-15,3 1 2 0,-3-6-2 0,-5 2 3 16,3-2 15-16,0 1-11 0,-5-2-3 0,1 0 10 16,-3 2 7-16,-4-1 4 0,0 2 11 0,-2 2 8 15,3-3-1-15,-3 2 1 0,-3 1-1 0,-1 3-6 16,-1-2 0-16,-1 3-2 0,1-3-2 0,-5 5-9 16,10 1 2-16,-15 0 2 0,15 0-3 0,-18 7-4 15,6-6 5-15,2 2 0 0,-1 2-2 0,2-1 0 16,1 3-1-16,3 1-2 0,-3 0 3 0,8-1 1 0,-7 1-7 15,7 1-7-15,5 3-3 0,-3-3-13 0,6 2-20 16,-1-1-42-16,8 2-47 0,6 3-64 0,6-1-69 16,1-2-74-16,3-7-291 0,2 5-682 15,2 0 302-15</inkml:trace>
  <inkml:trace contextRef="#ctx0" brushRef="#br0" timeOffset="70597.53">27707 4454 184 0,'0'-7'325'0,"7"0"-14"16,-7-4-12-16,0 6-11 0,0-6-12 0,0 0-12 15,0 1-19-15,0 1-15 0,-7-3-13 0,5 3-14 16,-4 1-24-16,-1-3-10 0,-1 3-26 0,-7 0-16 15,2 3-10-15,-2-1-13 0,0 1-10 0,-7 2-12 16,4 0-6-16,-5 6-10 0,1 0-8 0,-6 3-7 16,0 4-3-16,5 1-3 0,1-2-8 0,3 9 0 15,-1 2 10-15,1-7-23 0,5 5-3 0,7-5 3 16,-3 5-4-16,-2-1-3 0,9 2 6 0,-2 1-5 16,5-1-2-16,0-1-3 0,5-2-3 0,3 0 4 15,-1 0 1-15,3-1-8 0,5-4 10 0,3 5-14 16,-1-8-1-16,12 4-7 0,-7-9 7 0,4 6-4 15,-7-9-2-15,4-2 3 0,-3 1 0 0,11-1 2 16,-11-3-4-16,-3-6 16 0,-1 3-16 0,1 0 4 0,-2-6-4 16,-6 5 4-16,0-7 2 0,6 2 3 15,-10 2 9-15,-2-4 2 0,4 2 13 0,-1 5 16 16,-6-3 19-16,5 0 8 0,-3 3 3 0,-2 0 7 16,-7 1-9-16,7 0-8 0,5 1-4 0,-5 7-9 0,0-9-7 15,0 9-10-15,-5-4-7 0,5 4-2 0,0 0-7 16,0 0-6-16,0 0 5 0,-13 12-5 15,11-4-5-15,2 0-2 0,-1 2-5 0,2 0 6 0,-1 2 5 16,0 0-12-16,2 2 10 0,5 1-15 0,-7 1 0 16,6-4-8-16,4 6-4 0,0-5-15 0,-2-2-6 15,2 4-25-15,3-6-25 0,1 3-23 0,1-3-25 16,-1-6-25-16,1 3-32 0,0-2-30 0,2-4-35 16,-4 0-33-16,4-4-35 0,-1-2-266 0,-1 1-639 15,-5-3 282-15</inkml:trace>
  <inkml:trace contextRef="#ctx0" brushRef="#br0" timeOffset="70964.07">27935 4437 97 0,'-3'6'162'0,"0"0"-6"16,1 1-7-16,-1 1-1 0,3 2-4 0,-2-1-10 15,4 2-9-15,-2 1-11 0,3-1-3 0,-3 1-1 16,0-4-14-16,5 6-9 0,-3-5-7 0,6 3-3 15,-5-5-3-15,1 4-10 0,2-3-2 0,-4-3-4 16,4-2 3-16,-1 4 2 0,2-3 2 0,-4 2 6 16,6-4 9-16,-9-2-5 0,13-2 10 0,-5-4-5 15,-1 2 4-15,1-4 1 0,-1 5 9 0,1-5 1 0,5-7 7 16,-5 5 8-16,4-3-4 0,-2-1 6 0,-2 1 2 16,-1-1 2-16,6-1 18 0,-5 1 1 0,1 1 5 15,-3 3-3-15,-1 1 1 0,-1 1-7 16,2 2-6-16,-4 0-18 0,3 0-7 0,0 2-17 0,-5 4-14 15,1-7-12-15,-1 7-8 0,0 0-6 0,0 0-7 16,0 0-6-16,14 15-10 0,-11-10-15 0,0 5-14 16,-1 2-15-16,1-1-23 0,4 0-3 0,-2 2-28 15,1 2-17-15,-2 0-25 0,7-2-16 0,-1 1-22 16,-1-1-29-16,5-1-31 0,-2 0-38 0,1-1-37 16,4-5-40-16,-1-1-198 0,-4-2-574 0,8-2 255 15</inkml:trace>
  <inkml:trace contextRef="#ctx0" brushRef="#br0" timeOffset="71330.73">28566 4338 250 0,'-8'-6'327'0,"-1"-2"-9"15,3 3-7-15,-1 2-23 0,4-4-18 0,3 7-30 16,-10-4-27-16,10 4-28 0,-5-3-14 0,5 3-19 15,0 0-19-15,0 0-11 0,-12 10-8 0,11 0-12 16,-3-1-16-16,4-2-7 0,-3 5-5 0,3 1-9 0,-3 5-5 16,3-7-6-16,0 4-2 0,0-3-10 15,3 3-2-15,0 0 2 0,1 0-10 0,-3 3 0 16,6-5-3-16,-5 2-2 0,4-1 0 0,1-1-6 16,-1 1 1-16,-1-3-2 0,7-1-2 0,-5 1-4 0,1 0-3 15,0-2 0-15,0-2 0 0,-1-3-6 0,1 5-3 16,-1-3 4-16,-2-3-5 0,2-2 0 15,-7-1 1-15,8 5-3 0,-5-2-3 0,-3-3 6 16,0 0-4-16,0 0-4 0,0 0-1 0,0 0 0 0,0 0 0 16,-30-9-10-16,20 9-11 0,-4-2-11 0,0-3-11 15,-2 1-15-15,3-3-11 0,-4 4-18 0,2 2-30 16,-3-4-26-16,8 5-41 0,-3-2-39 0,4 1-49 16,-2 1-173-16,1-4-489 0,10 4 217 0</inkml:trace>
  <inkml:trace contextRef="#ctx0" brushRef="#br0" timeOffset="71963.89">28710 4356 61 0,'3'-9'343'16,"-3"9"-29"-16,0 0-26 0,2-3-27 0,-2 3-31 15,0 0-26-15,0 0-19 0,0 0-19 0,0 0-16 16,7 15-18-16,-7-15-11 0,0 14-7 0,0-4-16 16,0 4-11-16,0 2-4 0,0-2-11 0,1 3-3 15,-1 0-9-15,5 1-7 0,-3-3-5 0,-2 0-7 16,0 1-1-16,5 1-7 0,-5-7-9 0,1 2-2 0,-1-1-6 16,2-2 0-16,5-2-2 0,-7 4-3 15,5-7 0-15,3 0-2 0,-8-4-1 0,8 3 1 16,-8-3-1-16,0 0-5 0,22-8 2 0,-14 5 1 15,-1-8 1-15,4 6 4 0,-3-6 3 0,2-1 6 0,-3 0 9 16,3 1 8-16,-3-4 11 0,3 5 8 0,-2-4 4 16,-2 4 15-16,1 0 7 0,-5 0-9 15,1 2 3-15,2 0-11 0,-2 0 1 0,1 4-2 0,-1-3-21 16,-3 0-4-16,0 7-9 0,0 0-11 0,0 0-5 16,0 0-5-16,0 0-5 0,0 0-6 0,0 0-8 15,0 25-4-15,0-16-4 0,5 1 0 0,-7 3-2 16,2 1-9-16,0-4 1 0,4 5 0 0,4 0-1 15,-3 1-5-15,-4-5 4 0,6-2 4 0,-5 5-4 16,4-2 3-16,3-8 9 0,2 4-2 0,-1 1 3 16,-3-3 3-16,4-3-1 0,-1-3 1 0,-1 1 7 15,-9-1-1-15,21-1 1 0,-8-1 5 0,-4-5 0 16,-8-3 2-16,9 3 11 0,0 0 4 0,-8-2 11 16,4-2 7-16,3-1 8 0,-9 1 9 0,6-5 7 15,-1 1 6-15,-5 0 2 0,0 2 1 0,-5 2-2 16,4-1-14-16,-4-3-3 0,-2 3 0 0,5 2-6 15,-4 1-6-15,-1 1-1 0,5 1-6 0,-1 1-10 16,-2 0-9-16,0 2-22 0,5 4-24 0,-6-5-21 16,6 5-21-16,-15-2-10 0,15 2-8 0,0 0 0 15,0 0-8-15,-5 12-12 0,5-4-21 0,5-1-17 16,1 0-22-16,3 1-22 0,4 3-19 0,0-7-12 16,2 4-12-16,0 0 1 0,5 0-159 0,1 0-433 0,-3-4 192 15</inkml:trace>
  <inkml:trace contextRef="#ctx0" brushRef="#br0" timeOffset="72431.22">29354 4500 459 0,'16'-3'-17'0,"3"-3"25"0,-6 3 20 16,-2-4 14-16,-2-1 22 0,-1-1 27 0,4 0 13 0,-3-3 23 16,-2-3 18-16,0 4 16 0,-6 1 15 0,3-4-10 15,-3 6-1-15,1-4-4 0,-2 2-9 0,0 3-14 16,0-3-5-16,-2 2-15 0,-3 2-15 0,-3-2-9 16,6 6-12-16,-4-3-6 0,6 5-11 0,-23 0-5 15,9 2-7-15,3 2-5 0,-6 4-5 0,1-4-7 16,1 5-1-16,2 3-3 0,-2-5-4 0,1 4-2 15,6 4-4-15,-2-7-4 0,-1 5 0 0,6-4-1 16,0 1-3-16,0 1-3 0,3-2-1 0,2 1-3 16,0-2 4-16,2 1-5 0,3-2-2 0,1 0 3 15,4-2 0-15,-1 0-3 0,5 1 2 0,0-4-3 16,7 0 3-16,-6 1-1 0,8-3-3 0,-6-3-1 16,3 3 2-16,-5-2 3 0,6 0 2 0,2-1 4 15,-10 0 4-15,9 3 12 0,-2 0 1 0,-4-5 6 16,-6 4-6-16,9 1 1 0,-10 0 3 0,5-3-13 15,-4 3 0-15,3 3-4 0,-5 0-1 0,4 1-5 16,-4 3 1-16,2-2 9 0,0 0-14 0,-2 2-1 16,0 4 13-16,-1-3-17 0,3-1 3 0,-5 2-1 15,5 0-3-15,-4-2 5 0,-1 1-4 0,0-1 1 16,2 4-2-16,-2-8 5 0,-2 2 3 0,-3-2 21 0,0-3 35 16,7 8 33-16,-7-8 41 0,0 0 32 15,5 4 26-15,-5-4-14 0,0 0-14 0,0 0-21 16,15-15-8-16,-14 8-18 0,6 3-5 0,-2-5-18 15,-2 2-9-15,4-4-9 0,1 3-10 0,4-4-9 0,-6 4-10 16,4-3-26-16,0-4-28 0,-5 7-32 0,9-2-47 16,0-2-54-16,-4 3-64 0,2 3-65 15,3-4-72-15,1 1-87 0,-1 1-300 0,2-1-783 16,1 4 347-16</inkml:trace>
  <inkml:trace contextRef="#ctx0" brushRef="#br0" timeOffset="75697.42">7676 6891 253 0,'-8'-15'425'0,"1"3"12"0,2 0-7 15,0 0-15-15,0 4-10 0,2 0-15 0,-3 1-23 16,1 2-37-16,1-2-34 0,4 7-34 0,-5-4-32 0,5 4-25 16,0 0-22-16,0 0-16 0,0 0-20 0,-3 21-16 15,5-11-13-15,4 7-12 0,-4 0-10 16,3 2-10-16,-3 8-8 0,4 0-7 0,-3 0-6 0,1 0-9 15,-3 2-4-15,-1-2-5 0,5 1-2 0,-1-1-7 16,-4 3-3-16,0-2-1 0,1-2-20 0,-1 2-23 16,4 4-32-16,-3-7-35 0,-1-5-50 15,2-2-49-15,1-1-38 0,-1-1-37 0,1-2-44 0,1-4-52 16,-1 0-54-16,0-2-281 0,4-1-738 0,-2-2 327 16</inkml:trace>
  <inkml:trace contextRef="#ctx0" brushRef="#br0" timeOffset="76131.08">8284 6705 46 0,'3'-20'276'0,"2"4"7"0,5-7 3 16,-5 5 9-16,-5 1-4 0,7 2 9 0,-3-1 3 15,-4 0-1-15,0 7-4 0,-3-1-14 0,3 2-20 16,0-1-25-16,-1 3-23 0,1 6-22 0,-7-7-26 16,7 7-16-16,0 0-17 0,-17 11-14 0,4-2-13 15,6 6-9-15,-7 4-12 0,-1 3-9 0,1 5-15 0,0 1-1 16,-1 11-3-16,1-1-9 0,4-10-7 15,1 11-1-15,4-5-4 0,-2 3-2 0,7-5-4 16,0 0-2-16,2 0 0 0,3 10-7 0,3 0 1 0,-2-4-1 16,3-1-6-16,4 2 2 0,-3-7 0 0,3 8-3 15,-6-1-3-15,8-9 2 0,-7 6-4 0,-1-5 2 16,1 1-4-16,-2-2 3 0,-6 0-2 0,0-2-4 16,0 4 1-16,0-5-11 0,-6-5-6 0,3 5-17 15,-4-10-19-15,-5 1-31 0,9-3-27 0,-4-2-29 16,1 0-32-16,-2-8-35 0,-4 4-36 0,4-2-49 15,1-7-50-15,7 0-53 0,-23-4-202 0,15-1-639 16,1-2 283-16</inkml:trace>
  <inkml:trace contextRef="#ctx0" brushRef="#br0" timeOffset="76330.67">8049 7260 338 0,'1'-6'379'0,"3"0"-10"15,-4 6-25-15,3-6-10 0,2-1-36 0,2 3-25 16,-4-3-26-16,3-1-25 0,4 6-15 0,2-3-16 16,5 0-23-16,-4-2-22 0,10 2-13 0,-6 1-16 15,4 1-8-15,10-1-35 0,1-3-37 0,-4 0-53 16,-3 2-44-16,5 1-47 0,-10-1-64 0,-4 2-57 0,6-5-68 16,-9-1-222-16,2 1-562 0,-4 1 249 15</inkml:trace>
  <inkml:trace contextRef="#ctx0" brushRef="#br0" timeOffset="76698.27">7615 6462 347 0,'-8'-3'374'0,"1"-3"2"15,2 2-6-15,2 0-9 0,-4-1-20 0,7 5-25 0,-5-7-31 16,5 7-26-16,0 0-38 0,-8-3-11 0,8 3-25 16,0 0-18-16,0 0-18 0,0 0-16 0,-3-4-18 15,3 4-7-15,0 0-10 0,0 0-11 0,0 0-5 16,0 0-21-16,11 19 3 0,-7-15-25 0,-3 1 0 16,6-2-3-16,-7-3-5 0,6 8-12 0,-4-6-7 15,-2-2-1-15,7 5 1 0,-7-5-2 0,0 0-6 16,5 4 15-16,-5-4-7 0,0 0-4 0,0 0 0 15,0 0 4-15,0 0 4 0,3-16-7 0,-3 10-8 16,0 6 2-16,0-12 1 0,0 3-3 0,0 9-3 16,-3-7-10-16,-1 1-15 0,4-3-18 0,0 9-48 15,-8-8-30-15,8 7-38 0,0 1-44 0,0 0-51 16,-5-6-51-16,5 6-59 0,0 0-204 0,0 0-617 16,0 0 273-16</inkml:trace>
  <inkml:trace contextRef="#ctx0" brushRef="#br0" timeOffset="78614.82">9767 6599 45 0,'-5'-19'377'0,"1"0"0"0,-2 1 0 0,-2-2 6 16,6 5-1-16,-5 1-6 0,1 0-4 0,4 3-14 15,-5 2-25-15,7 2-32 0,-1-1-31 0,-1 1-29 0,2 7-28 16,-3-5-28-16,3 5-21 0,0 0-18 15,0 0-14-15,0 0-15 0,3 26-8 0,-1-8-15 16,-1 6-6-16,6 5-14 0,-2-2-4 0,7 13-7 0,-6 1-8 16,1-1-2-16,-6-9-6 0,6 1-5 0,-5 9-4 15,1-9-3-15,0-3-8 0,1 3-29 0,-3-2-24 16,3-5-32-16,-4 2-39 0,3-1-45 0,0-7-27 16,2-3-30-16,-1 7-21 0,-1-8-34 0,0 0-42 15,2-5-36-15,3 0-50 0,-3-5-247 0,4-2-679 16,-1-1 301-16</inkml:trace>
  <inkml:trace contextRef="#ctx0" brushRef="#br0" timeOffset="78997.13">10108 6790 213 0,'-4'-7'337'0,"4"7"-5"0,-1-6-3 15,1 6 5-15,-5-6-7 0,5 6-14 0,-5-5-19 16,5 5-14-16,0 0-41 0,0 0-21 0,-12-4-14 16,12 4-27-16,0 0-15 0,-10 0-16 0,10 0-17 0,0 0-17 15,-15 6-9-15,9-3-12 0,-3 3-5 0,3 0-11 16,-1 0-9-16,1 2-8 0,-3 0-5 0,3 3-5 16,-1-2-7-16,0 3-3 0,6 0-8 0,-6 0 0 15,7 5-1-15,0-4-3 0,2 5 1 0,4-6-5 16,1 6-1-16,0-3-2 0,1-3-7 0,5 1 0 15,-3 1-4-15,2-5 0 0,-4 0-1 0,0 2 0 16,2-4-3-16,-5 1-9 0,2-1 13 0,-1-1-2 16,-2-2 0-16,2 3-2 0,-2-4 0 0,-4-3-1 15,5 7-1-15,-5-7-8 0,-2 6 9 0,2-6 1 16,0 0-3-16,-22 0 4 0,13 2-7 0,-5-2-12 16,-1 0-21-16,2 0-33 0,-3 0-30 0,-6 0-26 15,6 0-25-15,-3 2-30 0,11 0-32 0,-13-2-43 16,11 0-57-16,-4-2-299 0,6 0-661 0,8 2 294 15</inkml:trace>
  <inkml:trace contextRef="#ctx0" brushRef="#br0" timeOffset="79981.14">10699 6654 299 0,'1'-6'357'0,"6"0"4"0,-1-8-13 15,-6 9 0-15,2-2-14 0,-2 2-20 0,7-2-12 0,-7 2-20 16,0 5-22-16,0-8-22 0,0 8-13 0,-7-9-34 16,7 9-17-16,-2-5-22 0,2 5-13 0,-13-4-21 15,13 4-4-15,-20 0-12 0,10 4-8 0,-4-1-9 16,-6 2-12-16,5 2-5 0,-2 1-10 0,2 3-8 15,-5-3-4-15,4 4-5 0,-1 2-1 0,2-4-6 16,2 5-4-16,0 0-3 0,1-1-6 0,1-1 1 16,3 1-1-16,-1 1-6 0,3-1 1 0,1-3-10 15,3 0 2-15,0 1-1 0,4 3-2 0,0-5-3 16,3 0 0-16,3-2-11 0,4 3 7 0,-1 1-12 16,4-6 9-16,5 1-16 0,1 3 1 0,4-5-10 15,-2-2-11-15,6 4-15 0,-1-6-6 0,-4 0-4 16,-4-1 1-16,2 0 5 0,-1 0 2 0,-4-1 3 15,1 0 4-15,-8-1 10 0,3-3 8 0,-4 4 9 16,-9 1 1-16,10-3 10 0,-6-1 15 0,-4 4-11 0,0 0 8 16,0-10-8-16,0 10 8 0,0 0 4 15,-21-2 3-15,21 2-3 0,-23 1-3 0,8 3 6 16,-5 3 2-16,3-2 1 0,-4 3 4 0,6 1-12 0,-6 3 10 16,1-4-3-16,3 2-2 0,2 2 0 0,0 0-1 15,-1 2 0-15,4-1 3 0,6-6 2 16,-3 7 7-16,6-5-15 0,0 2 4 0,6-3 3 15,-1 3-2-15,3-2 2 0,3-2-6 0,2 4 9 0,6-3-7 16,-2-1-2-16,1-2-2 0,6-1 0 0,1 0-2 16,-1-2-5-16,2-1 0 0,-3 1-6 0,10 1-10 15,-14-6 13-15,13 0-21 0,-10 1 3 0,0-2 3 16,-4 0 6-16,1-1-3 0,-3 1 1 0,2-4 7 16,-6 2 3-16,9-2 3 0,-8 1 4 0,-4 1 2 15,-1-1 1-15,-1 5 1 0,2-6 13 0,-3-1-18 16,1 5 15-16,-8-4-5 0,8 2 5 0,-4-1-5 15,5 1 10-15,-2 0-1 0,-3-1 4 0,7 1-2 16,-6-2 3-16,6 2-13 0,-7-1 9 0,7 5 4 16,-7-4-12-16,0 6 6 0,14-10-5 0,-14 3-2 15,0 7-4-15,9-4 11 0,-9 4-14 0,5-3 3 16,-5 3-3-16,8-2 1 0,-8 2 1 0,0 0-5 16,0 0-2-16,0 0 2 0,15 5 0 0,-8-2 0 0,-7-3 16 15,6 9-21-15,1-5 17 0,-4 3-12 16,2-3 1-16,-3-1 1 0,4 6-1 0,3-2-4 15,-4 1 1-15,3-4 2 0,0 4 2 0,-1-2-2 16,1 0 3-16,-1 0 2 0,1 0 2 0,0-4-6 0,0 2 6 16,4-3 1-16,-5-1 0 0,3 2-3 0,-10-2-1 15,19-2 4-15,-9 1-5 0,-1-2-1 0,2 0 0 16,-1 1-9-16,2-4-3 0,-2-1 1 0,6 2-8 16,-11-2 7-16,5 0 2 0,-5 2 4 0,3 0-9 15,-4-2 7-15,6 4-3 0,-4-3 0 0,-4 3 8 16,5 0-8-16,-1 0 6 0,-6 3 4 0,0 0-6 15,8-5-3-15,-8 5 3 0,0 0 4 0,0 0-12 16,9-4 7-16,-9 4-1 0,0 0 2 0,0 0-2 16,0 0 4-16,0 0 1 0,0 0-9 0,0 0 4 15,0 0 3-15,20 7 4 0,-14-3-3 0,2-3-3 16,1 2-5-16,-1 0-22 0,7 3-29 0,0-3-33 16,3 0-26-16,0-2-31 0,4 2-36 0,-1-3-29 15,1 2-22-15,6-2-17 0,3 0-14 0,-6 0-10 0,7-6-148 16,-8 3-466-16,8-5 206 0</inkml:trace>
  <inkml:trace contextRef="#ctx0" brushRef="#br0" timeOffset="80480.42">11902 6886 38 0,'5'-3'134'0,"0"-2"25"0,-2 2 18 0,-3 3 24 15,3-9 7-15,-3 9 4 0,0-8 2 0,0 8-7 16,-5-7-9-16,5 7-8 0,-11-3-6 0,6-1-17 16,5 4-7-16,-20-1-4 0,10 1-5 0,-8 0-6 15,1 5 0-15,-4-4-2 0,4 2-6 0,-9 3 6 16,8 0-27-16,-4 1-7 0,-4 5-11 0,2-7-9 15,10 2-15-15,-5 4 0 0,3-4 5 0,-1 2-26 16,2 3-5-16,5-1-2 0,-3 0-2 0,7-1-2 16,-3-2-8-16,4 2 8 0,2 1-11 0,3-3-2 15,0 3-3-15,3-3-1 0,4-1-4 0,1 1-2 16,0-3 1-16,12-2-12 0,-5 5 2 0,2-7 1 16,3 2 1-16,-1-3-7 0,0-1 0 0,10-1-8 15,-7 1 1-15,0-7-5 0,7 0-8 0,-2-2-6 16,-4-2 7-16,-5 0-1 0,4-3-5 0,-2 3 0 15,-1-8 1-15,-2 1-4 0,0-5 4 0,-3-1 3 16,-2-2 0-16,-2 2-3 0,2-1 4 0,-3-2 9 16,-7-3 6-16,5 1 10 0,-6 2 22 0,-2-3 33 15,1 0 26-15,-4 1 15 0,1 2 12 0,-4 0 9 16,6-1 6-16,-4 1 4 0,-3 0 0 0,6 6 3 0,2 6 0 16,-5-3-4-16,0 2-7 0,10 3-11 0,-10 1-10 15,2 3-13-15,1 3-10 0,-3 1-15 16,3 0-12-16,2 6-9 0,0 0-1 0,0 0-14 15,0 0-2-15,0 0-6 0,-13 26-1 0,13-7-4 0,-1-3-3 16,1 15-1-16,0-3-2 0,0 3-6 0,0 11-9 16,0-1-6-16,4-4-10 0,3 5-9 15,3-4-16-15,0-5-23 0,0-3-21 0,6 4-27 0,-6-3-18 16,10-4-23-16,-5-4-35 0,10 1-33 0,-5-1-21 16,8-4-32-16,-7-2-38 0,8-2-42 0,2-4-31 15,-3-7-300-15,-1-2-743 0,-6 0 329 0</inkml:trace>
  <inkml:trace contextRef="#ctx0" brushRef="#br0" timeOffset="80814.45">12791 6465 62 0,'0'0'374'0,"-2"-11"-5"15,-1 7 10-15,3 4-28 0,-10-10-14 0,10 10-16 16,-7-7-28-16,1 6-37 0,6 1-15 0,-9-3-25 16,9 3-20-16,-15 0-20 0,15 0-17 0,-16 3-18 15,3-2-16-15,8 8-15 0,-10 2-10 0,-2 1-4 16,2-1-13-16,5 2-6 0,-1 2-4 0,-4 7-3 16,5-5-11-16,2 2-2 0,-2 7-3 0,0 1-5 15,3-4-2-15,-1-7-4 0,3 10-2 0,3-6-6 0,2 1 6 16,2 5-1-16,1-7-6 0,4 4-9 0,-2-3 9 15,6-4-1-15,4 8 0 0,2-6-5 16,-2-2-2-16,6 1-11 0,1-2-10 0,3 0-21 16,-4-3-32-16,7-5-43 0,4 5-44 0,-6-7-43 0,4 1-44 15,-2-4-56-15,-6-2-41 0,1 0-50 0,-3-2-239 16,-2-4-659-16,2 4 291 0</inkml:trace>
  <inkml:trace contextRef="#ctx0" brushRef="#br0" timeOffset="81346.97">13329 6531 354 0,'0'-9'357'0,"0"2"-2"0,-4-1-5 16,1 0-21-16,0 1-17 0,-1-1-32 0,-4 4-22 15,1-2-26-15,-1 0-21 0,0 5-17 0,-2 1-26 16,-3-2-15-16,13 2-13 0,-23 2-1 0,9 0-26 0,-1 3-12 16,2-2-10-16,-2 4-12 0,5 1-8 15,2-4-3-15,-3 4-14 0,7-1 7 0,-2 3-4 16,-1-1 2-16,2-1-2 0,2 3-14 0,-1 1 6 16,4-3 2-16,0 3-4 0,7 2-1 0,-2 1-3 0,5-2-3 15,1 1-2-15,-1-4-2 0,5 5-2 0,0-3-3 16,0 2 3-16,3-3-10 0,-3 1-5 0,2-1 2 15,-1 0-2-15,3-2-5 0,-5-2 4 0,1 4 10 16,-3-2-13-16,1-4-6 0,-5 3-2 0,-1-1 1 16,0-2-2-16,1 2-6 0,-1 0-13 0,-7-4 4 15,0-3-16-15,0 8 1 0,0-8-2 0,-7 9-16 16,4-6-28-16,-7 1-26 0,1-3-38 0,-5 5-27 16,-1-5-35-16,-2 3-46 0,-4-4-70 0,1 1-59 15,-2-2-230-15,2-3-650 0,0 3 288 0</inkml:trace>
  <inkml:trace contextRef="#ctx0" brushRef="#br0" timeOffset="81714.07">13496 6364 412 0,'-8'-5'438'0,"3"2"-13"0,5 3-23 0,0 0-26 16,-5-5-28-16,5 5-30 0,0 0-33 0,0 0-32 15,0 0-22-15,0 0-25 0,0 0-18 0,19 13-20 0,-12-2-17 16,15-3-13-16,-8 0-18 0,3 6-4 0,-5 3-17 16,9 1-9-16,6 2-7 0,-6 1-14 15,-3 2-2-15,2-1-8 0,0 1-11 0,-3 0 0 16,-2 1-3-16,4-2-8 0,-4 3-1 0,2 1-6 0,3-6-2 15,-12 3-7-15,-1-6 2 0,1 10-3 0,0-12-1 16,-3 3-5-16,-3 2 3 0,3-5-1 0,-10 1-6 16,3 0-1-16,-3 3-13 0,-3-3-15 0,0 2-31 15,1-6-34-15,-1 4-41 0,-1-6-32 0,-4 7-24 16,2-2-43-16,-1-1-47 0,-1-4-46 0,0 4-51 16,3-2-243-16,0-3-661 0,5 3 293 0</inkml:trace>
  <inkml:trace contextRef="#ctx0" brushRef="#br0" timeOffset="82847">14527 6588 61 0,'0'0'312'0,"-2"-6"-1"15,2 6-2-15,0 0-8 0,-3-6-7 0,3 6-10 16,0 0-8-16,0 0-15 0,0 0-21 0,0 0-12 16,0 0-13-16,0 0-19 0,0 0-13 0,0 0-19 15,0 0-16-15,0 0-11 0,0 0-14 0,0 0-10 16,0 0-12-16,0 0-7 0,0 0-7 0,0 0-6 15,0 0-7-15,0 0-7 0,0 0-5 0,0 0-6 0,0 0-3 16,0 0-5-16,0 0 1 0,0 0-1 0,0 0 0 16,0 0-1-16,0 0-5 0,0 0-3 15,0 0 4-15,0 0-2 0,0 0-5 0,0 0-2 0,28 6-2 16,-16-4-1-16,-4-1-4 0,4-1-7 0,1 3 4 16,7-3-8-16,-5 3 4 0,-1 2-3 0,0-5 0 15,4 1-6-15,0-1 3 0,2 0-1 16,-3 0-1-16,-3 0 0 0,-2 0-4 0,6-1 1 0,-6 1-1 15,1 0-9-15,-3 0 4 0,3 0 6 0,0-4-3 16,-4 4 1-16,6-1-7 0,-15 1 4 0,11 0 2 16,-11 0-1-16,10 0-3 0,-10 0 2 0,13 0-6 15,-13 0-24-15,9-2-22 0,-9 2-24 0,0 0-30 16,15 2-34-16,-15-2-32 0,6 1-32 0,-6-1-33 16,2 7-41-16,-2-7-34 0,0 0-52 0,5 5-260 15,-5-5-669-15,-4 11 296 0</inkml:trace>
  <inkml:trace contextRef="#ctx0" brushRef="#br0" timeOffset="83664.75">14654 6759 140 0,'0'0'211'0,"-11"3"-10"0,6-2-7 0,5-1-8 16,-5 7-10-16,5-7-14 0,-10 1-9 0,10-1-8 0,0 0-6 16,-5 6-2-16,5-6-3 0,0 0-2 0,0 0-3 15,0 0-4-15,0 0 1 0,0 6-3 0,0-6-1 16,0 0-2-16,0 0 6 0,0 0-3 0,0 0 23 16,15 6-26-16,-15-6-10 0,11 1-6 0,-2 4-13 15,1-3-13-15,1-2 0 0,4 1-7 0,-2-1-9 16,4 3-8-16,-2 0-5 0,0-3 9 0,0 1-19 15,0 3-6-15,1-3-4 0,-9-1-4 0,6 2 2 16,0 0-3-16,-3-2-7 0,3 2-2 0,-4-2 0 16,-9 0 4-16,15 4-1 0,-9-4 2 0,-6 0-7 15,0 0-3-15,13 0 0 0,-13 0-3 0,7 2 0 16,-7-2-2-16,0 0 9 0,0 0-12 0,0 0 9 16,10 0 0-16,-10 0-8 0,0 0 0 0,0 0-2 15,0 0 1-15,0 0-1 0,0 0 6 0,0 0-10 16,15-2-5-16,-15 2 4 0,0 0 5 0,0 0-1 15,5 4-1-15,-5-4-2 0,0 0-10 0,0 0 0 16,0 0-9-16,0 0 1 0,0 0-4 0,8 4 5 16,-8-4-2-16,0 0 3 0,0 0-1 0,0 0 8 15,0 0-2-15,0 0 2 0,0 0 3 0,0 0 3 0,0 0-6 16,0 0 3-16,0 0 3 0,0 0-5 0,0 0 1 16,0 0 5-16,0 0 3 0,0 0-3 15,0 0 0-15,0 0 4 0,0 0-4 0,0 0 5 0,0 0 2 16,0 0 5-16,0 0-6 0,0 0-6 0,0 0 5 15,0 0-2-15,0 0 1 0,0 0 1 0,0 0 14 16,0 0-11-16,0 0-3 0,0 0 0 0,0 0 5 16,0 0-1-16,0 0-2 0,0 0 6 0,0 0-8 15,0 0-1-15,0 0 5 0,0 0-7 0,0 0 6 16,0 0-6-16,0 0 5 0,0 0-1 0,0 0-1 16,0 0 0-16,0 4 3 0,0-4-2 0,0 0 1 15,0 0-1-15,0 0 2 0,0 0-6 0,0 0 4 16,0 0-3-16,0 0-1 0,0 0 4 0,0 0 1 15,0 0-1-15,0 0-2 0,0 0 1 0,0 0 1 16,0 0-4-16,0 0 0 0,0 0 4 0,0 0 3 16,0 0-5-16,0 0 4 0,0 0-8 0,0 0 5 15,0 0-1-15,0 0-2 0,0 0 4 0,0 0-1 16,0 0-3-16,0 0 6 0,0 0-2 0,0 0 0 0,0 0 1 16,0 0 1-16,0 0-5 0,0 0-2 15,0 0 6-15,0 0-3 0,0 0 1 0,0 0-2 16,0 0 2-16,0 0-7 0,0 0-17 0,0 0-17 15,0 0-16-15,0 0-20 0,0 0-22 0,0 0-29 0,0 0-40 16,0 0-43-16,0 0-44 0,0 0-47 16,0 0-176-16,0 0-519 0,0 0 230 0</inkml:trace>
  <inkml:trace contextRef="#ctx0" brushRef="#br0" timeOffset="85063.6">15263 6508 231 0,'0'0'376'0,"0"0"9"15,-6-7 4-15,6 7-2 0,0 0-7 0,0 0-6 16,0 0-18-16,0-6-14 0,0 6-23 0,0 0-23 16,0 0-23-16,0 0-16 0,0 0-19 0,0 0-22 15,0 0-18-15,0 0-20 0,0 0-15 0,0 0-16 16,13-3-15-16,0 3-15 0,4 0-8 0,4 0-18 0,1 0-19 15,4 2-22-15,6-1-22 0,-2-1-32 16,-1 0-29-16,3 0-41 0,-2 1-41 0,-1-1-40 16,1 0-41-16,-8 0-29 0,-1 3-31 0,1-3-31 0,-6 2-25 15,-7-2-35-15,2 2-23 0,1-2-252 0,-12 0-673 16,10 4 297-16</inkml:trace>
  <inkml:trace contextRef="#ctx0" brushRef="#br0" timeOffset="85264.61">15310 6702 138 0,'0'0'257'0,"-8"3"4"0,8-3 4 0,-7 2-2 16,7-2-8-16,0 0-22 0,0 0-26 0,0 0-19 16,30 0-14-16,-12 0-22 0,0-2-11 0,2 2-19 15,3 0-8-15,7 0-14 0,0-3-12 0,0 6-13 16,-1-6-25-16,4 3-45 0,-3 3-47 0,-7-3-51 15,6 0-60-15,0-3-57 0,-1 1-222 0,-8 2-468 16,0 0 207-16</inkml:trace>
  <inkml:trace contextRef="#ctx0" brushRef="#br0" timeOffset="85581.2">16147 6435 210 0,'0'-2'464'16,"0"2"0"-16,2-4-18 0,-2 4-29 0,0 0-34 0,0 0-26 16,7-6-44-16,-7 6-28 0,0 0-37 0,0 0-31 15,0 0-20-15,0 0-24 0,0 0-15 0,5 17-14 16,-4-8-14-16,-1 1-14 0,2 0-9 0,3 4-14 15,-3 6-9-15,4-2-7 0,-4 6-8 0,4 1-7 16,1-3-5-16,-5 5-7 0,4-1-10 0,3 1-35 16,-4-9-24-16,-4 1-35 0,11 1-30 0,-4-2-38 15,0-2-37-15,-1-2-31 0,0 2-41 0,-6-4-45 16,6-3-47-16,1-1-55 0,-1-5-211 0,3 3-637 16,-5-1 282-16</inkml:trace>
  <inkml:trace contextRef="#ctx0" brushRef="#br0" timeOffset="85880.93">15949 6348 253 0,'-7'-4'436'15,"0"0"13"-15,-1 0 3 0,8 4-10 0,-8-6-14 0,8 6-13 16,0 0-23-16,0-5-24 0,0 5-20 0,0 0-32 15,0 0-23-15,0 0-29 0,0 0-24 16,8-7-24-16,5 7-24 0,1-3-9 0,-1 3-29 16,5 0-12-16,4-2-18 0,6 2-11 0,3 2-9 0,-1-2-12 15,3 0-13-15,-1-2-6 0,-8 2-9 0,6 4-5 16,-2-3-11-16,2 2-13 0,-8-3-25 0,-1 1-27 16,2-1-25-16,-6 0-28 0,1 0-34 0,-5-1-39 15,6 1-51-15,-8-3-54 0,-1 2-45 0,2 1-54 16,-12 0-63-16,11-7-66 0,-11 7-264 0,5-4-802 15,-5 4 354-15</inkml:trace>
  <inkml:trace contextRef="#ctx0" brushRef="#br0" timeOffset="86964.57">18016 6408 228 0,'2'-9'364'0,"4"-4"-7"0,-1 3-13 0,-1-5-21 16,4 6-16-16,-3 1-26 0,1 0-33 0,1-3-23 16,0 8-10-16,1 2-34 0,-8 1-22 0,18 4-17 15,-3 4-13-15,0 4-18 0,0 0 8 0,5 7-26 0,-4 7-14 16,-1-5-9-16,0 5 1 0,3-1-13 0,-6 4-6 15,1-2-10-15,-1-2 1 0,-2 2-5 16,3-5-4-16,-12-3-4 0,6 0-3 0,-5-7-3 0,-2 3-2 16,6-4-2-16,-6-1-5 0,2-1 1 0,-2-3-6 15,5 1 15-15,-5-3 29 0,0-4 32 0,0 0-6 16,0 0 3-16,0 0 1 0,0 0-1 0,0 0-2 16,0 0-2-16,-7-27-5 0,9 16 4 0,3-4-13 15,2-3-1-15,-4 0-14 0,2 2 0 0,5-4-11 16,3-2-7-16,2-2-7 0,3 2-11 0,2 0-17 15,2 1-14-15,4 3-14 0,-4-2-15 0,1 7-18 16,-3 2 2-16,-1 1-31 0,1 5-24 0,-3-2-8 16,6-1 2-16,-6 6-19 0,1-1 2 0,-3-1-5 15,5 4-10-15,-4 0-7 0,-1 0-4 0,0 5-8 16,-2-3-8-16,4 0 10 0,-6 5 7 0,6-3 6 16,-4 0 3-16,4-4 12 0,-4 3 21 0,2 2 8 15,1-2 9-15,-1 1 10 0,3-2 7 0,-6-2 19 16,3 0 6-16,-2-2 11 0,4-3 12 0,-11 3 29 15,4-3 19-15,2 2 19 0,-6 2 19 0,3-5 14 16,-8-3 11-16,4 5 11 0,2-4 4 0,-7-3 10 0,0 6 2 16,0-3 6-16,-5-1 1 0,3-1 3 0,-4 2 4 15,-1-1-3-15,-1 3-4 0,-4-1-2 0,-1-1-5 16,-5 4-8-16,0 0-7 0,-2-1-9 0,-2 2 3 16,1 7-11-16,-1-3-3 0,2 6-8 0,-1-3 12 15,-6 5-20-15,6-2-7 0,-2 8-2 0,6 0-8 16,2-4 2-16,-3 4-4 0,8-2 7 0,0 7-9 15,5-6 1-15,0 5 0 0,4-4 0 0,7 3 3 16,2-3 16-16,1 1-18 0,12 7 11 0,7-7-18 16,-4 2 2-16,17 1-8 0,-10-6-5 0,16 2-15 15,-6 0-16-15,5-11-30 0,-12 1-15 0,5-3-46 16,-1-1-34-16,-3-1-38 0,-5-3-32 0,-2-3-32 16,5-3-24-16,-5-1-21 0,-5-4-207 0,2-2-543 15,-2-4 240-15</inkml:trace>
  <inkml:trace contextRef="#ctx0" brushRef="#br0" timeOffset="87213.66">19300 6023 185 0,'-5'-16'285'0,"4"1"15"0,-8 0-1 16,8 5 8-16,1 3 3 0,-3-3-11 0,-1 3-7 16,4 2-16-16,0 5-25 0,-3-12-29 15,0 9-24-15,3 3-27 0,-2-4-15 0,2 4-19 0,0 0-15 16,0 0-15-16,0 0-9 0,-7 23-5 0,7-12-12 15,0 3-8-15,0 4-9 0,0 8-3 0,0 2-4 16,4-1-5-16,-1 6-7 0,-1 6-10 0,4 3-4 16,7-12-15-16,-4 1-11 0,-3 9-25 0,3-3-32 15,-1-7-20-15,-1-2-26 0,1 1-30 0,3-1-28 16,-9-2-33-16,6-9-43 0,-1-1-36 0,0 0-39 16,-4-2-211-16,0-5-561 0,-1 2 248 0</inkml:trace>
  <inkml:trace contextRef="#ctx0" brushRef="#br0" timeOffset="87713.51">19198 6306 47 0,'-8'-3'228'0,"4"-2"-21"0,4 5-16 0,-5-3-18 0,5 3-12 16,0 0-14-16,0 0-12 0,0 0-14 15,0 0-10-15,0 0-10 0,22 14-8 0,-9-8-6 16,2-3-4-16,1 1 0 0,-1 3-10 0,7-4-10 0,-1 1-2 15,3 0-7-15,-3-2-6 0,1-2-1 0,6 0-5 16,-5 0-7-16,5-6 1 0,-8 3-7 0,-2 2-1 16,2-2-3-16,-4-4 11 0,1 3 15 15,-4 1 7-15,1-2 5 0,-6 4 10 0,0-2 4 0,-8 3-1 16,10-3-7-16,-3 2-8 0,-7 1 3 0,8-5-21 16,-8 5-5-16,0 0-4 0,0 0-1 0,5 12-8 15,-5-4 0-15,-5-1 3 0,3 5-5 0,2 0-7 16,0 1 1-16,0 4-1 0,0 1-2 0,0-3-8 15,0 4 9-15,7-4-4 0,-7 2 1 0,5 1-2 16,-2-3 1-16,5-2-5 0,2 2 3 0,0-1 0 16,-1-4-2-16,4 0 3 0,-5-3 0 0,7-1-3 15,-7-3 19-15,7-3-7 0,-2 3 1 0,7-6 3 16,-10 2-8-16,5-6 7 0,2 0-5 0,-2-1 1 16,-4 0 0-16,-1-6 10 0,-3 2-1 0,-1-3 4 15,3-2 12-15,-3 2 2 0,-1 0 7 0,-3-4 17 16,-1 6 2-16,-1-6 5 0,0 2-5 0,0 2-7 15,0 1 4-15,0 2-5 0,0 3-6 0,0-3-8 0,-1 5-3 16,1-4-13-16,-2 8-17 0,2 3-16 0,-5-6-15 16,5 6-12-16,0 0-8 0,0 0-13 15,0 0-14-15,-10 20-21 0,10-12-20 0,0 3-24 16,0-3-30-16,0 4-39 0,2-2-40 0,5 2-47 0,-4 1-266 16,2-1-593-16,1-2 264 0</inkml:trace>
  <inkml:trace contextRef="#ctx0" brushRef="#br0" timeOffset="88063.49">20049 6322 13 0,'0'0'169'15,"0"0"-11"-15,0 0-8 0,0 0-5 0,8 18-5 16,-8-13-10-16,8 2-8 0,-8 1-1 0,7 4-5 15,3 0-4-15,0 0-8 0,-1 0-9 0,-2 3-6 16,6-3-9-16,-4 2-8 0,4-3-5 0,-5-2-5 16,2-1-6-16,-5-1 9 0,3 3 6 0,-1-5-5 15,0 0 5-15,-6 1 8 0,4-1 14 0,-2-1 17 16,-3-4 12-16,7 4 20 0,-7-4 17 0,0 0 4 16,0 0-6-16,0 0-13 0,0 0-8 0,0 0-14 15,0 0-1-15,-8-20-4 0,6 12 1 0,-3 1-4 16,4 0 0-16,-1 0-4 0,-1-2-12 0,1-2-10 0,2 2-7 15,0-3-5-15,-2 5-4 0,6-5-12 16,-1 0-11-16,0-4-10 0,5 2-17 0,1 1-36 16,4-2-42-16,2 3-57 0,0-2-53 0,3 2-56 0,0 3-56 15,-1-2-62-15,3 1-293 0,-4 1-684 0,-6 3 304 16</inkml:trace>
  <inkml:trace contextRef="#ctx0" brushRef="#br0" timeOffset="88480.15">20447 6282 4 0,'0'8'226'15,"0"-1"-9"-15,0 1-14 0,0 0-8 0,0 1-13 16,0 2-18-16,0 4-14 0,5-2-13 0,-3 2-10 15,-2-4-5-15,7 1-6 0,-6-3-9 0,4 3-10 16,-3 0-9-16,3-4-7 0,-2 1-8 0,2-1-2 16,-3-3 12-16,-1 1 12 0,9-2 6 0,-10-4 3 15,9 4 7-15,-9-4-12 0,8 1-9 0,-8-1-8 16,0 0 0-16,17-8-4 0,-9 6-1 0,-2-5 8 0,3 0 1 16,2-4 4-16,-4 2-1 0,3-2-7 15,-2-5 4-15,5 6-3 0,-1-3 10 0,3 1 4 16,-4-3 7-16,3 1 1 0,1 1 11 0,-1 2-14 0,-2-1 4 15,1 8-20-15,-8-3-7 0,4 0-9 0,-1 5-8 16,3-2-5-16,-2 4-16 0,-1-1 1 0,-8 1-11 16,20 7 4-16,-12-4 0 0,0 4-8 15,4 5-4-15,-2 0 2 0,3 2-4 0,-3-1-4 0,2-1 3 16,-2 5-5-16,-1 1-27 0,-2-3-29 0,5 0-33 16,-2-1-52-16,1 3-41 0,-3-2-61 0,1-3-74 15,-1 0-78-15,-1 0-294 0,4-1-730 0,-2-2 323 16</inkml:trace>
  <inkml:trace contextRef="#ctx0" brushRef="#br0" timeOffset="89180.23">22273 5987 142 0,'-7'-10'331'0,"4"3"1"0,-4-2-11 0,1 1 9 0,-4 1-32 16,-2-1-10-16,4 0-16 0,-4 1-16 0,3 3-24 15,-5-2-22-15,-4 1-18 0,-2 3-22 0,0 0-11 16,4 4-17-16,-2 3-19 0,-4 0 1 0,9 4-26 16,-7 6-8-16,-2-2-5 0,8 1-20 0,-5 8 5 15,8-7 0-15,3 9-5 0,-1 2-2 0,4-2 4 16,9 3-8-16,-3 3 0 0,6-3-6 0,-1-1-2 0,6 0-3 15,6 0-4-15,0-3-1 0,4-3-6 16,1 0 0-16,5-5-2 0,-5 0-3 0,4-3-4 16,1-5-3-16,-3 0 1 0,-4-7-8 0,3 0 0 0,5-7 1 15,-9 4-3-15,5-9 0 0,2 4-3 0,-11-4-6 16,2-3 4-16,1-4 0 0,-5 3-6 0,-2-8 5 16,-2 1-2-16,-2-4-2 0,-8 7-4 15,4 2 0-15,-8-6 3 0,-2 2 1 0,-3-3-4 0,1 3 0 16,-5 6-2-16,-2 0 0 0,0 2-7 0,-3 2-6 15,-2 5-20-15,-3-1-26 0,1 4-21 0,2-1-30 16,4 5-19-16,-7 0-25 0,3 7-25 0,0 0-31 16,3 0-38-16,-4 3-53 0,18 0-48 0,-9 4-231 15,4 2-628-15,8-1 278 0</inkml:trace>
  <inkml:trace contextRef="#ctx0" brushRef="#br0" timeOffset="94679.9">22402 6024 157 0,'3'-1'342'0,"-3"1"-15"0,7-7 8 0,-5 2-29 16,-2 5-10-16,6-8-7 0,-6 8-24 0,2-3-15 15,-2 3-19-15,0 0-14 0,0 0-14 0,0 0-14 16,5-6-12-16,-5 6-13 0,0 0-14 0,0 0-13 16,0 0-11-16,0 0-12 0,0 0-14 0,0 0-13 15,0 0-14-15,0 0-8 0,0 0-6 0,0 0-11 16,0 0-2-16,-28 15 1 0,20-8-6 0,-4 5-4 16,-1-1-6-16,1 5 0 0,-6 4-6 0,-2-3-1 15,-1 7-2-15,1-4 1 0,0 6-3 0,2-5-5 16,-6 3 7-16,8 1-11 0,-11 6-17 0,6-8-14 15,4 0-19-15,2-2-21 0,4-3-19 0,-2-2-30 16,3 4-18-16,1-1-27 0,1-4-23 0,2-1-29 0,-1 1-30 16,-1-5-32-16,8 0-40 0,-7-3-245 15,7-1-597-15,0-6 264 0</inkml:trace>
  <inkml:trace contextRef="#ctx0" brushRef="#br0" timeOffset="94896.57">22225 5930 273 0,'-5'-7'317'0,"-2"-1"-14"0,2-1-12 15,4 2-29-15,-2 4-20 0,-2-1-25 0,-2-1-19 16,7 5-25-16,-10-1-14 0,10 1-21 0,-20 6-8 16,12 0-11-16,-5 4-15 0,4 1-9 0,-4 0-6 15,5 2-11-15,3 5-9 0,-12-2 5 0,4 8-21 16,3 3-11-16,-3-1-22 0,5-2-28 0,-6 2-32 15,8 1-35-15,-4-3-49 0,5-6-61 0,-5 2-64 16,3 0-213-16,4-4-499 0,-2 3 222 0</inkml:trace>
  <inkml:trace contextRef="#ctx0" brushRef="#br0" timeOffset="95546.54">23043 6014 237 0,'3'-7'283'0,"-1"0"-2"0,4-4-7 15,-6 2-9-15,7 2-4 0,-7-4-16 0,2 2-13 16,1-1-10-16,0 1-11 0,-1-2-13 0,-2 3-7 16,1-1-7-16,-2 1-13 0,1 2-5 0,0 6-14 15,0-13-12-15,0 13-16 0,-2-8-6 0,-1 5-13 16,3 3-14-16,0 0-10 0,-5-8-11 0,-2 5-13 15,7 3-4-15,-15 0-5 0,4 7-6 0,-1-7-17 16,-3 5 12-16,0-2-8 0,-1 5 8 0,-4 1-13 16,3-2-2-16,-1 3-4 0,2 0 1 0,-1-1-9 0,-3 4 2 15,5-3-3-15,7 0-7 0,0-3 23 0,-4 2-25 16,6-1 7-16,2 2-7 0,-2-1 8 0,6 1 0 16,0 2-2-16,10 3 3 0,-4 2 5 0,7-2-2 15,2 4-3-15,0-4 0 0,7 1-4 0,-2 2-1 16,3 3 5-16,-3-5-9 0,0 2 7 0,-6-4-6 15,3 1 2-15,-2-1 2 0,0-2-3 0,-4 3-3 16,1-2 0-16,-2-3 2 0,-2-1 0 0,-1 2 17 16,-1 1-18-16,-1-5-2 0,-1 4 2 0,2-2 12 15,-6-2-11-15,0 1-6 0,0 3 3 0,0-7-2 16,-3 4 1-16,-4-3 1 0,2 3 2 0,-1-2 0 16,-1-3 0-16,-1 3 14 0,-5-4-18 0,3 5 2 15,-7-5 2-15,-1 2 3 0,0-1 2 0,0-3-4 16,1 1 3-16,0-1-7 0,-1 0 1 0,2-1 4 15,6 1 0-15,-2-3-21 0,12 3-13 0,-16-3-22 16,9 2-30-16,7 1-29 0,-7-11-38 0,7 5-37 0,0 6-37 16,15-14-27-16,0 7-41 0,2-1-37 0,1-2-201 15,3 1-574-15,4-4 255 0</inkml:trace>
  <inkml:trace contextRef="#ctx0" brushRef="#br0" timeOffset="96579.88">23258 6229 49 0,'5'-2'193'0,"-5"2"2"0,0 0-11 15,10-5-14-15,-10 5-15 0,0 0-14 0,0 0 1 16,0 0-10-16,0 0-7 0,0 0-7 0,-13 15-5 16,11-9-7-16,0 0-7 0,-1 1-6 0,1 1-6 15,1-1-2-15,-3 4-6 0,4-3-5 0,0 0 0 16,5 3-6-16,-3-2-3 0,5 2-6 0,-1-3-4 16,2 3-2-16,6-3-8 0,-1 2 0 0,2-1-10 15,0-5 0-15,1 3-4 0,1-6 0 0,1 3-4 16,-1 0-3-16,-3-4-1 0,-2 0-2 0,0-7-3 15,3 5 1-15,-9-5-1 0,7 3-3 0,-9-7-3 16,2 3 3-16,1-3-1 0,-7-1 3 0,3 1 9 16,-3-1 8-16,-3 4 5 0,3-3 0 0,-8 1 7 15,-1-4-1-15,-4 2-2 0,-2 0-6 0,0 5 1 0,2-1-4 16,-3-3-8-16,2 7 1 0,4-2-5 0,-9 0 0 16,7-2-2-16,2 8-1 0,0-3-7 15,3 1-2-15,7 2-9 0,0 0-5 0,-14 0-4 16,14 0-7-16,0 0 4 0,-2 5-1 0,2-5-4 0,11 8-5 15,-11-8-11-15,25 4-12 0,-8-4-9 0,-1 2-9 16,6-4-15-16,-1-1-14 0,3 1-8 0,-3-3-6 16,9-2-16-16,-2-6 0 0,0 1 0 0,-3-5-11 15,-3 6 11-15,6-7 5 0,-7 0 12 0,-6 3 7 16,2-4 11-16,-4 4 11 0,2-8 5 0,-10 5 25 16,0 1 14-16,-2-2 21 0,-1-1 17 0,-2 5 22 15,0 0 21-15,-2-4 14 0,-1 10 14 0,1-6 7 16,-1 4 11-16,-4 2-1 0,2-1-5 0,-1 1-6 15,1 0-8-15,-4 2-8 0,1 0-6 0,-2 3-7 16,-1 1-6-16,-1 3-4 0,0 0-10 0,12 0 0 16,-23 4-6-16,13-1 1 0,-1 4-7 0,-4-2 4 15,0 7-10-15,2-2 3 0,3 2-2 0,-2 1 2 16,5 5-3-16,-6-2-3 0,10-1 0 0,-5 7-2 0,3-3 2 16,3 6 0-16,4-3-4 0,3 2 5 15,3 4-2-15,0-2-2 0,5 1-2 0,2 0-1 16,0-5-1-16,5 3-5 0,-3-2-8 0,4-2-3 0,2 1-7 15,1-5-1-15,0 1-6 0,1-6-4 0,-5-1-5 16,-2-4 5-16,4 1 3 0,-1-7 2 0,-1 2 3 16,2-3-1-16,-4 0 3 0,2-4 3 15,-5-4 3-15,1 2 5 0,-1-3 0 0,0-3 5 0,-2 1 8 16,0-4 16-16,-4 3 8 0,1-3 12 0,0 3 4 16,-2-4 7-16,-5 1 10 0,4 0 3 0,-6-3-5 15,4 5 26-15,0-6-15 0,-1 7 0 0,-3 5-1 16,-1-2-12-16,4-3-2 0,-3 5-6 0,1 2-9 15,-2 5-21-15,-2-7 9 0,2 7-8 0,0 0 2 16,0 0-5-16,-13 13-4 0,11-6-2 0,-3 7 1 16,2-4-4-16,0 4-4 0,0-2-2 0,1 6-4 15,2-1-1-15,0 1-4 0,2-4-1 0,-2 4-8 16,3-2 2-16,0 0-2 0,0-2 1 0,4-1-3 16,0-2-1-16,-1-3 5 0,3 0-4 0,2-4 5 15,-1 3 1-15,3-4-2 0,2 1 2 0,-5-7 1 16,5 2-1-16,0-2 1 0,-2-4 2 0,2 0 1 15,0-2 0-15,0 0 4 0,0-5-5 0,0 1 4 0,-9-1 3 16,8 2-2-16,-3-3 6 0,-6 2 7 0,3-1 9 16,-1 5 8-16,0-4 8 0,-7 4 9 15,6 1 9-15,-4 0 0 0,3-3 5 0,-5 5-6 16,2 0-3-16,-2 6 1 0,0-8-21 0,0 8-7 0,0 0-5 16,0 0-15-16,0 0 12 0,0 0-1 0,4 19 2 15,-8-9-9-15,12 0-3 0,-8-2 13 16,5 3 10-16,1 0-25 0,1 5 2 0,-4-3-4 0,7 2 0 15,0-3-10-15,-2 2 1 0,7-2-11 0,0-4-7 16,-2 3-17-16,4-2-8 0,1-3-16 0,0 0-20 16,2-4-19-16,-1-2-23 0,2 0-18 0,-4-2-17 15,2-3-15-15,-2 1-15 0,4 0-12 0,-6-7-19 16,7-4-12-16,-1 2-20 0,-1-6-138 0,2 0-429 16,-4-5 190-16</inkml:trace>
  <inkml:trace contextRef="#ctx0" brushRef="#br0" timeOffset="97047.58">24663 5629 161 0,'-5'-7'189'0,"-2"2"-17"0,4 0-17 0,-3 2-16 16,6 3-13-16,-9-4-6 0,9 4-8 0,-11 8-9 16,9-1-4-16,0 1-10 0,-3 3 1 0,5 4-4 15,0 2-3-15,0-2 3 0,0 2-7 0,0 5-5 16,9 2 1-16,-3-4-10 0,3 9-3 0,-1-2-9 15,-2 1-3-15,1-1-6 0,0 1-3 0,-1-1-4 16,1 5-2-16,3-3-1 0,-2-6-2 0,2 8-5 0,0-6-2 16,0 4-3-16,-3-13-3 0,-2 3 1 0,-2 4-4 15,2-5-1-15,0-5 8 0,-4 4-12 0,1-7-3 16,1-1 2-16,-1-1 0 0,-2-4 4 0,0 3 0 16,0-7 3-16,2 8-3 0,-2-8-1 0,0 0 4 15,0 0 4-15,0 0 2 0,0 0 0 0,0 0 7 16,-9-19-1-16,9 19 1 0,-1-10 6 0,1 0 5 15,0 2-1-15,-4 1 1 0,9-2-2 0,-3 2 2 16,1-6-3-16,2 3-2 0,0 0-2 0,4-4 0 16,-1 10 5-16,3-11-5 0,-1 11-1 0,-1-7 2 15,-1 5-4-15,7-1-2 0,-5 0-4 0,0 4 0 16,3-1-5-16,-5 3 0 0,1-1-2 0,5 2-4 16,-14 0-5-16,20 0 1 0,-10 2 2 0,5 3 3 15,-3 2-7-15,-2-3-2 0,5 7 4 0,-1-4-5 16,-5 3 4-16,6 4-2 0,-2-5-2 0,-5 3-2 15,5-2 0-15,-6 2 6 0,1 2-7 0,4-1-2 16,-7-2 1-16,5 0-10 0,-5-2-28 0,3 4-36 16,-5-1-37-16,4-5-41 0,-5 3-43 0,6-2-44 15,-5 0-51-15,0 0-154 0,-3-1-481 0,7-1 213 0</inkml:trace>
  <inkml:trace contextRef="#ctx0" brushRef="#br0" timeOffset="97747.46">25365 6136 162 0,'-8'-4'274'0,"8"4"-21"0,0 0-20 16,-5-1-22-16,5 1-19 0,0 0-18 0,-17 7-15 15,14-2-15-15,-2-1-12 0,-2 5-9 0,7 0-10 16,-6 1-10-16,6 1-3 0,0 4-15 0,-2-6-7 15,2 6-1-15,2-6-10 0,4 1-5 0,-6 2-8 16,7-1-3-16,1 0-4 0,-1-3-3 0,3 4-8 16,3-4 2-16,-2-1-9 0,4 1 1 0,0 0-7 15,2-5-3-15,-4-2-1 0,4-1-2 0,-1 0-1 16,-1-1-1-16,0-6-3 0,-2 4-2 0,-5-2 5 16,1-2-6-16,1-1 2 0,-4-8-1 0,-2 1 2 15,2 0 3-15,-4 0 4 0,-2-1 7 0,0-4 8 16,0-2-5-16,0 5 3 0,0-2 3 0,-2 4 4 15,-3-1-2-15,0-1 1 0,2 7-2 0,3-2-1 16,-3 0 1-16,-1 2-8 0,3 3 4 0,1-2-9 0,-5 1-4 16,5 4-3-16,0 4-1 0,0-8-8 15,0 8-8-15,0 0 0 0,0 0-2 0,0 0-2 16,0 0-2-16,0 0 3 0,0 0 1 0,0 0 1 0,0 0-1 16,20 16 1-16,-14-12-3 0,-1-1 1 0,0 3 4 15,7 0-1-15,-4 2 0 0,0-4 5 0,-1 0-6 16,1 1-2-16,-1-2 1 0,-6 3 0 15,8-1 1-15,-4-2 2 0,1 1 2 0,-4-1-4 0,-2-3 4 16,7 5-3-16,-7-5 0 0,8 4 0 0,-8-4-1 16,0 0 2-16,0 0 2 0,5 3 3 0,-5-3 10 15,0 0 11-15,0 0 16 0,6 5 4 0,-6-5 5 16,0 0-10-16,0 0 3 0,0 0-9 0,22-5 7 16,-14 3-8-16,1-2-3 0,-1 3 5 0,3-6 9 15,-1 3-8-15,0 1 9 0,2 2 8 0,-2-4 6 16,5 2 8-16,-4 0 13 0,1 2-3 0,-12 1-1 15,13-2-9-15,-6 0-4 0,-7 2-7 0,11-3-15 16,-11 3 6-16,10 0-6 0,-10 0-8 0,0 0-3 16,12 5-4-16,-12-5-2 0,8 7-6 0,-5 0 0 15,1 1-2-15,-1 0 0 0,-1 4-3 0,4-5 2 16,-2 8-4-16,-1-3-2 0,0 0-12 0,1-7-17 16,-1 7-34-16,2 1-23 0,1-4-33 0,-6-1-22 0,9-1-32 15,-6 4-34-15,0-3-45 0,-1-3-45 16,10-2-46-16,-9 2-284 0,2-2-669 0,-5-3 295 15</inkml:trace>
  <inkml:trace contextRef="#ctx0" brushRef="#br0" timeOffset="97930.69">25587 5787 290 0,'-9'-4'371'0,"3"-3"-16"0,-3 2-19 0,6 1 0 0,0 0-67 16,-4 1-28-16,7 3-32 0,0 0-21 0,0 0-28 16,0 0-43-16,0 0-44 0,0 0-62 0,20 16-58 15,-12-5-69-15,9-3-70 0,1 3-249 0,-1 0-470 16,-2 1 207-16</inkml:trace>
  <inkml:trace contextRef="#ctx0" brushRef="#br0" timeOffset="126762.26">26235 5609 2459 0,'5'-26'106'0,"4"1"40"16,-1-1 27-16,-1 8 37 0,1-7 20 0,5 2 13 0,-5 3-15 15,-1 2-6-15,0-1-15 0,6 9 15 0,-6-2 6 16,-3 2-10-16,1 3-20 0,0-1-23 16,-3 4-24-16,-2 4-23 0,7-5-13 0,-7 5-8 0,1 19-9 15,4-2-2-15,-3 8 13 0,-9 3 8 0,6 15-2 16,-8 1 3-16,-5 2-5 0,-6 1-3 0,-2 6 0 15,-6-3-6-15,-2 16-8 0,-3 3-9 0,-3-3 0 16,1 8 9-16,3-8-10 0,-1 3-6 0,10-16-6 16,2 0-4-16,-2 1-12 0,6-1 0 0,-5 2-7 15,3-5-7-15,4 1 1 0,0-2-11 0,7-2-1 16,-2-5-1-16,-2-4-3 0,9-9-6 0,-1-3-1 16,1-5-18-16,3-2-27 0,0-4-39 0,0 0-36 15,0-4-39-15,0-2-35 0,3-3-51 0,4-1-56 0,1-4-60 16,-8-1-57-16,0 0-77 0,14-9-89 0,-3-3-306 15,1-2-938-15,-4-2 415 0</inkml:trace>
  <inkml:trace contextRef="#ctx0" brushRef="#br0" timeOffset="127911.92">26504 5919 163 0,'0'-8'369'0,"-4"-4"-26"0,8 8-11 0,-4-11-17 0,5 6-28 16,-4 2-16-16,3-7-23 0,4 6-31 0,2-2-17 16,0 4-26-16,5-2-13 0,-2 5-15 15,3-1-20-15,3 3-12 0,0 1-15 0,1 0-12 16,-3 1-2-16,-2 3-22 0,5-1 3 0,-4 4-4 0,-1-2-6 15,0 3-6-15,-3-2-4 0,-1 6-8 0,-4-4-4 16,-1 4-1-16,1-2-5 0,-5-1-2 0,-2 2-3 16,-2-1-8-16,0 4 19 0,-4-2-14 0,1-1-5 15,-2 5-3-15,-4-5 1 0,2 3 2 0,3-7 16 16,-4 3-25-16,1-2-4 0,1 1-13 0,2 5 17 16,-3 1-6-16,3-3 5 0,4 1-7 0,-5-2 8 15,7 0 0-15,0 4-2 0,0-2 0 0,9 1-4 16,-3 3 3-16,3-2 3 0,2 0-5 0,-3 5 18 15,1-4-19-15,7 3 0 0,-6-3 2 0,0 2-2 16,2-2 4-16,-4 4-4 0,-3-2-4 0,5-2 1 16,-7 7 0-16,4-10 4 0,-7 5 5 0,1-1 6 15,-1-5 14-15,-1 0 12 0,1 0 21 0,-9-3 9 0,3 0 19 16,-2 2 13-16,-1-5 2 0,-4 1 4 0,3-1 10 16,-8-5 2-16,5 1 4 0,1-2-4 15,12 0 2-15,-26-3-1 0,11-1-1 0,0 0-3 16,8-6-7-16,-8 1-1 0,9 1 0 0,2-5-17 0,-1-4-11 15,5 1-7-15,7-5-8 0,1 3-16 0,7-8-19 16,7 2-20-16,11-3-17 0,-8 8-22 0,16-13-25 16,-1 5-14-16,-2 0-14 0,3 2-15 0,-3-2-4 15,0 5-9-15,4 0 8 0,-12 6 2 0,-1 4 4 16,-6 0 8-16,4 0 6 0,-9 3 8 0,2-1 10 16,-3 2 6-16,-3 1 6 0,0-1 2 0,-3 2 11 15,-1-2-10-15,-3 3 16 0,-1 1 6 0,-2-1-2 16,2 0 2-16,-6 5 4 0,2-8-1 0,-2 8 17 15,-10-7-12-15,10 7 0 0,-13-6 5 0,3 6 5 16,-3 0 2-16,13 0 2 0,-23 0 3 0,9 4 6 16,1-2-3-16,5 1 3 0,-2 3 4 0,-2 0-1 15,7 0-2-15,-3 0 1 0,6 1 3 0,2 3-2 0,0-2 1 16,7 0-3-16,0 0-1 0,3 3 4 16,3-2 2-16,2 1-6 0,0 0-2 0,1-3-1 15,7-4 8-15,-3 4 4 0,-5-6-13 0,7 2 7 0,-1-6-5 16,-3 2 7-16,2-1 6 0,-5-3-11 0,5 2-1 15,-5-2 2-15,0-2 0 0,-2 2 2 0,-1-2-3 16,-1 3 0-16,-3-2 5 0,1 1 1 0,-1 1-2 16,-3 0 3-16,2-3-10 0,-1 3 2 0,-3 1-2 15,-3 3 1-15,7-5 2 0,-7 5-6 0,0 0 5 16,0 0-4-16,15 7 2 0,-7-2-5 0,-4 3-4 16,-3-1 4-16,4 1 4 0,-1 4-1 0,-3 2 4 15,4-1-4-15,5 2 1 0,-10 0-2 0,0 0 1 16,3-4-1-16,-1 6 0 0,0-9-5 0,-2 3 6 15,3-1 2-15,-1-2-2 0,-2-3 2 0,3 0-1 16,-3-5 5-16,0 10-1 0,0-10 1 0,0 5 1 16,0-5 6-16,0 0-2 0,0 0 1 0,20-5-4 0,-12 1 2 15,7-3-2-15,3-7-3 0,-3 7 9 0,5-6-7 16,0-6-3-16,3 1 2 0,-1-1-3 0,-1-1 2 16,6 5 1-16,-9-4 2 0,3 2 16 0,-8 0 13 15,2 1 7-15,-1 4-1 0,-3-3 5 0,-4 3-5 16,1-2-3-16,-3 5-5 0,-3 2-9 0,1-1-4 15,-6 3-4-15,-6-3-11 0,1 6-30 0,-7 0-36 16,2 0-62-16,-7 2-56 0,-10 0-63 0,-1 4-72 16,-12 3-94-16,-2 3-311 0,12 0-776 0,-10-2 343 15</inkml:trace>
  <inkml:trace contextRef="#ctx0" brushRef="#br0" timeOffset="137978.9">7872 8790 281 0,'3'-7'325'0,"2"0"-7"0,1-1-1 0,1-3-12 15,-5-1 3-15,-1 4 3 0,4-2 3 0,-3-7 3 16,3 7-2-16,-3-5-1 0,-2-2-5 0,0 4-6 16,0-5-21-16,0-2-13 0,0 4-17 0,0-2-6 15,0 2-14-15,0-1-10 0,-2 2-9 0,-3-3-9 0,5 5-8 16,-2-1-12-16,-3 2-23 0,4 3-8 0,-6 0-5 15,7 0-15-15,-2 1-16 0,-2 1-8 16,2-1-13-16,-3 4-12 0,5 4-14 0,-3-6-9 0,3 6-10 16,-4-5-18-16,4 5-9 0,0 0-7 0,0 0-9 15,0 0 1-15,-11 22 2 0,7-9-3 0,1 5-2 16,-4 10-3-16,1 1 4 0,6-1 15 0,-7 11-23 16,1 2 2-16,4-11-1 0,0 15-3 0,-3-6 5 15,4 3 1-15,1-2-5 0,-5 4 1 0,10-4 0 16,-5 4 5-16,6 2-4 0,-4-4 0 0,0-1 0 15,3 1 0-15,-4-9-2 0,6 8 4 0,-1-1 4 16,1-9-2-16,1 8-3 0,-1-7-1 0,0-3 3 0,1-1-3 16,5 11-13-16,-10-12-8 0,4 1-27 15,0-1-22-15,-1-10-23 0,1 3-23 0,-5-5-33 16,6-3-34-16,-8-4-28 0,6 3-27 0,-6-5-18 0,5-2-16 16,-5-4-41-16,0 0-63 0,0 0-53 0,0 0-31 15,0 0-280-15,-6-21-800 0,1 6 354 0</inkml:trace>
  <inkml:trace contextRef="#ctx0" brushRef="#br0" timeOffset="138412.73">7584 9131 216 0,'-4'-10'366'0,"4"6"0"15,0-5-6-15,0 2-23 0,0-2-2 0,0 1-29 16,0 1-44-16,5 0-21 0,5 0-22 0,-5-1-23 16,10 1-22-16,5-1-23 0,-4 3-11 0,16-3-14 15,-11 4-17-15,13 0-15 0,-5 0-21 0,1 1-18 16,3 3-22-16,2 1-15 0,-5-1-17 0,0 2-13 16,-9-2-10-16,7 6-9 0,-10-4 0 0,4-1-4 15,-4 2 0-15,-5-2 1 0,-3 1-1 0,4-1 6 16,-5 3 5-16,-2-4 4 0,-7 0-1 0,15-4 9 15,-15 4-1-15,0 0 12 0,10 5 10 0,-10-5 7 16,10 2 7-16,-10-2 2 0,0 0 0 0,6 2 4 16,-6-2-4-16,0 0 0 0,0 0-3 0,5 2 2 15,-5-2-6-15,0 0 2 0,0 0-3 0,0 0-2 0,0 0-3 16,0 0 3-16,0 0-11 0,0 0 1 0,0 0 0 16,0 0 4-16,0 0-1 0,7 5-4 15,-7-5-6-15,0 0 10 0,0 0-6 0,0 0 1 0,0 0 0 16,0 0 1-16,0 0-10 0,0 0 11 0,0 0 9 15,0 0-12-15,0 0-16 0,0 0-37 0,0 0-66 16,0 0-99-16,0 0-103 0,-3-19-264 0,3 19-631 16,-4-15 280-16</inkml:trace>
  <inkml:trace contextRef="#ctx0" brushRef="#br0" timeOffset="139612.7">8126 9013 140 0,'0'0'276'15,"-16"2"-17"-15,8-2-22 0,1 6-15 0,-1-3-16 0,6 1-21 16,-5 4-16-16,7-2-13 0,0 3-14 0,0-2-9 15,2 4-17-15,5 1-9 0,4-1-13 16,1 1-5-16,0-4-10 0,4 1-8 0,1 3-6 0,-2-1-7 16,6-2-6-16,-1-2-5 0,-4 0-7 0,4 0-3 15,-3-1-3-15,-4-3-2 0,7-3-1 0,-10 3-8 16,3 1-1-16,-13-4 1 0,17-7-3 0,-11 2-1 16,3 0 9-16,-4-1 6 0,-4-5 5 0,-1 1 9 15,0-3 2-15,-1 0 8 0,-4-2 7 0,-4 0 8 16,4 2 5-16,2 1 9 0,-4-2 0 0,1-1 5 15,4 6-2-15,0-3 7 0,-2 1-6 0,2 4-5 16,-3-4 5-16,5 6-22 0,0-2-6 0,5 0-6 16,1 1-4-16,-2 3-10 0,11-1-1 0,0 2-3 15,4 2-8-15,-2 2 1 0,3-1-7 0,6 5-3 16,4-2-1-16,-2 7-6 0,0-1 2 0,-1 4-2 16,-2-2-5-16,-2-1 5 0,-2 1-2 0,3 1-1 0,-11 1-3 15,2-1-3-15,5-3 4 0,-10 6-4 0,1-6-3 16,-6-1 2-16,2 2 3 0,-4-4-2 0,-1 1 0 15,-1-3 3-15,-1-5 20 0,-6 14 22 0,2-12 16 16,-4-1 19-16,8-1 16 0,0 0 13 0,-18-3 10 16,8-3 0-16,3-5 4 0,1 2-8 0,-1-6-6 15,5 0-11-15,-4-4 2 0,6-6-19 0,0-2-10 16,8-2-13-16,5-13-4 0,2 3-17 0,5-1-22 16,3 4-41-16,-1-2-55 0,1 3-52 0,5 1-68 15,0-1-61-15,-10 10-66 0,-1-1-94 0,8 4-107 16,-5-3-267-16,-2 0-854 0,-2-2 378 0</inkml:trace>
  <inkml:trace contextRef="#ctx0" brushRef="#br0" timeOffset="146228.1">9957 9008 213 0,'-8'1'400'0,"8"-1"7"16,0 0-3-16,0 0-4 0,0 0-3 0,0 0-13 15,0 0-16-15,0 0-26 0,0 0-27 0,0 0-30 16,0 0-25-16,0 0-29 0,0 0-23 0,0 0-22 15,0 0-21-15,0 0-11 0,28-12-19 0,-13 9-14 16,0 3-9-16,1-5-15 0,6 2-5 0,6 2-19 16,-5 1-17-16,4 0-21 0,2-4-14 0,-7-3-14 15,8 3-12-15,-4-1-13 0,-6 1-12 0,3-2-9 16,-8 1 1-16,5-7-4 0,-5 5-2 0,-5-1-3 16,3-8 3-16,0 5 2 0,-4-4 3 0,-8 3 1 15,-1 0 2-15,0 0 1 0,-1 2 19 0,-6 0-14 0,-1-4 5 16,-7 5 1-16,-5-2 5 0,3 3 12 0,-11 1-1 15,-2 4 20-15,2-1 6 0,-3 3 8 16,-1-3 0-16,3 8 2 0,-6-1 0 0,7 1-3 0,-2 4 4 16,0-1-4-16,14 1 6 0,-4 2-10 0,5 0 3 15,8 2 0-15,-8 3-3 0,9-1-1 0,4 6-3 16,9-3 0-16,1 2-4 0,7 4 2 0,1 0-1 16,12 1-3-16,14 0-14 0,-4-2-9 0,8 2-7 15,-1-2-5-15,3-6-24 0,5 0-17 0,-7-6-20 16,9-3-11-16,-4-2-12 0,-3-4 0 0,0-1 10 15,-3-1 9-15,-12-9 9 0,10 0 8 0,-12 0 1 16,-2-6 16-16,5 1-1 0,-5-1 7 0,-8-3 5 0,2-3 10 16,-5-2 6-16,1 2 8 0,-8-3 11 15,2 2 12-15,-6 3 20 0,-2 1 17 0,-2 3 17 16,1-3 4-16,-4 1 8 0,-4 5-3 0,1-2-7 0,-4 4 0 16,1 4-3-16,-2-1-5 0,-1 4-6 0,-9-1-6 15,6 5-3-15,-1 4-7 0,-5 3 0 0,0-1-1 16,-10 4-3-16,11 2-3 0,-9 7-8 0,9 0 0 15,-4-1-10-15,6 3 1 0,1-3-6 0,6-3 0 16,0 5-21-16,1-1-3 0,4-4-8 0,0 3-8 16,3-3-8-16,3-3-6 0,0-3-2 0,6 0-4 15,4-3-3-15,-3 0 8 0,10-6-3 0,-1-2 11 16,-2-2 7-16,4-4 16 0,8-1-15 0,-6-7 12 16,5 1-6-16,-3 0 10 0,1-3 14 0,-3-3-4 15,1 2 11-15,-5-3 25 0,0 3 21 0,-4-2 19 16,-6 9 15-16,0-4 21 0,-4 2 12 0,0 1 7 15,-5 2 1-15,1 3-1 0,4 0-8 0,-3 1-13 0,-2 3-15 16,0 4-2-16,0-8-15 0,0 8-6 0,0 0-7 16,0 0-4-16,-8 21-5 0,8-11-3 15,0 2-11-15,0 3-13 0,0 0-13 0,1 2-19 0,4 0-34 16,-3-2-35-16,6 3-32 0,5-4-51 0,4 5-21 16,-4-9-33-16,14 9-43 0,-9-12-53 0,10 6-35 15,0-6-43-15,4-3-227 0,-1-1-676 0,17-2 299 16</inkml:trace>
  <inkml:trace contextRef="#ctx0" brushRef="#br0" timeOffset="146812.51">11657 8784 64 0,'0'-9'264'0,"0"-6"28"0,-7 3 17 0,6 5 14 16,-13-1 24-16,1-4-4 0,-3 6 3 0,-6 5 1 0,2-3-9 16,-5 3-26-16,2 2-29 0,-3-1-22 15,-1 5-17-15,1 0-12 0,3 2-18 0,-7 2-20 16,7 1-17-16,-5 4-18 0,8-3-13 0,5 1-17 0,-2 1-11 15,4 1-9-15,5 1-12 0,1 2-4 0,4-5-12 16,-1 5-7-16,4 0-3 0,5-1-11 0,4-1-7 16,-4-1-12-16,11 0-9 0,-4-3-30 0,6-2-16 15,4 0-28-15,6-3-26 0,1-2-17 0,1-1-18 16,2-3-18-16,1-3-9 0,-2-1-15 0,12-8 4 16,-11 0-1-16,-1 0-5 0,12-9 1 0,-6-3-6 15,-1 0-3-15,0-3 0 0,-7-5 3 0,-5 1 17 16,3-2 11-16,-6-1 16 0,-6 5 14 0,2-7 31 15,-6 9 24-15,-2-3 38 0,-1 3 27 0,-8 3 34 16,2-3 6-16,-1 8 28 0,-1-7 9 0,-1-1 18 16,-1 7 18-16,2 5 8 0,-5 1 4 0,2-3-1 15,-2 8-7-15,5 0-11 0,-4 2-16 0,1-3-15 0,3 10-13 16,-2-2-15-16,2 2-8 0,0 0-6 0,0 0-7 16,-14 17-6-16,12-6-1 0,-1 5-8 15,-1 3-6-15,1 1 0 0,1 12-1 0,-1-3-1 0,3 3-9 16,0-2-5-16,3 11-7 0,-3-11-4 0,0 3-2 15,5-5-3-15,2 3-6 0,-5-3-1 0,4-1-4 16,-4-1 1-16,-1-10 1 0,4 0-3 0,-3 1 1 16,1-7 4-16,-1 1 3 0,1-4 6 0,-3 0 11 15,4-2 16-15,-1-3 2 0,-3-2 10 0,0 0 16 16,0 0 14-16,15-12 12 0,-8 3 9 0,1-3 8 16,0 3 5-16,2-9-1 0,2 6-9 0,1-3-3 15,-5 3-7-15,5-4-6 0,-4 2-8 0,6 5-6 16,-9 3-8-16,2-2-9 0,4 3-7 0,-2-3-4 0,-2 7-6 15,5 1-5-15,2 2-3 0,5 5-26 16,-2-2-35-16,-1 3-40 0,-4-2-54 0,2 3-57 16,5 3-39-16,5 0-67 0,-7-2-38 0,0 2-53 0,7 2-61 15,2 3-403-15,-14-9-922 0,3-3 409 0</inkml:trace>
  <inkml:trace contextRef="#ctx0" brushRef="#br0" timeOffset="147311.93">13244 8737 232 0,'8'-10'313'0,"1"-3"0"0,-1-3-5 15,-1 3 0-15,1-5-6 0,-8 9-13 0,2-9-16 16,-2 0-5-16,0 1-19 0,-2 2-13 0,-1 2-15 16,-2-1-14-16,-2 6-22 0,0-3-21 0,-1 2-18 15,-2 3-14-15,-8 5-18 0,1-3-13 0,-4 3-8 0,-1 6-15 16,1-1-1-16,-4 11-11 0,-3-2-8 0,6 5-5 16,-1 2-2-16,3 1-12 0,-1 0 3 15,4 5-8-15,1-4-6 0,6 5 1 0,5-8-2 0,-2 7-2 16,2-2-1-16,5-6-7 0,0 2 2 0,5-5-1 15,2-2-5-15,-1 2 0 0,-1-8 6 0,9 5 3 16,-3-7-8-16,6-1-3 0,-1-1-1 0,6-6 8 16,-7 2-6-16,6-3-10 0,1-4 10 0,1-3-7 15,-1-4 2-15,-3 3-3 0,-2-3 3 0,3-4 8 16,-2-1-12-16,-6 3 6 0,-1 2 8 0,-1 1 14 16,-2-6 10-16,-4 13 8 0,1-10 6 0,0 10-3 15,-5-1-4-15,3 0-5 0,-3 0-10 0,0 5-10 16,0 3 1-16,0 0-7 0,0 0-2 0,0 0-11 15,0 0-9-15,0 0-28 0,-23 16-29 0,21-11-31 16,4 5-15-16,-2 9-28 0,1-4-18 0,4 1-18 16,-1-1-15-16,2-2-16 0,6 4-25 0,-1 0-26 0,6-2-38 15,1-2-25-15,5-1-274 0,6 0-639 0,0-2 282 16</inkml:trace>
  <inkml:trace contextRef="#ctx0" brushRef="#br0" timeOffset="148012.41">13984 8661 249 0,'3'-15'348'0,"-6"-2"-13"0,1 0-6 16,-4 3-10-16,-1-1-2 0,-1 2 1 0,0 2-14 15,-2 3-13-15,0 4-13 0,-2-2-32 0,-3 0-26 16,4 2-21-16,-9 4-20 0,3 1-20 0,1 3-25 16,-4 3-4-16,3 0-13 0,2 3-22 0,1 5 1 15,-3 0-4-15,5 0-16 0,-1 2-5 0,5 1-7 16,0 0-4-16,-2-1-7 0,6 2-2 0,4 1-6 0,0 7-9 15,4-12-15-15,1 2-10 0,1-3-14 16,9 1-11-16,-2-3-34 0,11 0-19 0,4 0-24 16,0-6-19-16,0 0-18 0,3-4-13 0,4-4-9 15,-3-3-9-15,2 1-5 0,-1-2 2 0,12-4 2 0,-10-1 5 16,3-8 6-16,-3 3-17 0,3-17-6 0,0 7-3 16,-3-3 13-16,-2-6-7 0,0-2 27 0,-7 0 11 15,-3 2 30-15,-4-3 37 0,-8-1 47 0,1 9 35 16,-7-2 25-16,-2 1 21 0,-3 0 17 0,-2 0 17 15,2-1 13-15,-6 3 12 0,-2 1 11 0,-1 1 11 16,3 1-1-16,-1 0 3 0,-1 8-5 0,1-1-9 16,1 3-3-16,-1 1-12 0,2 6-18 0,0 2-14 15,0 0-10-15,2 3-12 0,3 4-4 0,0 0-18 16,-20 11 5-16,12-4-4 0,4 3-9 0,-1 5-7 16,-1 4-2-16,-1 0-7 0,4 7-4 0,-2 1-3 15,3 2-2-15,-1-2-9 0,6 5 0 0,-3 1-5 16,0-3-7-16,3-2 0 0,1 4-12 0,-1-2-7 0,2 12-6 15,-2-9-5-15,2-3-3 0,-3-3 8 16,1 1 0-16,1-2 1 0,-4-7 2 0,0 4 1 16,1-11 5-16,-1 1-1 0,4-5 9 0,-4 2-2 0,3-1 16 15,-6-6 11-15,3-3-5 0,0 0 14 0,0 0 4 16,0 0 10-16,0 0 14 0,0 0 3 0,-4-27 7 16,11 10-6-16,-4-1-2 0,2 1 0 0,3-2 1 15,-1 2 2-15,6 0 15 0,-4-2-20 0,4 4-2 16,-5-5 2-16,5 8-7 0,4-4 12 0,-9 1-11 15,5 4 4-15,2 3-2 0,-1-3-4 0,0 3-7 16,-5 4-2-16,6 1-5 0,-2 2-9 0,2 1 4 16,-2 1-3-16,4 5-5 0,-3-5 3 0,-2 9 0 15,-2 3-6-15,3-4 6 0,-3 9-7 0,2-2 1 16,-2 3 4-16,-2-4-4 0,0 1-16 0,-1 3-16 16,-1 0-23-16,1-2-19 0,-2 1-16 0,-3-1-20 15,1-5-18-15,-3 0-18 0,0 0-26 0,3-3-21 16,-3 0-25-16,2-2-23 0,3-2-30 0,-5-5-43 0,7 5-199 15,-7-5-552-15,18-2 245 0</inkml:trace>
  <inkml:trace contextRef="#ctx0" brushRef="#br0" timeOffset="148578.76">14952 8514 211 0,'0'0'292'0,"-13"-2"1"0,13 2-5 0,-16 2-11 16,4 0-11-16,9 3-13 0,-9-2-16 0,7 5-18 15,-5 1-16-15,4 1-16 0,2-1-6 0,-1 2-18 16,5 1-6-16,-1-3-11 0,1 3-12 0,1-3-16 16,4 3-9-16,-1 2-4 0,2-5-15 0,4 1-7 15,0 3-2-15,-2-4-5 0,9-1-13 0,-4 2-10 16,4-1-16-16,-2-2-21 0,3-6-3 0,-3 4-13 16,-4-5-8-16,2 0-8 0,1-2-4 0,-4-2-10 15,3-1 1-15,0-6 1 0,-6 4 10 0,-2-1 0 0,5-8 3 16,-7 4-1-16,4-6 2 0,-1 2 2 0,-4-1-2 15,1-2 6-15,0 2 2 0,-3 0 1 16,0 1 7-16,0 1 10 0,0-1-4 0,0 5 6 16,0-2 4-16,2 3 13 0,5 6-18 0,-7-7 9 0,0 7-17 15,0 4-11-15,0-8 10 0,0 8-6 0,0 0 1 16,0 0 10-16,0 0-13 0,21 17-8 0,-14-10-1 16,1 4-6-16,0 1 0 0,4 2-7 0,5 10 8 15,-11-8-4-15,2 3-2 0,7 3 1 0,-6-5 0 16,4 2 0-16,-5-1 3 0,4-2 1 0,-4-3 1 15,2 4-5-15,-5-9 12 0,3-1 0 0,-3 2 5 16,-2-3 2-16,2-3 10 0,-5-3 9 0,7 3 7 16,-7-3 14-16,0 0 6 0,0 0 5 0,10-15 16 15,-5 3 8-15,-3 3 16 0,4-8 10 0,1 8 5 16,1-6 13-16,-1-1 7 0,-1-5 1 0,4 6-1 16,-5 1-1-16,5 7-2 0,-2-8-4 0,1 2-5 15,1 1-12-15,0 1-5 0,-2 3-15 0,-2 0-8 0,3 5-12 16,-1-2-7-16,2 3-5 0,0 1-6 0,-10 1-6 15,21 4-2-15,-12 3-6 0,-1 1-2 16,5 3-1-16,-5 2-6 0,1-1-22 0,4 3-33 0,-5 0-35 16,-1-6-31-16,3 8-40 0,-5-7-33 0,1 1-29 15,1-2-25-15,-4-2-30 0,2 7-39 0,-5-8-33 16,7-1-34-16,-7 0-279 0,0-5-698 0,0 0 309 16</inkml:trace>
  <inkml:trace contextRef="#ctx0" brushRef="#br0" timeOffset="148745.51">15321 8147 383 0,'-13'-23'439'0,"-2"2"-10"0,0 4-17 0,5-2-28 16,-1 1-37-16,8 5-36 0,-2-2-30 0,3 4-33 15,-1 3-42-15,-6 1-91 0,8 1-92 0,-4 3-97 0,5 3-70 16,0 0-92-16,0 0-285 0,0 0-565 0,-23 8 251 15</inkml:trace>
  <inkml:trace contextRef="#ctx0" brushRef="#br0" timeOffset="150227.97">16920 8337 219 0,'9'-9'273'0,"-4"0"-11"0,1 0-8 16,-3 3-15-16,4-3-11 0,-2 2-13 0,-2-1-13 16,2 2-14-16,-3 0-4 0,-2 0-20 0,0 6-16 15,5-9-10-15,-3 5-18 0,-2 4-9 0,5-8-12 16,-5 8-7-16,0 0-16 0,3-6-5 0,-3 6-11 16,0 0 0-16,0 0-9 0,0 0-5 0,0 0-4 15,0 0-9-15,0 0 1 0,0 0-8 0,0-6 3 16,0 6-5-16,0 0-6 0,0 0 1 0,0 0-8 15,0 0 3-15,0 0-2 0,0 0-4 0,0 0-13 16,0 0 4-16,0 0-4 0,0 0 1 0,0 0-5 0,0 0 0 16,0 0-8-16,0 0 5 0,0 0-3 15,0 0 1-15,0 0-5 0,0 0-4 0,0 0 2 16,6 13-2-16,-6-13-2 0,0 0 6 0,5 5-6 0,-5-5-2 16,0 0-2-16,2 9 1 0,1-4 0 0,-3-5 0 15,0 4-3-15,0-4 5 0,5 7 1 0,-5-7 5 16,0 8-2-16,5-5 4 0,-5-3 2 0,2 8-2 15,-2-8 3-15,5 5 3 0,-5-5 2 0,3 5 1 16,-3-5 0-16,0 7 2 0,0-7-3 0,2 3 5 16,-2-3-1-16,5 5 3 0,-5-5 0 0,0 0 0 15,5 7 0-15,-5-7 3 0,0 0-2 0,0 0 2 16,3 5 2-16,-3-5-1 0,0 0 2 0,0 0 0 16,0 0-3-16,0 0 5 0,0 0 1 0,15-13 0 15,-10 8 5-15,-5 5-2 0,3-9-3 0,2 0 4 16,-3 1 4-16,-2 0 0 0,2-3 5 0,-2 2-2 15,-2 0 3-15,2-3 3 0,0 3 5 0,-2-4 1 0,-6 3 4 16,1 0 3-16,2-2 2 0,-3 4-5 0,2 3 1 16,-1-6-3-16,-3 5-4 0,-2 0-4 15,2 0 13-15,-4 0-15 0,-1 3-2 0,-2 3-5 16,-3 2-1-16,0-1-1 0,1 5-4 0,0 0 1 0,-2 1-4 16,4 2-4-16,-3 5 9 0,4-1-2 0,-1 7-6 15,1 1 1-15,3 3 3 0,1-5-2 0,-1 1 2 16,8-1 3-16,0 8-1 0,0-1-6 0,5-5 4 15,5 6 3-15,1-11-6 0,1 9 3 0,1-4-2 16,2-2 3-16,3-3-7 0,1-2-11 0,2-1 0 16,2-2-3-16,2-3-2 0,-3-3 3 0,1-2-2 15,5-3-3-15,0-4 6 0,-3 1-1 0,0-5 4 16,-2 1 7-16,4-6-9 0,-1 1 3 0,-6-2 1 16,5-7 1-16,-8 6 4 0,6-8 15 0,-8 7 6 15,1 2 24-15,-1-2 8 0,-3-2 16 0,0 1 23 16,-4 1 15-16,2 7 5 0,-3-3 15 0,1 3-3 15,-1 0-1-15,-1 1-10 0,1 1-17 0,-2 7-11 0,3-8-14 16,-3 8-9-16,0 0-7 0,0 0-5 16,0 0-5-16,0 0-5 0,-3 24-3 0,3-14-12 15,3 2-17-15,0 3-11 0,7 1-15 0,-1 0-21 0,-3 4-29 16,12 1-27-16,-3 0-31 0,7-5-24 0,1 7-45 16,-1-4-50-16,7-2-66 0,8 1-61 0,-7-7-216 15,3-3-640-15,0-1 284 0</inkml:trace>
  <inkml:trace contextRef="#ctx0" brushRef="#br0" timeOffset="150544.63">18228 8079 320 0,'0'-4'362'0,"0"-3"-9"0,0 7-19 0,-3-13-19 16,-4 7-23-16,2 0-17 0,-5 3-24 0,2-3-15 16,-7 4-26-16,-3 4-13 0,-2 0-13 15,-8 3-14-15,0 5-1 0,-2 0-8 0,-2 5-11 16,4 3-9-16,3-5-14 0,-1 10-11 0,3-2-8 0,3 1-20 16,3 1 0-16,2 3-8 0,2-1-7 0,8 2-8 15,2-2-3-15,3 1-6 0,3-1-2 0,5 2 2 16,4 0-12-16,3-4-1 0,11 1-9 0,-2-5-14 15,12 7-30-15,-8-6-32 0,4-5-44 0,9-3-46 16,-10-4-45-16,12 1-52 0,-11-6-52 0,1 1-48 16,0-11-329-16,-3 3-714 0,-2-5 316 0</inkml:trace>
  <inkml:trace contextRef="#ctx0" brushRef="#br0" timeOffset="150728.13">18100 8311 160 0,'-28'-1'327'0,"0"-1"1"0,8 2-4 0,-1-1-7 0,6 1-5 16,3 0-5-16,2-3 4 0,4 2-2 0,6 1-16 16,0 0-11-16,0 0-19 0,0 0-29 15,0 0-23-15,0 0-13 0,41 1-28 0,-13-2-18 0,5 1-38 16,12 0-53-16,3-2-69 0,0 2-77 0,7-2-55 16,1 2-71-16,-6-3-86 0,8 2-88 0,-6-3-207 15,-2 1-640-15,0-2 283 0</inkml:trace>
  <inkml:trace contextRef="#ctx0" brushRef="#br0" timeOffset="151262.43">19049 8017 225 0,'5'-1'350'0,"-5"1"-36"0,10-3-28 0,-10 3-34 16,0 0-24-16,0 0-25 0,0 12-23 15,-9-1-14-15,3 2-17 0,3 5-15 0,-9 0-9 16,2 4-17-16,-2 5-7 0,-2 0-10 0,5 0-2 0,-6 3-16 16,7-3-7-16,1 2-4 0,-2 0-8 0,0-2-4 15,8-3-3-15,-4 1-9 0,1-5 1 0,4-3-2 16,0-2-5-16,-3 1-1 0,3-3 0 0,0-4 3 15,3-4-8-15,-3-5 0 0,9 4 2 0,-9-4-9 16,0 0 1-16,13-12-1 0,-5 0-6 0,0 1 2 16,6-5-1-16,-6-3-2 0,5-4 8 0,4-4-9 15,-4 0-4-15,2-1-2 0,5-11 4 0,-4 1-2 16,1-4 21-16,-7 3 17 0,5-1 30 0,-7 11 25 16,0-3 18-16,0 2 15 0,1 2 10 0,-4-2 4 15,3 6 7-15,-6 1 7 0,4 6 0 0,-4-3 4 16,3 6 0-16,0-1-8 0,-4 3-11 0,4 5-17 15,-3-1-20-15,0 3-20 0,-2 5-8 0,0 0-8 16,0 0-10-16,0 0-4 0,5 20-6 0,0-3-5 0,-4 2-9 16,3 6 0-16,4 3-4 0,0 5-3 15,-1 4 1-15,6 5-7 0,2-4-2 0,-7-1 1 16,0-5-2-16,6 8-5 0,-6-11-6 0,7 13 2 0,0-15-23 16,-2 4-25-16,2-8-29 0,0-2-36 0,-4-3-33 15,-1 1-40-15,2-7-31 0,-2 0-19 0,-2-1-15 16,0-4-22-16,-1 1-28 0,1-7-35 0,-3 1-40 15,-5-2-27-15,0 0-274 0,9-14-719 0,-9 7 318 16</inkml:trace>
  <inkml:trace contextRef="#ctx0" brushRef="#br0" timeOffset="151429.34">19178 8245 43 0,'-12'0'185'0,"12"0"3"0,-15 2 0 15,15-2 24-15,-8 3 13 0,8-3 9 0,0 0-3 16,7 11-11-16,-7-11-6 0,15 4-24 0,1 3-20 15,2-2-11-15,9-1-17 0,6 3-18 0,2-4-9 16,0 1-12-16,8 0-28 0,1 0-32 0,6 0-44 0,-5-3-44 16,-1 2-48-16,3-3-58 0,-1 0-39 15,2 4-55-15,-3-9-145 0,6-1-422 0,-6 1 187 16</inkml:trace>
  <inkml:trace contextRef="#ctx0" brushRef="#br0" timeOffset="151695.19">20087 8154 246 0,'-10'-3'321'16,"-2"-1"4"-16,-3 2 11 0,0-4 1 0,0 0 17 16,0 3-2-16,2-2-4 0,2 4-9 0,-1-1-20 15,-1 1-21-15,3-2-25 0,0 3-25 0,-8-3-20 16,8 6-29-16,10-3-20 0,-20 3-19 0,7 1-14 16,4 1-16-16,0-1-13 0,0 7-11 0,-2-4-11 15,4 0-4-15,2 7-12 0,-2 1-9 0,1 0-5 16,3 2-9-16,6-2-5 0,0 4-18 0,5 3-16 15,2-6-18-15,2 2-24 0,9 0-28 0,3 0-22 16,4-2-33-16,0-1-25 0,7-3-18 0,6 3-27 0,7-6-22 16,-2-6-14-16,-1-1-13 0,-12-2-8 15,12-5-12-15,-9 5-2 0,-4-12-13 0,12-1-9 16,-14-2-3-16,8-6-5 0,-11 0-177 0,9-6-494 0,-11-3 218 16</inkml:trace>
  <inkml:trace contextRef="#ctx0" brushRef="#br0" timeOffset="152095.21">20628 8056 467 0,'5'-40'82'0,"1"-1"19"16,-6 10 37-16,0-4 36 0,-3-2 26 0,-5 8 6 15,-2-2 16-15,3 4 5 0,-4 3 3 0,2 5 1 16,-1 0-10-16,2 3-14 0,0 3-18 0,-2 0-24 16,3 1-19-16,-1 8-15 0,0 4-19 0,-2 0-11 15,10 0-7-15,-18 12-11 0,6 3-6 0,4 1-8 16,-2 7 10-16,3 7-26 0,-6 10-2 0,11-6-8 16,-4 5-3-16,6 4-5 0,-2 2 1 0,4-5-4 15,-1 2-3-15,4 4-13 0,-3-6-13 0,3-1-11 16,3 0-9-16,-6-6-16 0,3-5-22 0,3-1-14 15,-6 0-12-15,4-3-16 0,-4-2-15 0,1-10-9 16,1-1 2-16,-4-2 12 0,0 2 3 0,1-10 0 16,-1-1 11-16,0 0 8 0,0 0 7 0,0 0 10 15,0 0 6-15,-5-31 7 0,2 18 19 0,1-6 21 16,2 3 12-16,0-3 14 0,2-7 14 0,5 6 9 16,-7-7 9-16,0 8 15 0,5-1 10 0,3 1 25 0,-1 4-2 15,-1-3 18-15,-2 1 2 0,4 5 12 0,3-3 3 16,-9 5-8-16,3-1-5 0,-2 3-17 15,6 1 8-15,-3 3-27 0,1 1-9 0,1 2-10 0,-8 1-10 16,0 0-4-16,25 8-4 0,-17-1 10 0,7 1-18 16,2 4-7-16,-7 0 2 0,3 3-3 0,3 5-8 15,-4-6 2-15,3 3 7 0,1 7-20 0,-2-6-30 16,1-2-26-16,-1 3-29 0,1-3-28 0,-3-1-33 16,-2 0-43-16,3 1-47 0,0-3-64 0,-4-4-295 15,-3-3-637-15,-1 1 283 0</inkml:trace>
  <inkml:trace contextRef="#ctx0" brushRef="#br0" timeOffset="152661.21">21066 8206 167 0,'-16'5'303'0,"11"-3"-22"0,-3 3-17 0,1-1-12 16,-1 1-18-16,4 2-13 0,-1 0-15 0,5 2-14 15,-4 2-19-15,2-4-19 0,2 2-13 16,0 3-12-16,2 3-11 0,4-1-15 0,4-1-9 0,0 1-6 16,0-2-7-16,3 0-5 0,0-4-13 0,-3 3-17 15,4-8-16-15,0 3-14 0,-5-4-13 0,4-1-16 16,0-1-10-16,-3 0-4 0,-10 0-3 0,20-8-3 16,-13 1 4-16,-1-4 4 0,-2 2-1 0,1 1 5 15,-2-7 0-15,3-2 4 0,-6 3 3 0,0-2 4 16,0 1 7-16,0-3 13 0,0 3 13 0,0-2 8 15,0 2 11-15,0 0 3 0,0 2 4 0,0-1 3 16,0 2 5-16,0 3 2 0,5 2-14 0,-5-1 0 16,2 3-11-16,-2 5-4 0,5-8-4 0,-5 8-10 15,0 0 7-15,0 0-4 0,17 9-4 0,-11-1-1 16,1 0-2-16,3 2 4 0,-4 4-12 0,3 0-8 16,-3 2 0-16,3 3-7 0,-1-6-1 0,2 5-6 15,-2-3 0-15,0 0 0 0,2 1-2 0,-6-7 2 0,1 2 0 16,1-2 7-16,1 0-1 0,-1-3 3 0,-4 1 4 15,5-3-1-15,-1-1 8 0,-6-3 8 16,0 0 18-16,17-7 8 0,-9 2 13 0,-1 2 13 16,1-5 9-16,-1-3 15 0,6-1 15 0,-6 0 17 0,7-4 10 15,1 2-6-15,0-1-14 0,5-4-4 0,-3 6 5 16,-1-3 5-16,2 5-1 0,-1-5-7 0,-4 6-2 16,2-2-8-16,-2 2-9 0,-3 4-15 0,-3-1-8 15,3 5-13-15,-4 0-3 0,-6 2-9 0,15 2-24 16,-5 0-30-16,-2 3-33 0,-4 1-36 0,4 1-37 15,-5 2-30-15,1 2-25 0,1-2-30 0,-2 5-45 16,4-3-49-16,-1 1-59 0,-1 0-301 0,7 0-715 16,-6-1 316-16</inkml:trace>
  <inkml:trace contextRef="#ctx0" brushRef="#br0" timeOffset="152928.23">22112 8070 306 0,'-6'-2'367'16,"-7"-2"-3"-16,3 3 7 0,1-1-34 0,9 2-27 15,-14-3-22-15,0 3-14 0,14 0-26 0,-11 3-25 0,4 0-15 16,4 1-23-16,-6 3-6 0,6-2-3 0,0 6-7 16,3 0-10-16,2-1-13 0,-1 2-16 15,1 3-9-15,8 0-8 0,-9 3-19 0,8-3-3 0,1 1-17 16,-5 4-1-16,5-2-5 0,-2-3-12 0,5 3-26 15,-5-3-32-15,-4-1-37 0,6-2-35 0,-4-2-31 16,-4 0-23-16,-2-2-24 0,0 1-19 0,1-3-13 16,-2 0-17-16,-4 2-19 0,-5-7-22 0,10-1-16 15,-15 4-26-15,0-7-233 0,-5 1-560 0,4-6 248 16</inkml:trace>
  <inkml:trace contextRef="#ctx0" brushRef="#br0" timeOffset="153127.99">21743 7694 5 0,'-23'-13'304'0,"8"0"-21"16,-5 6-25-16,4-5-24 0,-1 1-23 15,6 3-23-15,1 3-19 0,3-2-39 0,-1 4-41 16,8 3-39-16,-15 2-53 0,15-2-73 0,-5 8-88 0,5-8-116 15,0 10-303-15,5-3 134 0</inkml:trace>
  <inkml:trace contextRef="#ctx0" brushRef="#br0" timeOffset="153477.84">22684 7694 236 0,'8'-5'430'0,"2"0"-9"16,0-2-13-16,-2-1-14 0,-5 4-14 0,4 0-16 15,-7-4-18-15,6 4-37 0,-6 4-33 0,0-9-32 16,0 9-25-16,-9-5-23 0,9 5-21 0,0 0-20 15,-34 15-15-15,18 0-13 0,-1-1-9 0,-3 3-17 16,1 10-10-16,-5 11-8 0,1-3-6 0,13 0-4 0,-5 8-12 16,6-3 0-16,-1 5-5 0,5-2-6 15,5 3-4-15,3-4-1 0,4 1-7 0,2 3 0 16,6 1-2-16,9-5-6 0,-1-2-15 0,3-3-34 0,4-1-40 16,0-4-51-16,-2-10-49 0,12 5-55 0,-2-8-56 15,-10-4-64-15,7-9-66 0,-6 1-313 0,1-2-771 16,7-10 341-16</inkml:trace>
  <inkml:trace contextRef="#ctx0" brushRef="#br0" timeOffset="153961.34">23400 7889 305 0,'7'-7'384'16,"-2"0"-9"-16,1 2-6 0,1-2-3 0,1-2-27 15,-4 1-8-15,2 4-17 0,-1-2-21 0,-1 0-24 16,-4 0-27-16,6 1-25 0,-6 5-29 0,0-4-19 16,0 4-20-16,-10-6-8 0,10 6-20 0,-23-1-12 0,10 2-17 15,-5-1-3-15,1 2-4 0,-1-1-14 0,-4 3-15 16,2-2 3-16,1 3-6 0,-3-1-4 0,4 0-5 15,1 1-2-15,-1 2-7 0,3-2 3 0,5 1-11 16,-1-3-3-16,2 3 1 0,3 3-3 0,-2-3-1 16,1 1 1-16,5 1 4 0,2 4-1 0,2 0 14 15,3 3 1-15,5-1-1 0,3 2-2 0,2 5-6 16,8 1-1-16,0-3-5 0,4 0-1 0,-4 1-4 16,0-3 2-16,-3 1-7 0,1 5 4 0,-6-10-8 15,7 4 2-15,-11-4-4 0,6 2 0 0,-5-6-1 16,-6 3-4-16,3-6 0 0,-3 3-2 0,1-2 4 15,-6-2-2-15,-1 2 0 0,0-7 1 0,0 0 3 16,-10 8-1-16,-1-5-3 0,11-3 3 0,-20-3-4 16,2 2-16-16,0-5-29 0,-4-2-25 0,-1 1-32 15,3-2-33-15,4 1-30 0,-3 4-22 0,4-7-19 16,5 7-22-16,-1-1-33 0,4-1-37 0,-1 5-40 16,5-7-56-16,-1 3-215 0,4 5-655 0,0 0 291 0</inkml:trace>
  <inkml:trace contextRef="#ctx0" brushRef="#br0" timeOffset="154311.26">23672 7694 22 0,'-7'-5'461'0,"4"0"24"0,-2-5 5 15,1 3-6-15,-1 2-13 0,5-3-12 0,0 8-17 16,-6-9-34-16,3 4-28 0,-1 0-34 0,4 5-39 16,0 0-29-16,0 0-35 0,0 0-21 0,0 0-28 15,0 0-16-15,18 17-20 0,-3-4-12 0,-1 3-17 16,4 2-16-16,2 6-13 0,-2 3-7 0,8 8-4 16,-7-8-13-16,-1 9-10 0,7 1-6 0,-4-2-5 15,1 5-5-15,-12-11-5 0,4-1-5 0,-2 3-3 0,-2-3-4 16,2 1-3-16,-11-1-3 0,1-2-1 0,3 2-1 15,-2 0-3-15,-3-2-21 0,0-5-33 16,-5-2-38-16,-1 1-46 0,1-2-50 0,-5 0-52 0,-2-1-42 16,2 1-37-16,-6 2-38 0,-1-6-42 0,2-1-64 15,-1-1-390-15,1-1-898 0,-4-5 397 0</inkml:trace>
  <inkml:trace contextRef="#ctx0" brushRef="#br0" timeOffset="156827.87">25040 8269 141 0,'0'0'393'0,"-8"-5"-2"0,8 5-18 15,0 0-20-15,-5-7-33 0,5 7-36 0,0 0-31 16,-3-3-26-16,3 3-26 0,0 0-23 0,0 0-19 0,0 0-17 16,0 0-8-16,-5 11-17 0,5-11-10 15,-5 7-9-15,5-2-15 0,0-5-8 0,-3 11-10 16,3-4 13-16,0-7-18 0,0 9-9 0,-2-3-4 0,2 0-7 16,2-2-4-16,-2-4-5 0,5 8 2 0,-5-8-4 15,3 7-1-15,-3-4-5 0,0-3-1 0,0 0 4 16,5 5-1-16,-5-5-5 0,0 0-1 0,0 0 0 15,0 0-4-15,0 0 4 0,0 0-7 0,23-8-4 16,-18 4 6-16,-5 4-1 0,5-6-11 0,-5 6-17 16,5-7-17-16,-3 0-24 0,-2 7-26 0,3-8-26 15,-3 8-30-15,-5-11-37 0,-2 8-40 0,1-2-54 16,4 1-63-16,-6-2-225 0,-4 1-604 0,4 1 267 16</inkml:trace>
  <inkml:trace contextRef="#ctx0" brushRef="#br0" timeOffset="157094.41">24908 7909 223 0,'-2'-2'342'0,"-3"0"-15"0,-3-2-26 15,8 4-14-15,-6-7-22 0,-3 6-19 0,9 1-26 16,-8-3-18-16,8 3-14 0,0 0-24 0,0 0-22 15,0 0 6-15,0 0-35 0,0 0-7 0,0 0-8 16,-5 11-5-16,5-11-8 0,0 0-6 0,15 7 4 16,-8-6-3-16,-1 4-9 0,7-2-7 0,-4-1 2 15,-1-1-5-15,5 0 3 0,4-1-23 0,-4 5 2 16,-13-5-7-16,17-6-26 0,-17 6-27 0,11-1-43 16,-11 1-46-16,7-5-44 0,-7 5-56 0,0 0-69 15,0 0-298-15,-18-7-620 0,1 5 275 0</inkml:trace>
  <inkml:trace contextRef="#ctx0" brushRef="#br0" timeOffset="157746.37">13843 10065 278 0,'-6'1'330'0,"6"-1"-9"0,-7 3-9 16,7-3-21-16,0 0-8 0,-8 2-6 0,8-2-14 15,0 0 4-15,0 0 1 0,0 0-8 0,0 0-13 16,0 0-12-16,15 10-22 0,-4-10-22 0,6 0-16 16,-2 0-19-16,6 2-7 0,-1-2-51 0,3 1-41 15,7-1-46-15,-5-1-44 0,5-1-52 0,-2 1-51 0,3 1-62 16,-11 0-71-16,10-3-57 0,0 3-281 0,-9 3-655 15,1-3 290-15</inkml:trace>
  <inkml:trace contextRef="#ctx0" brushRef="#br0" timeOffset="157928.9">14585 10101 120 0,'2'-3'344'15,"-2"3"8"-15,6-7 0 0,-6 7-12 0,8-8-5 16,-8 6-41-16,0 2-30 0,7-8-22 0,-2 4-34 15,0 0-18-15,-5 4-21 0,15-4-24 0,-5 0-34 16,5 1-37-16,1 2-50 0,4-2-50 0,0 2-58 16,8 1-59-16,0 0-61 0,2-4-51 0,0 8-221 15,0-4-514-15,1 1 227 0</inkml:trace>
  <inkml:trace contextRef="#ctx0" brushRef="#br0" timeOffset="158195.34">15341 10083 30 0,'9'-3'305'0,"-6"-3"4"0,-3 6-10 16,0 0-12-16,11-3-20 0,-11 3-16 0,10-5-25 0,-10 5-30 16,12-2-16-16,-4-1-7 0,2-1-26 0,-2 4-19 15,6-1-13-15,2-1-19 0,2 2-34 0,4-1-31 16,-2 2-25-16,8 1-36 0,-7-1-29 0,9-1-24 16,0 4-20-16,-2-4-25 0,0 0-13 0,-4 0-1 15,-3 0-5-15,9 0 6 0,-10 0 11 0,-2-4 12 16,-2 3 10-16,4-1 23 0,-5 1 18 0,-7-2 38 15,7-2 25-15,-8 2 35 0,0 2 20 0,1-5 20 16,-1 6 1-16,-7 0-5 0,8-6-4 0,-8 6-5 16,5-3-6-16,-5 3-7 0,0 0-9 0,0 0-14 15,0 0-39-15,0 0-35 0,0 0-60 0,0 0-67 16,0 0-122-16,-25 12-324 0,15-6 143 0</inkml:trace>
  <inkml:trace contextRef="#ctx0" brushRef="#br0" timeOffset="158510.99">13820 11141 126 0,'-6'5'403'0,"-8"-2"-1"0,13-1-3 15,1-2 1-15,-15 2-14 0,15-2-9 0,-7 4-19 16,7-4-28-16,0 0-33 0,-6 3-23 0,6-3-33 0,0 0-20 16,0 0-23-16,0 0-21 0,28 0-30 0,-13 0-46 15,4 0-53-15,6 0-71 0,7-1-55 0,-1 2-68 16,1 0-64-16,2-1-75 0,-1 3-83 0,2-1-262 15,10 0-681-15,-14 3 301 0</inkml:trace>
  <inkml:trace contextRef="#ctx0" brushRef="#br0" timeOffset="158678.4">14689 11280 231 0,'0'0'408'0,"0"0"32"15,15-3 12-15,-15 3-8 0,10-3-15 16,-10 3-31-16,0 0-28 0,7-8-23 0,-1 6-44 0,-2-1-31 15,-1-2-32-15,5-2-33 0,-1 4-49 0,8-4-68 16,0 3-80-16,6-1-80 0,-4 4-64 0,4-2-70 16,6 0-77-16,-1 2-76 0,-6-1-269 15,8 2-678-15,-8 0 300 0</inkml:trace>
  <inkml:trace contextRef="#ctx0" brushRef="#br0" timeOffset="158844.44">15353 11274 309 0,'6'-1'362'0,"-1"-6"26"0,-5 7 31 16,5-4 0-16,2-2-17 0,-2 0-28 0,3 3-35 16,-3-5-34-16,5 3-30 0,-2-3-27 0,7 0-25 15,0 2-32-15,3 1-47 0,-1-6-49 0,0 6-66 16,6-1-66-16,-3 2-63 0,9 1-71 0,-7 3-78 0,6-5-76 16,-6 5-282-16,6-1-657 0,-10-3 290 15</inkml:trace>
  <inkml:trace contextRef="#ctx0" brushRef="#br0" timeOffset="159463.7">17342 10275 52 0,'10'-17'378'16,"-6"-1"-3"-16,-1-1-15 0,-1-1-11 0,-2 4-11 15,0-2-21-15,-5-2-8 0,1 4-17 0,1 1-12 16,-5-1-18-16,1 7-24 0,-1-1-24 0,0 2-22 16,-1 0-18-16,-6 0-18 0,2 4-18 0,-2 0-13 15,-6 0-12-15,2 4-14 0,-2 4-10 0,-1 3-10 0,3-1-10 16,0 1-8-16,0 4-4 0,-5 1-10 0,6 2-4 15,3-1 2-15,5 0-9 0,-3 2-4 16,3 0 1-16,4 4-7 0,1 0-3 0,8 1-1 0,0 0 0 16,4 6-2-16,6-3 1 0,4 4-6 0,2-3-1 15,8 4 3-15,6 2-4 0,-2 0-7 0,-1-2 6 16,0-5-11-16,-3 0-4 0,-3-6-6 0,-2 8-10 16,4-1 6-16,-7-4-2 0,-1-1-5 0,-7-1-2 15,1-4 4-15,-4 1 1 0,1-1 4 0,-8-1-1 16,-1 1 3-16,-1-3 1 0,-4-4-1 0,-4 3 6 15,-1-1 2-15,-5-3 5 0,-1 2-5 0,-6-7 0 16,3 1 3-16,-11-1-3 0,0-2 6 0,2-1 1 16,6 1-4-16,-3-7 0 0,6 4 13 0,2 0-21 15,2 1-14-15,4-1-34 0,2-4-33 0,3 0-38 16,4 5-27-16,2 3-30 0,15-15-32 0,0 7-34 16,13 4-40-16,3-5-21 0,19 2-25 0,-5 0-220 0,6 5-601 15,2-5 266-15</inkml:trace>
  <inkml:trace contextRef="#ctx0" brushRef="#br0" timeOffset="159878.78">18001 10545 179 0,'7'-4'213'0,"-6"-4"11"15,-1 0 4-15,-1-2 9 0,-6 2 1 0,-6-5-4 16,1 2-8-16,-4-1-5 0,1 4-3 0,-8 0-14 16,-2-1-11-16,-2 2-13 0,-2 2-10 0,7 4-9 15,-8-3-16-15,0 8-22 0,2 0-12 0,0 3 0 16,8 1-14-16,0-4-14 0,-1 7-5 0,6 2-10 15,0-3-5-15,2 7-3 0,5-6-13 0,-6 7 2 16,11-3-9-16,-2 2-1 0,5-5-5 0,7 6 0 16,-6-5-12-16,13 1-5 0,-8-4-9 0,9 0 1 15,0-2-9-15,0 0-9 0,5-3-10 0,-4-3-3 16,6-2 5-16,-1 0 15 0,-2-3-11 0,0-1-1 16,11-4 1-16,-8 0-2 0,-6-2 7 0,6 0 1 0,-7-4-1 15,1 1 2-15,-1-2 1 0,-3-4 0 0,-2 0-1 16,1 4 18-16,-2-1 13 0,-1-4 2 0,-8 6 5 15,6 0 20-15,-6 3 4 0,0 0 8 16,2 4-4-16,-2-1-6 0,7 4-9 0,-7 4-9 0,-7-11-9 16,7 11 1-16,0 0-4 0,0 0-4 0,0 0-2 15,0 0 2-15,-2 30-6 0,2-19 0 0,2-3-17 16,5 11-13-16,-7-6-10 0,6 7-4 0,8-5-16 16,-6 0-19-16,7 1-18 0,-4 1-15 0,4-4-25 15,-3 1-19-15,3-2-20 0,-2-3-26 0,0 0-30 16,2-2-19-16,2-4-16 0,1-3-20 0,-7 0-6 15,3-1-152-15,2-5-466 0,-1 0 207 0</inkml:trace>
  <inkml:trace contextRef="#ctx0" brushRef="#br0" timeOffset="160577.57">18326 10498 196 0,'6'-16'74'0,"2"-3"16"0,-6 4 25 0,5 1 22 16,-2-1 30-16,-4 3 15 0,1 0 20 0,-2 3 9 16,0 1 0-16,0-2-14 0,0 5-6 0,5 0-18 0,-5-2-20 15,0 7-17-15,0 0-17 0,0 0-7 0,0 0-8 16,0 0-15-16,0 0-7 0,-15 17-11 0,10-5-4 15,5-2-10-15,-2 1-3 0,2 5-4 0,0 0-4 16,0 4-5-16,0-6-6 0,2 2-2 0,3-1-3 16,-3 1-5-16,6-1-14 0,-1-3 1 0,-1-4-11 15,-1 3-3-15,5-2-4 0,0 0-4 0,2-3-1 16,-2-3-4-16,-1 0 1 0,1-3 1 0,-10 0 1 16,24-3 2-16,-13-1 4 0,1-7 0 0,-1 2-1 15,3 0 4-15,-3-4 0 0,-3 1 6 0,4-2 11 16,-5 1 6-16,3-2 7 0,-4 1 5 0,-1 1 4 15,2 1 9-15,-2 4 5 0,3-3 2 0,-8 7 19 16,5-2-30-16,-5 0-6 0,0 6-5 0,7-3-6 0,-7 3-3 16,0 0 3-16,0 0-7 0,0 0-3 15,0 15 1-15,0-7-6 0,3 0 0 0,-3 7 3 16,2 0 9-16,-2-3-9 0,3-1-10 0,4 5-2 0,-6 1 5 16,6-3-4-16,-7-1-1 0,6-4-6 0,1 0-2 15,-5 2 6-15,6-4-2 0,-1 1-1 0,-1-6 2 16,2 3 6-16,-1-5-3 0,3 2 6 15,-10-2-1-15,17-7-5 0,-14 3 1 0,10-2 3 0,-6 0-6 16,1-5 17-16,-1 2-18 0,3-1 5 0,-5 0-3 16,1 0 5-16,2 1-9 0,1-2 8 0,-3 0 2 15,-1 2 0-15,0 2 2 0,0 0-1 0,2 0-7 16,-4 1-1-16,-3 6 6 0,10-4-1 0,-7 2-1 16,-3 2-7-16,0 0 12 0,24 6-8 0,-18-2 1 15,4 5 0-15,2-2 0 0,3-3-12 0,0 8 12 16,-1-5-2-16,5 1 0 0,-1 3 4 0,10-3-2 15,-11 0 3-15,12 1 12 0,4 0-18 0,-11-3 0 16,3-3 4-16,6-2-3 0,-9-1 4 0,11-1-6 0,-7-2 6 16,-6-2-4-16,10 1 5 0,-5-5 1 15,-7 2-1-15,5-4-3 0,0-5 0 0,-3 6-2 16,-7-9 4-16,2 4-5 0,-5-3 5 0,3 2 2 0,-11-2 7 16,6 2 16-16,-4-2 10 0,-3-1 26 0,-2 4-11 15,-3 2-3-15,-4-3 8 0,5 9 0 0,-2-5-2 16,-8 8-7-16,3-3-11 0,-10 3 9 0,5 3-8 15,-2 2-1-15,-2 3-5 0,-3 4-3 0,5 1-7 16,-2 3 5-16,2 3-7 0,4 0-1 0,3 3-4 16,-2-2-26-16,9 4-16 0,1-1-19 0,1 1-20 15,6 0-24-15,3 1-40 0,5-1-50 0,14 0-61 16,2-3-76-16,11 3-302 0,5-4-670 0,4-3 297 16</inkml:trace>
  <inkml:trace contextRef="#ctx0" brushRef="#br0" timeOffset="161344.94">21052 10453 212 0,'6'-7'218'15,"2"2"0"-15,-1-7 0 0,1 2 0 0,-1-2-8 16,1-3-4-16,-1-2-1 0,-1 2-8 0,-1 2-12 16,-1-5-3-16,-4 2-18 0,0-1-12 0,0-2-12 15,-9 5-13-15,3-6-3 0,-2 10-18 0,-1-8-3 16,-6 7-12-16,-1 3-6 0,-2-2-14 0,-12 3-1 15,-2 5-12-15,3 2 0 0,0 2-9 0,-4 4-6 0,-1 2-6 16,-8 8 0-16,12-5-5 0,-6 12-1 0,6-3-4 16,7 1-13-16,-3 1 9 0,9 3-8 15,-1 2 3-15,6 0-4 0,2 0 13 0,0-2-11 16,9-1-2-16,1 3 2 0,1-6-10 0,9-1 0 0,-3-4 1 16,5 2 2-16,7-1-5 0,-2-7-8 0,1 0-9 15,2-5-4-15,2 1-8 0,7-6 1 0,-1 3-4 16,6-10 4-16,-8 0 0 0,7 0 2 0,-3-3 2 15,-4-2 1-15,3-8 3 0,0 3 1 0,-5-2 2 16,2-1 8-16,-3 1-3 0,-8-2-3 0,5 3 3 16,-10 2 5-16,3 2 5 0,-3-1 8 0,-3 3 9 15,1 3-3-15,-5 1-1 0,-1 3 0 0,-2-2-6 16,0 7-1-16,0 0-1 0,0 0-2 0,0 0 7 16,0 0-8-16,-20 12-5 0,12-4 2 0,-1 7 4 15,3-6-4-15,-2 8-2 0,1-3 4 0,0 1 0 16,6 0-2-16,-4 2 1 0,10-3 2 0,-5 2 0 15,0-4 0-15,0 0 2 0,6-5 1 0,-4 3-11 0,5-5 10 16,7 2-1-16,-5-3 1 0,2-3 0 0,1-1-4 16,1-1 4-16,7-5 0 0,-3-3-2 15,-1 5 0-15,4-8-5 0,0-2 2 0,-4 2 0 0,8-4-1 16,-5-4 5-16,3 1-6 0,-4 0 5 0,-3 0-1 16,7-1 7-16,-6 5 14 0,-1 0 6 0,-3 2 8 15,3-1 8-15,-7 2 0 0,7 2-12 0,-9 0 4 16,8 2 7-16,-6 4-14 0,-2-1-16 0,3 3 3 15,2 2-2-15,-11 0-7 0,15 7 4 0,-5 0-2 16,-3 1 0-16,3 8-1 0,1-4-2 0,-2 4 4 16,2 1-2-16,-3 1-6 0,2 1-3 0,5 5-5 15,-7-4 8-15,1-3 8 0,-3 3-34 0,3 6-17 16,-3-10-22-16,-2 0-23 0,2-1-29 0,-6 0-33 0,2-3-32 16,-4-2-34-16,2 0-53 0,-5-2-61 15,0-1-178-15,-1 0-546 0,-4-5 241 0</inkml:trace>
  <inkml:trace contextRef="#ctx0" brushRef="#br0" timeOffset="161844.25">23097 9980 41 0,'2'-7'475'0,"-4"0"3"0,2-2-16 15,0 9-22-15,2-9-34 0,-2 9-47 0,0-6-39 16,0 6-35-16,0 0-29 0,0 0-28 0,0 0-20 15,-2 26-25-15,2-18-14 0,0 12-14 0,0-1-16 16,0 7-8-16,0-2-16 0,2 7-9 0,-2-4-11 16,7 2-17-16,-7 0-1 0,6 3-8 0,-4-3-23 15,3 3-38-15,3-4-44 0,-1-1-46 0,1-3-31 16,0 0-34-16,-1-6-39 0,0-1-46 0,1-3-50 0,5-3-48 16,-6-4-324-16,1 1-708 0,0-5 314 15</inkml:trace>
  <inkml:trace contextRef="#ctx0" brushRef="#br0" timeOffset="162378.7">23172 9960 322 0,'-10'-14'345'0,"-2"-2"-8"0,4-4 1 16,0 5 1-16,1 7 0 0,-1-4-3 0,1 1-9 15,4 3-20-15,0 1-28 0,-1-1-19 0,4-4-30 16,4 4-20-16,2 0-24 0,1 0-19 0,1 0-18 15,5 5-12-15,4-2-16 0,3 3-16 0,-4 2-5 16,14 0-16-16,-7 0-10 0,-3 3-8 0,10 5-10 16,-4-1-15-16,-1 4-11 0,3-1-2 0,-11 3-8 15,-1-1-7-15,3 1-7 0,-3 1-1 0,-3 1-4 0,-3-1 1 16,-1 4-10-16,-3-4 3 0,1 3-1 0,-7 0-3 16,0 1-2-16,0-6 3 0,-13 7 2 15,4-6 1-15,-5 2-1 0,-1-3-3 0,1 0-4 0,-5 3 4 16,0-3-2-16,4 0 1 0,-1 0 2 0,-4-3 4 15,2 0-5-15,3 0 3 0,2-7 3 0,4 3-2 16,-4-2 3-16,10 5-1 0,-4-6 1 0,1 0 3 16,2 3-1-16,4-5 1 0,0 0-1 0,0 0 0 15,12 6 0-15,-4-3 0 0,12 3-7 0,-3 0 7 16,2 0 0-16,0 3-3 0,9 0 1 0,-3 6 3 16,4-4-1-16,-9 6-5 0,3 0 1 0,-8-4-5 15,8 6 3-15,-11-4-2 0,3 1 15 0,-7-3-11 16,1 4 0-16,2-2-1 0,-9 3-2 0,4-3 5 0,-6 0-7 15,-6 0 10-15,-1-2-4 0,-1-1 6 16,1-4 1-16,-3 6 3 0,-10-7 8 0,6 1 9 16,-8 0 0-16,1-4 1 0,-1 0-2 0,-1-4-1 0,-5 0 1 15,1-4-7-15,-3 0 5 0,11-4 0 0,-10 6-3 16,8-4-6-16,3-1 3 0,-2-4-10 0,5 7-18 16,2-7-20-16,3 2-28 0,3 2-34 0,1 0-32 15,6-2-32-15,0 2-30 0,3-2-42 0,2 2-42 16,6-1-47-16,-1 0-50 0,5-2-221 0,0 1-640 15,5-2 285-15</inkml:trace>
  <inkml:trace contextRef="#ctx0" brushRef="#br0" timeOffset="162661.51">23792 9853 379 0,'2'-5'398'0,"-2"-2"-4"16,3-2 11-16,-3 9-35 0,0-8-25 16,0 5-40-16,0 3-41 0,0 0-24 0,0 0-23 0,0 0-21 15,0 0-22-15,-11 18-18 0,4-4-11 0,2 1-19 16,0 11-13-16,4-1-8 0,-6 2-10 0,4 2-10 16,-1-1-2-16,4 7-7 0,4 4-10 0,-4-10-5 15,6 11-5-15,-2-9-11 0,6 8-10 0,-2-7-29 16,-2-2-22-16,3 3-25 0,2-4-20 0,3-4-38 15,-4 0-28-15,8-1-35 0,-8-9-38 0,0 2-42 16,1-8-56-16,-3-1-60 0,4-3-198 0,-2 0-603 16,3-5 267-16</inkml:trace>
  <inkml:trace contextRef="#ctx0" brushRef="#br0" timeOffset="162977.54">24211 10088 14 0,'0'0'301'0,"0"0"-6"0,-3-8-12 0,3 8-8 15,-7-6-10-15,1 3-15 0,6 3-4 0,-9-7-17 16,1 4-16-16,3-2-6 0,-5-1-8 0,-3 1-13 16,3 4-8-16,0-1 0 0,-5-5-13 0,-8 6-12 15,5-3-11-15,0 3-8 0,-4 1-6 0,6 1-4 16,-8-1-9-16,3 5-4 0,4 2-9 0,-1 0-13 15,2 0-10-15,1 2-5 0,1-1-3 0,6 3-16 16,0 5 5-16,1-3 2 0,7 2 9 0,0 0 2 16,7 3-8-16,1 9-9 0,7-2 1 0,0-2-5 15,5 3-9-15,8 6-2 0,-5-10-9 0,5-2-22 16,-1 2-20-16,-1-5-33 0,6 0-33 0,-6-4-40 16,1-1-38-16,1 0-37 0,0-2-45 0,-10-5-45 15,2-1-60-15,2 0-57 0,1-4-209 0,-5-4-656 0,0 0 290 16</inkml:trace>
  <inkml:trace contextRef="#ctx0" brushRef="#br0" timeOffset="163228.51">24403 10344 208 0,'0'0'456'0,"0"0"-4"0,-11 0 12 16,11 0-5-16,0 0-18 0,0 0-35 0,0 0-40 16,0 0-35-16,0 0-35 0,15-15-31 0,-7 10-28 15,3 2-19-15,1 2-33 0,3-6-41 0,0 3-53 16,3 1-60-16,0 1-59 0,4-1-52 0,1-1-51 16,-3 1-43-16,1-1-54 0,2 1-55 0,1-6-50 15,5 6-300-15,-9 2-684 0,0-6 302 0</inkml:trace>
  <inkml:trace contextRef="#ctx0" brushRef="#br0" timeOffset="163511.54">24870 9841 264 0,'0'-7'380'0,"0"7"5"0,2-10 1 0,-4 3-3 15,2 7 0-15,0-7-19 0,0 7-26 0,2-6-32 16,-2 6-38-16,0 0-29 0,0 0-25 0,0 0-24 16,0 0-16-16,6 21-18 0,-4-9-15 0,5 2-16 15,-1 3-10-15,2 9-12 0,-1 1-11 0,0 1-8 16,1 3-7-16,0-3-9 0,-1 2-6 0,1 1-4 16,-1 0-8-16,6 4-5 0,-6-3-20 0,-1-5-32 15,2 0-32-15,-1 0-19 0,-4-6-37 0,1-1-25 0,1-4-27 16,3 0-18-16,-3-4-29 0,0 3-30 0,-3-4-41 15,4-5-49-15,-3 0-45 0,2-2-223 0,-5-4-630 16,0 0 279-16</inkml:trace>
  <inkml:trace contextRef="#ctx0" brushRef="#br0" timeOffset="163745.29">24789 9789 180 0,'-22'-18'400'0,"6"6"33"0,3 0 3 16,1 0 15-16,4 3 1 0,1-3-15 0,5 4-25 16,-4 1-38-16,6-5-30 0,6 3-34 0,1 3-36 15,3 0-27-15,8 0-22 0,12-1-25 0,-5-1-18 16,3 2-20-16,8 3-15 0,-4-2-22 0,4 5-33 16,7 0-35-16,2-3-45 0,-12 10-49 0,-2-6-58 15,1-1-59-15,-2 3-53 0,0 1-48 0,-9 0-54 0,-3 0-68 16,0-1-53-16,-4 3-252 0,-4-1-738 0,1 0 327 15</inkml:trace>
  <inkml:trace contextRef="#ctx0" brushRef="#br0" timeOffset="164477.46">25231 9984 179 0,'0'0'355'0,"0"-4"-14"16,0 4-35-16,0 0-35 0,0 0-23 0,0 0-24 15,0 0-25-15,31 7-11 0,-18 2-25 0,1 2-13 0,-4 2-18 16,11-3-10-16,-6 5-9 0,5 6-14 16,-4 1-8-16,1-4-1 0,-2 4-17 0,-2 2-12 15,0-3-2-15,-3-1-10 0,-1-1-6 0,-3-3 2 0,-1 3-9 16,0-3 7-16,-3-2-10 0,-2-1-7 0,-2-1-4 15,-1 2 1-15,1-6 0 0,-6 0-4 16,1-4 11-16,-1 0 7 0,0-3 5 0,8-1 12 16,-18-1 10-16,8-3 12 0,-2 0 3 0,4 0 1 0,-1-4-1 15,3-3 1-15,-1 4-1 0,4-5-13 0,3 4 3 16,-3-4-7-16,6 0-4 0,4 1-13 0,-1-1-6 16,6-3-7-16,1 4-34 0,10-10-19 0,-1 7-17 15,7 2-20-15,16-3-23 0,0 2-17 0,-2-2-16 16,2 6-12-16,-1-5 0 0,-9 10-6 0,-4 1 6 15,4-2 14-15,-7 2 13 0,-6 3 9 0,-2 0 6 16,-5-1 12-16,1-2 9 0,-4 0 9 0,-4 3 14 16,-8 0 10-16,13-1 8 0,-13 1 7 0,0 0 15 15,0 0 14-15,0 0 3 0,-23-11 8 0,10 10 3 16,-2-4 6-16,-7 3 10 0,1 2 1 0,-2 2 1 16,1-2-3-16,-4 0 4 0,-6 5-2 0,6-2 0 15,4-1-3-15,2 3-4 0,-1 1-5 0,-1 0 15 0,6 2-17 16,1 1-11-16,0 1 1 0,5-1-3 0,0 3 2 15,2 0-3-15,1-1 4 0,6 0-3 16,2 3-4-16,-1-4-1 0,7 1 0 0,-4 2-2 0,7-5-3 16,-2-1-9-16,7 7-8 0,0-8-8 0,2 0-1 15,-2 0 8-15,5-3-10 0,-6-3 3 0,8 0-3 16,-7 0 12-16,6-3-6 0,-4-3 1 0,3 0 0 16,-4 0 4-16,3-1-5 0,-6-4 4 0,0 3 1 15,2 1 1-15,-2-3 14 0,-1-1 14 0,-1 0 5 16,-4 4 27-16,3-1 24 0,-5 1 20 0,2 2 7 15,-1 0 0-15,-1-2-7 0,-2 3-9 0,4 2-8 16,-7 2-12-16,5-4-12 0,-5 4-7 0,0 0-2 16,0 0-5-16,0 0 0 0,0 0-13 0,5 12-13 15,-5-6-18-15,5 0-25 0,-5 3-29 0,2 0-18 16,3 0-26-16,-4 0-24 0,6 2-26 0,1 2-36 16,5-4-50-16,1 5-42 0,0-6-40 0,1 3-253 0,2 1-617 15,11-3 273-15</inkml:trace>
  <inkml:trace contextRef="#ctx0" brushRef="#br0" timeOffset="164761.49">26528 10110 143 0,'-3'-12'333'0,"-7"-2"10"0,4 1 3 16,-8-1 11-16,1-1-21 0,-2 3 2 0,2 2-9 15,-2-3-19-15,0 6-24 0,0-2-24 0,2 1-28 16,-2 5-25-16,-1 4-25 0,-4-1-10 0,6 2-21 15,5 2-16-15,-6 5-15 0,0-2-13 0,2 5-3 16,4 2-15-16,-4 2-7 0,8 1-8 0,2 2-3 16,-4-2-6-16,7 3-11 0,7-4-3 0,-7 5-6 15,6-3-10-15,3 2-11 0,-1 0-19 0,5-6-13 16,2 1-22-16,12 1-17 0,-11-5-23 0,6-3-24 16,1-1-23-16,7-1-11 0,-2-2-13 0,0-4-19 0,-2 0-20 15,6-4-27-15,1-4-20 0,-3-4-29 0,8-4-21 16,-5 4-5-16,7-10-4 0,-4-2 5 0,4 1-167 15,-6-3-482-15,0-2 214 0</inkml:trace>
  <inkml:trace contextRef="#ctx0" brushRef="#br0" timeOffset="165461.59">26985 9948 728 0,'22'-41'-36'16,"-6"1"33"-16,-6-1 31 0,0 2 17 0,-2-1 32 15,-3 7 20-15,-3 1 28 0,-5 1 18 0,-1 1 10 16,-4 0 18-16,7 3 11 0,-6 1 5 0,0 8-2 16,2-2-5-16,-5 6-14 0,4-3-20 0,-3 10-15 15,3 2-17-15,-2-2-11 0,-6 4-9 0,14 3-9 16,-15 6-8-16,9 2-10 0,-1-1-2 0,2 8-8 15,2 6-6-15,1-2-6 0,-3 8-5 0,5 0-1 16,5 5-2-16,0-3 3 0,0 11-10 0,7-1-5 16,-4 4-4-16,0-13 5 0,1 2-6 0,4-3 1 15,-5 0-5-15,4 1 2 0,-1-1-5 0,1-2-13 16,1 0-13-16,-5-10-8 0,1-1-4 0,-1-1-6 16,-3-6 2-16,-3 2 2 0,6-6 4 0,-5 2 1 0,0-6 1 15,-3-1 5-15,9 7 0 0,-9-7 1 0,0 0-1 16,0 0-1-16,0 0 7 0,16-12 1 0,-14 5-1 15,1 1 5-15,-1 3 5 0,1-5 5 16,-3 8 7-16,4-7-4 0,-1 3 0 0,-3 4 0 0,3-7 1 16,-3 7-3-16,2-5-3 0,-2 5-1 0,0 0-1 15,0 0 0-15,0 0-4 0,0 0 5 0,0 0-2 16,0 0 2-16,0 0-2 0,-5 19 5 0,5-11-1 16,3-3-1-16,-1 2 0 0,3-2-2 0,1 3 5 15,3 1-6-15,4-1-2 0,-3 1-2 0,6-3-6 16,-1 1-3-16,-3 3 5 0,11-6-14 0,-1 1-3 15,7-2-3-15,1 2 1 0,7-2-1 0,-3 0-1 16,11-3-5-16,0 0 6 0,1-1 1 0,2-6 5 16,0 1 0-16,-7 5-3 0,4-5 2 0,-15-1-1 15,15-1 5-15,-2-2-4 0,-7 2 5 0,7-3 1 16,-11 3 4-16,-3-3 0 0,4 2-3 0,-1-2 3 16,-1 3 4-16,-3 1 3 0,2-3 6 0,-7 0 4 15,4 2 6-15,-6 0 10 0,4-8 2 0,-8 10 3 0,-2-6-1 16,-2 3-5-16,-1-2 2 0,-4 4 0 0,2-8-7 15,-5 5-2-15,-4-2-2 0,-1-1 0 16,-1 4 1-16,-4-2 4 0,-2 2 0 0,-1 2 3 0,-2 2 2 16,-2-2 6-16,-3 1-1 0,-6 4 8 0,3 0 5 15,-2 4 2-15,-3-1-2 0,-4 6 10 0,7 2 1 16,-1-2-1-16,-6 5 1 0,6 4 2 0,-2 1 5 16,4 4 3-16,1 2 9 0,3 6 3 0,2 0 5 15,5 2 6-15,1 8 3 0,6 2 1 0,1-1 2 16,6 3 8-16,2 4-5 0,7-5-9 0,0 9-4 15,0-8-7-15,7 4-8 0,1-3-7 0,-2 2-6 16,7-4-1-16,-4-2-6 0,-8-13-3 0,1-3-5 16,-7-5-8-16,1-3-32 0,-6-4-25 0,2 3-31 15,-2-8-27-15,-4 2-30 0,-1-2-23 0,0-7-35 16,-6 1-27-16,6-1-43 0,0 0-54 0,0 0-66 16,-22-17-214-16,16 2-627 0,-6 0 278 0</inkml:trace>
  <inkml:trace contextRef="#ctx0" brushRef="#br0" timeOffset="165613.4">28073 9755 188 0,'-5'-22'234'0,"1"3"-24"16,-1 4-20-16,-1-3-26 0,6 7-23 0,0-5-32 15,5 9-46-15,-4-1-49 0,-1 0-58 0,12 1-68 16,-4 3-82-16,2 2-208 0,8 0 93 0</inkml:trace>
  <inkml:trace contextRef="#ctx0" brushRef="#br0" timeOffset="167327.34">29595 9531 236 0,'-6'-16'265'0,"-2"-4"-9"0,-7-3-11 15,1 10-9-15,-5-8-15 0,4 6-19 0,-9-1-16 16,3 7-16-16,-2-5-7 0,-5 6-21 0,0 1-12 15,3-1-13-15,3 6-12 0,-9 4-12 0,9 5-6 16,-4-2-14-16,4 3-3 0,4 4-8 0,1 0-2 16,-1 6-6-16,3 0 0 0,0 6 5 0,9 6 8 15,3-3 15-15,3 1-12 0,3 4-5 0,3-2-4 16,9 11-7-16,0 0-3 0,5 0-4 0,-2 1-4 16,7-3-3-16,-3-2-8 0,-7-5 0 0,3 4-6 15,-3-8-2-15,1-1-1 0,1 0-6 0,-6 0 4 0,-4-7-8 16,1-4-1-16,-8 2-3 0,4-4-2 0,-8 1 2 15,4-5-5-15,-8-2 2 0,1-1 0 16,-4 0 6-16,-1-6 6 0,-8 0-9 0,4-2-5 0,-2 1 13 16,-1-8-3-16,1 4 14 0,0-3-3 0,1 3 2 15,1 1-1-15,3-1-5 0,-2-1 6 16,8 0-9-16,-3 0 1 0,4 0 2 0,1 0-8 16,5 5-2-16,-2-8-2 0,2 8-26 0,13-9-12 0,4 6-9 15,1 1-8-15,2 2-16 0,8 0-10 0,2 0-8 16,4 2-7-16,14 1-9 0,-1-3-5 0,-6 6-4 15,4-5-7-15,3-1-3 0,0-1 0 0,0 1 9 16,-3-7 6-16,1-1 2 0,-3 0 9 0,-12 1 4 16,12-8 13-16,-11 7 6 0,-4-5 6 0,-2-2 9 15,-2-4 9-15,-3 0 15 0,-3 3 20 0,-4 3 25 16,0-9 18-16,-4 3 20 0,-5 3 14 0,0-1 8 16,-1 2-1-16,-4-2-4 0,-7 4 5 0,2-2-8 15,-2 6-6-15,-1-2-4 0,-10 7-3 0,1-3-4 0,-2 3-4 16,-3 3 0-16,2-1-8 0,-1 5-4 0,-1 2-2 15,2 2-2-15,4 5-4 0,-4 5 0 16,10-4-3-16,-3 11 1 0,4-7-6 0,4 4-2 16,5-2-1-16,0 2 4 0,7 5-8 0,1-3 4 0,6 0-9 15,5 0-1-15,1-7-11 0,2 3-8 0,6-4-12 16,-2 1-10-16,16-4-13 0,-11-3-8 0,11 3-10 16,-6-5-9-16,10-2-5 0,1-2 3 0,-3 0 7 15,6-6 6-15,-5 0 6 0,-1-2 3 0,-10-4 10 16,2 2-1-16,-6-5 6 0,0-3 6 0,3 0 3 15,-10-2 6-15,-2 1 10 0,-4-5 16 0,-4 8 15 16,-5-7 13-16,-3 2 13 0,-1 3 12 0,-4-6-9 16,-4 6 1-16,-6-4-5 0,1 7-2 0,-6-5-3 15,-2 8-2-15,-3 1 3 0,-1 4-8 0,-2-4 11 16,1 5-4-16,-8 3-4 0,2 0 4 0,-5 6-7 16,7 1 2-16,-3 5-12 0,10-5-1 0,-1 3 4 15,5 2-4-15,-3 2-6 0,3-1 0 0,5 2-2 16,0 0-4-16,5-4 4 0,3 2-3 0,-3 1 5 15,10-6 7-15,-3 4-8 0,4-4 2 0,-2-1-2 16,6 3 0-16,0-3-4 0,5-4-4 0,1 1 5 16,4-3-2-16,0-1-2 0,0-1 15 0,1-4-14 0,1-1 6 15,-1-2 1-15,-6 1 13 0,7 1 14 0,-6-5 14 16,1 1 7-16,-1 1-5 0,-6-3 7 0,2 6 1 16,-2 0-1-16,-5 3-4 0,5-3-6 0,-5 1-8 15,-2 3-13-15,-3 2-12 0,0 0-4 0,0 0-10 16,0 0-8-16,0 0 1 0,10 13-17 0,-10-9-5 15,-2 7-15-15,2 1-11 0,0-3-8 0,0 5-11 16,2-6-7-16,-2 9-3 0,3-2-12 0,2 0-6 16,-3 0-10-16,4-6-3 0,-4 5-5 0,6-9 4 15,1 3 4-15,-3-1 3 0,2-2 3 0,6-2 2 16,-14-3 8-16,16-3 10 0,-4 0 12 0,-2-1 1 16,1-2 6-16,4-3 8 0,0-1 10 0,-2-2 0 15,-1-1 11-15,3-1-3 0,0 2 13 0,1 2 14 16,-1-7 10-16,0 7 11 0,-3-3 15 0,4 2 9 0,-4-1 10 15,3 1 1-15,-7 7-2 0,5-4 4 16,-6 4-9-16,3-1-4 0,-4 2-6 0,3 2-2 16,-9 1-3-16,11 4-3 0,-11-4-3 0,10 7 0 0,-3-5-2 15,-5 6-1-15,2-2-3 0,-2 3-1 0,-2 2 2 16,3-4-1-16,-1 2-1 0,-2 3-2 0,0-5-3 16,0 4 3-16,0-2-3 0,-2-2 0 15,-1-2 0-15,0 4 0 0,-2-3-3 0,3-2 1 0,-3 3-4 16,5-7-6-16,-11 3-8 0,6-2-9 0,5-1-9 15,-14 1-3-15,14-1-5 0,0 0-6 0,0 0-8 16,0 0-8-16,0 0-5 0,0 0-10 0,0 0-8 16,22-17-2-16,-9 10-3 0,4 0 6 0,6 2-7 15,5-2 3-15,2-1 0 0,15-5-9 0,-2-2-11 16,8 0-10-16,-1-9 2 0,-4 3-3 0,5-1 4 16,-1 0 12-16,-10-3 6 0,4-1 12 0,-7 7 26 15,-8 0 37-15,-7 2 28 0,-2-4 41 0,-5 8 39 16,-2 2 24-16,-1-4 14 0,-9 4 5 0,2 4 2 0,-5-3-6 15,0 2-6-15,0 2-2 0,-5-3-6 16,-7 6-9-16,4-2-3 0,-5 2-1 0,-2 3-9 16,0 3-4-16,-5 2-9 0,4-1-6 0,-8 4 1 15,5-1-17-15,2 4-5 0,2 1-1 0,-1 3-5 0,1 12-5 16,8-11-3-16,-5 4-3 0,7-2-7 0,2 2 4 16,3-4-7-16,3 5 0 0,-1-1 1 15,5-3-7-15,1 0-7 0,7-2-8 0,-7 3-5 0,7-6 4 16,5 3-18-16,8-6-1 0,-8 3-5 0,3-6-4 15,2-2 3-15,0 1 2 0,-4-3 3 0,6-2 3 16,-1-3-2-16,4-2 2 0,-2-1-1 0,2-7 7 16,-2 2-1-16,4-5-1 0,-4-3 6 0,-5 0 15 15,3-4 5-15,6-5 11 0,-11 12 9 0,2-6 6 16,1-2 13-16,-6 5 19 0,0-4-4 0,0 3-5 16,-6 6 10-16,3-3 0 0,-5 4-16 0,-4 1 6 15,-1 3-11-15,2 1-9 0,-2 3-9 0,-5-2-6 16,0 7-3-16,0 0-2 0,0 0-5 0,0 0 2 15,0 0-7-15,0 0 1 0,-32 17-5 0,26-11 1 0,-6 6 0 16,-1 0-3-16,5 7-8 0,-1-8 7 16,1 4-32-16,6-2-9 0,-2 1-13 0,4-1-11 15,-2-1-21-15,5-4-26 0,2 6-28 0,2-6-38 0,-1 3-48 16,6-2-65-16,1-3-262 0,5-3-589 0,-1-3 260 16</inkml:trace>
  <inkml:trace contextRef="#ctx0" brushRef="#br0" timeOffset="167544.03">32558 9476 197 0,'5'-14'393'0,"-5"1"15"0,0-1-3 16,0 5-18-16,-5-2-31 0,3 3-23 0,-2-1-27 16,4 2-22-16,0 2-32 0,0 5-27 0,-10-6-26 15,3 2-14-15,7 4-20 0,0 0-19 0,-13 11-12 16,11 0-15-16,-3-1-8 0,3 4-14 0,2 5-8 15,0 6-2-15,0 2-18 0,0 0-28 0,0-1-26 16,0 4-29-16,7 7-49 0,-5-10-37 0,-2 5-44 16,0 1-43-16,5-3-56 0,-10-2-69 0,3-1-345 15,2-10-712-15,-7 1 315 0</inkml:trace>
  <inkml:trace contextRef="#ctx0" brushRef="#br0" timeOffset="196593.01">4934 13830 106 0,'0'-14'335'0,"-4"3"-8"0,8-9-14 0,-8 4-10 15,4-4-3-15,4 2 0 0,-4-8-4 0,0-1-14 16,1 0-20-16,1 0-9 0,-2 2-9 0,0 2-10 15,-2 3-11-15,1 3-14 0,1-4-12 0,-4 5-23 16,3-1-11-16,-6 5-19 0,4-1-14 0,-4 1-18 16,-4 4-11-16,1 2-10 0,-5-2-14 0,-2 7-5 15,-3-3-13-15,-9 4-4 0,2 7-14 0,-4 2 3 0,-7 6-5 16,11 0-7-16,-14 10 1 0,3 0-3 16,5 3-4-16,-2 5-1 0,10 1-1 0,5 4-1 15,-5 0 2-15,5-10-2 0,5 8-2 0,11-3-2 0,0 6 1 16,4-6-1-16,4-3 0 0,0 0-2 0,10-2-7 15,1-1-3-15,0 0 2 0,4 0-6 0,3-8 2 16,-2-1-7-16,5-2-2 0,1-5 2 0,2 2-1 16,2-10-4-16,-2 3-2 0,2-8-3 0,0-1 6 15,1 0-2-15,-3-4 2 0,0-7 2 0,1 3-1 16,-6-5 1-16,0 1-2 0,0-7 4 0,-1 2-1 16,-6-5 2-16,-3-1 3 0,2 4-1 0,-1-5 0 15,-6 2 3-15,-2 8-2 0,3-10-2 0,-6 9 4 16,0-1 4-16,-3 0 0 0,0 2-2 0,2 2 5 0,-4-2-1 15,2 7-1-15,0 2 0 0,0 1-5 0,0-4 1 16,0 11 0-16,0-9-10 0,0 3-2 16,0 6-3-16,-3-5 1 0,3 5 1 0,0 0 0 0,0 0-1 15,0 0 3-15,3 23-2 0,-3-14-1 0,0 6 0 16,0 1-4-16,7-1-14 0,-7 0-11 0,8 2-12 16,-6 0-2-16,6-2-11 0,-3-1-2 0,2 1-6 15,-7 2 6-15,6-4-10 0,-4 1 2 0,5-4 6 16,-6-2 2-16,4 3 4 0,-3-3 9 0,3-3 1 15,-3-2 19-15,-2-3 2 0,6 6 1 0,-6-6 7 16,0 0-1-16,0 0 1 0,17-14 3 0,-12 7-2 16,3-6 5-16,0-1 7 0,-1-1-5 0,6 0-4 15,-5-2 5-15,7 2 8 0,-5 3 3 0,5-8-8 16,-2 1 0-16,2 4 3 0,-2 2 4 0,2-2-4 16,0 0 8-16,-1 4 1 0,-1-1 2 0,3 0 4 15,1 4-4-15,-2 0-1 0,-4 5-7 0,1 3 2 16,3 0 2-16,-2 0-3 0,2 4-5 0,0 1 5 15,-2 4 5-15,-5-3-2 0,9 3-6 0,-5 4 2 0,1 1-2 16,-5-2 1-16,0 3-9 0,1 2 16 16,-3-1-3-16,2-1-2 0,-6 4 2 0,1 1-2 0,-1-6 1 15,-2 2 6-15,0 0-4 0,-2-4-2 0,-1 0 6 16,1-1-6-16,-6-2 5 0,7 0-2 0,-6 0 4 16,-6 0-7-16,6-6 12 0,-3 1-2 15,2-1 3-15,-2 1 10 0,-2-4 4 0,12 0 5 0,-21-7 1 16,9 3-8-16,4 0 5 0,1-4-5 0,2-1-7 15,2-1-4-15,3-4-15 0,3-3-7 0,7-2 1 16,7-1-25-16,-4 1-12 0,12-4-10 0,0 3-5 16,0-3-10-16,13 0-3 0,-2-2 0 0,0 3 1 15,-9 3 1-15,3 0 5 0,9 1 10 0,-17 1 6 16,6 5 0-16,-11 0 5 0,3-1 9 0,-6-1 5 16,0 4 9-16,-4-2 24 0,-4 4 8 0,3 4 10 15,-5-7 14-15,3 7 2 0,-4-1 1 0,-3 5-9 16,2-5 6-16,-2 5-9 0,0 0-3 0,-10-8-2 0,10 8-5 15,0 0 3-15,-10 12-1 0,4-4-4 16,-6 2 1-16,10-4-8 0,-4 5 8 0,-1 2-7 16,5-4 0-16,-3 6-3 0,5-1 4 0,0 2 2 0,0 0-2 15,0 2 0-15,7-2 1 0,-7 0-3 0,7 0-1 16,1 1 4-16,-1 1-2 0,4-1-3 0,-7-4-2 16,7 5 3-16,-1-5 3 0,-3 2-2 15,3 2-5-15,-5-2 3 0,-2-3-3 0,3-2 3 0,-4-1-1 16,-2 2 10-16,0 0-9 0,-2-1 4 0,-4 0 1 15,-2-2 24-15,-2-2-3 0,-2 3 2 0,0-5 2 16,-7 4-8-16,4-2 3 0,-7-1 9 0,7-1-20 16,-1-3-2-16,-2 1 18 0,8-1-13 0,-5-1-2 15,5 0-2-15,10 0-11 0,-12-4-21 0,6-4-20 16,6 8-16-16,3-11-24 0,5-1-19 0,2 0-18 16,12-7-19-16,1 0-12 0,7-1-11 0,6-2-9 15,7-1-10-15,-2 3 5 0,-1-1 7 0,2-1 9 16,-3 3 14-16,-1 1 18 0,-10 6 9 0,2-1 10 0,-2-1 15 15,-4 1 13-15,-10 2 24 0,3 2 37 16,-2 3 36-16,-5 1 30 0,-2-2 15 0,-1 6 12 16,1-6 14-16,-5 4-12 0,-3 3-6 0,7-4-6 0,-7 4 6 15,0 0-10-15,0 0 4 0,0 0 1 16,0 0-7-16,-22 18-3 0,14-10 1 0,0 0-3 0,3 3-4 16,-5 2-3-16,2 1-5 0,1 1-6 0,0 0-2 15,6 3-2-15,-1-1-6 0,2-4-1 0,3 2 2 16,2 5-4-16,4-4-9 0,-1 2 3 0,5-5-5 15,2 1 5-15,8 2 0 0,0 0-13 0,1-5 8 16,2 0-6-16,2-3 0 0,-1-4-7 0,-6-1 1 16,2-3-5-16,-1 0 1 0,-2-2-2 0,3-3 2 15,-2-2 6-15,-1 0-4 0,-3-5 2 0,-2 1 0 16,-2-2-3-16,-5-5 9 0,1 1 12 0,-1-2 12 16,-3-7 16-16,0 2 18 0,-5-3 7 0,0 2 18 15,-4 7 11-15,3-5 6 0,-1 4 2 0,-1 1-3 16,1 1-10-16,-1 2-6 0,-2 1-8 0,2 4-7 0,1-2-7 15,0 7-14-15,-3-1-12 0,5 6-9 16,0 0-2-16,0 0-9 0,0 0-23 0,0 0-27 16,0 0-23-16,-11 25-23 0,6-15-25 0,5 5-16 15,5 2-2-15,-2 2-21 0,-1-1-9 0,4 1-12 0,-1 6-13 16,7-3-24-16,-2 2-26 0,-4-4-28 0,9-1-21 16,-5-1-28-16,5-2-229 0,0-5-568 15,3-2 252-15</inkml:trace>
  <inkml:trace contextRef="#ctx0" brushRef="#br0" timeOffset="197193.05">7130 13549 21 0,'0'0'256'0,"-8"-4"-13"0,8 4-14 0,0-6-16 15,0 6-4-15,0 0 1 0,0 0-5 0,0 0-14 16,0 0-12-16,-15 18-9 0,10-6-13 0,3-5-9 15,-6 5-9-15,6-1-15 0,-1 1-9 0,1 3-9 16,-1-2-12-16,-2 2-9 0,3-3-9 0,-1 3-8 16,1 4-4-16,2-6-7 0,0 2-4 0,0 0-5 15,-1-1-8-15,1-5-1 0,0-1 8 0,1 2-15 0,-1-5-5 16,0 3-4-16,0 0 5 0,0-8-2 0,5 6 4 16,-5-6-9-16,0 0 1 0,0 0-5 15,0 0 1-15,17-13-5 0,-9 9 12 0,-6-5-5 0,5 0 20 16,-1 0-2-16,2-1 5 0,2-1 5 0,2-3-2 15,-5 1 8-15,-1-2 1 0,2 0-5 0,-1 4 2 16,0 2 3-16,-6 1-1 0,6 0-10 0,-5 1-8 16,4 3-1-16,-6 4-8 0,7-7-11 0,0 6 15 15,-7 1-16-15,0 0 12 0,8 10-19 0,-3-4 3 16,-2 1 5-16,2 2-12 0,-3 3 1 0,4 3-12 16,3 0-6-16,-3 2 6 0,1 0-7 0,1-2 2 15,-1 2-4-15,-1-2-3 0,3 2 6 0,-4-7-3 16,-2 4 3-16,5-6 6 0,-5-1-3 0,-1-2 2 15,1 2 6-15,4-5-2 0,-7-2 8 0,0 0 16 16,12-9 11-16,-7-1 14 0,-2 2 9 0,4-3 3 16,-4-4 10-16,8 2 10 0,-4-4 4 0,1 0 17 15,2 0 13-15,-1-2 9 0,0 3 6 0,3-10-2 0,-5 11-6 16,4 2 0-16,1-2-5 0,1 1-9 0,-1 2-8 16,-2 3-6-16,1-1-16 0,-1-5-12 15,2 9-3-15,-1 5-6 0,-4-4-13 0,1 4-3 0,-8 1-3 16,22 6-4-16,-14-1-13 0,4 4-18 0,-4-1-19 15,0 6-21-15,4-2-24 0,-4 3-26 0,-5 1-41 16,4 0-27-16,0 3-21 0,-1 0-29 0,-3 0-20 16,1 0-30-16,-3 6-25 0,-1-7-33 0,0 3-24 15,9-3-26-15,-9 1-284 0,0-5-705 0,1-1 313 16</inkml:trace>
  <inkml:trace contextRef="#ctx0" brushRef="#br0" timeOffset="197459.69">8029 13542 229 0,'0'-11'331'0,"0"9"-26"0,0 2-35 16,0-7-27-16,0 7-17 0,0 0 8 0,0 0-15 16,-3 23 1-16,3-3-25 0,-5-2-1 15,1 10-7-15,1 3-6 0,3 7-6 0,-3 5-9 0,3 4-7 16,3 4-13-16,2 2-11 0,-2-1-11 0,4 2-18 15,-2 0-7-15,3 0-18 0,-1 0 5 0,3 0-11 16,-4-1-10-16,7-6-3 0,-6 1-7 0,3-1-23 16,-2-6-12-16,2-13-27 0,-1-1-22 0,-3-3-31 15,-3-6-16-15,7-4-22 0,-5 0-22 0,2-8-23 16,0 1-30-16,-6-6-30 0,8 0-25 0,-9-1-26 16,14-9-22-16,-2-2-217 0,-2-5-532 0,-5-9 235 15</inkml:trace>
  <inkml:trace contextRef="#ctx0" brushRef="#br0" timeOffset="197759.62">8297 13839 106 0,'-13'-27'304'0,"-1"3"5"0,-2 2 9 0,-4 2-5 0,4-4 8 16,4-2 3-16,-3 4-13 0,-2-1 3 0,4-1-12 16,5 2-20-16,8 5-15 0,-3-2-26 0,6-6-23 15,-3 8-18-15,7 2-23 0,1 2-22 0,-2-3-14 16,11 8-15-16,-2 0-15 0,5 1-14 0,1 0-8 15,-4 3-8-15,16 1-13 0,-12 3-12 0,-1 2-2 16,-1 3-8-16,-1 3-5 0,2 3-8 0,-4-1-7 16,-1 2-3-16,-2 3-11 0,2 6 0 0,-5-6-3 15,-3 5-6-15,1-4-2 0,-3 2-2 0,-5 2-11 16,-5-1-13-16,-3-3-8 0,1 4-8 0,-1-2-12 16,0-2-11-16,-7-1-21 0,0 2-7 0,0-7-14 15,-5 2-12-15,-3 0-19 0,-2-1-17 0,-3-2-25 16,3-9-23-16,-1 3-20 0,4-3-15 0,1 1-11 0,4-5-27 15,5-1-30-15,2 1-179 0,-3-5-524 16,5-5 232-16</inkml:trace>
  <inkml:trace contextRef="#ctx0" brushRef="#br0" timeOffset="198027.4">8775 12976 360 0,'2'-3'352'0,"-2"3"-23"0,3-7-36 16,-3 7-29-16,0 0-27 0,0 0-12 0,0 0-5 16,5 26-11-16,-5-13-11 0,0 9-14 0,2 5-21 15,-2 2-2-15,7 0 5 0,-6 3-30 0,6 9-12 16,-1 1-20-16,3 6 8 0,1-7-14 0,0 3-23 16,3 6 11-16,3-4-10 0,-6 1-10 0,3-5-3 15,1 5-15-15,-4-7-36 0,3 1-29 0,-5-13-21 16,-1-6-28-16,-1-2-24 0,1-2-36 0,-5-8-38 0,4 3-29 15,-6-8-45-15,5 0-55 0,-5-5-230 16,0 0-566-16,0 0 250 0</inkml:trace>
  <inkml:trace contextRef="#ctx0" brushRef="#br0" timeOffset="198260.53">8764 13377 242 0,'-4'-6'290'0,"-1"0"8"0,4 0-14 16,1 6-9-16,-2-7-10 0,-1 0-10 0,3 7-8 15,0 0-18-15,6-7-11 0,-6 7-10 0,14-2-21 16,-14 2-7-16,18 5-10 0,-5-2-7 0,0-2-16 16,4 4-17-16,1 1-10 0,0-3-13 0,-1 3-10 15,3 6-15-15,1-5-6 0,-4 4-10 0,4 1-4 16,-1 3-5-16,-5 0-10 0,7 3-7 0,-6 3-19 16,-1 2-29-16,-2 0-22 0,-1 0-24 0,-1 3-25 15,-1-4-20-15,0 4-22 0,-5-3-22 0,0-4-21 16,2-2-20-16,-5 0-27 0,2 1-21 0,-2-3-20 0,5-1-20 15,-6-6-181-15,4 1-490 0,-1-2 217 16</inkml:trace>
  <inkml:trace contextRef="#ctx0" brushRef="#br0" timeOffset="198859.77">9484 13464 294 0,'-5'-8'311'0,"1"5"-13"0,4 3-12 0,-11-4-11 15,6 3-16-15,5 1-14 0,-13-2-20 0,13 2-7 16,-15 7-25-16,8 0-7 0,0 1-20 0,1 6-15 16,-1-4-18-16,1 5-6 0,4 4-11 0,2 0-12 15,0 1-7-15,0 0-14 0,7 2-4 0,1 1-7 16,-2 0-6-16,4 1-12 0,-1-6-1 0,4-1-14 16,-1-1 1-16,-1-2-9 0,1-4-14 0,1 4-3 15,-3-6 0-15,-2 2-5 0,0-9 0 0,6 2-8 16,-9-3 5-16,-5 0 2 0,16-4-9 0,-11-4 5 15,-2-1-6-15,4-1 2 0,-7-7 3 0,0-3 0 16,0 0 1-16,-5-7-6 0,3 1 2 0,-4-2 0 16,-1 5 3-16,6-2-4 0,-3 3 3 0,1 3-6 15,0 4 7-15,3-6-3 0,-2 9 1 0,2 3-2 0,-3 0 3 16,3-2 4-16,3 6-22 0,0 2 1 0,-3 3-5 16,15 0-2-16,-15 0-3 0,22 8 5 15,-12 0-3-15,5 4 1 0,6 7 8 0,6-2-1 0,-6 4-1 16,1 3-1-16,1-2 6 0,-5 0-5 0,3-3 13 15,-1-1-12-15,2 0 4 0,-4 2 1 0,-6-7-3 16,3-3 5-16,-9 1-1 0,4-5 3 0,-5 1 13 16,2-2 18-16,-2-5 3 0,-5 0 7 0,15 0 1 15,-15 0 8-15,6-9 8 0,-1 0 8 0,0 2 8 16,-2-5 12-16,-1 2 2 0,3-7-3 0,2 0 1 16,1-1-8-16,-6-1 4 0,4 0-6 0,1 2-9 15,1-1-2-15,0 2-4 0,4 0 7 0,-4 1-4 16,0 3-5-16,6 1-8 0,1 1-3 0,-9 4-5 15,4 4-7-15,3 1-3 0,1 1-8 0,-3 4 2 16,2 1-4-16,1 1-1 0,2 7-2 0,-1 2-3 16,3 5 2-16,-3-1-4 0,0 7 3 0,-5-8-2 15,5 4-5-15,-3 1 4 0,-1-5-2 0,-4 2-20 0,3-7-33 16,-2 5-32-16,-3-6-27 0,2 0-36 0,-1-1-25 16,-4-3-30-16,3-3-33 0,-4 0-55 15,6-1-72-15,-7-4-302 0,0 0-712 0,0 0 316 0</inkml:trace>
  <inkml:trace contextRef="#ctx0" brushRef="#br0" timeOffset="199009.74">10098 12996 64 0,'-5'-8'220'0,"-7"3"-24"15,6 3-19-15,-3-3-24 0,9 5-12 0,0 0-10 16,-23 11-37-16,15-3-65 0,-5 2-69 0,-1 4-155 15,-9 4-210-15,-5 1 94 0</inkml:trace>
  <inkml:trace contextRef="#ctx0" brushRef="#br0" timeOffset="199644.87">4715 14694 205 0,'-18'5'301'0,"8"-5"-20"15,-5 3-14-15,7-2-1 0,8-1 10 16,0 0 6-16,0 0-8 0,40 4-1 0,14-7-41 0,32-2-3 16,17 1-2-16,54 3-1 0,10 2 2 0,5-4 6 15,14-1-5-15,12 7-12 0,11-3-13 0,8 4-15 16,5 1-13-16,4-1-17 0,1 4-7 0,7 1-10 15,1-3-14-15,0 1-17 0,-2 5-8 0,-5-12-9 16,-9 12-6-16,-2-2-8 0,-5 3-9 0,-12-6-7 16,-3 7-4-16,-18-8-10 0,-12-3-3 0,-12 5-4 15,-9 4-4-15,-48-11-2 0,-2-1-9 0,0-1 3 16,-10 1-2-16,-25-2-2 0,-3 0-2 0,-7-1-1 0,-6 8-3 16,-10-10-3-16,-6 0 5 0,-7 1-10 15,-4 0 1-15,0 1 0 0,-6 3-4 0,-2-5-12 16,0 5-25-16,-10 0-29 0,13 0-46 0,-13 0-55 0,10-1-56 15,-10 1-53-15,0 0-38 0,0 0-51 0,5 6-62 16,-5-6-360-16,2 7-842 0,-2-3 372 0</inkml:trace>
  <inkml:trace contextRef="#ctx0" brushRef="#br0" timeOffset="200126.59">10987 14242 87 0,'-5'-4'438'0,"3"-5"-6"0,0 2-25 16,-4 0-26-16,1 3-24 0,5 4-32 0,-5-6-24 15,1 0-32-15,4 6-34 0,0 0-25 0,0 0-20 16,0 0-21-16,0 0-20 0,0 0-10 0,0 0-14 0,-5 15-8 15,5-9-14-15,0 1-14 0,4 1-5 16,-3-1-10-16,3 2-3 0,-1-1-6 0,-1 1-6 16,3-1-5-16,-4-1-11 0,6 1-8 0,0-3-7 0,-7 0-4 15,0-5 7-15,8 7-8 0,-8-7-1 0,6 2-11 16,-6-2-11-16,0 0-6 0,0 0-30 0,17-7-21 16,-10 2-19-16,-1 2-27 0,-1-9-17 0,-3 3-23 15,0 0-27-15,3-2-41 0,-4-1-35 0,6-6-48 16,-2 5-41-16,-10-3-224 0,5-1-605 0,0-1 268 15</inkml:trace>
  <inkml:trace contextRef="#ctx0" brushRef="#br0" timeOffset="200426.6">10947 13818 13 0,'0'0'251'0,"-3"-5"-20"0,3 5-20 0,0 0-19 0,0 0 2 16,0 0 6-16,0 0-4 0,0 0-9 0,0 0-15 15,0 0-11-15,-5 17-2 0,5-9-11 0,0-8-11 16,0 10-11-16,0-3-10 0,1-2-11 0,3-1-9 16,-4-4-7-16,3 10-5 0,0-6-12 0,-3-4-2 15,3 8-1-15,1-4 1 0,-4-4 7 0,5 4 1 16,-5-4-8-16,0 0 1 0,11-1-4 0,-11 1-10 16,14-9 0-16,-13 3-11 0,6-2 2 0,-1 1-4 15,1-1-4-15,-7-4-2 0,2 2-1 0,-2 0 1 16,0 0-6-16,0 2-6 0,0-3 11 0,0 2-18 15,-2 6-10-15,-3-8-7 0,3 7-21 0,-4-1-11 16,-1 2-20-16,7 3-11 0,0 0-19 0,-23 8-26 0,15-4-26 16,1 4-28-16,-8 1-45 0,9-1-41 0,-9 5-47 15,6-1-184-15,3 5-517 0,-1-7 229 16</inkml:trace>
  <inkml:trace contextRef="#ctx0" brushRef="#br0" timeOffset="203826.69">12355 13929 293 0,'22'-16'315'0,"-6"2"-3"16,8-3-17-16,-3-1-7 0,-1 2-4 0,-2-7 3 15,-5 10-5-15,6-10 9 0,-9 3-16 0,3 1-8 16,-3 3-7-16,-2-10-1 0,-1 7-11 0,-1 1-12 15,-4 0-12-15,1-1-13 0,-3 2-18 0,0-1-16 16,-5 0-21-16,-1 3-18 0,-1 3-14 0,-5 2-11 16,-2 0-13-16,-5 3-14 0,1 6-7 0,-3-3-4 15,-8 4-16-15,-5 5-3 0,4 5-5 0,0 2-7 0,-8 10-6 16,0-1-5-16,2 2-1 0,9 0-5 16,-4 5-3-16,9-5-3 0,6 3-4 0,-4 1-6 15,10 1-10-15,-2-1-4 0,9 1-11 0,-2 2-3 0,5-1-14 16,7 0-5-16,1-4-2 0,3 0-4 0,6-1-1 15,-4-1-7-15,5-5 12 0,4-1-9 0,1-4 6 16,-3 1 2-16,8-7 5 0,-6-3-4 0,9-4 7 16,-6 0 3-16,-2-4 3 0,4-7 3 0,-4 1 5 15,7-5 0-15,-11-2 2 0,3-3 4 0,-2-4-1 16,-4 1 0-16,6-11 4 0,-7 7 10 0,-5-4 8 16,1 3 8-16,-1-2 5 0,-8 3 8 0,4-5 6 15,-1 13 6-15,-1-7 3 0,-4 6-1 0,0 1-5 0,-4 4-5 16,4 3-3-16,0 3-5 0,-1-1-7 0,1 5-2 15,0 5-8-15,0 0 0 0,0 0 1 16,0 0-11-16,0 0-17 0,-15 17-28 0,15-3-23 0,-3 1-19 16,9 2-16-16,-4 1-21 0,4 2-19 0,3-1-13 15,2 7-10-15,3-2-25 0,0 0-30 0,1-3-41 16,7-1-61-16,-2-3-41 0,6 0-264 0,-3-3-678 16,-3-6 300-16</inkml:trace>
  <inkml:trace contextRef="#ctx0" brushRef="#br0" timeOffset="204692.83">13322 13596 292 0,'-2'-6'310'0,"-1"-3"8"0,1 4-15 16,-3 0-1-16,2-1-16 0,0-2-11 0,-4 0-10 15,2-2-15-15,-1 1-12 0,1 1-11 16,-5 3-18-16,0-3-12 0,-3 2-15 0,-2 2-13 0,-2-1-17 16,1 1-17-16,-4 2-13 0,-2 4-13 0,1 0-18 15,-3 1-3-15,3 8-10 0,-1-2-7 0,-6 3-5 16,5 5-9-16,2-4-4 0,-1 6-6 0,4 3-9 16,6-8 4-16,-3 9-8 0,5-4-8 0,9 4-6 15,-3 1-6-15,8-2-9 0,6 5-6 0,0-3-8 16,8-2-10-16,3-2-13 0,4 0-23 0,5-6-23 15,0 2-20-15,5-7-18 0,8 2-6 0,-12-6-4 16,15-2-10-16,-11-3-4 0,2-1-7 0,-3-5 4 16,-7-3 5-16,8-3 5 0,-9 1 16 0,-1-6 11 0,-2 0 9 15,4 1 10-15,-11-4 16 0,6 2 26 16,-14 0 22-16,0 4 13 0,0-2 11 0,-1 5 14 16,-4-4 8-16,-3 3 4 0,-3 4 10 0,3 0 0 0,0 2-13 15,0 0-3-15,0 6-2 0,0 0 4 0,0 0-6 16,0 0-1-16,0 0-6 0,-17 13 3 0,17-2-2 15,-6 0-2-15,4 2 2 0,2 5 0 0,-3-3 1 16,6 1-6-16,-1 4 0 0,4-2 1 0,8 6-1 16,-6-6-10-16,4-5-9 0,-1 3-7 0,2-5-17 15,-1-2-13-15,5 3-12 0,-3-5-12 0,3-4-4 16,1 1-3-16,2-4 7 0,-3-3 7 0,4-5 6 16,-1 4 8-16,2-4 6 0,-6-4 3 0,-1 2 4 15,5-2 17-15,-4-6 18 0,-1 1 17 0,-1 0 22 16,0 5 13-16,-4-3 21 0,0-2 14 0,-1 7 13 15,-6-1 10-15,5 0 1 0,-5 3 12 0,1-4 12 16,1 4-12-16,0 2 0 0,-2 0-5 0,-1 0-26 0,-2 6-11 16,6-3-6-16,-6 3-15 0,0 0 3 0,12 15-5 15,-9-6-7-15,4 4-6 0,-1 4-1 16,3 4-6-16,-1 3-2 0,4 4-8 0,1 13-2 0,-2 2 5 16,1 0-6-16,-2 0 0 0,1 3-4 0,-1 3-4 15,5 0 0-15,-5-1-3 0,2-1 9 0,-4 0-7 16,0 3 1-16,1-4 6 0,-3-3 3 0,1-1 6 15,-1 1 8-15,-4-13 10 0,-2 0 19 0,0 9 9 16,-2-10 15-16,-4-2 17 0,-1-8 18 0,1-3 14 16,-3 3 17-16,-1-6 18 0,-8-6 11 0,3 4 8 15,-1-10 4-15,-1 1-4 0,-3-5 14 0,-3-3 9 16,-5-11-3-16,3 2 6 0,-11-12-9 0,8 0-4 16,-4-2-8-16,2-6-14 0,11-2-14 0,-3-7-89 15,7 2-79-15,0-3 0 0,9-5 0 0,6 1 0 16,0-7 0-16,6 2 0 0,3 0 0 0,10 3 0 15,-2 5 0-15,6 1 0 0,2 8 0 0,-2 2 0 0,-1 11-2 16,-6 1-242-16,6 5-51 0,1 4-38 0,-3 1-27 16,1 6-25-16,1 5-15 0,-2-1-29 0,1 6-24 15,2-3-16-15,-3 5-335 0,3-1-870 0,-1 4 384 16</inkml:trace>
  <inkml:trace contextRef="#ctx0" brushRef="#br0" timeOffset="205476.73">14717 13653 104 0,'-3'-3'266'0,"-2"-8"-6"15,0 4-8-15,-2 1-7 0,-1 0-9 0,2 1-10 0,-8-3-8 16,3 1-6-16,-4 3-11 0,0 0-8 0,-3-3-9 16,1 3-8-16,1 1-13 0,-6 6 0 0,4 1-22 15,0 1-5-15,-4 3-13 0,2-1-10 0,4 5-3 16,-4-2-12-16,-2 7 9 0,7-2-22 0,7 3-9 16,-5-2 5-16,3 10-12 0,5-3-8 0,2-3 0 15,3 6-12-15,3-1 5 0,5 2-3 0,4-3-10 16,-1-1-1-16,8 1-2 0,-3-2-14 0,7 0-7 15,-3-3-3-15,8-3-17 0,1 3-21 0,-1-9 0 16,1 0-8-16,1-3-16 0,0-5-6 0,2-2-10 16,-1-1-12-16,-3 0-5 0,2-9-2 0,-2-2-4 15,2-1-7-15,0-6-10 0,4-7-15 0,-2-2-16 16,-2-6-12-16,1 3-5 0,2-9 6 0,-11 1 3 0,4-5 13 16,-9 4 17-16,-2-7 10 0,3 5 39 15,-12-3 27-15,3 5 30 0,-9-3 24 0,3 1 15 16,-6 0 8-16,-4 11 6 0,2 1 9 0,0-2 3 0,-8 4 10 15,5 0 4-15,1 1 9 0,-3 10 10 0,2-1-5 16,1 1-9-16,-1 5-6 0,1 3-6 0,1 2-10 16,-1 1-10-16,-1 4-5 0,8 2-1 0,-18 5-3 15,9 2 5-15,1 7-17 0,0 2 1 0,-1 8-2 16,5 2-9-16,-5 6 3 0,6-2 7 0,3 2-2 16,0 10-1-16,2 1 1 0,4-3-4 0,1-1 3 15,1 5 1-15,0-2-5 0,2-2-5 0,4-1 4 16,2-4 10-16,-3-5-15 0,2-6-1 0,0 3-7 15,0-8 16-15,3 5-5 0,-6-9-5 0,3 1-8 0,0-6 0 16,-2 0-4-16,8-3-3 0,-6-2 2 16,0-5 2-16,5 0 3 0,2-5-1 0,-6 2 0 15,1-6-1-15,4-1 4 0,-4 1 0 0,4-11 9 0,-1 0-12 16,0 3 1-16,-2-5-8 0,-1-1 5 0,-4 2 15 16,2 0 10-16,-4-2 19 0,-1-4 3 15,-3 11 8-15,-2 1 12 0,0 2 3 0,2-4 5 0,1 7 0 16,-8 0 3-16,5 2-12 0,-4 0-7 0,-1 2-13 15,5 1-9-15,-5 5 0 0,0 0-7 0,0 0 2 16,0 0-6-16,4 20-2 0,-4-8 2 0,0 3-3 16,3 2-8-16,-3 2-10 0,2-2-14 0,-1 2-17 15,6-1-8-15,0-1-23 0,1 2-13 0,3-3-31 16,-1 4-20-16,5-2-32 0,-3 0-35 0,3-4-47 16,-4-1-43-16,4-3-48 0,0-1-244 0,3 2-619 15,-1-4 274-15</inkml:trace>
  <inkml:trace contextRef="#ctx0" brushRef="#br0" timeOffset="205942.8">16096 13590 288 0,'-13'-12'352'0,"5"6"-4"16,-6 3-7-16,3-9 4 0,-3 9-11 0,0-6-14 15,2 8-20-15,2-4-26 0,-5 3-29 0,2-1-24 16,13 3-22-16,-23 8-16 0,6-6-17 0,4 7-15 16,-2 1-17-16,2 3-11 0,3 1-8 0,-3 1-14 15,6 4-5-15,5-1-11 0,-3 1-7 0,5 6-3 16,0 1-7-16,0-3-3 0,7 4-7 0,0-4-6 16,1-3-4-16,5 0-13 0,2 3-11 0,0-7-11 15,6 2-18-15,3-6-17 0,2 0-21 0,1-1-15 0,-8-7-19 16,3 1-13-16,8-6-10 0,-9-3-13 0,7 1-2 15,-4-2-6-15,-1-7 0 0,2-2-2 16,-4-1 1-16,7-5-5 0,-6 1 1 0,-2-1 2 16,1-4 7-16,-3-3 12 0,-3 4 10 0,3-4 8 0,-1 0 12 15,-5 3 25-15,1-5 16 0,-7 4 10 0,1 1 20 16,0 7 13-16,-1-3 7 0,-4 5 23 0,0 1 12 16,-2 4 7-16,3 3 6 0,0-3 2 0,-3 0-12 15,-3 3 5-15,6 1-16 0,-3 6-7 0,-3-7-5 16,3 7-3-16,0 0-2 0,0 0-4 0,0 0-7 15,-18 15 1-15,14-7 5 0,1 8-20 0,0-3-6 16,4 4-17-16,-2 7-6 0,4-4-11 0,0 0-16 16,-1 6-17-16,5-1-20 0,1 2-16 0,-3-9-16 15,6 6-24-15,3-2-34 0,-4 0-18 0,1-9-18 16,11 5-203-16,-6-5-454 0,-1-2 201 0</inkml:trace>
  <inkml:trace contextRef="#ctx0" brushRef="#br0" timeOffset="206710.39">16788 12880 129 0,'0'-1'233'15,"0"1"-24"-15,0 0-4 0,0 0-4 0,0 0 4 16,-10 16-6-16,13 1-12 0,4 5-10 0,-2 0-5 16,5 5-6-16,-5 0 3 0,6 2-22 0,-4 15-4 15,5-7-11-15,-3 4-16 0,-2 3-9 0,6-7-11 16,-3 3 2-16,-1 1-16 0,5-1-10 0,-9 4-3 16,9-3-7-16,-6-4-5 0,-1-4-5 0,1 6-11 15,-7-6 1-15,6-4-4 0,1 9-2 0,-3-9-4 0,2 1-7 16,-5 0 0-16,6-10-11 0,-8 3-10 0,6-1-8 15,-1-8-9-15,0 6-14 0,0-2-14 16,0-6-15-16,2 3-6 0,-2-7-6 0,0-4-4 0,2 3 0 16,-4-5-4-16,-3-2-3 0,0 0 0 0,15-9 2 15,-10 1 9-15,1 0 4 0,-4-3 8 0,-2-4 7 16,0-2 2-16,0-2 6 0,-7 6 4 0,4-10 9 16,-4 1-4-16,-1 2 9 0,-3-4 11 0,1 2 9 15,-4 7 11-15,6-4 7 0,-5 4 4 0,3-6 8 16,-2 10 5-16,2-1 2 0,2 5 0 0,-3 0-1 15,2-1-5-15,4 4-4 0,-3-1-2 0,8 5-5 16,-7-3 2-16,7 3 3 0,0 0 10 0,0 0 3 16,0 0 1-16,0 0 2 0,15 19 2 0,-8-13 4 0,6-4-2 15,2 3 5-15,0-3-4 0,6 3-2 16,1-2 4-16,0-1 0 0,7 0 0 0,-9-1 11 16,3-1-9-16,-1-1 6 0,8-3-3 0,-6 1 0 0,-2 2-1 15,0-3-6-15,1 2-1 0,-2 0-2 0,-3-1-5 16,2 2-4-16,0 0-2 0,-2 2-1 0,-4 0-5 15,0 4 8-15,0 1-24 0,1 0 5 0,0 4-5 16,-2 1 5-16,-3 4-4 0,8 5-4 0,-7 2 4 16,4-1-3-16,-1 6 4 0,1 0-2 0,1 1-5 15,1 12 6-15,-2-4 0 0,-4-5 13 0,4 5 6 16,0-5 12-16,-2 7-2 0,-3-10 4 0,-3-1-4 16,6 7 11-16,-8-7 2 0,-2 1-4 0,-3-9 3 15,0 7 8-15,5-6 0 0,-10-1 5 0,4-6 18 16,-6 2 10-16,-1 0 14 0,-1-3 3 0,-9-7 0 15,2 5-1-15,-6-6 3 0,4 1-18 0,-12-5-8 16,-1-1-10-16,3-5-4 0,-7 1-8 0,-13-4-5 0,15 4-7 16,-10-12-14-16,-7-1-38 0,7 3-56 0,-2-4-54 15,6-8-51-15,10 8-38 0,1 1-41 16,5 1-47-16,2 0-72 0,4-4-63 0,-5-2-252 0,8-1-732 16,0 1 324-16</inkml:trace>
  <inkml:trace contextRef="#ctx0" brushRef="#br0" timeOffset="206959.3">16414 13116 258 0,'-2'-6'421'0,"2"6"-4"0,-5-10-16 15,4 3-25-15,1 7-24 0,-2-8-20 0,2 8-27 0,0-8-29 16,0 8-33-16,0 0-22 0,-2-8-31 0,2 8-20 16,0 0-21-16,0 0-35 0,0 0-40 0,0 0-31 15,0 0-35-15,5 23-34 0,-1-19-35 0,-4 1-40 16,0-5-49-16,0 12-60 0,0-7-62 0,-5 0-76 16,5-5-183-16,-15 2-575 0,15-2 256 0</inkml:trace>
  <inkml:trace contextRef="#ctx0" brushRef="#br0" timeOffset="207259.22">15684 13039 133 0,'-10'0'336'0,"-2"0"-6"16,12 0-20-16,-16 3-21 0,16-3-23 0,-15-3-28 0,15 3-17 15,0 0-16-15,-15 3-24 0,15-3-19 0,0 0-15 16,-2 11-17-16,2-11-7 0,10 9-18 0,0-5-15 16,3 7-19-16,2-5-13 0,2 3-13 0,-1-1-8 15,1 0-16-15,1 0-8 0,0-4-14 0,-4 1-3 16,-1-2-8-16,-3 0 1 0,0-2-4 0,-2 2-9 16,-8-3-4-16,13-4-6 0,-13 4-3 0,2-6-5 15,-2 6 2-15,-2-12-11 0,-4 4-16 0,-3-1-22 16,-1 4-32-16,-4-5-48 0,0-5-46 0,-1 8-211 15,1-3-460-15,-6-1 203 0</inkml:trace>
  <inkml:trace contextRef="#ctx0" brushRef="#br0" timeOffset="208393.61">16323 13069 239 0,'0'-10'324'0,"-2"7"-15"15,2 3-16-15,-3-12-16 0,3 6-22 0,0 6-24 16,0 0-24-16,0-6-25 0,0 6-18 0,0 0-18 15,0 0-16-15,0 0-10 0,0 0-13 0,0 0-14 16,-8 17-5-16,8-10-13 0,0-7-6 0,0 9-6 16,0 2 0-16,0-4-8 0,5 2-6 0,-4-1-1 15,4-3-1-15,-2 2-8 0,2-1-1 0,-3-1-10 16,5-1 6-16,-7-4-3 0,15 4-7 0,-14-3 2 16,-1-1 23-16,0 0-30 0,15-5-1 0,-8-2 2 15,-1 5-8-15,-1-6-16 0,-3-1-10 0,0 1-15 16,-2 0-20-16,0-1-29 0,-2-1-36 0,0 3-40 15,-4 2-63-15,2-7-65 0,-4 7-224 0,0 3-547 0,1-4 243 16</inkml:trace>
  <inkml:trace contextRef="#ctx0" brushRef="#br0" timeOffset="-178454.68">18666 13983 220 0,'0'-20'416'16,"5"4"14"-16,-10-3-24 0,5 2-17 0,-3-1-15 16,-2 0-13-16,4 3-15 0,-11 3-23 0,9-3-14 15,-4 5-26-15,0 3-25 0,1 0-24 0,-1 3-27 16,6-4-22-16,-6 5-20 0,7 3-14 0,0 0-19 16,0 0-14-16,0 0-8 0,-15 15-15 0,15-8-6 0,2 1-12 15,3 4-5-15,-2-5-10 0,4 7-9 0,6-1-14 16,-5-1-25-16,5-3-31 0,2 2-29 0,-2 0-40 15,4-4-40-15,-2-2-30 0,5-2-24 0,-10 1-29 16,5-3-41-16,-4-1-45 0,-1-4-52 0,0 1-57 16,-5-3-230-16,-2 0-686 0,-1-2 303 0</inkml:trace>
  <inkml:trace contextRef="#ctx0" brushRef="#br0" timeOffset="-178121.15">18534 13553 47 0,'-15'-8'319'0,"-6"0"-10"0,2 1-16 16,0 3-14-16,-3-1-19 0,6 1-22 0,-1 2-15 0,2-4-24 16,3 4-22-16,4 1-17 0,8 1-16 0,0 0-15 15,-15 1-7-15,15-1-13 0,0 10-14 0,0-10-4 16,0 0-8-16,23 10-10 0,-8-6-11 0,5 4-3 15,-2-5-2-15,2-1-7 0,3-1-6 0,-3-1-6 16,-1-1 0-16,0 1-4 0,-4-2-6 0,0-3 5 16,-7 2-6-16,4 0 0 0,-5-1-3 0,-4-5 1 15,-1 6-5-15,-2-5-7 0,0 8 2 0,-7-15 0 16,-6 3-1-16,1 7-1 0,-4-6-1 0,-3 3-2 16,1 1-5-16,2 3 2 0,-6-4-15 0,9 0-24 15,-2 8-38-15,2-1-45 0,0 2-45 0,13-1-46 16,-12 0-33-16,12 0-47 0,-5 8-198 0,5-8-525 15,13 11 232-15</inkml:trace>
  <inkml:trace contextRef="#ctx0" brushRef="#br0" timeOffset="-177405.72">19259 13377 315 0,'-26'-9'359'0,"6"4"0"0,-3-2-16 0,6-1-6 0,2 1-6 15,7 2-11-15,-5 2-9 0,4 1-19 0,3 0-19 16,6 2-23-16,-5-6-29 0,5 6-23 0,0 0-18 16,21-14-23-16,-3 10-14 0,4 1-14 0,13-2-13 15,-2 2-6-15,11-2-16 0,1-2-11 0,-2 2-7 16,-6-2-5-16,6-1-9 0,-12 1-6 0,-1 0-3 16,-2 1-6-16,-6 3-3 0,-6-1-18 0,1-3 3 15,-4 4-3-15,-2 1 0 0,-1-1-3 0,-5-1 3 16,-5 4-5-16,10-3-4 0,-10 3-6 0,0 0-1 15,0 0 2-15,0 0 0 0,-13 23-1 0,6-14-3 0,-1 5-3 16,0-1 4-16,1 5-1 0,-1 8 2 0,1-1-3 16,4 2 6-16,-2 3-9 0,3 1 3 0,2 0-2 15,2 1 4-15,6 7 1 0,-1-4-9 0,1-3 5 16,-1 5-3-16,9-7 2 0,-9 0 0 0,3-3-3 16,2-3 1-16,-6-4-2 0,2-1 0 0,-1-3 1 15,0-1 1-15,-6-6 3 0,6 2 6 0,-7-4 25 16,0-7 9-16,-8 7 3 0,-4-7 1 0,2 0 6 15,-11-2 0-15,-4-6-2 0,-8 0-9 0,3-8-5 16,-13-2-2-16,2 4-5 0,-3-3 9 0,6-4-16 16,5 9-7-16,7 0-12 0,-1-2-20 0,-1 2-24 15,10 5-27-15,5-1-33 0,0 5-35 0,6-4-57 0,4 5-44 16,3 2-31-16,0 0-35 0,15-7-36 0,1 10-18 16,11-2-29-16,4 4-273 0,0-3-708 15,4 2 313-15</inkml:trace>
  <inkml:trace contextRef="#ctx0" brushRef="#br0" timeOffset="-176821.34">19881 13490 37 0,'7'-18'279'0,"-7"-2"4"0,0 2 3 16,2 1-3-16,-2-1 4 0,0 5 2 0,3-2-12 16,-3 3 13-16,0 3-21 0,2 3-22 0,-1-2-24 15,-1 3-27-15,4-1-24 0,-4 6-17 0,0 0-11 0,0 0-13 16,0 0-18-16,14 16-9 0,-10-7-18 0,2 8 4 15,-1-1-13-15,-1 3-8 0,2 0-11 16,-4 6 5-16,1 2-9 0,-1 2-7 0,5-2-6 0,-7 1-1 16,0 3-3-16,-5-2-4 0,5-2-3 0,-2-2-6 15,-3 1 1-15,3-6 7 0,2-1-21 0,-3-1 3 16,0 0 2-16,3-3-4 0,-4 1 3 0,8-4-2 16,-8-2-1-16,4-3 1 0,0 1 4 0,4-3-2 15,-4-5 1-15,6 5-5 0,-6-5-2 0,0 0 5 16,22-3-1-16,-14-2-5 0,4 1 9 0,4-7-12 15,-1 4-2-15,0 2 4 0,7-3 0 0,-6-4-4 16,-3 4 3-16,7-3-1 0,-3 3-1 0,-2 1 0 0,-2 0-4 16,-3 4 1-16,1 0-1 0,-1-1 7 0,-1 2-8 15,-1-3 1-15,2 2-7 0,-2 2 1 16,-8 1-4-16,17 1 7 0,-17-1 2 0,10 2 9 0,-4-1-9 16,-6-1-2-16,15 5 3 0,-8-3 0 0,-1-1-2 15,3 2 6-15,-1-2-4 0,-8-1 3 0,20-1-4 16,-12 1 5-16,-1-4-4 0,4-3 2 0,4 3-3 15,-3-7 3-15,1 3-5 0,0-4 5 0,-3 1 1 16,-2 2 4-16,-1 0-3 0,1-1-4 0,-3-1-3 16,-3 0 6-16,-2 6 12 0,5-6 5 0,-10 0-4 15,5 4 11-15,-3-2 1 0,-1 5 7 0,-4 0-8 16,8 4 8-16,-15-3-3 0,15 3-2 0,-15 3 5 0,4-1 5 16,1 4 6-16,1-2-2 0,1 3-3 15,-2 3-7-15,4 3 0 0,1-5-5 0,1 4 2 16,4-1-4-16,4 1 0 0,1 1-5 0,6 2-2 0,-4-1 1 15,6-4-4-15,10 7-1 0,-1-9-4 0,-2 3-26 16,9-3-33-16,3-1-36 0,-1 1-38 0,6-7-42 16,-3-1-38-16,-2 0-43 0,4 0-57 0,2-1-66 15,-11-4-362-15,11-3-788 0,-10 4 348 0</inkml:trace>
  <inkml:trace contextRef="#ctx0" brushRef="#br0" timeOffset="-176388.62">21715 13455 329 0,'13'-15'352'15,"-4"-3"-3"-15,-3 3-8 0,3-2-9 0,-9 2-5 0,0 0-12 16,0 0-12-16,0 2-17 0,-9-3-13 0,9 5-23 15,-6 3-12-15,-3 0-15 0,1-2-18 0,-5 8-18 16,1-5-16-16,1 4-19 0,-4 3-16 0,2 0-8 16,1 5-13-16,-1 0-8 0,6 0-6 0,-6 9-8 15,6-4-5-15,2 10-5 0,2-8-4 0,3 9-3 16,7 4-9-16,-1-5-7 0,3 4-4 0,4 3-6 16,0 0-4-16,5 0-4 0,-3 3-2 0,0-6-11 15,3 1 2-15,0-2-4 0,-4-2-1 0,-4 1-5 0,3-5-3 16,-5-2-1-16,4-1-3 0,-4-1 0 0,0-3-3 15,-8-1-1-15,5 1-1 0,-3-2 0 16,-2 1 3-16,-7-2-1 0,1-3-1 0,-3 0-2 0,3 1-1 16,-9-2-1-16,-3-1-18 0,-1-2-21 0,6 1-17 15,2-1-18-15,-1 0-19 0,0 0-35 0,12 0-18 16,-14-9-27-16,10 4-29 0,1 3-30 0,3 2-36 16,-3-12-41-16,9 2-44 0,4-2-38 0,2 0-264 15,3 1-703-15,1-12 311 0</inkml:trace>
  <inkml:trace contextRef="#ctx0" brushRef="#br0" timeOffset="-176173.02">22139 13186 144 0,'-5'-9'326'16,"3"2"6"-16,2-1 0 0,-5 4-13 0,5 4-36 16,-1-6-23-16,1 6 2 0,0 0 12 0,0 0-2 0,0 0-9 15,0 25-23-15,0-13-13 0,6 7-23 0,1 5-24 16,-5 3-14-16,6 0-22 0,3-4-12 0,-1 6-11 15,7 8-11-15,-7-6-10 0,1 9-13 0,1-3-8 16,-2-3-13-16,5 2-30 0,-5-11-34 0,-2 4-48 16,-1-10-40-16,-2 6-27 0,3-3-28 0,-6-6-39 15,-1 2-42-15,1-3-45 0,-2-5-27 0,0-2-30 16,0-1-224-16,-2-4-594 0,2-3 262 0</inkml:trace>
  <inkml:trace contextRef="#ctx0" brushRef="#br0" timeOffset="-175271.58">22156 13593 215 0,'-9'-8'241'0,"3"1"18"0,6 0 3 16,-7-1-8-16,5 2-5 0,-3 2-18 0,4-4-18 16,1 8-23-16,0 0-17 0,13-3-15 0,-5 0-21 15,-8 3-9-15,30 5-14 0,-15-3-7 0,6 6-17 16,11 3-4-16,-4-4-14 0,5-3-3 0,-1 8-13 16,-1-8-3-16,5 0-13 0,9 0-18 0,-15-4-15 15,5 3-14-15,1-1-14 0,-4-4-12 0,-3-2-11 16,1 1-15-16,-3-3 1 0,-6 1 2 0,1-4 6 15,-4 4 5-15,-7-3 7 0,-1-1 4 0,-1 1 8 16,-3 4 12-16,-4-8 9 0,-2 8 11 0,0 4 11 16,-8-11 5-16,-4 3 10 0,0 3 6 0,-1 2 5 15,-3-4-1-15,-4 7 0 0,2 0 7 0,-4 0 8 16,1 3 8-16,-1 4-1 0,-8 3-3 0,14-1-5 0,-7 4-3 16,-4-2 4-16,12 1-12 0,2 2-6 0,-2-4-6 15,7 5 0-15,1-4-3 0,1 1-3 0,6-1-3 16,0-2-2-16,0 3 1 0,6-2-2 0,4 0-2 15,0-4 2-15,5 2-4 0,0-4-7 0,1 0 3 16,8-2-1-16,-6-1-2 0,3-1-1 0,4-4 3 16,-8 0 0-16,11-4-5 0,-8 1-2 0,-2-1-1 15,3 0 2-15,1-2-1 0,-7-2-2 0,0 1 7 16,-2 6-6-16,-5-2 0 0,7 2 3 0,-8-2 2 16,-1 5-5-16,1-3-3 0,-7 5-12 0,8-3 8 15,-8 3 4-15,0 0-5 0,0 0 2 0,8 8-1 16,-3-3 4-16,-3-1-2 0,-2 8 1 0,2-5 0 0,4 5 0 15,1-3 3-15,0 1-3 0,6-1-4 16,-3 3-9-16,5-1-11 0,-2 1-10 0,3-1-4 16,4-3-13-16,-3-3-5 0,3-2-5 0,1 1-5 0,-3-1 0 15,4-3-3-15,1-3 0 0,-5-4-1 0,1 1-5 16,2-1-9-16,-6-9-14 0,7-2-12 0,-3-3-20 16,-2-1-30-16,4-14-31 0,-6 8-4 0,0-13-10 15,-2-4 14-15,-4 9 7 0,-6-7 27 0,0 4 18 16,-1 5 40-16,-4 6 41 0,4 0 34 0,-2-4 17 15,-5 3 32-15,5 2 31 0,-5 4 37 0,0 1 19 16,5 6 14-16,0 1 10 0,-3 3 5 0,0 3-1 16,1 2-9-16,2-1-14 0,0 8-12 0,-5-8-12 15,5 8-1-15,0 0 4 0,0 0 3 0,-12 23-6 16,9-11-5-16,0 3-3 0,-4 5 12 0,2 3-12 16,2 8-4-16,3-1-8 0,0 1-5 0,-5 11-6 15,10-5-4-15,-4 2 0 0,1-7-11 0,3-2 0 0,2 1-12 16,-1 7 4-16,3-11-9 0,-3 4 1 0,1-4-2 15,1-8-6-15,2 4 0 0,-2-3 0 16,4-4-3-16,-2-4 1 0,-2-1-2 0,0-4-3 0,4 1-4 16,1-5-6-16,4-2-2 0,-1-1-1 0,6-3-8 15,-2-1-1-15,-2-5-3 0,3-3-1 0,4 1-1 16,0-5 1-16,-2 1 4 0,-1 1-5 0,-7-3 5 16,6 0 5-16,-11 3-2 0,2-1 8 0,-4 7 10 15,4-6 13-15,-9 4 9 0,3 2 9 0,-6 2-3 16,0-3 17-16,-4 2 0 0,-1 0 0 0,-5 3 6 15,1 1 1-15,9 3-9 0,-20 5 0 0,7-1-4 16,2 2 3-16,-4 6-6 0,8-2-4 0,-3 5-5 0,4-3 0 16,1 0-5-16,3 3-1 0,0-1-4 15,2 1 0-15,4-1-9 0,2-1 1 0,1 2-4 16,6-8-20-16,2 5-46 0,2-4-48 0,4-2-47 0,2 2-43 16,7-4-63-16,-7-1-61 0,9-2-66 0,-3-1-270 15,-4-1-696-15,5-6 308 0</inkml:trace>
  <inkml:trace contextRef="#ctx0" brushRef="#br0" timeOffset="-175104.8">23591 13294 113 0,'-15'-7'335'16,"6"2"-24"-16,-4 0-23 0,13 0-32 0,0 5-25 15,13-6-20-15,4 2-24 0,11-3-27 0,17 7-49 16,6 0-51-16,9 5-59 0,21-3-61 0,8 3-66 15,-3 5-221-15,5-10-375 0,2 2 166 0</inkml:trace>
  <inkml:trace contextRef="#ctx0" brushRef="#br0" timeOffset="-174488.9">25166 13473 292 0,'9'-12'316'0,"4"-3"-18"16,-5 2-19-16,-1-3-26 0,-7-2-13 0,1 2-22 0,-1-2-17 15,-1-2-9-15,-6 4-18 0,-1-4-13 0,-5-2-17 16,-2 5-9-16,0 2-13 0,-7 0-14 0,-1 2-12 16,2 2-9-16,-4 3-10 0,3 1-6 0,-1 4-11 15,-3 5-3-15,-11-2-8 0,9 1-4 0,-2 6-4 16,14-2-6-16,-3 3 0 0,3-1 1 0,1 4-9 16,7 0-5-16,-1 1 1 0,3 1-1 0,6-2-4 15,0 0 2-15,8 1-4 0,2 5 3 0,2-7-1 16,1 6 1-16,-2-1-5 0,8-2 6 0,-4 1-6 0,6 2 5 15,1-1 4-15,1 1 0 0,-2 3 4 16,4-3 0-16,-3-2 2 0,4 2-3 0,-6 4-4 16,0-1-5-16,3 2 4 0,-3 3-6 0,-2-3-1 0,2 2-1 15,8 12-2-15,-13-11 3 0,6 3 0 0,3 12 5 16,-5-4 1-16,-2 4 7 0,-2 2 8 0,3 2-6 16,-3-1 8-16,-3-2 5 0,4 2 8 0,-6 0 4 15,-3-3 4-15,3-1 5 0,-5-6 6 0,-4-4 7 16,-1 1 5-16,-1-10 7 0,1-2 3 0,-12 2 11 15,4-4 8-15,-7-6 5 0,2-5 6 0,-7-1-3 16,-2-3 0-16,1-5-3 0,-7-2 1 0,-2-6-9 16,-8-6 1-16,11 1-10 0,-9-9-5 0,4-4-8 15,13 8-12-15,2-8-5 0,-3-4-5 0,9 1-12 16,1-2-11-16,10-4-22 0,0-2-39 0,3 3-36 16,7-3-45-16,5-3-53 0,8 2-65 0,5 4-56 15,5-4-41-15,0 12-26 0,4-2-18 0,-1 8-13 0,-6-4 0 16,-7 9-6-16,5 4-4 0,-13 4-214 0,5 1-646 15,-5 2 286-15</inkml:trace>
  <inkml:trace contextRef="#ctx0" brushRef="#br0" timeOffset="-173854.9">25433 13485 306 0,'0'0'23'0,"-5"-9"25"0,5 9 13 15,-7-9 15-15,2 6 11 0,-1-1 13 0,-1-3 23 16,4 3 4-16,3 4 20 0,-14-8 10 0,8 5 12 16,4-2-2-16,2 5 5 0,-7-7 1 0,6 2-11 15,-1-3-4-15,2 8-7 0,2-9-9 0,-1 3-11 16,6 0-11-16,-2 4-13 0,3-2-2 0,-8 4-19 15,15 0-10-15,-5 0-1 0,3 0-10 0,2 1-7 16,-1 4-4-16,-5-3-4 0,5 2-10 0,2 2 1 16,-1 1-8-16,-7 1-4 0,6 1 0 0,1 4-4 0,-4-1-4 15,1 7 0-15,-6-8-3 0,3 5-2 16,-3 0-1-16,3-2 0 0,-3-1-5 0,-4-6-1 16,-2 9 2-16,0-3-5 0,0-1 4 0,0-3-4 0,-8-1 5 15,6-4-4-15,-5 2 2 0,-1-3-4 0,1 0 4 16,7-3-1-16,-18-3 0 0,18 3 0 0,-15-3 11 15,9-3-16-15,1 2-1 0,5-4 2 0,0 1 0 16,0-7 10-16,1 8-14 0,13-9 0 0,-3 3 2 16,6-2-16-16,1 0-12 0,12-3-23 0,-4-1-14 15,4 8-21-15,15-6-9 0,-12 5-8 0,10-5-3 16,-15 6 8-16,5 1 7 0,-1-2 12 0,-1 4 6 16,-10 2 4-16,1 1 9 0,-2 0 11 0,-4-4 20 15,-4 4 23-15,-2 0 17 0,-2 0 4 0,-3 1-4 16,-5 3 4-16,0 0 5 0,0 0 8 0,0 0 5 15,-13-11 1-15,0 11 5 0,13 0-3 0,-23 3-1 16,8-1 0-16,-7 0 2 0,1 4-3 0,4 1-2 16,-1-1-1-16,1 2-9 0,-1-1 3 0,5 6-4 15,0-1-5-15,3-4 1 0,-2 2 1 0,9 2-1 16,-1 0-6-16,8 2 0 0,-3-2-1 0,8 3-2 16,-4-6-8-16,5 5-12 0,-2-4-10 0,5 2-4 0,2-5-6 15,3 1-9-15,0-5-3 0,-1 1-3 0,-2-2 5 16,3-4 3-16,-1-2 2 0,-9 0 7 0,10-5 2 15,-6-1 2-15,1 3 5 0,-5-3 10 0,4-1 15 16,-6-1 14-16,-1 1 14 0,0-4 17 0,-5 7 9 16,2-4 23-16,-2 4-3 0,0-4 18 0,-3 5-5 15,-1-3 0-15,1 3 5 0,-2 1 7 0,2 0-36 16,-1 1 5-16,4 5-12 0,-8-7-8 0,8 7-1 16,0 0-9-16,0 0 2 0,0 0-7 0,-16 10-8 15,14-5 4-15,-1 2-28 0,3 1-29 0,3 1-26 16,-1-2-28-16,-1 4-36 0,6-3-40 0,5 3-43 15,-4-2-47-15,3 5-45 0,3-3-268 0,1-1-600 16,-1-1 266-16</inkml:trace>
  <inkml:trace contextRef="#ctx0" brushRef="#br0" timeOffset="-173304.82">26401 13390 121 0,'0'0'262'0,"0"0"12"0,0 0 6 15,0 0-2-15,0 0 2 0,-20 21-4 0,20-10-8 16,-8 5 1-16,8 6-1 0,0 1-12 0,-2 9-4 16,-3-2-14-16,5 13-13 0,0-4-5 0,0 7-12 15,0 0-15-15,5-3-12 0,-3 4-14 0,6-1-14 16,-3-2-11-16,2-2-12 0,1 0-17 0,4 1-9 16,-6-4-10-16,1-7-11 0,-2-5-11 0,1 0-6 15,-2-9-5-15,1 0-6 0,-2 0-6 0,2-4-4 16,-3-4-6-16,3-1 4 0,-5-1-12 0,1-5-9 15,3-1-12-15,-4-2-10 0,0 0-14 0,0 0-8 16,16-10-2-16,-9 3-8 0,-2-4-5 0,0-5-4 0,5-3-4 16,-7-3-27-16,5-5-10 0,0 0 8 0,-1-5-19 15,0 3-21-15,-2-12 0 0,0 2 10 16,0 8 12-16,-4-10 7 0,3 1 6 0,-1 6 7 0,-6-6 9 16,3 12 16-16,-4-6 4 0,4-4 10 0,-6 6 16 15,4 3 15-15,-5-2 7 0,7 3 5 0,-6 0 32 16,1-2-11-16,1 3 0 0,1 2 23 0,0-1-6 15,0 3 9-15,3 3 2 0,0 5 5 0,0-4-7 16,0 5 8-16,1 5-9 0,-1-2-4 0,2-1-6 16,1 8-2-16,0-4-6 0,-3 1-9 0,5 2-4 15,-5 5-3-15,17 4-2 0,-17-4-1 0,15 8-2 16,-7-5-3-16,5 5 0 0,-1 3-6 0,0 5-1 16,1-3 4-16,-3 2-2 0,3 2-1 0,-5 0-4 15,4 0 0-15,-2 5-1 0,-4-6 2 0,-1 2-5 16,-1-2 4-16,-4 3-6 0,0 0-16 0,-2-3-6 0,-5 0 0 15,6 0-27-15,-6-2-14 0,-1-1-24 0,-4-4-15 16,4-3-13-16,-5 2-23 0,3 0-18 0,-5 0-25 16,-2-1-14-16,6 1-20 0,-4-7-22 0,8 1-18 15,7-2-11-15,-16-3-24 0,16 3-202 0,-10-6-536 16,10 6 238-16</inkml:trace>
  <inkml:trace contextRef="#ctx0" brushRef="#br0" timeOffset="-172854.73">26934 13011 45 0,'0'-18'313'15,"3"0"-1"-15,2 3-4 0,0-3-9 0,-5 7-8 16,7 1-11-16,-6 1-23 0,3 3-24 0,-1 3-23 0,-3 3-24 16,8-3-13-16,-8 3-13 0,7 12-15 15,0-3-9-15,-6 7-8 0,6 1-11 0,-5 9-1 16,2 2-13-16,-2 1-5 0,5-1-13 0,-7 3-5 15,5 10-2-15,-5-4-12 0,1-3-4 0,-1 3 1 0,2-5-12 16,-2-4-6-16,5 3-14 0,-5-4 6 0,-5-6-7 16,10-6-1-16,-5 3-4 0,0-9-2 0,0 3 3 15,0-2 1-15,0-3 6 0,3-1 33 0,-3 1 7 16,0-7 3-16,0 0-3 0,0 0 1 0,0 0-4 16,20-13-5-16,-12 6-1 0,-1-1 3 0,6-6-2 15,-4 2-2-15,2 4-6 0,1-4-3 0,4 2-1 16,-9 5 5-16,5-2-2 0,2 2-7 0,-5 1-5 15,4 1-4-15,-3 3-6 0,1 5 2 0,-1 1-7 16,4 2-2-16,-4 0 0 0,3 7-4 0,-2 2-1 16,1-2-4-16,3 0 1 0,-9 3-1 0,4-3-2 15,-1 3-3-15,2-1 0 0,-4-4-4 0,6 2 5 0,-10-3 2 16,11-3 1-16,-6-3 0 0,7-5-3 0,-4 2-4 16,4-7 1-16,-1 3-1 0,0-4 0 15,5-4-6-15,2-3-22 0,1-3-21 0,1-3-21 0,3-2-37 16,-1 1-42-16,5-13-47 0,-7 12-44 0,12-9-54 15,-14 8-72-15,3-2-68 0,-5 0-320 0,-2 2-806 16,5-4 357-16</inkml:trace>
  <inkml:trace contextRef="#ctx0" brushRef="#br0" timeOffset="-169388.42">28720 13407 296 0,'-5'-5'320'0,"5"-3"-11"16,-5 1-10-16,2 0-11 0,-2 2-4 0,3-3-14 15,-3 0-17-15,-5 1-11 0,3-1-1 0,-1 0-15 16,0 3-19-16,-5-1-13 0,-2 2-12 0,-3-1-13 0,-1 0-10 16,3 3-24-16,-6-1-12 0,6 3-13 15,-2 0-6-15,1 3-31 0,2-1-7 0,2 1-7 16,5-1 8-16,-2 3-26 0,1-1 6 0,4 3-7 0,-1-3-1 15,6 1-6-15,-2 4 10 0,4-1-18 0,3-1 0 16,1 0-4-16,4 1-2 0,5-1-14 0,2 1-13 16,1-1-12-16,3 1-11 0,-1-4-6 0,8 3-7 15,-6-3-1-15,1-1-5 0,5 3 2 0,-1-3 7 16,-9-2 20-16,4-2-17 0,-1 1 8 0,-4-4-4 16,-3-4 5-16,0 2 7 0,6-6 6 0,-6 3 1 15,-2-5 5-15,0-2-9 0,1 1 8 0,-2-2 5 16,-4-3 2-16,5-7 3 0,-6 0 9 0,3-2-6 15,-3 1 1-15,-4-3-2 0,-2 4 5 0,2-2-4 16,-1 0 10-16,-1-1 2 0,-1 1 6 0,-1 4 0 16,2 7 11-16,0-8 2 0,-7 10 4 0,6 4 0 15,1 0 1-15,0 3-8 0,-5 2-3 0,5-3-7 0,-2 6-6 16,2 4-3-16,-5-6-2 0,5 6-6 0,0 0 11 16,0 0-9-16,-18 20 1 0,10-10 3 15,-2 6-2-15,0 1-3 0,-4 7 2 0,4-1-1 0,-1 4-6 16,3 0 3-16,1 0-1 0,-1 1 0 0,6 0 5 15,-3-1-1-15,5 2-5 0,0-2-8 0,7 0-7 16,4 6-5-16,1-9-19 0,3-2-2 0,3-2-12 16,4-2-9-16,1-2-7 0,3-1-12 0,2-1-10 15,2-7-10-15,0 1-3 0,0-5-3 0,1-3 0 16,1 0 9-16,-3-3 8 0,-5 3 9 0,-1-8 7 16,3-1 8-16,-9-3 5 0,-1 1 7 0,4-9 4 15,-7 5 7-15,1-3 7 0,-9-2 17 0,1 4 9 0,-2 1 11 16,-4-5 12-16,-4 5 6 0,1 0 1 0,-4 2 12 15,-4-1-4-15,4 4 0 0,-3-1-1 16,0 5 1-16,-5-3-7 0,0 6-1 0,-1 2-3 0,-1 2-2 16,2-1 5-16,1 3-4 0,-1 5-3 0,6-4 2 15,-4 10-3-15,7-5 4 0,4 2-6 0,0-3 1 16,2 4-1-16,2 5-6 0,6-3-16 0,-1-6-14 16,6 4-20-16,4 3-28 0,11 0-36 0,-5-1-39 15,7-5-44-15,4-5-34 0,0 1-36 0,10-1-170 16,-9-4-470-16,1-4 208 0</inkml:trace>
  <inkml:trace contextRef="#ctx0" brushRef="#br0" timeOffset="-169105.86">29832 12894 155 0,'0'-18'287'0,"0"2"3"16,0 0 0-16,-2 5-7 0,2 0-15 0,0 3-12 15,0-2-23-15,0 4-18 0,0 6-26 0,-11-1 0 0,11 1-3 16,-7 17 5-16,4-6-4 0,-2 13-11 0,-2 3 2 15,4 3-14-15,-4 9-11 0,1 0-11 16,-1 7-13-16,1 0-7 0,4 5-3 0,-3-5-8 0,-2 4-12 16,7-1-5-16,0 5-2 0,0 3-16 0,0-3-9 15,0-1-7-15,7 2-4 0,0-1-7 0,-1-3-6 16,1-5-6-16,1 1-2 0,0-2-5 0,-1-3-2 16,0-12-8-16,-6-3-23 0,6-1-25 0,1-7-24 15,-3-4-27-15,-2-3-13 0,2-3-12 0,0-2-23 16,0-2-26-16,-1-3-28 0,-4-2-29 0,0 0-27 15,13-14-30-15,-10 1-25 0,-1-4-35 0,-2-3-198 16,-2-11-568-16,1 4 251 0</inkml:trace>
  <inkml:trace contextRef="#ctx0" brushRef="#br0" timeOffset="-168338.39">29647 13413 174 0,'11'-3'172'0,"3"-1"-9"0,0-3-2 0,8 3 0 15,4-4-7-15,-6 1-6 0,8-1-7 16,1 3-5-16,0-3-8 0,0 1-7 0,-6 3-6 0,3-6-6 16,-6 5-5-16,2-2-4 0,-3 6-2 0,-2-3-6 15,1-1-6-15,-5 3-8 0,-8-1-11 0,4 3-8 16,1-2-5-16,-10 2-3 0,14 2-6 0,-14-2-9 16,12 3-3-16,-12 1-1 0,0-4-4 0,7 8-4 15,-7-2-6-15,0-6 2 0,1 9-1 0,-1 0-3 16,-1-3-1-16,1-6 0 0,0 12-1 0,1-3-2 15,6-3-1-15,-7-6-2 0,0 7 4 0,0-3-3 16,0 1 0-16,0-5 0 0,7 7-1 0,-7-7 0 16,10 5 0-16,-10-5 4 0,9-1-3 0,-9 1 5 0,17-4 6 15,-9 0 7-15,6 0-6 0,-6-2 2 16,3 0-2-16,-2-1 11 0,4-4-1 0,-5 3 5 16,0 0-2-16,2 1-3 0,-3-2-1 0,1 4 6 0,-3 0 4 15,4 0-4-15,-5-5-4 0,3 5-4 0,-7 5-7 16,10-1-2-16,-10 1-3 0,0 0-4 0,0 0 3 15,0 0-5-15,13 16 0 0,-11-12-2 0,0 3 2 16,-2-1-3-16,3 4 0 0,-1-2-5 0,-1 1 6 16,3 1-2-16,-4-1-6 0,1-1 7 0,1-1-5 15,-1 0 1-15,3 0 1 0,-1-1 4 0,2-4 0 16,-2 2-2-16,-3-4-1 0,15-3-1 0,-15 3 3 16,15-3-7-16,-8-2 6 0,1 2-2 0,-1-1 1 15,3-4-5-15,1-4 5 0,-4 5-1 0,6 2 0 16,-3-5-4-16,-3 3 1 0,1-1-3 0,0-1 0 15,-1 1 4-15,3 6-4 0,-5-4 3 0,1 2 0 16,1-1-7-16,1 0 6 0,-1 3-9 0,-7 2 8 16,8-3-3-16,-8 3 2 0,0 0-7 0,15 10-8 0,-8-5-4 15,-1-1-10-15,1 2-20 0,1-1-11 16,0-3-11-16,4 8-11 0,0-2-10 0,1-1-7 0,2-2-13 16,1 4-5-16,2-3-9 0,-3-2-13 0,4 1 1 15,-1-3 1-15,3-2-4 0,-1 0 4 0,0-2 13 16,-2-3 1-16,-3 4 14 0,3-5 14 15,4 1 9-15,-7-3 13 0,0-1 24 0,0 1 8 0,-4 2 28 16,-3-5 22-16,-1 3 25 0,0-1 12 0,-4-1 11 16,-3 6 8-16,0-4 9 0,0 1 6 0,0-2-1 15,-3 6-2-15,-2-5-9 0,5 8-3 0,-14-5-10 16,8 2-2-16,-2-1-6 0,8 4-5 0,0 0-4 16,-22 5-7-16,14 1 2 0,6 0-5 0,-3 1-2 15,5 3-2-15,0 0 0 0,7-3-10 0,6 10-20 16,2-7-10-16,10 7-11 0,0 0-24 0,9 2-17 15,8 1-16-15,2-7-18 0,-2 1-9 0,6-6-19 16,-4 4-10-16,-1 0-2 0,5-4-7 0,-14-5-3 0,2 0-85 16,-5-3-256-16,1 0 113 0</inkml:trace>
  <inkml:trace contextRef="#ctx0" brushRef="#br0" timeOffset="-167922.68">31457 13468 836 0,'25'-1'-61'0,"-8"-5"38"0,6-2 26 16,-11 1 27-16,3-1 32 0,-2-1 23 0,-12 1 16 0,6 0 12 16,-7-1 13-16,0-1 15 0,-8 0 15 0,1-2 1 15,-6 3 3-15,-2-2-6 0,-2-3 3 0,-2 8-3 16,-5-3 1-16,-4 2-3 0,2 2 0 0,-2 0-7 15,-2 5-4-15,2 0 0 0,5 3-20 0,-4 2-7 16,4 2-8-16,3-3-6 0,3 3-13 0,3 2-1 16,-1 6-13-16,1-3-3 0,5 0-10 0,-3 2-12 15,12 3 4-15,0-2-3 0,0 4-12 0,5-8 0 16,3 8-4-16,0-6-4 0,6 2-27 0,1-1-16 16,-1-4-18-16,3-6-14 0,3 7-8 0,0-9-6 15,-2-1-9-15,10-1-1 0,-6-3-9 0,6-8 1 16,0 2-2-16,0-1-2 0,-1-3-5 0,-4-4-6 15,0-4-5-15,3 1-4 0,-4-4-10 0,-6-3-4 16,8-7 10-16,-11 4 10 0,2-10 8 0,-9-1 5 0,1 2 22 16,-9-5 25-16,-4 7 30 0,-3-3 26 0,1 9 13 15,-5-8 11-15,-2 12 9 0,2 0 14 16,-7 0 14-16,10 7 6 0,-3 5 6 0,1-1-4 0,1 3 1 16,-3 3-11-16,8 3-14 0,-3 6 3 0,-4 1-2 15,13 0-1-15,-18 8 4 0,10 2-3 0,1 3 4 16,2 4-7-16,2 2 3 0,-1 8 16 0,4 0-18 15,7 3 0-15,3-1-6 0,-3 8-6 0,3-5-5 16,4 6-4-16,3-3-6 0,0 3-3 0,-9-10-1 16,15 9-9-16,-10-10-41 0,7 0-39 0,-12-2-26 15,12-6-38-15,-10-2-38 0,2-2-48 0,-6-1-63 16,6-6-54-16,-5 0-216 0,-1-5-585 0,-1-3 259 16</inkml:trace>
  <inkml:trace contextRef="#ctx0" brushRef="#br0" timeOffset="-167753.93">31300 12770 78 0,'-8'-8'266'0,"1"-1"-25"0,4 0-21 0,-2 6-31 0,5 3-20 16,-2-6-19-16,2 6-36 0,0 0-52 0,9 18-56 15,-1-8-72-15,4 2-173 0,-1 8-258 0,9-1 115 16</inkml:trace>
  <inkml:trace contextRef="#ctx0" brushRef="#br0" timeOffset="-166838.78">32441 12868 273 0,'0'-7'281'0,"0"7"-34"0,0 0-23 0,0 0-13 15,0 0-5-15,-22 12-10 0,19-2-14 16,-2 6-3-16,0-1-10 0,-2 8-9 0,2-4-2 16,2 6-20-16,-2 2-6 0,-2-3-11 0,6-2-7 0,-3 2-8 15,-2 2-13-15,6-5-10 0,-2-3-4 0,0 0-8 16,1-2-9-16,-2 1-5 0,6-5-12 0,-6-3 5 15,6 1-2-15,-3-2-6 0,1 4 26 0,-1-9 22 16,4 0-15-16,-4-3-10 0,13 4-10 0,-3 1-2 16,-10-5-2-16,23-1-12 0,-8 1 3 0,3 0-11 15,0 0 12-15,1 1-19 0,4 1-1 0,-2-2-6 16,1 1-2-16,-6 2 9 0,3 6-13 0,-4-6 2 16,-6 5 3-16,6 0-15 0,-3-3 4 0,-4 1 5 15,5 5-7-15,-6-2-1 0,-4-1-6 0,2 4 7 16,-3-1 0-16,0 0 0 0,-2 1-2 0,-2-4 8 15,-3 3-11-15,2-2-1 0,-6 5 6 0,0-7-3 16,0 2 16-16,1-6-16 0,-7 5 17 0,0-4-16 0,0 0-3 16,-5 0 8-16,6-8-14 0,-6 3-14 0,3-1-13 15,7 1-11-15,-3-3-9 0,5 1-17 16,1-2-18-16,0-1-18 0,2 0-12 0,5 6-12 0,5-11-13 16,-1 4-8-16,6 1-12 0,1-4-5 0,7 2 5 15,-3 1 8-15,15-5-1 0,-3 3 5 0,4-1 12 16,1-2 1-16,-6 2 18 0,2-2 12 0,-3 3 15 15,-4 6 28-15,-1-5 28 0,-1 3 29 0,-5 3 23 16,0-3 21-16,-4 1 11 0,-4 3 2 0,4 1 1 16,-10 0-3-16,12-2-3 0,-12 2 1 0,8-3 8 15,-8 3-1-15,0 0 5 0,13 5-3 0,-13-5-5 16,7 2-6-16,-5 6-10 0,4-5 7 0,1 4-12 16,-6 0 1-16,6-5 0 0,0 6-2 0,-2-4 0 15,3-1-2-15,-6 1 0 0,-2-4-3 0,14 6-1 16,-7-4-3-16,1-2-1 0,6 3-4 0,-14-3-1 15,19-3 0-15,-7 2-2 0,-4 0 1 0,4-4-1 16,4 0 0-16,-2 2-1 0,2-1 0 0,-4-1 5 0,3 1 11 16,-2 1 9-16,-1 0 7 0,-4-2 3 0,2 0 2 15,1 5-2-15,-11 0-2 0,15 1-2 16,-5 3 6-16,-2-2 4 0,2 1 2 0,-3 3 5 0,-2 3 1 16,-2 2 4-16,6 2 2 0,-3 7-3 0,2 8 4 15,-1-8 5-15,0 8 11 0,-1 3-4 0,-4 11 4 16,3 0 9-16,-2 5 2 0,-3-4-7 0,-3 6 3 15,-2-3 20-15,5 4-7 0,-8-4 2 0,1 3-2 16,0 0-4-16,-1-3-1 0,2 4-7 0,-3-9 3 16,-2 6 0-16,-3-6 6 0,3-10 1 0,-1-4 3 15,-6-3 12-15,0-3 19 0,-5-3 11 0,0-1 6 16,-2-5 8-16,-3-7 0 0,-1-1 1 0,-2-4-9 16,0-4 6-16,-4-3-14 0,5-1-4 0,-5-9-21 15,2-5-8-15,7 2-4 0,2-2-14 0,3-2-11 16,3 2-10-16,5-2-21 0,-2-1-49 0,6 0-51 15,3 9-57-15,6-4-81 0,3-7-105 0,2 8-110 0,2-1-139 16,9-7-469-16,1 5-1097 0,3-1 487 0</inkml:trace>
  <inkml:trace contextRef="#ctx0" brushRef="#br0" timeOffset="-164255.16">12759 15585 258 0,'0'0'362'0,"0"-14"-13"0,0 7-21 0,2 0-16 0,-4-1-15 16,-3 1-17-16,5 0-8 0,0 0-8 0,0 7-19 15,0-8-20-15,0 8-27 0,0 0-28 0,0-5-15 16,0 5-15-16,0 0-17 0,0 0-8 0,5 22-10 15,-3-10-18-15,-4 5-4 0,2 3-5 0,-5 6-16 16,5 2-2-16,-8-2-5 0,3 6 7 0,2-4-17 16,-4 14-5-16,0-11-4 0,-1 8-6 0,-3 2-6 15,2-16 4-15,3 1-6 0,-4-8 2 0,3 0-7 16,-1-3 0-16,1-4-2 0,1-3 7 0,2-3 9 16,-1 0-16-16,5-5 2 0,0 0 2 0,0 0-7 15,-6-25 2-15,11 6-4 0,5-5 0 0,-2-6 1 0,12-12-4 16,-4-3 0-16,4-8-2 0,3 6 3 0,7-23-1 15,-3 20-6-15,-4-4 4 0,0 4-4 16,-1 0 0-16,-1 6 9 0,1 2 19 0,-8-1 11 0,0 16 12 16,-3 0 6-16,1 4 1 0,-6 4 1 0,-1 3 4 15,2 4 1-15,0 1-3 0,-4 4-6 0,0 1-11 16,-1 3-6-16,-2 3-3 0,10-3-6 0,-10 3-1 16,3 14 1-16,-1-2-6 0,3 3-3 0,-4 4-1 15,3 6-2-15,-1 4-2 0,-1 8 0 0,4-3-3 16,3 9-3-16,2-5 2 0,-7-7 0 0,4 8-1 15,0 1-4-15,4 1-2 0,1-10-1 0,-6 0 3 16,1-3-1-16,0-1-5 0,4 0-9 0,-2 0-10 0,1-11-19 16,-7 3-11-16,7-6-6 0,-8-3-16 0,4 1-9 15,1-10-2-15,-1 4-33 0,5-5-22 16,-12 0-1-16,0 0-7 0,11-6-4 0,-6-1-14 0,-5 0-11 16,-2 0-15-16,-1 0-18 0,0-6-17 0,-2 4-12 15,-5-4-20-15,-3-2-1 0,-1 3-14 0,0-2-10 16,-1 2-193-16,-2 2-510 0,-3 1 226 0</inkml:trace>
  <inkml:trace contextRef="#ctx0" brushRef="#br0" timeOffset="-164088.49">12938 15666 580 0,'-13'1'-16'16,"3"4"23"-16,-2-3 30 0,2 3 25 0,2 0 36 15,0-2 20-15,-1 1 21 0,9-4 20 0,-6 7 8 16,1-6 13-16,5-1 11 0,-3 6 10 0,3-6 4 16,0 0-8-16,0 0-11 0,0 0-18 0,23 0-21 15,-13 0-14-15,6-4-13 0,2-3-8 0,1 0-16 16,10-1-13-16,0 1-19 0,0-1-27 0,6 3-42 15,-5-7-41-15,6 10-44 0,-1-4-55 0,-3 3-53 16,2-3-54-16,-4 0-205 0,0 3-493 0,0 2 219 0</inkml:trace>
  <inkml:trace contextRef="#ctx0" brushRef="#br0" timeOffset="-163756.15">13842 15647 63 0,'0'0'346'0,"-12"-10"2"0,4 3-3 0,1-3 5 16,6 3 6-16,-8 3-24 0,3-7-6 0,-9 2-20 15,2 3-15-15,-2-6-28 0,1 7-18 0,0-3-15 16,4 5-11-16,-10-3-10 0,-2 1-14 0,2 5-6 16,-4 0-11-16,0 3-8 0,4 1-9 0,-11 3-13 15,3 4-13-15,1 3-11 0,3 0-12 0,-1 2-12 16,3 1-9-16,7 0-10 0,0-1-3 0,6 0-10 15,-1 3-9-15,8-1-6 0,2 1-3 0,7-2-6 0,2-1-5 16,11-4 0-16,8 5-13 0,6-4-27 16,7 6-28-16,9-7-29 0,3-1-32 0,-5-5-33 0,1-6-32 15,3 0-25-15,4 0-15 0,-10-2-13 0,2-5-13 16,-6-4-4-16,2-1-12 0,-16 4-10 0,2-6-2 16,0-3 4-16,-2 0-7 0,-6-6 0 0,1-3-13 15,3-5-2-15,-9-5-2 0,-2 0-165 0,6-8-470 16,-11 2 208-16</inkml:trace>
  <inkml:trace contextRef="#ctx0" brushRef="#br0" timeOffset="-163356.22">14275 15447 1487 0,'5'-43'-120'15,"-8"4"50"-15,1-2 40 0,-1 9 30 0,0 3 38 16,-2-3 33-16,-5 7 29 0,3-1 24 0,-1 6 15 16,1 4 15-16,1-2 9 0,-4 3-3 0,3 3 5 15,2 0-6-15,4 7-9 0,-3 0-13 0,-6 5 0 16,10 0-6-16,0 0 8 0,-15 2-8 0,9 10-5 0,6-1-1 16,-9 5-19-16,8 10-6 0,1-2 0 15,-5 7-21-15,3-1-9 0,2 11-4 0,0 1-5 16,0-3-7-16,2 3-4 0,-2-1-13 0,5 1 2 0,-4 4-5 15,1-13-4-15,5-2-9 0,-7 11-19 0,6-15-17 16,-6 0-15-16,7 0-7 0,-4-3-19 0,-3-4-5 16,4-8-2-16,-3 3-2 0,-1-6 1 0,0-1 8 15,0-3-2-15,0 2-2 0,0-7 0 0,0 0 7 16,0 0 6-16,0 0 6 0,7-18 2 0,-7 7 6 16,0-5 1-16,3-1 1 0,-3 0 8 0,2-2 1 15,-2-1 6-15,0 1 11 0,2-2 21 0,-2-6 14 16,-2 9 7-16,2-2 13 0,0 4 3 0,-2 1-8 15,2 0 7-15,0 3 7 0,2 1 12 0,-2 6-2 16,0-3 1-16,0 2-10 0,0 6-12 0,3-9-7 16,-3 6 0-16,0 3-7 0,13 0 1 0,-13 0-3 15,17 10-1-15,-10-3-7 0,4 2-3 0,1-1-4 0,1 2 14 16,0 2-14-16,-1 3-6 0,3-6-2 0,1 4 2 16,-4-1-4-16,3 3-4 0,-4-3-18 15,1 2-18-15,1-2-11 0,0-2-20 0,-8 0-20 0,-1 1-20 16,2-4-20-16,-4 4-17 0,1-2-23 0,-3 0-24 15,0 1-27-15,-3-3-30 0,1 0-30 0,-4-1-197 16,-1 0-510-16,5 0 226 0</inkml:trace>
  <inkml:trace contextRef="#ctx0" brushRef="#br0" timeOffset="-162756.08">14724 15660 141 0,'0'0'295'0,"0"0"-4"0,0 0-8 0,0 0-5 16,0 0-26-16,0 0-4 0,3 14-18 0,-3-9-21 16,0 0-18-16,0 4-16 0,0 0-20 0,0-2-15 15,4 2-16-15,-3 2-8 0,1-2-14 0,6 1-4 0,-5-1-14 16,9 4-6-16,-5-1-11 0,1-3-8 0,-1-2-8 16,4-1-10-16,-1 0-18 0,0-2-8 15,2-2-15-15,-4 0-4 0,5-2-5 0,-13 0 0 0,17-4-2 16,-6 1 0-16,-3-1 3 0,-1-4-3 0,1 6 2 15,-1-11 3-15,0 4-8 0,-4-4 10 0,2 3 2 16,2-6 0-16,-6 8 5 0,1-9 10 0,-1 4-2 16,4-6 1-16,-5 6 12 0,0-2 2 0,7 3 6 15,-14-3 5-15,14 4 3 0,-5 1 0 0,-2-2 2 16,1 3 1-16,3-2-3 0,-3 4-12 0,-1 0 0 16,5 5-4-16,-5 2 5 0,7-11-8 0,-2 10-6 15,-5 1-2-15,0 0 0 0,18 8-2 0,-10-2-1 16,1-1-1-16,-1 4-4 0,0 3 3 0,-1-4-2 0,6 7 3 15,-3-1-12-15,3 2-4 0,2 0-6 16,-8-1-10-16,3 0 2 0,-4 2 0 0,4-2 0 16,-5-1 11-16,8 1-12 0,-4-3 7 0,-9-3 1 0,6-2-1 15,-4 1 5-15,5-4 0 0,-7 0 9 0,5 0-2 16,-5-4 6-16,0 0 21 0,0 0-10 0,0 0 4 16,14-12 4-16,-7 3 11 0,-5-1 13 0,11-2 18 15,-5 0 5-15,7 2 19 0,-7-5 6 0,4 3 8 16,3-5-1-16,-5 7 0 0,5-2-2 0,-2-1-1 15,0 3-7-15,-1 1-3 0,-1-1-8 0,-1 5-9 16,2 2-7-16,-2-1-7 0,-2 3-2 0,4-1-8 16,-12 2-9-16,18 3-1 0,-5 3-6 0,-8 0 4 15,7 0-15-15,-7 6 5 0,3-3-6 0,-3 5-3 16,5 1-16-16,-5 1-23 0,-4-4-22 0,8 4-32 16,-3-4-44-16,-4 1-38 0,5 0-46 0,-4-4-42 15,-3 5-39-15,3-10-38 0,-1 0-38 0,3 0-293 0,-3 2-711 16,-2-6 315-16</inkml:trace>
  <inkml:trace contextRef="#ctx0" brushRef="#br0" timeOffset="-162572.22">15212 15213 191 0,'-28'-18'344'0,"5"5"-11"0,10 2-32 16,-9-1-26-16,6 5-22 0,2-4-29 0,6 6-20 15,0-1-20-15,1 5-22 0,4-7-42 0,3 8-47 16,0 0-51-16,-7-4-69 0,7 4-88 0,0 0-83 16,22 9-163-16,-12-5-413 0,1 6 182 0</inkml:trace>
  <inkml:trace contextRef="#ctx0" brushRef="#br0" timeOffset="-162222.22">16017 15299 53 0,'10'-4'363'0,"-6"-3"10"0,3 2-1 0,-2-1-8 16,2 4-22-16,-4-3-16 0,2-1-20 0,-5 6-27 15,0 0-26-15,0 0-7 0,0 0 13 0,0 18-10 16,-7-10-5-16,-3 6-11 0,-4 1-4 0,-5 12-13 16,1 0-7-16,-2 0-12 0,-5 5-9 0,-1 2-10 15,3 1-19-15,1-1-13 0,2-5-12 0,12-2-20 16,1 3-6-16,-1 1-11 0,2-2-8 0,6 1-10 16,6 2-6-16,7-3-8 0,6 13-11 0,2-15-21 15,14 4-31-15,-5-4-38 0,6-5-44 0,6-1-53 0,-11-5-50 16,15-4-63-16,-13 1-49 0,-1-8-54 0,-1 0-60 15,-1-6-45-15,3-4-288 0,-6-1-802 16,1-2 355-16</inkml:trace>
  <inkml:trace contextRef="#ctx0" brushRef="#br0" timeOffset="-161856.15">16720 15537 278 0,'-3'-6'307'0,"-1"-3"3"0,3 2-12 16,-4-3-12-16,-2 3-4 0,1-2-7 0,-6-3-1 16,0 4-21-16,6 1 8 0,-9 3-6 0,5-5-12 15,-3 1-11-15,-2 1-13 0,0 5-16 0,2-4-9 16,-2 4-18-16,1 2-15 0,6-1-17 0,8 1-14 16,-21 4-11-16,16 1-11 0,0-2-16 0,-2 3-6 15,2 2-8-15,4 2-9 0,2-1-4 0,4 3-4 0,2 1-10 16,1-1-3-16,4 3-3 0,-1 2-6 0,2 1-3 15,9-3-6-15,-5 1-3 0,1 3-1 16,-2-6-5-16,-1 1-2 0,7 1 4 0,-6 1-9 0,-3-7 1 16,2 3-3-16,-5 2-4 0,0-7 0 0,0 4-3 15,-5-2-1-15,-2-1-4 0,1 0 2 0,-4-1 1 16,-4 1 2-16,3-2-4 0,-7 2 0 0,-4-6-2 16,-3 6-16-16,-2-4-20 0,1 3-22 0,-4-6-25 15,4 4-33-15,-4-5-25 0,5 0-30 0,-2 0-33 16,1 0-38-16,4-5-44 0,-1 5-48 0,6-3-44 15,-4-2-259-15,6 1-690 0,-2-4 305 0</inkml:trace>
  <inkml:trace contextRef="#ctx0" brushRef="#br0" timeOffset="-161606.03">16892 15326 79 0,'0'0'377'0,"0"0"3"0,7-7-1 16,-7 7-6-16,0 0 9 0,0 0 3 0,13 17-6 0,-5-9-8 16,6-1-19-16,0 8-13 0,8-1-22 0,1 6-18 15,0 3-27-15,5-4-19 0,-6 4-26 0,9 5-21 16,-4-5-21-16,-4 1-16 0,-1 0-18 0,-1 1-15 16,-6 2-15-16,3-3-12 0,-11-4-12 0,1-1-24 15,-1 4-34-15,-7 0-34 0,0-5-38 0,-7 1-43 16,-1 1-51-16,-7-5-53 0,0 6-52 0,-7-5-51 15,1-1-58-15,-2-4-67 0,-5-1-53 0,3-3-258 16,-3 0-780-16,8-4 346 0</inkml:trace>
  <inkml:trace contextRef="#ctx0" brushRef="#br0" timeOffset="-159938.28">18549 15524 119 0,'7'-12'299'16,"-1"-5"-2"-16,-4 2-10 0,-2 0-14 0,0-1-12 15,-2 2-18-15,-1-1-15 0,0 3-25 0,-6 0-11 16,3 1-12-16,-8 4-8 0,6 2-15 0,-10 2-6 15,-2 3-19-15,0 2-4 0,-3 2-11 0,2 5-14 16,-3 3-5-16,-5 2-17 0,4 1-4 0,0 3-9 16,2 3-4-16,0 0-10 0,1-3 11 0,9 3-23 15,5-3-6-15,1-3 2 0,-1 1-2 0,8-1-6 16,0 2-7-16,8-5-1 0,-1 0 0 0,6-3-7 16,-2-1-11-16,3-1-5 0,5-2-14 0,-2-5-2 0,3-4-4 15,3 0 0-15,-1-2 4 0,7-3 4 0,-7-6-2 16,1 6 5-16,0-6-6 0,-5 3 8 0,-1-3 1 15,-4 3 0-15,2-2 0 0,-7 2 15 16,1 0 11-16,-4 0 7 0,-4 5 5 0,6-5 3 0,-7 4 0 16,0 1-4-16,-5 1-4 0,5 6-14 0,-8-6 4 15,6 3 7-15,2 3-2 0,0 0 17 0,0 0-24 16,-20 7 2-16,20-7-9 0,-3 10 9 0,3-1-4 16,3-2 0-16,4-1-3 0,8 8 6 0,0-4-1 15,8 3-3-15,7-1-2 0,19 5-4 0,3-3-2 16,7-6 1-16,32 11-6 0,-1-4 12 0,7 1-15 15,7-1 10-15,-1-6 1 0,44 5-1 0,-46-6-4 16,45 1-13-16,-47-1-10 0,11-2 9 0,34-3-17 16,-45 0 0-16,-3 0-8 0,-5-1 9 0,-5-4 13 15,-20-1-12-15,-5-2 4 0,-6 0 2 0,-10-3 2 16,-14-3 7-16,-9 4-1 0,-7-1-4 0,-7 0 2 16,-5-4 7-16,-6 4 7 0,-5-10 23 0,-9 7 6 0,-3-2 7 15,-5-2 8-15,-16-3 11 0,9 5 0 0,-11-1 15 16,-1 5 8-16,9 3-3 0,4 1 9 0,-11 3 3 15,4 2 5-15,7 0-8 0,-4 1-4 0,7 3-10 16,1 4-6-16,1-1-7 0,3 7-7 0,1-5-3 16,1 11-2-16,6-9-5 0,0 5-5 0,2-3-2 15,3 13-6-15,3-10 0 0,2-1-4 0,3 1-1 16,2 1-4-16,7 0-8 0,0-1-10 0,1-2-9 16,7-1-16-16,-2 2-7 0,2-6-13 0,1 1-4 15,6-2-2-15,6-4 1 0,-6-2 14 0,6 0-9 16,-2-6 4-16,1-3 2 0,1-3 2 0,-2-4 5 15,4 1 10-15,-3-4-4 0,4-8 4 0,7-1 4 0,-5-4 1 16,-5-3 3-16,-1-1-4 0,3-9 9 0,-5 1 0 16,-2-1 5-16,-2 1 6 0,-3 0 25 15,-11 2 22-15,1 2 6 0,-1 5 10 0,-7 3 9 0,0 3 6 16,-7 1 3-16,4 1 7 0,0 8 0 0,-1 0-4 16,-4 2-3-16,3 3-12 0,-1 5-7 0,-4 5-1 15,1 2-12-15,-2 2-6 0,-4 10-1 0,2 3-6 16,-4 9-1-16,2 5-7 0,-5 11-3 0,5-1-21 15,4 7-16-15,4-6-13 0,2 6-16 0,4-5-19 16,2 1-35-16,7-2-26 0,6-11-32 0,2 8-38 16,1-3-41-16,1-7-48 0,-1-3-51 0,7-8-52 15,1-1-329-15,5-1-769 0,-3-4 341 0</inkml:trace>
  <inkml:trace contextRef="#ctx0" brushRef="#br0" timeOffset="-159538.66">21455 15120 292 0,'0'0'362'0,"0"-14"-16"0,0 12-17 16,0 2-13-16,0-17-18 0,-1 12-6 0,-4 0-8 15,-3 0-14-15,6-4-21 0,-10 5-12 0,4-4-13 16,0 5-18-16,-4-2-12 0,2 2-21 0,-3-1-13 15,3 4-16-15,-3 0-13 0,-2 1-17 0,-2 7-9 16,6-3-9-16,-1 2-8 0,1 5-9 0,2-4-9 16,3 6-8-16,4 1-3 0,-3 4-5 0,5 0-10 15,5 8 1-15,2-4-5 0,3 2-6 0,6 1 0 16,2-3-3-16,1 4-3 0,0-3-6 0,11 10-1 0,-2-2 0 16,2-3-3-16,-8-5-5 0,-6-1 2 0,4-3-4 15,-3 2-3-15,-4-8 4 0,-5 0-6 16,0-3 1-16,-3 4-3 0,-1-6 2 0,-8 3-1 0,4-4 1 15,-5-3-3-15,-3 7 5 0,-5-6-2 0,-2-2-3 16,-2 1-6-16,-2-3-24 0,0-1-23 0,0 2-27 16,-3-6-22-16,4 3-25 0,0 7-21 0,9-11-18 15,-11 4-22-15,12 0-21 0,8 0-20 0,-15 0-24 16,15 0-22-16,-10-3-25 0,10 3-11 0,0 0-6 16,0 0-177-16,25-5-529 0,-12 2 234 0</inkml:trace>
  <inkml:trace contextRef="#ctx0" brushRef="#br0" timeOffset="-159203.91">21715 15423 26 0,'13'-12'198'0,"-4"5"29"0,6-9 20 16,-10 12 2-16,-4-2 0 0,6 1-1 0,0 1-12 15,-6 0-4-15,-1 4-28 0,5-4-15 0,-5 4 2 16,0 0-7-16,0 0-3 0,7 15-1 0,-6-6-8 0,-1 3-7 16,0-1-20-16,0 7-16 0,0-2-10 15,2 10-4-15,3-6-14 0,-3-3-19 0,4 3 2 16,3-1-7-16,-3 1-5 0,2-1-13 0,4-4-3 0,-2 3 2 15,2-4-12-15,-2-5 4 0,3-1-6 0,-3-3-5 16,5-2 6-16,-2 1-14 0,0-3 0 16,-3-6-5-16,5 2 1 0,-2-5-9 0,4-3 2 0,-2-2-2 15,-2-1-5-15,-2-3 5 0,1 2-3 0,3-10 0 16,-8 6 2-16,4-7-7 0,1 3 10 0,-2 0 5 16,3-3-5-16,-8 2 1 0,1 8-7 0,-4 0 7 15,3 3-6-15,-5-1 0 0,2 10-5 0,-1-5-1 16,4 3-6-16,-5 6-12 0,0 0-6 0,0 0-43 15,0 0-27-15,0 0-28 0,0 0-16 0,-13 21-23 16,11-9-24-16,2 3-32 0,-5-5-25 0,4 7-32 16,2-2-16-16,6-1-15 0,-2 1-223 0,-2-3-561 15,9-2 248-15</inkml:trace>
  <inkml:trace contextRef="#ctx0" brushRef="#br0" timeOffset="-158906.36">22631 15378 185 0,'1'-5'359'0,"-1"5"-6"0,0-7-16 15,0 7-23-15,-1-12-24 0,1 12 9 0,-4-8-18 16,4 8-20-16,-6-1-21 0,6 1-17 0,-10-1-12 16,10 1-20-16,-17 0-11 0,17 0-17 0,-21 2-14 15,4 5-18-15,1 3-14 0,1-3-11 0,-2 1-8 16,2 2-12-16,2 2-7 0,-2 2-10 0,3-2 2 15,3 1-13-15,0 1-8 0,1-2-1 0,1 0-7 16,4 0-4-16,6 0 8 0,-3 0-13 0,7-3-9 16,1 1-15-16,1 1-32 0,4-3-29 0,2-1-37 15,6-1-24-15,1-1-21 0,7 0-19 0,1-1-30 0,0-3-33 16,2-1-42-16,1 0-34 0,0-1-29 0,1-3-231 16,-2 0-597-16,-1-2 264 0</inkml:trace>
  <inkml:trace contextRef="#ctx0" brushRef="#br0" timeOffset="-158639.72">23150 15345 270 0,'-5'-9'325'0,"5"9"3"16,-5-6-4-16,5 6 0 0,-6-8-4 0,6 8-12 15,-7-5-9-15,7 5-10 0,-8-2-10 0,-2 2-14 16,10 0-12-16,-18 2-11 0,3-1-14 0,2 3-10 15,-2 0-7-15,0 1-13 0,-2 6-15 0,2-4-15 16,0 2-12-16,2 3-11 0,-2-4-10 0,-1 6-7 16,2-1-10-16,1-3-17 0,3 6-9 0,2-5-9 15,0 5-6-15,3-3-9 0,3 2-6 0,2 2-6 0,2-5-5 16,8 1-9-16,0 1-27 0,5-1-36 0,-2-4-47 16,3 1-51-16,9 2-63 0,2-4-56 15,-6 4-51-15,1-6-58 0,7-2-71 0,-2 0-363 0,-2 0-844 16,-4-4 374-16</inkml:trace>
  <inkml:trace contextRef="#ctx0" brushRef="#br0" timeOffset="-158256.34">23713 15133 128 0,'3'-7'373'0,"4"1"-7"0,-5-3-13 15,3 3-8-15,-4 3-23 0,-1 3-11 0,-8-16-9 16,5 12-14-16,-7 0-10 0,10 4-6 0,-22 1-6 0,7 4-11 15,-1 5-6-15,-2 1-2 0,-4 2-12 0,-4 7-14 16,4 1-13-16,-3 2-12 0,-3 8-16 0,7-7-12 16,-1 3-16-16,7 0-15 0,-6 9-14 0,12-5-14 15,-1-1-7-15,7 2-9 0,1-1-10 0,7-2-6 16,4 8-9-16,4-7-9 0,-1-3-17 0,9 4-43 16,-3-8-46-16,10 8-48 0,5-6-57 0,-4-8-50 15,0 0-53-15,1-6-51 0,0 1-56 0,0-5-57 16,1 0-377-16,2-6-860 0,0 0 381 0</inkml:trace>
  <inkml:trace contextRef="#ctx0" brushRef="#br0" timeOffset="-157823.02">24226 15275 191 0,'0'0'355'0,"-10"-12"5"0,10 5-3 0,-5 3-7 0,2-2-4 16,-4-2-1-16,7 8-6 0,-3-4-12 0,3 4-24 16,-3-8-20-16,3 8-22 0,-7-4-23 0,7 4-22 15,0 0-25-15,0 0-14 0,0 0-18 0,0 0-19 16,0 0-14-16,0 0-12 0,0 0-8 0,-16 12-13 16,9-9-5-16,0 5-15 0,1-1-5 0,4 2-3 15,-5-2-9-15,1 2-6 0,1 5-5 0,3-3-3 16,-8 4-5-16,5-1-4 0,5 0-3 0,0-5-1 15,-5 6 0-15,10-6-5 0,-5 5-5 0,0-2 1 16,5-1-1-16,0 0-5 0,5 2 2 0,-2 2-5 16,-1-7-1-16,6 6-2 0,-3-4-2 0,-2-3-5 15,6 3 0-15,-1-1 2 0,-5-5-4 0,2 2 1 0,-5-3 1 16,3 2-1-16,-1-3 0 0,-2 3-1 0,-3 0 0 16,-2-5-2-16,6 5-1 0,-6-5 1 15,0 0-1-15,0 0 4 0,0 0-7 0,-13 8 1 16,5-6 0-16,-1 0-15 0,-4 1-9 0,0-1-14 0,5 4-20 15,-7-2-12-15,2 4-48 0,-2-4-33 0,6 4-26 16,-4 4-28-16,2-2-23 0,-1-2-30 0,5 4-33 16,6-4-40-16,-3-5-38 0,4 9-246 0,4-5-672 15,4 1 298-15</inkml:trace>
  <inkml:trace contextRef="#ctx0" brushRef="#br0" timeOffset="-157622.52">24607 15728 256 0,'0'0'328'0,"6"2"-7"0,-6-2-7 0,0 0-12 15,0 0-8-15,-13 14-22 0,13-14-22 0,-8 8-23 16,1-4-24-16,6 0-16 0,-6 0-20 0,0 2-6 0,1-1-26 16,-3 2-12-16,3-5-26 0,-2 5-24 15,1-1-61-15,0-4-41 0,6 6-49 0,-6-5-41 16,7-3-41-16,-7 8-40 0,7-8-48 0,0 0-234 0,14 5-521 15,-14-5 230-15</inkml:trace>
  <inkml:trace contextRef="#ctx0" brushRef="#br0" timeOffset="-157172.98">25193 15431 274 0,'-2'-16'345'0,"-1"6"-2"0,-1-2-7 0,-2-3-13 16,3 3-10-16,-4-3-22 0,2 8-25 0,-2-6-9 16,-1 0-22-16,-2 10-17 0,2-9-29 0,-2 6-9 15,-5 0-15-15,5 3-17 0,-6 3-14 0,-1 0-12 16,2 2-13-16,-5 0-13 0,4 5-13 0,-6 1 0 16,7 3-6-16,0 1-12 0,2 0-4 0,-2-1-9 15,2 5-7-15,-4 0 2 0,9-1-11 0,-5 4 1 16,6-4-6-16,6 0-7 0,1 1-10 0,0-4-16 15,1 4-12-15,6-5 0 0,0-2-1 0,-1 0-4 0,2-1-15 16,-1-3-1-16,6 2-5 0,-3-6 6 0,3 0 1 16,2-1 5-16,9-1 9 0,-8-2-6 15,2-5 20-15,-1 4-12 0,1-7 10 0,-1-1-3 0,-1 3 10 16,-1-2 12-16,0-5 16 0,0 5 22 0,-2 0 5 16,-5-1 7-16,1 3 10 0,-1 3-2 0,-1 0 4 15,-1-1-6-15,1 0-6 0,-7 3-8 0,5-4-7 16,-2 5-6-16,-3 3-4 0,0 0-3 0,0 0-6 15,0 0-5-15,0 0 2 0,-3 20-2 0,3-14-2 16,-5 3-3-16,5 2-5 0,0-3-10 0,0 11-27 16,0-9-22-16,0 3-35 0,5-1-16 0,-2 0-29 15,4 0-29-15,-1 1-26 0,3-1-29 0,-1-3-43 16,0-2-29-16,5-1-58 0,2 0-290 0,0-2-681 0,-2 0 303 16</inkml:trace>
  <inkml:trace contextRef="#ctx0" brushRef="#br0" timeOffset="-156856.5">25610 14986 267 0,'0'-5'466'0,"0"5"27"16,0-11 4-16,3 7-13 0,-3 4-16 0,3-11-24 15,6 3-16-15,-4 7-33 0,1-2-29 0,-6 3-36 16,22 0-27-16,-7 4-31 0,1 3-27 0,4 0-22 16,2 1-22-16,6 9-17 0,-2 3-23 0,4 9-19 15,-8-5-13-15,7 8-15 0,-10 3-13 0,2 4-8 16,-9-2-7-16,3 2-7 0,-2 2-7 0,0-1-12 16,-10 3-9-16,11-3 0 0,-14-10-13 0,0 12-22 15,0-7-14-15,-2-7-35 0,-3 3-40 0,-10 11-42 16,0-8-55-16,0-7-67 0,-3-2-60 0,-13 6-61 15,-2-1-79-15,6-8-82 0,-13-2-318 0,2 1-907 16,-3-6 401-16</inkml:trace>
  <inkml:trace contextRef="#ctx0" brushRef="#br0" timeOffset="-154573">27152 15213 28 0,'0'-6'345'0,"0"-2"-6"0,0 8-13 0,0-7-25 0,0 1-36 16,0 6-16-16,0 0-25 0,0 0-26 0,0 0-21 15,0 0-18-15,0 0 3 0,0 0-15 0,-5 23-18 16,4-11-12-16,-1 1-8 0,-1 5-10 0,3-5-19 16,0 5 0-16,0 2-3 0,0-4-14 0,3 4 15 15,-1-5-28-15,4 3-6 0,-4-3 1 0,0-5-5 16,4 1-8-16,-1 0-4 0,-3-4-1 0,3-1-3 16,-2-3-1-16,4 0-5 0,-7-3 3 0,16-3 0 15,-9-1-9-15,5-3 0 0,1-3 5 0,-3-4-8 16,5 1 0-16,1-5 0 0,4-5-1 0,-8 7 1 15,6-3-5-15,-3-2 5 0,-2 6-4 0,4-7 5 16,-4 5 2-16,0 6 3 0,-3-1 5 0,2 5 6 16,-7-1 2-16,1 2-8 0,2 1 14 0,4 4-21 0,-12 1 1 15,20 6 0-15,-9 3-3 0,3 0-5 0,-1 6 3 16,-3-2-3-16,8 10 5 0,-3-1-9 0,-3 2 8 16,1 0-6-16,0-1-1 0,2 1 3 0,-5-2-2 15,-3-2 0-15,1 4-2 0,0-7 0 0,-3-1-4 16,-3-4 8-16,-2-3-7 0,3 1-1 0,-3-3-5 15,0-2 0-15,0-5-20 0,-10 4-20 0,10-4-28 16,-16 0-28-16,16 0-36 0,-25-9-45 0,10-2-56 16,0 0-54-16,2-1-272 0,-1-3-612 0,-4-7 271 15</inkml:trace>
  <inkml:trace contextRef="#ctx0" brushRef="#br0" timeOffset="-154405.99">27426 14958 118 0,'-5'-11'320'0,"3"3"-28"0,0-4-29 15,1 4-26-15,1 1-23 0,0 0-19 0,0-2-24 16,0-1-29-16,0 10-50 0,3-9-67 0,4 6-77 16,-6-5-71-16,-1 8-193 0,20 0-342 15,-7 0 152-15</inkml:trace>
  <inkml:trace contextRef="#ctx0" brushRef="#br0" timeOffset="-153805.97">29134 15290 11 0,'13'-8'231'0,"-5"1"4"16,5-5 2-16,-3 1 4 0,4-4 1 15,-8 0-12-15,4 0-1 0,-5 2-5 0,2-6-7 0,-2 3 6 16,-4-2-18-16,3-2-5 0,-4 4-19 0,0-3-15 15,-4 5-9-15,-1-3-18 0,-3 5-14 0,-3-6-3 16,2 8-11-16,-7 1-11 0,-4 0-7 0,2 3-15 16,-2 4 7-16,-10 1-23 0,-5 2-8 0,5 6-4 15,1 0 3-15,-3 6-15 0,4 1 7 0,0 4-17 16,1-2 0-16,3 7-1 0,7 3-6 0,-6 2-4 16,10-1 6-16,-2 3-1 0,8-6-4 0,0 7-2 15,4-2-2-15,3 1 0 0,8 0-6 0,-6-6-6 16,10 2 10-16,3-4-7 0,1-1 1 0,-1-9 5 0,2 2-10 15,2-7-2-15,6 1-4 0,-3-7-8 16,8 2-1-16,-9-6-1 0,7 0 6 0,-6-5-1 16,-1 1 3-16,-4-5-1 0,4-3 3 0,1-3 0 0,-6 0 4 15,3-5-2-15,-9 8-8 0,3-7 11 0,-5 3 0 16,0 1 0-16,-1 1 8 0,1-1 1 0,-8 7 0 16,5-1 7-16,-3 2-11 0,0 4 10 0,1-1 0 15,-3-1-16-15,0 8 3 0,-5-4 4 0,5 4-3 16,0 0 0-16,0 0 7 0,0 0-3 0,-20 16-4 15,18-4-7-15,1 2 9 0,1 1-2 0,0 2-10 16,1-2-16-16,4 2-28 0,-1-2-13 0,2 4-19 16,6-2-16-16,-4-2-27 0,5-1-25 0,2-1-34 15,0 1-34-15,2-6-34 0,3 0-36 0,-2-4-230 16,5-1-563-16,-2-1 249 0</inkml:trace>
  <inkml:trace contextRef="#ctx0" brushRef="#br0" timeOffset="-153055.95">29827 15138 188 0,'-2'-8'290'0,"1"3"-2"0,-4-3-11 0,-2-3-6 0,4 7-14 16,-9-2-5-16,9-3-4 0,-9 6-17 0,-2 1-8 16,0-2-19-16,-1 4-12 0,-4 0-9 0,-3 1-11 15,1 4-20-15,-1 5-5 0,-4 0-20 0,2-1-9 16,6 4-10-16,0 1-12 0,1-1-7 0,1 2-9 15,3 1-8-15,-1-1-7 0,6-1-7 0,1 1-4 16,7 3-16-16,-1-3-15 0,2 0-32 0,6-1-28 16,1-1-28-16,6 1-27 0,2-5-18 0,2 4-20 15,-1-7-14-15,4-2-12 0,6 1-12 0,-2 2-7 16,0-5 1-16,9-4 2 0,-15-1 10 0,10-6 21 16,-1 4 8-16,-6-3 20 0,4-6-2 0,-1 3 25 15,-8-5 17-15,1 4 28 0,-3-1 25 0,0-2 28 0,-4 5 27 16,-1-6 22-16,-3 8 18 0,-2-6 13 0,0 5 9 15,2-2 2-15,-4 4 4 0,3-1-5 16,-6 3-4-16,5-2-12 0,-5 7-13 0,0-4-6 0,0 4-9 16,0 0-4-16,0 0-3 0,0 0-4 0,0 0-7 15,0 0 0-15,5 19-6 0,-5-8-5 0,2 1 1 16,-2-1 0-16,2 2-13 0,-1-1-9 0,6 0-13 16,-7 3-5-16,3-6-11 0,-1 1-10 0,1-2-1 15,1-1-4-15,1 0-1 0,-2-2 4 0,8 0 1 16,-9 0 2-16,-2-5 3 0,12 0 1 0,-12 0 5 15,15-2 2-15,-2-2 2 0,-5-4 1 0,0 2 3 16,4 0 1-16,0-2 10 0,-1 2 4 0,-3 2 8 16,6-4 4-16,1 4 7 0,-2-1 8 0,-5 4 0 15,2-5 2-15,0 6-5 0,-2-1 0 0,-8 1 7 16,17 4 6-16,-9-3 11 0,4 7 1 0,-2 1-2 16,-4 4 2-16,4 3-6 0,-5 3 1 0,8 8 1 15,-9 0 2-15,6 1 2 0,-6 4 2 0,3 5 4 0,1 7 4 16,-4-2 12-16,1-3 3 0,1 6-1 0,1-3 8 15,-4 2 6-15,1-4-1 0,-3 4 4 16,2 0 3-16,1 2 2 0,-4-4 1 0,3-2 3 0,-3-10 4 16,-3-2 3-16,-1 2 0 0,0-2 3 0,-5-12 4 15,3-1 1-15,-8 1 12 0,-2-5 11 0,1-2 5 16,-5-6 2-16,4-4 2 0,-8-4 3 0,-4-1-5 16,3-6-10-16,-3-6-12 0,-7-9 5 0,7 3-10 15,-3-6-8-15,4-4-2 0,-1-3-18 0,8 3-4 16,6-5-8-16,0-1-15 0,8 3-1 0,4 5-8 15,4-7-5-15,6-2-7 0,7 4-19 0,6-4-25 16,9 1-32-16,5 4-46 0,8-5-52 0,-7 2-61 16,9 1-62-16,1 4-47 0,-1 1-34 0,3 5-26 0,-5 1-30 15,-3 1-29-15,3 3-18 0,-12 10-325 16,-1-1-828-16,0 2 366 0</inkml:trace>
  <inkml:trace contextRef="#ctx0" brushRef="#br0" timeOffset="-152323.22">30953 15077 25 0,'-9'-14'312'0,"4"10"-8"16,-3-3-13-16,5 3-13 0,-5-1-10 0,-4-3-7 15,4 1-7-15,-6 0-11 0,8 1-8 0,-11 0-4 16,-4 3-11-16,6-2-10 0,-7 5-1 0,4 2-17 16,-2 3-12-16,-1 2-11 0,-6 2-14 0,1 3-12 15,4 3-8-15,6-2-10 0,1 2-12 0,-7 8-10 16,11 0-11-16,1-1-8 0,-2 3-9 0,6 1-9 16,6 1-5-16,0-3-10 0,5 2-1 0,3-4-3 0,3 5-7 15,4-5-14-15,2 2-20 0,3-6-18 0,0-1-19 16,-1-7-14-16,11 2-5 0,-7-4-16 15,6-2 2-15,0-5-6 0,1-2-4 0,-2-2-1 0,4-4-2 16,-7-1 4-16,-1-7-3 0,3 0 0 0,-4-6 0 16,0-5 4-16,9-3-8 0,-3-8 6 0,-5 2-3 15,2-8 0-15,-1 6 5 0,-7-8 6 0,-1 0 4 16,-2 5 6-16,-1-6 6 0,-2 8 8 0,-7-1 12 16,-2-4 25-16,-1 13 2 0,-2 2 8 0,0 1 10 15,0 0 13-15,-2 9 14 0,-1 0 14 0,3 1 2 16,0 7-3-16,-2-1-8 0,-1 3 2 0,-2 1-13 15,5 7-2-15,-13-3-8 0,13 3 1 0,-15 8 1 16,5 6-1-16,-2-1 18 0,-2 13-20 0,7-3-7 16,-10 6-3-16,2 10-1 0,2 3 6 0,5-1 2 15,1-2 1-15,6 1 0 0,-6-1 3 0,4 2-7 16,3-9 0-16,3 2-5 0,-3-3 1 0,3-1 20 16,1-2-32-16,-3-1 13 0,8-3-2 0,-3-1-4 0,6-7 4 15,-4-1-1-15,2 2-5 0,5-9 0 16,5-1 8-16,-5 0-10 0,6-2 3 0,-1-3 0 0,3-2-7 15,7-4-4-15,-7-4 7 0,5 0 4 0,0-6-7 16,-1 5 2-16,1 2-3 0,2-6-5 0,-9-1 3 16,8 1 1-16,-13 2-5 0,-1 2 1 0,7-1-1 15,-14 1 11-15,5 1-5 0,-6-1 17 0,-6 4 10 16,8 1-5-16,-4 1-3 0,-5 3 0 0,6-6 1 16,-6 6 0-16,0 0-5 0,0 0-4 0,0 0 3 15,0 0 0-15,-8 25 2 0,1-13-10 0,2 2-1 16,4-1 4-16,-1 4-2 0,-1 0 3 0,6 1 6 15,-3-4-33-15,3 4-23 0,6-1-31 0,-3 1-28 16,4-2-29-16,2-2-33 0,1 3-46 0,2-6-43 16,10 5-60-16,-7-8-298 0,7 0-655 0,5 3 290 15</inkml:trace>
  <inkml:trace contextRef="#ctx0" brushRef="#br0" timeOffset="-152056.12">32171 15171 297 0,'-5'-8'359'0,"-7"1"11"0,7-2 12 0,-6 2-3 15,6 3-18-15,-5-3-9 0,-3 4-13 0,4-2-22 16,-7 4-21-16,1 1-19 0,2 5-19 0,3-1-22 16,-5 0-17-16,-5 7-18 0,12 1-13 0,-7-1-19 15,2 6-17-15,-2-2-14 0,6 4-9 0,-2 0-16 16,2 0-10-16,6 1-8 0,3 1-8 0,0-1-8 15,3-1-7-15,2-2-11 0,5 0-6 0,2-2-12 16,3 0-20-16,0-1-32 0,3-2-36 0,2-3-38 16,8-2-24-16,-3 0-59 0,3-5-33 0,2 0-29 15,-2-2-43-15,-3-4-46 0,8-4-56 0,-8 1-52 16,4-3-230-16,-2 0-709 0,-2-5 314 0</inkml:trace>
  <inkml:trace contextRef="#ctx0" brushRef="#br0" timeOffset="-151888.75">32240 14858 46 0,'-16'-14'292'0,"3"7"-17"16,4 2-21-16,-2-3-18 0,2 3-23 0,3 1-23 16,1-1-20-16,5 5-21 0,0 0-34 0,-3-2-52 15,3 2-73-15,0 0-80 0,0 0-228 0,0 0-343 16,14 21 152-16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1T09:38:30.3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9116 2071 201 0,'2'-7'345'0,"3"2"-1"0,-5 5-16 0,3-7-9 15,0 4-11-15,-3-4-8 0,0 7-2 0,2-11-13 16,-2 11-12-16,-2-9-9 0,2 9-16 0,-3-7-17 15,2 0-11-15,1 7-20 0,-2-7-17 0,-5 3-16 16,7 4-15-16,-6-7-13 0,6 7-14 0,-9-2-15 16,1 0-13-16,8 2-12 0,-18 2-11 0,6-2-5 15,12 0-6-15,-26 2-6 0,8 1-7 0,-2-1-6 16,3 4-6-16,2-3-10 0,-5 3 3 0,6 0-2 16,-1 0-2-16,6 0-6 0,-2-5-7 0,1 5 3 15,3 1-4-15,1 2-2 0,2-5-2 0,-1 3-2 16,5 1 2-16,0 1-3 0,0-3-2 0,9 10 2 15,4-5 1-15,-3 1-1 0,5 0 0 0,3 0-4 16,5 0-2-16,0 3 4 0,4 1 0 0,-6-4-3 0,2 3 3 16,-4-4-2-16,4 5 4 0,-5-6-7 15,3 6 1-15,-6-4 3 0,0 0-6 0,0 2 3 16,-3-1 0-16,-1 2 0 0,-2-3-3 0,4-3 3 16,-10 3-3-16,4-3 2 0,-1 0 1 0,-6 0-4 0,7-3 2 15,-7 3 0-15,0-2 2 0,2 1-1 0,4-2 0 16,-6 0 2-16,0-6-2 0,0 14-1 0,-6-9 5 15,4-2 0-15,-3 4 0 0,-3-5-2 16,1 3 5-16,-1-3 1 0,0-1-1 0,-7-1 4 0,1 6-5 16,0-6-3-16,-5 0 3 0,-2-3-2 0,-1 0 1 15,1 2-6-15,-1-1-12 0,-6 0-42 0,-3-3-57 16,9 0-52-16,7 0-53 0,-8 1-56 16,3 1-78-16,14-5-86 0,-9 6-279 0,6-1-775 0,8-2 343 15</inkml:trace>
  <inkml:trace contextRef="#ctx0" brushRef="#br0" timeOffset="2466.3">8593 1795 284 0,'0'0'288'0,"0"0"-18"0,-6-4-4 0,6 4-13 0,0 0-6 16,0 0-30-16,-7-3-12 0,7 3-8 0,0 0-21 15,0 0-12-15,0 0-17 0,0 0-11 0,0 0-11 16,0 0-14-16,0 0-10 0,0 0-6 0,0 0-11 16,0 0-11-16,0 0-1 0,0 0-13 0,0 0-1 15,0 0 2-15,0 0-19 0,0 0-5 0,0 0 3 16,0 0-9-16,0 0-4 0,0 0 0 0,0 0-4 16,0 0-2-16,0 0-1 0,0 0 4 0,0 0-5 15,0 0 0-15,20-6-3 0,-20 6-1 0,8-2-3 16,0-3 3-16,-8 5-3 0,15-5-3 0,-6 3 0 15,-4-1 0-15,3 2-2 0,2 0 1 0,0-4-4 16,-2 4 2-16,2-1 1 0,-2 0-3 0,2-1-5 16,2 1 1-16,-4 0 5 0,2 1-3 0,0-3 5 15,1 1-7-15,1 1 5 0,1 0 8 0,-3-1-11 16,3 3-5-16,-1-1 5 0,1-1-3 0,-1 2 1 16,3 0 14-16,0 0-18 0,-1 2 3 0,6-2 3 15,-3 0 12-15,-2 1-17 0,6 4-2 0,-6-3 9 16,2 0-9-16,-1-1 17 0,1 6-16 0,-1-6 7 15,4 3-2-15,-3-2-4 0,-1 1 1 0,3 2 2 16,-3-3-2-16,-1 6 3 0,2-1 2 0,-3-3-10 16,0 0 4-16,1 3 3 0,-2-2 0 0,-5 2-2 0,2-2 3 15,3-1 2-15,-4 2-3 0,2 3 1 16,-3-2-3-16,1-3 11 0,4 0-9 0,-5 7 0 16,5-2 4-16,-3-3-3 0,-3 3 9 0,1 0-12 15,6 0 0-15,-6-1 0 0,3-3 0 0,-1 7 0 0,-1-2 0 16,-1-3 2-16,-1 3 0 0,7 1 0 0,-7-2-1 15,0 1 2-15,3-1-2 0,-2 2 1 16,0-4-2-16,0 2-1 0,-1 2 5 0,3 1 1 16,-5-3 0-16,5-2-4 0,-8 4 1 0,4 0 11 0,-1-3-14 15,2 4 0-15,-4 0 5 0,0-2-3 0,1 2 0 16,1-4 0-16,1 3 1 0,-2-2-2 0,-3 2 15 16,4-1-15-16,-3 0 2 0,1 1-2 15,-3 1-2-15,3 0 5 0,-3-3 1 0,0 1 1 0,2 1 1 16,3-2-8-16,-5 8 4 0,0-3-7 0,0 0 5 15,0-2 3-15,0 4 0 0,0-5-3 0,0-2 2 16,-5 5 2-16,3-6 2 0,2 4-1 0,0 0-2 16,-3-1 1-16,3 0-2 0,-3-3-1 0,1 1 4 15,-3 2 1-15,4-2-6 0,-3 1 9 0,-1 1-9 16,2 0 4-16,-4-4 0 0,4 3 3 0,-4 1-2 16,4-2-1-16,-2 2-3 0,-1-4 3 0,-1 5 14 15,4-4-12-15,-4-1 0 0,0 5 0 0,-1-4 16 16,0 0-13-16,0-1 1 0,1 0-3 0,-3 3 6 15,0-2-4-15,0-2-2 0,2 3-1 0,-4-2 0 16,4 1 5-16,-7 3 0 0,3-6-2 0,1 5 3 16,-1-3-5-16,2-1 5 0,-5 3-4 0,2 0-1 15,-2-5 0-15,7 3 1 0,-5 0 0 0,5-4 0 16,-6 4-1-16,6-5-3 0,1 4 3 0,-7-2 5 16,5 1 4-16,-1 1-4 0,-1 0 5 0,6 0-11 15,-10-3 11-15,7-2 4 0,-1 7-2 0,-1-5 3 16,4-2 12-16,-6 4 6 0,4-3-3 0,0-1 3 15,-1 2-6-15,1-1 3 0,0-1 2 0,-2 0 8 16,2 4-2-16,-1-3 1 0,1-1 3 0,8-1-1 16,-13 0-3-16,13 0 1 0,-17 0 4 0,17 0 0 0,-16-1 2 15,6 1 1-15,10 0-4 0,-17-2-4 16,9-3 6-16,-5 5-6 0,13 0-2 0,-15-1 4 16,15 1-5-16,-22-1 2 0,16-4-5 0,-4 5 3 15,0-1 1-15,-2-1-1 0,2-1 1 0,-1 1-1 0,11 2 2 16,-18-1 2-16,6-5 0 0,5 4 1 0,-6-1-5 15,3 1 7-15,2 0 2 0,1-2 0 16,-3 0-5-16,0 0 3 0,0-2-2 0,2 1 0 16,0 3-1-16,-2 0-3 0,2-4 1 0,1 1-4 0,-3 0-2 15,4 1 1-15,6 4-6 0,-14-7 10 0,8 2-8 16,-4 1-2-16,5 0 3 0,-5-3 1 0,3 3-4 16,1-2 3-16,-4 1-6 0,5 1 12 15,-10 1-10-15,13-2 2 0,-11 0-5 0,6 2 2 0,-1-4 2 16,3 2-1-16,-5 2 1 0,2-5 3 0,-2 4 2 15,7-3 0-15,-6 3-2 0,3 1 9 0,-3-3 1 16,3-1 1-16,-2 2 5 0,1-2 1 0,0-1-5 16,4-3 3-16,-2 8-8 0,0-2 3 0,0-3 8 15,0-3-14-15,0 7 3 0,0-8-4 0,0 0 3 16,0 3-10-16,0-5 2 0,0 3 3 0,4-5-5 16,-6 3-5-16,2-4-1 0,2 1-5 0,-4 0 3 15,1-3-4-15,1 4-4 0,3-4 4 0,-1-1-5 16,6-3-6-16,-6 7 5 0,-4-9-2 0,0 4-4 15,1-3 0-15,4 5-5 0,-3-8-22 0,0-4-28 16,10 4-35-16,0-1-50 0,5 1-64 0,-3-2-78 16,12-5-75-16,-2 5-101 0,8-5-105 0,0 10-429 15,9-3-1067-15,3 3 472 0</inkml:trace>
  <inkml:trace contextRef="#ctx0" brushRef="#br0" timeOffset="4216.85">8544 3732 215 0,'0'0'351'0,"0"-12"-4"15,-7 9-35-15,7 3-30 0,0 0-24 0,0 0-30 16,0 0-25-16,0 0-18 0,0 0-22 0,0 0-13 16,0 0-17-16,0 0-12 0,10 26-9 0,-7-18-5 0,-3 9-1 15,7-2-11-15,-7 4 3 0,3 1 0 16,0-3-5-16,-1 3-6 0,-2 6-5 0,7 1-3 16,-12 0-7-16,3-2-5 0,4 1-9 0,-2-1-4 15,0 1-6-15,-2-2-2 0,2 3-8 0,0-5 4 0,0-5-5 16,0 2-7-16,0 0-4 0,0-3 0 0,2-4 2 15,-2 0-9-15,5-2-15 0,-2 1-20 16,0-2 13-16,-1-5-18 0,-2 1-12 0,0-5-29 0,7 6-36 16,-7-6-52-16,0 0-48 0,0 0-45 0,8-13-48 15,-8 5-44-15,0-4-174 0,0 0-550 0,0-3 243 16</inkml:trace>
  <inkml:trace contextRef="#ctx0" brushRef="#br0" timeOffset="4483.92">8474 3741 230 0,'-5'-7'322'0,"3"-3"-3"0,2 6 1 0,-3-4-6 16,3 3-12-16,0-3-15 0,0 8-12 0,0-14-25 16,3 9-19-16,-1-5-21 0,8 1-19 0,-5 2-18 15,3 3-20-15,6-8-15 0,0 5-13 0,1-1-13 16,7 1-9-16,-7 3-14 0,8 1-8 0,3-6-7 15,-2 6-7-15,-3-3-7 0,2 4-2 0,-1-2-5 16,-1 3-2-16,-1 1-31 0,0 0-23 0,2 0-12 16,-8 0-35-16,8 0-22 0,-10 0-15 0,-3 0-30 15,1 4-25-15,0-4-28 0,-10 0-29 0,10 0-30 0,-10 0-15 16,0 0-35-16,8 4-222 0,-9 7-541 0,1-11 239 16</inkml:trace>
  <inkml:trace contextRef="#ctx0" brushRef="#br0" timeOffset="4733.18">8666 3933 209 0,'-3'6'252'0,"3"-6"-1"16,-2 5-1-16,2-5-5 0,0 0-8 0,0 0-13 15,0 0-10-15,0 5-13 0,0-5-8 0,0 0-5 16,0 0-17-16,0 0-13 0,0 0-13 0,0 0-12 15,0 0-13-15,0 0 3 0,13 0-29 0,-13 0-12 16,15 3-1-16,-5-6-14 0,3 3-6 0,7-1-30 16,-3 1-17-16,3 0-28 0,1-1-36 0,-1-1-42 15,8 2-36-15,0-5-50 0,4 5-45 0,-4-1-42 16,-7 1-201-16,3 0-504 0,4 0 222 0</inkml:trace>
  <inkml:trace contextRef="#ctx0" brushRef="#br0" timeOffset="5348.83">9391 3672 23 0,'0'-9'241'0,"0"9"-7"15,0 0-3-15,-2-6-4 0,2 6-5 0,-1-7 0 0,1 7-7 16,-7-5-8-16,7 5-2 0,0 0-4 0,-7-3-13 16,7 3-3-16,-6-4-10 0,6 4-12 0,0 0-6 15,-15-4-1-15,8 3-25 0,7 1-9 0,-15 0-6 16,15 0-4-16,-16 5-13 0,3-4 5 0,3 3 0 16,-4-4-3-16,3 7-5 0,-1-4-3 0,-1 2-2 15,-2 0-6-15,0 4-4 0,0-1-2 0,4 0-11 16,-4 3-2-16,5-2-8 0,0-3-3 0,-2 4-5 15,2 2-6-15,4 1 4 0,-7 0 1 0,6 0-6 16,0 2-4-16,4 0 4 0,0 2-7 0,-2-3-1 16,1 2 3-16,3-1-2 0,-1 1-3 0,4 1 2 15,-2-5-2-15,5 3 5 0,-5-2-9 0,5 3-2 16,-2-3 2-16,0-3-2 0,4 5 3 0,-2-3-1 16,2-3-1-16,1 2 0 0,2 0-4 0,1-3-1 15,1 3 3-15,3-2 1 0,1 2-8 0,-1-4 1 16,2 2-3-16,-1-5 1 0,-1 3-3 0,2-3 2 15,3-4-8-15,-5 7-9 0,6-7-5 0,-1 2-10 16,2-2-16-16,-4 0-20 0,10-2-19 0,-8-5-37 0,0 6-42 16,-1-6-38-16,3 6-34 0,-5-5-41 0,-3 3-42 15,3-6-43-15,1 0-51 0,-10 3-237 16,1-2-688-16,4 3 305 0</inkml:trace>
  <inkml:trace contextRef="#ctx0" brushRef="#br0" timeOffset="5765.46">9904 3612 167 0,'0'-8'335'0,"0"8"-7"0,0 0-10 0,0-8-8 16,0 8-9-16,2-7-16 0,-2 7-11 0,0 0-10 16,0 0-36-16,0 0-20 0,0 0-29 0,0 0-9 15,0 0-18-15,-9-4-14 0,9 4-16 0,0 0-9 16,-14 12-4-16,9-5-1 0,-4 1-16 0,3 6 6 16,-3-7-9-16,0 3 9 0,2 7-5 0,-1 0 9 15,-4-6-3-15,4 6-4 0,-1 0 1 0,5 0-6 16,-5 0-7-16,3 1-7 0,-3-3-2 0,3 0 0 15,4 5-11-15,-6-5-7 0,6 1-2 0,-1 2-6 16,1 2-7-16,2-7 2 0,0 6-2 0,2-4 0 16,3 2-6-16,3 0-6 0,-1-3 3 0,3 1-3 15,0-1-5-15,6 6-7 0,1-8-17 0,6 3-19 16,2-3-22-16,-1 1-31 0,-2-10-41 0,3 4-44 0,1 0-38 16,4 1-44-16,0-6-44 0,-9 0-45 0,9-6-38 15,-2 4-319-15,-9-3-742 0,0-1 329 16</inkml:trace>
  <inkml:trace contextRef="#ctx0" brushRef="#br0" timeOffset="6248.77">10472 3615 263 0,'0'-9'306'0,"-3"3"-12"0,3 6-10 0,0 0-17 0,-5-8-20 15,5 8-23-15,-7-3-20 0,7 3-25 0,-8-1-15 16,8 1-9-16,0 0-11 0,-24 3-5 0,16-2-10 16,-2 4-4-16,0-2-7 0,5 1 3 0,-6 3 4 15,-1-3-7-15,2-1-6 0,-3 2-10 0,6 2-12 16,-1-3-5-16,2 5-7 0,-1-1-9 0,0-2 13 15,4 0-8-15,-2 1-5 0,5 1-3 0,-2 1 5 16,2-1 0-16,2 2-1 0,6-1 1 0,-8-1-4 16,12 2 0-16,-2 1-10 0,3 2 0 0,2-3-7 15,0 1-2-15,1 0-3 0,-1-2-6 0,3 2-4 16,-1 3 4-16,-2-7-13 0,1 1 2 0,-1 6-8 16,2-7-1-16,-1 5 1 0,1-3-18 0,-2 2 12 15,0-3 2-15,-9 0-6 0,4-2-3 0,-3 3 7 16,0-1-1-16,-1 0-4 0,-4 0-3 0,3-1-1 0,0 1 2 15,-5-2-1-15,0 2 0 0,0-1 0 0,0 0-1 16,-5 1 0-16,0-2 3 0,3 0-1 16,-4 0-1-16,-3 1-2 0,4 0 2 0,-10-5-11 0,6 5-24 15,-5-3-29-15,6-1-32 0,-2-2-43 0,2 3-32 16,-4-3-35-16,12-1-46 0,-20-5-54 0,12 2-61 16,1-1-291-16,-1 1-705 0,5-3 311 0</inkml:trace>
  <inkml:trace contextRef="#ctx0" brushRef="#br0" timeOffset="6666.02">10664 3537 87 0,'0'0'326'0,"0"0"-19"0,0 0-22 0,0 0-20 16,0 0-24-16,0 0-12 0,0 0-18 0,0 0-11 15,0 0-16-15,21 9-8 0,-16-2-11 0,-1-3-6 16,2 1-15-16,7 3-4 0,-11 4-13 0,11-3-8 16,-4 6-17-16,2-2-2 0,-2 6 4 0,-1-4-17 0,3 2 3 15,-4-2 4-15,5 0-22 0,-4 2-2 16,0 1-5-16,4-2-9 0,-2 3-5 0,-2-1-8 15,0-2-1-15,0 4-10 0,-1-7 5 0,0 5-8 16,3 0 0-16,-7-5-1 0,4 4-2 0,-2 0-4 0,-4-1-5 16,1 0 6-16,-2-1 10 0,-2 1-2 0,1 0 9 15,-3-4-6-15,-2-2 10 0,1 6-4 16,-7-3-3-16,2 1-6 0,-3-1-1 0,0 1-1 0,6-6-3 16,-10 7-2-16,1-4-6 0,1 1-27 0,0-3-35 15,-3-3-41-15,6 2-41 0,-1-3-44 0,0 0-56 16,0-2-75-16,4 0-78 0,-6-3-232 0,15 0-661 15,-14-3 293-15</inkml:trace>
  <inkml:trace contextRef="#ctx0" brushRef="#br0" timeOffset="8166.98">9851 2282 62 0,'0'0'190'0,"0"0"0"0,0 0-10 16,0 0 0-16,-6-2-13 0,6 2-2 0,0 0-7 0,0 0-10 15,0 0-10-15,0 0-7 0,0 0-9 16,0 0-8-16,0 0-4 0,0 0-9 0,0 0-7 16,0 0-5-16,0 0-7 0,0 0-3 0,0 0 0 0,0 0 2 15,0 0-3-15,0 0-2 0,33 9-4 0,-17-9-10 16,2 0 0-16,4 0-7 0,8 2-6 0,4-2-4 15,13-2-3-15,2 2-6 0,-2-5-16 16,4 3-6-16,4 3 1 0,6-1 0 0,0-3 5 0,2 0-9 16,-2 3-4-16,20-3 11 0,-21 0-14 0,-2 0 3 15,3 3-2-15,2-3 11 0,-5 6-16 0,-2-2 6 16,-4-1 0-16,-3-4-2 0,3 4 1 0,-9-1 2 16,-12 1-5-16,4-4 0 0,-7 1 0 0,2 3-2 15,-9 0 3-15,-1-1-5 0,0 1 4 0,-3 0-2 16,2 1 4-16,-4-2-2 0,-1 1-3 0,-3-1 2 15,1 2 1-15,-4-1-1 0,-8 0 1 0,20-1 1 16,-10 2-2-16,-10-1 2 0,20 0 1 0,-12 0-6 16,-8 0 1-16,20-1 3 0,-20 1 0 0,15 0 1 15,-7-2-1-15,-8 2 0 0,16 0 1 0,-16 0-2 16,14 0-1-16,-14 0 9 0,15 2-12 0,-15-2 0 16,8-2-4-16,-8 2 0 0,0 0-10 0,13 0-7 15,-13 0-9-15,10-3-10 0,-10 3-12 0,0 0-15 16,7-2-17-16,-7 2-27 0,0 0-28 0,0 0-38 15,0 0-35-15,0 0-197 0,0 0-446 0,0 0 197 16</inkml:trace>
  <inkml:trace contextRef="#ctx0" brushRef="#br0" timeOffset="9848.76">11480 2244 3 0,'0'0'210'0,"-8"-3"-10"0,8 3-10 0,0 0-7 16,0 0-10-16,0 0-5 0,0 0-14 0,0 0-8 15,0 0 1-15,0 0-7 0,0 0-2 0,0 0-5 16,31 7-6-16,-18-7-6 0,7 2-4 0,0-2-12 16,8 3-11-16,5 0-6 0,0-3-9 0,17 0-9 15,1 1-6-15,-1-3-7 0,-2-3-7 0,2 3-2 16,-4 1-5-16,2-1-6 0,-10-2-1 0,-7 0-6 15,17 4-3-15,-18-4-5 0,2 1-14 0,-4 2-14 16,-12 0-15-16,8-1-18 0,-8-3-12 0,1 2-20 16,-9 2-18-16,2-2-16 0,-4 0-32 0,-6 3-31 15,9-3-25-15,-9 3-27 0,0 0-132 0,0 0-380 16,0 0 168-16</inkml:trace>
  <inkml:trace contextRef="#ctx0" brushRef="#br0" timeOffset="11382.06">13602 1977 136 0,'5'-6'283'0,"-2"3"-2"16,-3 3 5-16,12-6-8 0,-11 3-2 0,3-3-14 16,-4 6-4-16,-4-9-8 0,4 9-2 0,-1-9-35 15,1 9-19-15,-7-9-11 0,0 6-18 0,1-1-15 16,-3 2-15-16,1-4-17 0,-3 3-11 0,-1 2-2 16,-1-1-21-16,-2 1-4 0,0 1-13 0,0 1-14 15,0 1 2-15,2 2-3 0,-2 2-9 0,0-3 0 16,0 4-21-16,7 1 17 0,-2-1-14 0,-2 4 6 15,7-2-14-15,-4 3-6 0,9 2-5 0,-5-4 23 16,5 8-9-16,5-5 9 0,-5 7-10 0,9-10-6 16,-4 10 11-16,4-2-13 0,-1-3-2 0,5 3 3 15,7 0 0-15,-10-3-8 0,7 1 8 0,2 4-1 16,3-5 0-16,3 1-2 0,-9-1 5 0,3-3-3 0,-3 0-2 16,11 2-2-16,-17-2 2 0,4 0-12 0,0 3 10 15,1-11-5-15,-7 11 4 0,2-7-1 16,-5-5-3-16,1 7 1 0,1-7-3 0,-5 2-2 15,3 1-4-15,-4-2 4 0,-1-4 5 0,0 8 2 0,0-8-6 16,-8 12 3-16,1-9-5 0,-1 0 9 0,-5 2-1 16,-4-4 0-16,1 1 2 0,-4-1-14 0,0 0-13 15,0 2-27-15,-8-6-25 0,0 6-23 16,-2-3-22-16,9-3-20 0,-1 6-24 0,-1-6-26 0,1 2-44 16,7-3-43-16,1-4-54 0,7 2-205 0,-1-3-578 15,3 1 257-15</inkml:trace>
  <inkml:trace contextRef="#ctx0" brushRef="#br0" timeOffset="11716.07">13981 1578 190 0,'0'0'285'0,"0"-7"-2"0,0 7-12 0,-5-8-11 16,5 8-17-16,-2-4-14 0,2 4-14 0,0 0-26 15,0 0-15-15,0 0-24 0,0 0-18 0,-6-7-16 16,6 7-7-16,0 0-15 0,-12 15-6 0,7-10 0 15,-3 2-17-15,-2 8-7 0,3-4-6 0,-8 2-11 16,5 1-8-16,-3 1-24 0,3 2-25 0,-3-4-31 16,-4 9-41-16,2 0-61 0,-3-7-88 0,2 6-254 15,-6 2-523-15,4-6 232 0</inkml:trace>
  <inkml:trace contextRef="#ctx0" brushRef="#br0" timeOffset="12299.64">12622 2049 202 0,'0'0'358'16,"-3"-6"-20"-16,3 6-20 0,0 0-31 0,0 0-26 15,0 0-27-15,0 0-22 0,0 0-21 0,0 0-22 16,0 0-11-16,0 0-20 0,39 13-14 0,-22-5-8 15,3 2-13-15,8-1-9 0,-5-1-10 0,5 6-8 16,-6-7-7-16,-6 2-8 0,6 0-3 0,-2 0-10 16,-4 3-5-16,1-4-1 0,-4 0-10 0,2 1-8 15,-5 5 9-15,-4-6-12 0,1 0 0 0,-5 0 6 16,-2-1-9-16,-2 1 0 0,-1 0-6 0,-2 0 4 16,-9 2-4-16,0-1-1 0,-3 1 1 0,0-1-6 0,-9 4 7 15,6-2-8-15,-5 4-13 0,2-7-29 16,3 0-33-16,-1 3-40 0,6-8-33 0,2 3-55 15,-2 1-61-15,6 0-53 0,8-2-176 0,-6-2-529 16,9 5 233-16</inkml:trace>
  <inkml:trace contextRef="#ctx0" brushRef="#br0" timeOffset="13382.01">13600 1417 93 0,'0'0'200'16,"-10"-4"-15"-16,5-1-11 0,-1 1-13 0,-3 1-14 15,1 0-9-15,8 3-12 0,-18 0-8 0,8-1-9 16,10 1-5-16,-22 1-3 0,14 2-5 0,-8 1-5 16,6-1-6-16,-7 2-5 0,2 2-6 0,0 0 5 15,0 1-4-15,0 4 0 0,1-1 1 0,-1 0-6 16,1 1 8-16,0 3-12 0,-1-1 1 0,-4 6-3 16,0 0-2-16,2 1-4 0,-1-2 1 0,1 2-3 15,1 0 6-15,1 3-2 0,0-3-4 0,-5 1-2 16,5 1 3-16,0 0-8 0,0-4 0 0,0 5-2 15,2 0 1-15,-2 0-5 0,0-2-2 0,1 0 3 16,7 2-3-16,-8-2-6 0,8-6 1 0,-1 3-6 16,0 0 6-16,-2-1-2 0,0 6 0 0,5-4 3 15,-2-3-6-15,1 3-2 0,-1 2-5 0,1-5 5 16,4 4-6-16,-3-3 11 0,2 0-7 0,-1 0-4 16,4 3 1-16,0-2-3 0,0 1 1 0,-3-2 2 15,3 3-4-15,-3-3-4 0,6 2-6 0,-3 0 10 0,3-2-5 16,1 6-3-16,-3-4 1 0,1-2 1 0,3-2 2 15,-3 1-2-15,1-2-1 0,0 3-6 16,0 0 4-16,2 0 7 0,0-3-8 0,-1 0 12 16,1-1 1-16,5 2 9 0,-4 0 3 0,1-4 2 0,1 3 2 15,0-3 7-15,7 5 1 0,-6-7 5 0,7 6-1 16,-4-6 5-16,3 3 3 0,4-2-1 0,-4-2-1 16,2 0-1-16,3 1-2 0,-4 0 2 0,7-3-6 15,-3 0-4-15,5 4-3 0,-3-4 2 0,-1 1-6 16,7-5-3-16,-4 2-5 0,5 1 2 0,-1-4-5 15,2 6-6-15,0-4 3 0,-3-2-6 0,-3-1-2 16,-2 3 0-16,1-3 3 0,5 3-3 0,-6-2 1 16,-1-2-6-16,1-2 5 0,4 1 5 0,2-2 8 15,-4-2 4-15,-1 4 4 0,-3 1 3 0,1-3 3 16,1-3 4-16,1 0 5 0,-2-1 9 0,-1-1 2 16,-2 0 6-16,12-2-1 0,-13 1 3 0,1-2-3 15,5-4 1-15,0 2-9 0,-1-2-3 0,-1-6-4 16,1 3 1-16,-1 0 2 0,-4-3 3 0,4-2 3 15,1 7 0-15,-2-5 0 0,-4 0 4 0,-1 0-5 16,5-3 5-16,-3 3 0 0,-4-2 10 0,0 3 2 16,2-6-1-16,0 2-5 0,-4-3 2 0,3 1 0 15,-1-2-8-15,-3-2-3 0,5 2-7 0,-9-1 2 16,-1-4-8-16,5 3 2 0,-3-2-5 0,1 2-3 0,-8-13-33 16,7 1-12-16,-11 3 0 0,1-5 0 0,0 6 0 15,-7-3 0-15,3-3 0 0,-3 7 0 16,-5 0 0-16,-1-6 0 0,-2 8 0 0,-5-2 0 15,-1 5 0-15,3 5 0 0,-4-4 0 0,-5 1 0 0,4 8 0 16,3 5 0-16,-6 0 0 0,6-2 0 0,-8 9 0 16,4 2-39-16,-9-1-121 0,3 8-32 0,-12-1-31 15,-1 13-33-15,8-3-32 0,8 2-25 0,-11 10-18 16,1 0-10-16,-3 11-6 0,3 1-14 0,-3 3-30 16,5 4-28-16,-5 0-28 0,7 3-234 0,-1 2-737 15,9 0 326-15</inkml:trace>
  <inkml:trace contextRef="#ctx0" brushRef="#br0" timeOffset="13965.18">14050 3413 234 0,'0'0'393'0,"7"-10"-1"0,-7 10-6 15,0-4-9-15,0 4-26 0,2-6-21 0,-2 6-34 16,0 0-29-16,0 0-32 0,0 0-23 0,0 0-23 16,0 0-26-16,0 0-11 0,0 0-16 0,6 17-14 0,-6-9-13 15,3 2-16-15,1 2-1 0,-4-2-10 16,1 7-8-16,4 0-7 0,-3 0-6 0,6-2-5 16,-8 3-4-16,5 1-4 0,-3-2-7 0,6 10-6 15,-3-9 1-15,-3 1-4 0,4-2-1 0,1-2-11 0,-5 0 8 16,4-3-4-16,-1 2-7 0,-3-5 1 0,5 2-24 15,-7-2-12-15,6-1-25 0,-4-1-22 16,4 1-28-16,-6-5-21 0,0-3-17 0,2 8-37 0,-2-8-41 16,7 4-53-16,-7-4-49 0,0 0-35 0,0 0-236 15,0 0-629-15,0 0 280 0</inkml:trace>
  <inkml:trace contextRef="#ctx0" brushRef="#br0" timeOffset="14201.2">14044 3364 180 0,'-2'-8'347'15,"0"-3"-2"-15,1 5-7 0,2-5-5 0,1 4-15 16,0-1-9-16,1 0-26 0,0 0-27 0,4 1-21 16,-5 0-22-16,4 0-23 0,1 2-17 0,4-2-21 15,-1 2-15-15,7 0-10 0,-2 0-17 0,5 0-12 16,-4 3-5-16,7 0-17 0,-4 4-20 0,2-2-32 15,-4 0-36-15,6 0-31 0,-3 0-35 0,1 2-34 16,-3 3-35-16,-4-3-37 0,2 2-41 0,-3 0-40 16,-3 0-33-16,0 0-208 0,-3 0-546 0,-4 3 242 15</inkml:trace>
  <inkml:trace contextRef="#ctx0" brushRef="#br0" timeOffset="14382.99">14116 3484 122 0,'0'10'257'16,"0"-10"-2"-16,15 7-17 0,-8-7-17 0,6 2-25 0,4-2-15 15,-1 1-21-15,3 2-14 0,4-1-12 16,-2-2-15-16,7 1-20 0,2-2-29 0,-2 3-54 16,2-2-65-16,0-1-65 0,-4 0-73 0,-4-1-124 15,6-1-337-15,0 2 150 0</inkml:trace>
  <inkml:trace contextRef="#ctx0" brushRef="#br0" timeOffset="14781.82">14891 3328 228 0,'0'-4'324'0,"0"4"-9"0,-10-3-6 0,10 3-17 0,-10-6-16 15,5 4-7-15,-1-2-23 0,-3-2-13 16,1 4-9-16,-4-1-11 0,4 2-11 0,8 1-10 0,-23 0-7 16,8 0-11-16,2 1-5 0,3 2-5 0,-10-1-7 15,2 5-4-15,3-4-5 0,-3 5-6 0,1-4-2 16,-3 8-13-16,5-5-12 0,1 5-2 0,2 3-6 15,-5-3-3-15,8-1-8 0,-1 5 0 0,-2-5-10 16,5 6-2-16,-1-2-2 0,5 0-3 0,-1 0-4 16,3 1-5-16,1-1-4 0,5 2-3 0,-2 1-2 15,5-5-5-15,4 2-5 0,-2-1-6 0,5 1-7 16,5-5-10-16,0 4-21 0,4-2-17 0,4-4-29 16,-1 0-35-16,1 0-41 0,2-5-48 0,-2 0-48 15,2-3-48-15,0 0-46 0,-2 0-49 0,0-6-49 16,-3 0-343-16,-7 3-807 0,0-1 358 0</inkml:trace>
  <inkml:trace contextRef="#ctx0" brushRef="#br0" timeOffset="15865.12">15470 3170 144 0,'0'0'347'0,"0"-11"-6"0,-1 5-4 0,1 6-4 16,-5-7-17-16,5 7-14 0,0 0-30 0,0 0-22 16,0-10-29-16,0 10-29 0,0 0-17 0,0 0-21 15,0 0-8-15,0 0-19 0,-30 15-12 0,17-5-10 16,1 0-1-16,-3 0 0 0,0 7 4 0,-3 0 1 16,0 2 1-16,3 3-3 0,0 0-3 0,4-5-5 0,-4 5-3 15,0 0-7-15,0 2-5 0,8-4-1 16,1-4-5-16,-4 3 1 0,10 0-4 0,-5 0-1 15,5-1-3-15,5 2-2 0,1-4-4 0,4 8-1 16,3-5-9-16,9-2-3 0,1 2-5 0,-3-2-8 0,3-5-23 16,5 3-25-16,-1-5-33 0,4 0-43 0,-4-5-47 15,8 3-46-15,-6-1-43 0,-6-3-46 16,4-1-46-16,-6-5-52 0,-2 2-46 0,-3 0-229 16,4 0-692-16,-3-5 306 0</inkml:trace>
  <inkml:trace contextRef="#ctx0" brushRef="#br0" timeOffset="16365.21">15891 3225 178 0,'0'-10'291'0,"0"10"0"0,5-8-15 0,-5 8-9 15,1-7-15-15,-1 7-24 0,-6-10-18 0,6 10-13 16,-7-2-25-16,7 2-16 0,-8-7-16 0,8 7-11 16,-13-1-13-16,13 1-7 0,-15 0-15 0,15 0-6 15,-17 1-4-15,11 1-10 0,6-2-3 0,-19 6-9 16,14-5-7-16,-5 6-5 0,1-3 0 0,4 3 2 15,-2 0 0-15,2-2 6 0,3 4-6 0,1-1 7 16,-3 2 1-16,4 2-1 0,4-2 3 0,-1-1-15 16,2 3 7-16,5-1-7 0,-3 5-14 0,2-3 11 15,5 2-5-15,-1-1-3 0,-5-2-5 0,5 1-5 16,2-3 4-16,0 6-4 0,-5-8-6 0,3 4-12 16,2-1 12-16,-1-2-1 0,-5 6-3 0,1-11 2 0,0 4-5 15,-3-1 3-15,0 1-10 0,-4-4 4 16,4 3-4-16,-3-3 4 0,-2-1-8 0,-2-3-1 15,-2 11 2-15,2-11-4 0,-11 7 8 0,6-4-5 16,-5 1 0-16,-2-4 1 0,-6 3-15 0,3 2-17 0,0-5-23 16,-1 0-24-16,-4 0-24 0,5 0-25 15,2-2-28-15,3 4-27 0,-3-2-46 0,4-6-56 0,9 6-53 16,-13-6-185-16,13 3-563 0,0 3 249 16</inkml:trace>
  <inkml:trace contextRef="#ctx0" brushRef="#br0" timeOffset="16632.91">16171 3015 58 0,'3'-4'318'0,"0"-3"-12"0,-3 7-13 16,7-7-15-16,-7 7-19 0,5-5-16 0,-5 5-22 15,3-5-23-15,-3 5-19 0,0 0-21 0,0 0-17 16,0 0-15-16,0 0-17 0,0 0-10 0,0 0-8 16,0 0-6-16,0 0-12 0,-15 16-5 0,9-8-7 15,-1 0-9-15,-1 2-6 0,-1 3-3 0,-4-1-29 16,6 3-29-16,-4-6-23 0,3 6-30 0,-4 0-34 16,4-3-40-16,-1 0-53 0,3 2-50 0,1-1-208 15,3-2-490-15,2-3 217 0</inkml:trace>
  <inkml:trace contextRef="#ctx0" brushRef="#br0" timeOffset="16965.29">16434 3108 83 0,'0'0'344'16,"0"0"-11"-16,0 0-22 0,16 1-5 0,-16-1-19 15,12 7-4-15,-2-4-19 0,-4 2-8 0,4 3-18 16,4-1-10-16,-8 1-18 0,9 4-11 0,0-1-10 16,-7-1-15-16,5 0-23 0,2 7-9 0,-1-4-16 15,-4 3-11-15,3-1-7 0,-5 3-12 0,7-1-10 16,0 6 1-16,-9-7-18 0,6 8-4 0,-4-2-10 15,-4-3-5-15,1 1-17 0,-4 7-22 0,-2-4-22 16,-1 8-34-16,-3-4-46 0,-5 1-35 0,-8 10-41 16,-5-4-44-16,-14 1-68 0,11-7-66 0,-7 3-259 15,-4 0-655-15,1-3 290 0</inkml:trace>
  <inkml:trace contextRef="#ctx0" brushRef="#br0" timeOffset="24381.43">14673 2190 155 0,'0'0'284'0,"0"0"-1"0,0 0-12 0,0 0-3 0,0 0-12 16,0 0-4-16,0 0-2 0,0 0-6 0,0 0-5 15,0 0-4-15,0 0-2 0,0 0-5 16,0 0-15-16,0 0 0 0,0 0-5 0,0 0-7 16,0 0-3-16,0 0-7 0,0 0-12 0,0 0-10 0,0 0-14 15,0 0-12-15,11 0-14 0,7 1-5 0,4-1-19 16,8 0-8-16,3 2-12 0,16 3-8 0,3-4-7 15,2 2-5-15,9-2-8 0,0 4-6 16,17-2-6-16,-16 4-2 0,1 1-5 0,-1-4-5 0,-1 3-2 16,2 0-5-16,-4-3-1 0,2 5-3 0,-4-2-4 15,-1-3 1-15,-5-1-4 0,0 0 1 0,-1-2-5 16,-1-1 4-16,-21 2-4 0,6 1-2 0,10-3 1 16,-16 2 2-16,5-4-3 0,-8-1 1 0,-6 1-3 15,4-2 1-15,-9 2 1 0,-1-3-3 0,5 3 1 16,-3-3 3-16,-6 4-1 0,-1-2-1 0,-3 0 3 15,1 1-4-15,-1-1-3 0,-7 3 1 0,15-4-1 16,-15 4-4-16,13-3-2 0,-13 3-2 0,0 0-10 16,7-1-17-16,-7 1-24 0,0 0-18 0,0 0-26 15,8-2-28-15,-8 2-32 0,0 0-21 0,0 0-28 16,0 0-22-16,0 0-26 0,0 0-32 0,0 0-38 16,0 0-31-16,0 0-315 0,0 0-728 0,15 0 322 15</inkml:trace>
  <inkml:trace contextRef="#ctx0" brushRef="#br0" timeOffset="25031.45">16300 1997 23 0,'0'0'357'0,"-12"-7"-5"0,12 7-12 16,-8-1-10-16,8 1-9 0,-7-3-15 0,7 3-24 16,0 0-22-16,0 0-12 0,0 0-26 0,0 0-14 15,0 0-6-15,0 0-5 0,28 9-20 0,-8-3-12 16,5 3-6-16,1 3-12 0,3-9-14 0,-3 7-14 0,-3 2-7 15,4-4-12-15,-9 1-12 0,10 3-7 16,-11-6-10-16,2 3-9 0,-4 3-8 0,0-5-3 16,-8 1-8-16,1-1-4 0,-1 1-1 0,1-1-7 0,-1 1-2 15,-2 3-7-15,-5 1 3 0,0-4-2 0,-5 4-3 16,5 3-3-16,-9 0-1 0,3 1-5 0,-9 0-13 16,2-4-33-16,-2 7-39 0,0 4-45 0,2-8-41 15,3 1-32-15,-5 4-36 0,2-1-39 0,-1-4-52 16,13 0-57-16,-9 4-243 0,5-2-669 0,5 1 296 15</inkml:trace>
  <inkml:trace contextRef="#ctx0" brushRef="#br0" timeOffset="26299.1">17543 1970 27 0,'5'-4'237'0,"1"0"8"16,2 0 1-16,-1-1 1 0,0 2-4 0,1-5-6 15,-1 2 1-15,-6 2-2 0,6-1-2 0,-7 5-7 16,8-8-6-16,-8 1-1 0,0 7-14 0,5-8-7 16,-5 3-12-16,0 5-7 0,2-9-7 0,3 4-10 15,-5 5-13-15,-5-8-16 0,5 8-10 0,-2-8-13 16,2 8-12-16,-5-6-9 0,-3 1-12 0,8 5-8 0,-8-4-8 16,8 4-11-16,-22-1-5 0,22 1-4 0,-18 1-4 15,6 2-3-15,-1 1-9 0,5 0-1 16,-4 0 0-16,1-1-4 0,1 3-11 0,0 1 9 15,0 0-6-15,0 1 1 0,2 0-1 0,-2 3-6 0,3-3 10 16,0 0-11-16,4 1 1 0,-3 1 4 0,1-1-5 16,3 5-3-16,0-3 3 0,2-1 2 0,0 0-2 15,4 6 2-15,2 0 2 0,1-4-4 16,1 6 3-16,7-6-1 0,-3 4-2 0,4-2 4 0,6 6-3 16,-3-4-1-16,0 0-6 0,6 1 7 0,-6 0-3 15,3-1-2-15,1-4 5 0,-10-1-5 0,2 0 6 16,7 3-7-16,-7-2 1 0,-2-3-7 0,0 4 8 15,-5-5-4-15,1 4 1 0,-3-6 1 0,1 2-1 16,-4-1 1-16,4 1-4 0,-2-3-1 0,-4 3 1 16,1 2 0-16,-4-5 3 0,2 1 1 0,0-6 11 15,-8 12-7-15,2-8 2 0,-3 0-1 0,-6 0 0 16,0 0-1-16,-3 0 4 0,2-3-1 0,-7 1-5 16,-1-2 13-16,-4-2-18 0,0 1-14 0,-2-3-18 15,9 3-24-15,-1-2-30 0,6-3-31 0,-1 1-34 16,2 1-32-16,2 7-42 0,5-9-50 0,3 0-62 15,3-3-53-15,0 1-211 0,7-2-653 0,5 3 289 16</inkml:trace>
  <inkml:trace contextRef="#ctx0" brushRef="#br0" timeOffset="26981.39">17736 1665 50 0,'-6'-8'223'0,"-3"1"-7"16,1-2-10-16,-2 1-5 0,0 1-7 0,-5-5-5 15,7 1-7-15,-12 6-8 0,4-6-7 0,4 2-7 16,-6 3-7-16,5 1-10 0,-9-3-14 0,7 0-8 0,-3 2-19 16,0 3 2-16,-4 1 3 0,4-5-20 0,-2 2-11 15,2 2-6-15,-2 3-5 0,4 3-5 0,-6-1-2 16,2 4-9-16,0 0-7 0,0-4-4 0,2 6 3 16,-2 3-7-16,2-2 4 0,5 6 0 0,-10 3 1 15,1 2 3-15,2-1 2 0,6 4 2 0,-10-3-1 16,9 6 4-16,-1-1-3 0,1 0 0 0,-2 3-4 15,6-3-1-15,-4 4-5 0,-2 3 11 0,4 5-6 16,0-9 6-16,1 10 5 0,2-5-9 0,7-4 5 16,-4 3-9-16,6 6 5 0,-4-6 4 0,10 14-2 15,-4-18 4-15,9 10-3 0,0-5 6 0,0-3-8 16,2 0 8-16,8 8-5 0,-2-10 3 0,5 8 1 16,2-3 0-16,8-3 4 0,-6-12-4 0,7 12-2 15,3-6 2-15,-1 0-7 0,5-2-3 0,-1-3 1 16,3-6-3-16,-11-4-9 0,16 0 4 0,-4-1 0 15,-11-5-7-15,12-2-2 0,-10 2-4 0,10-6 1 16,-11 0-1-16,-1 2-5 0,14-10 2 0,-16 3 8 16,-3-7 20-16,4 3 3 0,-2-3-1 0,8-6-3 15,-2 2 4-15,-8-4 0 0,7 0-5 0,-5-8-1 16,-4 0-3-16,1-2 4 0,-7 8 0 0,-4-6 0 16,1-8 0-16,-6 12 0 0,1-10 5 0,-5 4-1 15,-4-6-1-15,2 8 2 0,-13-8-2 0,1 4-7 16,-1-1 1-16,-11-3-6 0,0 3-9 0,-5 3 2 0,-2-1-4 15,-4 5-8-15,-1-4 1 0,-6 6-5 16,-6 6-17-16,0 1-17 0,0 0-29 0,-3 6-33 16,-2 7-44-16,1 1-46 0,6 4-45 0,-7 8-46 15,2-2-39-15,-4 11-45 0,10 2-66 0,-1 5-370 0,5 5-848 16,-1 7 375-16</inkml:trace>
  <inkml:trace contextRef="#ctx0" brushRef="#br0" timeOffset="27365.43">18157 2949 53 0,'0'0'319'0,"0"-8"-22"0,0 8-32 15,0 0-24-15,0 0-24 0,0 0-14 0,0 0 6 16,0 0 2-16,-2 24-5 0,2-13-3 0,-2 1 0 16,2 4-5-16,2 1 9 0,-4 0-7 0,-1 2-4 0,3 1-6 15,3 7-9-15,-1-8-3 0,-2 2-14 16,0 5-13-16,2-7-11 0,3 7-14 0,-4-1-8 15,1-6-10-15,3 8-13 0,2 0-12 0,-6-10 0 16,6 12-11-16,-1-4-2 0,-2-7-6 0,4-2-9 0,-1 3-4 16,1-6-16-16,2 4-16 0,-5-8-24 0,1-1-30 15,1 2-42-15,1-5-52 0,1 0-47 16,-3 0-52-16,1-3-58 0,1-2-64 0,-8 0-60 0,15-4-210 16,-8-2-671-16,1 1 298 0</inkml:trace>
  <inkml:trace contextRef="#ctx0" brushRef="#br0" timeOffset="27598.04">18188 3003 101 0,'-3'-9'425'0,"-2"0"6"0,3 0 7 0,1 1-8 0,-3 1-9 16,3 3-17-16,1-7-22 0,0 5-29 0,0 6-35 15,6-7-32-15,2 0-35 0,1 2-21 0,-1 2-20 16,7-2-24-16,0 3-20 0,1 1-12 0,3-2-18 15,2 6-16-15,-4-3-22 0,6-3-30 0,-3 6-33 16,1-2-45-16,2 2-51 0,-3 1-62 0,-2-3-50 16,1 2-45-16,-8-3-48 0,-1 4-49 0,2 0-42 0,-2-1-39 15,-7 2-225-15,-1 0-673 0,-2 1 298 16</inkml:trace>
  <inkml:trace contextRef="#ctx0" brushRef="#br0" timeOffset="27764.69">18233 3154 109 0,'0'0'277'16,"0"9"-8"-16,6-7-15 0,4 3-15 0,2-2-21 0,-4 1-20 15,7-1-21-15,7 0-17 0,-7 2-16 0,6-4-11 16,12 3-19-16,-13 1-13 0,11-3-28 0,1-1-48 16,-7 3-62-16,5-4-57 0,3 0-72 0,-2 0-200 15,-6 2-396-15,3-4 175 0</inkml:trace>
  <inkml:trace contextRef="#ctx0" brushRef="#br0" timeOffset="28081.54">18969 3042 264 0,'0'-6'365'0,"0"6"4"0,-1-9-2 0,1 9-1 15,-2-12-8-15,-5 6-12 0,1 1-12 0,-1 1-20 16,6-2-22-16,-9 0-11 0,0 0-20 0,1 1-19 15,-4 3-13-15,5 0-19 0,0-1-13 0,-6 0-14 16,6 3-15-16,-7 0-12 0,4-2-13 0,1 4-10 16,-7 1-10-16,4 2-7 0,-4-3-9 0,4 3-12 15,0 2-5-15,-4 4-2 0,2 0-7 0,7-1-2 16,-5 5-7-16,3 0 0 0,0 0-5 0,0 1 1 16,8 6-9-16,-3-3-3 0,5 1-3 0,0 0-4 0,0-2-7 15,0 5-3-15,7-7-2 0,3 11-3 0,2-4-12 16,3-2-7-16,6 1-18 0,-1-5-22 15,1 1-28-15,6-2-32 0,13-2-42 0,-11-5-43 0,5-2-52 16,9 2-46-16,-12-1-41 0,-1-6-44 0,5-1-50 16,11-5-43-16,-16-3-317 0,3-3-828 0,-5 0 367 15</inkml:trace>
  <inkml:trace contextRef="#ctx0" brushRef="#br0" timeOffset="28414.7">19438 2933 92 0,'0'0'437'0,"1"-10"16"16,-1 10-10-16,4-4-9 0,-4 4-20 0,0 0-23 15,0-6-28-15,0 6-31 0,0 0-34 0,0 0-28 16,0 0-28-16,0 0-24 0,0 0-23 0,-33 10-19 15,23-2-20-15,-5-1-11 0,0 1-18 0,-5 4-9 16,2-2-8-16,1 4-8 0,7 1-5 0,-1-1-6 16,-6 2-7-16,9 0-2 0,-2 2-7 0,-2 5-6 15,6 2-2-15,3-3-9 0,3-3-3 0,0 1-3 16,3 3-3-16,2-1-3 0,-2-3-10 0,17 1-9 16,-12-3-14-16,9 6-26 0,1 0-24 0,2-3-40 15,6-6-43-15,1 1-63 0,3-5-58 0,-2 4-59 0,0-8-62 16,3 1-65-16,-1-4-350 0,0-3-840 0,1 0 371 15</inkml:trace>
  <inkml:trace contextRef="#ctx0" brushRef="#br0" timeOffset="28799.16">20002 2958 281 0,'-1'-8'386'0,"2"1"-1"15,-1 7-4-15,-1-9-19 0,1 5-15 0,0 4-23 16,-9-9-31-16,8 6-27 0,-4-4-27 0,0 2-28 16,-4 3-16-16,-2-3-22 0,3 4-17 0,-6 1-18 15,-1 0-12-15,15 0-3 0,-24 0-22 0,12 5-9 16,-1-4-11-16,3 5-4 0,2-3-7 0,-4 3-8 16,7-2-7-16,-2 6 0 0,1-2-1 0,4 0-3 15,0 4-3-15,2 2 0 0,2-1-2 0,3 2-1 16,5 3-3-16,0-3-3 0,0 3-5 0,3 3-1 15,7 1-2-15,-4-2-3 0,4-2-5 0,-1 6-3 16,2-3-6-16,-4-1 3 0,-2-5-2 0,-4-2-2 16,4 2-1-16,-7-2-7 0,-1 0 6 0,1-4-3 15,4 3-1-15,-9-4 0 0,-3 4-3 0,0-5 3 16,0 0 1-16,-3 2 0 0,-9 0 0 0,4-6-3 0,-7 1 5 16,0 3-6-16,-6-3-12 0,2-1-27 0,-5-2-32 15,-1-5-46-15,2 3-46 0,-4-7-33 16,6 6-24-16,2 1-37 0,-1-2-64 0,11 0-63 15,-1-3-278-15,1-2-712 0,8 1 316 0</inkml:trace>
  <inkml:trace contextRef="#ctx0" brushRef="#br0" timeOffset="29081.27">20158 2779 373 0,'0'0'474'16,"0"0"-2"-16,3-8-14 0,-3 8-22 0,0 0-31 16,0 0-23-16,0 0-25 0,27 4-23 0,-9 4-22 15,2 0-25-15,8 9-26 0,3 0-23 0,7 2-24 16,-1 8-16-16,-1-2-23 0,5 1-16 0,-2 1-18 16,-5 1-11-16,-2 6-14 0,-2-2-11 0,-1 2-12 15,-5 0-6-15,2 6-11 0,-8-3-6 0,-5-8-6 16,-3 9-10-16,-5-7-1 0,-5 13-9 0,-5-10-17 15,-8 5-26-15,-5-1-45 0,-12 3-46 0,0-1-67 16,-4-5-58-16,-4-1-79 0,-7 2-69 0,-2-6-98 16,-9-2-368-16,5-6-898 0,-5-2 398 0</inkml:trace>
  <inkml:trace contextRef="#ctx0" brushRef="#br0" timeOffset="45481.45">9816 4740 43 0,'0'-10'383'0,"2"1"9"0,-5-1-3 16,4 2 7-16,4 0-32 0,-5 5-29 0,0 3-37 16,2-8-35-16,-2 8-30 0,0 0-26 0,0 0-17 0,0 0-17 15,7 19-2-15,-4-6-12 0,4 17-4 16,-1-3-4-16,6 12-1 0,-1 4-4 0,-2 2-6 0,1-1-7 16,-4 7-7-16,4 5-8 0,-2 2 20 0,1-1-3 15,4 0-10-15,-5 16-10 0,-6-17-4 0,4-1-12 16,1 0-8-16,0-3-3 0,-7-1-11 0,6-3-5 15,1-2-5-15,-5-5-4 0,-2-8-10 0,6-5-4 16,-4 2-4-16,4-4-5 0,-1-11-30 0,-5 5-35 16,2-7-33-16,-2-1-28 0,7-2-27 0,-7-2-28 15,0-5-50-15,0-3-62 0,0 0-61 0,0 0-70 16,0 0-70-16,0 0-292 0,8-26-808 0,-8 11 357 16</inkml:trace>
  <inkml:trace contextRef="#ctx0" brushRef="#br0" timeOffset="46264.91">9818 4629 61 0,'0'-8'356'0,"3"-2"-10"0,-3 4-14 0,0 6-15 15,0-6-20-15,0 6-32 0,0-8-21 0,0 8-37 16,0 0-21-16,0 0-22 0,0 0-14 0,0 0-9 16,-8 19-19-16,1-4-16 0,2-2-8 0,4 5-8 15,-2 0-13-15,-6 0-4 0,6 1 3 0,-4-2-14 16,-1 5-3-16,3 1-15 0,-2-5-1 0,1 2-4 15,3 0-5-15,3-1-5 0,-5-4-4 0,5-8 3 16,0 2-5-16,-2 2 3 0,2-4 1 0,2-4 4 16,-2-3-6-16,11 0 6 0,-11 0-14 0,17-10-1 15,-2-5 14-15,-2 0-12 0,3-5 11 0,-1-6-13 16,2 2 4-16,1-1 13 0,-1 0 11 0,-3-3 13 16,1 6 10-16,-1-5 17 0,2 7 10 0,-9 5 7 0,1-4 11 15,-1 6 10-15,-1 1 3 0,1 2-3 16,0 1-9-16,-6 4-9 0,1-5-13 0,4 7-11 15,-1-2-12-15,-5 5-13 0,0 0-9 0,9-2-3 0,-9 2-6 16,0 0-1-16,6 21-4 0,-4-12-2 0,6 5-2 16,-1 3-5-16,1 1 0 0,4-2-4 0,-4-1-4 15,0 1-10-15,7 8-4 0,-3-6-10 0,-1-2-3 16,-2 0-2-16,4-1-9 0,-2 1-1 0,4-1-4 16,-5-3 5-16,2 0-3 0,-2 0 4 0,-2-5 2 15,0 1 3-15,-1-4 5 0,-2-1 2 0,-2 2 1 16,4-1 7-16,-7-4-2 0,0 0 9 0,0 0 7 15,0 0 1-15,0 0 5 0,0 0 0 0,0 0-1 16,-15-19 0-16,2 11-3 0,-2 4-3 0,-3-1-1 16,-6 4-1-16,-5-1 0 0,-6 2 1 0,-8 3-5 15,6 5 0-15,-7-4-3 0,-1 8 5 0,14-4 0 16,-2 3-19-16,1-1-26 0,6-1-41 0,9 2-58 16,1-3-47-16,-1 4-40 0,5 0-38 0,9-2-55 15,3-3-82-15,2 3-347 0,4-5-807 0,9 2 357 16</inkml:trace>
  <inkml:trace contextRef="#ctx0" brushRef="#br0" timeOffset="71629.03">12955 5904 195 0,'8'-9'373'0,"-2"-7"-5"0,4 2-9 15,-6 1-12-15,1 3-9 0,-4 3-15 16,1-2-11-16,-2 1-26 0,3 1-20 0,-6 2-27 0,6-3-24 16,-3 8-26-16,-8-10-19 0,1 6-20 0,-4 3-17 15,1 1-12-15,-2-2-14 0,-4 4-10 0,-4-1-17 16,3 2-2-16,-4 1-8 0,4 1-6 0,-1 1-9 15,6 0-7-15,-7 0-7 0,10 2-3 0,-2-1-3 16,1 1-2-16,3-1-4 0,1 5-3 0,4-3 0 16,0 2-3-16,2 0-5 0,2 1 5 0,11 5 1 15,-1-3-4-15,8 5-4 0,1 2 1 0,6-2-3 16,6 7 3-16,1 1-3 0,-4 1-2 0,-5-8-1 16,-3-1-3-16,-1 7 0 0,2-2-2 0,-6-1 1 0,1-3-4 15,-8 6 0-15,10-5 1 0,-14 1-1 16,1 1-7-16,0-7 8 0,-4 4-3 0,-3-1-2 15,5-2 2-15,-5 0-2 0,-5-1 1 0,5-2 0 0,-3-1-4 16,-9-4 4-16,4 5 2 0,1-6 1 0,-6-3-4 16,3 2 5-16,-8-2-4 0,1-2 1 0,2 0-11 15,-6-2-29-15,4-2-28 0,1-5-36 16,3 1-41-16,3 1-39 0,0-4-55 0,6-2-72 0,4-7-69 16,7 0-287-16,1-8-721 0,7 3 319 0</inkml:trace>
  <inkml:trace contextRef="#ctx0" brushRef="#br0" timeOffset="71845.89">13476 5788 76 0,'0'-9'366'0,"2"1"0"0,-2 0-1 16,0 2-20-16,0 1-34 0,0 5-33 0,-2-8-23 16,2 8-29-16,0 0-24 0,0 0-22 0,0 0-14 15,-8 19-11-15,8-10-21 0,0 9-9 0,5 6-4 16,-2 3-20-16,-1 3-5 0,8 10-13 0,-6-8-2 15,8 12 3-15,-4-4-23 0,7 3-18 0,0 3-27 16,0-3-34-16,-2-2-35 0,-3-12-36 0,2 10-43 0,-6-10-48 16,1-2-58-16,-2-2-62 0,0-8-238 0,-3 1-582 15,3-3 257-15</inkml:trace>
  <inkml:trace contextRef="#ctx0" brushRef="#br0" timeOffset="72263.78">13377 6192 230 0,'3'-6'268'0,"-1"-2"-18"0,4 3-23 16,7 0-18-16,-1 2-11 0,5 1-23 0,-1 2-18 15,6 0-10-15,-2 0-18 0,3 0-11 0,-2 3-14 16,-3-1-11-16,7 3-6 0,5 0-11 0,-5 3-2 16,-2-6-8-16,-1 2-11 0,-1-3-6 0,1 6-5 15,1-6-2-15,-5 5-3 0,0-3-5 0,-3 1-4 16,0-2-5-16,-7 2-1 0,7 1-3 0,-8-3-5 15,-1 0 0-15,1 3-1 0,0-2-4 0,-6 3 1 16,6 0-3-16,-7 1-2 0,5 1 0 0,-2 3-3 16,-1 0 3-16,1 0-2 0,-3-2-3 0,2 7 2 15,4-2 3-15,-2 2-2 0,2-2 0 0,-1 3 6 16,2-4 3-16,0-1 4 0,4 3-1 0,-4-5-2 16,3-3 5-16,0 2 1 0,3-1 2 0,-3-5-1 15,5 2 5-15,-4-8-1 0,4 3-1 0,-3-3 2 0,3-2 5 16,3-4-1-16,-2-1-3 0,-1 1 0 15,0-4 1-15,-2 2 9 0,-3-7 7 0,-1 6 8 16,2-3 2-16,-3 2 12 0,-6 2 1 0,5 2 0 0,-7 0 2 16,5 0-8-16,-5 1-10 0,-5 1-4 0,10 2-10 15,-5 5-11-15,0-8-20 0,0 8-27 0,0 0-28 16,0 0-34-16,0 0-19 0,0 0-34 0,0 0-45 16,-5 20-45-16,10-9-49 0,3 2-251 0,0-2-569 15,6 5 251-15</inkml:trace>
  <inkml:trace contextRef="#ctx0" brushRef="#br0" timeOffset="72546.08">14802 6202 149 0,'-2'-9'376'0,"2"-2"-10"0,-5 2-5 0,-5-2-5 15,4-4-22-15,-8 4-19 0,6 6-27 0,-7-6-18 16,0 7-25-16,-1 0-27 0,-4 4-13 0,2 5-17 0,-2-2-18 15,2 8-18-15,-2-4-18 0,0 2-12 16,3 7-10-16,-4-1-8 0,6-1-7 0,2 1-16 16,-2 0-4-16,6 0-5 0,1 4-14 0,2 0 0 0,1-4-4 15,3 1-3-15,4 2-8 0,3-2-8 0,1 0-2 16,2-6-6-16,1 7-13 0,6-5-21 0,6-4-36 16,7 0-35-16,0-1-32 0,4-3-26 0,-2-4-26 15,6-2-24-15,9-4-22 0,-14 0-15 0,12-7-19 16,-13-3-12-16,13-6-19 0,0-2-18 0,-7 0-201 15,-4-9-533-15,1 0 235 0</inkml:trace>
  <inkml:trace contextRef="#ctx0" brushRef="#br0" timeOffset="72780.08">15161 6050 552 0,'13'-39'32'0,"-11"10"51"0,-1 0 32 0,4-1 42 15,-10 2 21-15,4-2 16 0,-6 2 19 0,5 1 20 16,-4 1 15-16,-7 2 19 0,6 4 14 0,2 2 1 16,2 2 8-16,-9 1-16 0,7-3-12 0,-1 8-17 15,2 1-21-15,1-1-21 0,3 3-20 0,-7-1-25 16,7 8-16-16,-6-7-23 0,6 7-8 0,0 0-16 15,0 0-7-15,-15 15-11 0,13-5-8 0,2 6-6 16,0 2-7-16,0 1-7 0,0 8-3 0,2 0-12 16,3 3 1-16,3 9 2 0,-1-9-8 0,-2 12 1 15,5-2-8-15,-2 2-5 0,0 4-7 0,5-7-11 0,-4 3-12 16,-1-11-22-16,3-3-23 0,-2 2-30 0,-1 4-23 16,5-9-34-16,2-1-19 0,-15-3-21 0,8-3-18 15,1-4-30-15,-4-1-27 0,1-6-34 0,1 0-50 16,1-6-268-16,-8-1-662 0,13-1 292 0</inkml:trace>
  <inkml:trace contextRef="#ctx0" brushRef="#br0" timeOffset="73279.72">15494 6000 192 0,'0'0'291'0,"0"0"-14"0,0 0-13 0,0 0-14 16,0 0-18-16,0 0-12 0,0 0-14 0,0 0-17 16,0 0-16-16,0 0-13 0,0 0-13 0,0 0-16 15,0 0-17-15,0 0-3 0,0 0-13 0,0 0-12 16,0 0-5-16,0 0-15 0,0 0-3 0,0 0-7 16,0 0-3-16,0 0-2 0,0 0-10 0,0 0-4 0,0 0-2 15,0 0-2-15,0 0-10 0,0 0 3 16,0 0-3-16,0 0-5 0,0 0-4 0,0 0 1 15,0 0 0-15,0 0-1 0,0 0-2 0,0 0 4 0,0 0-6 16,0 0 4-16,0 0-10 0,0 0 2 0,0 0 0 16,0 0-2-16,0 0 1 0,0 0 4 0,0 0-6 15,0 0 0-15,0 0 5 0,-7 16-5 16,7-16 2-16,0 0 0 0,0 0-1 0,0 0-1 0,0 0-1 16,0 0 4-16,0 0 3 0,-8 5 13 0,8-5-2 15,0 0 6-15,-19 0 1 0,13 3-1 0,-6-3 5 16,1 3 4-16,1 1 11 0,-5 1-6 0,3 1-10 15,-3 0 4-15,2 3-3 0,0 3-11 0,1 0 7 16,-1-3-3-16,5 0-4 0,-2 0-1 0,2 2 1 16,1 1-3-16,5-4 3 0,-4 0-1 0,4 4-5 15,2-5 6-15,0 7 0 0,8-4-9 0,1 1 9 16,4 2-9-16,10 1-7 0,7-2-14 0,0 2-7 16,13-1-20-16,-2-2-24 0,5-1-23 0,-16-1-25 15,20-1-26-15,-17-4-30 0,10 4-32 0,0 0-39 16,0-4-38-16,-10-1-272 0,-5-3-590 0,2 1 261 15</inkml:trace>
  <inkml:trace contextRef="#ctx0" brushRef="#br0" timeOffset="73746.1">17076 5694 416 0,'-3'-26'449'0,"-4"7"-20"0,2 1-6 16,-3 4-14-16,3-2-9 0,1 5-23 0,-1 3-30 15,2 1-38-15,0 0-32 0,0 2-35 0,3 5-24 16,0 0-23-16,0 0-19 0,-17 20-18 0,12-11-14 15,3 11-11-15,-3 7-15 0,5 2-6 0,0 1-10 16,7 12-11-16,0-1-8 0,1-4-7 0,0 9-6 16,5-6-8-16,4 4-13 0,-2-4-17 0,3 2-27 15,-3-3-27-15,3-3-44 0,-3-6-40 0,3-2-45 16,0-5-51-16,4-2-43 0,-7-6-49 0,0-8-48 0,1 1-50 16,4-4-289-16,-5-4-737 0,5-1 326 0</inkml:trace>
  <inkml:trace contextRef="#ctx0" brushRef="#br0" timeOffset="74112.45">17496 5965 179 0,'4'-12'242'0,"-1"5"12"0,-3-1-1 0,0 3-10 0,3-3-17 15,-3 8-23-15,0-6-24 0,0 6-18 0,0 0-13 16,0 0-18-16,0 0-12 0,0 0-8 0,-10 24-10 16,10-14-11-16,0-1-6 0,0 6-7 0,4 4-9 15,-1-1-3-15,-3 3-7 0,0-6-5 0,3 4-4 16,1 1-7-16,4-4-4 0,-8-4-6 0,8-2-4 15,-5-1-2-15,7-2-5 0,-3 1-5 0,5-4-6 16,-1-4-8-16,4 0 4 0,0-4-4 0,5-4 1 16,-4 0-1-16,11-10 6 0,-6 0-6 0,-1 1 5 15,-2-2-1-15,-4 4 13 0,-3 2 21 0,2-1 28 16,-4 0 31-16,2 1 21 0,-1-1 13 0,0 7 14 16,-7-4 2-16,6 2-3 0,-4 5-15 0,0-2-17 0,0 3-13 15,-5 3-19-15,6-5-8 0,-6 5-11 16,0 0 1-16,15 13-8 0,-13-3-5 0,1 1-10 15,0 5 0-15,6 0-4 0,2 7-3 0,-1 3-17 0,5-1-6 16,7-3-18-16,-7 5-20 0,8-5-28 0,-2-2-35 16,6 2-30-16,3-5-35 0,-2-2-37 15,3-1-38-15,1-4-41 0,2-5-25 0,4-5-38 0,4-5-222 16,-9 2-604-16,10-6 267 0</inkml:trace>
  <inkml:trace contextRef="#ctx0" brushRef="#br0" timeOffset="74362.27">18834 5428 294 0,'-20'-22'328'0,"5"-2"-15"15,-2 12-12-15,4 0-30 0,-2 6-22 0,-1-3-32 16,1 8-11-16,-5 1-32 0,3 8-7 0,-6 4-20 16,3 3-12-16,5 11-13 0,1-1-8 0,-1 16-8 15,5 2-12-15,0 1-6 0,1 4-5 0,9 2-7 16,0 5-8-16,0-3-7 0,4 2-9 0,-1 20-4 15,7 4 0-15,-3-2-4 0,6 0 2 0,-6 0-4 16,1-17-8-16,0-3-4 0,-1 0-22 0,-1 1-13 16,-4-3-26-16,5-1-22 0,-7-6-20 0,0-5-18 0,-7-8-24 15,5-6-25-15,-4 0-21 0,-3-8-26 16,3-5-30-16,-2-8-33 0,1 3-191 0,-1-9-477 16,-2-2 211-16</inkml:trace>
  <inkml:trace contextRef="#ctx0" brushRef="#br0" timeOffset="75013.39">18496 5965 59 0,'10'-5'318'0,"-7"-2"-20"0,4 3-27 0,1 1-22 0,0-1-27 16,6 4-16-16,-1 0-22 0,5 0-18 0,-3 0-17 15,7 4-13-15,-1 0-15 0,7 4-13 0,-3 1-11 16,5-2-7-16,0 1-9 0,-2-1-12 0,0 1-3 15,0 2-8-15,2-1-4 0,-4-2-5 0,2 0-8 16,-4-1 1-16,-5 0-8 0,-2 0-4 0,5 0-1 16,-8-2-2-16,0 0-3 0,-1-3 1 0,-5 1-6 15,-1-1-6-15,-1 2-1 0,-6-3-1 0,10 6-2 16,-5-4 0-16,-1 2-2 0,-1-1 1 0,0 5-4 16,-1-4 1-16,1 4-3 0,-3-4 3 0,2 4-1 15,-2-4 3-15,5 3-2 0,-5 1-2 0,5-5 3 16,0 3 1-16,5 1 2 0,-4-2-4 0,6 1-2 0,-2-5-2 15,10 4-2-15,-4 0 5 0,1-5 1 16,-1 5-1-16,1-10-2 0,-1 0-1 0,3 2-1 16,-1 0 2-16,-3-4 1 0,0-2-4 0,0 1 6 0,-1 1 8 15,1-4-2-15,-1 0 12 0,-6 1 5 0,3 4 5 16,-2-3 8-16,-1 2-3 0,-3 0-1 0,-2 0 2 16,4 2-6-16,-5-2-2 0,2 4-3 0,-4 3-8 15,2-6 0-15,-2 6-2 0,0 0-7 0,0 0 3 16,0 0-3-16,0 0 3 0,0 0-8 0,15 16-3 15,-15-5-1-15,2 1-4 0,1-3 3 0,0 5-2 16,1-1-2-16,-1 1 3 0,4-7-3 0,-2 2 4 16,3 0-6-16,-3 0 6 0,0-1-2 0,1-1 2 15,1-1-3-15,1-2-1 0,1-1 2 0,-3-3-1 16,-6 0 8-16,18-1-4 0,-18 1-3 0,19-6 1 16,-11 2-1-16,3-3 1 0,-1 3-2 0,-1-4 1 15,-1 1 4-15,5-3 0 0,0 2-4 0,-4 2-1 16,2-7 4-16,-1 5-1 0,-3 5 3 0,-4-1-1 15,4-1-2-15,-1-1 0 0,-6 6-5 0,7-4 6 0,-7 4-8 16,8-4 6-16,-8 4-2 0,0 0 0 16,12 11 3-16,-11-3-5 0,1-3 4 0,6 3 0 15,-4-1-10-15,-3 4-11 0,8-3-12 0,4 4-8 0,-5-1-13 16,7 3-27-16,0-4-25 0,-3 0-28 0,4-3-28 16,1 2-33-16,3-3-31 0,-2-1-32 0,3-3-179 15,1 1-472-15,-1-6 209 0</inkml:trace>
  <inkml:trace contextRef="#ctx0" brushRef="#br0" timeOffset="75462.23">20285 5460 295 0,'-6'-25'330'0,"-3"4"-6"15,6 3-4-15,-5 2-5 0,3 1-13 0,0 5-29 16,1 1-33-16,1 5-21 0,3-3-34 0,0 7-18 15,0 0-18-15,0 0-13 0,0 0-11 0,-16 26-16 16,16-8-6-16,-5 2-13 0,1 7-7 0,4 2-9 16,0 12-8-16,0-10-5 0,2 10-8 0,-2 1-1 15,-2 2-10-15,4 0 3 0,0-2-8 0,3 1-3 16,-5-1 1-16,1-2-10 0,4 3 2 0,-3-1-7 16,3-10-5-16,1 9-2 0,1-13-3 0,0 2-6 0,1-3-4 15,4 0-6-15,-6-15-2 0,2 6-6 16,6-5-8-16,-3-1-4 0,9-7-2 0,-7 2-11 15,9-4 6-15,-6-3-2 0,6 0 3 0,4-5 0 0,-4-3 3 16,8-4 15-16,-7-3-8 0,0 3-1 0,-1-6 4 16,-2 0 1-16,-9 5 13 0,4-6 5 0,-3 3 13 15,-2 1 10-15,-2 0 11 0,-2 3 19 16,1 0-13-16,-2 1 8 0,-5 4-1 0,0-1 10 0,0 4-28 16,0-4 1-16,0 8-4 0,0 0-5 0,-12-4-2 15,12 4-3-15,0 0 1 0,-14 9 2 16,5-3 0-16,4 2-7 0,-3 0-3 0,1 7 8 0,6-3-13 15,-3 7 3-15,4-4 1 0,-3 1-13 0,6-1-7 16,1-2-10-16,7-1-18 0,-2 2-37 0,1-11-35 16,9 3-48-16,-2 1-51 0,4-3-56 0,1-4-57 15,-1-4-229-15,4-3-597 0,8-2 265 0</inkml:trace>
  <inkml:trace contextRef="#ctx0" brushRef="#br0" timeOffset="75663.23">20542 5622 342 0,'-10'0'395'0,"0"0"12"15,3-2 5-15,7 2-2 0,-15-3-11 16,15 3-27-16,-5-5-38 0,5 5-35 0,0 0-26 16,0 0-31-16,0 0-31 0,0 0-41 0,25-7-61 15,-18 6-58-15,3 1-84 0,1-2-90 0,-11 2-91 0,19-1-100 16,-13-2-310-16,1-2-676 0,-1 1 299 0</inkml:trace>
  <inkml:trace contextRef="#ctx0" brushRef="#br0" timeOffset="75845.52">19660 5238 261 0,'-24'-10'404'16,"5"0"6"-16,2 0-26 0,0 3-25 0,3-1-28 15,2 2-31-15,5 3-30 0,-3-6-30 0,5 8-33 16,-5-1-68-16,10 2-59 0,0 0-50 0,0 0-58 16,-14 11-67-16,12-3-85 0,4 2-90 0,-4-3-204 15,2 8-513-15,2-3 227 0</inkml:trace>
  <inkml:trace contextRef="#ctx0" brushRef="#br0" timeOffset="76945.77">22235 6454 17 0,'-7'3'258'0,"7"-3"-21"0,0 0-20 0,0 0-13 0,15-19-14 15,-2 11-11-15,4-4-10 0,-2-3-14 0,6-4-8 16,3-1-7-16,-3 0-13 0,6-3-8 0,-1-8-9 16,2-3 2-16,2-5-8 0,0 2-2 0,0 0 5 15,-9-9-10-15,4 3 0 0,-5-2-1 0,1-11-3 16,3 7 19-16,-6-5-1 0,-2-1-4 0,-2 2 0 16,-8 2 5-16,1-1 6 0,-7 2-1 0,-4 0 8 15,-2 5 0-15,3 5 11 0,-6 12-17 0,-2 1-7 16,1-2-3-16,-5 5-19 0,2 9-8 0,-1 3-6 15,-1 1-13-15,-1 4-9 0,-6 4-8 0,7 8-2 16,-4 0-7-16,-11 12-3 0,13 1-3 0,-4 4-3 0,-2 13-2 16,1 4 2-16,12 2-9 0,-1-4 4 0,4 8-5 15,4-5-2-15,3 5-4 0,6 1 10 16,3-3-18-16,2-3 3 0,9 1-13 0,-3-5-12 16,-1 0-12-16,4-9-16 0,1-3-16 0,3-2-17 0,0-4-21 15,1-2-17-15,5-3-8 0,2-6-5 0,1 0 2 16,-2-7 4-16,-1-2 5 0,5-4 7 15,-2-2 12-15,-7-3 10 0,2-3 10 0,0 2 9 0,-9 2 8 16,1-10 14-16,-4 6 13 0,-1 3 17 0,-3-1 18 16,-4 4 12-16,0-1 13 0,-1 0 6 0,-1 3-7 15,-2 0-2-15,1 5 9 0,-5-7-19 0,0 8 0 16,0 0-3-16,0 0 1 0,0 0-1 0,0 0-1 16,-5 28-3-16,5-17 1 0,3 0 3 0,2 6 0 15,2 0-1-15,4 5-1 0,-1 1 1 0,7-4 11 16,4 7-14-16,-3-5 1 0,4-2 1 0,-2 0-2 15,1-9-2-15,1 3 1 0,-1-4-6 0,1 1 1 16,-6-6-1-16,-1-4-12 0,3 0-2 0,-6-4-2 16,1-8 1-16,-4 2-1 0,-4-3 1 0,-4-2-1 15,-1-3 0-15,-3-2 2 0,-4-4 5 0,-8-1-4 16,0 0 0-16,1-1 3 0,-5 4 3 0,3-4 8 16,-1 2 5-16,-3 3 7 0,9 3 16 0,1 1 1 15,3 4 6-15,-3-2 7 0,4 0 7 0,6 4-7 0,0-1-2 16,8 3 5-16,0 2-14 0,9-1-9 0,14 1 5 15,-6 4-5-15,10 1-6 0,1-1 4 16,4 11-5-16,11-5-1 0,-18 3 0 0,14 3-5 16,-16 2 3-16,4-4 6 0,-5 8-12 0,0-3-1 0,-4 2-2 15,-1 2-2-15,-9-2 2 0,3-1-3 0,-8 1 1 16,2 3-6-16,-4 0 8 0,-3-4-2 0,1 7-3 16,0-6 2-16,-6 1 1 0,3 2 1 0,-3 0 9 15,-1-5-16-15,0-3 7 0,0 3 2 0,2-3-3 16,-2 3 3-16,6 0 2 0,-4-6 4 0,3-2 0 15,5 1 3-15,-3-2-8 0,8 0 5 0,-1-3-4 16,1-4 1-16,0 1 1 0,5-4-1 0,-3 0-1 16,3-3 4-16,-6-1-7 0,1-5 1 0,-1 2 4 15,0-1-1-15,0-6 6 0,-4 2-4 0,-9 0 9 16,-1-5-2-16,-1 2-1 0,-6-3 2 0,-3 2-1 16,-5-3-1-16,-3 4 1 0,-4 2-1 0,3-1-13 15,-6 6 7-15,-5-1 0 0,0 2-6 0,2 1 4 16,2 6-2-16,-3 0-4 0,3 5-36 0,3-1-24 15,1 6-31-15,6-1-26 0,1 3-27 0,2 3-35 16,11-3-40-16,-3 4-48 0,10 2-55 0,3 3-174 16,2-5-538-16,10 2 238 0</inkml:trace>
  <inkml:trace contextRef="#ctx0" brushRef="#br0" timeOffset="77196.14">24261 5803 19 0,'15'0'332'0,"-15"0"-19"0,6-1-29 0,-6 1-31 0,0 0-23 16,9 8-10-16,-9-1-2 0,3 2 2 0,-3 6-12 16,2 1-5-16,-4 6-1 0,2 3-9 0,0 9-2 15,0 8-28-15,-3 5-10 0,-6-1-17 0,6 2-10 16,0 4-17-16,-5 3-9 0,8-1-7 0,0 1-12 16,0 3 0-16,8 15-11 0,-12-20-8 0,8-2 0 15,-12 0-6-15,8-1-5 0,0-6-6 0,0 0-23 16,0-15-19-16,4-3-39 0,0-6-36 0,-4-4-27 15,0-4-20-15,0-1-22 0,3-4-65 0,-1-6-65 16,-2-1-60-16,0 0-207 0,16-17-582 0,-6 0 258 16</inkml:trace>
  <inkml:trace contextRef="#ctx0" brushRef="#br0" timeOffset="77445.52">24460 5803 165 0,'-15'-28'408'0,"1"2"12"0,3 4 22 0,3 3 5 16,-1-3-1-16,1 7-8 0,3-2-14 0,0 6-27 0,0-1-25 16,5 3-33-16,0-1-30 0,3 2-34 0,-1 2-28 15,-2 6-24-15,20 0-26 0,6 6-22 16,-4 2-19-16,6 2-23 0,2 0-11 0,-7 10-16 16,13 1-15-16,1 1-12 0,-11 1-17 0,-1-5-14 0,2 3-19 15,-9 1-16-15,5-2-22 0,-8-4-18 0,-2 7-18 16,-6-4-14-16,-7 0-15 0,-4 0-15 0,-2-3-19 15,-12 3-20-15,1-3-29 0,-11-2-36 0,1-4-30 16,-21 8-45-16,-1-9-62 0,-3 1-103 0,0-1-304 16,-8-4-799-16,2-7 354 0</inkml:trace>
  <inkml:trace contextRef="#ctx0" brushRef="#br0" timeOffset="99610.93">8610 8555 114 0,'11'-27'312'0,"-2"-4"-18"16,1 3-17-16,-5 1-7 0,-4 1-11 0,6 1-2 16,-2 6-4-16,-5-1-6 0,-5 3-9 0,5 0-9 15,-7 2-16-15,1 0-7 0,-9 3-19 0,0 0-7 16,-8 5-6-16,-7 6-6 0,-7 6-10 0,-12-1-12 15,-3 11-9-15,-1 1-18 0,2 7-7 0,0 3-7 16,6 8-13-16,2 5-9 0,8 5-5 0,1-2-6 16,5 5-8-16,6 3-4 0,8 4-7 0,7-6-5 15,8 5-5-15,10-6-5 0,5 2 3 0,11-2-5 16,8 1-9-16,-1-9 3 0,13 2 0 0,-1-3-1 16,6-6-12-16,7-3 0 0,-5-4-26 0,0-5-22 15,3-5-25-15,-3-6-23 0,-2-3-11 0,-6-5-14 0,0-2-6 16,-10-2 10-16,-1 0 6 0,-1-9 15 0,-6 0 1 15,-1-4 15-15,1-1 7 0,-12 3 5 16,6-6 10-16,-11 6 2 0,3-2 3 0,-4 0 11 0,-3 1 5 16,-6 3 11-16,5 5 7 0,-3-2 4 0,-2 3-6 15,2 0 4-15,-2 6 11 0,0 0-15 0,0 0-3 16,0 0 3-16,0 0 11 0,0 0-10 0,0 0 1 16,-9 21-4-16,16-9 4 0,-5 2 2 0,11 1-3 15,-3 2-3-15,3-2 10 0,7 2-9 0,3 2-8 16,2-4-8-16,1 4-13 0,-1-6-8 0,3 1-14 15,4-7-9-15,-6 1 1 0,-9-1 1 0,9-4 7 16,-8 0 0-16,2-4 8 0,-5-6 3 0,5 0 3 16,-10-2 10-16,3-3 4 0,-4-1 3 0,-3-5 6 15,-6 1 4-15,0-2 5 0,-6-7 1 0,-4 2 8 16,-9-2 11-16,3-2 11 0,-6 2 9 0,1 4 5 16,-7 2 2-16,5-2-4 0,-6 3-2 0,3-1-2 0,1 5-7 15,7 1-3-15,1 7 3 0,1-1-4 0,4 3 8 16,1 2-18-16,2-1-4 0,9 4 1 0,-10 0-9 15,10 0-12-15,-3 12-16 0,3-12-20 0,15 11-14 16,0 0-23-16,13-1-18 0,0 4-28 0,4-3-15 16,11 6-7-16,1-2-12 0,1-6-12 0,6 1-11 15,-6-5-3-15,5 2 6 0,-4-2 12 0,0-2 7 16,-4 0 23-16,7 0 10 0,-14-5 17 0,-3 2 20 16,-3-4 25-16,1-1 26 0,-3 0 25 0,-7 0 25 15,-2 2 29-15,-3-3 48 0,0-5 29 0,-7 7 22 0,0-2 14 16,-3-3 10-16,-5 1 1 0,0 1 2 15,0 7-2-15,-12-13 9 0,3 6 1 0,-6 3-5 16,-5-2 0-16,-2 4-10 0,-1 4 2 0,-5-1-12 0,-4 7-1 16,3 0 9-16,-6 3-24 0,5 3-13 0,0 1-6 15,1 3-13-15,7-2-15 0,-1 7-1 16,3-4-10-16,2 4-8 0,8-7-3 0,-3 7-8 0,6-4 1 16,2 1-6-16,5-4-6 0,5 4-6 0,0-2 1 15,2-2-5-15,6 1 10 0,2-9-11 0,0 5-21 16,6-7-4-16,1-6-6 0,7 2-5 0,1-4 2 15,5-8 17-15,-5 1-19 0,0-5-4 0,-1-4-10 16,13-9 10-16,-7-2-7 0,-7-6-22 0,1-2-4 16,0 0-8-16,0-8 3 0,1 0-8 0,-8-4 3 15,-2 0 8-15,-4 2 3 0,-3-3 16 0,-3 5-2 16,-6 3 18-16,-9-2 13 0,-2 13 41 0,0 3-4 0,6-3 10 16,-13 1 19-16,6 5 15 0,0-1 7 0,-5 9 4 15,6 6 2-15,-1-7-7 0,-5 6-8 16,4 4-12-16,1 1-7 0,1 1-12 0,1 4-4 0,6 2-3 15,0 0-5-15,-23 10-5 0,18 2 0 0,-5 3-5 16,8 5-3-16,-1 9-1 0,3 3 2 0,5 9 6 16,0-3-15-16,0 4 2 0,10-3 3 0,-9 3-5 15,7-2 0-15,4 6-9 0,-2-6-7 0,5-3-12 16,1 2-11-16,2-3 1 0,-1-1-15 0,-2-8-6 16,1 0-8-16,1-5 1 0,3 1-7 0,-2-3-1 15,0-2-3-15,3-5-2 0,-1-4 10 0,-3-4-1 16,-1-3 10-16,1-4 2 0,1-3 1 0,-1 2 6 15,4-6 5-15,-1-8 7 0,-5 1 1 0,1-5 6 16,-4 0 0-16,-2-3 6 0,0 2 12 0,-7 2 17 16,0-6 25-16,-3 6 11 0,-2 4 10 0,-3-3 2 15,0 0 7-15,-5 0 8 0,0 3 6 0,-1 4-2 0,-2-2-13 16,-1 9-4-16,-2-3-3 0,1 2-10 0,-3 0-4 16,-1 6-4-16,-1 6-7 0,-1 0-1 15,1 3-4-15,5 5-2 0,-8-1 0 0,10 5-4 0,1-2 0 16,7 4-3-16,0-1-1 0,0 0-3 0,7 0 1 15,7 7-4-15,1-4 3 0,7-1-3 0,-1-1 0 16,9-1 0-16,-2-4-9 0,2-3-36 0,-2 0-36 16,4-4-41-16,-3-5-47 0,1-2-44 0,0 2-46 15,-8-3-53-15,-1-3-51 0,-4 2-64 0,4-7-219 16,-8 2-681-16,-6-2 303 0</inkml:trace>
  <inkml:trace contextRef="#ctx0" brushRef="#br0" timeOffset="100111.42">6599 9028 191 0,'-30'0'421'0,"2"0"10"0,11-1-7 16,-4-2-10-16,1 2-18 0,10 1-28 0,-3 0-19 15,4 1-27-15,9-1-33 0,0 0-26 0,0 0-28 16,0 0-23-16,0 0-22 0,45 6-21 0,-7-5-14 16,12-1-27-16,3 4-53 0,-2-4-63 0,9 1-57 0,4-1-63 15,1 0-61-15,-4-1-72 0,-1-3-71 16,-2 8-68-16,1-8-252 0,-8 1-684 0,-6-4 303 16</inkml:trace>
  <inkml:trace contextRef="#ctx0" brushRef="#br0" timeOffset="100362.6">7041 8847 84 0,'-9'0'372'0,"-4"3"-9"0,5-1-19 0,8-2-5 0,-8 5 7 16,8-5 5-16,10 11-16 0,-2-5-17 0,12 1-28 15,0 1-25-15,6 4-27 0,4 0-24 0,5 2-22 16,-6-3-17-16,8 9-23 0,-7-4-11 0,3-1-16 15,-7 4-8-15,-3-4-13 0,2 4-9 0,-10-4-16 16,-3 2-16-16,-1-1-25 0,-4-2-29 0,-4 1-25 16,-9-1-25-16,2 1-28 0,-7 2-18 0,-1-2-30 0,-6 0-18 15,-5-3-30-15,0 6-42 0,-9-3-54 16,4-3-54-16,0-3-59 0,-2-2-187 0,8 0-607 16,4-2 269-16</inkml:trace>
  <inkml:trace contextRef="#ctx0" brushRef="#br0" timeOffset="101494.43">12556 8416 97 0,'5'-17'314'0,"-4"0"-2"0,-2 4 5 15,-3-2 7-15,1 4-24 0,-4-2-18 16,1 2-21-16,-4 3-1 0,-8 4-7 0,-2 0 3 16,-8 2-25-16,-1 8 4 0,0 2-6 0,1 2-3 0,-2 8-8 15,-5 9-17-15,4 2-14 0,1 8-1 0,5-3-10 16,5 12-13-16,0-4-8 0,9 4-7 0,1-1-5 15,6 1-21-15,11 1-8 0,1-1-13 0,7 1-8 16,5-3-2-16,13 0-18 0,-3-5-3 0,6 2-9 16,9-2-4-16,5-6-8 0,-6 0-23 0,8-9-43 15,-3-8-51-15,-1 3-46 0,4-8-66 0,1-7-54 16,-4 0-50-16,-1-7-46 0,0-6-46 0,-3-6-31 16,-2-3-314-16,2-9-779 0,-7 0 345 0</inkml:trace>
  <inkml:trace contextRef="#ctx0" brushRef="#br0" timeOffset="101712.08">13502 8412 30 0,'2'-20'322'0,"3"5"15"0,-3 7 13 0,-2-3 22 15,1 0 10-15,-1 2 7 0,5 5-10 16,-5-2-37-16,0 6-32 0,0-9-35 0,0 9-29 0,0 0-21 16,0 0 1-16,0 0-16 0,0 0-20 0,-5 27-16 15,5-15-16-15,0 4-18 0,5 4-14 0,-3 5-5 16,5 4-18-16,-1-2-7 0,4 14-10 0,-3-10-9 15,8 7-30-15,-4-9-34 0,-1-2-48 0,5 3-48 16,-2-7-57-16,2 3-57 0,-2-1-54 0,-4-7-58 16,6-5-62-16,-4-1-50 0,2-4-233 0,-6-2-707 15,1-9 313-15</inkml:trace>
  <inkml:trace contextRef="#ctx0" brushRef="#br0" timeOffset="101928.45">13408 8264 162 0,'-26'-11'417'0,"9"-1"20"0,2 5 5 16,2-4 20-16,5 8-1 0,-2-2-14 0,3-2-13 15,0 5-18-15,2-2-40 0,5 4-40 16,0-7-36-16,0 7-29 0,12-8-29 0,1 5-26 0,2-2-24 16,7 1-16-16,3 2-22 0,4 1-2 0,1-3-30 15,5 5-26-15,-4-2-42 0,6 1-47 0,7-4-47 16,-9 1-57-16,-3 3-65 0,4-1-66 0,-6 1-58 15,0 4-73-15,-2-4-69 0,-5 5-368 0,0-2-861 16,-10-2 380-16</inkml:trace>
  <inkml:trace contextRef="#ctx0" brushRef="#br0" timeOffset="102960.9">13686 8595 275 0,'7'-13'317'0,"-2"5"-22"0,1 1-23 0,3 0-24 16,6 2-20-16,8 1-18 0,3 4-14 0,11 0-21 16,-8 5-15-16,6-1-19 0,5 11-11 0,-7-5-14 15,7 6-13-15,-11-4-11 0,1 6-9 0,-2-1-5 16,-3 3-18-16,-3 0-4 0,-1 1-6 0,1 0-2 15,-6 3-7-15,1-3-11 0,-9-5 2 0,-1 1-1 16,-2-3-1-16,-5-1-2 0,0-6-5 0,0 1-2 16,-4 1 0-16,-2-3 10 0,-2-2 9 0,-1-1 9 15,-4-4 2-15,0-1 5 0,-2-3 15 0,0-5-16 0,2 1 0 16,4-1-4-16,1-3-14 0,3-2 2 0,-5-4-4 16,10 2-9-16,2-6 1 0,11-3-18 0,0-2-30 15,4 7-22-15,6 3-22 0,17-8-22 0,0 7-21 16,4-1-19-16,4 5-12 0,0 3-2 0,4 7-3 15,-3 2-4-15,-2-2 8 0,4 3 17 0,-6 2 10 16,-12 3 9-16,-4 1 5 0,-2-4 14 0,-9 0 13 16,-1 0 6-16,-2 1 11 0,-7 1 23 0,-1-2 24 15,-7 0 27-15,6 2 30 0,-6-2 24 0,0 0 20 16,0 0 18-16,-43 7 14 0,22-7 9 0,-9 1 12 16,-2-1 5-16,-2 0 15 0,0 2 6 0,0 2 1 15,-1-1-5-15,4 2-13 0,2-1-14 0,8-3-12 0,-2 9-13 16,4-3-15-16,1 2-9 0,3 0-12 0,5 0-6 15,4 0-9-15,1 0-6 0,5 3-1 16,5 6-2-16,5-9-10 0,-2 6-15 0,7-3-24 0,11 2-19 16,-2-1-21-16,0-3-25 0,5-1-21 0,7-7-11 15,-8 4-17-15,2-2-6 0,3-2-2 0,-7-2-2 16,3-4 14-16,-8-4 7 0,4-3 9 0,-8 0 9 16,1-1 10-16,-3-3 6 0,0-4 8 0,1-1 6 15,-1 0 3-15,-10-1 17 0,3 1 14 0,-3 4 26 16,-3-4 6-16,-2 1 17 0,1 4 10 0,-2 0 20 15,1 3 16-15,0-1 3 0,-7 2 6 0,7-1-12 16,-1 6-12-16,-4 0-1 0,3 0-10 0,2 6-6 16,0 0-2-16,-5-1-3 0,5 1-16 0,0 0-3 0,-10 16 3 15,10-7 0-15,0 0-5 0,0 7-6 0,2 0 5 16,6 3-7-16,-8-8 0 0,5 6-2 16,2 3 1-16,-1-3-4 0,-4 0 15 0,6-2-30 0,-1-1-7 15,1-1 17-15,-1 1-14 0,-1-8-2 0,3 1 7 16,-3-5-5-16,4 1 5 0,3-6-5 0,-1 3 1 15,-12 0 11-15,23-6-5 0,-15-3-2 0,6-5-1 16,-1 1 2-16,-5-1 0 0,2-1 8 0,3 0-6 16,-3 3 15-16,-2-4-15 0,4 1 1 0,-4 3-3 15,1 0 7-15,-6 1 0 0,0 3-8 0,2 1 3 16,0 2-2-16,0-2-2 0,-5 7-1 0,7-5-4 16,-7 5 1-16,0 0 3 0,0 0 1 0,15 16 3 0,-15-12 0 15,1 7-1-15,3 1-3 0,-4 0 7 16,3 6-6-16,4-5 1 0,-6 2 9 0,6 2-6 15,-7-8 13-15,3 0-2 0,0 6-14 0,6-11 8 0,-9 5-3 16,3 2 11-16,0-7 28 0,-1 0-4 0,5-3-2 16,-7-1 4-16,0 0-7 0,21-3-5 0,-8-2 12 15,-4-2 4-15,6-2 0 0,-9 1 10 0,7-4-9 16,-3 0 0-16,4 1-6 0,-6 0-6 0,5-2-6 16,-5 1 0-16,1 2-3 0,-1 2 0 0,0-1 1 15,-1 2-11-15,-1 3-1 0,-1-2-4 0,-1 0-19 16,1 2-33-16,3 2-40 0,-8 2-28 0,13-6-31 15,-13 6-17-15,15 6-27 0,-8 0-23 0,3 0-27 0,1 0-27 16,6 2-27-16,-1-4-11 0,6 5-20 16,-1-2-177-16,1 0-539 0,-1-6 238 0</inkml:trace>
  <inkml:trace contextRef="#ctx0" brushRef="#br0" timeOffset="103245.09">15868 8475 157 0,'-5'-8'249'16,"3"3"16"-16,-5-4 18 0,-1 3 5 0,-5-1 1 15,-2-2-5-15,0 2 2 0,0 2-2 0,-3 2-14 16,0 0-17-16,1 3-11 0,1 0-19 0,-4 0-13 16,3 5-16-16,6-4-24 0,-1 4-15 0,2-1-14 15,7 8-13-15,-4-4-9 0,7 4-11 0,0 2-13 16,7 2-4-16,1-2-5 0,7 6-9 0,7 6-7 16,9 1-6-16,-3-6-9 0,7 3 0 0,3 3-9 15,-7-1-8-15,-1-7-1 0,-2 1-3 0,2-1-2 16,-8-4-9-16,-6 0 0 0,4-3-2 0,-10 1-3 0,0-2 0 15,-3 0-11-15,-6-3 6 0,-2 0-1 0,-6 0-5 16,-6 0 4-16,-2-5-2 0,-7 4-5 16,-6-5-2-16,-2 6-19 0,2-8-25 0,3 3-23 0,-1-4-46 15,-1 1-26-15,8 0-15 0,2 0-22 0,5-2-30 16,2 4-25-16,10-2-31 0,-14-2-41 0,14 2-35 16,-4-10-251-16,4 10-635 0,17-10 281 0</inkml:trace>
  <inkml:trace contextRef="#ctx0" brushRef="#br0" timeOffset="103478.46">16280 8523 244 0,'0'0'289'0,"-15"-2"6"16,15 2 8-16,-17 10 17 0,6 2-14 0,-4 0 5 16,7 3-5-16,-7 7-2 0,1 5-10 0,8 3-12 15,-2 9-11-15,-1 3-20 0,9 3-8 0,0 2-26 0,7 0-22 16,3 7-17-16,5-3-18 0,0 3-14 0,3 0-15 15,5-3-15-15,-3 6-10 0,-5-7-9 0,6 1-12 16,-1 2-30-16,-2-10-30 0,-6 4-34 0,6-9-44 16,-5-9-52-16,2-7-37 0,-6 1-48 0,-3-5-46 15,-1-5-31-15,-5-5-24 0,3-1-57 0,-3-7-301 16,0 0-701-16,0 0 310 0</inkml:trace>
  <inkml:trace contextRef="#ctx0" brushRef="#br0" timeOffset="103810.73">16179 8601 175 0,'-2'-26'306'0,"2"1"-5"0,0 6-8 0,2 5-7 16,4-6-16-16,-6 1-15 0,7 3-10 0,0-3-25 15,3 7-20-15,-4-3-17 0,7 5-24 0,-4 1-17 0,11 0-15 16,-7 0-13-16,-3 3-14 0,3 3-15 0,4 2-4 15,-3 2-6-15,0-1-10 0,1 2-5 0,-7 3-6 16,8 6-11-16,-2-2-2 0,1 2-8 0,-4 5 3 16,-3-4-1-16,1 3-12 0,-4 0 1 0,-2 0-4 15,-1 5-1-15,-2-4-4 0,-2 2-1 0,-1-5 6 16,-2 6-8-16,-4-3-3 0,-2-1-2 0,3 0 2 16,-9 6-5-16,2-9 0 0,-5 0-2 0,4-2-3 15,-4 2-14-15,2-5-3 0,-2 0-18 0,-2-3 0 16,7 1-14-16,-1 1-14 0,-2-5-21 0,3 4-22 15,6-5-23-15,9 0-31 0,-14 0-50 0,14 0-32 16,-2-6-45-16,2 6-166 0,0 0-492 0,25-16 219 16</inkml:trace>
  <inkml:trace contextRef="#ctx0" brushRef="#br0" timeOffset="104294.15">16768 8475 254 0,'0'0'261'0,"0"0"-2"15,-25 0-14-15,25 0 0 0,-16 6 0 0,4 2-17 16,-1-4-20-16,3 5-13 0,2 1-12 0,-1-2-16 16,-2 4-16-16,2 0-16 0,8 4-8 0,-1 1-12 15,-3 1-14-15,5-6-5 0,5 3-11 0,-2 2 5 16,11-1-21-16,-1-4-7 0,-1 1-10 0,1-2-13 16,3 1-5-16,4-5-25 0,-3-2-7 0,3 0-8 15,-4-4-6-15,2 0-12 0,1-1 6 0,-8-1-4 16,-1-5-5-16,3 0 7 0,-3-3 2 0,-3 0-2 15,-1-3 1-15,-4-6-4 0,-4 3 4 0,2 0 5 16,-6-2 0-16,3 5 4 0,-2-3 2 0,-4 2 6 16,-2-2 4-16,2 4 4 0,1-2 6 0,2 2 8 0,2 4 3 15,-1-1 6-15,0 1 9 0,0 1 5 16,2 3 0-16,3 3 4 0,0 0 0 0,0 0-6 16,8-12-1-16,-8 12-8 0,0 0-2 0,28 12-2 0,-6-8-7 15,-5 3 1-15,2 1 4 0,11 3-10 0,0 1 1 16,-2-3-4-16,-3 5-1 0,5 2-6 0,-2-4 0 15,-5 7 5-15,5-2-6 0,-5 0 1 0,1 0 3 16,-13-6 2-16,4 7-5 0,-5-10-4 0,3 6 4 16,-5-6 3-16,-1 4-3 0,-2-6 0 0,-3 2 0 15,-2-4-5-15,0 3 3 0,0-7-2 0,-7 5-5 16,7-5 6-16,0 0-3 0,-12 0 5 0,12 0-1 16,0 0 0-16,-16-9-8 0,14 3 0 0,2-3-12 15,0-3-13-15,-3 0-13 0,6-2-25 0,-3 6-31 16,7-11-36-16,1 6-61 0,5-3-40 0,4-10-43 15,4 3-223-15,1 0-542 0,8-13 240 0</inkml:trace>
  <inkml:trace contextRef="#ctx0" brushRef="#br0" timeOffset="104512.14">17584 8064 50 0,'-7'-8'299'0,"-1"3"-2"0,6-2-6 0,-7 7-7 0,9 0-10 16,-12-1-3-16,12 1 4 0,-10 5-5 0,0 2-11 15,10 2-15-15,-5 3-3 0,2 3-10 0,3 1-13 16,3 7-20-16,2 4-13 0,0 2-21 0,3 14-16 16,7-11-14-16,-2 6-14 0,4 1-11 0,-2 0-11 15,0-3-4-15,5 6-19 0,-4 0-31 0,6 0-36 16,-7-4-35-16,1-2-48 0,-6-9-36 0,0 0-31 16,-3-7-31-16,-1 0-37 0,-2-7-32 0,-1 1-34 0,0-6-27 15,2 2-251-15,-10-6-600 0,5-4 265 16</inkml:trace>
  <inkml:trace contextRef="#ctx0" brushRef="#br0" timeOffset="105028.05">17576 8559 57 0,'-7'-16'176'0,"-1"1"24"0,1-1 20 0,1 5 13 15,4 0 3-15,2-1-3 0,5 3-11 16,-2 0-4-16,5-3-18 0,7 7-14 0,5-2-14 0,8 6-14 16,4-6-18-16,-1 7-12 0,4 3-17 0,18 1-7 15,-5 1-9-15,0-2-9 0,8 2-9 0,-8 7-7 16,0-3-11-16,0-3 3 0,-5 6-15 0,-8-10-16 15,0 3-2-15,-2-3-18 0,-5-1-1 0,-6 3-6 16,-6-3-4-16,6-2-7 0,-11-3-7 0,1 1-1 16,-7-1-7-16,0-1 4 0,-5 5 1 0,-5-11 1 15,0 4-1-15,-10-5 11 0,0 5 17 0,-2 2 9 16,-2 1 4-16,-1-4 3 0,-2 4 4 0,-4 1 3 16,-1-2 0-16,-1 5-1 0,3 0 4 0,7 2-2 0,-5 1-1 15,5 4 3-15,3-2-5 0,3 1 7 16,-1-1-1-16,6 2 3 0,1 2-1 0,-3 2 2 15,8-4-4-15,-4 6-2 0,10-3-3 0,-4 0-1 0,6-1-1 16,1 0-1-16,1 2 1 0,2-4-6 0,1 1-4 16,6-3 3-16,-8 0-2 0,7-2-7 0,-3 0-3 15,6-3 4-15,-3 0-1 0,-1-4 0 0,-1-3 1 16,3 0-6-16,-1-1-2 0,1 1-1 0,-1-3-2 16,-1 3-1-16,-1-3 18 0,-2 0-18 0,2-1-1 15,-1-1-4-15,-6 5 4 0,-1-1 4 0,-1 2 1 16,-4-1 6-16,6 2-5 0,-3 0-9 0,-5 5-8 15,8-1 3-15,-8 1-2 0,0 0 7 0,9 9-3 16,-4 0 16-16,-2 0-12 0,3 0 0 0,-1 9 1 16,5-2 2-16,-3 0-6 0,8 4 6 0,1 2-4 15,3-5 6-15,-4-2-8 0,-1 0-8 0,3-1-10 16,6-1-10-16,4-1-10 0,-9-9-16 0,5 4-20 0,4-7-23 16,2 1-20-16,-6-1-35 0,-3-6-30 0,10 0-34 15,-7-17-27-15,5 8-24 0,7-12-9 16,-15 8-182-16,7-13-496 0,2-3 220 0</inkml:trace>
  <inkml:trace contextRef="#ctx0" brushRef="#br0" timeOffset="105628.38">18916 7824 5 0,'-13'-23'219'0,"3"6"4"0,0 2-4 0,-3 0-9 16,3 4-16-16,4 3-20 0,-4-1-19 0,5 6-17 15,-2 0-11-15,7 3-13 0,0 0 3 0,-13 11 0 16,11-2-3-16,-1 0-2 0,6 9-8 0,0 3-9 15,6 6-2-15,-3 1-9 0,8 9-7 0,-6 2-12 16,5 2-2-16,-3 0-8 0,2 1-3 0,-2-2-5 16,4 7-8-16,-5-4 1 0,1 2-4 0,-4 1-2 15,3 0-3-15,-3-2-4 0,-6-4-18 0,3-8-14 16,-6 2-16-16,0-4-20 0,0-6-12 0,-2 3-17 0,0-10-1 16,0-1-3-16,-2-5-4 0,4-4 0 0,-6-2 16 15,1-4 4-15,-2 2 7 0,10-3 2 16,-11-14 8-16,4 5 6 0,0 1 3 0,6-4 4 0,-3-3 2 15,1 1 0-15,3-3 5 0,0-1 4 0,5-1 5 16,-2-2 24-16,1 6 12 0,2-3 14 0,3 1 11 16,1 2 9-16,-4 0 14 0,6 3 13 0,-4 0 6 15,4 5 7-15,-6-1-2 0,7 1-3 0,-4 2-3 16,6-2 0-16,-2 2-6 0,-3 2-7 0,5 2-11 16,-4 1-9-16,-2 3-3 0,5 2-16 0,6-1 7 15,-5 5 6-15,0 1-19 0,2-1-1 0,-2 6-3 16,-2 0-4-16,5 5-4 0,-3-4-4 0,3 2 4 15,-1 4-3-15,-4 0 1 0,3-1 0 0,-4 0-6 16,3 1-3-16,-5-5 1 0,0-3-11 0,-5-1-8 16,1-4-1-16,3 1-3 0,-9-5 0 0,6 2 5 15,-4-4 3-15,-2-3 2 0,7 5 1 0,-7-5-1 16,0 0 4-16,0 0 4 0,14-10 0 0,-7 2 6 16,1 1 7-16,-1-4 9 0,6 0 4 0,0-4 4 0,-3 5-2 15,5-1 0-15,0-4-8 0,5 5-2 16,-3 0 0-16,2 0-2 0,-2 5 0 0,3-4-3 15,-2 4-5-15,2 4 4 0,-4-3-9 0,6 3 3 0,-7 2 0 16,8-1-1-16,-8 5 1 0,6-2-6 0,-6 4 1 16,9-2 1-16,-10 1-6 0,5 0 6 0,-4 0-3 15,1-2-1-15,-1 0-16 0,-2-3-19 0,7 5-38 16,-5-1-32-16,-3-2-56 0,1-3-64 0,3-2-68 16,-2-3-270-16,-3 1-604 0,1-2 267 0</inkml:trace>
  <inkml:trace contextRef="#ctx0" brushRef="#br0" timeOffset="105780.68">19542 7983 28 0,'-17'-8'236'0,"11"3"-14"0,-7-2-19 0,6 6-22 15,4-1-18-15,3 2-28 0,0 0-45 0,0 0-62 16,23 14-79-16,-2-5-156 0,8-2-222 0,2 8 98 15</inkml:trace>
  <inkml:trace contextRef="#ctx0" brushRef="#br0" timeOffset="106111.82">21232 7870 247 0,'-3'-5'322'0,"3"5"-29"0,-2-10-29 0,2 10-33 16,0-7-22-16,0 7-21 0,0 0-23 0,0 0-13 0,-2 22-17 15,2-10-13-15,2 8-9 0,3 7-12 16,-2 0-5-16,6 14-5 0,2-4-1 0,-3 5-7 15,2-3-6-15,4 5-9 0,-1 0-3 0,5 0-7 16,-5-2-4-16,2 3-12 0,-2-6 4 0,2 4-12 0,0 7 4 16,0-8-3-16,0-3-17 0,-8-11-29 0,1-1-27 15,-3-7-33-15,-3-2-41 0,4-2-38 16,-4-4-39-16,-2 0-27 0,5-7-35 0,-5 1-150 0,0-6-432 16,0 0 192-16</inkml:trace>
  <inkml:trace contextRef="#ctx0" brushRef="#br0" timeOffset="106378.36">21273 7880 250 0,'-10'-32'335'0,"-3"3"2"0,3 4-3 16,-1-2 11-16,1 3 3 0,3 4 6 0,0 1-1 16,4 4-23-16,0 0-12 0,0 6-18 0,3-2-26 15,-4 7-24-15,4 4-35 0,7-9-21 0,-1 8-21 16,-6 1-20-16,29 13-16 0,-8-1-21 0,7 0-12 15,-3 5-15-15,5 4-6 0,0 7-19 0,1 2-13 16,-11-6-11-16,3-2-21 0,-1 4-27 0,-4-1-13 0,-3-1-20 16,-5 2-24-16,-2 0-24 0,-1-4-19 0,-7-1-15 15,0-1-7-15,-2-4 5 0,-5 2-23 16,1 0-16-16,-11 0-22 0,-3 1-24 0,-1 1-28 16,-2-4-21-16,8-1-22 0,-7 0-22 0,-1-3-209 0,0 7-554 15,3-11 246-15</inkml:trace>
  <inkml:trace contextRef="#ctx0" brushRef="#br0" timeOffset="106944.51">21556 8406 200 0,'0'0'325'0,"9"-6"-1"0,-3 3-12 15,-1-3 10-15,0 0-34 0,0 2-4 0,3-3-20 16,-1 5-22-16,1-5-22 0,7 6-17 0,0-2-21 15,-5 0-22-15,10 3-7 0,-4 3-21 0,4-3-15 16,0 1-20-16,2 1-5 0,-1 4-9 0,6 3-15 16,1 0 1-16,-8 0-15 0,1 6 1 0,-3-6-2 0,-1 6-11 15,4 2-9-15,-7-1-3 0,2 4-8 16,-1 3-4-16,-3-4-15 0,-6-2-4 0,1 3-2 16,-4-6-3-16,-3 1 0 0,-3 0-4 0,0-5 2 15,-1 0 2-15,-2-1 2 0,-1-1-1 0,2 1 5 0,2-3-7 16,-4-2 3-16,2 1 8 0,2 1 0 0,3-6 2 15,0 0 8-15,0 0 0 0,0 0 8 16,0 0-7-16,-5-18-3 0,5 18 4 0,12-13-3 0,-4 5-4 16,7-1-2-16,1-1-2 0,3 1-3 0,-1-2 9 15,5 2-2-15,-5-1-11 0,7-2 4 0,-4 2-5 16,-4 1 4-16,3 5 20 0,-4-2-21 0,1 1-2 16,0 1-1-16,-8 1 6 0,3 3-5 0,-2-1-4 15,-10 1 8-15,17 0-5 0,-9-4-1 0,-8 4 0 16,15 5 4-16,-7-5 4 0,-8 0-4 0,12 0-1 15,-4 2 2-15,0 2-1 0,2-4 4 0,2 1 2 16,-4 2 2-16,3-1-9 0,3 0-4 0,1-2 3 16,-4 0-3-16,9 1 10 0,-5-2-2 0,2-1-2 15,-8 0 6-15,3-1-1 0,3-2-1 0,-2 2-3 16,-5-4-7-16,4 2-3 0,-9-3-13 0,6 1-10 16,-4-1-12-16,-5-4-11 0,-2 6-10 0,-1-6-2 15,-9 0-7-15,-6 3-6 0,3-5-6 0,-5 5-10 0,4-2-12 16,-11 2-4-16,1 1-10 0,4 2-15 0,1 0-20 15,-3 1-22-15,3 3-31 0,4 2-29 16,2 0-29-16,2 0-141 0,0 0-440 0,13 0 196 16</inkml:trace>
  <inkml:trace contextRef="#ctx0" brushRef="#br0" timeOffset="107393.9">22760 7794 46 0,'0'-13'395'0,"0"-3"-9"0,0 0 1 0,-2 5-24 16,-3 3-13-16,3 0-30 0,2 1-31 0,0 0-32 16,0 7-35-16,0 0-25 0,0 0-23 0,0 0-16 15,0 0-16-15,-6 26-16 0,6-10-10 0,3 4-7 16,-3 11-17-16,-3-1 4 0,9 9-16 0,-6-1-10 0,0 2-8 15,0 1-6-15,0-2-8 0,0-6 0 16,0-3-3-16,0 9-5 0,0-10-5 0,0-1-8 16,-3-2-2-16,6-5-11 0,-3-5-1 0,0-1-7 0,2-3-2 15,3-1 7-15,-5-4 7 0,2-1 3 0,4-3 3 16,-6-3-1-16,12 4-2 0,-2-4 0 0,-10 0-3 16,25-5-1-16,-12 1-3 0,2 0-2 0,6-2 0 15,-1 0-5-15,2 3 2 0,-6 0-6 0,7 2-1 16,-3 1 3-16,-2 1-4 0,2 3-4 0,-3-1 3 15,-2 5-3-15,0 1-1 0,0 1-4 0,-2 2 6 16,-3 2-6-16,-2-1 5 0,-5 2 0 0,-1 1 12 16,1 0-12-16,-6-1 3 0,1 0-3 0,-4 0-2 15,-3-3 10-15,-2 3-9 0,-2-6 5 0,-2 0 2 16,-4-2 2-16,1-4-4 0,-2 1-13 0,1-3-25 16,0-2-37-16,-4-4-45 0,3-2-35 0,-8-7-51 15,-3 1-61-15,4-6-64 0,4 0-307 0,-5-5-688 16,11-2 305-16</inkml:trace>
  <inkml:trace contextRef="#ctx0" brushRef="#br0" timeOffset="107660.9">23334 7432 163 0,'0'0'374'0,"3"-5"-38"0,-3 5-33 15,0 0-27-15,0 0-1 0,23 21-7 0,-6-13 14 16,3 15-8-16,6 0-13 0,7 9-14 0,-1 3-16 16,3 2-15-16,1 7-20 0,1 0-16 0,-1 0-17 15,-3 3-20-15,0 3-9 0,0-3-18 0,-10 4-10 16,-4-2-10-16,-6 1-10 0,-2-3-6 0,-11 3-12 16,-5 0-9-16,-8 0-27 0,-8 1-36 0,-6-3-46 15,-4 1-44-15,-25 17-37 0,-4-1-31 0,-5-10-40 16,-9-5-38-16,23-15-65 0,-24 10-325 0,-6-8-682 15,0-3 302-15</inkml:trace>
  <inkml:trace contextRef="#ctx0" brushRef="#br0" timeOffset="107861.69">24186 8768 75 0,'9'-5'301'0,"-9"2"-29"16,0 3-31-16,0 0-25 0,0-8-23 0,0 8-31 15,-22 0-37-15,-1 4-42 0,-5 3-72 0,-2 1-74 16,-11 5-207-16,-7 1-292 0,-2 2 130 0</inkml:trace>
  <inkml:trace contextRef="#ctx0" brushRef="#br0" timeOffset="116126.79">4199 10720 169 0,'-5'-20'348'16,"-3"4"-7"-16,1-2-17 0,4 5-17 0,-4 4-11 15,7-1-29-15,-2 2-26 0,-1 2-24 0,0 1-30 16,3 5-17-16,0 0-23 0,0 0-15 0,0 0-9 15,1 32-16-15,4-13-11 0,2 10-9 0,3 10-6 16,-3-7-7-16,7 8-7 0,3 4-8 0,-2-2 0 16,-2 6-6-16,2-1-7 0,-2-6-33 0,4 4-16 0,-2-3-19 15,0-3-17-15,-7-9-20 0,0 0-26 16,2-3-33-16,-7-6-39 0,4-3-52 0,1-3-21 16,-1 0-35-16,-5-6-206 0,3-1-510 0,-5-7 226 0</inkml:trace>
  <inkml:trace contextRef="#ctx0" brushRef="#br0" timeOffset="116444.42">4005 10711 66 0,'-8'-19'294'0,"1"1"5"16,2 1 2-16,0 4-1 0,5-4-18 0,0 7-22 16,4 0-21-16,-1 1-28 0,7-1-14 0,8 5-22 15,-3 0-15-15,15 0-20 0,5 5-15 0,11 7-1 16,-11 0-21-16,13 2-9 0,1 3-16 0,3 6-10 15,-8 0-1-15,1 3-5 0,3 6-10 0,-3 1-6 16,-7 2-3-16,-2 2-6 0,-4-2-3 0,-4 3-5 16,2 1 1-16,-9 4-6 0,-6-2 1 0,0 5-6 0,-9-11 0 15,-6-1 1-15,-5 3-3 0,-3-5-6 16,-3 2-2-16,-6-2 11 0,-13 4-12 0,4-10 6 16,-14 6-3-16,0-6 6 0,-4 0-4 0,1-3 2 0,0-7-3 15,-2-1-4-15,15-6 2 0,-5 1-3 0,12-4-12 16,2-1-15-16,4 0-19 0,7-3-35 0,0-1-36 15,9-4-40-15,1 8-39 0,19-19-31 0,3 4-46 16,13-8-29-16,6-2-177 0,10-4-510 0,1 2 226 16</inkml:trace>
  <inkml:trace contextRef="#ctx0" brushRef="#br0" timeOffset="116644.63">5170 10749 19 0,'7'-2'258'16,"-5"-2"-24"-16,-2 4-11 0,0 0-5 0,0 0 1 15,0 0-7-15,0 0 2 0,-15 23-17 0,6-7-8 16,3-1-3-16,-1 1-5 0,-1 10-11 0,0 1-12 16,3 0-14-16,-4 4-16 0,8 12-11 0,2-8-10 0,-1 9-12 15,0 0-9-15,9-12-2 0,-4 7-13 0,1 7-4 16,3-18-9-16,-1 3-30 0,5-5-23 16,-5 0-23-16,1-1-40 0,2-9-49 0,-2 2-56 0,-1-4-54 15,-2-6-48-15,1-3-209 0,0-5-513 0,-7 0 227 16</inkml:trace>
  <inkml:trace contextRef="#ctx0" brushRef="#br0" timeOffset="116910.63">4987 10652 33 0,'-5'-18'324'0,"3"2"-2"15,2 3-17-15,5 1-22 0,3-1-23 0,1 2-23 16,5-1-22-16,8 4-15 0,-4 3-4 0,4-3-23 15,4 6-24-15,9-2-14 0,-5 7-16 0,3-2-9 16,-5 6-10-16,3-3-15 0,-1 7-3 0,-3-3-15 16,1 6 4-16,-5-1-12 0,2 4-11 0,-12-2-3 0,0 0-5 15,-3 0-5-15,-3 0-6 0,-1 1-12 0,-6 1 7 16,-1 2 2-16,-6-4-5 0,-6 5-1 16,-2 1-2-16,-8-1-12 0,1-3-20 0,-6 0-21 15,-2-2-31-15,-6 6-30 0,5-5-45 0,-4 1-47 0,2-2-60 16,-2-1-263-16,5-1-555 0,-11 9 246 0</inkml:trace>
  <inkml:trace contextRef="#ctx0" brushRef="#br0" timeOffset="117259.99">4090 11800 219 0,'-30'8'373'0,"-2"1"-2"0,1-3-11 16,14 0-26-16,1-1-12 0,1-2-7 0,5-2 4 16,5 3 14-16,5-4 4 0,0 0-14 0,31 5-22 15,19-5-33-15,15-1-28 0,31-1-21 0,3-3-22 16,57 0-17-16,-11 0-20 0,7-4-18 0,1 4-10 0,-6 1-16 15,-43 1-10-15,50 2-12 0,-11-3-8 16,-41 8-8-16,-4-8-7 0,-4 3-7 0,-4 1-7 16,-11 0-3-16,-23-2-9 0,-9-2-19 0,-16 4-14 0,-9 0-18 15,-1-3-22-15,-9 1-31 0,-2 1-49 0,-10 1-55 16,0 0-36-16,0 0-17 0,-38-6-32 0,6 5-28 16,-1 1-33-16,-18-2-52 0,1 4-63 0,-3-4-220 15,0 2-695-15,-5 0 307 0</inkml:trace>
  <inkml:trace contextRef="#ctx0" brushRef="#br0" timeOffset="119926.62">7340 12118 51 0,'9'-9'356'0,"-6"-1"-11"0,2-2-6 0,0 0-15 16,-4 0-5-16,1 0-9 0,-2 4-25 0,-2-2-27 15,1 1-4-15,-3 0-20 0,-2 2-21 0,1-4-30 0,-3 7-8 16,-4-3-20-16,-3 3-14 0,2-2-13 0,-4 4-11 15,4-2-16-15,-8 3-12 0,4-1-8 0,-3 2-7 16,-1 2-18-16,4 2 0 0,-3-3-6 0,4 7-1 16,1-4-5-16,0 4-8 0,2-1-1 0,4 1-19 15,-1-1 16-15,2 2-8 0,7 5 1 0,1-5-2 16,-5 3 4-16,10 5-4 0,-1-4 0 0,8-1 1 16,0 12-4-16,8-10-6 0,-1 2 7 0,1-1-6 15,7 4 4-15,-4-2-5 0,5 4-3 0,-5-3-2 16,0 1 2-16,1 3-3 0,0-3-2 0,-5-1 1 15,0 0-6-15,-5-2 5 0,-3-1 0 0,1 4-4 16,-2-3-1-16,-2 2-5 0,-3-2 6 0,-3-1-10 0,1 1 12 16,-6 4-4-16,1-8 0 0,-3 5 3 0,-3-7-1 15,-5 5 1-15,-2-5-3 0,0 6 3 16,0-10-2-16,-3 4-8 0,-2-5 10 0,-10 4 0 0,8-3 2 16,-1-3-17-16,-5-2-9 0,7-1-20 0,-1 0-20 15,6-1-30-15,1-2-27 0,1-3-19 0,5-3-32 16,-3 0-42-16,10 1-50 0,2-3-40 0,7-5-42 15,1-3-239-15,10-4-630 0,2 1 279 0</inkml:trace>
  <inkml:trace contextRef="#ctx0" brushRef="#br0" timeOffset="120159.95">7651 11920 21 0,'5'-12'326'0,"-5"5"3"0,4-1-6 16,-4 4-14-16,0-4-34 0,0 8-29 0,1-4-30 15,-1 4-22-15,0 0-16 0,0 0-20 0,0 19 0 16,4-4 3-16,-4 1-19 0,6 9-3 0,-1-1-12 0,0 8-8 16,2-1-14-16,3 7-10 0,1 3-19 0,4 6 5 15,-5-6-13-15,3 5 2 0,-3-7-11 16,5 6-2-16,-5-3 1 0,0-1-9 0,3-3-8 0,-4-7-3 16,-3-4-14-16,3 1-35 0,-1-4-25 0,-5-6-26 15,0 0-18-15,-1-1-46 0,3-9-42 0,-5 4-35 16,0-1-30-16,0-7-41 0,0-4-235 0,0 0-550 15,-7 4 244-15</inkml:trace>
  <inkml:trace contextRef="#ctx0" brushRef="#br0" timeOffset="121176.68">7628 12336 159 0,'0'0'195'0,"0"-9"-15"0,0 9-14 0,0 0-6 16,23 4-12-16,-8-1-15 0,7 5-13 0,6-1-13 15,2 1-9-15,13 4-7 0,5-1-12 0,-5 1-4 16,2-5-9-16,4-1-2 0,-9 3-12 0,8-4-5 0,-3 1-5 16,-11-1-11-16,9-3-9 0,0-2-11 0,-6 0-6 15,1-2 1-15,-5-3-6 0,-5-1 1 16,-8 1-4-16,8-2 4 0,-8-1 2 0,-3-4-1 16,-6 3 6-16,1-3 15 0,-4 0 12 0,-3-5 4 0,-3 6-1 15,-2-3 11-15,-2-3 8 0,-3 9 9 0,-5-3 4 16,5 0 1-16,-11 2 1 0,-1 5-4 0,-4-5-2 15,-6 6 2-15,-4 3-4 0,1 3-2 0,0 6-1 16,0-1-3-16,0 8-6 0,-1-4 1 0,4 6-4 16,-1-6-4-16,4 14-3 0,2-6-3 0,2 1 3 15,4 2-13-15,1 1 0 0,3-2-1 0,4 1-1 16,8-5-5-16,0 0 3 0,0-3-4 0,5 3 1 16,1-9-6-16,4-2 5 0,4 4-10 0,2-7 8 15,2 1 9-15,1-5-14 0,2-3-6 0,9-2-2 16,-2-3 1-16,-11-1-3 0,11-6 0 0,1 0 1 15,-2-8 4-15,-2 0-6 0,-4 1 0 0,2 1-3 16,-6-3 0-16,1 2 3 0,-8 3-1 0,3-3 6 16,-6 2 8-16,-4 6 14 0,4 3 4 0,0-3-6 0,-6 10-6 15,4-1-6-15,-5 5 2 0,0-8-1 16,0 8-3-16,0 0 1 0,0 0-4 0,0 0-2 16,-5 25 5-16,4-10-7 0,1 0 1 0,0 4-1 0,0 3 1 15,1 0 3-15,4-1-3 0,5 3-2 0,-5-5-1 16,7 4 3-16,-2-2-3 0,5 5 2 0,-6-11-6 15,5 0 5-15,1-2-10 0,6-1-11 0,-6-3-6 16,5-3-10-16,-4-2-5 0,8-2-15 0,-3-4-5 16,-1-2-11-16,3-2-10 0,-3-1-16 0,3-10-13 15,-6 7-5-15,4-12-19 0,-1 2-7 0,-2-6-18 16,1-1 0-16,-5-1-14 0,5-10 0 0,-1-5-10 16,-7 2-8-16,3-6 21 0,-6 10 12 0,0-5 24 15,-3 9 37-15,-5-7 28 0,0 11 39 0,-5-12 34 16,4 13 32-16,-6-1 21 0,0 1 23 0,6 9 19 15,-4-7 15-15,-4 9 21 0,8-1 10 0,-4 2 1 16,0 4 8-16,1 1-2 0,3 2-1 0,-4 4-11 16,5-3-15-16,-2-1-17 0,2 4-18 0,0 5-9 0,-6-5-4 15,6 5-10-15,0 0-13 0,0 0-5 16,-14 14 2-16,13-1-8 0,1-1-3 0,-7 1 3 16,5 3-2-16,2 4-9 0,-1 5 11 0,1-1-12 0,0 2-5 15,-2 1-2-15,4 0-8 0,-2 5 2 0,1-2 0 16,-1-2-1-16,2 5 0 0,5 9-4 0,-6-3-2 15,4-5 3-15,5 3-4 0,-3-9-4 0,-1 5-3 16,3-6 4-16,6-2-1 0,-2 4-6 0,2-4 8 16,6-2-5-16,-6 0-5 0,7-3 0 0,-7-8-4 15,13 5 2-15,-7-3-7 0,-3-6-12 0,4 0 10 16,8-5 1-16,-9-4-1 0,11-1-2 0,-6-6 1 16,-1 0 2-16,2-3 1 0,-11 3 16 0,6-11-20 15,-7 6-2-15,3-2 6 0,-2-8 7 0,-2-1-4 16,-10 1 0-16,1 5 6 0,-3-7 14 0,1-1-7 15,-6 9 21-15,1 0-1 0,-4-1 6 0,-2 1 18 16,1 12-20-16,-3-2 0 0,-2-3-6 0,-2 4-7 16,-1 3 4-16,-2 3-5 0,-1 3 1 0,1 3-5 0,2 4-2 15,7-3 21-15,-5 5-17 0,5-2-2 16,-1-1 1-16,4 9 4 0,5-5 3 0,0 4 2 16,5 1-5-16,4-4 0 0,-1-1-9 0,5 2 5 0,4-3-1 15,3-1 0-15,3-1-26 0,7-1-25 0,-9-4-37 16,7-4-32-16,2 1-38 0,-2-2-51 0,-6 0-53 15,1-3-54-15,-5-5-60 0,4-3-192 0,-8 3-597 16,0-4 265-16</inkml:trace>
  <inkml:trace contextRef="#ctx0" brushRef="#br0" timeOffset="121360.57">8903 12077 249 0,'-20'-3'328'15,"3"-4"6"-15,-1 3 8 0,7 0-9 0,4-4-33 16,0 4-18-16,7-1-29 0,0 5-28 0,12-17-25 16,1 15-22-16,5-6-32 0,4 6-36 0,9-8-54 15,4 7-47-15,0-1-58 0,11 4-86 0,-1-2-87 0,-10 4-269 16,9-1-529-16,-11 2 234 0</inkml:trace>
  <inkml:trace contextRef="#ctx0" brushRef="#br0" timeOffset="121759.84">10207 12398 353 0,'0'0'339'16,"0"0"-13"-16,-25-2-21 0,25 2-19 0,-13 2-21 0,13-2-18 15,-15 2-20-15,12 1-29 0,-6 1-11 0,6 1-26 16,-2-2-3-16,2 5-14 0,-2-4-16 16,3 4 0-16,2-2-16 0,-1 0-2 0,1 1-10 0,1 1-7 15,3-2 9-15,-1 0-12 0,0-3-10 0,4 4-5 16,3-3-10-16,-4 1-3 0,4-3-1 0,-1-2-8 15,-9 0-10-15,16 0 0 0,-16 0-3 0,15-7-6 16,-7 0-3-16,-1 3-4 0,1 0-4 0,-8-7-2 16,7 3-5-16,-7 0-2 0,0-8-2 0,0 9-24 15,0-2-11-15,-4 2-5 0,1-1-20 0,-5 2-14 16,-2-3-21-16,2 3-21 0,-6-3-21 0,3 1-28 16,1 4-35-16,-5-2-46 0,7 1-38 0,-4 1-53 15,6-1-192-15,-3-1-561 0,-1-1 248 0</inkml:trace>
  <inkml:trace contextRef="#ctx0" brushRef="#br0" timeOffset="122028.66">10126 12124 219 0,'0'0'332'0,"-15"0"-2"15,15 0 7-15,-13 0-18 0,13 0-11 0,0 0-2 16,0 0-10-16,-12-3-9 0,12 3-10 0,0 0-12 15,0 0-8-15,0 0-7 0,0 0-9 0,0 0-14 16,0 0-10-16,-5-3-28 0,5 3-17 0,0 0-18 16,22-7-11-16,-16 1-16 0,3 0-10 0,-3 0-8 15,1 3-17-15,-1-3-11 0,-2-1 2 0,1 5-21 16,1-4-20-16,-6 6-24 0,5-9-23 0,-5 9-28 16,0-10-37-16,0 10-34 0,-3-3-42 0,3 3-37 15,-13-4-23-15,0 3-30 0,13 1-41 0,-25 6-48 16,10-4-61-16,-7 3-262 0,6-3-702 0,-4 6 311 15</inkml:trace>
  <inkml:trace contextRef="#ctx0" brushRef="#br0" timeOffset="126643.03">11010 11834 101 0,'-9'-8'398'16,"3"5"-8"-16,-1-5-18 0,-1 1 0 0,1 2-2 0,1 0-14 15,1 0-12-15,1 0-21 0,4 5-18 0,-5-8-18 16,5 8-22-16,0 0-29 0,4-8-25 0,-4 8-24 16,15-8-22-16,0 4-21 0,-1 1-20 0,8 2-20 15,8-2-14-15,0-1-17 0,-2 3-14 0,2-1-9 16,-1 2-15-16,1-1-10 0,-8-3-10 0,-1-1-2 16,-4 3-4-16,-1 1-2 0,4-3 0 0,-12 4 1 15,1-2-5-15,4 2 3 0,-13 0 1 0,15-5-3 16,-9 5 1-16,-6 0 0 0,14 0-4 0,-14 0-1 15,0 0-6-15,0 0 0 0,0 0-2 0,11 7-2 0,-11-2 4 16,4 6-2-16,-3-3 2 0,4 5 0 16,-3 5 2-16,-2 1-3 0,6-2 5 0,3 10 2 0,-3 3 1 15,3-3-3-15,-1 3 2 0,-1-2-3 0,7 3 3 16,-2 7-3-16,-2-9 6 0,0 1-3 0,1-2-1 16,-2 2 1-16,-1-3-2 0,-1-1 2 0,-1-8-2 15,-1-1 4-15,-3 0-1 0,-1-5 5 0,-1 6 4 16,-1-11 10-16,-4 3 8 0,-2-3 6 0,-1-4 3 15,-5-1 7-15,-4-2-9 0,-1 0 1 0,0-3 0 16,-7-3-2-16,-3-5-3 0,0 1-2 0,-4-4-4 16,4 6-5-16,0-3 3 0,3-2-4 0,-1 3-4 15,1 1-13-15,12-1-22 0,-4 4-36 0,4 0-50 16,5-2-56-16,3 3-47 0,1-3-46 0,4 8-40 16,17-6-44-16,-2 5-41 0,1-3-22 0,2 1-209 15,12 1-661-15,-2 0 293 0</inkml:trace>
  <inkml:trace contextRef="#ctx0" brushRef="#br0" timeOffset="127159.71">11707 11844 305 0,'-5'-15'320'0,"5"1"-7"0,0 6-1 0,-2-3 5 16,2 3-22-16,0 0-14 0,-5 3-31 0,5 5-35 15,5-9-22-15,-5 9-25 0,0 0-19 0,0 0-15 16,0 0-8-16,2 18-15 0,-2-4-13 0,0-4-11 15,8 7-17-15,-8 2 6 0,6 1-8 0,3-3-7 16,-4 9-2-16,3-1-8 0,-1-2-5 0,1 7-1 16,-1-7-6-16,1-1-6 0,-2-4 0 0,1 3-7 0,-2-4 7 15,-2-1-13-15,4 0-1 0,-2-1-2 16,0 0 14-16,-2-3-21 0,-1-1 2 0,3-2-4 16,-2-2 2-16,0 1-2 0,-1-1-9 0,1 1 4 15,1-4 3-15,-3 3 2 0,4-2 1 0,-1-2 2 0,1 2-4 16,0-2-3-16,1 1 2 0,4-2 4 0,-2 1-9 15,2 0 4-15,2-3 4 0,3 3-4 0,3-3 13 16,-3 1-30-16,6-1 4 0,1 2-6 0,-1-2-5 16,3-2 7-16,-3 1-17 0,4-2-2 0,1-3-3 15,3 0 3-15,-8 2 4 0,1 0 9 0,-4-3 0 16,0-5-1-16,2-4 0 0,-2 4 3 0,-6 1 4 16,1-2-2-16,-6-4 8 0,1 2 1 0,-2 2 16 15,-4 2 13-15,3-5 8 0,-5 5 3 0,-5-1 4 16,3 4 1-16,-1-4 5 0,-7 2-3 0,5 1-7 15,-3 1 4-15,-4 5-6 0,1-1-11 0,3-2 1 16,-2 4-5-16,10 2 13 0,-22 7-20 0,9-2 2 16,3-3-1-16,2 4 1 0,-2 4 1 0,6 1 5 0,-1-5-4 15,2 6 5-15,3 2 2 0,0-6 4 16,3 6-6-16,2-1 3 0,2-2-8 0,3 2 6 16,3-1 1-16,2 1-5 0,0-4-9 0,5-2-10 0,-2 1-43 15,5-4-45-15,5 4-49 0,-1-3-53 0,-1-2-69 16,2-4-75-16,-4 2-315 0,-3-4-704 0,12 2 312 15</inkml:trace>
  <inkml:trace contextRef="#ctx0" brushRef="#br0" timeOffset="127609.49">13408 11788 78 0,'-7'-13'304'0,"-2"-2"-11"0,-1 1-11 0,0-2-8 0,0 4-11 15,-2 0-11-15,-1 0-16 0,1 5-12 0,-1-4-26 16,1 8-18-16,3-2-15 0,-1 4-19 0,10 1-20 15,-20 1 1-15,7 2-22 0,4 2-18 0,3 4-3 16,-4 1-11-16,6 4-3 0,-4 4-3 0,8 1 2 16,5 8 22-16,2-9-21 0,6 8-4 0,3 3-4 15,3-2 0-15,7 7-3 0,6-1-5 0,-3-3 2 16,0 0-14-16,2 0-5 0,-5-10-1 0,-4 4-4 16,1-8-7-16,-1 0-3 0,-4 4-1 0,-7-6 14 15,6-1-17-15,-9-3-3 0,1-1-1 0,-3-1-4 16,-2-1 4-16,-3 1-1 0,-1-8-1 0,0 7 3 15,-6 0-4-15,-3-6-3 0,-1 2 4 0,10-3 0 16,-28-3-4-16,8 3-16 0,0-1-20 0,-4-1-27 16,2 1-21-16,1-6-17 0,4 2-17 0,1 1-28 0,4 1-31 15,-3-2-33-15,8 2-46 0,1-4-45 16,4 0-244-16,2 0-580 0,0-4 258 0</inkml:trace>
  <inkml:trace contextRef="#ctx0" brushRef="#br0" timeOffset="127860.22">13766 11691 234 0,'0'-8'360'15,"0"0"-1"-15,3 1-6 0,-3 0-5 0,2-1-17 16,-2 8-28-16,0-5-31 0,0 5-37 0,6-4-27 16,-6 4-18-16,0 0-23 0,0 0-16 0,0 21-15 15,0-11-10-15,7 6-8 0,-1 0-15 0,3 10-12 0,-1-2 8 16,5 3-20-16,0 0-7 0,-3 0-12 15,5 0-5-15,2 1-2 0,4 6 2 0,-6-7-18 16,0 1-22-16,-3-2-27 0,-2-4-24 0,5-1-22 0,-4-2-27 16,-4-3-33-16,3 0-27 0,-5-4-27 0,-2 3-38 15,2-6-34-15,-2-2-22 0,2-1-34 16,-3-4-194-16,-2-2-536 0,0 0 238 0</inkml:trace>
  <inkml:trace contextRef="#ctx0" brushRef="#br0" timeOffset="128828.3">13784 11986 183 0,'0'0'188'0,"0"0"-15"0,0 0-8 16,15-10-7-16,0 8-14 0,1 1-4 0,4 1-14 15,0 0-12-15,5 1-5 0,6 1-18 0,-4 4-5 16,7-3-7-16,-1 0-11 0,12 3-6 0,-10-3-5 16,-4 1-6-16,6-4-4 0,-2 2-7 0,-2 3-2 15,1-1-3-15,-2-4-3 0,1 1-6 0,-3-5 0 16,-2-2-3-16,-7 4-4 0,-1-2-2 0,-5 0 0 15,-2-3-3-15,1 3 2 0,-8-4-4 0,-2 1 0 16,1-1 3-16,-10-1 3 0,3 2 8 0,-5-1 7 0,-1 4 2 16,-7-4 4-16,2 1 3 0,-4-1 2 0,-4 5 3 15,-1 2 0-15,2 1 1 0,-11 0 1 16,9 1-2-16,-6 5-3 0,2-1 0 0,6 2-6 16,2-2-2-16,1 6-4 0,2 0 2 0,-1 0-6 0,6 1-1 15,-2 1 0-15,11 1-1 0,-4-1-8 0,10-2 8 16,-5 7-5-16,8-1-3 0,7-2-2 0,-4-2 0 15,4-1 0-15,2-2-2 0,-2 1-5 0,6-5-7 16,-4 0-5-16,4-5 1 0,-1 2-6 0,-2-3 5 16,4-4-6-16,-2 1 3 0,-4-6-2 0,2 0 2 15,1-3 3-15,-4 0-3 0,-2 0 4 0,-5-4-1 16,7 0 2-16,-7-2-4 0,-1 5 6 0,0-5 9 16,-1 3 6-16,-4-2 12 0,4 5 10 0,-6 1 10 15,0 0-1-15,0 3-5 0,0 3-1 0,0-2-8 16,0 7-7-16,0-7-3 0,0 7-2 0,-6-3-3 15,6 3-2-15,0 0-4 0,0 0 5 0,-13 18-4 16,13-9-2-16,0 1-4 0,0 1 1 0,5 1 1 0,-4 0-1 16,12 4-11-16,-6-5-8 0,3 7-5 0,5-8-12 15,-2 8-11-15,2-10-14 0,5 8-17 16,-2-6-19-16,2-1-23 0,1-3-22 0,3-2-15 0,2-1-21 16,-3 0 0-16,-1-6-3 0,1 1-3 0,-5-2 1 15,2-2 7-15,2-4 11 0,-6 2 7 0,-1-4 15 16,-2-2 13-16,0-4 14 0,-1 8 13 0,0-9 11 15,-6-1 15-15,3-4 19 0,-1-1 22 0,-3 2 18 16,3-7 26-16,-8 3 23 0,2-1 14 0,-4-3 9 16,2-1 26-16,0 3 13 0,-7-3 12 0,1 2 11 15,3 3 9-15,-2 2 13 0,3 6 9 0,-3-5 5 16,3 5-4-16,1 3 1 0,-3 4-4 0,3-2-8 16,-1 7-9-16,-3-2-19 0,5 3-15 0,0 6-19 15,0-6-5-15,0 6-6 0,0 0-4 0,0 0-10 16,0 0-3-16,-5 27-7 0,5-11 2 0,0 4-7 15,3 6 1-15,-1 1-2 0,-2 2-11 0,7 3 5 16,-1-2 1-16,-4 11-2 0,5 2-2 0,1-13-3 0,-2 3-9 16,3-3 5-16,-1 9-5 0,2-11 0 0,2 2-1 15,-4-4-9-15,3 1 6 0,3-2-3 16,-3 0 1-16,-3-8-3 0,4 3 1 0,5-2 15 0,4 0-12 16,-6-8-7-16,0 0-7 0,6-5-3 0,3-3-8 15,-3 0 3-15,7-4-3 0,0 0-6 0,-4-2 2 16,-1-8-8-16,3 1 6 0,-9-1 3 0,6-7-7 15,-2 1-1-15,-4 0 0 0,-2-4 3 0,0-2 5 16,0 10-7-16,-10-6 1 0,3 4 5 0,-3 1 2 16,-3-1-3-16,-2 1 4 0,-2 3 6 0,-3 1 2 15,2 3 9-15,-7 1-10 0,1-2 1 0,1 3 4 16,-5 6 4-16,-4-1-1 0,4 1 1 0,-3 4 5 16,2-3-5-16,4 2 0 0,-1 5 11 0,3-1-9 15,-1-2 0-15,3 5-5 0,-3-2 9 0,9 0-1 16,-5 0-4-16,9 3 0 0,-3-3 2 0,6 0 9 15,1 0-8-15,-1 1 0 0,6 1-3 0,4-3-20 0,3 0-29 16,4-2-41-16,6 0-44 0,-3-3-58 0,-1-1-75 16,9 3-64-16,-5-9-199 0,-1 5-566 0,1-3 250 15</inkml:trace>
  <inkml:trace contextRef="#ctx0" brushRef="#br0" timeOffset="129010.48">14964 11671 151 0,'-18'-6'297'15,"-1"-1"-11"-15,10 2-16 0,-1-2-29 0,5 1-24 16,5 0-23-16,0 6-32 0,15-8-41 0,-2 6-56 16,3 2-68-16,8 0-78 0,5 0-80 0,6 2-133 0,-2 3-317 15,17-3 140-15</inkml:trace>
  <inkml:trace contextRef="#ctx0" brushRef="#br0" timeOffset="129509.43">16530 11847 104 0,'-14'-3'190'0,"14"3"-17"16,0 0-13-16,-13 10 4 0,12 0-15 0,-3-1-10 16,-1-1-13-16,5 3-2 0,-6 2-8 0,6 2-7 0,0 0-6 15,6 2-13-15,-4-3-8 0,5 2-10 16,-1-1-3-16,2 3-7 0,-1-8-5 0,1 1-5 15,7 0-5-15,-7-1-3 0,6-2-5 0,-1-3-5 0,0 0 0 16,-3-3-4-16,3-2-3 0,1 0-2 0,-3-3-2 16,1-2-3-16,3-4-3 0,-5 0 4 0,3 1-1 15,2-4 16-15,-7 1 7 0,4-1 3 0,-1-3 6 16,1 1 4-16,3-3 1 0,-2 2 2 0,2 3 4 16,0 2 5-16,0 0-7 0,1 0-2 0,1 5 0 15,-2 1 0-15,4 1-4 0,-2 3-3 0,3 0 0 16,-4 5-8-16,6 1-4 0,-2-2-4 0,8 11 4 15,-3-4-15-15,-2 2 2 0,-2 1-3 0,3-1-3 16,-9 1 1-16,-1-2-4 0,1 3-9 0,-1-6 2 16,-4 7 4-16,-4-6-7 0,2 3 4 0,-3-2-6 15,-3-3 2-15,-2 0 5 0,-2-2-7 0,-3 0-4 16,-3-2-26-16,2 1-28 0,-14 1-29 0,1-3-34 16,1-2-39-16,-2-1-50 0,-1-1-57 0,-1-1-222 0,-2-3-522 15,-5-3 230-15</inkml:trace>
  <inkml:trace contextRef="#ctx0" brushRef="#br0" timeOffset="130192.85">18594 12109 337 0,'-17'-7'378'0,"17"7"-12"16,-3-12-4-16,6 4-21 0,-3-4-1 0,2-1-18 15,6-5-19-15,-6-1-14 0,8-7-25 0,-2 1-24 16,0-1-23-16,5-1-19 0,2 0-21 0,5-9-20 16,-3 9-16-16,6-6-6 0,-2 6-23 0,3 3-10 15,-3 0-11-15,6 1-11 0,-6 4-12 0,2 4-5 16,-3 3 0-16,-3 1-19 0,1 6-3 0,0 3-4 0,0 2-12 16,1 3-5-16,-3 3-2 0,-1 0-7 0,0 6-6 15,1 1-8-15,-2 3 5 0,-1 0-1 16,2 8-4-16,-5-2-1 0,3 4-1 0,-5 2 5 0,4-2-8 15,-4-8 0-15,-6 4 3 0,8 1-5 0,-9-4 11 16,4-2-7-16,-1 1 0 0,-3-3-2 0,-1-3 0 16,-1 1 3-16,-3-5 0 0,1 1 0 0,0 1 5 15,-7-7-7-15,0 4 10 0,0-5-3 0,-2 4 4 16,-1-7-3-16,-3 1 3 0,-4 0 0 0,5-5-4 16,-5 5 3-16,5-1 7 0,5 0-8 0,-3 2 1 15,5-4-7-15,-6 2-16 0,14 1-30 0,-11-4-16 16,11 4-29-16,0 0-28 0,-4-3-29 0,4 3-34 15,0 0-38-15,25-1-36 0,-13 1-33 0,9-3-15 0,9-5-24 16,0 4-198-16,0-4-573 0,6 5 253 16</inkml:trace>
  <inkml:trace contextRef="#ctx0" brushRef="#br0" timeOffset="130560.54">19499 11694 256 0,'-2'-11'269'0,"-1"1"6"16,-2 1-4-16,2-2-1 0,-2 6-9 0,0-3-16 15,2 2-23-15,-2 3-22 0,5 3-20 0,-14 0-19 16,14 0-1-16,-11 6-8 0,6-2-8 0,-2 3 7 16,4 5-26-16,0 3-13 0,1 1-8 0,4 2-13 15,4 2-5-15,1-1-4 0,1 8-8 0,5-2-13 16,1 0-3-16,0-3-14 0,5 5 6 0,0-5-13 16,-2-3-8-16,-2-3-12 0,3-5-9 0,0 2-6 15,-3-2-4-15,-3-4-10 0,4-4-1 0,-7 3 1 16,2-3-6-16,-1-6 11 0,0-3-1 0,2 0-7 15,-4-3 6-15,0 2 1 0,1-7-5 0,-5 2 10 0,-2-3 8 16,3 0 7-16,-2-3 4 0,-3 0 21 16,0 2 25-16,0-1 26 0,0 0 16 0,4 3 8 15,-8-3 8-15,4 8 12 0,0-3 7 0,-3 1-5 0,3 7-8 16,0-5-19-16,0 9-13 0,0-9-12 0,0 9-12 16,0 0-6-16,0 0-3 0,0 0-16 0,0 0-12 15,7 21-11-15,-6-9-13 0,6 1-18 0,-5 2-23 16,9 4-19-16,-2-7-33 0,-1 6-30 0,5-3-39 15,2-1-30-15,-3 0-43 0,4 2-50 0,-1-4-55 16,2-4-49-16,-8 7-272 0,6-11-707 0,4 3 313 16</inkml:trace>
  <inkml:trace contextRef="#ctx0" brushRef="#br0" timeOffset="131110.54">20092 11612 185 0,'-5'-5'302'0,"5"5"-21"16,0 0-27-16,-2-8-27 0,2 8-21 16,0 0-10-16,0 0-12 0,0 0-14 0,-8 25-15 15,8-16-15-15,0 6-11 0,-5 1-8 0,5 0-13 0,0 4-12 16,0-2-10-16,5 0-8 0,-5 3-6 0,1-2-7 16,3 3-4-16,1-3-10 0,0 1 2 0,3-5-11 15,-7 2-2-15,6-5-4 0,1 0-2 0,-3-4-2 16,4-2-5-16,-1 0-9 0,3-3 3 0,-2 1-13 15,1-5 1-15,-10 1 1 0,20-6-2 0,-12 1 2 16,7-2-3-16,-5 2-3 0,1-5 10 0,4-2-9 16,-2 3-3-16,-3-4 4 0,-1 5 5 0,2-2 4 15,-1-1 7-15,2-1 14 0,-6 4-4 0,3-2-2 16,-3 5-1-16,-1 0-4 0,2 2-8 0,-7 3 1 16,6-4-4-16,-6 4 2 0,0 0-6 0,15 5 5 15,-8 4-5-15,-7-3-2 0,7 1-5 0,-6 5 0 16,4-2 4-16,-3 2-3 0,4 1-3 0,3 1 2 0,-8-1 3 15,6-1-2-15,1-5 3 0,-4 4-7 0,-1 2 6 16,5-5 7-16,-3-4-8 0,0 3 8 16,-2-6-4-16,4 1-3 0,-7-2 13 0,0 0 17 15,28-7 2-15,-25 3 8 0,7-2 1 0,-1-4 2 0,2 2 15 16,-1-3-3-16,2-4 9 0,-1 0 3 0,4 2 0 16,-5 2 9-16,-2-2 3 0,7-1 0 0,0 2 2 15,-5 0 1-15,-3 2 3 0,4 2-3 0,-2-1-10 16,-3 2-6-16,3 3-10 0,1-1-15 0,-4 3-5 15,-6 2-2-15,0 0-5 0,0 0 1 0,18 10-7 16,-16 0-14-16,6-1-23 0,-3 6-15 0,2-2-29 16,3 4-12-16,-4 0-42 0,1-1-32 0,1 0-28 15,-1-1-35-15,5 2-44 0,-4-2-50 0,0 0-46 0,5-3-53 16,-3-3-199-16,2-2-643 0,-4 0 285 16</inkml:trace>
  <inkml:trace contextRef="#ctx0" brushRef="#br0" timeOffset="131675.7">20975 11617 151 0,'-5'-5'278'0,"5"5"-17"0,-5-5-16 0,5 5-20 16,0 0-11-16,-11-1-7 0,11 1-13 0,0 0-12 15,-8 8-9-15,4 0-11 0,4-4-10 0,-1 7-15 16,2 0-5-16,3 1-15 0,-1-1-8 0,2 6-13 15,2-2-9-15,2 1-11 0,-4 1-3 0,5 1-7 16,-1-3 2-16,1-3-16 0,-1 3 5 0,0-4-13 16,-1-3-15-16,2-3-8 0,-5 4 0 0,5-4-9 15,0-2-7-15,-2-2-2 0,-8-1 3 0,13 0-4 16,-13 0-2-16,15-8 3 0,-7 4-1 0,-3-2-2 16,4-2 1-16,-3 3 2 0,1-4-1 0,-2 1 2 15,0 1-1-15,2-1 5 0,-1 5 2 0,1-6 5 16,-4 2-1-16,2 4-6 0,-5 3 1 0,7-7-4 0,-7 7-3 15,0 0-4-15,0 0 2 0,11 8 3 0,-6-2 0 16,-3 6-1-16,1-8-1 0,0 8-1 16,-1 0 8-16,3-4-4 0,-3 4-2 0,3-2 9 0,-2 2-10 15,0-1 4-15,1 0-7 0,-1-4 3 0,0 0 0 16,2 1-1-16,-1-2 9 0,-1-2 2 0,-3-4-6 16,8 4 0-16,-8-4 12 0,0 0 3 0,0 0 7 15,18-8 2-15,-13 2 14 0,0-2 3 0,0 1 9 16,2-10 8-16,3 7 12 0,-2 0-1 0,0-5 7 15,2-1 11-15,-1 3 3 0,2-2 1 0,-3-3-2 16,2 7 3-16,4-6-13 0,-1 3-4 0,-3-2-2 16,5 2-11-16,-2-3-11 0,2 5-3 0,0 0-7 15,3 1-5-15,-8 2-6 0,3 2-10 0,2 3-2 16,-5 1-2-16,3 3-21 0,-3 0-22 0,2 3-20 16,-1 1-31-16,1 5-16 0,1 2-20 0,-3 0-15 15,3 1-20-15,-5-1-15 0,4 3-18 0,0 1-17 0,-1 3-20 16,-1-3-35-16,5-2-32 0,-3-2-16 0,4 5-18 15,1-6-175-15,3 3-530 0,-4-2 234 0</inkml:trace>
  <inkml:trace contextRef="#ctx0" brushRef="#br0" timeOffset="132644.46">22156 11683 219 0,'0'-7'260'0,"-2"-2"-6"0,-6 2-5 16,-4 0-12-16,2 3-10 0,-5-1-14 0,-1-1-19 15,-3 5-9-15,3-2-10 0,-4 6-14 0,-2-2-12 16,1 2-17-16,4 4-11 0,1-3-12 0,-1 4-5 16,1-1-14-16,1 1-12 0,3 2-1 0,1 0-11 15,2 1-2-15,3 1-5 0,-2-1-7 0,8 1-3 16,-2-4-12-16,4 6-8 0,-2-5-7 0,6 0-10 16,1 0-4-16,-4-1-15 0,7 1-11 0,0-4-5 15,0 2-11-15,1-6-2 0,-2 5-6 0,4-6 3 0,2 3 0 16,-7-6 4-16,9 2 3 0,-6-1 5 0,1-2 1 15,3-3 4-15,-2 2-1 0,-5 1 3 0,6-1 4 16,-6-2 0-16,0 0 7 0,9-1 11 0,-4 4 6 16,-8-4 18-16,3 1 12 0,-1 3 3 0,-1 0 1 15,3 1-6-15,-4 2-5 0,-5 1-2 0,8-9-9 16,-8 9-6-16,0 0 2 0,13 5 0 0,-13-5 1 16,3 5-5-16,4-2 0 0,-7 5-3 0,8-1 1 15,-3 2-5-15,-3-2 4 0,10 3-1 0,-9-2-3 16,3 1 3-16,1-4 0 0,0 2-3 0,1 0 1 15,-6 1-2-15,4-4 0 0,-4 0-1 0,3 1-1 16,-5-5 5-16,5 6 10 0,-5-6 8 0,3 6 3 16,-3-6-1-16,0 0-8 0,0 0 2 0,0 0-5 15,0 0 9-15,0 0-18 0,0 0 3 0,0 0 0 16,-28-9-1-16,25 5-9 0,-6 0 8 0,9 4-2 16,-10-5 1-16,9 2 6 0,1 3-4 0,-8-9 2 15,8 9 1-15,6-13-4 0,-3 8-3 0,7 0-1 0,-1 1-3 16,6-6 2-16,3-2-9 0,7 2-2 0,1-2 2 15,4 0-8-15,1-3 4 0,-1 3-8 0,12-8-4 16,-8 10-3-16,-4-4-1 0,13-4 4 0,-13 6 1 16,-2 2 2-16,-6 1 7 0,-6-1-2 0,6 4 3 15,-6 2-2-15,-1-1 3 0,-8 2-3 0,3-1-4 16,-10 4 2-16,10 0 4 0,-10 0 0 0,3 7-2 16,-3-7 2-16,0 10 9 0,0-3-6 0,-7 3 2 15,2-3-3-15,4 2 12 0,-8 3-7 0,6-4 0 16,-2 0 2-16,2 4-1 0,-1-1 2 0,4-3 2 15,0-1-2-15,-1 2 4 0,1-5 1 0,5 4-2 16,-2-2 1-16,2-3 1 0,7 3 1 0,-7-2-2 16,9-4 2-16,1 2-6 0,0-1 2 0,2-1 0 15,3-1-3-15,-4-1 3 0,6 2-1 0,6-4 1 16,-3-2-2-16,-5 0 1 0,1 2 1 0,2-3 1 16,-3 0 1-16,8-3-2 0,-10 2-2 0,2 1 6 15,-3-4 4-15,4 3 15 0,-6 0 8 0,0-3 6 0,0 2 11 16,-2-2-3-16,-3 6 15 0,-3-2-2 0,0 2-4 15,1 0-6-15,-2 2-12 0,1-2-5 0,-7 5-3 16,0 0 11-16,0 0-17 0,8 15-6 0,-8-5 2 16,0 4 1-16,5 1-7 0,-3 5 5 0,5 2-4 15,-6 5-4-15,6 5-1 0,1 7-2 0,0 5 4 16,2-1-8-16,2 0 4 0,1 4-3 0,0 3 5 16,6 0 5-16,-5 4-4 0,5 2 12 0,-4-2-1 15,-1-1 13-15,-4-1 0 0,2-3-9 0,-2 1 11 16,-5-7-3-16,-3 3-5 0,-2-16 5 0,-2-2 14 15,-10-2 30-15,4-9 23 0,-2 0 7 0,-5-7 15 16,0 0 5-16,-6-5 2 0,1-3-4 0,-3-2-5 16,-4-6-11-16,4 0-11 0,-2-3-9 0,5-2-8 15,-8-4-5-15,5-1-9 0,2 0-9 0,6 2-3 16,-4-8-9-16,5 8-26 0,0-2-29 0,3-1-56 16,2 2-53-16,6-3-52 0,-2 2-52 0,-1 1-53 15,4-4-72-15,2 4-91 0,0 1-333 0,0-3-834 0,2-3 370 16</inkml:trace>
  <inkml:trace contextRef="#ctx0" brushRef="#br0" timeOffset="134293.54">24188 11466 35 0,'-2'-8'379'0,"-4"-3"-24"0,4 3-23 15,-4 2-25-15,-1 0-31 0,0 3-29 0,-4 0-28 16,11 3-15-16,-17 0-16 0,2 4-2 0,7 2-28 16,0 2-9-16,1 5-13 0,-1 4-13 0,6 3-11 15,2-1-14-15,7 8-4 0,3-4-5 0,1 2-13 0,9-2-4 16,-7-3 1-16,9 2-21 0,-1-3-3 0,4-1-9 15,-5-4-8-15,2-4-3 0,-7-1-6 16,-1-5 2-16,6 0-7 0,-10-4 1 0,3-4-2 0,-3 0-3 16,-3-5-3-16,0 0-1 0,-1-8-3 0,-6-1 2 15,0-3-1-15,-6-4 2 0,-1 1 0 0,-3-1-4 16,-3-1 7-16,1-1 1 0,-4 6-1 0,-3 0 2 16,0-2 2-16,5 7-2 0,4 5-4 0,-3-2-4 15,8 5 0-15,-3 1-2 0,3-1-2 0,2 0-9 16,3 8 1-16,0-4 0 0,0 4-4 0,0 0-11 15,36 4-12-15,-6 1-3 0,3 2-21 0,13 1-5 16,2 0-8-16,2-1-7 0,1 1-9 0,9-5-5 16,-4-2-8-16,-3-2-1 0,0-5 1 0,2-2 5 0,-4-4 6 15,-3-3 9-15,2 1 8 0,-12-8 8 16,-8 7 7-16,6-9 15 0,-13 8 18 0,-3-2 19 16,-3-3 20-16,-9 3 19 0,0-2 13 0,-6-7 12 0,-1 12 13 15,-1-1 16-15,-1 5 10 0,-4-1 5 0,0 2 0 16,0-2-12-16,-2 7-12 0,1 1-14 0,6 4-4 15,0 0-7-15,-27 12-3 0,17 2-8 16,-3 3 3-16,0 7-5 0,1 14-2 0,1 1-4 0,2 6 1 16,3-3-5-16,4 7-3 0,2 4 0 0,0 4-2 15,0 0 4-15,2 0-6 0,4 0-1 0,3 21 1 16,-6-23-3-16,5-2 1 0,-3 1 8 0,5-2-20 16,-2 4-2-16,-1-6-10 0,-4-4-23 0,5-4-23 15,-3-1-20-15,2-14-39 0,-7-2-37 0,-5-6-45 16,5-1-46-16,0-9-53 0,-2-2-52 0,-3 0-207 15,1-6-591-15,4-1 261 0</inkml:trace>
  <inkml:trace contextRef="#ctx0" brushRef="#br0" timeOffset="134460.21">24842 11614 143 0,'1'-4'280'0,"3"-2"-13"0,2 0-15 16,-1 5-23-16,9-1-23 0,1 1-18 0,6-3-17 15,-1 8-20-15,5-3-17 0,9 3-18 0,10 4-46 16,-3-2-58-16,7 3-55 0,7-2-67 0,1 1-58 16,-3 3-149-16,5-3-342 0,1 1 151 0</inkml:trace>
  <inkml:trace contextRef="#ctx0" brushRef="#br0" timeOffset="135293.12">26396 11490 56 0,'0'-8'308'16,"-8"0"-19"-16,8-3-20 0,-7 3-19 0,-3 1-14 0,-1 1-20 15,1 3-18-15,-5-3-16 0,-3 1-21 16,1 4-14-16,-4 2-18 0,-1 4-7 0,5-3-13 16,-11 8-11-16,10-3-9 0,-2 4-12 0,-5 4-7 0,7-4-8 15,3 5-1-15,7 0-9 0,-5-2-5 0,5 2-8 16,-1 0-8-16,3 0-11 0,6-4-7 0,3 0-7 15,-1 0-10-15,-1-2-7 0,1-2-10 0,6-4-11 16,4 3-11-16,-2-3-5 0,3-4-3 0,-1 0 2 16,4-4 6-16,-1 0 2 0,2-2 6 0,1-1 4 15,0-2 1-15,-2-3 9 0,-2 1-1 0,-6-2 13 16,5 4 17-16,-4-1 12 0,-1 2 21 0,5 0 10 16,-6 1 9-16,-6-1-3 0,11 5-4 0,-10-1-8 15,-2 4-9-15,9-5-2 0,-9 5-5 0,0 0 1 16,0 0-4-16,5 16-1 0,0-8-6 0,-1 3-2 15,-4 0-5-15,6 5 6 0,1 2-4 0,1 0 1 16,-1-2-3-16,6 7 11 0,-3-8-12 0,3 1 0 16,4 4-3-16,4-5 1 0,-6 0-6 0,5-4-5 0,2-4-11 15,2-1 2-15,0 1-4 0,-3-7-2 16,1 0 2-16,7-7 1 0,-7 1-2 0,1-1 3 16,-1-10-3-16,6 2-1 0,-5-4-4 0,0-4-8 0,-3-3-7 15,1-8 1-15,3-2 1 0,-4 1 7 0,-6-5 0 16,1 1 4-16,2-3 2 0,-2 4 3 0,-10-5 10 15,-2 0 17-15,5 1 18 0,-13-1 11 0,2 12 15 16,-5 1 9-16,1 0 3 0,-1 6 3 0,1-3 1 16,-1 11 5-16,1-3 1 0,-3 2-12 0,2 3-1 15,-2 1 4-15,-1 6-25 0,-1 4-2 0,4-1-5 16,-7 8-4-16,2-1-4 0,-2 6 14 0,3 8-18 16,-1 4 1-16,0 6-7 0,3 4 8 0,3 7-5 15,2 2-8-15,2 2 3 0,6 5 1 0,4-5-2 16,1 0-2-16,7 3-2 0,0-5-2 0,5 4 0 15,1-3 2-15,2-6-3 0,6 1 13 0,2-6-8 16,-1-1-2-16,1-10-4 0,-3-5-8 0,-4 1-2 0,9-6-4 16,-2-3 4-16,-1-3-15 0,1-3 6 0,2-5 19 15,-1-3-20-15,-1-4-5 0,7-10-8 16,2 1 8-16,-10-9-9 0,5 3 1 0,-4-4 7 0,-1-2-1 16,-2-3 0-16,-1-3 8 0,-8-1 0 0,1-4-2 15,-5 0 12-15,-2-2 25 0,-6 7 18 0,-2 4 14 16,-8-6 7-16,1 0 7 0,-5 2 9 0,2 12 8 15,-8 0 9-15,3 3 2 0,2 10-4 0,-4-2-11 16,-3 1-6-16,-1 6-9 0,-1 2-6 0,-2 2-16 16,-3 5 5-16,5 6-9 0,-2 4 6 0,-3 6-13 15,6 12-1-15,1-6 1 0,1 5-5 0,9 5-1 16,-3 6 1-16,8 2-5 0,5 2 3 0,10 1-9 16,-7-1-17-16,14-3-9 0,1 5-17 0,5-8-57 15,2 0-35-15,5 3-56 0,-4-8-61 0,6-2-72 16,4-2-84-16,-1-4-277 0,-9-10-724 0,1 1 321 15</inkml:trace>
  <inkml:trace contextRef="#ctx0" brushRef="#br0" timeOffset="135676.5">28539 11269 353 0,'12'-8'381'0,"-4"-4"-14"16,-1 9-2-16,1-5-12 0,0 0-27 15,-8 4-43-15,0 4-27 0,7-3-35 0,-7 3-15 16,5 15-23-16,-8-4-13 0,3 8-22 0,-2 9-14 0,0 14-14 16,2 1-11-16,-1 4-7 0,4 3-10 0,-3 5-7 15,5-2-11-15,-2 1-4 0,6 5-6 0,1-4-7 16,1 2-4-16,1-3-4 0,4 1-6 0,1-6-2 16,6-3-1-16,-8 2-7 0,-2-7-22 0,9-4-40 15,-9-11-37-15,3-6-34 0,-9-1-34 0,-2-11-42 16,3 0-60-16,-1-4-48 0,1-4-56 0,-8 0-231 15,9-17-618-15,-5 2 273 0</inkml:trace>
  <inkml:trace contextRef="#ctx0" brushRef="#br0" timeOffset="135959.24">28566 11273 312 0,'-12'-16'355'16,"7"-2"6"-16,0 1-3 0,5 2-1 0,0 3-18 15,0-2-28-15,5 5-15 0,4 1-30 0,4 1-25 16,3-1-23-16,6 4-19 0,4 0-15 0,3 5-24 0,5-1-17 16,-2 4-10-16,3 3-15 0,-1 0-12 0,-4 1-13 15,-3 0-12-15,-8 0-7 0,5 4-8 0,-8-1-1 16,1 0-15-16,-7 5-3 0,0-8-10 0,-4 11-4 16,-2-11-4-16,-8 4-2 0,1-1-2 0,-10 4-6 15,-1-4-7-15,-2 2-20 0,-4-1-22 0,-5 2-24 16,-3-5-23-16,-2-1-14 0,2 0-8 0,-2 1-25 15,7-1-12-15,2-3-24 0,-1 3-19 0,4-2-30 16,6 0-23-16,-1-2-25 0,6-1-18 0,6 1-256 16,1-4-575-16,0 0 254 0</inkml:trace>
  <inkml:trace contextRef="#ctx0" brushRef="#br0" timeOffset="136592.51">29389 11328 104 0,'-12'-15'315'0,"-3"2"0"16,-5-6-20-16,4 6-12 0,-9-1-6 0,2-1-11 15,-4 2-19-15,2 1-15 0,4 5-15 16,-1 2-32-16,2 5-16 0,2 5-11 0,-2-4-16 0,1 5-1 16,2 2-31-16,4 5-2 0,1-1-13 0,1 5-8 15,2 5-7-15,4-1-12 0,4 4-6 0,2 1-14 16,-1 1-17-16,9 0-15 0,2-4-5 0,-1 2-19 15,3-7-25-15,7 6-20 0,-10-10-20 0,7 3-28 16,1-3-16-16,-2-8-13 0,4 3-16 0,-3-4 3 16,-1-5 2-16,3 3 6 0,-3-6 13 0,-1-5 9 15,-2 0 12-15,1-7 15 0,-3 5 19 0,-4-3 15 16,4-4 13-16,1 0 22 0,-5-2 19 0,-6-1 15 16,6 1 21-16,-1 2 6 0,-6-1 15 0,7 5 15 15,-7-2 4-15,2 4 1 0,-2 2-8 0,5 3-8 16,-5 2-11-16,0 4-3 0,0 0-7 0,0 0-6 15,0 0 0-15,0 0-4 0,0 0-2 0,-10 27-4 16,10-16-5-16,0 4 1 0,-4 3-5 0,4-1 3 0,-1 0-3 16,1 1-6-16,-5-2 1 0,10-1-4 0,-5 5 6 15,0-8 1-15,0-2-4 0,1 1 0 16,-1-2 5-16,4-5-6 0,-1 1 2 0,-3-5-4 0,8 5 1 16,-8-5 1-16,0 0-2 0,24-10-1 0,-11 2-1 15,0 1-2-15,2-5 0 0,0-1 1 0,1 1-2 16,-1-5-1-16,5 1 2 0,2 0 1 0,-4-3 0 15,3 3-4-15,4-3 2 0,-5 0 14 0,2 4 10 16,-4 3 0-16,0 2 4 0,3 0 1 0,-6 1 5 16,4-1-6-16,-5 5-3 0,-2-2-5 0,-4 6-2 15,6 2-3-15,-6 3-6 0,3 0-1 0,-1 3 3 16,-3 1-1-16,1 5 3 0,4 2-8 0,-6 2-1 16,3 1 2-16,-3 1-3 0,1 1-6 0,1 6 9 0,-1 1-5 15,1-4 2-15,0-4 1 0,-1 0-11 16,0-4 10-16,1 2 0 0,-5-9-19 0,4 3-16 15,-7 0-5-15,5-6-8 0,-4-1-18 0,-1-4-26 16,0 6-25-16,0-6-24 0,0 0-22 0,0 0-27 0,0 0-34 16,-9-18-31-16,2 7-188 0,-1-1-472 0,-2-1 209 15</inkml:trace>
  <inkml:trace contextRef="#ctx0" brushRef="#br0" timeOffset="136942.87">30209 10857 106 0,'-1'-10'384'15,"-1"1"-2"-15,2-2 8 0,0 0 6 0,0-1 6 16,0 5-4-16,2-5-17 0,-1 8-11 0,3-7-20 15,-3 2-29-15,1 3-32 0,-2 6-30 0,0-6-33 16,0 6-22-16,0 0-24 0,0 0-18 0,12 20-14 0,-9-7-16 16,5 6-13-16,-3 4-14 0,-3 7-10 0,9 8-9 15,-7 3-8-15,-1 1-5 0,-1 5-6 16,1-1-11-16,-3-2-4 0,0 4 0 0,-3-1-8 0,3 0-4 16,-2 2-1-16,4-7-8 0,-2-1 1 0,-2 1-9 15,4-3-20-15,1-9-28 0,-3-1-31 0,0-4-37 16,0-4-37-16,0-6-41 0,5 2-34 0,-3-7-27 15,3 2-41-15,-4-5-61 0,4-6-71 0,-5-1-354 16,0 0-821-16,0 0 363 0</inkml:trace>
  <inkml:trace contextRef="#ctx0" brushRef="#br0" timeOffset="137126.44">30314 11239 300 0,'-9'-4'392'15,"9"4"23"-15,0 0 19 0,-1-5 7 0,1 5-4 16,0 0-18-16,0 0-36 0,5-10-34 0,0 5-38 0,-5 5-33 16,20-3-29-16,-9 2-26 0,6 1-28 0,-1 0-32 15,14 1-44-15,-8 1-54 0,6-1-63 16,2 4-69-16,1 4-60 0,-3-3-56 0,7 1-77 0,-9 0-79 16,-1 0-80-16,0 1-211 0,3-6-683 0,-6 1 302 15</inkml:trace>
  <inkml:trace contextRef="#ctx0" brushRef="#br0" timeOffset="139408.91">11998 13612 263 0,'0'0'331'0,"6"-12"-13"16,-1 5-8-16,0-1-12 0,-1 4-9 0,4-6-11 0,-1-4-6 15,1 2-10-15,3 1-13 0,-1-2-5 0,-3-2-4 16,3 1-16-16,0-3-5 0,-2 2-5 0,-1 0-8 16,-1-4-16-16,-2 0-16 0,1 2-13 0,-4 2-11 15,-1-2-11-15,0-3-10 0,-6 5-13 0,-3-3-12 16,3 3-11-16,-11 2-5 0,-3 2-12 0,-3-4-14 16,-5 6-2-16,0 3-6 0,-5 5-9 0,-4 2-5 15,3 3-4-15,2 6-5 0,1 2-6 0,-6 12-2 16,8-5-2-16,4 2-4 0,0 1-2 0,-3 9 1 15,6-4-4-15,7 1-3 0,0 11-10 0,7-10 1 0,3 0-6 16,5 5-1-16,5-6-9 0,3-1-6 16,1 3-7-16,4-6 2 0,9 2-3 0,-1-6-5 15,1 0-8-15,7-3-13 0,-1-7-3 0,-3-3-7 0,12-2-5 16,-7-2-10-16,-1-6 0 0,4-2 1 0,-1-2 11 16,-4-1 10-16,-3-4 21 0,3 0-14 0,-7-3 4 15,1-4 5-15,-7-2 5 0,-5 3 12 0,3-5 9 16,-11 4 14-16,4-1 21 0,-6 1 12 0,0 3 15 15,0-4 11-15,0 6-6 0,-1 4 7 0,-4-2 1 16,3 3-11-16,0-1-10 0,-3 3-3 0,4 3-12 16,1 4 6-16,-12-4-5 0,12 4-3 0,0 0-3 15,0 0-2-15,-10 10-6 0,7-1-20 0,3 6-14 16,3 3-20-16,-1-6-23 0,5 5-29 0,1 0-21 16,7 2-21-16,-2 4-17 0,4-3-15 0,2-2-23 15,-2 2-40-15,6-5-56 0,2-7-29 0,3 4-47 16,-3-4-190-16,6-2-602 0,-4-5 266 0</inkml:trace>
  <inkml:trace contextRef="#ctx0" brushRef="#br0" timeOffset="139676.56">12776 13404 228 0,'0'-9'294'0,"-7"1"-9"0,1 0-9 0,2 1-2 15,-7 0-7-15,2 5-3 0,1-2-4 0,-5 3-5 16,-9 1 7-16,6 0-1 0,-6 1-6 0,6 5-5 15,-12 1-8-15,-1 1-11 0,5 6-16 0,-5 2-17 16,5 3-16-16,4 0-20 0,-3 0-13 0,3 4-16 16,10-6-11-16,-2 2-12 0,6-1-10 0,6 1-12 15,-4-4-4-15,8 5-7 0,1-3-5 0,1 0-15 16,11 2-15-16,4-1-13 0,2-2-13 0,4-5-24 16,1 0-29-16,2-2-23 0,5-3-31 0,8-3-26 15,0-3-20-15,-7-2-15 0,-6-1-17 0,6-4-12 16,1-2-12-16,-7-3-13 0,8-3-16 0,-9-5-17 0,8-3-22 15,-4-11-16-15,-3 0-13 0,-5-3-227 0,3 0-560 16,-5-3 248-16</inkml:trace>
  <inkml:trace contextRef="#ctx0" brushRef="#br0" timeOffset="140142.34">13181 13223 492 0,'7'-30'17'15,"-14"-1"40"-15,7 1 25 0,-8 2 33 0,1 0 29 16,4 1 21-16,-8 1 10 0,7 8 14 0,-7 0 5 16,4 0 6-16,5 3 2 0,-3 3 11 0,2 3-5 15,-2-2-15-15,3 7-23 0,-3 0-16 0,5 4-24 16,-1-7-10-16,1 7-12 0,0 0-4 0,0 0-16 15,1 24-7-15,6-9-6 0,-7 5-9 0,8 6-2 16,-4 1-7-16,-1-2-7 0,4 8-3 0,1 6-11 16,-3-8 0-16,-3 8-6 0,4 2 0 0,-1-2 7 15,-3-6-16-15,-1-1-1 0,6 8-4 0,-2-1 4 16,-3-9-8-16,1-2-14 0,2-2-11 0,-5 1-14 16,0-3-8-16,0-4-11 0,0-4-15 0,5 1-15 15,-10-3-5-15,10-3-3 0,-5-7 2 0,2 1-9 0,-2-5-21 16,0 0 2-16,0 0 0 0,0 0 5 0,0 0 6 15,0 0 7-15,-2-29 11 0,2 11 7 16,0 2 7-16,0-7 9 0,0 6-2 0,0 0 23 0,2-12 22 16,-4 11 19-16,-3-2 19 0,5 0 21 0,0 1 19 15,0 0 19-15,-5 4 3 0,5 2 18 0,0 2-5 16,5-1 6-16,-5 2 9 0,0 0-3 0,0 3-9 16,0 2-12-16,0 5-12 0,7-8-6 0,1 6-11 15,-8 2-4-15,11 2-8 0,-1 1 2 0,2 3-9 16,1-2-1-16,5 10-10 0,-1-5-3 0,-1 0-2 15,3 3-1-15,2 6-3 0,4-3 2 0,-3 1-2 16,-1 1-10-16,1-2 5 0,-1 0-4 0,-6 1 4 16,-3-2-9-16,2 1 6 0,-2-3-5 0,-4-1-6 15,7 2-10-15,-8-1-11 0,-1-5-3 0,-6 7-1 16,2-5-16-16,-2 0-10 0,-2 2-15 0,-4-3-18 16,4 7-25-16,-3-6-34 0,-3 1-45 0,6 0-50 15,-4-1-40-15,-1 0-235 0,7 0-555 0,-2 0 246 0</inkml:trace>
  <inkml:trace contextRef="#ctx0" brushRef="#br0" timeOffset="140761">13944 13417 170 0,'0'0'300'0,"0"0"-9"15,-18 2-21-15,7 1-17 0,7 1-9 0,-6-1-16 16,4 6-21-16,-3-1-12 0,8 1-10 0,-6 8-20 16,2-9-18-16,4 7-11 0,1 2-18 0,1 0-8 15,4-1-10-15,-3 2-12 0,6 0-8 0,0 1-8 0,2-2-8 16,-1-4-16-16,2 1-17 0,1-1-14 16,-2-4-18-16,1 2-18 0,4-2-13 0,-7-3-9 15,2-5-7-15,2-1-5 0,-4 0-1 0,-8 0-5 0,15-5 0 16,-7-2 2-16,-1-1 4 0,-2-3 6 0,-2 0 6 15,4-5 3-15,-7 4 5 0,0-4 3 0,0-1 5 16,0-4 6-16,-2-2 15 0,-3 6 11 0,5-3 12 16,-6 3 11-16,4-2 11 0,-1 1 4 0,-1 0 0 15,1 0 4-15,3 3 3 0,-3 3 3 0,3 0-5 16,0 4-3-16,0-1-5 0,0 2-3 0,3 1-6 16,-3 6-3-16,7-9-8 0,-7 9 7 0,8 0-13 15,-8 0 3-15,15 7-3 0,-5 1-3 0,-2-1-10 16,5 5-9-16,-3-3-9 0,3 2-7 0,2 13-5 15,-1-10-4-15,0 1-3 0,0 1-2 0,-3-1-5 16,1 1-3-16,-4 6-1 0,5-10 2 0,-4 4 5 16,1 2 3-16,3-8 7 0,-8 2-3 0,1-1 4 15,-2-7 3-15,2 3 8 0,-6-3 0 0,0-4 5 0,10 1 9 16,-10-1 10-16,0 0 15 0,12-12 8 16,-10 8 5-16,3-7 9 0,-2-1 9 0,3-4 11 15,1 4 17-15,0-3 13 0,-1 2 20 0,1-1 4 0,3 1 0 16,-4-4-5-16,6 4-3 0,1-1 7 0,-3 2-11 15,0 0-6-15,3 0 0 0,-4 0-18 0,2 8-3 16,1-4-11-16,1 5-11 0,-5-3-4 0,6 4-8 16,-6 2 4-16,-8 0-10 0,21 5-10 0,-12-1 1 15,2 2-13-15,1 2-21 0,-6-2-28 0,8 4-20 16,-6 1-20-16,4 1-21 0,-2 3-27 0,4-2-27 16,-5 1-34-16,2-1-41 0,3 2-51 0,-3-5-43 15,2 3-258-15,1-1-621 0,-3-8 274 0</inkml:trace>
  <inkml:trace contextRef="#ctx0" brushRef="#br0" timeOffset="141075.6">15043 13215 233 0,'-6'-6'323'0,"-3"2"-7"0,1-3-20 16,0 6-15-16,0-2-24 0,-2-2-12 0,0 5-25 15,10 0-22-15,-17 5-16 0,11-1-21 0,1 3-7 16,-4-3-18-16,4 3-13 0,4 2-8 0,1 1-9 16,0 0-17-16,0 5 14 0,5 2-20 0,-2-4-6 15,4 2-13-15,-2 3-9 0,1-3 4 0,1 5-9 16,-2-3-4-16,5 0-5 0,-5 1-8 0,1-6 1 16,1 4-9-16,-2 1 0 0,-3-5-2 0,4 1-1 15,-6 2-3-15,0-3 0 0,0-2-4 0,0 0-6 16,-6 0-9-16,-1-2-15 0,-1 0-16 0,-2-4-22 15,-5 5-31-15,0-2-31 0,-2 1-50 0,1-4-49 16,-1-4-63-16,2 5-271 0,-4-7-593 0,-3-1 263 16</inkml:trace>
  <inkml:trace contextRef="#ctx0" brushRef="#br0" timeOffset="141242.25">14284 12927 157 0,'-12'-15'335'0,"4"-3"-32"0,-4 3-28 16,7-3-27-16,-6 8-30 0,7-3-17 0,-2 4-25 15,4 5-48-15,-1-2-58 0,3 6-86 0,0 0-64 16,0 0-70-16,0 0-162 0,0 0-336 0,20 15 150 16</inkml:trace>
  <inkml:trace contextRef="#ctx0" brushRef="#br0" timeOffset="142275.94">16508 13201 134 0,'8'-8'299'0,"-1"-6"-2"0,1 1-23 0,-4 1-10 16,-1-2-15-16,-3 2-7 0,0-3-8 0,0 2-6 16,2-2-16-16,-4-1-6 0,-5 4-25 0,-1-1-12 15,1 4-16-15,-1 1 1 0,2 0-29 0,-9 4-18 16,0-3 5-16,0 4-30 0,0 3-4 0,-2 3-7 16,-2 1-9-16,2 4-9 0,2 2-2 0,0-1-9 15,0 6 1-15,2-4-7 0,6 9 1 0,-1-4-5 16,2 2-10-16,4 0 2 0,-5 4-9 0,7-2 5 15,5-1 2-15,-1-1 0 0,2 2-10 0,2-1 4 16,7 4-1-16,-1-4-2 0,2 5 3 0,4-7-9 16,2 3 0-16,-6-1 3 0,1 2-4 0,-3-6 1 15,0-2-2-15,-4-1 5 0,1 2-11 0,-2-2 5 16,-3-3-4-16,2 0 0 0,-4-3 1 0,-4 1 4 0,0 0 1 16,-5 0-2-16,-2 1 0 0,1-7-4 0,-8 2 3 15,3 2-2-15,-8-2-1 0,3-2 5 16,-4-1-7-16,2 1 4 0,0-2 3 0,-5 0 4 0,1-2-3 15,5-1 1-15,1 4-12 0,3-4 9 0,6 3-4 16,7 1-5-16,-15 0-14 0,7-2-15 0,8 2-16 16,0 0-10-16,0 0-14 0,13-12-18 0,-13 12-9 15,22-3-11-15,-4 2-1 0,3 1-12 0,9-5-11 16,2 5-9-16,-4-4-6 0,8 2 5 0,7-4 12 16,-11 3 14-16,2-1 11 0,3-3 2 0,-9 4 21 15,0-7 7-15,-8 3 9 0,1 0 7 0,-1 0 18 16,0-2 29-16,-3-2 19 0,-2 3 25 0,-2-4 16 15,-3 2 20-15,-2-2 12 0,0 3 16 0,-4 2 1 0,-1-4 11 16,0 2-8-16,1 4 3 0,-1-1-11 16,-1 2-2-16,-1-3-16 0,-1 7-5 0,-1-9-6 15,1 9-3-15,0 0-6 0,0 0-9 0,0 0 1 0,0 0-8 16,-19 20-2-16,11-12-3 0,5 3-6 0,-2 5-4 16,5-1 1-16,-4 0-3 0,4 2-1 0,4-2 0 15,-3 1 0-15,6 1-1 0,1 1-1 0,-3-1-4 16,7-1-1-16,-1-5-13 0,4 2-3 0,0-1-1 15,0-8-3-15,-2 3 1 0,2-4 2 0,5-2 0 16,-3-2 5-16,-2-6-2 0,4 3 3 0,-2-2-2 16,-2-4-2-16,1-2-1 0,-2-2 6 0,1 1 0 15,-4-4 0-15,-1 0-3 0,-2-1 15 0,1 1 11 16,-3-2 9-16,-1 0 20 0,-1 1 15 0,-1 3 11 16,0-2 4-16,-3 7 6 0,0-4 3 0,0 7 0 15,2-1-3-15,-2 1-21 0,0 7-7 0,-2-10-8 0,2 10-2 16,0 0-9-16,0 0 4 0,0 0-8 0,0 0-5 15,0 0-4-15,-8 20-6 0,8-12-14 0,2 10-9 16,1-8-15-16,0 5-13 0,4 0-8 0,1 1-4 16,0-3-15-16,6 2-12 0,2-1-17 0,4-1-15 15,3 1-15-15,-3-2-19 0,3-4-12 0,7 0-20 16,-2-1-17-16,2-2-21 0,-2-3-13 0,4-7-8 16,-4 3 2-16,0-5 9 0,-2-1 5 0,-4 0 2 15,-1-6-3-15,2 1-122 0,6-6-360 0,-13 9 160 16</inkml:trace>
  <inkml:trace contextRef="#ctx0" brushRef="#br0" timeOffset="142492.81">17708 13272 543 0,'13'-27'-8'0,"1"-2"28"16,-4 1 27-16,-2 1 41 0,0 3 39 0,-1-3 30 16,-6 8 26-16,4-3 18 0,-5 7 7 0,0-2 5 15,0 0 12-15,0 5 2 0,-1 0 1 0,1 4-13 16,-4 1-21-16,4 1-11 0,-1 0-29 0,1 6-18 16,0 0-6-16,0 0-8 0,-22 14-4 0,16-1-11 15,1 2 11-15,-7 11-4 0,2 2-3 0,0 3-10 0,0 0-10 16,4 9-9-16,-3 6-4 0,3 1-13 15,4 7-10-15,-3 0 5 0,5 3-9 0,7-3-6 0,-2 1 3 16,1 1-8-16,4 0 0 0,5-6-9 0,0 4-1 16,0-3-19-16,0 0-11 0,0-5-8 0,0-6-47 15,-7-10-30-15,3-6-35 0,-2 0-41 0,-4-6-47 16,-4-7-38-16,6 0-54 0,-5-4-57 0,-2-5-219 16,0-2-622-16,0 0 276 0</inkml:trace>
  <inkml:trace contextRef="#ctx0" brushRef="#br0" timeOffset="142908.94">17551 13554 197 0,'-5'-5'281'0,"2"1"7"16,-1-2-11-16,4-2-24 0,0 8-29 0,0 0-21 16,12-10-20-16,-2 7-17 0,3 0-17 0,4-3-16 15,-1 0-11-15,4 3-14 0,10-2-12 0,0 0-9 0,3-3-8 16,6-6-13-16,6 7-14 0,0-1-12 0,-2-4-10 15,2 4-16-15,-16-3-11 0,6-1-19 0,8-3-16 16,-5-1-21-16,2-4-18 0,-9 5-15 0,7-11-23 16,-4 2-13-16,-13 0-13 0,1-1-3 0,-6 1 14 15,-1 0 5-15,-3-2 24 0,-6 9 25 0,-4 0 28 16,-2-1 30-16,0 0 17 0,0 3 30 0,-5-2 23 16,-3 10 16-16,6-2 9 0,-5-2 5 0,-1 7 4 15,-5 1 5-15,5-2 2 0,-2 5 5 0,10 0 1 16,-25 7 2-16,17 0 7 0,-7 5 1 0,1-2 7 15,4 10-1-15,-4 4 0 0,4-3-5 0,1 6 13 16,3 0-5-16,1 1-6 0,3 4-5 0,2 0-6 16,3 7-9-16,1 4-8 0,2 2-12 0,4-3-3 0,-1 2-10 15,-1 0-4-15,3 3-7 0,4-2-5 16,4 2-2-16,-6-1-1 0,7-3-14 0,3 1-30 16,-7-2-26-16,6-6-21 0,-7-9-23 0,-2 0-32 0,-3-6-28 15,-3-5-31-15,1-1-42 0,-2 1-31 0,-6-8-29 16,0-3-25-16,-3 2-19 0,3-7-189 0,0 0-535 15,0 0 236-15</inkml:trace>
  <inkml:trace contextRef="#ctx0" brushRef="#br0" timeOffset="143258.78">18115 13661 137 0,'10'-4'173'0,"5"0"7"0,2-2 0 0,-4 1 0 15,3-2-8-15,1-1-6 0,8-2-3 0,0-2 0 16,-2 3-4-16,5-9-4 0,-3 6-1 0,0-8-5 16,-1 4 4-16,3 3-5 0,-2-5 1 0,-4 1-2 0,2 0 0 15,-3 0-2-15,2 2 16 0,-7 1-21 16,0-1 3-16,1 1 1 0,-1 3-2 0,-5-1-1 16,-3 4-11-16,3 1 0 0,0-1-6 0,-10 2-16 0,8 1-13 15,-5 3-18-15,-3 2-3 0,0 0-10 0,0 0-4 16,0 0-5-16,10 13-12 0,-10-1-4 0,0-1-4 15,0 6 2-15,2 3-4 0,-4-3-3 0,4 8-6 16,-2 2 1-16,5 0 0 0,-4 0-3 0,1 0-3 16,5-5 0-16,-1 5-5 0,-1-7-12 0,-2-4-20 15,4-1-23-15,0 2-21 0,-4-7-24 0,7 1-28 16,-3-3-30-16,1-1-42 0,0 1-47 0,0-4-62 16,6-3-47-16,-4-1-267 0,1-1-660 0,-11 1 292 15</inkml:trace>
  <inkml:trace contextRef="#ctx0" brushRef="#br0" timeOffset="144591.97">19113 13325 66 0,'-1'-16'366'0,"-4"9"-28"0,5-1-15 16,0 1-15-16,0 7-6 0,-5-12-6 0,5 4-17 16,-2 3-19-16,-6-3-31 0,8 8-15 0,-7-6-39 15,7 6-12-15,-10-3-13 0,10 3-17 0,-20 9-12 16,14-3-7-16,-4 4-21 0,-3-1-5 0,8 8-12 16,-5-2-3-16,3 5-3 0,-1-3-6 0,1 2-7 15,7 0-7-15,0 1-4 0,0 7-9 0,0-8-1 16,7 8 1-16,1-7-9 0,-6-2-3 0,9-1-5 15,-2-2-9-15,4 1-13 0,2-5 1 0,0 1-10 16,1-2-14-16,4-3-6 0,-2-5-7 0,1 3-6 16,4-5 3-16,-5-5-5 0,2 3 4 0,-4-7-1 0,12-4-1 15,-9 3 4-15,5-6 1 0,-9 4 5 16,0-2 1-16,2 1 4 0,-2-6 4 0,5-1 0 16,-7 5 9-16,-5-1 19 0,0-3 2 0,1 3 12 0,-3 1 7 15,3 4 8-15,-3-4 4 0,1 6 4 0,-6 2 3 16,3-4-3-16,-4 2-2 0,1 5-9 0,-1 4-3 15,-1-7 1-15,1 7-8 0,0 0-6 0,0 0-7 16,0 0 11-16,-5 16-3 0,5-5 0 0,1-3 0 16,3 4-11-16,-3 0 6 0,3 6-1 0,6 6-5 15,0-5 2-15,1-3-16 0,1-1-9 0,8 4-4 16,-4 3-8-16,7-8-13 0,-1 4-4 0,6-4-6 16,-5-4-4-16,5-2 0 0,2 1-9 0,-7-6 0 15,5 0-8-15,-6-6 4 0,6 3 1 0,-6-3-2 16,-3-4-1-16,6-3-2 0,0-2-2 0,-8 0 4 15,1 2 2-15,3-8 4 0,-6 4 8 0,-3 1 5 16,1-5 7-16,-5 2 1 0,2 1 12 0,-5-8 17 0,4 8 19 16,-8 0 8-16,-1-2 7 0,-1 1 9 0,-3-2 1 15,-2 6 2-15,1 1 3 0,-5-2 8 16,0 4 9-16,-2-1 1 0,-3 2 6 0,-1 5 3 0,-2-5 0 16,-2 4-5-16,1 4 1 0,1 3-7 0,-2 3-4 15,4-1-2-15,-2 4-7 0,1-1-7 0,7 3 3 16,-1 2 0-16,2 2-9 0,3-3 1 0,2 3-3 15,4 2 0-15,0 0-3 0,2-1 4 0,6 2-5 16,-1-1 2-16,1-2-2 0,5 0-6 0,4 0-3 16,-4-3-8-16,9 3-2 0,-4-6-10 0,2-6 0 15,0 2-4-15,1-2-5 0,2-1 2 0,-4-4 0 16,2-4-3-16,1 2 0 0,7-5 4 0,-5-2 0 16,-3 4-1-16,7-8 3 0,-5 3 0 0,1 0 10 15,-3-3-7-15,6 2-2 0,-11 1 5 0,6-5-1 16,-6 5 7-16,-1 3-1 0,-2-6 6 0,2 5 11 15,-8 2 6-15,1-1 4 0,-1 4 1 0,1 1-9 16,-5 3-7-16,-3 1 1 0,5-5-1 0,-5 5 0 0,0 0-1 16,0 0 9-16,-5 18-9 0,5-18-2 15,-6 14 1-15,2-4-2 0,3 1-2 0,1-3 1 16,0 9 4-16,0-4 1 0,0-2-5 0,1-1 2 0,6 0 0 16,-7-2-1-16,7 1-3 0,1 1 3 0,0-6-5 15,2-1 3-15,0 0 4 0,2-3-9 0,6 0-1 16,-3 0 1-16,1-3-1 0,-1 1-2 0,-2-2-1 15,7 0-3-15,-3-7 0 0,-2 5 0 0,1-4-1 16,1-6 3-16,-1 8-2 0,-1-3 0 0,-1 0 11 16,4-1-12-16,-7 2 4 0,1-2-2 0,1 3 7 15,0-2 0-15,-6 2-1 0,1 2-5 0,-4-1 8 16,2-2 1-16,1 8-4 0,-1-2-3 0,-6 4 3 16,0 0 3-16,7-1-3 0,-7 1 2 0,0 0-1 0,0 0 1 15,0 0 0-15,0 19 1 0,3-11 0 16,-3-1 2-16,2 7 2 0,1-6-1 0,7 7 1 15,-3-3-2-15,4 3 2 0,-1-4-2 0,4 4 2 0,1-3 0 16,-1 1-3-16,1 1-15 0,5-5-5 0,-2-2-12 16,4 2-4-16,-6-2-5 0,4-6-11 0,0-1-2 15,3-5-6-15,-3 2-12 0,2 1-20 16,-4-6-4-16,8-6-11 0,1 2-7 0,-6 1-16 0,1-8-6 16,-1 3-16-16,3-8-13 0,-4 5-1 0,1-4-10 15,-4-3 17-15,-1-2 10 0,-1 4 9 0,-3-6 32 16,-2 2 14-16,3-10 26 0,-5 7 31 0,-1 0 19 15,-2-11 19-15,-4 6 25 0,-1-6-2 0,-1 12 22 16,-3-1 15-16,4 3-5 0,-3-1 21 0,-2 3 3 16,2 7 7-16,-2-2 13 0,3 6 7 0,-4-4-4 15,1 11-11-15,3-1-12 0,-1 1-2 0,-2 6-10 16,5 2 10-16,-12-2 2 0,12 2 0 0,-10 11 4 16,5-1 6-16,0 0 2 0,0 8 3 0,0 2 3 0,4-1 2 15,-3 10-4-15,-1 1-5 0,4 1-7 16,1 3-8-16,3 5-10 0,0 4-1 0,1-13-5 15,-4-2-4-15,5 6-4 0,-4 6-8 0,1-10-5 0,4-6-15 16,-6 5-30-16,2-2-27 0,3 0-40 0,-5-2-46 16,2-6-61-16,1 0-53 0,-3-2-252 0,0-6-527 15,-3 0 233-15</inkml:trace>
  <inkml:trace contextRef="#ctx0" brushRef="#br0" timeOffset="144809.66">20853 13116 268 0,'-10'-6'360'0,"5"0"-2"15,3 2 7-15,-4-3-2 0,2 5-8 0,4 2-31 16,0 0-23-16,4-13-24 0,-4 13-28 0,16-2-29 16,-2-3-20-16,2 3-20 0,2 2-21 0,5-3-16 15,-3 6-10-15,10-1-22 0,-3 3-36 0,9-5-29 16,-8 1-42-16,2-1-42 0,-2 1-39 0,-6 2-41 15,-3-1-40-15,-2-2-63 0,0 0-64 0,-1 0-68 16,-4-2-188-16,-12 2-584 0,13-4 258 0</inkml:trace>
  <inkml:trace contextRef="#ctx0" brushRef="#br0" timeOffset="145158.76">19747 12694 115 0,'-6'-3'298'16,"-3"-1"-21"-16,4 3-19 0,5 1-27 0,-8-5-25 15,8 5-23-15,0 0-19 0,0 0-14 0,0 0-14 16,0 0-17-16,-15 12-10 0,15-6-13 0,0 0-7 15,0 2-6-15,0-1-10 0,7-1-8 0,-7 1-6 16,2 0-4-16,-2-3-1 0,3 4 3 0,-3-8 4 16,1 8 8-16,-1-8 10 0,2 7 19 0,-2-7 23 0,0 0-1 15,0 0-10-15,0 0-5 0,0 0-12 0,0 0-16 16,8-15-2-16,-4 7 5 0,-3 4-27 16,-1-4-3-16,0 2-23 0,0-4-27 0,0 2-34 0,0 2-36 15,0 6-47-15,0-8-63 0,5 1-85 0,-5 7-307 16,2-5-619-16,-2 5 274 0</inkml:trace>
  <inkml:trace contextRef="#ctx0" brushRef="#br0" timeOffset="148491.91">22323 12954 275 0,'0'-21'380'0,"1"2"-1"0,1-3-4 0,-2 3 9 0,7 2 2 15,-7 2-6-15,0 0-13 0,0 6-17 16,3 1-17-16,-3-3-30 0,0 8-25 0,2-5-33 0,-2 8-26 16,1-10-26-16,-1 10-24 0,0 0-17 0,0 0-18 15,0 0-14-15,0 0-10 0,2 22-11 0,5 1-14 16,-7 1-2-16,4 6-12 0,-2 0-3 0,3 9-11 15,2 0-5-15,-4-4-6 0,7 10-5 0,-5-5-20 16,3 0-28-16,-1 4-31 0,-1-11-32 0,3 8-43 16,-3-9-34-16,8-3-31 0,-4 11-27 0,3-11-27 15,-5 0-40-15,-1-1-54 0,1-9-42 0,5 3-47 16,-11-5-216-16,11-3-683 0,-13-4 301 0</inkml:trace>
  <inkml:trace contextRef="#ctx0" brushRef="#br0" timeOffset="148908.6">22205 13223 228 0,'0'0'240'16,"-6"-3"-21"-16,6 3-20 0,-7-5-18 0,7 5 1 16,0 0 5-16,0 0-7 0,0 0-14 0,21 10-14 15,-7-3-9-15,2-4-19 0,4 2-8 0,2 0-12 16,4 0-14-16,4 4-8 0,1-2-8 0,-1 2-7 15,2-6-7-15,-3 8-8 0,1-3-5 0,2 0-1 16,-13-4-6-16,3 3-7 0,0 0-2 0,-6-1-3 16,1 1-2-16,-2-2-5 0,-6 2-6 0,1-3 1 15,-1-3-1-15,-1 4-3 0,-1-3-2 0,-1 3-1 16,-6-5 1-16,8 7-3 0,-1-4 2 0,-5 2-6 0,3 1 2 16,-4-2 0-16,8 0 2 0,-9-4 1 0,6 5-1 15,4 2-3-15,-2-2 5 0,2-2-4 16,4 2 3-16,-4-3 1 0,4 2-1 0,6-3-4 0,-3-1 1 15,-2 0 1-15,5-4-3 0,-4 1 2 0,2-3 0 16,-8 3 0-16,5-8 2 0,0 2 0 0,-7 2 12 16,1-8 2-16,1 3 4 0,-9-6 0 0,1 5 5 15,-4-6 3-15,-3 3 1 0,-3 3-4 0,0-4-1 16,-7 2-2-16,-2-5 0 0,-9 1-6 0,3 2-4 16,-6 5-2-16,6 2-4 0,-5 1-12 0,7 3-32 15,2 1-29-15,0 4-38 0,-1 1-41 0,3 1-56 16,7 4-65-16,-3 1-224 0,6-2-526 0,1 5 233 15</inkml:trace>
  <inkml:trace contextRef="#ctx0" brushRef="#br0" timeOffset="149675.03">24312 13208 335 0,'2'-20'321'0,"1"-6"-14"0,-1 3-14 0,-4-3-19 15,-1 5 1-15,1-6-16 0,-3 9-8 0,-5-6-10 16,0 6-5-16,2 1-25 0,-10 2-15 0,8 2-11 0,-10 2-30 15,5 3-12-15,-6 4-19 0,-1 1-11 0,-4 8-12 16,-2 2-5-16,1 3-10 0,2 2-5 16,-5 4-3-16,7 5-13 0,2-3-9 0,1 3 0 0,5 1-10 15,0 5 3-15,2-2-8 0,5 0-6 0,8 2 4 16,6-3-1-16,4 3-10 0,2-3 10 0,4 1-7 16,6 1-2-16,8-8-5 0,-4 1-22 0,14 1-15 15,6-5-23-15,-3 1-10 0,0-6-24 0,7-6-14 16,-7 0-14-16,-7-7-9 0,-3 2-10 0,10-3-10 15,-11-4-8-15,-1 1-7 0,-4-5-3 0,1-2-9 16,-3-3-11-16,-5-3-6 0,1-2-1 0,-4-5 11 16,-2 0 13-16,-1-1-1 0,0-11 11 0,1 3 18 15,-9 7 22-15,-4-1 27 0,3-4 17 0,-5 2 30 16,-8 3 24-16,1-1 23 0,0-1 17 0,1 3 9 16,-3 4 9-16,1 0 13 0,2 4 12 0,-1 10 4 15,0-2 4-15,1 5-7 0,6-3-15 0,-4 3-9 16,-1-1-9-16,5 8-4 0,0 0-6 0,0 0-2 0,-10 18-5 15,7-9-5-15,3 11 2 0,0 2-7 16,3 2 1-16,1 5 1 0,-4 3-7 0,6-2 2 16,3 9-5-16,-3 1 3 0,1-10-5 0,3 1 1 0,-4 0-4 15,4-3-2-15,0-1 2 0,-3 0 2 0,1-1-3 16,-1-7 0-16,1-1-4 0,0-1 3 16,-3-1 0-16,5-3 2 0,-8-2-2 0,5-4 3 0,1-5-2 15,-2 1 6-15,4-3 6 0,-1 3-4 0,2-9 10 16,4-1-7-16,0-1 4 0,0-6-1 0,0 4 4 15,5-3 6-15,-5-3 7 0,0 1 11 0,-1 0 11 16,3 2-2-16,-4-1 6 0,0 2 3 0,1 0-10 16,-4 2 19-16,-4 2-23 0,6 3-8 0,-9-6-9 15,5 8-7-15,-4 1-3 0,-4 2-2 0,13 0-7 16,-13 0-4-16,12 9 7 0,-6-2-13 0,1 0-19 16,1 1-12-16,-1 4-15 0,3 4-15 0,1-2-15 15,-3-1-19-15,1 5-18 0,1-2-20 0,1 1-26 0,3-2-40 16,-3-3-37-16,4 3-30 0,3-8-35 0,-1 5-192 15,-2-4-522-15,6-5 232 0</inkml:trace>
  <inkml:trace contextRef="#ctx0" brushRef="#br0" timeOffset="150559.04">25403 13150 200 0,'-10'-4'232'0,"2"2"-5"0,-4 2-9 16,12 0-9-16,-21 2-12 0,9 2-12 0,0 4-6 15,4-4-16-15,-5 7-14 0,5-3-16 0,-1 0-12 16,1 8-10-16,3-5-7 0,3 6-7 0,-1-5-10 16,6 2-9-16,-1-3-6 0,10-2-6 0,-2 8-6 0,3-8-9 15,2-3-3-15,0 4-9 0,5-2-18 0,-6-5-4 16,5 1-12-16,2-2-9 0,-4-2-6 16,3 3-7-16,-4-6-2 0,2 1-2 0,-6-5-2 15,1 1-1-15,-5-1-4 0,1-5 7 0,-3-2 2 0,1 1-1 16,-7-4 3-16,0 2-2 0,0-3 3 0,-7 0 1 15,6-3 3-15,-4 4 4 0,0 0 0 0,-2 0-2 16,2-1 4-16,-1 3 1 0,-1 0 1 0,4 2 9 16,-2 2 5-16,1 2 4 0,-1-3 1 0,4 6 3 15,1 3-5-15,0 3-2 0,0 0 0 0,0-8-1 16,0 8-4-16,0 0 1 0,0 0-2 0,25 12 2 16,-14-4-2-16,1 2 1 0,8-1-4 0,-6 8 3 15,10 0-2-15,-11-4-1 0,3 2-3 0,3 1 5 16,-4-2-2-16,-1 1 0 0,0 0-3 0,1-2 2 15,-5 1 1-15,-1-1 1 0,1-1 1 0,-1 2 4 16,-3-5-3-16,-1 0 4 0,0-2 1 0,-3 3 0 16,3-3 3-16,-4 1 8 0,4-6 5 0,-1 6 4 0,2-4 7 15,-1 1-1-15,-1-2 1 0,6 2 0 0,-2-3-7 16,3 1 3-16,6-3-6 0,0 0-1 16,-4 0-5-16,2-3-4 0,3 2 1 0,-3-2 1 0,3-5-4 15,-1 1-3-15,-1-1-1 0,-3 4 2 0,1-8-3 16,2 0 1-16,-8 1-5 0,6-2 9 0,-6-1 7 15,-3-1 2-15,-3-2 5 0,3-2 7 0,-5 3-1 16,-4-3-2-16,3 2 2 0,-6-1-5 0,-6-5-5 16,1 8 0-16,-1-2-9 0,0 2 3 0,-1 3 1 15,-2-2-3-15,1 3-11 0,-5 4 5 0,4-2-3 16,-4 6 0-16,5-2-4 0,5 5-2 0,-3 0-5 16,1 0-2-16,2 5-11 0,2-2-4 0,3 1-4 15,5 1-11-15,0-5-2 0,0 17-4 0,5-9-8 16,3-1-13-16,7 5-10 0,0-2-10 0,6-4-14 15,-2 5-6-15,7-2-9 0,2-1-6 0,2-1-4 16,5 1-11-16,-4-4 13 0,-1 0 9 0,3-2 11 16,-1-4 6-16,-4 2 13 0,1-6 7 0,-4 4 11 0,3-6 7 15,1 0 15-15,-11 1 15 0,2 0 23 16,-5-5 24-16,-1 8 18 0,0-4 27 0,-4 1 25 16,-4-3 8-16,1 2 12 0,-7-1 9 0,8 0 8 0,-8 3 7 15,3-3-18-15,-6 1-8 0,1 3-1 0,-4-2-10 16,4 3-10-16,2 4-13 0,-11-4 0 0,11 4-11 15,0 0-3-15,-24 7-11 0,16-1 1 0,2 5-7 16,1 2-2-16,1 2 2 0,-2 0-4 0,6-1 7 16,0 3-9-16,1 3-1 0,4 6-3 0,-1-7 0 15,1 0 4-15,8 5 1 0,-3 0-8 0,3-1 0 16,-5-4-3-16,7 3-1 0,-8-6-7 0,4 2 5 16,-2-8-5-16,-3 9-3 0,-2-11 15 0,1 0-26 15,-4 3 3-15,1-4 0 0,-2 1 0 0,-3-3-5 16,-4 0-19-16,0 1-12 0,-1-5-21 0,-5 2-33 15,4-3-33-15,-10 3-44 0,4-1-46 0,-2-2-51 16,6-5-57-16,-13 5-231 0,8-3-587 0,1-2 259 0</inkml:trace>
  <inkml:trace contextRef="#ctx0" brushRef="#br0" timeOffset="151508.47">26616 13201 67 0,'-15'-1'273'0,"15"1"-22"0,-15-2-23 0,15 2-17 15,-13 3-18-15,13-3-5 0,0 0-9 0,-6 7-4 16,6-2-12-16,0-5-13 0,6 8-15 0,2-2-11 15,6-1-12-15,4-1-10 0,-2 0-9 0,8 1-7 16,-8-5-11-16,12 5-13 0,-6-4 0 0,1-2-9 16,0-1-8-16,-5-1-1 0,4-3-7 0,-6 0-9 15,1-2-2-15,1-2 0 0,-6 0-5 0,-1-6-2 16,-1 4-3-16,-5-3 0 0,-1 3 0 0,-1-3 3 16,-3-1 14-16,-5 1 4 0,3 0 22 0,-9 2 2 15,-1-1 4-15,-1 1 10 0,1 2 9 0,-4 5-6 16,-3 1 1-16,-2-2-3 0,1 6 0 0,0 1-7 0,4 1-3 15,-6 2-2-15,1 11 1 0,6-7 2 0,0 6 1 16,7 1 6-16,-6 4-1 0,13 1 0 16,2 4-4-16,6-4-3 0,8 8-8 0,5-4-2 0,11 4-10 15,4 1-5-15,5-1-19 0,8-4-25 0,0 1-23 16,6-3-44-16,1-4-40 0,4-1-42 0,-4-5-41 16,0 2-57-16,-1-6-52 0,3 0-57 0,-13-7-230 15,8 0-637-15,-4-4 282 0</inkml:trace>
  <inkml:trace contextRef="#ctx0" brushRef="#br0" timeOffset="151908.47">28169 12675 167 0,'5'-16'412'0,"-4"2"4"0,1-3-8 0,1 2-6 0,-1 6-6 15,-2-1-17-15,0 1-20 0,0 6-43 0,0 3-38 16,0-6-27-16,0 6-27 0,0 0-21 0,-5 18-19 15,3-1-15-15,2 4-16 0,-1 10-9 0,1-1-12 16,3 1-11-16,2 12-14 0,2 0-6 0,1-1-12 16,2 5-7-16,3-7-7 0,-3 1-5 0,8-2-7 15,-3-11-6-15,2 10-14 0,-1-11-22 0,6 0-21 16,-7-7-19-16,6 2-27 0,1-3-32 0,-8-7-40 16,8-1-37-16,-7-1-33 0,6-4-29 0,-6-3-24 15,-1 0-36-15,-3-3-28 0,2-5-13 0,-1 0-23 0,-4-3-246 16,1-3-635-16,-3 1 281 0</inkml:trace>
  <inkml:trace contextRef="#ctx0" brushRef="#br0" timeOffset="152475.07">28534 12763 86 0,'-4'-19'192'0,"2"4"18"16,-1 2 7-16,-1-1 7 0,3 5-5 0,-1 2-12 16,-1 0-20-16,-2 2-20 0,5 5-14 0,0 0-3 15,0 0 1-15,0 0-8 0,-12 17-3 0,9-7-4 16,-1 6-11-16,4 10-5 0,-5 1-9 0,5 0-12 15,0 1-3-15,2 0-14 0,-2 2 0 0,3-1-10 16,1 0-6-16,2-4-9 0,-2 2-4 0,1-1-6 16,3-8-4-16,-3 2-1 0,5-1-11 0,0-4 6 15,-2-2-6-15,-1-4-1 0,3 3 0 0,4-5-5 16,1 1-6-16,2-4-8 0,-7-2-8 0,6-5-2 16,1 0-2-16,4-2-5 0,-4-5 3 0,1 3 0 15,-1-1-2-15,3-6 0 0,-4 4 3 0,-1 1 0 0,3-3 0 16,-6 1-1-16,-4-1 3 0,2 7 5 0,0-3 6 15,-3 1 4-15,-1 0-4 0,1 3 3 0,-7 4-9 16,8-3-1-16,-8 3-1 0,8-3-1 0,-8 3 3 16,0 0 1-16,9 7-4 0,-6 1-5 0,-3-1 4 15,5-2 0-15,0 1 1 0,-3 3 1 0,4 0 2 16,-1 0-3-16,0-3 4 0,7 4-2 0,1 0 4 16,-1-1-5-16,2-1 5 0,0 0-7 0,1-4 3 15,-4-1 1-15,6 1 2 0,-1-3-2 0,-1-1 4 16,-2 0-13-16,-4-1 9 0,6-3-6 0,-2 0 6 15,-5-2-7-15,0-2-1 0,1 3-2 0,-4-4-8 16,1 1 3-16,1-6-3 0,-5 9 1 0,-2-5 1 16,0-2 4-16,0 5-3 0,0-5 5 0,-4 8 6 15,-1-4-11-15,-1 2-2 0,1 4 4 0,5 2-4 16,-10-3 7-16,10 3 5 0,-13 0 4 0,13 0 4 16,-10 5 4-16,3 2 16 0,2 3-5 0,3 0 7 15,2-4 5-15,2 5 12 0,5-1 11 0,-2 0 4 0,5 10 6 16,13-5-3-16,-7-3-6 0,9 4-9 0,3-4 4 15,4-1-10-15,-1 0 0 0,12 0-6 0,-6-3-18 16,7-4-14-16,-1 0-20 0,-6-4-33 0,-8-4-22 16,6 4-36-16,-2-4-32 0,-6 0-30 0,-6-4-43 15,1 1-35-15,-4-4-35 0,0-1-37 0,-6 0-192 16,-2-3-550-16,-5-5 244 0</inkml:trace>
  <inkml:trace contextRef="#ctx0" brushRef="#br0" timeOffset="152642.62">29450 12728 216 0,'-28'-19'272'0,"8"9"5"16,3 0 1-16,1-1 10 0,6 5-11 0,-2 0-5 16,2 0 4-16,4 0-8 0,1 4-7 0,5 2-27 0,0 0-18 15,0 0-20-15,0 0-22 0,29 0-25 16,-10 2-37-16,9 7-24 0,-2-2-34 0,4 2-35 16,0 1-40-16,0 2-49 0,-7 1-53 0,3-1-79 0,-9 2-92 15,-2-2-243-15,-2 3-580 0,-6-7 256 0</inkml:trace>
  <inkml:trace contextRef="#ctx0" brushRef="#br0" timeOffset="153591.51">12637 15006 159 0,'5'-20'283'0,"5"-5"-14"0,-10-4-10 0,5 2-16 16,-4 0-11-16,-2-5-15 0,-4 3-14 0,-2 0-9 16,4-1-10-16,-2 1-5 0,-7 3-14 0,1 2-10 15,-3 1-8-15,3 5-7 0,-1 4-16 0,-4-3-8 16,-1 7-5-16,-4-1-14 0,-1 8-14 0,-3 3-8 0,5 1-1 15,-4 7-10-15,-6 2-4 0,7 10-11 0,-14 11-7 16,9 4 1-16,5 3 0 0,8 5-3 16,-3 0-3-16,3 10 2 0,5-1 1 0,7 0 2 0,1 0-1 15,2 4 0-15,3 0-4 0,6 17 7 0,-3-16-8 16,4 18-6-16,0-20 7 0,0 20-12 0,-3-23-3 16,1 2 2-16,5 4-2 0,-5-3-5 0,1 2 4 15,-1-3-4-15,-1 0-6 0,-1-2 1 0,1 1-4 16,-4-5 1-16,0-3 10 0,-3-2-25 0,-3-5-34 15,0-8-21-15,-2-3-27 0,3-2-22 0,2-11-30 16,-3 1-33-16,3-3-33 0,-3-3-30 0,-4-3-29 16,5 0-30-16,2-6-216 0,-13 0-552 0,13 0 244 15</inkml:trace>
  <inkml:trace contextRef="#ctx0" brushRef="#br0" timeOffset="154108.87">12079 15687 261 0,'0'-6'273'0,"0"6"-11"16,-3-9-17-16,3 9-23 0,3-12-20 0,2 7-20 0,2-3-18 15,7 1-16-15,1 3-11 0,0-4-14 0,8-2-14 16,-3 4-10-16,5-1-16 0,5-5-6 0,-2 4-11 16,5 1-1-16,0-2-2 0,-3-1-9 0,5 8-6 15,-5-6-9-15,-7 2 0 0,7 0-5 0,-9 1-2 16,-4 3-7-16,1-3 0 0,-5 4-4 0,-3-1-1 15,0 2-5-15,-3-5 0 0,-7 5-7 0,14 0-2 16,-14 0 2-16,14 3 0 0,-14-3 2 0,6 8-3 16,-2-1-3-16,-4 0 5 0,0 2-2 0,0-1-2 15,3 3-1-15,-3 5-2 0,2-4-1 0,-1 6 0 16,3-1 1-16,-4-3 0 0,3 2 1 0,0-1-3 16,2 0 3-16,7-2 3 0,-2 1 0 0,-4-5-2 15,1 0-1-15,3-3-2 0,5 5 3 0,0-9 0 0,-4 3-1 16,-1-3 0-16,3-1 2 0,-4-2 0 0,6-6-1 15,4 2 5-15,-4-4-8 0,-1-5 1 0,-3 1 0 16,4-2 1-16,2-5 5 0,-3-2-7 0,1 2 1 16,-5 1 25-16,4-4 14 0,-5 8 15 0,0-5 13 15,1 2 14-15,-7 5 13 0,5-1 5 0,-4 5 8 16,-1 4-2-16,-3-3-5 0,5 2-22 0,-3 2 0 16,-2 4-15-16,0-8-6 0,0 8-6 0,0 0-2 15,0 0-6-15,-7 21-5 0,5-11-5 0,1-1-3 16,-3 6-1-16,4 2-2 0,0-7-5 0,-3 9-1 15,3-6-8-15,3 5-14 0,1-7-10 0,-1 2-12 16,4-2-22-16,1-3-13 0,3 0-23 0,8-1-20 16,-11-2-33-16,13 1-35 0,-1-6-37 0,-3 1-46 0,11-5-35 15,3-4-35-15,-6 1-198 0,0-6-560 16,5 3 248-16</inkml:trace>
  <inkml:trace contextRef="#ctx0" brushRef="#br0" timeOffset="154341.63">13542 14853 57 0,'-8'-11'276'0,"1"4"-3"0,-1 1-11 0,1 1-13 15,4 0-11-15,3 5-3 0,-20 8-4 0,14 0-3 16,-1 3-11-16,-1 7-14 0,1 7-8 0,7 1-15 16,0 2-21-16,-7 14-12 0,14 1-19 0,-2-2-10 15,-3 1-12-15,3 0-8 0,0 0-6 0,0-1-9 16,4 0-10-16,-4-1-6 0,0 1-9 0,4-2-24 15,-8-12-24-15,6 2-29 0,-7-2-23 0,7-2-28 16,-4 1-29-16,0-8-39 0,-1 2-50 0,-2-6-34 16,0-6-37-16,6-1-21 0,-6 4-170 0,0-8-488 0,0-3 216 15</inkml:trace>
  <inkml:trace contextRef="#ctx0" brushRef="#br0" timeOffset="155108.09">13511 15412 267 0,'-2'-7'273'0,"-3"-1"-4"15,5 3-14-15,0 5-19 0,0-12-19 0,0 12-23 16,0-4-13-16,0 4-23 0,0 0-12 0,0 0-14 16,25 2-8-16,-14 4-14 0,-1-2-9 0,4 1-5 15,1 2-12-15,-4 0-8 0,4-2-7 0,2 3-6 16,-1-1-6-16,2 0-9 0,1-3 5 0,-5-1-13 16,8 0 0-16,-5 0-5 0,-3-3-5 0,6-3 0 15,-3 1-3-15,3-1-10 0,-5-2 4 0,-7-2 1 16,12-1-5-16,-5-3 10 0,-2 3 11 0,-3 0 4 15,0-4 9-15,1 2-3 0,-1 1 7 0,-5-1 1 16,2 4 14-16,-1-1 8 0,-2-4 0 0,1 8-9 16,0-3-13-16,-5 6-6 0,5-1-13 0,-5 1 2 0,0 0-2 15,5 10-9-15,-4 1 2 0,-1-3-5 0,-1 9-8 16,-1-2 6-16,4 6-4 0,-2-1-3 16,1 0-2-16,4 6-9 0,-1-6 14 0,-1 3-5 0,0 1-2 15,5-1-3-15,2-7 10 0,-5 2-11 0,5 2-3 16,-5-11-4-16,2 5 9 0,3-7-11 0,-5 1 5 15,5-3 0-15,-7-2 4 0,5-3 1 0,-8 0-6 16,0 0-6-16,22-8 10 0,-16-2-4 0,4-3 3 16,-5-1-1-16,2-3 0 0,-4-5-1 0,2 6 0 15,3-11-4-15,-3 4 6 0,-3-1-6 0,-2 5 2 16,7-2 0-16,-6 4-2 0,-1-2-4 0,7 1-1 16,-7 1 4-16,2 1-4 0,-2 7 4 0,5 2-7 15,-5-1-12-15,6-3-6 0,-4 10-6 0,4 0 17 16,-6 1-18-16,15 0-3 0,-15 0 3 0,20 2-3 15,-10 5 1-15,2-3 5 0,-2 11 4 0,5-7-3 16,1 8 1-16,-1-1 5 0,3 5 2 0,-6-5 1 0,1-2 3 16,2 2-6-16,0 0 9 0,-7-1-3 0,4 3 4 15,-4-5 3-15,2 5-3 0,-5-8 4 0,3 2 2 16,-5-2-4-16,1-1 5 0,2 2-5 0,-4-5 0 16,1 0 1-16,1 1-5 0,-3-5 7 0,-1-1 1 15,5 7 4-15,-5-7-5 0,9 4 3 0,-9-4-4 16,0 0-8-16,14-6-8 0,-4 1-4 0,2 2 0 15,3-6-11-15,6 4 2 0,-4-6-1 0,1 4 6 16,0-2 4-16,11-5 1 0,-1 1 4 0,-4-1 0 16,3 1 3-16,-2-4 2 0,-2 4 6 0,5-6 2 15,-8 4-2-15,-3-5 6 0,-1 4 12 0,-1 1 35 16,-8 3 5-16,-1-3 35 0,2 5 5 0,-3-4 10 16,-3 7 5-16,-2-5-4 0,0 4-3 0,-2 3-9 15,-3-3-5-15,2 3-4 0,-3 1-3 0,-6 4-7 16,12 0-8-16,-15 0-2 0,15 0-7 0,-16 9 0 15,9-1-12-15,-1 1-2 0,-2 7-2 0,1-4-2 0,3 7-2 16,1 0-1-16,3 0-18 0,2-3-25 0,3 3-21 16,4 0-34-16,5 1-28 0,4-2-38 0,-1-1-47 15,7-2-70-15,1 1-71 0,7-5-313 16,-2 1-690-16,2-2 306 0</inkml:trace>
  <inkml:trace contextRef="#ctx0" brushRef="#br0" timeOffset="155992.44">15990 15408 19 0,'5'-4'235'0,"2"-4"1"0,-2-4 0 0,3 4-6 15,-6-2 4-15,3-2-3 0,0 3 0 0,-1 0 0 16,1-9 7-16,0 4 0 0,-5 5 7 0,0-3-1 15,0 2-7-15,-5-2-8 0,0-3-13 0,1 3-27 0,-6 3-13 16,0-6-15-16,-4 7-17 0,0 1-21 16,-5 3-5-16,-1-3-10 0,-1 3-14 0,-9 4-9 15,-5 4-10-15,6 3-7 0,-5 1-6 0,5 3-8 16,-3 5-4-16,2 3-4 0,-8 4-5 0,7 4 3 0,-1 2-14 16,11-7 1-16,-6 5-8 0,-1 4-7 15,18-8 6-15,-1 3-6 0,1-2-6 0,10-5-5 16,0 5-8-16,2-4-5 0,6-3-3 0,-3-3-5 0,8 1-2 15,2-3-5-15,1 0 1 0,4-4-8 0,2-8-3 16,-1 2 7-16,11-2 0 0,-4-4 1 0,-2-3 4 16,4-5 3-16,-2 1-2 0,-1-1-1 0,-2-4 6 15,-2 0 5-15,3-4-7 0,-4 1 3 0,1-3 8 16,-8 2 13-16,1-2 10 0,-2 7 20 0,-3-2 11 16,-2 3 9-16,-3-1 6 0,-2 6 1 0,-3-2 5 15,2 2-6-15,-1 5-7 0,3 1-10 0,-5 3-2 16,2-11-14-16,-2 11 2 0,0 0-6 0,0 0-4 15,0 0 0-15,-12 23-4 0,9-8-1 0,3 0-10 0,-2-3-14 16,2 0-15-16,0 6-23 0,4-3-13 16,0 2-14-16,3 1-19 0,3-2-34 0,0-3-17 15,3 2-27-15,2-3-27 0,3 0-30 0,5 1-45 0,2-1-32 16,3-3-30-16,2-4-24 0,-3-2-188 0,4-3-589 16,1 0 260-16</inkml:trace>
  <inkml:trace contextRef="#ctx0" brushRef="#br0" timeOffset="156291.93">16743 15219 250 0,'2'-9'299'0,"-2"1"-15"0,-2 1-3 16,2 7-18-16,-5-11-16 0,2 7-9 0,-4-1-12 16,-1 2-6-16,8 3-4 0,-20 2-2 0,10 3 3 15,-6 0-4-15,-4 5-3 0,-8 2-7 0,0 1-3 16,3-1-13-16,-2 6-14 0,1 1-18 0,-1 3-9 15,6 0-14-15,-4-3-11 0,3 3-11 0,8 1-10 0,-1 0-5 16,6-3-16-16,3-4-6 0,6 2-2 16,0 0-11-16,5 0-15 0,0-2-18 0,6-1-12 15,1-3-20-15,8 3-16 0,3-4-30 0,7-7-33 0,3 4-27 16,0-7-12-16,3-1-9 0,9 0-20 0,-10-1-12 16,-2-5-11-16,0 0-17 0,-2-3-13 15,2 0-16-15,1-3-4 0,-5-3 0 0,9-9-10 0,-11 3-3 16,4-6 4-16,-3-3 2 0,1-3 0 0,-6-1-121 15,0 1-381-15,0-3 169 0</inkml:trace>
  <inkml:trace contextRef="#ctx0" brushRef="#br0" timeOffset="156724.91">17126 15179 1089 0,'8'-39'-52'0,"-2"10"31"0,-4-3 26 16,1 8 35-16,-3-3 28 0,-3 0 15 0,3 4 25 15,-7 3 13-15,6 2 15 0,-4-7 12 0,0 10 7 16,0 1 2-16,0 2 0 0,3 3-3 0,-1 2-9 16,0-1-15-16,-1-3-13 0,-1 9-10 0,2 0-20 15,3 2 0-15,0 0-10 0,-18 4-5 0,11 7 1 16,4-2-4-16,-2 1-1 0,3 7-6 0,-4 2-2 15,1 1-3-15,3 7-7 0,0 0-3 0,2 2-1 0,-5-1 0 16,4 5-5-16,-1 4-7 0,-1 4-4 0,1-2-2 16,-1-6-4-16,3-3 3 0,0 3-12 15,-3-3 2-15,1 0-31 0,0-7-13 0,-1 5-18 0,1-2-15 16,1-10-15-16,-1 7-16 0,-3-7-14 16,-2-1-21-16,6-1-9 0,-3-2-7 0,4-3-3 15,-5-2-5-15,0 2-1 0,4-6 4 0,1-3 9 0,-8 1 11 16,8-1 17-16,0 0 6 0,0 0 24 0,-12-14 16 15,10 6 21-15,4-2 20 0,3-4 25 0,-3-3 17 16,6 2 18-16,-8-4 24 0,6-2 22 0,4 3 19 16,0-5 15-16,0 7 12 0,2-4 6 0,-2 2 5 15,-2 4 4-15,5-1 0 0,-4 1 3 0,2 3-12 16,-3 2-4-16,2 2 3 0,-1 2-7 0,2 2-12 16,-2 2-28-16,0-2 8 0,-9 3-14 0,22 6-13 15,-10 0 1-15,-3-3 1 0,6 9-18 0,-3 0-8 16,-2-1-2-16,1 5-5 0,1-5-2 0,-5 7-3 0,1-1-7 15,4-2-14-15,-7-3-18 0,-1 5-21 0,3-2-24 16,0-1-26-16,-1-1-22 0,-4 1-28 16,-2-4-38-16,0 4-43 0,5-7-47 0,-5-1-49 0,2 4-226 15,-2-3-574-15,0-2 253 0</inkml:trace>
  <inkml:trace contextRef="#ctx0" brushRef="#br0" timeOffset="157258.04">17569 15461 62 0,'0'0'337'0,"-18"1"-7"15,18-1-14-15,-15 3-21 0,5 0-19 0,2-2-20 16,8-1-23-16,-8 7-14 0,1-3-9 0,0 1-20 16,7-5-10-16,-1 7-13 0,1-7-17 0,8 9-18 15,-5-5 0-15,5-1-20 0,4 2-18 0,-5-2-7 16,6-2-26-16,2 2-15 0,0-1-15 0,1-2-12 0,4 0-3 15,-3-2-22-15,3-1-15 0,-6 2-9 0,1-2-5 16,0-5-3-16,0 1-2 0,-2 4 0 16,2-6 6-16,-5-3-3 0,-2 3 2 0,2-3 5 0,-5 1 2 15,2-4 1-15,0 2 5 0,-4 3 3 0,0-1 0 16,-3-2 11-16,5 3 4 0,-5 1 3 0,0-1 3 16,2 5-7-16,-2 5 3 0,0-8-4 0,3 1 1 15,-3 2 0-15,0 5 0 0,0 0 4 0,0 0-2 16,0 0 1-16,0 0 2 0,5 23-3 0,2-14 2 15,-2 2 5-15,-2-2-7 0,10 5 4 0,-4-2-1 16,-1 3-5-16,3 0-1 0,1-2-3 0,1 2 1 16,2-3-1-16,0 2 3 0,-2-4 1 0,-3 0 0 15,3-2 2-15,1-2 1 0,-6-3-4 0,-1 3 5 16,1-2 10-16,0-4 11 0,-8 0 6 0,12 0 8 16,-12 0 1-16,10-7 13 0,-10-4 8 0,0 7 6 15,6-6 12-15,-4 0 13 0,1-2 7 0,1-1 14 16,-4 3 11-16,5-4 2 0,-2 4-2 0,0-4-10 0,-1 2-9 15,1 1-6-15,4-2-11 0,-1 2-15 0,-1 7 3 16,2-4-8-16,0 0-11 0,-2 4-3 16,8 1-15-16,-2 3-12 0,-11 0-17 0,24 3-13 0,-8-1-21 15,2 5-31-15,-1 0-2 0,-1 0-40 0,1-1-24 16,3 3-24-16,-5 0-27 0,1-5-33 0,6 4-48 16,-7-1-36-16,5 2-52 0,-6-6-207 0,1 4-600 15,2-6 266-15</inkml:trace>
  <inkml:trace contextRef="#ctx0" brushRef="#br0" timeOffset="157526.72">18666 15136 46 0,'0'-4'317'0,"0"4"-4"15,0 0-12-15,-14-2-10 0,14 2-12 0,0 0-2 16,0 0-2-16,-17 8-15 0,10-2-18 0,1-2-5 0,4 4-18 15,2 1-7-15,-5 0-12 0,4 1-12 0,1 0-7 16,1 3-16-16,-1 1-14 0,7 1-15 16,-4 1-14-16,2 0-14 0,2-1-10 0,-2 1-1 0,-4 2-17 15,8-4-7-15,-4 1-11 0,-4 4-5 0,4-6-20 16,-5-3-17-16,3 6-28 0,-3-6-27 0,-3-1-30 16,-2-1-21-16,4-1-20 0,-4-1-20 0,-5 3-25 15,-2-4-30-15,4-4-34 0,0 1-40 0,-4-2-39 16,12 0-293-16,-28-7-637 0,13 2 282 0</inkml:trace>
  <inkml:trace contextRef="#ctx0" brushRef="#br0" timeOffset="157692.31">18206 14952 212 0,'-15'-20'277'15,"2"3"-24"-15,3 3-26 0,-5 2-19 0,5 3-22 0,1-5-18 16,4 10-27-16,1-5-46 0,-1 2-56 0,5 3-68 15,0 4-66-15,0 0-64 0,14-3-96 0,-14 3-274 16,31 11 121-16</inkml:trace>
  <inkml:trace contextRef="#ctx0" brushRef="#br0" timeOffset="158091.41">20181 15048 308 0,'-2'-8'362'0,"2"8"-22"16,-5-10-24-16,-1 5-26 0,-1 4-15 16,7 1-11-16,-26 0-7 0,11 1-11 0,-4 10-16 15,5-2-13-15,-1 1-18 0,0 7-20 0,2-3-16 0,4 6-8 16,-6 4-17-16,9-1-14 0,-1 4-3 0,5-8-19 15,4 8-13-15,3-1-5 0,3-2-9 16,6-1-11-16,-4-3-4 0,11 5-2 0,-8-8-16 0,10-5-16 16,6 2-6-16,-5-2-10 0,8-4-18 0,-6-3 4 15,4-3 14-15,-2-5-23 0,2-1-3 0,-7-4-9 16,5-4-4-16,-13 1 2 0,5-2-7 0,-3-8 7 16,-1-3 1-16,-4-2 7 0,-4 2-3 0,-1-3 3 15,-7 0 1-15,0 0 3 0,-7 8-5 0,-1-4 10 16,-4 4-4-16,-3 2-2 0,0 6 5 0,-1-5 3 15,-6 5 0-15,1 0-7 0,-1 6-16 0,4 1-28 16,-2 4-18-16,-1 1-29 0,4 6-35 0,1-2-42 16,1 8-47-16,5-8-49 0,2 12-274 0,4-10-598 15,3 8 265-15</inkml:trace>
  <inkml:trace contextRef="#ctx0" brushRef="#br0" timeOffset="158375.14">20585 15016 250 0,'1'9'314'0,"-1"3"-1"0,5 6-8 0,-1 4-10 0,2 6-6 16,4 3 7-16,4 8-1 0,-8 7-10 0,9-2-16 16,0 8-18-16,0-3-23 0,1 4-24 0,-1-4-18 15,-8 3-21-15,6-1-16 0,2 2-15 0,-7 1-13 16,6-2-5-16,-6 2-17 0,5 3-9 0,-5-1-12 15,4-5-8-15,-2 1-6 0,-2-2 0 0,-1-2-28 16,-6-19-20-16,4 2-20 0,0-4-20 0,-3-2-33 16,0-7-30-16,-1-2-15 0,3-6-6 0,-1-4-15 0,-3-2-14 15,0-4-19-15,0 0-10 0,0 0-23 16,0 0-14-16,-8-20-17 0,6 3-16 0,0-2-3 16,-1-8-1-16,3-3-7 0,5-13-161 0,-2 1-441 15,1-1 195-15</inkml:trace>
  <inkml:trace contextRef="#ctx0" brushRef="#br0" timeOffset="158641.26">20740 15277 36 0,'-13'-28'244'0,"-7"-8"13"0,7 10 7 15,-2 4 3-15,4 4-4 0,4 1 1 0,-3-2-5 16,3 6-3-16,2-7 0 0,2 11-33 0,6-3-14 16,2 3-23-16,4 1-17 0,7 3-16 0,7 2-18 15,-3 1-12-15,8 4-14 0,4 1-4 0,-4 2-16 16,-2 3-10-16,4-1-7 0,-10 2-7 0,-2 2-8 15,5 1-6-15,-8 6-11 0,-1-6-5 0,-4 4 7 16,1 3-11-16,-4-4 6 0,-4 0-10 0,-3 4 1 16,0-1-8-16,-3-1 0 0,-6 0 2 0,0-2-13 0,-5 5 2 15,-1-9 13-15,-3 2-39 0,2-3-20 16,-3-1-23-16,1 5-27 0,-10-5-19 0,0 2-28 16,6-6-32-16,1-2-41 0,-2 2-43 0,3-5-48 0,3 0-237 15,4 0-577-15,5-2 256 0</inkml:trace>
  <inkml:trace contextRef="#ctx0" brushRef="#br0" timeOffset="158907.9">20994 14526 67 0,'-2'-5'345'16,"2"0"-23"-16,0 5-26 0,0 0-16 0,0 0 0 15,21 1-25-15,-9 8-8 0,3 3-13 0,6 7-13 16,4 1-13-16,7 14-12 0,-4 0-13 0,2 0-20 16,-4 2-10-16,-3 0-16 0,-1 3 6 0,1 6-31 0,-6-6-7 15,2 0-13-15,-4 2-12 0,-5-10-2 16,-3-1 4-16,1 3-25 0,-1-4-26 0,-1 0-26 16,1 1-27-16,-5-3-23 0,-2-4-26 0,0-3-29 0,-2-1-33 15,-5-6-42-15,7 4-47 0,-6-8-40 0,-1 0-36 16,1-2-210-16,1-4-549 0,-5 2 242 0</inkml:trace>
  <inkml:trace contextRef="#ctx0" brushRef="#br0" timeOffset="159224.69">21136 15018 164 0,'-5'-3'280'0,"-3"-3"2"15,1 3-16-15,7 3-16 0,-7-5-20 0,7 5-10 16,0 0-3-16,0 0 0 0,0 0-20 0,0 0-14 15,0 0-15-15,22 17-18 0,-7-11-21 0,5 0 0 16,5 4-18-16,-4-2-10 0,9-4 5 0,1 4-28 16,2-4 8-16,-1 3-23 0,4-6-9 0,-6 4-19 15,7-5-9-15,-3-2-9 0,-2 2-9 0,-1-4-5 16,-1-4-13-16,-2 2-2 0,0 0 0 0,-8-2-5 16,-2 0 3-16,-3-2 1 0,3 3-9 0,-8 2 2 15,-1 1-5-15,-3 1-10 0,-1-2-15 0,-2 1-13 0,-3 4 1 16,0 0 3-16,0 0 3 0,0 0-1 0,0 0-11 15,-8 21-5-15,3-7-10 0,0 2 0 0,-1 0 7 16,1 2-8-16,1 4-13 0,1-5-16 0,0 6-20 16,3-4-14-16,3 0-23 0,0 6-8 0,2-6-15 15,0 1-99-15,4-8-314 0,-3 5 139 0</inkml:trace>
  <inkml:trace contextRef="#ctx0" brushRef="#br0" timeOffset="160425.16">21962 15001 205 0,'0'-5'326'0,"2"-3"-7"0,2 2 3 0,-2 2-5 16,-2 4-9-16,7-9-8 0,-7 1-13 0,0 8-22 15,0 0-25-15,3-6-26 0,-3 6-23 0,0 0-19 16,7-1-14-16,-7 1-15 0,0 0-19 0,8 15-14 0,-3-10-6 15,-3 3-12-15,6 1-4 0,-8 3-8 0,3 0-12 16,4 1-7-16,-2 4-1 0,-4-3-14 16,3 4 8-16,1-1-20 0,-2-5-12 0,4 3-13 0,-7-3-12 15,5 3-11-15,-2-4-4 0,4-2-16 0,-6-2 10 16,4 2-6-16,0-2 8 0,-2-4 2 0,4 1 2 16,-7-4 1-16,12 1-3 0,-2-1 9 15,-10 0 1-15,9-5-1 0,3-2 2 0,-4 2-1 0,1-3 0 16,-1 2 3-16,10-5 1 0,-10 2 0 0,2-1 1 15,2-2-1-15,-4 3 4 0,0-2-1 0,9 4 14 16,-10-1-14-16,1 1 8 0,-3 1 2 0,1 5-7 16,1-4 8-16,-7 5-7 0,7-8-2 0,-7 8 3 15,0 0 1-15,10 0-7 0,-10 0 1 0,0 0 3 16,8 14 1-16,-6-10-1 0,1 1 2 0,-3 4-4 16,2-1-1-16,-2-3 6 0,3 3-2 0,-1 0 0 15,-1-3-1-15,1 3-2 0,1-5 6 0,-3-3-3 16,2 7 10-16,-2-7-7 0,3 5-3 0,-3-5 3 0,0 0 6 15,13-1 9-15,-13 1-4 0,14-5 11 0,-8-1 4 16,2 1-2-16,-1-2 4 0,3-2-2 16,0-5 5-16,-2 10 1 0,1-7 0 0,0-2 1 15,0 4 0-15,-1-5-2 0,4 7-3 0,-7-4-3 0,4 6-5 16,-4-2-6-16,2 3 0 0,-2-1-1 0,2 1-5 16,-7 4-13-16,20 1-14 0,-20-1-11 15,21 5-10-15,-6 1-12 0,1 0-12 0,-1 4-14 0,5 1-12 16,5 1 0-16,3 2-16 0,-3 0-14 0,5-1-8 15,3 0-6-15,-2-1-3 0,-1-3-5 0,5 1-3 16,1-1-1-16,-6-3 2 0,3-1 3 0,0-5-2 16,-1 0 1-16,-2-3 4 0,-1-2 8 0,1 1 8 15,-2-7 10-15,-5-2 3 0,-1 1 5 0,-7-2 11 16,0 2 15-16,0-4 18 0,-4 1 26 0,-2 2 22 16,-8-2 18-16,6 1 10 0,-7 2 8 0,0 1 5 15,-10-1 4-15,-2 5 0 0,4-1 8 0,-5 6 2 16,-4-1 7-16,-3-1 5 0,-3 8-2 0,-2 0 2 15,-1 4-1-15,-2-1-2 0,8 2-4 0,0 0-2 0,0 1-7 16,-1 5-4-16,6 0 1 0,3-6-4 0,1 8 2 16,2-8-4-16,3 4 1 0,4-2 2 15,0-2-1-15,2 0 4 0,0 0-1 0,4-2-1 0,7-3-8 16,-2 0 3-16,0-3-4 0,11-1-3 0,-5 0-6 16,3-5 1-16,2 1-1 0,2 0-7 0,-1 1 0 15,4-5 3-15,0 0-5 0,0 1 1 0,-2 0 4 16,-8 4-7-16,6-6-1 0,-6 6-2 0,0 1-2 15,0 2 2-15,5 0-4 0,-10 2-2 0,3 1 3 16,0 6-2-16,-4-3-2 0,-1-2 2 0,7 8-6 16,-7 2 5-16,0-2-4 0,6 1 3 0,1 2 3 15,-2 0 1-15,3 0-3 0,-1 1 3 0,8-3-2 16,-3 4-2-16,2-9-7 0,-7 1-1 0,9 6-5 16,-4-7 3-16,2-6 1 0,-7-1-1 0,8-1-2 15,-3-1 0-15,-2-6-2 0,4-1-6 0,-1-3-3 16,1-4-5-16,-1 2-4 0,1-5-4 0,-6-6-1 15,2 1-1-15,4-4-7 0,3-11-25 0,-2 4 9 0,0-2 5 16,-3-2 7-16,-4 1 6 0,-2 1 12 16,6-8 7-16,-12 17 13 0,0-3 9 0,-1-4 6 15,-4 5-1-15,-3-1 2 0,-3 3 0 0,1 10 10 0,-3-5 8 16,0 6-4-16,0 1 3 0,-1 0-7 0,-6 9-3 16,4-1 0-16,-1 0-1 0,-4 5 3 15,-2 3 1-15,-6 7-1 0,6-3-1 0,0 8 1 0,-7 4 0 16,8 6-1-16,-1 4 2 0,1-3-1 0,4 15-1 15,-3-1 6-15,3 2 0 0,5-3-3 0,4 6-2 16,1-3 5-16,1-1-7 0,4-7 3 0,4-3-5 16,-4 3 4-16,4 9-2 0,0-13 0 0,6-1-3 15,0 0-8-15,-1-5-10 0,5 2-10 0,1-4-9 16,1-3-15-16,1-8-4 0,-3-1-14 0,5 0-14 16,-5-6-7-16,10-1-11 0,0-2-5 0,1-5-9 15,0-6-4-15,0 3-3 0,1-4-17 0,12-9-7 16,-8 1-16-16,5-3-5 0,-2 0 1 0,-2-3-101 15,-1-2-281-15,1-2 125 0</inkml:trace>
  <inkml:trace contextRef="#ctx0" brushRef="#br0" timeOffset="161025.19">24511 14958 613 0,'30'-41'-25'0,"-7"-2"33"16,-5 1 29-16,-1-2 11 0,-9 4 17 0,5-1 19 15,-5-2-8-15,-8 3-8 0,0 8 6 0,-6 2 10 16,-3 0-1-16,3 3 14 0,-9 3-2 0,5 2-6 0,-3 6 2 16,-2 0-4-16,0 5-4 0,-5 1-5 15,-1 9-10-15,4-3 0 0,-4 9-3 0,-9 1 1 0,7 6 4 16,1 4 4-16,1 6 6 0,2 2 5 0,3 4-2 15,1 1 5-15,5 12-4 0,0 1 0 0,7 4-7 16,-1-3-4-16,8 0-5 0,2 2-4 0,1-4-7 16,0 4-1-16,1-7-7 0,0-7-3 0,5-3-6 15,-4-1-1-15,4 0-8 0,-3-4 0 0,3-7-3 16,2 1 3-16,-2-7-10 0,4 4 1 0,-2-5-3 16,0-5 5-16,-4 1-6 0,7-3-6 0,-3-2-1 15,3-2 2-15,1 0 2 0,4-4-6 0,-3 1-1 16,1-2-5-16,-4-2-6 0,6 5-7 0,-7-2 0 15,-1 1-7-15,2-5-6 0,-1 5-6 0,-9 4-4 16,3 0-8-16,-10 1-1 0,20 2-4 0,-12 5-1 16,-1-2-4-16,-1 2 0 0,1 0 3 0,-5-3-2 15,6 5 0-15,-3 2 4 0,-2-2 7 0,4-2 0 16,1 1 3-16,-1-1 6 0,1 1 7 0,-3-2 0 0,5 0 4 16,-4-2-5-16,4-2 8 0,0-1 1 0,-10-1 1 15,17-3 5-15,-4-1 1 0,-5-2 7 16,9 0 4-16,-4-3 7 0,2-2 5 0,5 3 7 0,-7-2 9 15,5 0 2-15,-1-1-1 0,0 6 5 0,-6-3 2 16,9 3-6-16,-12 1 2 0,4 3-3 0,-2-1-1 16,-10 2-3-16,15 7 0 0,-7 1 3 0,0-1 3 15,-1 7 2-15,-4 2 0 0,2 4-1 0,2 4 7 16,-4 5 3-16,0 0 5 0,-1 13 1 0,5-3 0 16,-7 7 4-16,0-4 14 0,0 2-5 0,0 0-1 15,3 3 18-15,-3-3 9 0,3 7 7 0,-1-7-2 16,1 4 9-16,-6-2-9 0,3-3-2 0,-2-11 2 15,-1 6-2-15,0-5-7 0,-6-8-2 0,3-1 7 16,-6-2 13-16,-3-9 15 0,-5-3 0 0,1-2 0 16,-5-4-8-16,-4-4-11 0,0 0-8 0,-5-7-11 15,-2-3-5-15,-8-12-5 0,2 2-11 0,-7-6-8 16,15 2-18-16,0-7-19 0,9 8-14 0,1 0-41 0,8-2-60 16,2-2-49-16,6 2-33 0,7 5-32 15,4-4-39-15,2 6-60 0,11-3-68 0,1 0-356 16,7 1-798-16,6-7 353 0</inkml:trace>
  <inkml:trace contextRef="#ctx0" brushRef="#br0" timeOffset="161308.57">25444 15229 72 0,'0'0'295'16,"0"0"-1"-16,0 0-6 0,0 0-10 0,0 0-9 15,-21 9-13-15,21-9-15 0,0 0-19 0,0 0-13 16,5 11-21-16,-5-11-2 0,8 7-36 0,-6-2-13 16,4-2-14-16,1 3-8 0,1 0-9 0,-1-2-23 15,3 4-3-15,-2-6-20 0,5 0-10 0,-4 3-13 16,2 0-4-16,1-4-2 0,-6-1-17 0,8 1-4 16,-14-1 4-16,16-1 5 0,-9 0-12 0,1-4-2 0,-1-1 1 15,-1 3-1-15,1-3-1 0,-5 0-5 16,4-2-14-16,-4-2-19 0,-2 5-24 0,0 0-38 15,0 5-47-15,-2-12-62 0,-4 4-61 0,4 5-246 0,-5-3-554 16,1 1 245-16</inkml:trace>
  <inkml:trace contextRef="#ctx0" brushRef="#br0" timeOffset="176607">13903 12557 130 0,'-28'-5'289'0,"8"-4"4"0,-2 1-13 15,3 3 0-15,-3 2-5 0,1-4 4 0,4 2-2 16,-3 0-2-16,-1 0 2 0,4 3 5 0,1 0-11 16,1 2-5-16,3-1-12 0,0 1-9 0,12 0-15 15,-18-5-15-15,18 5-13 0,-15 1-18 0,15-1-16 16,-10-1-16-16,10 1-14 0,0 0-17 0,0 0-11 16,0 0-11-16,-10 1-2 0,10-1-3 0,20 8 2 15,10-2-17-15,15 6-10 0,14-6-6 0,26 1-1 16,9 5-14-16,2-1-1 0,3 4-5 0,1-11-4 0,-3 8-7 15,1 2-3-15,-4-6-11 0,-6 1-7 0,-7-1-4 16,-23 0-7-16,-3-4-5 0,-4 4-3 16,-8-4-1-16,-13-1 5 0,-9 1-6 0,3 0 2 0,-6-2 3 15,-10-2 2-15,4 0 6 0,-12 0 1 0,15 0-1 16,-15 0 3-16,11-2-1 0,-11 2 3 0,0-9-2 16,0 9-1-16,-15-7 3 0,4 0-1 0,-6 0-2 15,-4 1 0-15,-9-1-4 0,-5 0 3 0,-13-2 0 16,-5 2-1-16,-3-5 2 0,-4 6-5 0,-23 0 4 15,19-1 0-15,-22-1-5 0,23 7 3 0,-2-1 0 16,4-4-4-16,-2 4-8 0,12-2-15 0,1 3-21 16,19 2-33-16,-2-1-57 0,11 3-76 0,4-2-47 0,10 2-32 15,0 4-50-15,8-7-76 0,9 10-349 16,10-1-830-16,14 0 367 0</inkml:trace>
  <inkml:trace contextRef="#ctx0" brushRef="#br0" timeOffset="190606.28">7145 16899 147 0,'13'-23'351'0,"-3"-5"7"16,3 1 0-16,-6 2 8 0,0 5 3 0,1-7 1 15,0 2 3-15,-1 1 1 0,-2 5-3 0,-2 0 0 16,4 1-10-16,-1-2-11 0,-1 4-4 0,-1-4 3 16,1 10-23-16,-4-2-11 0,4 2-18 0,-3-1-21 15,-1 4-23-15,1-1-31 0,-2 8-24 0,3-8-25 16,-3 8-25-16,0 0-9 0,0 0-13 0,0 0-8 16,2 34-14-16,-2-17-14 0,5 9-8 0,-5 2-7 15,2 3-40-15,-2-1-35 0,0 13 0 0,5-4 0 16,-4 1 0-16,1 1 0 0,-2-10 0 0,7 12 0 0,-7-13 0 15,5-1 0-15,-2 3 0 0,4-5 0 0,-6 0 0 16,4 0-18-16,-2-2-181 0,4-4-54 0,-4-4-57 16,1-4-48-16,-3 2-45 0,-1 2-47 0,5-5-47 15,-1-5-42-15,-4 4-322 0,1-4-933 0,3 0 413 16</inkml:trace>
  <inkml:trace contextRef="#ctx0" brushRef="#br0" timeOffset="191489.54">8400 16663 233 0,'-5'-9'361'0,"0"2"-1"16,-2-2-1-16,4 2 9 0,3-5-9 0,-2 5-6 16,-1 3-15-16,3-4-17 0,0 8-22 0,3-10-17 0,2 5-17 15,0 1-20-15,3 1-18 0,4 3-19 16,-1 0-12-16,8 0-18 0,-1 5-15 0,5 0-17 15,-3 0-15-15,-4 7-13 0,13 0-10 0,-8 5-11 16,2-4-9-16,-1 3-13 0,-1 7-5 0,1-2-5 0,-9 4-6 16,2-2-6-16,-8 4-10 0,-1 0 1 0,-6 0 1 15,-3 3-7-15,-5 2-3 0,1-9-1 16,-10 6 3-16,1 5 3 0,-6-8 3 0,-6 2 1 0,-2 2-1 16,11-9 7-16,-5 2 3 0,3-5 2 0,1-2 7 15,5 3-1-15,-1-7-6 0,1-2 2 0,6-2-6 16,1 1 18-16,3-6 4 0,4 1-7 0,1-4-7 15,0 0-10-15,0 0-5 0,49-15-4 0,-19 7-3 16,3 5-5-16,17-10-28 0,-6 1-32 0,3 2-20 16,1 2-48-16,-4-4-45 0,-9 6-49 0,-2 1-59 15,4 2-56-15,-8-1-47 0,-5 3-57 0,-4-6-52 16,1 7-408-16,-6 3-940 0,0-3 416 0</inkml:trace>
  <inkml:trace contextRef="#ctx0" brushRef="#br0" timeOffset="192557.19">10146 16690 2 0,'-7'-5'349'0,"2"-3"-2"0,-3-3-9 15,1 4-12-15,-1-2-12 0,5-3-8 0,-2 1-18 0,0 1-19 16,3 1-23-16,2-3-13 0,-2 4-21 0,2-2-16 16,2 2-21-16,0-1-23 0,3-1-14 0,3 2-19 15,0 3-10-15,7 1-13 0,2 0-8 0,-1 1-8 16,2 3-10-16,4 3-7 0,1 1-7 0,-5 4-3 15,4-2-13-15,-4 3 2 0,2 3-3 0,-3 0-2 16,-3 0-9-16,-2 5-3 0,-2-3 7 0,-2-3-15 16,-1 4 0-16,-7-2-4 0,5 2 1 0,-10-4-5 15,5 5 5-15,-7-4 0 0,4 3-11 0,-4-4 9 16,-6 4-2-16,6-4-7 0,-3-4 9 0,-1 0-1 16,4 6-2-16,-1-6-2 0,1 0-2 0,1 1 5 15,4 2-6-15,0-2 1 0,2 1 5 0,2-2 2 16,5 4 3-16,1 1-5 0,7-3 3 0,5 5-1 0,3-1-3 15,0 4-2-15,4-5 0 0,2 3-2 0,-5-2 4 16,0 2-5-16,-5-3 0 0,-3-3 0 16,4 5 2-16,-3-4-2 0,-4-1-3 0,-2 0 0 0,-6 0 3 15,4-1 13-15,-9-1 4 0,3-1 21 0,-6-2 8 16,-6 4 3-16,-1-5-1 0,-9 1-4 0,-3-2 1 16,-8 0-8-16,-1-4-2 0,-2 2-4 0,0 0-5 15,-17 0-4-15,7-6-4 0,-2 3-25 0,9 0-30 16,6-3-21-16,-3 3-48 0,11-1-42 0,1-4-30 15,3 7-49-15,8-1-57 0,0-2-64 0,5 2-74 16,5 2-240-16,0-9-712 0,0 9 316 0</inkml:trace>
  <inkml:trace contextRef="#ctx0" brushRef="#br0" timeOffset="193407.23">11743 16635 149 0,'0'-4'344'16,"-5"-4"-10"-16,5-3-8 0,0 11-7 0,0-8 6 16,0 0-19-16,-2 2-25 0,2-1-12 0,0 7-18 15,-5-5-23-15,5 5-25 0,-1-8-23 0,1 8-18 16,0 0-24-16,0 0-9 0,-9 15-9 0,4-1-10 15,-1-2-16-15,6 9-7 0,-8-2-2 0,8 4-12 16,-2 3-9-16,2 1-5 0,0-2-7 0,2 2-4 16,-2-1-9-16,8 1-3 0,-8-2-5 0,11-4 1 15,-1 3-4-15,2-5-3 0,-2-2-6 0,1 0-5 16,-1-5-4-16,5-2-2 0,2 0-5 0,3-6-18 0,-4 3 11 16,-1-10 7-16,3 2-1 0,1-6 0 15,2 0-13-15,-1-2 17 0,-2-7-3 0,2 2-1 16,0-6 0-16,-2 1 4 0,4-4 4 0,-7 4 9 0,-1 7 35 15,-7-8 18-15,6 7 16 0,-4-4 13 0,-3 8 18 16,-4-1 2-16,4 2 2 0,1 1-23 0,-5 1-12 16,-2 6-14-16,5-3-6 0,-5 3-7 0,0 0-5 15,1 15-5-15,-1-3-3 0,0 3-8 0,0 3-2 16,0-1 6-16,7 2-19 0,-4 8 2 0,1-3-5 16,2 3-6-16,1-8-30 0,1 7-22 0,0-6-44 15,4-4-45-15,-2 2-60 0,0-5-53 0,-2-1-64 16,2-2-81-16,0-3-104 0,-2-1-279 0,4-5-829 15,1-1 367-15</inkml:trace>
  <inkml:trace contextRef="#ctx0" brushRef="#br0" timeOffset="194639.44">13708 16600 352 0,'-4'-8'354'0,"3"1"-5"15,-4 3-11-15,3 0-4 0,-1-4-23 0,3 8-10 16,-4-11-19-16,4 11-26 0,-8-1-4 0,8 1 1 16,0 0-3-16,-6 16-7 0,6-6-11 0,5 0-6 15,1 5-6-15,1 3-7 0,-2 0-12 0,10 4-14 16,6 2-17-16,-1 2-12 0,10 10-13 0,0-6-14 16,6 0-7-16,-1-2-14 0,1-1-10 0,-1 0-12 15,1-3-10-15,-3 3-7 0,1-4-9 0,-5-2-2 0,-9-1-7 16,8-3-6-16,-5 0-9 0,-9-3 0 15,-3 1-6-15,4 1-3 0,-10-9-5 0,2 1 2 16,-2 4-4-16,-5-5-1 0,-5 5 2 0,3-4-1 0,-6-4-4 16,-4 0-2-16,2-1-3 0,-10-2-3 0,1 3-25 15,2-4-22-15,-6-4-26 0,1 1-37 16,-9-2-42-16,4 1-60 0,-6-5-48 0,2-6-44 0,4 9-52 16,-1-9-68-16,7 6-54 0,-1-6-291 0,7 3-822 15,2-3 364-15</inkml:trace>
  <inkml:trace contextRef="#ctx0" brushRef="#br0" timeOffset="194856.06">13693 16531 58 0,'-10'-12'370'0,"3"4"-11"15,6-1-15-15,-3-1-17 0,3 2-23 0,1 0-25 16,1 0-23-16,4 1-16 0,5 1-27 0,7-1-29 15,-1 4-14-15,6-5-14 0,13 4-25 0,-4 4 3 16,4 0-24-16,11-2-37 0,-1 4-42 0,-1-4-45 0,3 8-40 16,-6-5-39-16,-6 6-44 0,-4-4-61 0,-1-2-50 15,-2 5-252-15,-6 0-541 0,-1-2 240 16</inkml:trace>
  <inkml:trace contextRef="#ctx0" brushRef="#br0" timeOffset="196089.61">13380 16306 194 0,'-8'-8'271'0,"8"8"-13"0,0 0-10 16,0-7-10-16,0 7-8 0,0 0-11 0,0 0-11 15,1-9-12-15,-1 9-20 0,0 0 4 0,7-6-14 16,-7 6-11-16,7-4 4 0,-7 4-15 0,9-5-14 15,-9 5-11-15,5-5-6 0,-5 5-11 0,15-2-4 16,-6 2-13-16,-9 0-10 0,19-3-7 0,-9 6-1 0,4-3-13 16,7 3 0-16,7-2-6 0,2 4-11 0,0-2 1 15,3 1-6-15,17 7-2 0,1-7-3 16,0 7 0-16,2-7-2 0,5 1-5 0,-2 1-4 16,-1 0-3-16,0-3 4 0,-6 3-4 0,3-1 1 0,-4-4-5 15,-4-1 0-15,-1 0-1 0,-6 0-1 0,-11 0-4 16,2 0 6-16,-4-5 5 0,-3-2-2 0,-3 4 2 15,0-2-4-15,-4 3-4 0,-6-3 3 0,0 0-6 16,6 1 15-16,-8 0 12 0,2-3 8 0,-6 6 3 16,5-2-1-16,-7 3-8 0,11-5-3 0,-11 5-3 15,4-4-3-15,-4 4-5 0,8-2-7 0,-8 2 4 16,0 0-7-16,0 0 2 0,0 0 5 0,6 11-10 16,-2-7 1-16,-4 3 0 0,0 1 5 0,1 2 8 0,-1 0 5 15,0 2 11-15,2 7 6 0,-2-4 1 16,0 7 7-16,7 3 4 0,-7 1 0 0,1 1 0 15,-1-2-4-15,0 5-1 0,4-3 1 0,-1 3 2 0,-3 1-6 16,0 1 3-16,0-1-2 0,5 13 1 0,-5-11-3 16,0 6-3-16,0-8-1 0,0 10 1 0,0-9 2 15,-5 8-4-15,5-7-5 0,0-3 0 0,-2 3-5 16,1 6-5-16,1-5 7 0,0-3-5 0,0-1-3 16,0-2 0-16,0 0-1 0,0 2-2 0,0-10 0 15,3 4-2-15,-3-6-2 0,0 1 1 0,0 1-3 16,0-5 1-16,5-2-3 0,-3-3 0 0,-2 3 0 15,6-2 6-15,-2-3-6 0,-4 0 4 0,5-2 6 16,-1 0 12-16,-2 0 3 0,-2-6-3 0,8 4 4 16,-1-4-3-16,-7 0-4 0,10 2 0 0,-10-2-3 15,0 0-4-15,12-5 5 0,-12 5-8 0,6-5 1 16,-6 5 0-16,3-3-5 0,-3 3-3 0,5-8 1 0,-5 8-4 16,0 0-1-16,-1-8-6 0,1 8-4 0,-7-7 2 15,7 7 2-15,-18-3-2 0,8 3 0 16,-3-1-1-16,-5-4-2 0,-4 1 0 0,-4 4 3 15,-6-2 1-15,-16 1-1 0,2-4-2 0,3-1 1 0,-9 2 1 16,1 0-2-16,-3 0 0 0,-3 4 3 0,4-8-3 16,-5 4 0-16,0 0 6 0,-1 2 0 0,-1 0 4 15,2-1 5-15,-1 2-2 0,4-1 2 0,1 4-1 16,10-4 10-16,-4 1-13 0,0 4 1 0,10-3-1 16,9 0 0-16,0 0-7 0,5 0 8 0,2 1-3 15,6-1 1-15,-1 0-2 0,4 3 1 0,5-3-4 16,-4 2 2-16,12-2-5 0,-13 2 10 0,13-2 7 15,0 0 13-15,-12 1 6 0,12-1 13 0,0 0 4 16,-11-8-2-16,9 7-3 0,2 1-5 0,-2-12-1 16,2 5-7-16,-3-1 14 0,3-1-17 0,0-3 0 15,0-5 6-15,0 0 4 0,3-9-7 0,-3 0 1 16,0-2-2-16,0 0-3 0,0-2-12 0,-3-17 3 0,6 2-2 16,-6 0-2-16,1 4-3 0,-1-9 1 0,0-1-4 15,-4 4 4-15,0-4-8 0,-1 3 0 0,1 1-2 16,-2 4 0-16,-3-2 2 0,2 5 1 0,3 9-23 15,-1 4-25-15,2 0-21 0,4 8-29 0,0 4-40 16,-3 6-53-16,5 3-79 0,0 0-48 0,0 6-34 16,0 0-24-16,22 16-44 0,-6 3-41 0,7 3-43 15,-8 5-323-15,10 12-883 0,0 3 392 0</inkml:trace>
  <inkml:trace contextRef="#ctx0" brushRef="#br0" timeOffset="197790.65">15705 16967 225 0,'0'0'411'0,"-8"-7"-1"15,8 7-14-15,-3-7-19 0,3 7-32 0,-3-9-21 16,3 3-28-16,0 6-35 0,4-10-26 0,0 3-26 0,2 4-18 16,8-4-20-16,2 2-24 0,7 5-11 0,7-4-34 15,7 3-44-15,12-1-72 0,-4 1-54 16,13-3-56-16,-4 8-56 0,1-3-63 0,0-1-47 0,3 0-273 15,0 0-609-15,-7 0 270 0</inkml:trace>
  <inkml:trace contextRef="#ctx0" brushRef="#br0" timeOffset="197957.43">16765 16878 163 0,'0'0'317'16,"0"0"-14"-16,3-3-17 0,-3 3-26 0,3-8-26 15,-3 8-21-15,9-4-24 0,-1 1-23 0,-8 3-15 16,23 0-20-16,-8 3-43 0,6 0-56 0,9-2-64 16,-2 4-72-16,17-2-77 0,-9 0-189 0,14 3-400 15,1 3 178-15</inkml:trace>
  <inkml:trace contextRef="#ctx0" brushRef="#br0" timeOffset="198139.42">17599 16962 177 0,'-8'-9'342'0,"8"9"2"0,0-6-5 0,0 6-16 0,-7-6-15 16,7 6-38-16,0 0-26 0,13-4-39 0,-13 4-14 15,17 1-12-15,4-1-25 0,1 3-40 0,8 0-46 16,-2-2-40-16,8 2-45 0,-1 4-47 0,13-2-50 16,3 3-52-16,1 1-38 0,-1-3-28 0,2 2-184 15,-4 0-448-15,-2 0 198 0</inkml:trace>
  <inkml:trace contextRef="#ctx0" brushRef="#br0" timeOffset="198273.23">18370 17018 118 0,'0'0'178'0,"5"-7"28"0,-5 5 20 16,0 2 13-16,0-10 18 0,0 10-1 0,0-12 0 15,0 7-13-15,0-2-14 0,3 3-33 0,2 0-13 16,5-3-21-16,-3 3-20 0,6 1-15 0,4 0-18 16,3-2-52-16,6 4-54 0,4-2-71 0,-2 3-81 0,8-1-90 15,8 1-217-15,5-2-493 0,4 4 219 16</inkml:trace>
  <inkml:trace contextRef="#ctx0" brushRef="#br0" timeOffset="198907.1">19929 16833 201 0,'0'0'404'15,"-3"-10"-4"-15,3 5-12 0,0 5-24 0,3-8-28 16,-3 8-27-16,4-5-33 0,-4 5-30 0,0 0-22 16,0 0-22-16,20 10-17 0,-12-2-23 0,3 2-12 15,3 5-2-15,-8 0-8 0,4 1-24 0,0 6-6 16,0-2-9-16,2 0-9 0,-4-1-13 0,0 4-7 0,4 1-8 15,-9-5-2-15,4-2-12 0,-1 1-3 0,1-3-6 16,0-3 2-16,-6 3-5 0,4-3-6 16,-3-8-2-16,-1 4-1 0,-1-1 1 0,5-3 3 0,-3 1-4 15,-2-5-6-15,13 0 0 0,-13 0-3 0,0 0 1 16,19-10-6-16,-10 1-2 0,3 0 0 0,1-3 8 16,1-2-11-16,0-2 7 0,1 4 16 0,0-4 14 15,0 1 13-15,5-4 0 0,-8 6 10 0,9-5 4 16,-6 5 3-16,-7 2 7 0,7 0 4 0,-8 4-7 15,6-2-1-15,-5 5-10 0,-1-3-10 0,1 3-3 16,-1 1-12-16,8 3-2 0,-15 0-3 0,20 6-6 16,-12-2-3-16,0 5-7 0,5 2 3 0,-4 1-4 0,-1 3-4 15,7-1 1-15,-4 3-6 0,1-2 1 16,0 1-7-16,1 0-26 0,-2 2-24 0,3 7-33 16,-1-10-43-16,-3-1-52 0,-2-2-49 0,4 1-40 0,-9-5-54 15,0 1-56-15,2-1-53 0,-1-4-360 0,-3 1-846 16,-1-5 374-16</inkml:trace>
  <inkml:trace contextRef="#ctx0" brushRef="#br0" timeOffset="200005.78">19762 16507 87 0,'-15'-7'347'0,"9"-1"-9"0,-3 1-7 0,4-1-7 16,-3 4-16-16,5-2-19 0,0 0-18 0,3 6-31 16,4-8-8-16,6 4-39 0,4 3-17 0,7 1-15 15,14 0-15-15,10 1-14 0,6 5-16 0,4-1-9 16,-1-1-5-16,9 0-1 0,-5 5-17 0,5-1-2 0,-2 1-12 15,-1-3 0-15,-1 1-9 0,-1-2 7 0,-6 5-22 16,-8-2-2-16,-1-4-7 0,-11 0 3 16,-2 0-6-16,-2-1-4 0,-5 0-1 0,-5 0-9 0,0-5 1 15,-9 4-8-15,4 1 1 0,-5-3 4 0,0 2-5 16,-8-2-3-16,19 1-3 0,-19-1-4 0,9 1 0 16,-9-1-1-16,7 7 1 0,-7-7 6 0,7 4-5 15,-7 4 1-15,0-8 14 0,1 7 3 0,4 1 3 16,-3 0 1-16,3 2 10 0,-3 3-9 0,-1-4 3 15,-1 6-3-15,5 1 3 0,-3 2-3 0,-2 1 4 16,8 5-6-16,-1-1 3 0,-1 6-5 0,-6 0 2 16,5-1 1-16,4 15 1 0,-6-13 2 0,2 11-1 15,5-1-3-15,-5-9-1 0,3 9-2 0,4 2 4 16,-4 1-3-16,-1-14-5 0,2 10-1 0,0 0-1 16,-1-8 0-16,4-4-1 0,-9 2-6 0,7-2 3 15,-7-6-4-15,2-1 0 0,-2-5-1 0,4 1 1 0,-4-4-2 16,-1-3 4-16,1-2 6 0,-3 3 16 0,0-3 28 15,4-4 10-15,-4-3 2 0,0 0-3 0,0 0-7 16,0 0-9-16,0 0-4 0,0 0-4 0,0 0-4 16,0 0-7-16,0 0 1 0,0 0-5 0,-14-20-6 15,9 18-1-15,5 2-8 0,-5-8-1 0,-1 6-3 16,6 2 3-16,-13 0-3 0,13 0-3 0,-22 0 1 16,9 0 3-16,0 3-7 0,-6 2-1 0,0-3-5 15,-3 3 7-15,-8 2-1 0,-6 0-2 0,4-4 1 16,-11 9 0-16,-8-6 2 0,1 0-1 0,4 0 1 15,-9-2-5-15,-1-1 3 0,-2-1 0 0,-8-4-1 16,10 4 2-16,-2-2 2 0,0 0 18 0,2 0-2 16,3-2 7-16,5 2 4 0,-2-5 9 0,2-1 1 0,18 2 1 15,2 1 12-15,7-1 4 0,1-1-2 16,1-2 12-16,1-1-8 0,3-4 1 0,2 0 3 16,2 2-3-16,9-7 5 0,-5 1-12 0,1-3 4 0,4 5-12 15,2-18-3-15,0 7 2 0,7-4-6 0,-6-1-8 16,12-9-4-16,-6 0-1 0,1-1-5 0,1-2-4 15,-3 2-1-15,1 0-1 0,-5 11 15 0,4-5-24 16,-12 3 0-16,6 3 0 0,0-2 0 0,0 3 7 16,-9 1-24-16,3 6-11 0,2 4-21 0,-6-2-25 15,2 5-19-15,2 2-36 0,-11 2-40 0,2 2-42 16,7 0-56-16,-5 5-54 0,1 0-38 0,2 2-42 16,-2 3-47-16,1 3-44 0,4 3-343 0,-1 0-893 15,1 3 395-15</inkml:trace>
  <inkml:trace contextRef="#ctx0" brushRef="#br0" timeOffset="206107.86">12557 16879 77 0,'0'0'200'0,"0"0"-5"0,0 0-6 0,7-1-10 16,-7 1-8-16,0 0-4 0,0 0-11 0,0 0-1 15,0 0-14-15,5-6-6 0,-5 6-7 0,0 0-9 16,0 0-5-16,0 0-6 0,0 0-4 0,0 0-6 0,0 0-4 16,0 0-9-16,0 0 3 0,0 0-10 0,0 0-3 15,0 0-3-15,0 0 1 0,0 0-5 16,0 0-2-16,0 0 0 0,0 0-2 0,0 0-4 0,0 0-3 16,0 0 2-16,-17-5-12 0,17 5-5 0,0 0-6 15,-18 0 3-15,8-1-4 0,10 1-5 0,-20-3-4 16,12 3-1-16,-7-3-2 0,5 3 1 0,-10 0 3 15,5-1-8-15,-4-1 3 0,4 0 2 0,-2 2-2 16,2-3-2-16,-6 2 0 0,1 0-1 0,3 1-8 16,-4-2 18-16,-2 2-15 0,3-3-2 0,0 2 4 15,0 1 0-15,-6 0-15 0,7 0 1 0,0 0 5 16,-5-4-2-16,3 8 4 0,4-4-4 0,2-4-1 16,-4 8 2-16,5-3-4 0,4-1 3 0,-3-1-5 0,2 1 4 15,11 0-5-15,-17-4 4 0,7 4-1 16,10 0-1-16,-17-3 5 0,17 3-7 0,-11 3 2 15,11-3 1-15,-10 0-1 0,10 0 1 0,0 0-5 0,-13 0 4 16,13 0 2-16,0 0 1 0,-14 0-6 0,8 4 3 16,6-4-3-16,-15 0 0 0,15 0 3 0,-12 1-1 15,12-1-3-15,-15-1-4 0,15 1 12 0,-18 0-1 16,10 0-3-16,8 0 0 0,-23 0-5 0,18 1 8 16,-12-1-3-16,17 0-1 0,-21-1 0 0,13 1-3 15,8 0 8-15,-22 0 4 0,9-4-9 0,4 1 2 16,-5 3-2-16,14 0 2 0,-17 0 8 0,5-1-14 15,12 1 4-15,-16 0 1 0,16 0-2 0,-15-3 11 16,8 2-10-16,7 1 0 0,-15 0-6 0,15 0 3 16,-8 1-1-16,8-1 4 0,0 0-1 0,-15-1 3 15,15 1-4-15,-10-2 3 0,10 2-8 0,-13-2 7 16,13 2 3-16,-13 0 0 0,13 0-1 0,-13 0-7 0,13 0 6 16,-15 0-1-16,3-3-1 0,1 6 2 0,-3-3-5 15,4 0 1-15,-3 0 3 0,13 0-3 16,-30 0 3-16,16 0 1 0,-3 0 6 0,-3 2-10 0,4-4 4 15,-4 2 13-15,-2 0-11 0,1 0-9 0,4-3 5 16,-3 3 2-16,-3 0-4 0,0 0 0 0,-5 0 4 16,6 0-6-16,-1-1 4 0,-3 0 3 0,4-1-3 15,-4-1 2-15,4 3 0 0,1 0 0 0,-1-3-2 16,-1 0 4-16,-5 1-2 0,8 1-1 0,-2-2 0 16,2 2 0-16,-3-1 12 0,3 0-13 0,2 2 2 15,0-3 0-15,-5 2 0 0,6 1-1 0,-1 0 1 16,2-1-6-16,1-1 4 0,0 2 4 0,6 0-2 15,-5-3-3-15,0 1 2 0,-1 2-3 0,2-1 4 0,-2-1-6 16,7-1 7-16,-7 3-1 0,2 0-8 16,-2 0 6-16,15 0-2 0,-23-1-1 0,8 1 1 15,0-3 3-15,-2 3-1 0,4 0 0 0,-3-1 3 16,1 1-8-16,-3-2 2 0,1 2 3 0,0 0-1 0,-1 0 0 16,2 0 5-16,-6 0-5 0,7 0 7 0,-8 2-3 15,8 2-2-15,-5-4 4 0,4 0-4 16,-6 1-2-16,4 2 5 0,0-1-3 0,-4-1 2 0,4-1-3 15,-2 2 3-15,0 1-3 0,2-1 2 0,-2-2-3 16,-1 1 2-16,-1-1-1 0,4 1 4 0,-2-1-3 16,-3 0-2-16,2 0 1 0,6 3 3 0,-7-3-4 15,1-3 5-15,4 6 10 0,-4-3-12 0,-1 0-4 16,1 0 2-16,-1-3 1 0,-4 2 1 0,4 1 0 16,2 0-4-16,-1 1 1 0,4 2 3 0,-4-3 2 15,6 2-2-15,-7-2 17 0,6 2-20 0,-3-2 5 16,5 1-10-16,-8-1 8 0,7 0-3 0,-1 4-3 15,-3-4 11-15,1 0-6 0,3 0-1 0,-3 0-3 16,-2 2 0-16,4-2 0 0,-3 0-1 0,3 6 3 16,-6-6 0-16,6 0 8 0,-6 0-11 0,6 0 7 15,-4-3-4-15,-2 3 2 0,1 0-3 0,-1 3 3 0,7-6 0 16,-8 6 0-16,2-6 0 0,1 3 0 0,0 3 1 16,-5-3-7-16,7 0 11 0,-4 0-7 0,1 0 4 15,-1 0-5-15,6 0 2 0,-6 0 0 0,1 0 0 16,-1 0 3-16,1 0-7 0,4 3 6 0,-4-6 1 15,-1 6-3-15,2-3 4 0,4 0-2 0,-6 2-3 16,4-4 4-16,-2 4-2 0,-1-1 0 0,-1-1 0 16,1 0 2-16,4 0-4 0,-6 1 5 0,3-1-2 15,-1 0-5-15,-3 3 7 0,3-3-6 0,-2 2 4 16,1 0-6-16,1-2 3 0,-2 0 5 0,-4 0-1 16,-3 1-1-16,12-1-6 0,-3 0 6 0,1 3 1 15,1-3-3-15,1 0 4 0,2 0 0 0,-3 1-4 16,0-1 0-16,2 3 3 0,-1-3 1 0,3 0-2 0,-2 4 1 15,4-8 0-15,-5 4-3 0,1 4 0 0,3-3-2 16,4 2-1-16,-5-6 5 0,1 3-4 16,5 3 7-16,9-3-7 0,-22 0-1 0,15 0-4 0,-6 3 10 15,3-3 2-15,-1 1-10 0,-1-1 6 0,12 0 4 16,-21 3-3-16,9-1 3 0,4 0-10 0,-1-1 2 16,-6-1 8-16,15 0-3 0,-21 6 3 0,13-5-1 15,-6 3-3-15,8-4-2 0,-4 1 1 0,-3 2-5 16,6-2 3-16,-3 1 1 0,-1-2 4 0,11 0 2 15,-22 0 1-15,15 1-5 0,-3 2-1 0,4-1 2 16,-9 0 4-16,15-2-7 0,-22 4 5 0,14-4-5 16,-5 0 4-16,1 1-2 0,1-1 0 0,-4 0 8 15,0-1-11-15,-2 2 7 0,-1-2-2 0,-2 1-5 16,0-4 3-16,1 4 4 0,-1 4-4 0,-2-8 2 16,-4 4-6-16,3 0 0 0,-6-4 4 0,0 1 1 15,7 3-2-15,-4 0 1 0,-3 0-4 0,10-1 6 0,-13 2 0 16,7-2 1-16,5 1 8 0,1-2 9 0,-5 2 5 15,3 0-8-15,1-1 3 0,-3 1 2 0,6-3-2 16,-3 3-6-16,7 3 0 0,5-3 5 0,-4 0-4 16,1 0-1-16,-2 0-6 0,13 0 8 0,-15-3-7 15,15 3-5-15,-12 0 7 0,12 0 0 0,-10 4 13 16,10-4-14-16,0 0-4 0,0 0 3 0,-11 0-4 16,11 0 0-16,0 0 1 0,0 0-4 0,-12 2 0 15,12-2 6-15,0 0-4 0,0 0 6 0,0 0-8 16,-13 0 0-16,13 0-4 0,0 0 4 0,-10 0-1 15,10 0 4-15,-8 1-3 0,8-1 2 0,0 0 1 16,-20-1 7-16,20 1-17 0,-14 0 7 0,14 0-1 16,-10 0 7-16,10 0-8 0,-13 1-2 0,13-1-19 0,0 0-40 15,-8 3-47-15,8-3-58 0,0 0-86 16,0 0-109-16,21 8-232 0,-4-14-641 0,5 4 283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1T10:17:03.12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1973 709 11 0,'-1'-5'253'0,"-1"2"-9"16,2 3-5-16,-2-8-11 0,0 4-10 0,2 4-19 16,0-5-6-16,-4 3-21 0,4 2-16 0,0 0-18 15,-4-3-15-15,4 3-19 0,0 0-12 0,0-4-12 16,0 4-8-16,0 0-10 0,0 0-2 0,-8 13-5 16,5-6-4-16,-1-2-13 0,0 4 6 0,-3 2-8 15,2 1-4-15,-2 0-4 0,3 0 0 0,-3 0-3 16,3 5-1-16,-2 0-2 0,4 1 0 0,-2 1-5 15,1-1-1-15,3 0 2 0,7 0-2 0,-5 0-3 16,3-2 3-16,-1-2-2 0,3 2 4 0,0-6-5 16,3 7-3-16,-2-7-1 0,1-1 4 0,0 1-1 15,5-2-4-15,-3 0 4 0,2-2-8 0,-3-2 12 16,3-1-7-16,-2 0 3 0,-1-2 4 16,3-1 29-16,-6-1 12 0,0-2-8 0,4-3 25 15,-3 0 5-15,0-3 0 0,-1 0 9 0,-2-1 5 0,6-6-4 16,-7 0 2-16,2-5-12 0,-3 5-1 0,-2-2-7 15,-1 0-4-15,3 1 1 0,-2 0-3 0,-1-1-7 16,0 2-2-16,0 2-13 0,0 1-4 0,0 0-2 16,0 3-4-16,-1-3 1 0,1 4-12 15,0 3 5-15,0 0-9 0,1 0 2 0,-1 1-9 16,-1 0-13-16,1 1-35 0,0 4-41 0,-3-4-49 16,3 4-17-16,0 0-26 0,0 0-31 0,0 0-30 0,0 0-36 15,4 19-42-15,-4-11-244 0,-1 0-599 0,1 2 266 16</inkml:trace>
  <inkml:trace contextRef="#ctx0" brushRef="#br0" timeOffset="434.87">2332 819 106 0,'1'3'162'0,"-1"-3"-13"0,3 7-13 16,0-1-4-16,0 3 6 0,-1 3-18 0,1-2-10 16,0 1-11-16,1-1-8 0,1 3-20 0,-2-1 11 15,1 1-15-15,3-3-8 0,-3 1-2 0,-1-1-3 16,1-2-9-16,1 3-4 0,-2-2-7 0,-2-3-1 16,2 1 1-16,-2-5-2 0,2 2 5 0,0-2 19 15,-2 3 17-15,-1-5 15 0,0 0-9 0,0 0-6 16,0 0-1-16,6-13-5 0,-5 8-6 0,0-6-4 15,1 1-8-15,1-2-2 0,3-7-7 0,-2 2 3 16,-1-1 2-16,1 6 6 0,3-5 2 0,-1 7 7 16,3-3-4-16,-5 2 3 0,1-1-8 0,1 3-3 15,-2 2-4-15,1-1-3 0,-1 3-7 16,2 1-4-16,-2 0-2 0,0 0-3 0,3 0-5 16,-1 4 0-16,3 0-2 0,-1 3-1 0,2 2-1 0,-1 0 2 15,2 0-9-15,1 4 5 0,-1-2-5 0,4 4-17 16,-2-3-14-16,1 4-10 0,0 2-19 0,-6-3-16 15,4 1-15-15,-1-2-25 0,-3 1-25 0,0 1-20 16,1-2-34-16,0-1-37 0,-4-3-177 0,1 1-433 16,-2-1 192-16</inkml:trace>
  <inkml:trace contextRef="#ctx0" brushRef="#br0" timeOffset="635.59">2739 875 154 0,'0'0'183'16,"0"0"-11"-16,11 9-13 0,-7-7-12 0,1 4-17 15,-1-3 0-15,2 2-20 0,-1 0-10 0,-2 1-9 16,5-2-8-16,-1 4-9 0,0-1-5 0,-1-2-9 16,-3 1-2-16,4-2-6 0,1 2-31 0,-4-1-16 15,3 0-37-15,3-2-45 0,-1-1-58 0,-2-1-124 16,-2-1-282-16,-5 0 125 0</inkml:trace>
  <inkml:trace contextRef="#ctx0" brushRef="#br0" timeOffset="953.31">3019 601 177 0,'0'-5'295'0,"0"5"-19"0,-1-6-23 15,1 6-31-15,0 0-24 0,0-5-20 0,0 5-23 16,0 0-16-16,0 0-14 0,0 0-13 0,4 20-17 16,-3-10-9-16,3 0 4 0,-2 4-14 0,6 4-11 15,-3 3 1-15,2 4-5 0,1 2-8 0,0 0-4 16,-1 1-3-16,0 7-3 0,-2-2-5 0,2 1 2 16,2 1-5-16,-3 1-8 0,2-1-8 15,-2-1 10-15,-4 1-3 0,6-2-6 0,-2-1 5 0,1 1-7 16,-3-3 1-16,0-3-3 0,0-6 2 0,1 5-3 15,2-5-2-15,-4-5-2 0,0 1-1 0,1-5-3 16,0-3 4-16,-4 1-7 0,1-4-16 0,2 0-8 16,1 0 0-16,-4-4-15 0,0-2-53 15,0 0-68-15,0 0-85 0,0 0-208 0,-4-18-485 16,1 5 215-16</inkml:trace>
  <inkml:trace contextRef="#ctx0" brushRef="#br0" timeOffset="1605.1">2932 925 2 0,'4'-12'214'0,"4"1"-13"16,0 0-18-16,5 1-12 0,3-3-19 0,-7 5-11 16,9-6-17-16,3 5-6 0,-2-2-19 0,8-1-3 15,-8 1-13-15,1 4-9 0,1-3-12 0,-1 7-1 16,-1-4-12-16,0 4 2 0,-1-2-7 0,-6 4-3 15,0 0-3-15,-2 0-7 0,-1-1-7 0,1 4-7 16,-5-2-1-16,4 1-3 0,-3-1-7 0,-6 0 5 16,7 1-7-16,-4 3 3 0,-1-1-6 0,0 3 4 15,1-1-5-15,-2 2 5 0,-2-1-1 0,2 0 7 16,-1-1-8-16,0 5-3 0,0-3-1 0,3 1 2 16,-6 0-1-16,6 1 8 0,-2 1-5 0,0-1 3 15,1 1-6-15,2-1 4 0,-3-3-2 0,2 1 2 16,1-1 0-16,0 1 0 0,2-2 0 0,-2 0 2 15,1-1 2-15,3 0-5 0,-2-2 0 0,5-2 1 16,-2 3-2-16,-2-2 3 0,1-1-2 0,0-1-4 16,-1-2 5-16,-2-1-4 0,2 0 7 0,-1 2-6 15,-5-3 2-15,-1-2-1 0,3 1-2 0,-6-1-7 16,3 2 7-16,-4-4 2 0,1 3 0 16,0 0-5-16,2-2 4 0,-6 2 6 0,2-1 1 0,2 2 3 15,-1 1 3-15,0-1 3 0,1 0 2 0,0 0 1 16,2 2 4-16,-2-2-6 0,3 5 2 0,-2-5-6 15,2 1 0-15,0 4 0 0,0 0-2 0,5-4-5 16,-5 4 3-16,11-2-4 0,-11 2 1 0,15 2-3 16,-8-1 8-16,5-1-9 0,-3 3 4 15,5 1-8-15,-3-1 5 0,3 2-3 0,-1-2 2 16,-2 4-7-16,0-2 7 0,1-1-4 0,-1 1 3 0,-3 0-3 16,2 3 5-16,-1-2-2 0,-2 2-2 0,0-1-1 15,-3-3 1-15,0 1-1 0,-1-4 3 0,-3-1-2 16,6 5 18-16,-4-3 25 0,-2-2 21 15,0 0 21-15,0 0 8 0,0 0-10 0,0 0 3 16,0 0-7-16,0 0-8 0,-7-14-9 0,6 9 4 16,0-2-20-16,-2 1-2 0,1-4-3 0,1 3-7 15,1-4-7-15,0 1-1 0,1 2-27 0,2 1-25 0,5-4-38 16,-2 2-29-16,2 0-35 0,-3 3-56 0,6-6-64 16,-1 6-211-16,-2-3-497 0,2 2 221 15</inkml:trace>
  <inkml:trace contextRef="#ctx0" brushRef="#br0" timeOffset="2140.94">3797 785 119 0,'1'4'142'0,"2"3"-35"0,0-2-6 16,-2 0-11-16,2 3-5 0,1-1-18 0,-3-2-1 15,2 2-7-15,-2-2-4 0,2 1-8 0,-2-2-9 16,1 1 13-16,1-1-12 0,-2 1-4 0,-1-5 0 16,4 5 22-16,-4-5 8 0,4 3 17 0,-4-3-6 15,0 0-7-15,0 0-6 0,8-7-4 0,-8 7-4 16,7-7-5-16,-6 2-5 0,2-1 5 0,0 1-2 16,0 0 1-16,-1-1-4 0,5 2 4 0,-3-2-7 15,-1 1 10-15,0-1-9 0,-2 4-3 0,3-3-9 16,-1 1 2-16,-2 1-5 0,-1 3-1 0,6-2-3 15,-6 2-3-15,6-3-5 0,-6 3 2 0,0 0-4 16,0 0-1-16,11 4-3 0,-4-1 1 0,-4-1-1 16,2 1 0-16,1-1-5 0,-2 1 3 15,-3 0-2-15,3 2 3 0,2-3-3 0,-2 1 2 0,-1-1-6 16,-3-2 4-16,6 4 0 0,-2-3 8 0,-4-1 11 16,0 0 12-16,0 0 6 0,11-4 1 15,-7 2 12-15,0-1 7 0,2 0 3 0,-2-2 1 0,0 0 9 16,0 0 1-16,1 0 10 0,1-1 2 15,-3 1 6-15,-1-2 1 0,5 1 4 0,-3 1 3 16,-1 0-7-16,0 0-22 0,-3 5 11 0,5-7-4 16,-5 7-10-16,7-3-9 0,-7 3-5 0,0-6-8 0,0 6-12 15,0 0 1-15,0 0-13 0,0 0 1 0,0 0-13 16,18 6-7-16,-14-2-18 0,1-1-15 0,2 1-28 16,2 5-28-16,1-3-35 0,-3 2-36 15,2-1-38-15,-1 4-54 0,3-5-65 0,4 5-216 16,2-1-570-16,-5-2 253 0</inkml:trace>
  <inkml:trace contextRef="#ctx0" brushRef="#br0" timeOffset="2375.11">5002 589 301 0,'0'-11'332'0,"0"3"-8"0,0-2-15 0,-4 1-11 15,0 0-24-15,3 2-15 0,-2-2-27 0,0 2-10 16,-1-2-32-16,3 4-12 0,-2 0-17 0,-1 0-20 16,0 1-17-16,-2 2-9 0,6 2-13 0,-11 0-12 15,3 3-10-15,-4 1-12 0,1 2-7 0</inkml:trace>
  <inkml:trace contextRef="#ctx0" brushRef="#br0" timeOffset="2776.53">5132 796 3775 0,'-9'-7'-90'0,"5"3"42"0,0 2 21 0,1 0-19 16,-1 1 15-16,0-1-42 0,4 2 20 0,0 0-31 15,-19-5-24-15,19 5-36 0,-11-2-30 0,11 2-45 0,0 0-44 16,0 0-140-16,-7 3-436 0,7-3 193 15</inkml:trace>
  <inkml:trace contextRef="#ctx0" brushRef="#br0" timeOffset="4398.96">5067 585 39 0,'0'-7'191'16,"0"2"2"-16,3-2-11 0,-3 1-5 0,0 0-6 15,0 0-5-15,0 0 22 0,0 1-16 0,-3-1-18 16,3 0 3-16,0 3-17 0,-2-1-12 0,2 4-9 16,-3-8-13-16,2 5-5 0,-2 0-10 0,3 3-9 15,-3-4-9-15,3 4-7 0,-4-3-10 0,4 3-4 16,-11-1-8-16,11 1-1 0,-15 1-7 0,7 3-3 16,0-1-4-16,-3-1-4 0,0 3-3 0,-4 2-2 15,3 0-5-15,1 1-2 0,0 1 0 0,-3 4-2 16,1-1-2-16,3 3 2 0,-2-2-5 0,0 2 6 15,2 0-6-15,2 1 2 0,-1-5 1 0,2 6-2 16,3-3-4-16,1-1 4 0,2-1-4 0,1 0 1 16,-4 0-1-16,6 1 5 0,0-3-4 0,-1 1 1 15,3-3-2-15,2 2 4 0,2-5-4 0,0 2 1 16,3-2-3-16,1 0 3 0,-1-3-12 0,9-1 10 16,-1-2-6-16,0 2 0 0,-1-1-5 0,1-3 3 15,-1-1-2-15,-5 0 2 0,2 0 1 0,-1-2 2 16,-3 2-5-16,2 1 5 0,-3-2-6 0,-3 2 10 15,1 0 0-15,-3 0 6 0,-1 2 2 0,2 0 3 16,-6 1-5-16,7-3 1 0,-7 3-5 0,4-1-2 16,-4 1-1-16,0 0-1 0,0 0-3 15,0 0 2-15,0 0-6 0,5 6 8 0,-5-6-3 16,-4 7 3-16,4-7-4 0,3 6 3 0,-6-2-2 0,7-2 2 16,-1 5-3-16,1-3 3 0,0 0 1 0,-1 1 0 15,2-3-1-15,1 2 4 0,2-2-1 0,-1-1-12 16,-2 1 13-16,3-2 2 0,3-1-7 15,-11 1 4-15,11 0-1 0,0-2 2 0,-6-1-3 16,2 1 2-16,-3-1-4 0,2-2 6 0,-2 0-5 16,-3 1 3-16,2-3-4 0,-3 3 2 0,-3-1-3 15,-1-3 3-15,1 3-9 0,-1-1 3 0,-5-2 2 0,1 4-3 16,-3-2 0-16,1 1 1 0,-3 0-3 0,2 1 3 16,-4 0 0-16,5 2 0 0,-1-1 3 15,2 2-1-15,2 0 1 0,0 1 0 0,0-3 0 16,7 3-5-16,-9-2-1 0,9 2 7 0,-5-1-3 15,5 1-2-15,0 0 3 0,0 0 3 0,0 0-1 16,24-6 0-16,-8 5-2 0,2-2 3 0,4 1 1 16,-2-4-3-16,3 2 1 0,7-2-2 0,-1 3 2 15,-6-1 0-15,0 0-3 0,-4-1 5 0,0 1 0 16,-5 1-2-16,-2 0 1 0,0 0 1 0,-1 0 2 16,-3 2-1-16,-2 0-9 0,-1-1 7 0,-5 2-6 15,0 0-2-15,10 3 1 0,-7-1 3 0,0 1 1 16,0 1-2-16,-2 1 0 0,1 0 1 0,1 3 3 15,-2-2-2-15,2 2 3 0,-2 0-2 0,5 2 3 16,-2-2-4-16,2 2 2 0,1 0 1 0,-3 1 1 16,3-1-2-16,-3 1 2 0,1-6-1 0,1 5 4 15,-2-6-3-15,0 4 1 0,-3-4-2 0,2 1 5 16,-1-1-1-16,2-1 5 0,-4-3-1 0,0 5 4 16,0-5-5-16,0 0 2 0,0 3-3 0,0-3-13 15,0 0-21-15,0 0-31 0,-21-8-29 0,15 5-38 16,0 0-36-16,1-2-48 0,0 1-178 0,0-4-421 15,2 3 187-15</inkml:trace>
  <inkml:trace contextRef="#ctx0" brushRef="#br0" timeOffset="4650.85">5664 369 297 0,'0'0'308'0,"0"-5"-32"15,0 5-28-15,-1-4-23 0,1 4-31 0,0 0-14 0,0 0-19 16,-3 16 5-16,3-5 2 0,-1 2 3 0,1 5-9 16,-1 4-7-16,2 6-17 0,0-2-10 0,-1 2-13 15,3-1-7-15,-2-1-13 0,6 5-12 0,-1-5-4 16,0 1-9-16,1-7-6 0,1 7-2 0,-1-9-6 16,3 2-26-16,-5-2-41 0,2-2-3 15,-2-6-24-15,1 1-24 0,-5-6-22 0,6 3-12 16,-2 0-13-16,-2-6-40 0,-3-2-47 0,7 2-59 0,-7-2-200 15,0 0-492-15,4-12 218 0</inkml:trace>
  <inkml:trace contextRef="#ctx0" brushRef="#br0" timeOffset="4802.64">5647 587 226 0,'-1'-2'240'0,"-4"0"-16"15,5 2-18-15,-2-4-18 0,2 4-19 0,0 0-24 16,0 0-15-16,0-5-13 0,0 5-8 0,0 0-9 15,0 0-10-15,20 4-15 0,-12 0-26 0,6-3-42 16,5 0-48-16,1 0-65 0,-1 1-82 0,-1-1-102 16,2-2-315-16,-1 1 140 0</inkml:trace>
  <inkml:trace contextRef="#ctx0" brushRef="#br0" timeOffset="8781.21">6746 401 137 0,'-3'-5'214'0,"-1"0"-11"15,-3 0-24-15,3 0-10 0,-1 1-18 0,-4 1-13 16,3-1-15-16,-3 4-12 0,-4-2-13 0,3 1-6 15,-2-1-10-15,3 5-9 0,-1-2-9 0,-2 1-9 16,1 4-2-16,1-1-9 0,-2 2-3 0,4 0-4 16,3 3-5-16,-2-2 1 0,4 3-9 0,-1 2 0 15,4-3 0-15,5 5-1 0,2-2-6 0,0 2 2 16,5 0-5-16,3 1 6 0,2-3-8 0,7 4 4 16,-5-3-7-16,3 4 6 0,-3-4-6 0,4-1 0 15,-3 0 2-15,-5-3-3 0,3 2-1 0,-4-2-1 16,3 0 2-16,-6-1-6 0,-3-2 8 0,0 0-8 15,-1 1 3-15,0-2-4 0,-4 0 2 0,0 0 2 16,-3 0-2-16,0-1 5 0,-2 2 13 0,-2-3 12 16,-3 1 6-16,-1-2 5 0,-4 3 4 0,2-4 3 15,-3 2 0-15,1 0-3 0,1-3-7 0,-4 0 10 16,1-1-3-16,-2-1 0 0,3 0 7 0,-1 0-2 16,1-3 4-16,2 1-3 0,2 1 1 0,-2-2-5 15,4 2-9-15,1-1 1 0,2-1-6 0,-1 0-5 16,4 0-4-16,1 4-6 0,-1-6 0 15,2 2-4-15,-1 4-6 0,6-4-1 0,-2 2-20 16,2 1-4-16,2-3-7 0,5 3-2 0,2 0-5 0,-3 0-5 16,8-1-1-16,-2 2 2 0,1-1-9 0,3 1-5 15,-2 1 3-15,1-2-3 0,2 0 4 0,1-1 5 16,-2 0 3-16,-4 0 2 0,6-2 3 16,-6 1 3-16,5-1 3 0,-3-2 4 0,-2 2 4 15,1-2-1-15,-4 2 4 0,-4-2-2 0,1-1 6 16,-2-1 8-16,-1 2 14 0,-2-2 15 0,3 1 9 0,-6 2 0 15,1-3 8-15,-1 3-3 0,-4-4 3 0,0 2-7 16,0 2-5-16,0-1 4 0,-3 1-14 0,-1-1 0 16,-1 1-10-16,-1 3 4 0,1-2-4 15,-2 3-1-15,-1 1-4 0,1-1-3 0,7 1-1 16,-18 4-2-16,6-1-3 0,5 0 0 0,-1 2-1 16,1 1 3-16,-1 3-4 0,3-1 1 0,-1 2 0 15,4-1 1-15,2 3-1 0,2-2 1 0,3 1-4 0,1 0 5 16,6-2-1-16,4 2 2 0,3-1-4 15,1 1 4-15,7-3-7 0,3 1-1 0,3-5-9 16,-2 0-6-16,2-4-14 0,1 1-3 0,-2-2-5 16,2 0 0-16,-4-3-3 0,-8 2 9 0,0-4-1 15,-2 0 9-15,-2 0 2 0,1-1 1 0,-7 1 4 16,0-2 2-16,-1-1 8 0,-4-1 4 0,-3 3 19 16,0 0 5-16,-3-1 3 0,-1-1-4 0,-1 3-2 15,0-2 9-15,-4 2 0 0,-1 1-8 0,1 0 1 16,-4 0-6-16,-3 2-1 0,0 1-3 0,1 4-2 15,-4-2 0-15,1 2 0 0,0 4-3 0,0 0 6 16,-1-1-6-16,0 3 0 0,0 1-3 0,3-2 6 16,2 2-1-16,5 0 2 0,-3 0-7 0,2 0 2 15,2-2 1-15,4 2 0 0,0-3-3 0,3 2 5 16,-2-3-2-16,5-2 1 0,-1 2-2 0,3-1 6 16,0-2-3-16,3-1 0 0,4-1-10 0,-2-2 11 15,-2-1 0-15,2 0 2 0,1-2 1 0,-1 0-3 16,-5-1 0-16,3-1 5 0,0 1 9 0,-4 0 17 15,3-2 8-15,-3 3 17 0,-2-1-5 0,0-1 23 16,-1 2-4-16,-2 1 5 0,0 0-4 0,1 0-13 16,1-1-3-16,-2 4-16 0,-2 1-7 0,1-4 2 15,-1 4-15-15,0 0 4 0,0 0-1 0,0 0-11 16,0 12 0-16,0-8-17 0,-1 2-3 0,1-1-17 16,1 3-5-16,0-2-9 0,2 0 1 0,-1 2-16 15,3-1-4-15,0-1-14 0,2 3 1 0,0-3-18 16,-2-1-11-16,7 1-21 0,-5-3-16 0,4-3-9 15,-1 0-13-15,-10 0-4 0,20-1 0 0,-12-2 7 16,4-2 1-16,-1-1 20 0,-4 1 9 0,0-2 10 16,0-3 20-16,0 3 5 0,1-4 10 0,-4 3 17 15,0-2 19-15,-3 0 12 0,2 1 16 0,0 3 7 16,-2-2 8-16,0 2 13 0,2-1 16 0,0 1-5 16,-3-1 4-16,5 4-4 0,-1-1-3 0,-2-1-3 15,2 3 1-15,1 0-6 0,-5 2 2 0,11 0-4 16,-11 0 0-16,14 2 2 0,-2 1-8 15,-1 1 0-15,0 1 8 0,0-1-13 0,2 2 8 0,-1 2-1 16,2-3-2-16,1 5 2 0,-2-2-3 0,-3 1-2 16,1-1 0-16,-4-2 4 0,2 2-12 0,-2-1 6 15,-3-2 0-15,0 1 3 0,-1-2 4 0,0 1 28 16,-3-2 22-16,-3 1 19 0,3-4 3 0,-5 6 14 16,-1-5 0-16,6-1 5 0,-12 0-6 15,4 1 2-15,8-1-4 0,-14-1 1 0,10-3-7 16,-4 5 0-16,3-5-13 0,-1 3-2 0,5-3-15 0,1 4 2 15,-3-6-12-15,4 2-13 0,5 0-16 0,-1-1-23 16,3-1-18-16,6 1-24 0,6-2-17 0,-1-1-21 16,3 2-16-16,8-3-10 0,0 1-5 15,-7 2-3-15,5 1 1 0,2-2 4 0,-8 1 1 16,10 2 17-16,-12 0 11 0,-5 2 12 0,-1-3 2 16,-2 1 27-16,-4 1 41 0,-1 2 35 0,-2-2 1 0,-2 3 2 15,-3 0 1-15,4-4-7 0,-4 4 8 0,0 0 3 16,0 0 4-16,-19 4-7 0,5-1 5 15,5 1 5-15,-6 2 8 0,4 0-1 0,-8 1-8 16,9 2-4-16,-2-3-1 0,-4 8-3 0,4-2-7 16,3-2 2-16,0 1-1 0,2-1-6 0,2 0 2 15,0 1-2-15,4 0-5 0,1 0 6 0,1-1-4 16,4 2 0-16,3-3 1 0,-1 0-1 0,6-1-4 16,-2-1 2-16,8-3-1 0,-1 0-3 0,6-1 4 15,-2-5-7-15,1 2 3 0,-1-5-5 0,7-1 0 16,-8-5-11-16,1 4-7 0,3-9-15 0,2 3-16 15,-7-7-16-15,-5 6-18 0,4-9-31 0,-4-3-12 16,0 1-43-16,-5-5-33 0,0 2-131 0,0-1-350 16,-6 0 154-16,-1 9 1337 0,-3-2-903 0,-3 3 55 15,0 1 41-15,2 0 37 0,-2 2 25 0,3 16 13 16,-9-24 27-16,9 24-1 0,-8-18 17 0,8 18-5 16,-4-12-6-16,4 12-16 0,0 0-13 0,-9-14-10 15,9 14-10-15,-7-3-7 0,2 4-5 0,5-1-7 16,-7 10-3-16,3-4-7 0,0 4-11 0,0 3 6 15,4 5-5-15,-4 0-2 0,4 5-1 0,0-3-2 16,0 6-3-16,0 1 1 0,3 0-8 0,-2-1 0 16,2 2 1-16,0-8-1 0,1 0-1 0,0 6 3 15,5-6-4-15,-5 0 2 0,2-4-6 0,1 2 7 16,-2-7-8-16,2 1 5 0,-2-3-3 0,-1-2 1 16,-2-2-2-16,3-2 7 0,-1-1-2 0,-4-2 10 15,0 0 10-15,19-7 8 0,-13 2 2 0,2-3 5 16,-2 0 6-16,3-3 15 0,-4 1 8 0,2-2 6 15,0 0 2-15,2 2 13 0,-2-2 5 0,-3 3 4 16,3 0-4-16,0 1-9 0,-3 1-18 0,0 2-5 16,-3 1-14-16,-1 4-10 0,9-4-1 0,-9 4-9 15,0 0-1-15,0 0-18 0,16 5 3 0,-11 2 4 16,-2-1 0-16,5 3-2 0,-1-1-20 0,1 2 18 16,-1-1-5-16,1 1-22 0,2 0-13 0,0-2-19 15,1 0-21-15,1-1-24 0,-1-1-29 0,2 1-39 16,-4-2-44-16,2 0-36 0,-4-4-73 15,1-1-250-15,-8 0-599 0,0 0 266 0</inkml:trace>
  <inkml:trace contextRef="#ctx0" brushRef="#br0" timeOffset="9684.43">2419 1736 183 0,'-12'-2'247'0,"5"3"-8"0,7-1-13 0,-5 1-16 16,5-1-20-16,-6 2-18 0,6-2-23 0,0 0-12 15,0 0-15-15,0 0-12 0,0 0-7 0,0 0-5 16,38-2-1-16,-6-1-1 0,7-2-3 0,24-2-8 16,1 1-3-16,7-3-5 0,27-10-11 15,0 2 1-15,5 2-5 0,5-2-17 0,1-2 3 0,11 4-6 16,5-6 0-16,8 2-10 0,-2-3 15 0,5-3 4 16,4 7 3-16,0-3-10 0,7-1-4 0,1-1-7 15,0-1-3-15,5 3 0 0,-1 0-2 0,-5-5-6 16,8 3-2-16,0 0-3 0,-5-1-1 15,-1 1-1-15,-3-2-2 0,-1 4 5 0,-2 1-18 0,4-2 14 16,-8 3 0-16,-7-3 1 0,-2 4 4 0,-3-2 6 16,-3-3 7-16,2 5-8 0,-8-5-6 0,1 8 4 15,-8-1-6-15,-7 2-3 0,-4-2-2 0,2-2 1 16,-34 10 6-16,0-2-10 0,29-7 8 16,-32 8-10-16,-4-3-1 0,2 5 1 0,0-4 3 0,-9 3 1 15,-12 3-2-15,-3-3-5 0,1 2 2 0,-7 1-3 16,-2-2-2-16,-8 3 2 0,-4 0-1 0,-4 3-14 15,-3 0-18-15,0-2-25 0,-3 3-37 0,-1 3-43 16,-4-3-57-16,-4 0-42 0,9 1-67 0,-9-1-178 16,0 0-518-16,0 0 230 0</inkml:trace>
  <inkml:trace contextRef="#ctx0" brushRef="#br0" timeOffset="10437.1">9591 648 97 0,'3'-2'280'15,"-3"2"-24"-15,2-3-33 0,-2 3-25 0,0 0-25 16,0 0-14-16,0 0-19 0,0 12-14 0,2-5-10 16,-5 4-15-16,-1 1-7 0,-1 1-10 15,-1 4-9-15,-2 2-4 0,2 0-12 0,-1 2 0 0,-3 1-6 16,0 3-6-16,0 4-3 0,0-4-5 0,3-5 0 15,-1 0-7-15,-1-4-1 0,-1-1-2 0,6 0-10 16,-3-4 5-16,0 1-6 0,5-6 1 0,-2 2 3 16,-1-2 0-16,4 0 18 0,-2-4 26 15,3-2-7-15,0 0-5 0,0 0-3 0,0 0-4 0,-1-18-7 16,1 6 0-16,7-4 0 0,-3-5 3 0,-1 2 5 16,3-9-9-16,1 1 6 0,0-4-13 0,-1 3-3 15,2 0-3-15,-2-3-5 0,4 2 0 0,-5 1 15 16,4-2 13-16,-3 5 11 0,-2 4 12 0,2 3 10 15,-3 1 11-15,1 3 4 0,-3 2-1 0,2 0 7 16,-2 2-1-16,2 1-9 0,-2 3-10 0,2-1-3 16,-1 2-16-16,0 1-9 0,-1-1-8 0,2 3-8 15,-3 2-8-15,0 0-1 0,0 0-1 0,11 11-6 16,-7-2-2-16,3 1-11 0,0 5 12 0,2 3-10 16,-2 2 4-16,2-1-17 0,1-2-28 0,1 7 20 15,5 1-28-15,-8-6-10 0,5 6-14 0,-1-6-29 16,0 7-10-16,-4-8-25 0,2 2-14 0,-5 0-25 15,-1-4-18-15,2 2-8 0,-3-2-16 0,-3-5-33 16,1-1-25-16,-1-2-29 0,0-1-168 0,-1-2-497 16,-4 0 221-16</inkml:trace>
  <inkml:trace contextRef="#ctx0" brushRef="#br0" timeOffset="11373.54">9515 837 96 0,'-6'-2'204'0,"2"0"-12"0,4 2-15 0,-6-4-18 15,3 2-18-15,3 2-10 0,0 0-16 16,0 0-6-16,0 0-6 0,0 0 5 0,0 0 0 0,0 0-15 16,30 5 1-16,-17-4-13 0,9-4-7 0,1 0-1 15,6-2-8-15,2 3-9 0,-1-4-7 0,3-2-7 16,-3 3-4-16,1-4-3 0,0 2-2 16,-2-4-5-16,-2 0-3 0,-7 1-2 0,-2-1-3 15,1-2-6-15,-2-1-9 0,-3-3-5 0,0 2-4 0,-1-9-15 16,-3 4-3-16,-3 1-3 0,-3 1 1 0,0-2 5 15,-3-1 14-15,-2 2 11 0,-1 2 19 0,-3 2 18 16,1 4 13-16,0-1 6 0,0 3 11 0,1 2-11 16,-1 1-3-16,-4 1-9 0,4 1-13 15,-3 3 0-15,-1 2-7 0,0 1-1 0,-3 3-9 16,0 2 5-16,-4 6-6 0,3 1-4 0,2 3 7 0,0-2-8 16,1 4 1-16,4 0-4 0,-1-1 0 0,4 3 0 15,4-2 1-15,4 2 1 0,2-3-2 0,4 0-2 16,3 3-9-16,8 0-11 0,2-1-14 15,2-3-17-15,7-8-17 0,-1 2-20 0,-2-6-20 16,3 2-16-16,-1-6-16 0,-1-1-13 0,2-1-7 0,-2-3-1 16,-11 0 17-16,9-2 11 0,-12-2 14 0,5 3 13 15,-5-5 23-15,-2-1 27 0,-9 1 27 0,2 0 19 16,-2-1 19-16,-1-1 13 0,-5 0 20 0,-2 0 8 16,-5 1 12-16,2 0 6 0,-7 1 7 15,3 0-2-15,-3-1-2 0,-5 4-5 0,-2-3-12 16,3 7 0-16,-1-2-9 0,0 3-3 0,-3 2-4 0,5 0-8 15,0 2 0-15,-2 0-8 0,5 2-4 0,-4 0-1 16,6 5-6-16,-1-3 2 0,3 3-5 0,3 3 2 16,3-2-4-16,2 1 0 0,2 2 4 15,5-1-8-15,0 4 3 0,3 1 1 0,4-2-5 16,4 7 1-16,-3-6-3 0,6 5 1 0,-1 0-1 0,0-2-2 16,0 2 1-16,-6-5-3 0,0 1 5 0,5 6-6 15,-8-5 2-15,-2 2 2 0,2-2-4 0,-1-1 1 16,-3 0 0-16,-2 0-3 0,-2 0 3 15,-3 0-2-15,-1-4 1 0,0 0-2 0,-4-2 1 16,-3 0 4-16,0 0 3 0,3-3 12 0,-4 0 12 0,0-1 16 16,-2-2 14-16,5 0 9 0,-3-2 13 0,8-3 8 15,-12 0-2-15,12 0-9 0,-14-8-5 0,10 3-8 16,0-5-5-16,4 0-3 0,1-4-12 0,2 0-21 16,4-6 7-16,1-6-14 0,4-1-9 15,4 1-30-15,2-3-33 0,1-4-23 0,4 1-23 0,-2 2 1 16,2 4 2-16,0 1 6 0,0 2 11 0,-2 2 6 15,-4 9 10-15,-3-2 5 0,-1 5 2 0,-2 1 9 16,-2 2 0-16,0 2 4 0,-4 0 1 0,5 3 7 16,-6 1 1-16,-4 0 1 0,12 1 0 15,-9 2 11-15,-2 0-5 0,2 4 8 0,-3-2 0 16,4 6 3-16,0-1 8 0,-1 0-8 0,1 1 3 0,1-2 0 16,2-1 5-16,1 2 5 0,2-2 7 0,3 5 11 15,-3-8 9-15,5 0 7 0,-1-1 4 16,4-2 4-16,-4-2 5 0,1 0 5 0,4-1 1 15,-4-1 1-15,-4-2 8 0,0 0 2 0,1-3 9 16,-1 0-5-16,-4-2 4 0,1 1-6 0,-4-2-1 0,0 2-11 16,-4-5-4-16,0 3 5 0,-4 1-19 0,-1-1-7 15,-6 2-4-15,-6-1-7 0,1-1-25 0,-7 3-34 16,-7 1-32-16,-2 3-36 0,-4-2-48 16,-5 3-65-16,-13 0-79 0,-5 5-164 0,2-2-503 15,-1 1 223-15</inkml:trace>
  <inkml:trace contextRef="#ctx0" brushRef="#br0" timeOffset="12042.81">8696 1093 18 0,'37'3'190'16,"4"-1"-11"-16,13 0-3 0,7 2-2 0,3-4-9 16,1 3-9-16,5-5-12 0,29 2-6 15,-27 0-11-15,29-1-8 0,-32 1-2 0,31 0-10 16,-31-3-4-16,30 5-5 0,-2-2-3 0,-32-3-3 15,3 1-4-15,4 2-10 0,-3 2-4 0,1-4-11 0,-7 0-5 16,-2 1 1-16,-7 0-11 0,0-2-4 0,-15 1-1 16,-1 1-6-16,-1-6-3 0,-1 4-3 15,-3 1-5-15,-4-1 5 0,-6 0 4 0,0-2 11 16,-6 3 3-16,4-2-7 0,-7 0-2 0,-1 1-10 0,-5 0 5 16,6-1 0-16,-3 0-10 0,-5 2 0 0,1 0 0 15,-2 0-2-15,1-2-6 0,-1 3-2 0,-5 1-14 16,7-3-26-16,-7 3-48 0,0 0-53 15,0 0-59-15,0 0-72 0,0 0-192 0,0 0-485 16,0 0 215-16</inkml:trace>
  <inkml:trace contextRef="#ctx0" brushRef="#br0" timeOffset="13564.89">4028 2534 164 0,'0'4'294'0,"0"-4"-20"0,0 0-30 16,0 0-24-16,0 0-17 0,0 0-26 0,1 4-16 16,-1-4-15-16,12-1-13 0,2-3-15 0,0 3-13 15,5-3-8-15,0 0-18 0,4-1 4 0,-1 2-10 16,-3 1-8-16,3-2-7 0,-2 2-8 0,-2 3 21 15,-3-1-7-15,-4-3-9 0,-2 3-36 0,-2-2-24 16,-2 0-29-16,-5 2-27 0,10 0-57 0,-10 0-83 16,0 0-222-16,0 0-458 0,0 0 204 0</inkml:trace>
  <inkml:trace contextRef="#ctx0" brushRef="#br0" timeOffset="16976.79">5116 2249 114 0,'0'0'325'15,"0"0"-27"-15,0 0-33 0,0 0-30 0,0 0-20 16,0 0 15-16,0 0-16 0,2 19-16 0,-1-9-19 15,2 2-19-15,2 4-8 0,3 1-22 0,-2 1-17 0,-1-1-12 16,2 2 2-16,2-1-16 0,-2 1-10 16,3-1-2-16,-2 3-5 0,4 4-8 0,-4-4-8 15,3-5-3-15,0 1-24 0,-4-1-42 0,0-3-38 16,-2-2-44-16,1 0-55 0,-1-2-62 0,-1-4-56 0,-4 1-186 16,3-2-494-16,-3 0 219 0</inkml:trace>
  <inkml:trace contextRef="#ctx0" brushRef="#br0" timeOffset="17361.72">5014 2277 305 0,'-4'-8'337'0,"3"2"-14"0,-1 0-20 0,2 0 7 16,-3 1-22-16,3-1-26 0,-2 2-23 0,2-1-9 0,0 0-31 15,2 0-15-15,3 1-16 0,3 1-25 0,2 0-11 16,3 1-18-16,4 2-6 0,6 0-9 0,0 0-10 16,6 4-19-16,0 0-4 0,5 3-1 15,-5 2-11-15,1 0-3 0,-1 7-6 0,-1-5-7 0,0 3 4 16,1 2-13-16,-5-1-12 0,-1-1 13 0,-1 5-10 16,-8-5-10-16,2 0 6 0,-5-1 0 0,-5-1-8 15,-1 5 1-15,-1-1-11 0,-5 1-29 0,-2-3-8 16,-4-4 7-16,-1 6 5 0,-7 2 0 15,0-3 6-15,-4-2 2 0,-5 2 10 0,-2-1 8 0,-3-1 4 16,-1 0 6-16,0-4-1 0,-1-1 1 0,0-1-4 16,-2-4-4-16,11-2 4 0,1 0-4 0,-1-2 6 15,4 1-9-15,-1-4-26 0,7 0-30 0,2-1-62 16,4 0-66-16,4-4-78 0,4-1-63 0,4-3-219 16,8-1-591-16,9-5 261 0</inkml:trace>
  <inkml:trace contextRef="#ctx0" brushRef="#br0" timeOffset="17628.8">5686 2192 25 0,'10'9'196'0,"-9"-5"-12"0,2 2-7 15,1 1-15-15,0 3 0 0,3 2-12 0,-2-1-13 16,-1 6-11-16,3 0-13 0,0 1-8 0,1-2-8 16,0 1-5-16,-4 2-14 0,3-1 0 0,0 1-9 15,0-1-11-15,1 0-5 0,-4 0-5 0,4 0-4 16,-1-1-5-16,-2-1-4 0,-2-7-17 0,1 0-28 16,-1 2-50-16,0-4-55 0,1-2-54 0,-3-1-147 15,2-2-341-15,-3-2 150 0</inkml:trace>
  <inkml:trace contextRef="#ctx0" brushRef="#br0" timeOffset="17930.41">5678 2162 166 0,'-3'-3'373'0,"3"0"-11"0,0 3-22 16,-2-6-27-16,2 6-24 0,0-4-26 0,0 4-32 15,4-3-6-15,2 0-44 0,3 2-28 16,3 0 1-16,0-4-20 0,3 5-2 0,5-1-22 0,1 2-1 16,-1 2-26-16,6 0-10 0,-4 1 2 0,-3 1-17 15,3 3-8-15,-2-1 3 0,-4 2-9 0,2 0-3 16,-3 1-7-16,-7-1-6 0,3 1-2 16,-5-1-1-16,-4 1-3 0,2 1-7 0,-6-1-2 15,-2 2 12-15,-1-1-10 0,-8 2 7 0,-1 0-2 0,-3-2-5 16,2 1-5-16,-3 1-4 0,2-3-6 0,-3 0-28 15,1-1-46-15,0 0-36 0,2 0-48 0,2-4-59 16,7 0-72-16,1-2-280 0,-1-3-617 0,6 2 274 16</inkml:trace>
  <inkml:trace contextRef="#ctx0" brushRef="#br0" timeOffset="18265.93">6393 2377 307 0,'-1'4'367'0,"1"-4"-38"16,0 0-30-16,0 0-19 0,0 0-34 15,19-6-19-15,-8 2-29 0,3 1-16 0,9-1-15 16,-1-1-24-16,9 0-12 0,4 1-12 0,-1-3-11 0,1 3-13 15,5 1-10-15,1-3-7 0,-1 2-7 0,16-1-6 16,-14 0-2-16,14-1-13 0,-18 2 0 0,2 2 6 16,-1-2-5-16,-2 0-22 0,-6 0 0 15,-1 2-4-15,-9 0 2 0,-1 0-4 0,-9 2-1 16,1-3 3-16,-5 2-5 0,0 1 11 0,-2-2-9 0,2 0-13 16,-7 2-4-16,7-3-39 0,-7 3-45 0,0 0-37 15,0 0-43-15,0 0-53 0,-14-7-54 0,10 6-262 16,4 1-572-16,-5 0 253 0</inkml:trace>
  <inkml:trace contextRef="#ctx0" brushRef="#br0" timeOffset="19368.89">7861 2095 129 0,'2'-5'276'16,"0"-1"-3"-16,1-1 0 0,-1 2-3 0,-2-1-7 16,0 1-4-16,-2-1-8 0,-1 1-31 15,1 0-25-15,0 1-16 0,-2 1-33 0,1 1-7 16,-5-1-13-16,1 2-12 0,-5 4-16 0,-2 0-7 15,1 0-15-15,-2 7-4 0,0 0-8 0,-2 1-10 0,4 2-4 16,1 1-1-16,-3 1-11 0,7 2-4 0,-1-2-2 16,1 3-2-16,3 0-6 0,1-1-2 15,4 0 0-15,3-5-6 0,0 4 1 0,7-1 0 16,2-2-1-16,3 1-2 0,3 0-3 0,9 0-3 16,3-2 1-16,1-3-10 0,2-2-12 0,4 1-11 0,-1-4-16 15,0-3-17-15,-1 3-20 0,1-5-15 0,-4-2-10 16,1 0-3-16,-2-2 4 0,-2 0 10 0,-8 0 7 15,0-5 8-15,-2 4 7 0,-2-4 6 16,-3 2 9-16,-2-3 9 0,-3 4 8 0,-3-5 1 0,-1 3 7 16,-3-1 8-16,1 0 16 0,-6-1 8 0,1 0 12 15,-4 3 11-15,1 0 2 0,-4 2 5 0,-3-2 3 16,1 4-27-16,-1 1 1 0,-7-2 0 0,0 4-1 16,1-1-2-16,-2 1 2 0,1 5-4 15,-3-2-1-15,4 3 4 0,0 3-2 0,-2 0 0 16,3-1-4-16,2 4 1 0,1-3 2 0,3 2-1 0,3 0-4 15,1-1 11-15,5 0-10 0,-1 1 0 0,2-1-1 16,1-4 1-16,1 4-3 0,3-1 4 0,3 1-3 16,-2-3-4-16,5-2-1 0,3 1-7 15,-1-1-17-15,2-4-22 0,1 0-3 0,7-1-11 16,-6-4-4-16,3 1 8 0,-1-3-1 0,1-1 13 0,-4 1-1 16,0-2 10-16,-1-1 3 0,0-3 3 0,-4 5 5 15,2-2 8-15,-4-2 6 0,-1 3 12 0,0-1 18 16,-3 1 17-16,1 3 12 0,-2-1 12 0,0 1 4 15,1 2 4-15,-3-1-8 0,-1 1-3 16,3 1-9-16,-3 3-7 0,0 0-3 0,0 0-7 16,0 0 2-16,0 0-7 0,0 0 2 0,0 0-3 0,-8 13-3 15,6-6-2-15,2 0-4 0,0 1 1 0,0 0-3 16,2-1 2-16,1 4-1 0,-2-1-2 16,3-1 1-16,-3-1 0 0,5 1-4 0,1-2 0 15,-2-3 1-15,2 1-3 0,0-1 0 0,1 3 3 16,1-5-3-16,-2-1 1 0,3-1-3 0,-1-2 1 0,2-1 2 15,0-2-2-15,-3 0 1 0,3 0 0 0,-1-3-3 16,-2-1 4-16,1-1-1 0,-2 1 0 0,1-2 10 16,-5 1 6-16,2 0 12 0,-1 0 18 15,-1 0 9-15,1 1 9 0,-4 1 11 0,4-2 2 16,-4 5 2-16,0-1 0 0,2 1-3 0,-1-2-9 16,-2 4-5-16,1 3-6 0,0-6-15 0,0 6-5 0,0 0-10 15,0 0 2-15,0 0-4 0,0 0-3 0,0 0 5 16,2 12-15-16,0-5 4 0,2 0-9 0,0 3 3 15,-1-1 12-15,3-1-10 0,1 3-4 16,0-2-7-16,1 0-5 0,3 0-8 0,-3-3-7 16,3 2-8-16,1-2-17 0,-1 0-14 0,3-3-27 0,-1-1-17 15,1-1-24-15,5-1-23 0,-8-1-12 0,4-3-13 16,-3-3-9-16,0 1-3 0,1-2-18 16,-1-5-10-16,3 0-5 0,-3-1-4 0,-1-3-126 15,-3-2-373-15,3 1 165 0</inkml:trace>
  <inkml:trace contextRef="#ctx0" brushRef="#br0" timeOffset="19552.84">8778 1914 84 0,'-3'-7'191'0,"0"2"1"0,1-2-13 16,-1 3-13-16,1 1-21 0,2 3-15 15,0 0-11-15,0 0-9 0,-5 10 8 0,4-2-9 16,1 3-1-16,0 3 3 0,1 3-6 0,6 2-7 16,-2 9-6-16,2-2-5 0,3 2-8 0,-1-3-6 15,2 5-7-15,4-3-7 0,-1 1-3 0,-5-2-5 0,9-1 0 16,-4 1-10-16,-2-7-1 0,3 3-4 0,-7-6-6 15,4 0-24-15,-5-3-49 0,1-7-52 16,0 3-74-16,-3-6-236 0,1-1-437 0,-6-2 193 16</inkml:trace>
  <inkml:trace contextRef="#ctx0" brushRef="#br0" timeOffset="19769.91">8790 1966 67 0,'0'0'292'16,"-7"-3"-18"-16,7 3-19 0,-4-1-22 0,4 1-17 16,0 0-22-16,0 0-9 0,0 0-16 0,0 0-5 15,0 0-13-15,0 0-12 0,0 0-3 0,15 10-17 16,-7-4-8-16,2-3-13 0,5 1-9 0,4 1-9 16,1-1-6-16,5 1-15 0,4 0-29 0,3-1-57 15,-1 0-75-15,0-3-88 0,-1 0-89 0,-6-1-145 16,8 0-457-16,-10-1 203 0</inkml:trace>
  <inkml:trace contextRef="#ctx0" brushRef="#br0" timeOffset="20371.93">9482 1921 100 0,'0'0'242'0,"0"0"-20"0,3 8-29 0,-3-8-18 16,0 9-18-16,0-2-17 0,0 1-10 0,0 5-17 15,4-3-9-15,-2 8-8 0,2-2-11 0,0 2-7 16,2 0-7-16,0-1-10 0,2 1 0 0,2 0-7 16,0-3 1-16,3 3-10 0,-4-2-3 0,6-1-5 15,-4-1 0-15,3-5-4 0,-3 0-8 0,2-3 4 16,-5-1-4-16,3 0-1 0,-3-3-3 0,3-2-2 16,0-2-3-16,0 0 2 0,1-2-1 0,-2-1-1 15,-2-2 1-15,0-1 9 0,-1 0 17 0,-2-2 18 16,4 1 4-16,-3-3 17 0,-2 4 13 0,2-4 21 15,-5 4-1-15,3-1-5 0,-1 4 11 0,-2-2-2 16,3 0-10-16,-1 3-16 0,0 0-5 0,-2 1-14 16,-1 3-10-16,4-5-4 0,-4 5-4 0,10 2-12 15,-10-2-1-15,12 6-7 0,-1-1 10 0,-2 2-5 16,1 1-15-16,3-1 2 0,-2 5-3 0,4-2-10 16,-1 3 4-16,-3-7-2 0,1 3-2 0,3-1-5 15,-1-2 3-15,-2 1-1 0,0-1 1 0,-2-1-8 16,-3-4 3-16,1 0 2 0,-2 1 8 0,3-4-8 15,-9 2-6-15,9-5 2 0,-3 2 6 0,-4-3-2 16,2-1-3-16,-4-2 1 0,2-2 0 0,-4 0-3 16,1 0 2-16,-4-6-2 0,2 3-2 0,-1-3-1 15,-2 1-1-15,2 0-2 0,0-1-8 0,1 5-24 16,-2-1-30-16,1 0-29 0,1 1-40 0,-1 0-36 16,3 3-44-16,-2-3-48 0,2 5-49 0,1 0-243 15,1 3-597-15,2 1 264 0</inkml:trace>
  <inkml:trace contextRef="#ctx0" brushRef="#br0" timeOffset="21325.82">10275 1985 197 0,'-8'5'213'0,"-1"3"-8"0,-4 0-21 16,3-1-11-16,0 4-18 0,2-4-15 0,-3 3-11 15,6 2-12-15,-1-2-8 0,3 0-10 0,-1 1-9 16,3-1 4-16,2 3-15 0,-1-4 0 0,4 1-7 16,3 0-1-16,0-1-5 0,5-4-7 0,-1 4-1 15,1-4-9-15,2-1-5 0,0 0-3 0,0-3-5 16,0-1-2-16,0-1 1 0,-2-2-8 0,1 0 1 16,-2-4-4-16,0 0 4 0,1 1-1 0,-3-2 0 15,-2-4 1-15,-3 2-4 0,-2-1 0 0,-2-2 4 16,0 1-3-16,-1 0 2 0,-2-1 3 0,-1 4 3 15,0-1 2-15,-3 1-4 0,3-1 3 0,-5 0-3 16,-1 4-3-16,5 0 1 0,-1 1-6 0,2 1-2 16,-1 2-3-16,1-1-5 0,4 3-3 0,-3-2 7 15,3 2-7-15,0 0-4 0,0 0 12 0,0 0-1 16,11 9-8-16,-2-3-6 0,2-1 5 0,8 3-6 16,-4-1 5-16,4 3 0 0,0 1-5 0,0-1 3 15,2-1-2-15,-2 1 0 0,1 2-2 0,-1-4 4 16,-1 0-2-16,2 2-2 0,-9-3 4 0,1 0 0 15,-1-1-2-15,-2-2-1 0,-3-2 4 0,0 1-2 16,-2-3 12-16,1 2 21 0,-2 3 19 0,-3-5 25 16,0 0 4-16,0 0-3 0,0 0-5 0,0 0 11 15,0 0 7-15,0 0 16 0,0 0-18 0,-10-16-6 16,8 10-2-16,2-2-13 0,-2 2-1 0,1-5-12 16,-2 1-4-16,3-2-17 0,0 0-10 0,0-2-21 15,6-3-33-15,-4-2-36 0,8-2-22 0,-2 1-40 16,4-2-31-16,1-3-25 0,0-3-29 0,-2 4-24 15,3 7-29-15,2-8-16 0,-4 7 7 0,3-5 1 16,-8 9 33-16,1 1 26 0,-1 4 16 0,-3-1 29 16,0 3 23-16,-4 0 22 0,0 1 19 0,0 3 13 15,-3-2 16-15,3 5 4 0,-4-6 16 0,4 6 8 16,-5-2 10-16,5 2 3 0,0 0 9 0,-11 5 15 16,7-1 10-16,1 1 4 0,-1 0 11 0,3-1 19 15,-1 5 6-15,1-1 11 0,-2-1-1 0,3 2 16 16,3 3 1-16,-2 1-2 0,1-6-4 0,2 6 16 0,0-1-10 15,0-2-10-15,1 2-3 0,2 0-8 16,0 1-1-16,1 4-8 0,-1-2 0 0,1 2-4 16,-1-4-5-16,1 7-5 0,-4-3 5 0,3 1-4 15,2 2-2-15,0 5-1 0,-4-8 0 0,1 1-5 16,-1-1 2-16,2-4-5 0,-5 0-5 0,5-1-20 0,-3 0-19 16,-1-6-16-16,1 5-35 0,2-6-12 15,6-1-21-15,-5 1-14 0,1-5-14 0,3-1 1 16,1-5 2-16,-2 2-75 0,0-1 183 0,1-5-71 15,3 0 11-15,-3-1 7 0,1-1 17 0,0-2 18 16,-1-2 12-16,0 1 10 0,-3 0 29 0,-1 2 36 16,-3 1 31-16,0 1 44 0,-4-1 38 0,3 2 17 15,-3-2 12-15,0 7-3 0,-2 0-5 0,1-1-13 16,-2 2-17-16,2 1-11 0,-6 1-10 0,0 2-3 16,7 0-3-16,-19 4-6 0,8-2-5 0,-2 4 0 15,3 1-12-15,-5-1-6 0,4 4-9 0,-1-2-7 16,3 2-6-16,2 0-7 0,0-1-1 0,4 2-8 15,1 1 0-15,2-4-2 0,2 4-1 0,4-3 3 16,2 1-10-16,10 0-5 0,1 2-24 0,8-3-43 16,4 1-68-16,2-5-95 0,6-2-101 0,-3-2-200 15,-1-1-537-15,-1-1 237 0</inkml:trace>
  <inkml:trace contextRef="#ctx0" brushRef="#br0" timeOffset="22346.03">11928 1808 124 0,'1'-3'381'0,"-1"-4"-14"0,0 1-17 0,-1 1-43 15,0 1-23-15,1 4-32 0,-7-8-22 0,3 7-40 16,-3 1-13-16,7 0-10 0,-17 3-18 0,6 5-19 15,-2-1-14-15,3 3-9 0,-2 5-16 0,0-1-5 16,4 3-5-16,1 1-10 0,3-3-10 0,-1 5-7 16,2-4 1-16,3-2-8 0,3 3 0 0,2 1-14 15,0 0 5-15,2-6-4 0,-3-1-9 0,7-1 3 16,0 3-8-16,-3-4 4 0,4-3-7 0,-4-1-4 16,3 0-2-16,-1-3 0 0,2-2-2 0,-4-2 13 15,1 0-15-15,0-2-3 0,-5-1-7 0,6-4-4 16,-5 1 1-16,-2-4 1 0,3 4 1 0,0-5-7 15,-2-3 5-15,-3 4 3 0,1-6-7 0,-4 1 0 16,1 5 0-16,1-6-13 0,-4 0 2 0,-3 1 1 16,2 0 10-16,2 5 2 0,-1 1-1 0,-1 1 3 15,-1-1 4-15,3-1-1 0,-5 4-3 0,2-2 1 16,1 1-1-16,0-1 0 0,2 2 5 0,-2 3-3 16,-2-2-1-16,6 2 3 0,-2-1-2 0,0 2 1 15,0 0 5-15,1-1 3 0,-1 1-1 0,2 1 5 0,1-3 0 16,0 6 4-16,-2-7-5 0,2 2 2 0,0 0 0 15,0 0-1-15,2 1 4 0,-1-1 2 16,0 0-8-16,1-2 3 0,-1 2-3 0,0 0 0 16,1-2 1-16,-1 2 12 0,-1-2-12 0,2 3 1 0,-2-3 9 15,0 2-1-15,0 0-4 0,0 3 1 0,0 2-2 16,-2-11 1-16,4 7 2 0,-4 1-4 16,2-4 1-16,0 7 2 0,-4-5 7 0,4 5-18 15,0-4 2-15,-1 2 1 0,1 2 3 0,0 0-4 0,0 0-13 16,0 0 6-16,-4-4-1 0,4 4 0 0,0 0-4 15,-11 6 2-15,3-1 1 0,-1 3-1 0,1 1-6 16,-7 5 9-16,4 0-4 0,-1 4 1 0,-4 7 0 16,-2 1 5-16,5 3-4 0,0 2 7 0,5 3-4 15,-1-4-2-15,7 5 4 0,-5 0-3 0,10-1 4 16,1 2 11-16,2 2-5 0,10 11 2 0,3-3-3 16,0-10-19-16,7 8 20 0,1-4-3 0,-5-7 1 15,4-4 1-15,-3 2 2 0,3-3-2 0,-2 0 0 16,1-1 17-16,-5-3-16 0,-1 0-5 0,-4 0 1 15,1-1-3-15,-3-6 0 0,-4-1-1 0,2-2 8 16,-7-2-11-16,0-2 3 0,-2-4-28 0,0 1 5 16,-3-4-25-16,-2 1-35 0,-1 0-39 0,-3-2-36 15,1-1-43-15,-4 0-61 0,0-3-57 0,0-1-212 16,-4-2-573-16,3 0 254 0</inkml:trace>
  <inkml:trace contextRef="#ctx0" brushRef="#br0" timeOffset="23048.51">11722 2100 309 0,'-2'-1'354'0,"2"1"-25"0,0 0-29 16,-8-2-25-16,8 2-24 0,0 0-28 0,0 0-19 15,0 0-25-15,25 1-15 0,-4 1-18 0,-1 0-10 16,10 1-12-16,2-1-13 0,1-2-18 0,-4 2-3 16,6-1-14-16,-1-1-17 0,0-1-22 0,-1 0-29 15,1 0-29-15,-3-1-21 0,1-1-17 0,-9 0-13 16,-6-4-9-16,4 2-3 0,-9 2 5 0,0-4-1 16,-2 2 7-16,-2-1 0 0,1-3 5 0,-6 3 10 15,-3 0 3-15,-3 1 6 0,1 0 4 0,-4-2 12 16,4 3 8-16,-7 1 10 0,5-1 11 0,-1 1 8 15,-4 1 7-15,3 0-1 0,-4 1 1 0,2 1 1 16,8 0 2-16,-15 1-3 0,11 1 0 0,-1 0-3 16,-1 1-1-16,3 1 4 0,-2 0-1 0,1-1 1 15,1 2 2-15,1 0 1 0,0 0 5 0,2 1-2 16,0 0 2-16,0 0-1 0,0 0-2 0,4-1-1 16,-1 2 0-16,0-1-2 0,2 0 2 0,-1 0-3 15,6 1 0-15,-6-3 2 0,4 1-1 0,0-1-3 16,0 1-3-16,3-1 2 0,3-3-2 0,-9 0-1 15,6 1-5-15,1-1-3 0,-1-1-1 0,2 0-2 16,-1-1 1-16,0-1 1 0,-1 0 1 0,1-2 0 16,-2 0 0-16,2-1 1 0,-4 1 4 0,2 0-3 15,-1-2 2-15,-2 2 3 0,1-4 27 0,0 2 16 16,-4 1 4-16,3-2 13 0,-1 2 4 0,-1-1-8 16,-1 1 17-16,3 0-3 0,-4 0-2 0,3 1 11 15,-3 0-10-15,1 0-7 0,0 0-10 0,2 2-1 16,-6 2-10-16,4-3-5 0,-4 3-7 0,0 0-5 15,0 0-4-15,0 0 1 0,8 8-4 0,-4-2-6 16,-4 1 1-16,4 3-3 0,-3-1-1 0,2 1 0 0,0 0-2 16,0 0-3-16,-2 2 3 0,-1-6-4 15,4 2 3-15,-4 1-9 0,0-4 3 0,0 2-1 16,0-2 3-16,0-5 13 0,0 4-4 0,0-4-1 16,0 0 0-16,0 0 5 0,0 0-4 0,8-17-1 15,-8 9 3-15,7-6-6 0,-3 2 5 0,2-4-4 0,6-2-4 16,-4-1-10-16,3-5-33 0,1-1-37 0,-2 10-55 15,-2-5-66-15,7-6-92 0,-10 5-306 16,5 2-640-16,-2-9 285 0</inkml:trace>
  <inkml:trace contextRef="#ctx0" brushRef="#br0" timeOffset="24085.62">13357 1785 165 0,'0'-11'339'16,"3"-1"-23"-16,-3 4-5 0,-1-2-12 0,1 1-14 0,0 0-12 16,-2 1-16-16,-1 2-26 0,2 1-21 0,1 0-22 15,-4 1-17-15,-1 1-27 0,1 2-15 0,4 1-10 16,0 0-13-16,-25 10-19 0,16-2-4 15,-5 6-8-15,-1 3-7 0,1-2-9 0,-2 9 10 0,1-1-20 16,0-2-3-16,1 3-6 0,0-2-5 0,4-4-8 16,6 1-3-16,1 1 1 0,3-2-10 0,0 0-4 15,3-5-6-15,2-1-2 0,9 1 0 0,1-2-7 16,0 0-6-16,-1-5-20 0,9-1-23 0,4-3 9 16,-4 0-22-16,8-7-5 0,1 0-1 0,-4-3-5 15,2-2 5-15,-3 0 7 0,0-4 5 0,-6 4 4 16,-3-3 10-16,-2-2 2 0,0 0 4 0,-1 2 7 15,-3 0 3-15,-3 5 13 0,0-3 7 0,-3 2 16 16,-1 3 13-16,-1 1 10 0,-2 0-5 0,0 0-1 16,0 3-7-16,-1-2-3 0,-1 4-2 0,0 0-3 15,0 0 0-15,0 0 2 0,0 0 3 0,1 12-7 16,-1-7-3-16,-1 0 3 0,1 3 1 0,0-1-3 16,0 3 1-16,0 0 0 0,1-2 0 0,3 2 0 15,0-4 3-15,-1 2 0 0,1-3 1 0,2 0-2 16,-1 2-3-16,1-6 0 0,0 3 0 0,1-3 2 15,1-1 2-15,2 0 1 0,2-4-2 0,0 0-3 16,-1 0 2-16,1-1-11 0,1-1 6 0,0-2 3 16,-2 0-1-16,0 1-1 0,1-1 0 0,-2-1-1 15,-1 1 1-15,-1 2-1 0,2 0 4 0,-6 0 1 16,4 4-8-16,-2-3 0 0,-4 1 0 0,4 2-3 16,-2 0 2-16,-4 2 1 0,8 4-4 0,-1 0 2 15,-3-1 2-15,0 7-3 0,4-2 2 0,-2 5-6 16,3 4 6-16,-2 0 1 0,-2 5-1 0,8 4-1 15,0 2 3-15,0 1-1 0,1-1 0 0,-1 3 2 16,0-2 0-16,-3 2-3 0,4-2 6 0,-2 1-1 16,-3-2-1-16,2-1 5 0,-3 0-4 0,0-3 4 15,-5-3 3-15,-3-4 8 0,0-4 24 0,1 4 28 16,-1-5 34-16,-1-1 40 0,-2-2 58 0,-4-1 47 16,1-5 36-16,-4 1-1 0,-3-4-10 0,-8-5-15 15,0 0-13-15,-7-8-26 0,-3 0-16 0,6-6-14 16,-2 0-14-16,0-2-30 0,4-3-7 0,5 0-21 15,-1-6-12-15,4 2-29 0,7-4-24 0,4-1-40 16,5 0-50-16,6-3-60 0,5 0-66 0,10-9-52 16,1 17-64-16,14-15-65 0,-8 19-57 0,2 1-54 15,4 3-28-15,2 4-312 0,-7 4-863 0,4 5 382 16</inkml:trace>
  <inkml:trace contextRef="#ctx0" brushRef="#br0" timeOffset="24754.12">14306 1743 211 0,'-3'-5'288'0,"3"5"-13"0,-6-3-20 15,6 3-25-15,0 0-17 0,-8 1-21 0,8-1-20 16,-14 3-15-16,5 1-17 0,-1-1-12 0,-1 3-9 0,2 0-11 15,-2 2-14-15,-4 3-7 0,1 1-11 16,1 1-6-16,-1-2-5 0,3 2-8 0,-1 2-7 16,3-2-1-16,3-1-4 0,-1-1-4 0,1 2-3 15,3-1-5-15,0-1 1 0,6 2-4 0,-3-3 3 0,7 2-5 16,-2 1-4-16,6-6 1 0,8 5-4 16,-1-6-5-16,1 0-11 0,1 1-10 0,11-5-15 15,-1-2-12-15,1-3-14 0,-3-3-8 0,3 0-7 16,-2-4-10-16,2-1-3 0,-4-6-6 0,-1 0 0 15,-3 0 2-15,-4-2-6 0,2-3-4 0,-4-2-3 0,-6-2 2 16,-1 0 9-16,-2-2 4 0,-7 6 8 0,0 1 10 16,-1 1 22-16,-1-7 24 0,-2 7 28 15,-2 1 23-15,-2 1-2 0,3 0 20 0,-4 1 10 16,1 1 9-16,-2 6 10 0,1 0-8 0,2-1-9 0,1 6-3 16,-2-1-12-16,0 1-5 0,0 2-5 0,0 1-7 15,2 2-2-15,5 0-4 0,-18 7-5 0,13-3-2 16,-2 3 7-16,2 3-10 0,1 3-1 0,2 3-4 15,0 1-4-15,0 5 4 0,2 0-1 16,2 4-2-16,0 1-1 0,1-1-2 0,4 1 4 0,1 1-7 16,0-1 9-16,2-1-7 0,3-1-3 0,1-1 0 15,-3-6-1-15,2-1 4 0,-2-1-5 0,3-4 0 16,-2 0 2-16,0-5-4 0,-1 1 1 0,0-5 3 16,1 1 5-16,-1-3-5 0,3-1-3 15,-5-3 1-15,4 1 0 0,-3-3-1 0,0-3 5 16,-1 0 8-16,1-3 14 0,-2 3 9 0,3-1 3 0,-5-2-3 15,1 0-2-15,3 2 2 0,-6 0-5 0,3 0 6 16,-3 5-9-16,3-3 0 0,-2 2-9 0,-2 0 4 16,1 1-10-16,-4 4-5 0,4-4 0 15,-4 4-1-15,0 0-13 0,11 5-11 0,-7-1-17 16,-3 1-9-16,5 0-12 0,1 2-14 0,-2 3-23 0,6-4-25 16,-1 3-19-16,-1-1-28 0,5-3-21 0,-2 3-24 15,3-2-24-15,1-1-182 0,3-1-447 0,-1 0 198 16</inkml:trace>
  <inkml:trace contextRef="#ctx0" brushRef="#br0" timeOffset="24988.84">15166 1726 122 0,'-2'-5'248'0,"-4"1"-14"15,2 2-13-15,4 2-5 0,-10-2-19 0,-3 0-6 16,8 6-12-16,-7-1-16 0,-2 3-10 0,3 0-15 15,-4-1-13-15,1 7-10 0,5-3-13 0,-1 0-6 0,2 0-10 16,1 4-5-16,2 0-8 0,-1-1-4 0,1 2-6 16,5 1-4-16,1-1-3 0,3 1-5 15,2 0-3-15,2-2-7 0,4 1-1 0,3 0-6 16,2-4-4-16,7 3-25 0,-1-7-43 0,0 2-61 16,6-4-69-16,0-4-82 0,0 3-198 0,2-5-483 15,-2-1 214-15</inkml:trace>
  <inkml:trace contextRef="#ctx0" brushRef="#br0" timeOffset="25155.1">15000 1492 96 0,'-8'-2'198'0,"0"-2"-26"0,1 3-17 0,2-1-17 16,5 2-14-16,0 0-42 0,-2 7-64 0,2-7-67 15,10 7-107-15,2-1-169 0,-1 0 75 0</inkml:trace>
  <inkml:trace contextRef="#ctx0" brushRef="#br0" timeOffset="25707.62">15910 1646 299 0,'6'-4'295'0,"-2"-3"-10"0,1 1-17 16,-2 1-16-16,-2 1-10 0,2-2-28 0,-3-1-17 15,2 4-24-15,-2-4-16 0,-2 3-14 0,-2-1-15 16,-3 3-15-16,0-1-12 0,-6 2-8 0,0-1-11 15,0 2-9-15,-1 0-7 0,1 3-12 0,-1 0-2 16,3-3-6-16,-2 2-8 0,3 2 0 0,-1-2-9 16,7 1-2-16,-3-1-1 0,2 3-6 0,2-2 0 15,-1 0 0-15,4 1-1 0,0-4-2 0,4 8 0 16,4-5-2-16,3 2 2 0,4 4-4 0,4-2 1 16,4 3 2-16,5 2-7 0,3 2 8 0,4 1-10 15,0 0 2-15,-1 3-2 0,1 3 1 0,7 8 0 16,-11-6-5-16,2 0 0 0,10 13 1 0,-14-9 1 15,7 14 4-15,0-3-5 0,-10-5-4 0,4 10 5 16,-7-11-4-16,4 13-2 0,-7-12 0 0,-1-1 5 16,-5-1-4-16,-1-2 2 0,-3-2-2 0,-6-5-1 15,2-1 2-15,-4-2-2 0,0-6 6 0,-2 0 1 16,-3-1 37-16,-4-3 64 0,3-3 61 0,-4 0 41 16,-3-4 22-16,-3-3 5 0,-2-2-7 0,-2-3-11 15,-1-3-3-15,-1-7-12 0,-5-2-17 0,4-1-18 16,2-4-21-16,5-1-14 0,2-2-10 0,1-2-15 15,3 0-16-15,2-4-23 0,4-1-31 0,6 1-35 16,0-2-48-16,1 3-62 0,13-16-65 0,-6 13-69 16,6 4-68-16,-3-1-79 0,4 0-87 0,-3 4-356 15,2 0-899-15,-4 3 399 0</inkml:trace>
  <inkml:trace contextRef="#ctx0" brushRef="#br0" timeOffset="26376.49">16163 1542 136 0,'7'-5'184'0,"1"3"-13"16,-1 1-13-16,1 0-16 0,4 1-13 0,0 1-5 16,2-1-17-16,1 4-5 0,4 2-15 0,0-2-6 15,0 3-8-15,0-1-7 0,0 1-3 0,1 3-6 16,-2-1-9-16,0 1-5 0,-2 2-2 0,0 1-6 15,-2-3-1-15,0 3 0 0,-3-3-9 0,-4 0-4 16,1-1-1-16,-3 0-2 0,1-3 2 0,-4 3-2 16,2-5 0-16,-2 2-3 0,1-1-6 0,-3-1 8 15,0-4 1-15,0 0 4 0,-9 1 5 0,9-1 0 16,0 0 7-16,-16-5 3 0,11 2-1 0,-1-1 1 16,-1-1 2-16,-2-4-5 0,2 3 2 0,3-1-7 15,1-1 0-15,1 2-4 0,2-1-6 0,1 0-6 16,0 1-6-16,8-2-16 0,3-2-30 0,4 2-25 15,4 0-31-15,2 3-26 0,6-4-8 0,4 3 0 16,-2 2-1-16,4-1 6 0,-4 2 3 0,3 0 7 16,-12 2 13-16,2 0 6 0,-2 1 16 0,-3-1 10 15,-4-1 7-15,-3 1 25 0,-4 1 20 0,3-1 19 16,-10 1 5-16,8-3 8 0,-8 3 9 0,0-3 4 16,0 3 12-16,0 0 11 0,-19-8 12 0,9 5 8 15,-2 2 2-15,-2-2 3 0,2 1-2 0,-7 1-10 16,3 0 1-16,2 1-7 0,-2 0-8 0,1 1-4 15,0 2-5-15,3 0-5 0,-2-1-3 0,3 3-10 16,3 0 5-16,-3 2-3 0,5 1 1 0,0-3-5 16,1 4 2-16,3-2-3 0,2 1 3 0,0 0-7 15,4 0 0-15,-1-2 0 0,6 4 3 0,0-3-4 16,0-1-3-16,1 1 3 0,3-2 0 0,1-1-4 16,1-2 1-16,-1-2-3 0,0-1 5 0,-3 0-4 15,4-2 2-15,-4 1 0 0,0-2-4 0,0-2 1 0,-2 0 13 16,0 2 10-16,1-2 26 0,-7-1 12 0,1 4 11 15,3-1 21-15,-7 0 3 0,4-1 6 16,-2 1-9-16,-2 4-11 0,5-4-12 0,-5 4-9 16,3-2-14-16,-3 2-5 0,0 0-5 0,0 0-5 15,0 0 1-15,0 0-11 0,2 8 2 0,-2-8-6 0,0 10-5 16,2-5-7-16,2 2-4 0,0-1-15 0,0 0-17 16,4 5-26-16,0-3-43 0,-1 1-53 15,4-1-62-15,4-2-71 0,-6 1-203 0,5-3-518 16,-2 1 230-16</inkml:trace>
  <inkml:trace contextRef="#ctx0" brushRef="#br0" timeOffset="26678.18">17076 1557 3 0,'2'7'203'0,"1"3"-10"0,-3 2 8 0,0 0-5 15,4 10-16-15,-1 0-8 0,1 9 4 16,0 3-11-16,-1 2-8 0,0 13-12 0,2 1-13 16,-1-1-11-16,4 5-9 0,-4-7-10 0,2-8-5 15,5 11-10-15,-6-13-7 0,3 2-5 0,1-3-5 16,-1-1-11-16,-2-4-1 0,4-2-7 0,-2 0-4 16,-1-11-2-16,-2-5-5 0,-1-1 0 0,-1-3-5 15,0-1 6-15,1-3-2 0,-1-4-2 0,1 0-6 16,-4-1-3-16,13-7-20 0,-6-2-31 0,0-7-35 15,-3-2-37-15,3-10-38 0,-3-3-49 0,0-4-54 16,-4-15-181-16,-5 1-451 0,2-3 199 0</inkml:trace>
  <inkml:trace contextRef="#ctx0" brushRef="#br0" timeOffset="26878.89">17140 1634 112 0,'-5'-12'237'0,"0"-1"5"15,5 6 3-15,-1-3 3 0,0 4-3 0,1-2-20 16,0 1-14-16,1 4-19 0,0-4-24 0,-1 2-13 15,3 2-15-15,1 1-17 0,-4 2-15 0,8 0-9 16,-8 0-9-16,13 2-12 0,-8 1-5 0,4 5-8 16,0-2-6-16,-4 3-9 0,5 1 3 0,0 7-11 15,-6-9-7-15,3 8 2 0,-3-3-7 0,1-1-5 16,-5 1-6-16,1 0-12 0,-2-1-13 0,-2 1-25 16,-3 4-23-16,-1-5-30 0,-1-3-20 0,-1 5-32 15,-1-6-57-15,2 0-44 0,-4-2-191 0,2-2-464 16,2-1 205-16</inkml:trace>
  <inkml:trace contextRef="#ctx0" brushRef="#br0" timeOffset="27313.77">17389 1313 298 0,'2'-5'272'0,"1"4"-29"0,1-2-23 0,0 0-26 16,-4 3-18-16,10 1-20 0,-4 4-11 0,4 2-17 16,0 2-13-16,3 5-13 0,0-1-11 0,-1 5-5 15,1 0-12-15,5 7-5 0,-2-2-11 0,-2 3-2 16,2-1-9-16,-6-1 0 0,3 0-3 0,-2-4-5 16,-4 7 4-16,5-1-12 0,-8-8-2 0,3-2-4 15,-4-1-2-15,1-2 3 0,-1 0-8 0,-2-4 1 16,-1-2-1-16,7 0 2 0,-6-4 31 0,-1-3 36 15,1 8 50-15,-1-8 29 0,0 0-4 0,0 0-14 16,0 0-15-16,0 0-10 0,0 0-13 0,13-18-3 16,-9 11-6-16,0-4-19 0,4 1 0 0,-1-2-3 15,1 1-12-15,0 0-7 0,0 0 1 0,-1-2-6 16,0 4-5-16,1-4 0 0,0 4-10 0,-1 0 0 16,1 3-6-16,-1 1-6 0,-4 0-4 0,4 1-5 15,-2 0-5-15,-5 4-14 0,8-2 4 0,-8 2-2 16,0 0 7-16,15 3-26 0,-11 2-18 0,-1 0-18 15,1 1-16-15,0 0-10 0,3 2-16 0,-1 1-22 16,-3 1-21-16,1 0-22 0,-1-1-28 0,4 2-41 16,1 0-41-16,3-4-28 0,-3 1-251 0,2 2-593 15,-2-5 262-15</inkml:trace>
  <inkml:trace contextRef="#ctx0" brushRef="#br0" timeOffset="27581.39">18114 1480 240 0,'-6'-2'315'0,"-1"1"-15"0,0-1-30 16,-2 1-24-16,9 1-17 0,-14 1-20 0,9 1-31 16,-2 0-20-16,-1 1-15 0,3 1-10 0,-2 0-15 15,-1 3-11-15,4 0-10 0,-2 2-7 0,2 2-7 16,1-1-10-16,3 1-7 0,3 0-3 0,-3 3-10 15,1-1 0-15,2 3-5 0,4-3-8 0,-4 4 1 16,-1-3-10-16,4 2-17 0,-2 1-22 0,-1-4-27 16,-2 3-38-16,-2-3-46 0,-2-2-43 0,-1-2-76 15,-4 2-223-15,-6 2-499 0,-3-3 221 0</inkml:trace>
  <inkml:trace contextRef="#ctx0" brushRef="#br0" timeOffset="40778.31">4009 3578 275 0,'3'-7'321'0,"-2"0"-16"16,1 0-15-16,0 2-18 0,-2-1-26 0,3 2-20 15,-2 0-21-15,-1 0-23 0,0 4-25 0,0 0-12 16,0 0-2-16,3 12 7 0,0-1-13 0,-1 1-13 0,1 7-17 16,1 2-14-16,1 5-9 0,-4 4 6 15,4 0-12-15,-3 0-14 0,3 1-9 0,-4 0-1 16,-1-4-10-16,2 6-2 0,-2-8-3 0,0 2-3 16,-2-5-2-16,0-3 3 0,0-1-11 0,0 2-2 0,-1-4-1 15,3-5-6-15,0 1-1 0,0-2-1 0,-4-4-2 16,4 0 4-16,0-2 3 0,0-1 37 0,0-3 16 15,0 0-1-15,0 0-14 0,0 0-1 16,0 0-4-16,-4-19-3 0,2 5-11 0,1-2-2 0,2-5 2 16,-2-6-8-16,0-2-9 0,1-3 1 0,1-2 1 15,0-4-3-15,1 1-3 0,-2-1-5 0,1-1-4 16,1 2 13-16,-2 1-10 0,0 7-1 0,1-1 14 16,-2 10 11-16,2-1 18 0,-2 1 19 0,1 4-4 15,-2 5 3-15,4-1-2 0,-1 4-6 0,-1 1-6 16,-1 1-8-16,2 2-6 0,-1-2-5 0,0 6-16 15,0 0-8-15,4-3-1 0,-4 3-2 0,9 10 0 16,-2 0-2-16,4 3-2 0,1 6-2 0,2 3-1 16,1 3 0-16,0 4-2 0,-3 0 2 0,3 1-1 15,-1 0 2-15,-1 4-3 0,0-1-6 0,-3-2-10 16,4 1-8-16,-4-2-13 0,-1 2-13 0,1-4-17 16,-5 1-14-16,3-2-22 0,-3-8-8 0,-2 0-12 15,0 1-10-15,1-3-19 0,-4 0-17 0,-4-5-19 16,4-1-12-16,0-4-20 0,-3 0-28 0,3-4-50 15,-1 0-24-15,-2 0-222 0,3-3-584 0,0 0 258 16</inkml:trace>
  <inkml:trace contextRef="#ctx0" brushRef="#br0" timeOffset="40962.3">4004 3848 141 0,'0'0'227'16,"-6"-1"-10"-16,6 1-21 0,0 0-14 0,0 0-8 15,0 0 1-15,0 0-6 0,17-2-15 0,-5 1-15 0,7 1-13 16,0 0-13-16,3-2-12 0,10 1-8 0,-3-5-8 16,3 3-9-16,1 2-31 0,1-3-45 15,-1 3-51-15,-1-2-62 0,4-4-62 0,-5 3-171 16,-1 0-374-16,-8 2 165 0</inkml:trace>
  <inkml:trace contextRef="#ctx0" brushRef="#br0" timeOffset="41363.71">4571 3598 250 0,'0'0'296'16,"0"0"-20"-16,-4-2-28 0,4 2-21 0,0 0-24 16,0 0-20-16,0 0-21 0,-14 6-17 15,9-2-14-15,-2 0-11 0,2 1-14 0,-4 2-8 0,4 0-9 16,-6 0-8-16,4 3-8 0,-1-3-6 0,1 4-8 15,2-4-7-15,-2 1-3 0,2 0-5 0,2 5-5 16,2-6-2-16,1 3-1 0,0-1 0 0,1 1-1 16,7-2-1-16,0 1-3 0,3 0 0 0,4 1-1 15,1 1-7-15,2-2-4 0,1-1 3 0,1-1 5 16,2 0-10-16,-11 2-2 0,6-3 0 0,-4-1-3 16,1 0 2-16,-4 1-3 0,-1-3-6 0,-1 3 1 15,-3-2 1-15,2 1-8 0,-2-1 6 0,-3 1-4 16,-1-1 1-16,-2 1 3 0,-3 0 2 0,1 0 4 15,-4 1 0-15,1-2-5 0,-4 2 1 0,-2 0 2 16,0-2 0-16,-1 1 10 0,-6 2-11 0,4-5 2 16,0 2-2-16,2-1-2 0,-1-2-8 0,3-1-19 15,-1 0-23-15,7-1-28 0,-2-3-34 0,3 1-48 16,2-2-45-16,2-2-33 0,4-3-42 0,2-1-140 16,5-3-448-16,1-3 199 0</inkml:trace>
  <inkml:trace contextRef="#ctx0" brushRef="#br0" timeOffset="41731.68">4940 3570 158 0,'0'0'238'0,"-7"-5"-4"16,7 5-8-16,-11 1-6 0,11-1-7 0,-18 3-11 16,7-2-15-16,2 3-14 0,-5 0-15 0,3 0-9 15,-4 2-4-15,6-1-25 0,-4 0-14 0,3 3-7 16,4-2-12-16,-3 2-6 0,3-1-10 0,1-2-8 15,-1 3-7-15,4 0 0 0,3 2 5 0,-1-2-14 16,1 3 2-16,1-3-5 0,7 1 0 0,-2 3-6 16,1-2-3-16,3 0-1 0,-3-1-9 0,7 4-1 15,-1-5-2-15,-6 1-2 0,2 1 1 0,0-2-4 16,-3 2 0-16,4-2-5 0,-4 0 0 0,-1-1-3 16,0 1 3-16,-2-3-5 0,0 0 2 0,-4 3 1 15,3-3-2-15,0 2 8 0,-6-1-7 0,0-1 7 16,-1 0 6-16,-3-2 7 0,-3 4 1 0,-3-4 0 15,5-1-5-15,-5 1 7 0,0-1-3 0,0-1 1 16,-2-1-5-16,5 0-2 0,-5-1-3 0,4 0-1 16,2 0 3-16,3-3-8 0,1 0-18 0,2-1-16 15,3 0-38-15,0-3-47 0,4-5-52 0,3 5-63 16,7-9-62-16,1 1-246 0,2 1-571 0,4-4 253 16</inkml:trace>
  <inkml:trace contextRef="#ctx0" brushRef="#br0" timeOffset="42099.68">5175 3614 11 0,'0'0'259'0,"0"0"-9"0,0 0-10 15,0 0-24-15,-8-4-21 0,8 4-22 0,0 0-17 16,0 0-14-16,0 0-11 0,-11 12-5 0,10-6-12 16,-1 0-6-16,-1 5-4 0,1-4-11 0,0 5-7 15,1-1-9-15,1-1-6 0,0 0-3 0,3 3-6 16,-3-1-3-16,5-1-2 0,-2 0-6 0,2 0-4 15,2 1-1-15,0-3-2 0,2 1-4 0,2-1 0 16,0 0-6-16,1-4-3 0,3 0-2 0,-1-1-6 16,5-1-1-16,-7 1-3 0,6-4-5 0,-4-4 2 15,-1 1-5-15,2-1 4 0,-4-1 5 0,1-2-14 16,-1-1 1-16,0-1-2 0,0-2-4 0,-3 3-1 16,0-4 0-16,2-4 1 0,-5 4 4 0,-1-4-2 15,-2 3-3-15,0 1 1 0,0-2 3 0,0 3 2 0,-1 0 7 16,-2-2 13-16,-1 6 14 0,2-5 3 0,-2 6 0 15,1-3-1-15,0 5 0 0,-1-1-7 16,1 0-8-16,-1 1-4 0,2 4-4 0,-1-6 8 16,1 6-18-16,-4-1-21 0,4 1-25 0,0 0-24 15,0 0-29-15,-7 11-31 0,6-8-58 0,1 2-58 0,0 1-262 16,-3-1-540-16,2 2 239 0</inkml:trace>
  <inkml:trace contextRef="#ctx0" brushRef="#br0" timeOffset="42718.54">5614 3581 89 0,'0'0'247'0,"0"0"-26"0,0 0-21 0,0 0-12 16,0 0-13-16,-4 15-13 0,4-9-10 0,0 1-12 15,0 0-13-15,0 1-8 0,0 2-8 16,0 2-13-16,1-4-7 0,-1 5-7 0,2-1-9 0,-1-3-6 16,2 4-8-16,2-3-4 0,-4-1-1 0,2-1-8 15,0-2-2-15,1 1-2 0,0 0-8 0,-2-3-7 16,3 0 2-16,-2 0-6 0,6-3 1 0,-6 0-4 16,-3-1-1-16,0 0-4 0,15-5 2 0,-11 0-2 15,1 0-3-15,2 0-2 0,-4-2 0 0,2-4 2 16,5 2-2-16,-7-1-5 0,2-1 0 0,2 1 2 15,-4 1 1-15,-1 1 1 0,1 2 14 0,3-4 5 16,-5 6 4-16,3-2-1 0,-3 1-3 0,-1 2-5 16,0 3-4-16,3-5-8 0,-3 5 1 0,0 0-4 15,0 0-2-15,0 0 3 0,8 8 4 0,-5 1-10 16,-3-4 2-16,1 1 0 0,2 5 1 0,-2-1-6 16,2 0 2-16,3 1 2 0,-1-1-4 0,-2 1-1 15,1-4 1-15,1 2 0 0,-2-2 3 0,1-2-1 16,0 0 0-16,-1-1 0 0,1-1 2 0,0-2 4 15,-4-1-2-15,0 0 9 0,12-7 14 0,-5 1 8 16,4 0 10-16,-7-2 7 0,0-1 13 0,4-3 10 16,-5 2-1-16,4-4 7 0,-1 3 30 0,0-5 2 15,-2 2 1-15,2 2 6 0,0 4 2 0,-6-4 2 16,7 2 1-16,-4-1-11 0,-1 5-5 0,3 0-14 16,-4 0-12-16,3 1-11 0,-3 2-12 0,2 0-11 15,-3 3-4-15,4-1-7 0,-4 1-7 0,7 6-5 16,-3-2-5-16,1 3-3 0,0 1-13 0,3 4-16 15,-3-1-21-15,6 6-14 0,-3 1-13 0,2-1-29 16,5 1-26-16,-7-2-10 0,4 2-14 0,2 0-21 16,0-1-20-16,2-2-18 0,-3-2-21 0,2 0-40 15,2-3-44-15,-4-3-34 0,1-2-226 0,-1 2-605 16,1-3 267-16</inkml:trace>
  <inkml:trace contextRef="#ctx0" brushRef="#br0" timeOffset="42969.43">6253 3563 47 0,'0'0'152'0,"0"0"-1"0,-1 13-1 0,2-2-3 16,-1 2-6-16,3 4 11 0,-1 12 2 0,3-4-1 16,0 7-4-16,2 1-8 0,-1 1-15 0,-1 2-7 0,6 1-9 15,-2-1-9-15,1 1 3 0,1 10-8 16,-2-13 2-16,2 1-17 0,-1 1-7 0,2-1-6 15,-2-5-6-15,2 1-5 0,-3-1-6 0,-3-11-5 16,2-3 0-16,0 0-7 0,-4-7-2 0,0-3 1 0,2-2-10 16,-1-1 7-16,-1-5-19 0,-4 2-16 15,10-10-27-15,-6-1-24 0,-3-2-34 0,-1-8-55 16,4-7-57-16,-5-4-215 0,-2-1-446 0,-2-3 197 16</inkml:trace>
  <inkml:trace contextRef="#ctx0" brushRef="#br0" timeOffset="43237.05">6252 3497 258 0,'-1'-7'278'0,"-2"3"3"0,1-4-7 15,2 3-11-15,-1 0-15 0,1 5-3 0,-3-5-36 0,3 5-19 16,0-6-21-16,0 6-19 0,6-3-10 16,-6 3-19-16,8 0-13 0,4 1-5 0,-4 1-9 15,2 3-13-15,6 0-8 0,2 2-16 0,1 4-8 16,-2-3-11-16,0 6-7 0,-2-2-7 0,3-1-6 0,-2 5-6 15,-2-4-4-15,-2 3-4 0,0 0-6 0,-5-2 11 16,-4 0-8-16,2 0-8 0,-3-2-1 0,-4 3 2 16,-3-2-5-16,2-4 1 0,-4 5-1 15,0-4-8-15,-5-1-7 0,1 0-11 0,-1-1-17 16,0-3-20-16,-1 1-22 0,0-1-33 0,-5-3-34 0,3-1-40 16,3-2-36-16,-3-1-169 0,-1-3-440 0,2 1 196 15</inkml:trace>
  <inkml:trace contextRef="#ctx0" brushRef="#br0" timeOffset="43491.7">6539 3116 273 0,'3'-3'252'15,"-3"3"-31"-15,0 0-19 0,0 0-15 0,0 0-10 16,8 8-14-16,-4-2-10 0,-1 4-10 0,2 3-8 15,2 4-6-15,1 1-10 0,-1 1-10 0,2 7-12 16,2-1-5-16,-1 2-6 0,2 4-10 0,-2 0-7 16,2 0-6-16,3 0-4 0,-3-1-5 0,-4-1-5 15,3-2-4-15,-2 1-7 0,-2-2 9 0,-3-7-19 16,3 0-29-16,-4-6-29 0,0 4-36 0,-2-4-38 16,3-5-49-16,-3 2-36 0,2-8-232 0,-3-2-456 15,-4 3 203-15</inkml:trace>
  <inkml:trace contextRef="#ctx0" brushRef="#br0" timeOffset="43772.28">6569 3418 36 0,'0'-4'286'16,"0"4"0"-16,0-6-18 0,0 2-10 0,0 4-15 16,8-3-19-16,-8 3-11 0,11-1-14 0,-6-1-8 15,-5 2-16-15,19 2-15 0,-8 1-9 0,0-1-9 16,1 3-17-16,2-1-4 0,1 0-16 0,-1 0-12 15,3 3-8-15,-6-2-8 0,4 3-10 0,0 1-5 16,4 0-3-16,-8-1-8 0,5 2-3 0,-5-1-7 16,3 3-6-16,-6-2-3 0,1 3-5 0,1 0-4 15,-2-1-1-15,-2 2-3 0,-4-1-7 0,2-1-7 16,-1 0-17-16,0-1-20 0,-3 0-21 0,0-2-17 16,1-2-16-16,-1 4-21 0,2-4-17 0,-1 0-18 15,2-2-24-15,0-4-32 0,4 2-30 0,-2-3-34 16,-5 0-149-16,12-3-444 0,-7 1 197 0</inkml:trace>
  <inkml:trace contextRef="#ctx0" brushRef="#br0" timeOffset="44358.67">7083 3465 95 0,'0'-3'240'16,"0"3"-13"-16,0-6-18 0,0 6-20 0,0 0-23 15,0 0-17-15,0 0-10 0,0 0-16 0,0 0-11 16,-12 11-6-16,12-8-7 0,-2 3 1 0,4 1-9 15,0 2-2-15,0 0-5 0,2 0-6 0,4 3 4 16,-4-2-15-16,3 0-8 0,0 0-4 0,0-1-5 0,2 1-2 16,-3 1-4-16,4-4-3 0,0 0-2 15,-2-1-3-15,2-1-5 0,-5-1-1 0,-1 1-3 16,2-4 3-16,-2 0-3 0,0 1-5 0,-4-2 3 16,0 0-2-16,5-6-3 0,-5 1-1 0,0 1-2 15,-5-1-2-15,2-3-2 0,-1 2-3 0,-3-5 3 0,3 1-4 16,0 1 7-16,-3-1 0 0,3-2-9 0,-1 2 1 15,-1 0-3-15,3-1-1 0,-2-1-1 16,5 7-1-16,0-3 3 0,0 0-4 0,0 3-1 16,1-3 7-16,2 5-8 0,-3-4 2 0,4 5-3 15,-1-2-2-15,4 0 2 0,-2 3-1 0,-5 1 1 0,15 3 2 16,-5 0-5-16,-5 0 7 0,9 3-2 0,-5 0-5 16,2 4 2-16,0-3 1 0,0 2 0 15,1 2 0-15,0 2 0 0,1 2 0 0,-4-5 3 16,-1 1-1-16,-1-1-1 0,2 2-1 0,0-1 2 0,-1 0-2 15,-4-2 1-15,0 1-4 0,-1-2 0 0,2-5 2 16,-4 4 3-16,2-4 4 0,-1-1-2 0,-2-2 1 16,0 0 1-16,0 0 0 0,0 0 19 15,0 0 14-15,4-11 4 0,-4 5 6 0,0 0-4 16,4-4 11-16,-3 0 4 0,2-3 6 0,-2 1-1 0,4-1 12 16,1 0 12-16,-2 2-2 0,-1-3 3 0,1 2 0 15,3-3-1-15,-2 1-3 0,5 3-1 0,-6 7-2 16,0-4-11-16,0 1-8 0,3 2-5 15,-3 0-6-15,1 2-9 0,2 0-6 0,0 2-7 0,-7 1-1 16,14 4-3-16,-6-1-5 0,3 4-3 0,-3-1 2 16,3 2-7-16,-3 0-15 0,0 3-15 0,3 0-21 15,-3-1-28-15,4 5-26 0,-5-5-31 0,1 0-28 16,-1 2-24-16,-1-3-42 0,-4-2-52 0,2 0-42 16,-1-1-251-16,-3-2-607 0,0 0 268 0</inkml:trace>
  <inkml:trace contextRef="#ctx0" brushRef="#br0" timeOffset="44558.02">7084 3201 11 0,'-5'-4'329'0,"-2"-1"-28"0,1 3-29 16,1-2-19-16,1 1-34 0,0 1-25 0,4 2-25 15,0 0-19-15,-7 0-31 0,7 0-39 0,0 8-58 16,3-2-73-16,-3-1-90 0,1 3-181 0,-1-1-347 16,0 4 154-16</inkml:trace>
  <inkml:trace contextRef="#ctx0" brushRef="#br0" timeOffset="45144.05">4653 4355 275 0,'-10'1'305'16,"-1"1"-23"-16,7-2-14 0,4 0-2 0,0 0 4 15,0 0-11-15,49-10-15 0,8 4-18 0,10-6-23 16,32-4-8-16,10-3-8 0,5 0-5 0,10-2-8 15,6 1 9-15,2-4-9 0,9 3-13 0,5 0-1 16,4-1-18-16,8 4-13 0,0-1-15 0,-6-1-10 16,-1 3-6-16,-11 1-9 0,-7 3-13 0,-5 0-5 15,-11-1-6-15,-11 1-10 0,-8 1-3 0,-36 7-6 16,-2 2-6-16,-22-2-4 0,-6 2-12 0,-11 0-10 16,-7 1-19-16,-3 2-20 0,-7-3-41 0,-1 2-64 0,-3 1-49 15,0 0-32-15,-37-2-34 0,6 4-54 16,-7-2-52-16,-16 2-259 0,11 1-660 0,-12 1 291 15</inkml:trace>
  <inkml:trace contextRef="#ctx0" brushRef="#br0" timeOffset="45981.13">5979 4488 98 0,'0'-5'327'0,"-3"1"-13"0,3 1-16 16,0 3-23-16,0-7-21 0,0 7-27 0,0-4-30 15,0 4-18-15,0 0-22 0,0 0-17 0,0 0-13 16,7 17-15-16,-3-5-10 0,1 1-10 0,2 5-4 15,0 0-6-15,-4 1-17 0,6 7 3 0,-4-5-10 16,4 4-2-16,-4 2-5 0,-1-5-9 0,3-2 1 16,1 6-4-16,0 1-2 0,-5-7-6 0,3 1-3 15,-1-2 1-15,4 8-2 0,-2-7 1 0,-1-2 8 16,1-1 0-16,3 0 5 0,1-2 10 0,-3-4 1 0,7 1 5 16,0-1 5-16,4-4 6 0,11-1-15 15,1-5 1-15,4-1-6 0,3-2-2 0,-1-3-12 16,3 0 5-16,0-1-9 0,1-1 10 0,-2-2-15 15,0 1-6-15,-2 1 3 0,1-1-12 0,-5 0 8 0,-2-2-2 16,2 4 0-16,-3-3-3 0,-7 5-1 0,-3 0 0 16,-6 0-4-16,-1 2-7 0,0-3-9 0,0 3-20 15,-6-1-21-15,-2 2-23 0,1 0-34 0,-2-2-47 16,-1 0-54-16,-3 3-61 0,0 0-45 0,0 0-252 16,0 0-611-16,0 0 271 0</inkml:trace>
  <inkml:trace contextRef="#ctx0" brushRef="#br0" timeOffset="46381.1">6697 4726 136 0,'0'0'261'0,"0"0"-23"16,0 0-22-16,0 0-6 0,0 0 8 0,0 0-11 15,6 11-7-15,0-8 5 0,-2 0-19 0,0 2-4 16,6 0-12-16,0-1-6 0,0 1-9 0,9 2-20 16,-4-2 1-16,0 0-19 0,3 0-11 0,-1 0-9 15,5 0-16-15,-4-1-6 0,-2-2-5 0,-2 2-8 16,-2-1-10-16,0 0-5 0,-4-1-1 0,-2-1-7 16,-1 1-1-16,5 0-8 0,-6-1-5 0,-3 2-4 15,2 1 1-15,-3-1 0 0,0-3-7 0,-3 6 4 16,-1-2 0-16,-7 2-3 0,3-1 10 0,-3 2-13 15,-5 3-3-15,-2 0-1 0,1-1-5 0,-4 3 8 16,3-1-3-16,-3-1-2 0,2 1-5 0,0 1 4 16,1-1-1-16,2 0-2 0,-2-2 4 0,7 0-3 15,6 0-3-15,-6-1 4 0,4 1-5 0,2-5-7 16,3-2-7-16,-2 4-8 0,4-6-7 0,0 0-17 0,0 0-24 16,10 3-35-16,-10-3-38 0,0 0-40 15,21-10-54-15,-10 5-48 0,-5-3-219 0,4 2-545 16,-4-4 241-16</inkml:trace>
  <inkml:trace contextRef="#ctx0" brushRef="#br0" timeOffset="46632.46">6708 4733 183 0,'0'0'328'0,"0"0"-26"16,0-5-25-16,0 5-31 0,0 0-22 0,0 0-24 15,0 0-22-15,0 0-19 0,0 0-13 0,0 0-16 16,5 15-11-16,-1-7-12 0,-1 1-9 0,0 0-9 16,-2 1-11-16,3 3-3 0,-4-3-11 0,8 6-4 15,-5-3-4-15,1 5-5 0,0-4-6 0,0-1-4 16,0 5 3-16,3-1-7 0,-6 0-6 0,2-6-23 16,3 2-38-16,-1-1-42 0,-1-1-60 0,2-1-82 15,-4-4-274-15,2 2-529 0,-1-3 233 0</inkml:trace>
  <inkml:trace contextRef="#ctx0" brushRef="#br0" timeOffset="50680.18">7828 4712 23 0,'3'-5'119'0,"-3"2"-8"0,2-2 12 0,-1 2-4 16,2-2 8-16,-3 5-2 0,2-7-4 0,-2 3 2 16,0-1-5-16,0 5-3 0,0-8 1 0,0 6-6 15,0 2-1-15,0-9-4 0,-2 4-2 0,2 1-2 16,-4 0-1-16,2-1-6 0,2 5-3 0,-4-6-6 15,1 1-1-15,3 2-2 0,-1-2-6 0,-2 0 0 16,-1 1-7-16,1-1-2 0,1 0-1 0,-4 0-2 16,4 0-6-16,-4-1-9 0,2 0-5 0,0 0 1 15,-2 0-6-15,2 1 0 0,-1 0 4 0,-3 1-14 16,4-1-2-16,-2 4-4 0,-1-2-1 0,1 1-4 16,-1 2-4-16,0-2-1 0,0 5-2 0,-5-1-3 15,1 4 0-15,2 1-4 0,-8 5 2 0,5 1-2 16,-3 2-2-16,4 1 7 0,2 3-7 0,-2 0 1 15,-1 5 1-15,6-3-3 0,-2-1 1 0,4-1 1 16,0 1-2-16,1-1 2 0,3 1-2 0,0-1 1 0,0-2-2 16,2 0 2-16,3-5-2 0,3 0 1 15,-4 1-1-15,2-4 3 0,3 1-1 0,-2-5 1 16,5 0-1-16,-1-1-1 0,1-3-1 0,2 1 1 16,-3-4 6-16,6 0-7 0,-4-3-2 0,4-3 2 0,-4 2 0 15,-1-3 0-15,-3-2-3 0,2-2 6 0,0-2 5 16,-4 4 12-16,1-5-6 0,-1-1 3 15,-2 1 5-15,-2 1 4 0,-2-3 12 0,1 5 11 16,-2 0 0-16,1-1 11 0,-2 2 5 0,1 0 4 0,0 5-1 16,0 1-5-16,1-2-7 0,-2 4-5 0,1-2-4 15,0 2-13-15,0 4-8 0,0 0-9 0,0 0 1 16,0 0 3-16,0 0-9 0,0 0 2 0,5 13-3 16,-1-2-2-16,0-1 13 0,1 1-10 0,1 1-6 15,1-1 0-15,0 2-2 0,1 2-2 0,-4-3-1 16,8 3-5-16,-5-4 2 0,0 0-4 0,5 3-1 15,-1 0-1-15,0-5-4 0,4 0-5 0,-7-1 3 16,4-2-1-16,2-1-2 0,-2-5 1 0,-1 2-4 16,4-2 0-16,-2-2-1 0,1-1 3 0,1-2-1 15,-1-2 2-15,1 0-1 0,-2-3 3 0,-2 3-1 16,3-5 3-16,-2-1-1 0,-2-2 5 0,0 0 3 16,0-2-2-16,-3-1-1 0,1-1 4 0,-3-2-6 15,1-7 16-15,2 5-5 0,-7 1-10 0,1 3 0 16,-4-2 2-16,1 1 6 0,-3 1-1 0,3 1 11 15,-4 0 3-15,1 3 10 0,0 3-2 0,-4 0 14 16,3 0 6-16,-1 0 3 0,1 3 1 0,-1 0 2 16,0 2-2-16,2 2-7 0,-1 0-4 0,1 2-12 15,0-1-1-15,0 3-3 0,4 1-11 0,0 0 1 16,-15 6 11-16,11-1-13 0,-3 4 0 0,3 2 3 0,0 1-5 16,3 1 5-16,-1 6-13 0,2 0 12 15,2 2-4-15,-2-1 9 0,2 1-17 0,4 4 18 16,-1-4-7-16,1-1-4 0,-1 1-2 0,9-3 0 15,-5 0-5-15,1-2-7 0,5 0 10 0,-4-1-19 0,2-2 0 16,1-1-8-16,1-2 4 0,-3-4-6 0,1-1 4 16,1-1-11-16,2-3-2 0,2-1-5 15,3-2 15-15,-8-2-11 0,5-1 5 0,1-4 3 16,-4-1 2-16,0-2 5 0,0-2 2 0,0-1 5 0,-3-3 1 16,3-5 1-16,-7-3-1 0,3 2 1 0,-4-3 3 15,-3-1 2-15,0 1 2 0,-1-2-1 0,-3 10 13 16,-3-1 15-16,3 0 22 0,-5 2 21 0,1 0 15 15,-2 1 6-15,2 4 2 0,-3 2 15 0,2-1 9 16,-2 0-2-16,2 5 1 0,0 0-4 0,-2 0-11 16,4 3-15-16,-1-1-7 0,-2 3-9 0,2 0-11 15,4 2-6-15,-11 5-3 0,3 3-10 0,0 1-5 16,1 2 3-16,1 3 0 0,0-1-4 0,2 5-5 16,0 2-5-16,1-3 4 0,3 2-3 0,3 7 2 15,-2-4-3-15,3 6-4 0,5-2 13 0,-2-1-10 16,4-5-1-16,3 3-6 0,-3-5-14 0,3-2-21 15,3 5-30-15,6-1-22 0,-8-6-42 0,3-1-37 16,-3-3-49-16,5 0-58 0,-1-3-84 0,-1 1-318 16,6-5-727-16,-2-3 322 0</inkml:trace>
  <inkml:trace contextRef="#ctx0" brushRef="#br0" timeOffset="51382.33">9357 4544 27 0,'-1'-7'265'0,"-2"-5"-7"0,-1 1-10 0,0 0-10 16,-1 2-1-16,-1-3-27 0,-1 3-6 0,3 0-20 15,-5 1-21-15,2 3-15 0,1 0-13 0,-2 1-20 16,-1 3-12-16,-1 0-9 0,-4 1-9 0,4 2-13 16,0 4-9-16,-4 1-4 0,4 0-6 0,-4 7-5 15,-1-2-4-15,3 6-7 0,2-1-4 0,1 2-5 16,2 0 2-16,2-1-2 0,0 1-6 0,4 2-3 15,0-3 0-15,2 0 3 0,2 0-8 0,5-3 3 16,-2 3-3-16,3-3 1 0,-1-4-5 0,7 0-1 16,-4-4 2-16,0-1 0 0,8 0-3 0,-5-3-6 15,4-2-1-15,-4-2 0 0,5-3-1 0,-1-1 1 16,0-3-2-16,-1-1 12 0,-2-1-12 0,-1-3 0 16,-1 0 0-16,-2-2 2 0,0-3-2 0,-3 2 4 15,-1-2-4-15,-3-3 4 0,0 3 2 0,-1 0 16 0,-1 1 35 16,-4 5 17-16,2-1 21 0,0 0 12 15,-4 2 6-15,4 1 6 0,-4 2-13 0,1 0-4 16,2 3-2-16,-2 0-11 0,0 1-17 0,2 0-15 16,1 4-6-16,0 0-5 0,0 0-9 0,0 0 0 0,-15 7-18 15,12-3-21-15,3 3-2 0,0 0-11 0,2 4-20 16,-1-2-3-16,1 2-33 0,2 1-21 0,4-2-24 16,-3 0-30-16,2 2-31 0,3-4-46 15,3-1-56-15,-2 0-67 0,1 0-178 0,7 0-569 0,2-2 251 16</inkml:trace>
  <inkml:trace contextRef="#ctx0" brushRef="#br0" timeOffset="51701.13">9821 4429 301 0,'-3'-6'332'0,"-1"0"-2"0,0-1-14 15,-4 2-20-15,0 0-13 0,1 1-16 0,-1 2-13 16,-2-1-21-16,3 1-23 0,-5-1-17 0,4 4-23 15,-3 0-19-15,-4 3-8 0,6 0-17 0,-1 0-10 16,-2 3-13-16,5 0-6 0,-2 2-19 0,3 0-5 16,-3 1 9-16,2 1-16 0,4 0-9 0,-4 4 0 15,5-2-12-15,2 2-12 0,0 1 8 0,1-3 2 16,3-2-11-16,2 3-4 0,6 2-4 0,-1-2-4 16,2-2-14-16,2 0-12 0,3-2-16 0,2-2-33 15,2-2-17-15,0-1-29 0,0-2-25 0,9 0-21 16,0-3-19-16,-8-1-14 0,3-4-3 0,3 1-5 15,-9 0 0-15,5-5-4 0,-4 1 15 0,0-4 3 16,-4 1 1-16,1-3 2 0,-3-1 0 0,4-8 4 16,-9 4-2-16,3-5-1 0,-6-3-98 0,0 1-291 15,-3-3 129-15</inkml:trace>
  <inkml:trace contextRef="#ctx0" brushRef="#br0" timeOffset="52202.25">10134 4311 694 0,'-8'-29'-41'0,"2"2"21"0,-3 3 10 16,-1-2 17-16,-1 2 19 0,2 5 19 0,2 0 14 15,-1 1 18-15,1 6 25 0,2 1 17 0,-1-2 8 0,2 3 12 16,0 0-2-16,1 4 6 0,0-1 0 0,1 1-3 15,-1 2-14-15,2 1-13 0,-2-1-9 16,3 4-14-16,-3-7-14 0,3 7-6 0,0 0-12 16,0 0-3-16,0 0-5 0,-4 13-6 0,6-5-4 0,-1 3-3 15,3 2-2-15,0 5-4 0,0 9-3 0,2-6-4 16,0 3 0-16,0-3-1 0,3 8-1 0,-1-2 1 16,1 0-6-16,1 1 0 0,-3-2-1 15,4 0-1-15,-4 1-2 0,2-1 3 0,-2-6-3 0,0-1-1 16,0 0-1-16,1-2-1 0,0 1-1 0,-4-1 0 15,3-3-1-15,-4-1-12 0,1-4-4 0,1-2-9 16,-2 0-7-16,1-2-4 0,-4-1 3 0,3-2-19 16,-3-2-21-16,4 3-12 0,-4-3-18 0,0 0-15 15,4-9-13-15,-4 5-9 0,-3-4-4 0,2 1-16 16,-2-5-14-16,-1 2-3 0,0 0 0 0,-4-6-95 16,1 2-286-16,-2 0 930 0,2 4-473 0,-4-3 20 15,3 4 31-15,-2 0 35 0,2 0 22 0,0 0 33 16,5 3 28-16,-5-2 26 0,3-1 16 0,0 4 20 15,0 1 16-15,3 0 13 0,-1-1 4 0,0 0 4 16,2 2 5-16,1 3 1 0,-2-5-15 0,2 5-12 16,0-5-13-16,0 5-8 0,4-6-15 0,-4 6-11 15,10-3-11-15,-1 3-10 0,2 0-11 0,0-1-6 16,3 1-9-16,-1 0-1 0,2 1-10 0,4 5-4 16,-1-1 2-16,4 2-7 0,-4 1-10 0,-1 0-2 15,0 0 0-15,-1 2-14 0,0 1 3 0,0-1 2 16,1 5-9-16,-5-3-15 0,-2 2-6 0,0-2-16 15,0 3-8-15,-3-1-17 0,0 2-17 0,-1-5-17 16,-2 6-9-16,-1-4 5 0,1 0-32 0,-4-3-25 16,0 1-20-16,4-1-34 0,-4-3-24 0,3-1-33 15,-3-1-153-15,4-1-443 0,0-3 196 0</inkml:trace>
  <inkml:trace contextRef="#ctx0" brushRef="#br0" timeOffset="52854.58">10642 4360 123 0,'0'0'249'0,"-9"-1"-14"0,9 1-7 0,0 0-12 16,-12 6-18-16,6-3-17 0,2 2-15 0,2 0-14 16,-4 0-12-16,3 1-13 0,2 1-16 0,1 2-4 15,-3 1 2-15,3-1-19 0,3 2-7 16,-2-1-7-16,4 0 2 0,1 0-18 0,0 1-2 0,2 0-5 15,0-2-6-15,1 1-1 0,1-3-7 0,1 0-3 16,-2-1-6-16,2-3-3 0,0 4-4 0,3-6 0 16,-5 0-6-16,2-2 1 0,-1-2-7 15,-4 0-5-15,0 0-5 0,2-1 3 0,-5-2-2 0,1-2-5 16,-4-1 0-16,0-1 2 0,-3-1 0 0,1 0 1 16,-3 0 2-16,0 0-4 0,-2-4 1 0,0 0 2 15,-3 0 2-15,3 4-1 0,1 1 4 0,1-3 3 16,-3 4 15-16,2-2-1 0,-1 4 6 0,3 0 3 15,3 0-2-15,-2 3 5 0,2-2-9 0,1 0 0 16,-2 2-6-16,2 4 1 0,6-3-3 0,-2 2-13 16,-4 1 9-16,11 1 3 0,0 2-6 0,0 0-5 15,1 1 0-15,1 2 0 0,1 1-6 0,2 1 4 16,1 2-5-16,-1 0-3 0,-1 0-2 0,3-1 11 16,-1 0-15-16,-6 3-6 0,3-2-2 0,2 3-3 15,-9-4-5-15,1 0-7 0,0 1 1 0,-4-1-2 16,2 1 3-16,-5-1 1 0,3-3 2 0,-2 1 4 15,-1-3 3-15,-1 1-1 0,0-5 7 0,-1 6 3 16,1-6 11-16,-6 3 18 0,6-3 16 0,0 0 16 16,0 0 6-16,0 0 6 0,-4-11 8 0,4 11-1 15,0-11 0-15,3 5 5 0,-2 0-8 0,2-3 9 16,0 1-7-16,2 0 0 0,3-2-12 0,-1-1 1 16,1 1-6-16,2 0-4 0,1 2-4 0,-2 0 1 15,2 2-4-15,-2 0-6 0,1 1-6 0,1-1-9 16,-2 4-2-16,1 1 2 0,-3-1-3 0,1 5-4 0,0-2 1 15,2 0-5-15,-1 7 3 0,-1-1-4 16,-1 0-2-16,3 2 4 0,-3 1-10 0,2 2-19 16,-5 0-26-16,7 0-21 0,-7 0-25 0,0 0-22 15,0 0-27-15,-1 1-36 0,-1 0-31 0,0-4-56 16,1 0-40-16,-5-3-194 0,4 2-540 0,-4-2 238 16</inkml:trace>
  <inkml:trace contextRef="#ctx0" brushRef="#br0" timeOffset="53039.56">10653 4008 229 0,'-9'-6'296'0,"-5"-5"-27"15,6 6-28-15,0-1-23 0,0 2-25 0,4 0-41 16,1 0-50-16,3 4-34 0,-3-1-58 0,3 1-71 15,0 0-84-15,0 0-117 0,23 9-285 0,-5 0 126 16</inkml:trace>
  <inkml:trace contextRef="#ctx0" brushRef="#br0" timeOffset="54041.75">11884 4201 81 0,'8'-7'324'0,"1"-4"-9"0,0 0-2 15,1 3-3-15,-1-7-3 0,2 4-1 16,-7-1-35-16,3 1 2 0,-2-2-20 0,0 0-13 0,0 0 6 16,-3-1-50-16,1 2-6 0,0 1-9 0,-3-1-11 15,-3 5-19-15,3-3-10 0,-3 4-18 0,1 1-15 16,-5-2-13-16,2 4-12 0,-5 1-5 16,-2 2-12-16,-2 4-11 0,-2 2-4 0,1 2-8 0,-4 4-4 15,1-1-5-15,-3 9-5 0,4-6 0 0,-3 8-4 16,4 1-7-16,2 3 1 0,-1-2 0 0,7-4-1 15,2 1-4-15,2 4 0 0,0-4-10 0,5-2-2 16,4 3 0-16,1-4-4 0,4-1 0 0,2 4-3 16,5-6-3-16,-1 1-5 0,2-4-5 0,6 1-16 15,-1-5-2-15,0-1-28 0,7-5-10 0,0 3-14 16,-2-6-3-16,-7-3 0 0,2 2 10 0,0-4 6 16,-4 0 6-16,2-3 7 0,-2 2 9 0,-3-1-1 15,-2-2 15-15,-5 3 2 0,-1-1 5 0,-1 2 3 16,1 1 11-16,-4-1 3 0,0-1 5 0,2 4 10 15,-3-2-2-15,-2 3-3 0,-1 2 1 0,3-4-9 16,-3 4 0-16,0 0 5 0,0 0-3 0,0 0 2 16,-3 12 4-16,3-12-4 0,-1 10 1 0,1-2 6 15,0-3-2-15,1 5 1 0,2-2 4 0,2 3-5 16,-1-1 4-16,2 0 3 0,1-1-3 0,2 0 14 16,2-1-19-16,-3 0 7 0,3-2-7 0,-2-1 0 15,2-1 0-15,3-3-1 0,-2 0 2 0,-5-1 2 16,6-1 2-16,-6 0-3 0,2-3-6 0,-4 0 6 15,-1 1-6-15,3-4 3 0,-3 1 2 0,-3-1-2 0,-1-4 2 16,-1 2-1-16,-2-3 1 0,-5 3-1 0,1-1-3 16,-1-1 3-16,-2 1-1 0,-3-3 4 15,-1 3 2-15,1 1-2 0,3 3 1 0,-1 0 5 16,1 0-2-16,1 0 5 0,0 2 15 0,2-1-13 0,0 3 2 16,3-1-2-16,0 1 5 0,1-1-2 0,3 3 4 15,-4-4-4-15,4 4 0 0,0 0 4 0,10-4-7 16,-2 2 0-16,1 1 4 0,2-1-4 15,3 4-4-15,5-8 13 0,1 4-9 0,0-3-5 0,0 2 4 16,-4-3-5-16,5 2 3 0,-3-1-7 0,-1-2 3 16,-2 5-3-16,1-4 5 0,-1 1 6 0,-4 0-8 15,-1 0 6-15,-1-1 2 0,-1 3 19 0,-1-1 5 16,-3 2 6-16,1 2-8 0,-2-3 3 0,1 0-3 16,-4 3-6-16,7-2-14 0,-7 2 0 0,0 0-4 15,0 0 4-15,0 0-8 0,0 0 1 0,3 9 1 16,-3-5-4-16,0 0 2 0,0 4-4 0,1-1 7 15,1 4-1-15,0-3-1 0,3 3 10 0,0-1-9 16,-3 2-7-16,5-1 4 0,0-1-3 0,1 0 1 16,2 1 2-16,-2-3 2 0,-1 3-5 0,1-1 3 15,0 2-2-15,-1-5 2 0,0 1 2 0,-2-2 9 16,3-1-20-16,-6-2-14 0,0 4-2 0,1-4-12 16,-2 1-2-16,-1-4 3 0,-1 5-19 0,1-5-18 15,-7 4-12-15,-1-2-19 0,3 0-21 0,-5-1-21 16,3 1-29-16,-2-2-20 0,2 0-25 0,7 0-30 15,-15-3-26-15,8 1-188 0,2 0-498 0,-1-1 220 16</inkml:trace>
  <inkml:trace contextRef="#ctx0" brushRef="#br0" timeOffset="54292.46">12752 3845 28 0,'-3'-6'332'16,"-1"-1"-21"-16,1 4-35 0,1 1-27 0,2 2-25 0,-7 0-24 16,7 0-20-16,-9 4-16 0,7 4-20 15,-2-2-10-15,4 6-8 0,-3 2-8 0,6-1-6 16,-3 5-5-16,1 1-6 0,6 7-9 0,-4-6-9 16,6 9-7-16,0 0-5 0,0-4-9 0,3 4-3 0,-2-1-5 15,1 0-2-15,-1 1-6 0,0-3-3 0,1 1-4 16,0 0-16-16,-3-8-28 0,-1 0-34 0,0-1-36 15,-1-2-51-15,-4-4-58 0,0 0-59 16,1-5-230-16,-1 1-511 0,-4-2 226 0</inkml:trace>
  <inkml:trace contextRef="#ctx0" brushRef="#br0" timeOffset="54694.46">12811 4127 143 0,'13'-1'172'0,"-1"-2"-3"0,9 3-3 16,-8-1-4-16,5 0-16 0,4 1-8 0,-7 1-12 15,0-2-9-15,4 2-8 0,-6-2-4 0,2 1-7 16,-4 0-12-16,4 0-7 0,0 0-10 0,-1-1-3 16,-1-1-4-16,-2 2-1 0,-3-1 5 0,-1 0 12 15,0 0 6-15,-7 1 1 0,10-5 3 0,-8 4 7 16,4-1-9-16,-6 2-6 0,2-3 3 0,-2 3-9 15,0 0-3-15,0 0-3 0,-10-6-3 0,10 6-6 16,-10-1-6-16,10 1-2 0,-11 1-12 0,3 1-3 16,1 1 1-16,0-1-8 0,-1 2 0 0,3 3 3 15,-1-2-9-15,1 1-3 0,2 0 3 0,-1 4 2 16,3-2-4-16,2 5-3 0,0-4 2 0,2 4-5 16,0-3 1-16,1 0 1 0,2 5-4 0,0-4-4 15,2 2 5-15,-2-3 9 0,-1-1-12 0,-1 2-3 16,3-3-2-16,-6 0-4 0,1-3-5 0,-1 0-7 15,-1 1-10-15,-3-2-16 0,-1 1-22 0,-4-3-23 16,-1 0-18-16,-4 2-23 0,0-4-34 0,-5 1-43 0,-2-2-61 16,-3 0-191-16,1-3-488 0,-9-1 217 15</inkml:trace>
  <inkml:trace contextRef="#ctx0" brushRef="#br0" timeOffset="55313.32">14023 4221 63 0,'9'-10'249'0,"-1"2"10"0,-2-4-8 0,-1 3-3 16,2-1 5-16,-2 0 4 0,-4-2-6 0,2 1-2 15,-3-1-10-15,0 2-13 0,-3 0-14 0,1 0-21 0,-5-1-18 16,2 4-17-16,-4-3-21 0,1 5-10 0,-4 0-18 15,0 2-16-15,-2 0-10 0,-1 3-7 16,-4 1-11-16,0 1-6 0,-3 3-5 0,2 1-4 0,2 2-8 16,-1-1 2-16,4 3-14 0,2 0-5 0,0 3 6 15,5-2-3-15,0-1-4 0,1 8-3 0,3-4-5 16,1 3-6-16,6 1 3 0,-1-5-5 0,4 2-4 16,0-4-2-16,5 5-1 0,1-5 0 0,4 1-5 15,-5-5 0-15,0 0 4 0,4-2-5 0,0-1 0 16,4-3-4-16,0 1 1 0,-4-5-4 0,-3 2 2 15,5-3 3-15,-4-1 0 0,1-2-3 0,-3-2 1 16,1 0 3-16,0-3-6 0,-2-3 8 0,-4 4 2 16,-3-2-1-16,5-2 5 0,-5-2 1 0,1 4 17 15,-4 2 8-15,2-4 19 0,0 1 14 0,-2 3 27 16,2 1 7-16,-2 0-1 0,0 2 1 0,2 1 5 16,-2 1-7-16,0 1-7 0,0 1-16 0,0-1-10 15,0 5-15-15,0 0-6 0,3-3-9 0,-3 3-6 16,0 0-17-16,0 0-4 0,4 15-19 0,1-7-21 15,-2 0-11-15,7 1-20 0,-6 3-26 0,4-1-24 16,0 0-19-16,2 2-24 0,-2-1-35 0,1-2-43 16,1 4-56-16,-2-3-47 0,0-3-239 0,2-1-633 0,-5-2 280 15</inkml:trace>
  <inkml:trace contextRef="#ctx0" brushRef="#br0" timeOffset="55848.52">14320 4054 116 0,'0'0'218'0,"3"-6"-23"16,-3 6-19-16,1-2-22 0,-1 2-8 0,0 0-20 15,0 0-8-15,10 10-19 0,-5-5-9 0,-2 1-8 16,1 3-7-16,3 0-6 0,-2 1-2 0,2 2-11 16,0-1-6-16,1 3-2 0,-1 0-5 0,0 2-5 15,1-8-6-15,-3 4-1 0,2 0-5 0,-1-1-1 16,-2 0 1-16,-3-4-4 0,4-1-2 0,-1 1-1 15,-2-2-4-15,-1 0 4 0,2-2 2 0,-3-3 1 16,1 2-1-16,-1-2 1 0,0 0 3 0,0 0 14 16,0 0 1-16,-5-15 4 0,3 8 1 0,2-1-3 15,2-2-5-15,-1 2-2 0,2-4-3 0,0 2-6 16,2-2 0-16,2 1-3 0,5-2 3 0,-4 3-24 16,5-2-4-16,0 5-5 0,5-2-6 0,2 2-3 15,-1 2-9-15,-1-1-7 0,5 2 2 0,-1 0 1 16,-3 3 7-16,1 0-7 0,1-1 8 0,-4 2-5 15,2 0 7-15,-5 2 2 0,1-2-1 0,-4 0 6 16,2 0 2-16,-6-2 3 0,0 1 9 0,-1 1 15 0,3-1 17 16,-9 1 9-16,8-3 6 0,-8 3 9 0,7-4 5 15,-7 2 5-15,0-2 7 0,0 4 7 16,0-6 4-16,-1 0 5 0,-5 4 0 0,3-2-7 16,-1 0-2-16,-1 2-6 0,-2-1-5 0,0 1-12 0,-2 0 2 15,1-1-7-15,-5 3-9 0,5 3-5 0,-4-1-4 16,0 1-1-16,1 2 8 0,-3-1-14 0,3 4-6 15,-2 1 13-15,3-2-19 0,1 4 0 16,-2-1-3-16,7 2-1 0,-2-1 1 0,2 2-9 0,4 0-6 16,3-2-18-16,1 3-18 0,3-5-47 0,6 5-48 15,3-2-65-15,5-5-77 0,6 8-271 0,3-8-588 16,3-3 261-16</inkml:trace>
  <inkml:trace contextRef="#ctx0" brushRef="#br0" timeOffset="56484.15">15638 3990 220 0,'3'-4'323'15,"0"-2"-27"-15,-2 2-4 0,3 0-28 0,0 0-24 0,-4 3-25 16,0 1-21-16,6-4-21 0,-6 4-18 0,6-1-16 16,-6 1-20-16,9 6-7 0,-4 0-12 15,1 5-11-15,1-4-8 0,0 5-7 0,0 0-11 16,0 0-3-16,0 3-4 0,2 1-10 0,-2 1-1 0,-1-2-6 16,1 3-4-16,-1-2-2 0,-2-1-5 0,2-3 0 15,-5 3-2-15,3-7-4 0,0 3-4 0,0-6-1 16,-1 3 1-16,-3-4 1 0,4-1 2 0,-4 2 19 15,1-2 24-15,-1-3 7 0,3 3-11 0,-3-3 0 16,0 0-12-16,10-11 4 0,-6 4-5 0,0-2 1 16,0 1 5-16,4-2 7 0,0 0 2 0,-2-3 7 15,3-3 3-15,1 3 5 0,-1-3 0 0,1 1 8 16,-1 3 10-16,1-3 10 0,-2 1 4 0,3 4-4 16,-4-1 2-16,-1 1-7 0,1 1-6 0,0 4-5 15,1-4-6-15,-4 2-9 0,0 5-10 0,2-2-6 16,-2 1-12-16,0-1-6 0,1 2-5 0,-5 2-9 15,0 0 2-15,11 7-5 0,-8-2-3 0,4-2-5 16,-3 6-8-16,1 0-18 0,2 2-17 0,-1 0-22 16,-1 2-31-16,2-2-29 0,2 6-30 0,1-1-25 15,-6-5-26-15,7 3-27 0,-3-2-35 0,0-1-42 16,0 0-64-16,0 0-48 0,-1-1-213 0,1-5-672 16,1 3 297-16</inkml:trace>
  <inkml:trace contextRef="#ctx0" brushRef="#br0" timeOffset="57137.68">16231 4007 84 0,'0'0'286'16,"0"0"-21"-16,-1-4-25 0,1 4-28 0,0 0-21 16,-7-3-19-16,7 3-15 0,0 0-14 15,0 0-13-15,-3 12-15 0,0-6-10 0,3 1 1 0,0-1-14 16,3 2-9-16,-3-1-6 0,3 3-7 0,0 0-6 15,1 0-1-15,0-1-5 0,4 0-6 0,-1-1-4 16,0-1-6-16,-2-1 0 0,3 0 0 0,0-1-7 16,-1-2 0-16,0 1 4 0,1-1-10 15,-2 0-8-15,3-3 2 0,-1 0-2 0,-8 0-2 0,14-4-2 16,-7 0 1-16,0-1-6 0,-1 1-1 0,0-2 2 16,3 0-5-16,-7 0 3 0,3-3-2 0,-1 0-1 15,0 2 1-15,-1-4 8 0,-3 1-6 0,1 3 6 16,-1-3 18-16,-1 0-3 0,1 0 5 0,-3 1-2 15,2 1 10-15,-2 0-17 0,0-1-6 0,2 1 6 16,-2 0-1-16,1 2-2 0,0-2-4 0,1 1 9 16,1 2-1-16,-5 0-2 0,5 2 3 0,-3-2-2 15,3 5 0-15,0-5-11 0,0 5 3 0,0 0-8 16,0-5 1-16,0 5-1 0,0 0-4 0,0 0-1 16,0 0-3-16,15 3 1 0,-10-1-2 0,2 2 3 15,-1-1-3-15,3 2-1 0,-1 0 1 0,3 1 2 16,0 1 13-16,-3 1-16 0,3-1 2 0,-2 2-2 15,2-1-3-15,-4 0 0 0,4 2 2 0,0 0-5 16,-4-1 14-16,2 0-15 0,-2 0 3 0,-3-3-2 16,4 2 2-16,-2-2-4 0,-2-1 2 0,0 2-1 15,1-3 4-15,-2-2 6 0,0 1-3 0,-3-3 13 16,5 4 34-16,-5-4 5 0,4 2-1 0,-4-2 9 16,0 0-2-16,7-6 8 0,-3 2 3 0,0-1 8 15,-1 0 6-15,-2 0 4 0,3-2 1 0,2-1-2 16,-5 2-4-16,5-3-1 0,-2 1-6 0,2 1-2 0,1-1-2 15,0 2-5-15,-3-1 0 0,-1-1-12 16,3 3-3-16,0 2-5 0,-2-2-5 0,0 0-4 16,2 4-9-16,-1 0-3 0,-5 1-5 0,10 0-5 0,-10 0-9 15,9 2-11-15,-5 3-14 0,3 0-11 0,-3-2-26 16,3 2-22-16,-2 5-23 0,1-4-32 16,-1 4-22-16,2-1-27 0,-4-1-27 0,2 1-24 15,-1 0-43-15,0-1-45 0,1-2-56 0,-4 0-217 0,2 0-639 16,2-1 283-16</inkml:trace>
  <inkml:trace contextRef="#ctx0" brushRef="#br0" timeOffset="57353.91">16899 3986 4 0,'0'0'280'0,"4"-5"-12"0,-4 5-17 16,0 0-23-16,7-2-22 0,-7 2-21 0,8 0-17 16,0 0-19-16,0 0-8 0,1 0-20 0,-2 0-11 15,2 0-11-15,-2 0-12 0,5 1-22 0,-3 0-42 16,1-1-57-16,2 3-56 0,0-3-63 0,2-3-199 16,-2 3-380-16,2 0 168 0</inkml:trace>
  <inkml:trace contextRef="#ctx0" brushRef="#br0" timeOffset="58725.45">17258 3835 107 0,'0'0'215'0,"0"0"-20"0,-2 7-6 15,2-7-5-15,0 5-14 0,2 2-12 0,0-1-17 16,-1 0-12-16,3 3-13 0,1 1-5 0,-1 0-17 16,-1 1-7-16,3 0-8 0,-1 1-8 0,2-2-8 15,-2-1-4-15,3 3 2 0,-1-3-10 0,0 1-6 16,-2-2-5-16,-2-3-1 0,7 3-2 0,-5-1 0 0,-2-5 16 16,4 2 11-16,-3 0 7 0,1-1 5 15,1-3 7-15,-6 0 0 0,9-2-3 0,-9 2 2 16,10-6 2-16,-5 1 6 0,-1 1 10 0,2-3 0 15,-1 1-2-15,3-4 10 0,-2 1-1 0,-1 1 3 0,3-2 4 16,-2 1 6-16,2 0 2 0,-3-1 5 0,2 1 5 16,-1 1-3-16,-2 2-2 0,0 1-8 15,1-1-11-15,-1 1-11 0,0 2-15 0,-2-1-9 16,2 1-7-16,-4 3-11 0,5-1-8 0,-5 1-9 0,0 0 1 16,12 6-2-16,-6-1-10 0,-3 0-2 0,2 3-9 15,3 2-14-15,-2 0-11 0,0 0-18 0,4 0-9 16,-3 1-14-16,6 2-13 0,-2 2-6 0,2-4-23 15,1 3-15-15,0-5 1 0,2 2-11 0,1-1-6 16,-1-2-13-16,3-1-7 0,0-2-14 0,0 0-8 16,-1-1-3-16,2-2-1 0,-1-2 6 0,-1-1 1 15,2 0 8-15,-1-3 14 0,-2 0 12 0,3-1 14 16,-3 2 10-16,-3-3 12 0,1-2 7 0,0 1 8 16,-1-2 6-16,-2 0 16 0,-2 1 14 0,-3-4 14 15,2 5 16-15,-1-2 18 0,-1-2 14 0,-3 0 14 16,0 1 21-16,-2 0 13 0,0 0 22 0,-2-1 6 15,0 1-1-15,-2-2 2 0,-1 2-1 0,0-1-6 16,0 1-5-16,-1 2-9 0,-3 0-4 0,-2-1-13 16,1 4-5-16,-3-1-2 0,2 0-13 0,-4 2 0 15,2 2-7-15,-1 2-3 0,0 1-4 0,-2 0-2 16,2 2-6-16,4 1 1 0,-6 1-2 0,3 0-5 16,3-1 1-16,0 4-3 0,1-2 2 0,3-1 0 15,1 3-4-15,-1 0-2 0,4-1 0 0,-3 0 3 16,3-1 1-16,3 0-4 0,-1 2 0 0,3-1 0 0,-1 1 3 15,5 0-7-15,-3 1 1 0,2-1 1 16,2 2 6-16,1 1-7 0,-2-2 0 0,6 6 1 16,0-2-4-16,0 2-1 0,4 6 2 0,-4 2-2 15,4 1-3-15,-1 1 5 0,-2 2 10 0,2 0-11 0,1 5 2 16,-3-1 2-16,-3 0-4 0,0 1 1 0,-3-3-2 16,-1 2 1-16,-1-4-2 0,-4-5-2 15,-2-2 1-15,0-1 1 0,-3-1 10 0,0-5-9 16,-4 0 10-16,0-2 38 0,-3-2 44 0,1-1 41 0,-4-6 25 15,-1-1 14-15,-2-2 2 0,-2-3-9 0,-4-3-13 16,2-2-11-16,-6-5-14 0,-3-3-12 0,2-4-8 16,0 0-11-16,2 1 6 0,3-2 5 15,2-2-7-15,6 8-13 0,1-2-10 0,4-8-9 0,0 7-5 16,4 0-9-16,-3-2-7 0,6 2-11 0,3-4-15 16,3 4-19-16,3 0-18 0,4-7-21 0,2 5-30 15,3-2-28-15,5 1-31 0,0 0-30 0,4 3-30 16,-2-3-15-16,2 4-7 0,0 2-3 0,-1-2 9 15,3 3-2-15,-5 2 10 0,3 1 11 0,-9 3 13 16,1 0 17-16,1 0 13 0,-2 1 14 0,-3 1 13 16,-3 1 13-16,-1 0 8 0,-1 2 10 0,-1 1 11 15,0 0 7-15,-4-1 8 0,2 0 5 0,-1 1 10 16,-3 2 5-16,1-1 14 0,-1-3 6 0,-3 5 6 16,7-3 3-16,-3 0 7 0,-4 3 10 0,0 0 3 15,5-4 1-15,-5 2 4 0,0 2-4 0,0 0 2 16,6-1 0-16,-6 1 0 0,2-4 0 0,-2 4-2 15,0 0-1-15,0 0 2 0,3-4-3 0,-3 4-2 16,0 0 0-16,0 0-4 0,0 0 1 0,0 0-1 16,0 0-4-16,0 0 2 0,0 0-1 0,0 0-2 15,-16 2-1-15,6 0 7 0,5 1-6 0,-3-1-1 16,-1 0-1-16,-1 3 8 0,0 2-10 0,-1-1 1 16,-1-1 3-16,2 4-2 0,0-3 0 0,0 0 2 15,3 1 0-15,0-1 1 0,2-1-1 0,0 0 3 0,1 2-2 16,2-2 3-16,0-2 7 0,0 3 0 15,2-6 1-15,4 6 3 0,0-2 2 0,7 0-7 16,-1-2 0-16,1-1 2 0,6 1-4 0,-3-1-2 16,6-1 0-16,-1-1 0 0,-1-1-1 0,4 1-1 0,-3-1 2 15,-6 0-3-15,0-1 1 0,0 0 7 0,0 1-10 16,-4 0 1-16,-1-2 2 0,-1 2 5 0,-2-1 6 16,1 2 7-16,-1-3 7 0,-1 3 4 15,-4 1-6-15,4-3-4 0,-4 3-7 0,0 0 1 0,0 0-7 16,0 0 0-16,0 0 2 0,0 0 4 0,0 0-11 15,-12 9 2-15,11-5-3 0,-2 1 3 0,3 0-1 16,-4 2-1-16,4-1 12 0,0 1-12 0,0-1 1 16,0 2-3-16,1-2 10 0,4 2-18 0,-1-2-18 15,2 3-16-15,0-4-28 0,1 1-46 0,0-3-57 16,3 1-65-16,1-2-263 0,-4-2-540 0,6-1 239 16</inkml:trace>
  <inkml:trace contextRef="#ctx0" brushRef="#br0" timeOffset="59896.28">18557 3426 36 0,'0'-13'362'15,"4"-2"0"-15,-3 5-5 0,2-1-13 0,0 1 1 16,1-1-15-16,-1 6-28 0,-2-1-33 0,3 3-32 15,-4 0-17-15,0 3-31 0,0 0-21 0,15 7-14 16,-7 1-18-16,1 2-15 0,1 5-9 0,1 2-16 16,-4 3-6-16,9 8-15 0,-6 0-5 0,-2 4-14 15,6-3 10-15,-5 3-12 0,2 0-5 0,-3 1-4 16,0 1-6-16,1 0-7 0,-4-1 2 0,4 0-3 16,-3-3-16-16,-1 0-28 0,1-10-26 0,-3 2-20 15,-2-4-11-15,-1-1-27 0,5-5-18 0,-1 0-16 0,-4-2-11 16,0-2-6-16,4-2 10 0,-4-2-14 0,3-2-23 15,-3-2-9-15,4 2 1 0,-4-2 10 16,0 0 10-16,4-10 9 0,-1 5 11 0,0-3 22 16,-2-1 5-16,1-3 9 0,-2 2 17 0,-2-2 17 0,1 0 8 15,0-1 9-15,-1 0 39 0,-2 2 19 0,1-4 18 16,1 2 22-16,-3 4 13 0,1-3 6 16,3 1 13-16,-2 1 14 0,2 3 8 0,-3-2 9 15,1 2 9-15,2 1 7 0,-2-1-5 0,3 4 6 0,-3-1 5 16,3 4-16-16,-1-6-11 0,1 6-8 0,0 0-12 15,1-4-9-15,-1 4-4 0,0 0-6 0,14 1-9 16,-14-1-4-16,15 3-4 0,-7 2-4 0,4-2-8 16,1 1-2-16,0 2-2 0,4 0 0 0,-3-2-8 15,-3 2-2-15,3-1 1 0,-1 0 3 0,-2 2-2 16,0-3-5-16,1 1-5 0,-2 1-4 0,1-1 0 16,-4 1 1-16,-2-1-3 0,1-2-2 0,-1 2 2 15,-1 1-2-15,0 0 0 0,0-1-4 0,-1 3-1 16,-2-1-2-16,1-2-5 0,-2 2 3 0,0-2-3 15,1-1 8-15,-1 1-1 0,0-1 0 0,3 0 3 16,-3-4 3-16,1 4-1 0,-1-4 1 0,0 0 4 16,0 0-1-16,0 0-7 0,10-2 10 0,-10 2-1 15,9-8-5-15,-2 2 3 0,-3 2-6 0,4-2 11 16,0-3 9-16,3 2-13 0,-2-4 8 0,-1 2-17 16,5-5 11-16,-3 1 3 0,-1 2-3 0,1 0 1 15,1 0-2-15,-3-1 6 0,1 4-3 0,-3-2-5 16,-1 4-4-16,-1 1 1 0,1 0 2 0,0 1-7 15,-1 1-3-15,-4 3-7 0,4-1 10 0,-4 1 0 16,0 0-2-16,0 0-2 0,-3 12 0 0,3-6 5 16,-1 2-1-16,-2 0-3 0,3 2-8 0,-1 0-7 15,1 0-2-15,1 2 4 0,2-1-2 0,-2 1-3 16,2-4 8-16,-2 4-6 0,2-4-1 0,0 1 3 16,4-4 15-16,-5 2-16 0,1-2 4 0,5-2 3 15,-4 0 0-15,0-3 5 0,3 1 1 0,-7-1 0 0,12-1 0 16,-4-3 4-16,-1 2 3 0,0-1-5 15,0-5 3-15,4 4-2 0,-6 0-2 0,2-6 4 16,2 5-2-16,-3-2 3 0,-1-1 1 0,1 4-1 16,-2-2-3-16,2-1 6 0,0 2 1 0,-2 0-2 0,-1 1 0 15,1-1-1-15,-3 2 0 0,2 1 3 0,-3 2-3 16,2-4-2-16,-2 4 12 0,2-2-15 16,-2 2 2-16,0 0-3 0,0 0 3 0,14 6 2 15,-10-4-3-15,3 2 2 0,-2 0 1 0,2 0 4 0,5 1-6 16,-1 0 2-16,-1-1 2 0,3 4-1 0,6-5-4 15,-4 1 1-15,-1 1 2 0,6-2 1 0,1 0 0 16,-2-2-1-16,1 0 1 0,-1-1 1 0,-2-1 0 16,-3-1-2-16,4-5-2 0,-2 4 0 15,0-2 1-15,2-1 4 0,-4-1-1 0,-2 1-2 0,-1-3 0 16,0 0-2-16,0 0-1 0,-3-2 1 0,-1-1 3 16,1-1-2-16,-1-2 12 0,-4 2-12 0,-1 2 6 15,1-1 15-15,-2 2 3 0,-2-1 3 0,0 3 5 16,-1-2-4-16,0 6 0 0,-3-1-6 0,1 0 2 15,-1 1-4-15,-2 2-8 0,2 1-4 0,5 1 5 16,-18 3-3-16,7 3-9 0,2 0 10 0,-5 2 0 16,5 1 0-16,0 2-3 0,-3 2-3 0,7 3 5 15,-4 0-1-15,5 1 0 0,0-1 4 0,3-1-3 16,-2 1 8-16,6 1 5 0,-2 0-15 0,-1 0 4 16,6-1 5-16,1-3-19 0,2 1-20 0,2-4-30 15,-3 0-56-15,6 0-59 0,-1-3-87 0,5 1-98 16,-2-5-184-16,3-1-582 0,-1-2 258 0</inkml:trace>
  <inkml:trace contextRef="#ctx0" brushRef="#br0" timeOffset="60063.54">19474 3429 31 0,'-10'-6'143'0,"2"-1"-15"0,1 2-14 0,-1 4-15 16,1 1-54-16,7 0-75 0,-13 3-59 0,6-2-95 16,4 1 42-16</inkml:trace>
  <inkml:trace contextRef="#ctx0" brushRef="#br0" timeOffset="63441.85">20646 3592 76 0,'0'-13'315'0,"4"-5"-8"15,-4 0-7-15,-4 0-5 0,4 0-6 0,-1 1 18 16,-2 0-20-16,0 1-7 0,-3 4-7 0,4 0-14 15,-1 2-23-15,1 0-20 0,-1 2-25 0,-5 3-18 16,5 0-22-16,-2 1-20 0,-5 1-16 0,3 2-1 16,-1 2-26-16,-4 3-6 0,-3 2-12 0,0 5-2 15,0 3-8-15,-4 4-11 0,0 3-5 0,5-3-4 16,-2 8 1-16,7-7-2 0,-6 6-11 0,4-1-7 0,1-4-5 16,7 1-13-16,-1-2-3 0,-1 1-3 15,2 2-9-15,6-4-6 0,-1 1-4 0,5-2-1 16,0-1-2-16,4-2 0 0,1 0-7 0,1-4-3 0,4-1-11 15,1-1-3-15,1-3-19 0,0-4-12 0,3 1 11 16,1-3-16-16,-3 1 7 0,1-1 10 0,-4-4 9 16,5-2 0-16,-5 2 5 0,-3-1 12 15,0 0 1-15,-1-1 4 0,-1 1 7 0,-4-2 1 0,0 0 11 16,0 5 9-16,-4-4 1 0,0 3 5 0,0 2-4 16,-1-1 3-16,0 1-7 0,-3 2 3 0,0 0 0 15,0 0-3-15,0 0 4 0,5 7 0 0,-5-1 5 16,0 0-5-16,0 0 3 0,0 2-1 0,3 0-3 15,-1 2 6-15,1 0-9 0,0 1 0 0,1-2 3 16,3 3-2-16,-1-6-2 0,3 5-5 0,-1-4 2 16,0-2-18-16,3 3 1 0,0-3-3 0,-1-1-11 15,-1 0 1-15,3-2 2 0,-3 0 4 0,-3-2 2 16,1 0 11-16,1-3-7 0,-2-2 6 0,-2 3 11 16,-1-3-9-16,1-1 3 0,-3-1 3 0,-1 1 8 15,-3-5-1-15,-1 4 7 0,0-4 1 0,-1 1 5 16,-2 0 6-16,-1 0 4 0,-5-2 5 0,5 2 4 15,-3 2 2-15,2 0 1 0,-1 2 4 0,2-2 3 16,1 3 6-16,2 1 6 0,2-1-3 0,-1 2 4 16,1 0 2-16,3-1-3 0,-4 0-8 0,4 4 0 15,4-7-6-15,2 5-1 0,-1-2-2 0,10 2-4 16,0 0-3-16,6 1-2 0,-1-2-1 0,2-1-5 16,2 3 5-16,2 1-5 0,-5-4 1 0,2 3-2 15,1 1-3-15,-4-1-1 0,-2 1 1 0,-2 1-1 16,-2-1-1-16,0 4-1 0,-2-4-2 0,-4 0 1 15,-1 1-3-15,1-1-6 0,-3 3 0 0,2-1 4 16,-3 0 0-16,-1 2-2 0,0-2 1 0,-2 4 2 16,-1 0-1-16,0-1 1 0,0 1 4 0,-1 2-2 0,0 1 0 15,-1 0-5-15,2 1 3 0,-1 1 1 0,-1-1-3 16,2-1 1-16,-1 1 4 0,2 2-1 16,1-1 0-16,-1 1 1 0,1-3-2 0,0 4 3 15,1-5-1-15,2 2-3 0,-5-2-14 0,2 0-4 0,-2-2-16 16,1 2-12-16,-1-4-14 0,0 1-13 0,0-1-9 15,0-4-13-15,-5 7-16 0,-1-4-26 0,-1-2-25 16,-1-1-26-16,1 0-48 0,-3 0-185 0,-1-1-456 16,0-1 202-16</inkml:trace>
  <inkml:trace contextRef="#ctx0" brushRef="#br0" timeOffset="63759.86">21525 3287 278 0,'-3'-3'304'0,"3"3"-26"0,0 0-38 0,0 0-20 15,0 0-23-15,0 0-19 0,-7 11-15 0,2 1-15 16,2 0-12-16,2 3-6 0,-5 3-12 0,0 3-9 15,0 4-12-15,1 3-3 0,1 1-6 0,1 3-8 16,0-4-1-16,-2 3-6 0,1-2-4 0,2 3-6 16,4 1-4-16,-4-2-5 0,6 3-6 0,2-1-2 15,-2-2-5-15,0-2-2 0,5 0 3 0,2 2-11 16,-4-5 0-16,3-1-15 0,-1-7-32 0,2-2-29 16,1-2-42-16,-1 1-52 0,3-2-71 0,-1-7-75 15,-3 0-177-15,2-3-499 0,0-3 221 0</inkml:trace>
  <inkml:trace contextRef="#ctx0" brushRef="#br0" timeOffset="63944.86">21453 3627 98 0,'-14'-3'311'15,"3"1"-7"-15,4-3-13 0,-1 4-13 0,4 0-15 16,4 1-9-16,-11-1-22 0,11 1-17 0,-4-2-17 15,4 2-24-15,0 0-9 0,0 0-15 0,0 0-20 0,0 0-15 16,33 2-26-16,-14-1-57 0,1-1-54 0,2 2-65 16,-3 1-77-16,13-1-85 0,-11-2-215 15,12 0-500-15,-3 1 221 0</inkml:trace>
  <inkml:trace contextRef="#ctx0" brushRef="#br0" timeOffset="64245.04">21997 3254 110 0,'-6'4'238'0,"2"1"-8"0,-1 3-12 15,-4 3-6-15,2 4-11 0,-2 1-11 0,0 2-8 16,-2 2-7-16,1 7-9 0,-1 0-1 0,4 1-5 15,-2 1-7-15,2-1-5 0,2 2-12 0,2 0-9 16,0-1-7-16,3 1-12 0,3-1-6 0,1 2-8 16,7 0-7-16,-1-3-6 0,6-2 4 0,3 2-16 15,0-3-5-15,3-2-9 0,2-3-7 0,2-3-11 16,0-1-39-16,3-4-49 0,-1 0-70 0,-5-6-76 16,9-3-87-16,-8 0-234 0,5-5-561 0,-9-1 248 15</inkml:trace>
  <inkml:trace contextRef="#ctx0" brushRef="#br0" timeOffset="64596.28">22434 3431 412 0,'0'0'508'16,"0"-5"21"-16,-2 1-3 0,2 4-22 0,-3-7-17 15,3 1-38-15,-4 3-31 0,2-2-25 0,-3 0-32 16,1 1-35-16,0-1-33 0,-4 0-23 0,4 1-33 0,1-1-15 16,-1 2-29-16,-3 1-14 0,5-2-36 15,2 4-16-15,-6-3-14 0,6 3-24 0,0 0-9 16,0 0-7-16,-8 8-17 0,8-2-5 0,0 2-6 16,3 4-7-16,2 2-9 0,-3-1 2 0,0 2-5 0,8 3-5 15,-5 0-8-15,7-1 0 0,-5 0 4 0,3 1-8 16,-2-1 0-16,0-4-4 0,0 2-11 15,-5-2-5-15,4-3-3 0,-3 3-12 0,0-3-15 16,1 2-16-16,-2-2-13 0,0-1-21 0,-2-4-30 0,2 3-30 16,-3-2-23-16,1-3-36 0,2 3-35 0,-3-2-21 15,0 0-20-15,0-4-14 0,-4 6-27 0,1-2-40 16,3-4-42-16,-9 1-279 0,2 0-744 0,-1-2 329 16</inkml:trace>
  <inkml:trace contextRef="#ctx0" brushRef="#br0" timeOffset="64830.45">22688 3824 216 0,'0'0'223'0,"1"5"3"0,-1-3 4 0,0-2 0 16,-3 7-1-16,-2-3-12 0,2-1-17 0,-2 0-20 15,-1-1-14-15,-1 2-12 0,2 0-15 0,-4 0-1 16,3 0-28-16,-6-3-9 0,1 5-20 0,2-1-44 16,0-2-51-16,2 1-64 0,0 0-70 0,0-3-70 15,2 2-186-15,1-2-437 0,4-1 194 0</inkml:trace>
  <inkml:trace contextRef="#ctx0" brushRef="#br0" timeOffset="65349.1">23165 3498 339 0,'4'-11'339'15,"-1"0"-14"-15,4 3-16 0,-5-3-19 16,-2 6-20-16,0-1-20 0,0-2-32 0,-1 2-17 16,-6-2-23-16,3 2-18 0,0 1-21 0,-3 1-11 15,-4 0-15-15,-1 0-15 0,-3 4-9 0,0 0-10 0,0 2-4 16,-2 1-12-16,0 4-8 0,-2 0-2 0,4 2-12 16,0 3-5-16,0-2-11 0,5 4 9 15,0-6-2-15,0 6-3 0,1 3-5 0,4-5 5 16,0 1-16-16,1 0-5 0,4 0-12 0,0 0 1 0,3-2 4 15,-2 1 0-15,5-1-17 0,1-1 4 0,2 0-5 16,1-4-7-16,2 1 0 0,2 1-8 0,-1-4 0 16,8-3 1-16,-8 1 2 0,6-1 4 0,-3-2 3 15,2-2 5-15,1 2 0 0,-1-5-1 0,-6 0 1 16,2 1 6-16,2-4 1 0,-4 1 5 0,-5 0 18 16,3 0 2-16,1-1 15 0,-5 0 24 0,-1 0 13 15,-1 0 26-15,1 2 19 0,-4 2 4 0,3 0 2 16,-1 1-12-16,-2 0-19 0,1 1-6 0,-2 3-12 15,0 0-4-15,0 0-17 0,0 0-3 0,0 0-6 16,0 0-1-16,-6 11-8 0,2-4-7 0,4 0-21 16,-1 4-14-16,1-1-23 0,-3 1-19 0,3 6-22 15,1-5-22-15,1 3-29 0,-1 0-36 0,3 4-42 16,0-1-66-16,-1-6-75 0,0-1-245 0,1-2-640 16,0 0 285-16</inkml:trace>
  <inkml:trace contextRef="#ctx0" brushRef="#br0" timeOffset="66185.23">22539 3300 16 0,'-1'-3'239'0,"1"3"-20"16,0 0-13-16,-3-3-17 0,3 3-18 0,0 0-17 16,-8-2-17-16,8 2-12 0,-2-2-10 0,2 2-14 15,0 0-11-15,-14 1-7 0,14-1-3 0,-15 3-1 16,10 0-4-16,-4-1-3 0,1 4-5 0,-4-2-5 15,1 0-4-15,0 2-2 0,-1-2-1 0,2 4 2 16,2-1-5-16,-4 0-4 0,5 0-3 0,-4-2-2 16,2 2-4-16,2-3-6 0,2 1 3 0,-2 0-3 15,3 0-1-15,1 2-1 0,-1-4 6 0,1 4 0 16,3 1 3-16,0-2 8 0,3-1-6 0,2 3 4 16,2 1-4-16,1 0-1 0,-1 0-5 0,5 0-3 15,3 0-3-15,-6-1-5 0,7 0-3 0,-2 5 1 0,0-4-2 16,0 3-3-16,-1-5 2 0,-3 2-5 0,1-1-1 15,0-1-3-15,-3 3-3 0,0-3 1 16,-1 2-2-16,1-2 0 0,-2-2 8 0,-2 1-10 16,0-1 0-16,1 2-1 0,-2-2-2 0,-2-1-3 0,-2 1 4 15,2 0 1-15,-1 0-1 0,-1-2 8 0,-2 2 11 16,-1 1 12-16,0-3 4 0,0 0 10 0,-3 2 6 16,-1-2 2-16,-1 0-5 0,-4-1 0 0,1 1-9 15,-2-1-1-15,-2 2-3 0,2-3-6 0,2 2 0 16,-3 0-7-16,4-1-22 0,-2 1-21 0,2-2-38 15,-1 3-34-15,-1-3-38 0,2 3-45 0,5-1-36 16,0-2-79-16,1 1-243 0,2 1-576 0,3-3 255 16</inkml:trace>
  <inkml:trace contextRef="#ctx0" brushRef="#br0" timeOffset="66837.53">23432 3158 197 0,'0'0'368'0,"0"0"-18"15,0 0-25-15,0 0-22 0,0 0-32 0,0 0-24 16,0 0-14-16,0 0-5 0,0 0 5 0,12 13-15 16,-3-5-10-16,2 2-8 0,0 0-8 0,4 1-17 15,2 4-12-15,0 0-14 0,2 4-21 0,6 3-5 16,-1 1-11-16,-1-2-9 0,0 0-6 0,-2 3-15 16,1-1-5-16,-6 3-14 0,3 2-6 0,-3-1-3 15,-3 4-4-15,-2-2-11 0,-2 0 4 0,-4 1-11 16,-2 1-5-16,0-2-13 0,-5 2-23 0,1-2-14 15,-6 0-20-15,-1-2-9 0,1-7-27 0,1-1-14 16,-3 0-22-16,-3-1-15 0,0-2-18 0,-3-1-21 16,4-2-16-16,-1-5-27 0,0 1-31 0,2-4-38 15,0 0-42-15,1-2-187 0,2-1-552 0,2-1 245 16</inkml:trace>
  <inkml:trace contextRef="#ctx0" brushRef="#br0" timeOffset="67473.11">24143 3126 207 0,'0'0'320'0,"-3"-4"-13"16,3 4-18-16,0 0-7 0,0 0-29 0,0 0-26 15,0 0-21-15,0 0-19 0,0 0-5 0,0 0-1 16,17 8-1-16,-7-3-8 0,4 3-8 0,4-1-2 16,2 2-14-16,9 0 4 0,-1 2-16 0,2 0-5 15,0-2-7-15,2 0-7 0,2 2-14 0,-2-3-6 16,0 0-14-16,0-3-4 0,-5 1-7 0,-5 1-7 15,-2-2-11-15,-2-2 0 0,-4 2-8 0,-2-3-10 16,-2 1 1-16,-2-1-4 0,1 1-8 0,-5-1-6 16,0-1 1-16,1 4-10 0,-2-2 2 0,1 0 1 15,-4 2-6-15,0-1 2 0,-2 2 2 0,-2 2-1 16,-2 2 7-16,0-2-6 0,-3 2 3 0,-4 4-1 16,2-1-3-16,-4-1-1 0,-3 4 5 0,1-3-2 15,-5 5 1-15,-3-1-1 0,2-1 2 0,0-1 0 16,-2 1-3-16,2 0-2 0,3-6 3 0,2 0-1 15,-1 0-1-15,0 1-1 0,0-1 0 0,4 0-1 16,3-3-17-16,0 0-27 0,2-2-40 0,2 0-29 0,3-1-20 16,0 0-14-16,0 0-7 0,5-2-18 15,2 3-50-15,3-2-57 0,2-2-72 0,-2 0-262 16,6 0-654-16,4-1 289 0</inkml:trace>
  <inkml:trace contextRef="#ctx0" brushRef="#br0" timeOffset="68861.35">24362 3782 48 0,'0'0'115'16,"0"0"0"-16,0 0-8 0,0 0 3 0,0 0 2 15,0 0-6-15,0 0 1 0,0 0 1 0,0 0-6 16,0 0-5-16,0 0 1 0,0 0-1 0,0 0-5 15,0 0-4-15,0 0 0 0,0 0-10 0,0 0-1 16,0 0-5-16,0 0-2 0,0 0-6 0,0 0 5 16,0 0-6-16,0 0-1 0,0 0-4 0,0 0-1 15,-8 1-2-15,8-1-1 0,-4 1-4 0,4-1 1 16,0 0-2-16,0 0 0 0,-8 0 4 0,8 0-5 16,0 0-2-16,0 0 3 0,-7 1-1 0,7-1 3 15,0 0 4-15,0 0 5 0,0 0 6 0,0 0 5 16,0 0 5-16,0 0 10 0,0 0 4 0,0 0 14 15,0 0 8-15,0 0 14 0,0 0 4 0,0 0 7 16,0 0-7-16,0 0-7 0,0 0-20 0,15-6-2 16,-8 3-12-16,6 1-11 0,2-1-4 0,3-1-7 15,1 1-8-15,3-1-4 0,1-2-12 0,1 3 0 16,4-2-6-16,-5 0-1 0,-2-1-8 0,1 2 9 16,0-1-8-16,0 0-5 0,-3 0-4 0,1 0 5 15,0 0-4-15,-3 0 1 0,-5 1-3 0,2 0-4 16,-1-1 0-16,-1 2-2 0,-5 2 2 0,3-2-7 0,-4 1 3 15,3-1-2-15,-4-1 1 0,-1 3-2 16,1-3-1-16,-1 4 0 0,-4 0-2 0,6-2 2 16,-6 2-6-16,7-2-3 0,-7 2-17 0,0 0-21 15,3-3-21-15,-3 3-29 0,0 0-35 0,0 0-37 0,5-4-43 16,-5 4-44-16,0 0-63 0,3-4-46 16,-3 4-267-16,1-4-677 0,4 3 301 0</inkml:trace>
  <inkml:trace contextRef="#ctx0" brushRef="#br0" timeOffset="70132.34">25288 3254 225 0,'3'-3'286'16,"1"1"1"-16,-4 2-1 0,2-5 4 0,-2 5-6 16,1-4-24-16,-1 4-21 0,0 0-18 15,0 0-23-15,0 0-29 0,0 0-23 0,0 0-16 0,0 0-1 16,0 0-24-16,0 0-13 0,-18 9-10 0,11-3-12 15,-1 2-5-15,0 1-3 0,1 1-8 0,0 2 7 16,-1-1-18-16,4 0-1 0,-1 0-3 0,3 4 5 16,-2-2-14-16,4 0 4 0,0-1-6 0,2 3 18 15,2-4-19-15,3 1 1 0,-1-1-5 0,4 1 5 16,-1-2-6-16,6 1-1 0,0-3-2 0,0 0-5 16,0-3 4-16,0-2 3 0,6-2-12 0,-2 0 5 15,2-1-3-15,-8-1 5 0,8-1 0 0,-7-5-4 16,4 1-3-16,-3-3 5 0,-2 2-7 0,-2-2 1 15,3-5 6-15,-5 4 3 0,-1 0 3 0,-1-6 17 16,0 4-15-16,-3-1 6 0,-1 0-3 0,-2-4 0 16,-2 3-3-16,-2 2-3 0,-2 1-1 0,-5-2-5 15,3 3-4-15,-2 1-3 0,-5 0-5 0,-1-1 6 16,-4 1-24-16,0 1-28 0,1 6-27 0,-5-2-41 16,0 3-33-16,3 2-48 0,-1 1-53 0,-2 1-81 15,3 1-257-15,6 1-632 0,-6 1 279 0</inkml:trace>
  <inkml:trace contextRef="#ctx0" brushRef="#br0" timeOffset="76655.56">3072 2510 126 0,'4'-7'267'0,"-3"3"-1"0,1-1-28 16,-2-1-23-16,1 5-25 0,-1 1-18 0,0 0-16 15,0 0-17-15,10 7-14 0,-2 1 16 0,0 9 14 16,3 7 4-16,2 5-1 0,1 5-2 0,-4 1 6 15,0 13-5-15,4 5-10 0,-3 3-6 0,1 4-8 16,-2 0-14-16,5 3-9 0,-7 23 0 0,3-23 4 16,0 1-1-16,5 31-2 0,-4-2-10 0,0-6-3 15,1 4-5-15,-4-27-5 0,5 24-1 0,3 0-4 16,-7-25 3-16,0-1-5 0,7 30-13 0,-6-30 10 16,9 31-6-16,-2-6-7 0,-3-29-6 0,10 27-6 15,-16-25-3-15,11 2-5 0,-3-2-3 0,3 0-4 16,-1-3-4-16,3 0-4 0,-3-2 1 0,0 2-5 15,-1-1-2-15,1-4-1 0,-4-3-1 0,1 1-3 16,-6-14-1-16,4 12 1 0,-4-14-4 0,-3 2-9 16,3-3 11-16,-1 1-3 0,-2-1-2 0,-3-1-4 15,4-5 0-15,-1 2 1 0,-5-9-3 0,0-1 2 16,2 1-16-16,-3-1-4 0,1-2-20 0,-1-1-17 16,-1-3-17-16,0 0-13 0,1-3-30 0,1 0-10 15,-2 0-32-15,0-3-21 0,0 1-16 0,1 2-16 16,-1 1-27-16,0-4-41 0,2 0-35 0,-1 0-33 15,3 2-224-15,0-2-609 0,-1-1 271 0</inkml:trace>
  <inkml:trace contextRef="#ctx0" brushRef="#br0" timeOffset="76923.14">4133 5592 29 0,'0'0'321'16,"0"0"-19"-16,0 0-23 0,0 0-19 0,0 0-15 15,0 0-3-15,-29 7-12 0,20 0-5 0,-6 3-10 16,0 2 3-16,-1 2-32 0,-1 0-10 0,-6 4-5 16,-1-2-16-16,-1 4-18 0,-2 1-15 0,2-1-6 15,1-2 0-15,1 1-46 0,1 2 17 0,0 1-9 16,1 0-4-16,3 0-26 0,2-6-36 0,2 0-43 15,1-2-38-15,0-3-47 0,1 1-57 0,-3 0-71 16,8-6-75-16,-4 0-208 0,2-1-572 0,1-2 254 16</inkml:trace>
  <inkml:trace contextRef="#ctx0" brushRef="#br0" timeOffset="77140.16">3496 5679 278 0,'0'0'256'16,"0"0"-19"-16,0 0-31 0,0 0-21 0,0 0-13 15,0 0-7-15,7 14-11 0,-3-7-12 0,3 0-16 16,1 4-12-16,2-1-10 0,2 4-7 0,3-1-10 0,7 7-9 16,2 0-2-16,-2 1-10 0,4 0-13 15,-3-2-35-15,-1-2-59 0,2 1-80 0,-2 3-79 16,-7-7-176-16,1 0-406 0,-4 1 179 0</inkml:trace>
  <inkml:trace contextRef="#ctx0" brushRef="#br0" timeOffset="77576.47">3464 6794 198 0,'0'-13'432'0,"2"1"-24"16,-2 1-10-16,0-1 7 0,0-2-7 0,0 7-19 0,3-4-18 16,-3 4-21-16,0-1-28 0,0 2-32 15,0 1-27-15,0 2-30 0,0 3-25 0,0-5-29 16,0 5-18-16,0 0-17 0,0 0-15 0,4 13-11 16,-1 1-9-16,0-1-10 0,2 6-8 0,1 0-11 0,-2 2-7 15,2 7-4-15,3 1-6 0,-4 2-4 0,3-4-7 16,-1 8-5-16,3-4-9 0,-4 4 8 15,3 0-10-15,0 0-18 0,-1-1-18 0,2-1-26 16,-1 1-23-16,1-4-30 0,1 2-30 0,2-4-32 0,-2-1-39 16,-1-2-33-16,3-1-53 0,-7-7-65 0,1-4-70 15,-2-2-273-15,0 1-740 0,2-6 327 0</inkml:trace>
  <inkml:trace contextRef="#ctx0" brushRef="#br0" timeOffset="77909.98">3899 6839 301 0,'1'-13'388'0,"-1"2"-3"15,0-1 1-15,2 1-9 0,-2 5-16 0,-2-1-29 16,2 2-31-16,0 1-31 0,0 4-34 0,0-7-31 16,0 7-19-16,0 0-20 0,0 0-17 0,3 13-13 15,-2-2-9-15,3 2-18 0,2 4-11 0,-2 2-5 16,0 8-12-16,6-2-8 0,-5 4-10 0,2-2-3 16,0 1-3-16,2 0-8 0,1 2-9 0,-2-3-7 15,3 0-26-15,-6-8-30 0,5 5-33 0,-5-6-39 16,2-1-39-16,0-5-38 0,-3 1-39 0,-2-3-61 15,3-3-61-15,-3-1-297 0,1-2-681 0,-3-4 303 16</inkml:trace>
  <inkml:trace contextRef="#ctx0" brushRef="#br0" timeOffset="78244.5">3831 6696 111 0,'-5'-11'363'0,"0"1"-4"0,1 5 0 0,3-2-23 16,-2 1-29-16,0 1-24 0,2 1-30 0,1 4-32 16,-1-4-21-16,1 4-23 0,0 0-16 0,16 4-17 15,-2 0-14-15,2 5-9 0,9 8-17 0,-1-1-11 16,2 6-10-16,-1 1-6 0,2 1-9 0,0 1-9 16,1 2-2-16,0 1-2 0,-1 1-4 0,-3 2-6 15,-2 0-11-15,-3 1-4 0,-1-2 6 0,-6 3-10 16,-1-7 0-16,-2 5-4 0,-1-3 5 0,-6 2-11 15,-2-5-1-15,-6 1-2 0,-3-6 0 0,2-2 1 16,-4 6 5-16,-9-3-2 0,6-6 2 0,-6-3 1 16,5-1-3-16,-4 0 2 0,-1-2 9 0,4-3-15 15,-1 1 0-15,3-5-3 0,1-1-6 0,2-1-21 16,1-2-31-16,2-1-37 0,3-2-44 0,2 0-48 16,0-1-56-16,3-2-64 0,6-2-63 0,-1-3-194 15,6-2-600-15,-2-2 265 0</inkml:trace>
  <inkml:trace contextRef="#ctx0" brushRef="#br0" timeOffset="78545.57">4304 6732 28 0,'0'0'405'16,"2"-4"-8"-16,-2 4-19 0,0 0-33 0,2-4-37 15,-2 4-49-15,0 0-6 0,0 0-36 0,0 0-23 16,0 0-21-16,0 0-22 0,10 18-7 0,-7-8-12 0,1 2-17 16,1 5-8-16,-2 1-5 0,5 3-22 15,-4-2-4-15,2 8-4 0,3-1-9 0,-1 1-5 16,-5 1 4-16,5-2-16 0,-4 1-2 0,4-1-3 16,-2-4 6-16,-2-2-12 0,1 1 1 0,-2-3-6 0,-2-6-10 15,2 1-31-15,0-2-33 0,-3 0-34 0,1-5-37 16,3 2-21-16,-4-4-39 0,0 0-73 0,0-4-65 15,0 0-237-15,0 0-595 0,0 0 262 16</inkml:trace>
  <inkml:trace contextRef="#ctx0" brushRef="#br0" timeOffset="78764.13">4297 6762 146 0,'-3'-4'351'16,"1"-1"-5"-16,1 0 26 0,1 5-11 0,-4-10-12 0,4 5-14 15,0 1-30-15,0 4-31 0,0-5-24 0,4-2-21 16,-3 5-25-16,6-2-18 0,0 2-25 0,2-5-19 16,-2 3-10-16,8-1-13 0,-1 3-16 15,3-1-9-15,2-4-31 0,3 6-18 0,0 0-31 0,-2 2-30 16,2 0-38-16,0 1-29 0,-2-1-32 0,-2 3-39 16,-3-1-32-16,-3-3-28 0,3 3-32 0,-6 1-23 15,-2-1-16-15,0 3-10 0,-3-3-149 0,-4 2-481 16,-2 0 212-16</inkml:trace>
  <inkml:trace contextRef="#ctx0" brushRef="#br0" timeOffset="79097.52">4424 6854 8 0,'0'4'103'0,"0"-4"16"0,4 8 4 0,3-5-3 16,3-2-2-16,0 1-9 0,1 0-8 0,2-1-9 15,1 1-6-15,0 1-17 0,1-3-1 0,-3 2-9 16,3 0-5-16,-3-1-4 0,2 2-9 0,-2-2-1 15,-5 2-7-15,-1-2 0 0,0 4-4 0,-2-3-9 16,-1 3 1-16,-3-2 0 0,0 1-5 0,-3 3-1 16,-1 0 3-16,-4 1-8 0,0-1-2 0,-2 4 4 15,-3 3 6-15,-1-2-13 0,-1 1 1 0,2 3-3 16,-4-2 4-16,2 1 0 0,-4 6 0 0,6-7 2 16,-2 3 25-16,1-2 2 0,4-3 5 0,1-1 11 15,2 0 2-15,2-2 8 0,2 1 12 0,-1-2 20 16,7-1 16-16,-2 0 23 0,3-1 25 0,6-3-6 15,2 1-11-15,3-3-15 0,7-1-5 0,9 0-19 16,2-2-6-16,-2-3-10 0,0-2-3 0,2-2-21 16,-5 0-6-16,1 2-19 0,2-3-40 0,-9 0-48 15,-3 2-48-15,0-3-50 0,0-2-80 0,-1 1-56 16,-6-4-174-16,0 1-497 0,-5 1 220 0</inkml:trace>
  <inkml:trace contextRef="#ctx0" brushRef="#br0" timeOffset="79565.84">4859 6730 150 0,'0'0'244'0,"2"-2"-27"0,-2 2-11 16,0 0-7-16,1 12-4 0,-1-5-5 0,1 1-9 16,-2 1 5-16,1 3-10 0,-1 1-4 0,1 4-9 15,-2 2-11-15,2-1-4 0,0 5-12 0,-4-2-14 16,-1 7-9-16,-2-1-12 0,0 2-8 0,0-4-6 15,3-4-12-15,-2-1-7 0,0 1-26 0,-1-1 16 16,3-3-4-16,-3 0-3 0,4-5-7 0,2-4-3 16,-4 0-2-16,2-2 0 0,2-1 4 0,-2-3-7 15,3-2 2-15,0 0-3 0,0 0-7 0,-7-12-5 16,7 6-1-16,0-5 9 0,0-6-13 0,2-2-7 16,-2-2 0-16,2-7 0 0,1-4 0 0,0 2 11 15,1-3-19-15,1-3 1 0,-1 0 1 0,3 3-4 16,-3-2-3-16,-1 4 4 0,1 0 2 0,0 4 7 15,0 8 38-15,-3 1 21 0,2 1 19 0,-2 6 10 16,2-1 9-16,-3 4 6 0,0 0-4 0,0 2-14 0,2 1-14 16,-2 0-14-16,2 2-11 0,-2 3-6 0,0 0-6 15,0 0-4-15,11 7-7 0,-5-2-3 16,2 4 0-16,0 2-3 0,-1 6-5 0,5 1-3 16,-4 1 2-16,3 7-6 0,1 1-1 0,-1 0 1 15,0 1 0-15,3 0-7 0,2-1 6 0,-4 3-4 0,2-1 1 16,-1 1-2-16,-2 0-2 0,2-2 2 0,-3 2 1 15,1-4-14-15,-2 3-33 0,1-5-32 16,0-6-39-16,-3 0-51 0,-6-6-53 0,6 0-55 16,-2-1-70-16,-1-1-61 0,-4-4-261 0,3-2-713 0,-3-4 317 15</inkml:trace>
  <inkml:trace contextRef="#ctx0" brushRef="#br0" timeOffset="79768.2">4826 7034 314 0,'-5'0'340'0,"5"0"-1"0,-13 0-10 0,13 0-12 16,-6 1-20-16,6-1-23 0,-8 0-16 15,8 0-13-15,0 0-11 0,0 0-3 0,0 0-8 0,0 0-16 16,0 0-14-16,28 4-21 0,-14-4-18 0,9 0-17 16,7 1-13-16,-8 0-16 0,8-1-32 0,1 4-44 15,-9-4-51-15,9 3-69 0,-6-3-72 0,-5 2-86 16,1-2-97-16,-3 4-282 0,-4-3-677 0,0 2 300 15</inkml:trace>
  <inkml:trace contextRef="#ctx0" brushRef="#br0" timeOffset="80084.22">3399 7690 163 0,'-10'4'259'0,"3"-1"-9"16,2 0-9-16,2-2 4 0,3-1 18 0,0 0 1 16,19 4-11-16,3-7-10 0,15 1-25 0,20-4-27 15,5-1-20-15,9-8-13 0,23 4-16 0,3-3-10 16,-1-2-17-16,-1 2-5 0,2 2-15 0,1-1-4 15,0 3-15-15,-2-2-1 0,6 1-10 0,-34 3-7 16,2 0-6-16,-1-1-14 0,0-1-42 0,-6 0-49 16,-1-2-52-16,-7 2-68 0,-2-1-84 0,-16 0-306 15,-2 0-610-15,-5-3 271 0</inkml:trace>
  <inkml:trace contextRef="#ctx0" brushRef="#br0" timeOffset="80452.2">5673 7114 290 0,'0'0'315'0,"0"0"-25"0,0 0-26 0,-9 1-26 0,9-1-25 16,-4 3-24-16,4-3-15 0,-2 6-16 0,0-3-11 15,2-3-9-15,0 9-14 0,0-5-9 0,2 2 0 16,-1-1-17-16,0 3-7 0,3-1-8 0,-1-2-6 16,1 1-3-16,0-1-11 0,2 2-2 0,0-4-8 15,1 2-2-15,-1-2-3 0,-1 1-7 0,1-1-1 16,0-2-5-16,1-1-3 0,-7 0 0 0,8-1-4 15,-2-4-8-15,-2 0-4 0,1 2 1 0,1-2-14 16,-5-2-19-16,-1 1-21 0,3-2-31 0,-6 0-34 16,2-2-49-16,-3 0-37 0,1-3-61 0,-5-2-238 15,-2 0-529-15,2-1 234 0</inkml:trace>
  <inkml:trace contextRef="#ctx0" brushRef="#br0" timeOffset="80753.37">5611 6790 191 0,'-8'-1'295'15,"8"1"-11"-15,0 0-18 0,0 0-23 0,0 0-22 16,-8 1-20-16,8-1-22 0,0 0-19 0,0 0-12 16,-1 5-12-16,1-5-10 0,1 5-10 0,-1-5-4 0,4 8-11 15,2-3-5-15,-2-1-9 0,4-1-6 0,-2 0-5 16,0 2-9-16,4-2-4 0,-2-1-7 15,1 0 12-15,-3-1-21 0,2-1-7 0,-3 0-1 16,1 2-2-16,-6-2-3 0,11-2-4 0,-7 0 1 0,-3-1-2 16,-1 3-3-16,4-8-8 0,-4 8 2 15,-3-6-5-15,-1 0-3 0,0 1 1 0,-1 1-18 16,-3-1-22-16,2 1-18 0,-1 1-36 0,-1 0-26 16,-1-2-40-16,3 4-60 0,-2 0-53 0,8 1-222 0,-10 1-520 15,10-1 231-15</inkml:trace>
  <inkml:trace contextRef="#ctx0" brushRef="#br0" timeOffset="83061.52">6327 6803 62 0,'1'-27'319'0,"-1"8"-4"0,0-1-1 0,0 0 15 0,-1 2 4 15,0 2 0-15,-2-1-6 0,0 1-14 0,3 3-16 16,0 2-18-16,-1 1-6 0,-1 0-11 0,0 0-16 16,0 2-19-16,1 2-22 0,1 2-21 0,0 4-23 15,0-6-19-15,0 6-21 0,0 0-5 0,0 0-18 16,0 0-8-16,4 14-11 0,0-3-6 0,2 5-7 15,-1 3-2-15,0 1-11 0,3 9-5 0,-2 1-2 16,2 1-5-16,3-2-4 0,-3 0-7 0,3 0-1 16,1-1-2-16,-1 2-4 0,4-2-3 0,-5-2 0 15,3 4-2-15,2-5-2 0,3 1 1 0,1 0 3 16,1-4-10-16,1 0 1 0,-2 0 2 0,2-3-2 16,5-2-2-16,-8-7-1 0,0 2 0 0,1-2 1 15,1-2-1-15,2-2 0 0,-4 0-2 0,2-1 3 16,-6-5-1-16,1 0-2 0,2-5 2 0,-2 2-2 0,-1-2 2 15,-2-2 3-15,2-4-2 0,-1 1-3 0,-2-3 0 16,-3-2-1-16,3-1 4 0,-3-2 2 0,-1-2 2 16,0-7 1-16,-3-1-2 0,3-2-1 0,-6-1-2 15,-1 2 1-15,0-2-3 0,-1-1 0 0,-6 0 2 16,3 3-6-16,-3 0 0 0,6 1 1 0,-5 9-1 16,4 1 1-16,-3 1-2 0,3 4-1 0,-5-2-3 15,3 5-8-15,1 0-9 0,2 5-23 0,-2-3-23 16,0 3-37-16,2 1-45 0,0-1-51 0,-1 1-42 15,2 4-2-15,0 0-8 0,0 0-23 0,0 0-29 16,0 0-27-16,-1 13-23 0,2-6-285 0,2-1-688 16,1 0 305-16</inkml:trace>
  <inkml:trace contextRef="#ctx0" brushRef="#br0" timeOffset="83445.87">7441 6562 251 0,'0'-7'325'0,"0"1"1"0,0-1-4 15,-2-1 11-15,2 2 7 0,-2-3-7 0,-1 3-4 0,-1-2-13 16,3 1-13-16,-5 2-20 0,3-1-22 0,-1 1-14 15,1 1-25-15,-4 0-21 0,1 3-23 16,1-1-19-16,-4 2-17 0,-4 3-16 0,3 1-6 0,-5 1-19 16,-1 4-12-16,2 4-4 0,-3 0-13 0,-1 1-6 15,4 3-8-15,2 2-7 0,-3 4-6 0,3 1-1 16,-2-1-5-16,6-4-3 0,3 2-4 0,1-3-2 16,2 2-4-16,4 2-1 0,2-2 3 0,1-2-6 15,6 1 1-15,1-1-4 0,5 3 2 0,0-6 0 16,1-3-4-16,8 3 4 0,1-3-10 0,3 0-9 15,-1-4-18-15,-8-1-25 0,8-4-31 0,-7 0-28 16,2-3-50-16,-1 0-43 0,-3-4-42 0,1 2-38 16,-2-5-52-16,1 2-45 0,-2-4-53 0,-4 3-228 15,-3-7-704-15,1 0 311 0</inkml:trace>
  <inkml:trace contextRef="#ctx0" brushRef="#br0" timeOffset="83914.31">8020 6405 30 0,'2'-6'352'0,"1"-1"-3"16,-3 3-5-16,0 0-17 0,-1-3-4 15,-3 2-31-15,0 1-26 0,-1 0-27 0,-1-1-15 0,-2 1-28 16,-1 3-16-16,-1 0-18 0,-2-1-13 0,-2 4-23 16,0-1-5-16,1 1-3 0,1 3-24 15,-3 2-10-15,3-2-6 0,-4 6-7 0,6-3-9 0,-4 6-6 16,2-1-4-16,5-1-11 0,0 3 16 0,2-2-22 16,1 2-3-16,2 2 1 0,2-5-7 0,0 5-3 15,2 1 7-15,3-1-1 0,3 0 3 0,1 2-7 16,4-4-3-16,-2 0 8 0,2 2-3 0,4-3-7 15,-2 2 2-15,4 4-6 0,-3-6-1 0,-1 0 2 16,0 0-5-16,0 3 0 0,-1-3 0 0,-2 0 9 16,-1-3-6-16,-3-3-11 0,0 2 2 0,-4 1 3 15,2-1-1-15,-2-5-3 0,-3 3 16 0,3 0 6 16,-4-2 9-16,-4 0 14 0,0 2 4 0,-1-4-1 16,-1 1-5-16,-1-1-4 0,-2 2-1 0,-2-3-4 15,-3 1-7-15,-1-2-26 0,2-1-31 0,-1 2-60 16,-1-3-56-16,-4 1-54 0,5 0-67 0,-4-1-84 15,4-1-81-15,2 0-224 0,3-2-704 0,4 1 311 16</inkml:trace>
  <inkml:trace contextRef="#ctx0" brushRef="#br0" timeOffset="87845.1">8889 6688 254 0,'0'0'306'0,"0"0"-14"0,0 0-14 0,0 0-15 15,0 0-12-15,0 0-12 0,0 0-14 16,0 0-7-16,0 0-35 0,0 0-16 0,15 0-18 16,-15 0-17-16,10-3-12 0,-1 2-11 0,2 0-13 0,3 1-10 15,1-3-7-15,4 1-11 0,0 0-5 0,0-1-4 16,1-2-7-16,-2 0-11 0,1 2 4 0,-5-1-6 16,0 0-4-16,0-1-11 0,-3 0 5 0,0 0-1 15,-2 0-2-15,0-2 0 0,0 1-11 0,-3-2 4 16,-2 0-4-16,-3 0 1 0,2-1-2 0,-2 0 20 15,-5 0-1-15,0-3-7 0,-2 3 13 0,-2-1-19 16,0 1 1-16,-3 0 2 0,-5 0 5 0,1 4 23 16,-4-2-12-16,0 4 6 0,-2-1 4 0,-2 4 4 15,3 1 3-15,-2 2-21 0,3 2 18 0,0 0 1 16,1 3-2-16,1 2 7 0,3 0 10 0,5 6 3 16,-1-6 3-16,3 5 5 0,5-1-1 0,0-1-4 15,4 0-7-15,2 8 0 0,4-1-5 0,5 4-5 16,9-2-4-16,-4 1-4 0,6-5-3 0,6 2-4 0,3-3-3 15,1-6-4-15,0 2-2 0,7-3-4 16,-6-1-2-16,0-2-9 0,2-2-28 0,-3 0-36 16,0-1-34-16,-1-3-40 0,-2-1-40 0,-1 0-32 15,-7-1-30-15,-1-3-35 0,-3 3-41 0,0-4-47 0,-4-2-29 16,0 1-265-16,-7-1-691 0,3 0 305 16</inkml:trace>
  <inkml:trace contextRef="#ctx0" brushRef="#br0" timeOffset="88246.51">9493 6549 97 0,'-2'-3'251'0,"2"3"-18"0,-2-7-24 15,2 7-21-15,0 0-24 0,0 0-17 0,0 0-12 16,0 0-15-16,0 0-9 0,0 0-2 0,0 15-4 16,4-9-7-16,-1 0-7 0,1 2-8 0,0 0-4 15,1 1-10-15,0 2 0 0,0 0-9 0,2 0-2 16,-2 2-6-16,6 1-6 0,0 0-2 0,-3-5-5 15,2 1-3-15,-2 0-4 0,0 0-1 0,0-2-2 16,-2-3-1-16,-1 3-6 0,-1-4 0 0,-1 0 2 16,2 1 0-16,2-1 13 0,-3-2 18 0,0-2 3 15,-4 0-2-15,0 0 4 0,11-6 2 0,-8 0 1 16,0 1 6-16,-1-6 1 0,5 2 9 0,-3-4-1 16,0 0 7-16,-1 2 13 0,1-2-2 0,0-4 3 15,0 2 9-15,6 0 1 0,-6 2 14 0,1 0 4 16,1 1 4-16,-1 2-6 0,-1-1-4 0,3 3-5 15,-4 1-11-15,-2 2-12 0,3-2-10 0,-4 3-12 0,4 2-14 16,-4 2-6-16,9-3-6 0,-9 3-4 0,0 0-4 16,14 6-7-16,-7 1-1 0,3 1-7 15,-2 2-8-15,0-1-16 0,2 4-29 0,-1-1-21 16,2 1-30-16,0 3-40 0,1 1-38 0,-1-1-23 0,1-1-33 16,0 2-43-16,2-3-41 0,1 0-46 0,-5 0-297 15,1-3-696-15,1-5 308 0</inkml:trace>
  <inkml:trace contextRef="#ctx0" brushRef="#br0" timeOffset="88647.93">9996 6505 182 0,'0'0'268'16,"0"0"-29"-16,0 0-18 0,-9 1-11 0,9-1-5 15,-1 8-15-15,-1-3-14 0,0 0-6 0,0 3-16 16,2-1-12-16,0 3-5 0,4-3-10 0,-2 5-10 16,3-2-11-16,0 0-6 0,2 1-5 0,0 3-8 15,0-6-6-15,4 3-11 0,1 0-2 0,-1-2-10 16,4 1-5-16,0-1 1 0,5-1-5 0,-7-4-10 16,7 1 1-16,-4-2-4 0,2 0-6 0,2-1-2 15,-6-1 4-15,-1-2-4 0,1-2-6 0,-2-1-4 0,2 0 4 16,-3-2 0-16,1 0-4 0,-5-2-4 0,1-1 3 15,0-2-5-15,-3 1-2 0,0-1 1 16,-4 0 1-16,-1-3-1 0,-1 1-3 0,2-5 2 16,-4 6-3-16,0-5 13 0,-2 6 8 0,3-3 3 0,-4 2-2 15,2 1 1-15,0 2-9 0,-2 0 6 0,2 2-5 16,1 1-4-16,-2 2-4 0,2 1-12 0,-2 0-24 16,5 3-22-16,-7-2-18 0,7 2-29 15,0 0-30-15,-8 7-37 0,8-2-36 0,0-1-50 0,1 1-47 16,-1 1-180-16,3-1-509 0,0 2 226 0</inkml:trace>
  <inkml:trace contextRef="#ctx0" brushRef="#br0" timeOffset="90203.43">10422 6443 14 0,'0'0'328'0,"0"-5"-22"0,0 5-31 15,0 0-31-15,0 0-28 0,0 0-23 0,0 0-19 16,0 0-17-16,0 0-15 0,4 13-15 0,-4-7-8 16,4 1-14-16,-1 1-12 0,0 0-7 0,-2 3-12 15,3 0-5-15,6 0-5 0,-6-1-7 0,2 0-9 16,-1 1-1-16,0-1-2 0,-1 1-4 0,5-2-5 16,-3 0-1-16,0-4-5 0,-2 3-3 0,0-3 4 15,1-2-3-15,-1 2-1 0,2-3-2 0,-4 0-3 16,-2-2 4-16,9 0-6 0,-9 0-2 0,5-5-2 15,-1-2-1-15,-1 2-2 0,1-3-3 0,-3 3 2 16,5-4 6-16,-4-1 14 0,4-3 1 0,-2 1-1 0,-1 1 5 16,-1-1 0-16,1 1 8 0,0-1 3 0,3 2 0 15,-1 0 0-15,0 1 2 0,-1 1 3 16,-1 2-10-16,-2 0-4 0,1 1-2 0,1 2-6 0,-3-2-13 16,4 2 5-16,-4 3-7 0,0 0-7 0,0 0 2 15,0 0 4-15,17 8-3 0,-13-3-5 0,-1 1-2 16,3 3 9-16,0 0-5 0,1 0-9 0,-2 2 2 15,1-1 3-15,-2-2 1 0,4 4-2 0,-1-4 0 16,-2 2-7-16,4-1-5 0,-4-2-2 0,2 0 0 16,1 2 5-16,-4-5-6 0,0 1 6 0,3-1-2 15,0-3 3-15,-1 0 0 0,-6-1 2 0,10 2 1 16,-10-2-2-16,11-5 2 0,-6 2 7 0,-2-3-3 16,1 0 9-16,0-2 6 0,-1 3 10 0,4-7 32 15,-6 3-3-15,4-3 11 0,0 3 6 0,0-1 1 16,-1-3 17-16,-2 3-1 0,2-2 14 0,-2 3 4 15,5-2-3-15,-7 4-1 0,1-3-4 0,2 4-5 16,-3 1-11-16,1-2-9 0,1 5-9 0,-2-3-10 16,0 5-9-16,1-8-7 0,-1 8-16 0,2-2-9 15,-2 2-3-15,0 0-4 0,0 0-6 0,9 10-7 16,-9-6-9-16,4 0-7 0,-1 5 2 0,5-1-6 16,-3 4-5-16,2-3-22 0,0 0 18 0,3 1-5 15,-1-1-9-15,2 0 3 0,3 0-18 0,-1 2-12 0,2 0-2 16,4-2-7-16,0-1-12 0,-1-1 1 15,1 1-7-15,0-5-2 0,-3 0-3 0,5 0 1 16,-9-3 9-16,7-1 7 0,-4 1 7 0,0-4 8 0,-3 3 9 16,2-4 4-16,-3-2 6 0,-2 2 3 0,-1-1 9 15,3-2 5-15,-2-1 3 0,-4 1 4 0,2-2 6 16,-2-1 0-16,-4 2 2 0,2-5 6 16,-3 1 0-16,2 2 6 0,-4-5 0 0,-1-1 4 0,2 4 0 15,-6-1 4-15,-1-3 2 0,-3 3-1 0,4 1 4 16,-3 3-5-16,0 2 1 0,0-2 1 0,1 4-3 15,-2-1 1-15,0 2 1 0,-1 1-2 0,-2 3-1 16,5 2 2-16,-2 2 0 0,1 1-4 0,1 1 0 16,-3 3 1-16,5-1 2 0,0 2 0 0,3 1 1 15,1 2 0-15,3-1 9 0,0 5-8 0,2-7 3 16,2 2-2-16,4 2 3 0,-4-3-4 0,7 1 1 16,-2-3 1-16,2 2-1 0,3-2 2 0,1 2 1 15,-3-3-3-15,-1-2 3 0,1 0 1 0,3-1-2 16,-4-1 0-16,2-1 4 0,-4 0 4 0,2-2-7 15,-2 0 3-15,2-2-2 0,-4 0-2 0,4-1 1 16,0 0-3-16,-5-2 4 0,3 3-1 0,-4-1-1 16,5 1 2-16,-5-1-3 0,5-1-1 0,-1 1 1 15,-1 0 0-15,2 2 0 0,-2-1 1 0,3 1-2 0,-2 0-4 16,2 1 7-16,1 0-5 0,1 1 2 0,2 0 0 16,-4 3 1-16,0-1-3 0,2 1 0 15,-1 0 3-15,0 1 0 0,-1 0 1 0,-1 0-5 16,1-1 1-16,-2 1 1 0,-2 0 1 0,0-1-5 0,-3 1 3 15,1-2-3-15,-1 0 4 0,-2 1 0 0,1-1 1 16,-3-3 7-16,0 0 6 0,-7 8 10 0,7-8 11 16,-11 3 5-16,6-1 6 0,-1-2 4 0,6 0 2 15,-15-2 18-15,7 1-2 0,2 0 7 0,1-2 6 16,2 0 1-16,-4 0-2 0,4-1 0 0,0 1-6 16,1-2-6-16,2 0-7 0,0 0-8 0,3-1-9 15,2-1-14-15,2-1-14 0,3 0-32 0,7-3-22 16,1 0-22-16,8-3-31 0,3-1-22 0,-1 1-26 15,1 1-33-15,2-2-28 0,-1 0-13 0,3 1-3 16,-1 1 7-16,-2 1 10 0,-3 0 22 0,-4 5 15 16,-2 0 18-16,-8 2 19 0,0-1 29 0,-2 1 29 15,-1 1 26-15,-4 2 22 0,-1 0-3 0,-2 0 6 16,-3 2 8-16,0 0 13 0,0 0 8 0,0 0 11 16,0 0 4-16,-27 6 5 0,16 0 7 0,0-1 6 0,-5 2 4 15,-1 3 5-15,1-2 2 0,1 3 1 16,0 0-5-16,0 0 0 0,0 0 2 0,7-1-9 15,-7 2-3-15,6-2-2 0,0 2-3 0,3-1-7 0,-2-4-1 16,5 7-2-16,-3-1-3 0,2-5 1 0,3 2 2 16,0-2-5-16,2-2-1 0,2 2-2 15,-1 2-1-15,5-2-2 0,-3-3-1 0,7-1 1 16,-1 0-4-16,2-1-2 0,3-3-6 0,-3 0-8 0,0-3-3 16,2-1 0-16,2 0-3 0,-2-1-1 0,-1 0 5 15,1-5-1-15,2 1 2 0,-6 0-2 0,1 0 4 16,-3-1-2-16,0 0 2 0,-2-1 3 0,-2-1 2 15,1 3 12-15,-3-2 10 0,-1 0 12 0,0 3 12 16,1-1 13-16,-2 2-2 0,-2 0-6 0,2 2-4 16,-2 0-4-16,2 1-8 0,-2-1-6 0,2 5-3 15,-7-2-5-15,7 2-2 0,0 0-2 0,-11 7-2 16,6-3 0-16,1 1-4 0,3 2-3 0,-1-1-1 16,1 6 6-16,2-4-5 0,1 4 3 0,-1-1-2 15,3-1-1-15,5 3-1 0,-2-1-2 0,0-3-5 16,5 1-12-16,2 3-12 0,6-4-18 0,-6 1-16 15,5-1-15-15,-3-1-16 0,3-5-23 0,2 1-16 16,-5 0-22-16,2-1-21 0,1-4-21 0,0-1-8 16,1-2-11-16,-8 0-12 0,1-2-120 0,0 1-371 15,-2-3 164-15</inkml:trace>
  <inkml:trace contextRef="#ctx0" brushRef="#br0" timeOffset="90872.46">12295 6186 30 0,'-4'-28'192'0,"1"-2"19"0,2 2 18 0,-3 3-5 15,-2-2 2-15,1-1-7 0,4 8 1 16,-2 0-10-16,3 2-7 0,-1 1-2 0,1 1 2 16,-3 3-4-16,0 1 2 0,3 2 1 0,-4 1-26 0,4 3-16 15,0-1-24-15,-3 5-8 0,3 2-27 0,0 0-11 16,0 0-10-16,0 0-10 0,0 0-7 16,-7 11-8-16,5-4-2 0,2 4-6 0,-2 2-8 0,4 4-5 15,-4 0 0-15,-2 1-7 0,8 4-5 0,-4 4 0 16,2-6 15-16,3 9-19 0,-1-9 0 0,3 5 2 15,3 2 0-15,2-1-3 0,0-2-4 0,0 2 2 16,6-3-1-16,0 3 0 0,-3-5-1 0,5 0-9 16,-5-6 6-16,12 2-17 0,-8-3-10 0,3 1-5 15,4-3-15-15,-6-2-5 0,2-5-3 0,0 1-7 16,-3-4 1-16,1-1-4 0,3-2-1 0,-6-1-9 16,2-4 0-16,-6 4 3 0,2-3 4 0,-5-3 2 15,-1 1 5-15,1-4 4 0,-2 2 6 0,-4 0 4 16,0-3 13-16,2 2 13 0,-5-1 10 0,-1 0 2 15,0 0 11-15,-1 1 8 0,-1 1 0 0,-2 0-3 16,0 2-3-16,0 1 0 0,-3 2-2 0,-1-1 2 16,3 4-8-16,-5-1 2 0,3 4 0 0,-5 3-2 15,1-1 1-15,-2 2-3 0,4 2-4 0,-2 1 3 16,3 0-2-16,0 2 1 0,3 0 3 0,1 1-3 0,-2 0 6 16,6-1-6-16,-1 1 0 0,2-2 6 15,3 0-2-15,0 2-5 0,2-2 5 0,3-3 0 16,1 0 4-16,-1 0-4 0,3-4-3 0,-1-2 4 0,3 1 0 15,4-2-1-15,-4-2-1 0,7-1 10 0,-3-2-13 16,1-4-1-16,-3 2 0 0,2-4 4 0,-2-1-1 16,3 1-3-16,-2-2 1 0,-1 1-2 15,-3-1 9-15,1-2-8 0,1 0 1 0,-1-1 2 0,-1 3-2 16,1 0 6-16,-5 1 20 0,-2 3-5 0,0-1 4 16,0 1 9-16,-3 4-4 0,7-2-7 0,-7 5-3 15,0-2-3-15,0 2-12 0,-4 2 4 0,6-2 17 16,-6 2-22-16,9 4-1 0,-4 1 0 0,-1 1-1 15,1 4-2-15,0-3 10 0,2 4-6 0,-2-3-10 16,5 5 5-16,-5-1 1 0,1-1 1 0,0 1-1 16,-2-1-1-16,-2 0 4 0,3-1-13 0,-2 0-20 15,-2-1-21-15,1-2-13 0,-4 0-24 0,4-1-27 16,-5 1-27-16,-1-3-26 0,-2 1-34 0,2-3-40 16,-5-2-59-16,-1 2-177 0,-4-4-515 0,1 0 229 15</inkml:trace>
  <inkml:trace contextRef="#ctx0" brushRef="#br0" timeOffset="91089.89">12382 6040 422 0,'-4'-6'443'0,"3"0"-3"0,-1 3-17 0,1-4-23 0,-1 4-26 16,2 3-33-16,0-12-27 0,2 6-25 0,1-1-36 15,2 2-27-15,-1-1-25 0,4 0-21 16,5 2-31-16,-2 2-40 0,3-2-45 0,-1 2-53 0,1 1-57 16,2-2-63-16,2 2-67 0,2 0-79 0,-1-3-84 15,-4 3-280-15,0 2-672 0,-3-2 298 0</inkml:trace>
  <inkml:trace contextRef="#ctx0" brushRef="#br0" timeOffset="93398.05">13929 6016 257 0,'5'-13'331'15,"0"1"-4"-15,1 2 5 0,-1 0 6 0,-2 0-6 16,1 0-8-16,-2 3-4 0,0 1-9 0,0-1-15 16,-1 3-16-16,-1 1-15 0,1-2-20 0,-1 5-19 15,0-6-24-15,0 6-21 0,-1-5-18 0,1 5-19 16,0 0-18-16,0 0-12 0,0 0-11 0,0 0-10 15,-22 8-9-15,14-4-11 0,-1 0-7 0,-4 3-5 16,1 0-11-16,4-1-6 0,-2 0-4 0,3 2-5 16,-2 0-4-16,2-2-5 0,6 1-2 0,-2-1-7 15,2 1-1-15,1 1-2 0,5 1 1 0,2 0-4 16,4 1 2-16,4 0-1 0,5 1-2 0,-3 1-2 16,7 2 2-16,2-2-5 0,1 1-7 0,-10-3-4 15,4 2-9-15,-2-1-7 0,0 0-1 0,0 0-5 16,-4 1-3-16,0-2-3 0,-4 0-2 0,1-2-3 0,-5 2 1 15,-3-2 4-15,2 1 5 0,-4-3 1 16,1 2 3-16,-3-2 1 0,-1-1 4 0,-2 2 14 16,-4-1 10-16,2-2 7 0,-6 1 7 0,-1 1 4 15,1-5-1-15,-7 1 2 0,4 1-3 0,2-3-5 0,-8-2 2 16,4 1-2-16,-1-1-1 0,1 1 6 0,3-4-17 16,0 0-21-16,2 0-52 0,3 0-17 15,0 0-28-15,4-3-51 0,1 3-38 0,3-4-38 0,6 2-43 16,-1-4-49-16,7-1-46 0,3 1-260 0,0-4-693 15,2 2 307-15</inkml:trace>
  <inkml:trace contextRef="#ctx0" brushRef="#br0" timeOffset="93648.53">14315 5779 259 0,'3'-8'344'0,"-2"2"-7"0,0 0 10 16,-1 0-6-16,0 2-11 0,3 1-27 0,-3 3-34 15,0-5-32-15,0 5-24 0,1-6-9 0,-1 6-46 16,0 0-3-16,0 0-29 0,5 11-11 0,-1-2-16 16,1 1-6-16,-4 7-7 0,3 2-16 0,3 1 11 15,0 7-21-15,-3 0 0 0,5 2-10 0,-2-2-2 16,2 0-6-16,-4 0 0 0,4 1 0 0,0 0-10 16,-1-2-5-16,0 0-31 0,0-6-29 0,-1 0-12 15,1-4-43-15,-4 3-37 0,2-4-37 0,0-3-39 16,0 5-45-16,-1-7-35 0,1-4-54 0,-3 1-174 15,-1-3-550-15,1-2 243 0</inkml:trace>
  <inkml:trace contextRef="#ctx0" brushRef="#br0" timeOffset="94836.46">14339 6063 21 0,'0'0'169'0,"13"-2"-7"0,-7 3-10 16,6 1-7-16,2 0-12 0,5 1-12 0,2 4-6 15,7-1-11-15,2-1-7 0,0 1-9 16,0-1-2-16,4-1-8 0,0-1-8 0,-3 3-7 0,1-4-5 16,-2 1-8-16,0-2-1 0,-7-1-9 0,1-2-3 15,-4-3-4-15,0 4 1 0,1-4-5 0,-7 3-3 16,-1-5-1-16,1 2 1 0,-3-1 12 0,-4-2 10 16,2 0 5-16,-5-1 10 0,-2-2 4 0,-1 4-1 15,1-4 6-15,-4 6 7 0,-2-5 0 0,1 0-7 16,-5 3-3-16,1 0-8 0,-4 1-5 0,-1 2-6 15,0 2-4-15,0-1-5 0,-3 3-5 0,-4 3-2 16,5 0-7-16,-8 1-3 0,2 7-2 0,1-3-4 16,0 4-1-16,1-1-1 0,3 4-1 0,3-1-3 15,1-2 3-15,3 4-4 0,1-4-3 0,0 0 4 16,6 1-2-16,1-1-1 0,0-1 2 0,5 1-2 16,1-4 1-16,-1 0 3 0,3 0-7 0,2-2 3 15,1-3 3-15,2 0-3 0,2-2 0 0,-1-2-3 16,2-2 4-16,-2 0-7 0,3-4-2 0,4-1 4 15,-6-4 1-15,-3 2-4 0,0 1 2 0,2-4-1 16,-1 1 2-16,-6 0-4 0,0-5 4 0,0 2 14 16,4 1 15-16,-7 4 14 0,-1 0 8 0,-2-1 11 15,2 5 11-15,-2 0-1 0,-1 0 1 0,4 1-11 0,-4 0-16 16,2 1-3-16,-2 4-10 0,0 0-4 0,0 0-6 16,0 0-6-16,0 0 1 0,0 0 8 15,-2 18-17-15,4-8 4 0,0-1-5 0,1 3-2 16,4-2-1-16,-2 3 4 0,2-1-4 0,1-1 0 0,2 4 7 15,1-2-11-15,2 3-13 0,2-4-8 0,0-1 0 16,4-3-23-16,0 0-12 0,0-1-13 0,0-4-13 16,-1 1-9-16,1-3-14 0,1-1-4 15,-3-1-3-15,2 0-5 0,-3-4 4 0,-1 0 0 0,0-3 6 16,-3 0 2-16,-1-1-1 0,0-3 2 0,-2 1 3 16,0 0 8-16,-4-1 8 0,2-5-5 0,-3 1 4 15,0-3 11-15,-4 1 10 0,1-2 4 0,-1-6 3 16,-5 5 18-16,4-7 11 0,-5 3 13 0,-2-2 20 15,3 6 15-15,-1 2 18 0,-2-2 19 0,-1 2 9 16,0-1 11-16,2 1 4 0,0 2 14 0,0-1 0 16,0 2 18-16,1 4 2 0,3-1 5 0,-2 4 1 15,1-3 11-15,1 5-22 0,2 1-2 0,-2 0-10 16,2 1-20-16,0 1-2 0,1 4-25 0,0 0-4 16,0 0-8-16,0 0-7 0,-9 10 13 0,9 0-19 15,0 1-2-15,0 3 12 0,0 4-25 0,2 3 8 16,0 5-6-16,1 2-3 0,4-2 2 0,-1 4-3 15,4-2-1-15,-3 0-1 0,4-1 3 0,0 0-4 16,1-3-2-16,-1-5 1 0,5 5 4 0,1-4-9 0,-4-4-8 16,2 0-1-16,0-2-7 0,0-2-17 15,4-1-7-15,1-4-10 0,-2 2-9 0,3-5-8 16,-3 0-8-16,5-3-2 0,-2-1-1 0,-3 0 5 16,1-2 5-16,0-3 4 0,-5 0 5 0,0-1 6 0,-1 0 3 15,1-4 6-15,-1 2 2 0,-5 1 6 0,1-1 4 16,-2-1 8-16,-2 0 6 0,-1 3 10 0,-2-2 8 15,1 0 2-15,-3 4-5 0,0 2 5 16,0 2-4-16,-3-8-6 0,3 8-1 0,-5 0 5 0,5 0-4 16,0 0 1-16,-18 8-1 0,13-6-1 0,2 5 2 15,-2 1 0-15,-2-2-1 0,5 2 2 0,-1-1 1 16,1 1-2-16,2 0 2 0,0-2 0 0,2 2 0 16,1-2 0-16,0 0 3 0,1-1-2 0,3 1 0 15,1-2 1-15,3-2 0 0,0-1 2 0,0 1 0 16,4-2-2-16,-3-3 4 0,3 1-4 0,-4-3 0 15,1 0 0-15,3-2 1 0,-2 1 1 0,4-5-3 16,-3 1 8-16,2-1 3 0,-1 2 10 0,1-2 2 16,-6 1 2-16,2 2 3 0,0 0 6 0,-3 1-4 15,3 2 1-15,-6 0-3 0,4-1-2 0,-6 3-4 16,4 1-4-16,-2 1 0 0,-1 0-7 0,-5 1-4 16,11 2 0-16,-4 1-1 0,-2 1-1 0,2 5 0 15,1-2 5-15,-2 3-6 0,0-1-3 0,0 2 2 16,-1 2 3-16,-1-3-4 0,3 3 1 0,-4 0 2 15,2-2-2-15,-2 1-11 0,-2-1-21 0,2 0-17 16,-3-3-17-16,0 0-20 0,0-1-14 0,-3-1-23 16,-1-1-27-16,-1-1-34 0,1-3-44 0,-2 2-44 15,0-3-181-15,-8-3-485 0,2 0 215 0</inkml:trace>
  <inkml:trace contextRef="#ctx0" brushRef="#br0" timeOffset="95020.45">15237 5834 371 0,'-7'-4'439'0,"3"1"-14"0,0 2-12 0,3-3-22 0,1 4-28 16,-4-6-34-16,5 2-36 0,-1 4-32 0,8-6-30 16,0 2-19-16,5 0-17 0,1 0-53 0,4 0-53 15,5 3-72-15,7 1-75 0,0-1-68 0,1-1-93 16,3 2-104-16,0 3-252 0,2-4-622 0,1 2 276 15</inkml:trace>
  <inkml:trace contextRef="#ctx0" brushRef="#br0" timeOffset="95840.01">16758 5852 68 0,'0'-5'350'0,"-3"-2"-17"0,2 1-5 0,-1 2-17 15,-1-1-17-15,2 1-20 0,0 0-28 0,1 4-12 16,-3-4-43-16,3 4-19 0,0 0-22 0,0 0-11 0,-9 8-14 16,6 0-13-16,1 0-13 0,-2 3-9 15,4 1-6-15,0 0-11 0,0 5-6 0,4 1-4 16,-1-1 11-16,0-2-25 0,6 2-5 0,0-4-5 0,2 3 3 15,1-3-7-15,0-2-6 0,3 3 2 0,0-6-5 16,2 2-9-16,1-3-5 0,-3-5-12 0,2-1 0 16,-3-1-10-16,0 0-3 0,4-2-1 0,-5-1-4 15,1-2-6-15,2-5-2 0,-5 5 1 0,0-4 3 16,3-4 3-16,-2-1-1 0,-3 4 5 0,1-6 1 16,-3 1 0-16,-2 4 2 0,2-2 0 0,-4 3 8 15,1-2 9-15,-1-1 5 0,1 6 6 0,-3-3 6 16,-1 4 11-16,2 2-5 0,1-3-1 0,-3 1-5 15,0 4-11-15,0 2-2 0,0 0 2 0,0 0-8 16,0 0 5-16,0 0 1 0,0 0-5 0,0 17-2 16,0-11 1-16,2 7 3 0,0-3 1 0,-2 2-4 15,3-2 6-15,0 1-2 0,1 1-4 0,0-2-3 0,0 2 2 16,4-2 4-16,-4-1-2 0,4-2-4 16,-1 1 6-16,0 0-9 0,1-3-3 0,-1-3-1 15,0 3 0-15,0-4-4 0,2 0 0 0,-1-2 0 16,1-2 11-16,-4-1-15 0,7-1 2 0,-2-1 0 0,-2-2 3 15,1-1-2-15,0-1 1 0,0 0 14 0,-2-2-15 16,5-4 1-16,-5 2 3 0,1 1 0 0,0-4 12 16,0 3 8-16,-1 4 8 0,-3-2 10 0,2 1 11 15,-1 1 17-15,-4 3 13 0,3 2 15 0,-1-2-9 16,1 2-3-16,-2 3-15 0,-1-2-14 0,-1 4-4 16,3-4-9-16,-3 4-1 0,0 0 0 0,0 0-6 15,8 10-5-15,-5-5 1 0,-1 3-4 0,1 0-4 16,1-3 5-16,3 8 0 0,-3-2-9 0,3-2 3 15,1 2 2-15,-1-1-1 0,1 0 10 0,0-1-18 16,3-3-9-16,-3 2-15 0,3-3-25 0,3 0-21 16,-5-3-31-16,3 3-19 0,-1-5-30 0,-2-1-38 15,0 1-38-15,-1-2-57 0,2-1-48 0,-2 1-254 0,-4-1-626 16,3-2 277-16</inkml:trace>
  <inkml:trace contextRef="#ctx0" brushRef="#br0" timeOffset="96192.25">16964 5597 36 0,'-12'0'408'16,"4"0"5"-16,0 0 17 0,1-2-14 0,7 2-13 15,-11-1-18-15,11 1-20 0,-7-1-23 0,7 1-32 16,0 0-34-16,-8 1-26 0,8-1-24 0,-3 3-25 15,3-3-24-15,0 0-19 0,0 0-33 0,0 0-25 16,0 0-19-16,0 0-19 0,0 0-20 0,0 0-19 16,0 0-12-16,0 0-20 0,10 8-9 0,-7-7-14 15,-3-1-7-15,5 3-3 0,-5-3 6 0,9 1-2 0,-9-1 12 16,0 0 2-16,9-1 0 0,-9 1-1 0,8-2 6 16,-8 2 4-16,7-3 1 0,-6-1-1 15,3 1 6-15,-4-1 7 0,3 0 0 0,0-1 1 0,-2 3-8 16,-1 2 11-16,0-9-2 0,0 4-2 0,0 5-2 15,0 0 5-15,-3-7-40 0,3 7-31 0,0-4-27 16,0 4-50-16,-1-4-40 0,1 4-62 0,0 0-53 16,0 0-47-16,0 0-218 0,0 0-614 0,0 0 273 15</inkml:trace>
  <inkml:trace contextRef="#ctx0" brushRef="#br0" timeOffset="98131.43">18384 5924 7 0,'-1'-11'325'0,"0"2"-13"0,-2-1-21 15,1 4-24-15,1 3-17 0,0-2-21 0,1 5-19 16,-5-8-26-16,5 8-17 0,-6-2-20 0,6 2-16 16,0 0-9-16,-15 9-17 0,8-5-11 0,-1 1-10 15,0 5-7-15,0 0-7 0,2 2-10 0,0-1-5 16,0 2-5-16,2 0 13 0,1-2-4 0,3 3-9 16,3-1-2-16,-2-3-3 0,8 3-6 0,-3-1-2 15,5-1-6-15,3-2 2 0,3 3-4 0,-1-6-8 0,4 1-2 16,0-3-8-16,-2-3-9 0,1-1-10 0,0-1-5 15,-5-2-3-15,-1-4-4 0,1 4-1 16,-2-5-2-16,0-2 1 0,-4 2 2 0,-1-5 6 0,3 1-2 16,-6-4 3-16,-2-1 1 0,-3 3 2 0,1-3-1 15,-1-2 2-15,-6 3-2 0,-1-2 3 0,-2 0 0 16,-2 0 5-16,1 4 11 0,-1-3-1 0,0 5 6 16,2 1 4-16,2 3 1 0,-3-1-2 0,2 2 6 15,3 3 0-15,2-1-3 0,0 0-1 0,-3 1-5 16,5 0 0-16,2 4-1 0,0 0-4 0,6-3 3 15,-6 3-2-15,19 0-2 0,0 3-3 0,2 0-1 16,1 1-2-16,1 0 4 0,5 5-1 0,1-2-1 16,1 2-3-16,-8-3 4 0,6 4-2 0,2 3-2 15,-11-5 3-15,1 2 0 0,1-1-5 0,-4 4 0 16,0-1 0-16,-5-3-3 0,-1 0-2 0,2 2-3 16,-4 0 0-16,-2-1 0 0,-2-2 1 0,-1 0-1 15,1 0-2-15,-3-1 6 0,-1-3-2 0,-2 1 5 16,-1-1 0-16,-3-1-3 0,1 0 8 0,0-2-1 15,4-1 17-15,-11 0 12 0,4 0 12 0,-1-4 16 16,3-1 8-16,-1-2 8 0,-1-1 16 0,4-4-14 16,0-1-10-16,0-2-7 0,3 2-8 0,1-4 0 15,4-1-5-15,1 2-16 0,4-2-18 0,-1 1-20 0,10-3-18 16,-3 5-36-16,6-1-34 0,4 1-34 0,-6 6-34 16,9-2-40-16,-2 3-32 0,4 3-36 15,-3 0-43-15,2 4-167 0,-9 1-520 0,9 4 231 16</inkml:trace>
  <inkml:trace contextRef="#ctx0" brushRef="#br0" timeOffset="99051.35">19480 5757 216 0,'-10'-4'257'15,"0"0"-8"-15,-5 3-4 0,2-1-8 0,-6 0-17 16,-1 2-9-16,-1 2-14 0,-4 1-11 0,-3 1-8 15,-1 4-19-15,2 2-11 0,6-2-14 0,-6 3-11 16,7 1-15-16,2 0-9 0,-1 1-8 0,4 2-4 16,0 0-9-16,3-2-6 0,1 3-14 0,4-4-1 15,3-2-2-15,-1 4-6 0,2-3-3 0,2 0-3 16,1 1-3-16,2-4 1 0,3 1 0 0,3-1-9 16,1-2 2-16,3 1-5 0,2-3-1 0,2-2-8 15,5-2 5-15,-2 0-7 0,1-3-1 0,-2-2-1 16,2-1-7-16,2 0-8 0,-3-5-4 0,2 3-9 15,0-9-8-15,1-1-6 0,-8 0-13 0,-1 1-4 0,4 1-6 16,-4-2 1-16,-1-7-2 0,-1 0 3 0,-4 4 1 16,1-4 8-16,-8 3 7 0,1 3 1 0,-2 0 8 15,-3-3 16-15,0 4 14 0,0-1 17 16,-3 1 13-16,3 1 6 0,-5 1 9 0,5 0 0 0,-2 4 2 16,-1-1-1-16,0 3 6 0,3-1-5 0,-4 5-5 15,4-2-5-15,0 3-3 0,3 2-11 0,-3-3-3 16,1 2-10-16,-1 3-5 0,4 1-1 0,0 0 2 15,0 0-6-15,0 0 0 0,-11 8 7 0,10-3-11 16,-1 2-1-16,4 2-2 0,-4-1 3 0,2 5 0 16,2 0 0-16,1 3-5 0,-1 1 2 0,2 1-2 15,-3 0 2-15,4 1 0 0,-3 1-1 0,5 0 5 16,-1 4-1-16,3-2-7 0,1 2 0 0,-5-6-5 16,3 1-4-16,7 6-5 0,-7-7-8 0,3-1-11 15,4-1-5-15,-4-1-10 0,4-2-11 0,-4-4-6 16,5 1-8-16,1-2-12 0,-3-2-8 0,3 1-14 15,3-6-5-15,3 0 3 0,-5-1-4 0,2-1 8 16,-2 0 7-16,3-6 10 0,-1 0 8 0,-4 0 5 16,-1-3 9-16,-1-1 8 0,1 0 5 0,-6-1 4 15,-2 4 7-15,1-7 12 0,0-1 8 0,-4 3 16 16,-1 1 18-16,-1-2 13 0,0 3 9 0,-2 0 5 16,0 2 3-16,-4-1-1 0,-1 2 3 0,1 1 0 15,-2-1-5-15,2 3-9 0,-4-1-4 0,1 4-4 0,0-3 0 16,-2 4-3-16,2 1-1 0,7 0-2 15,-19 6-1-15,14-4-3 0,-4 1-1 0,5 0-1 16,0 2 2-16,1 2-1 0,3-1-1 0,-2-1 3 16,6 3-1-16,1 0-2 0,-1-1 1 0,7 0 0 0,1 2 1 15,2 1-3-15,5-1 1 0,-2 1 0 0,4-1 1 16,0-3-2-16,8 2 2 0,-9 0-6 16,3 0 3-16,0-1 0 0,-4-2-3 0,4 5 3 0,-5-2-3 15,-2-3-1-15,-4 5 2 0,2-4-6 0,-3 2 1 16,-2-2 4-16,-1 0-7 0,-1 2 4 0,1-3-3 15,-4 3 0-15,-2-1 1 0,-1-1 1 0,-1-1 0 16,-1 1-2-16,-1-1 1 0,0 2 1 0,0-4 1 16,-1 2 14-16,-2-2 19 0,1 1 17 0,0-1 18 15,4-3 12-15,-10 0 15 0,4 0 15 0,6 0 15 16,-10-3 26-16,5-1-3 0,1 0-3 0,-2-1-5 16,3-1-16-16,0-1 4 0,1 0-16 0,1-3-9 15,2-2-10-15,1-1-9 0,1 1-8 0,4-4-25 16,3 1-24-16,0-2-44 0,6 0-52 0,1 2-57 0,1-5-74 15,5 2-79-15,3 0-99 0,1-3-252 16,-2 3-683-16,1 0 302 0</inkml:trace>
  <inkml:trace contextRef="#ctx0" brushRef="#br0" timeOffset="99770.66">21064 5573 193 0,'-6'2'234'15,"-6"4"-8"-15,1 0-11 0,-1-1-14 0,-3 2-15 16,1 3-13-16,2-4-19 0,0 2-14 0,2 2-15 15,-2-1-12-15,5-2-8 0,0 3-11 0,3-4-7 16,-1 4-5-16,4-1-8 0,2 0-4 0,4 3-7 16,-1-4-6-16,3 2-3 0,4-4-5 0,1 4-7 15,4-2-2-15,2-2-5 0,4 2-1 0,-3-4-2 16,0-3-5-16,2 2-4 0,1-1-3 0,-5-2-7 0,-2 0-3 16,0-4 0-16,-3 2-1 0,-1-2-1 15,1-2 3-15,-6 3-2 0,1 0-2 0,-4-2 0 16,-1 0 0-16,0 0 1 0,-5-1 1 0,0 2 1 15,-1-4 4-15,-7 0 8 0,0 3 2 0,0-1 2 0,-5 1 5 16,-2 0-6-16,-1-3-1 0,2 4-3 0,5 0-3 16,-1 0 2-16,2 2-1 0,2-1-4 15,3 2 2-15,1 0-3 0,-2 0 3 0,3-2-3 16,4 3 0-16,-2-4-5 0,2 4-4 0,14-6-19 0,5 2-10 16,2 0-17-16,10-3-18 0,3 0-18 0,3-1-21 15,1-1-23-15,-2-1-14 0,1-1-10 0,4-4-11 16,11-8 1-16,-15 9 0 0,11-8-2 0,-12 7 10 15,-1 0 18-15,-5-3 11 0,-3 0 16 0,-4-1 19 16,-9 3 25-16,1 1 39 0,-7 0 20 0,-2 2 17 16,-4-5 16-16,-3 5 16 0,-2 0 15 0,-4-3 19 15,-2 5 13-15,-3-1 11 0,-1 4-2 0,1 2 0 16,-6 1-7-16,5 2-3 0,-1 0-5 0,-1 5-5 16,-4-1-8-16,4 2 5 0,4 4-6 0,-4 4-2 15,3 1 4-15,1 3-2 0,4 2 1 0,3 2 2 16,0 2 3-16,3 9 4 0,4-1-4 0,3 0 14 15,3 2-29-15,3 4 2 0,-3-4-5 0,6 2-1 16,-4 1-8-16,3-2 1 0,-5 5-4 0,8 11-10 16,-4 0 2-16,2-1-5 0,-7-12-1 0,-2 2-10 15,-2 2 3-15,2-5 6 0,-4 5-14 0,-1-4 1 16,-1 1-3-16,0-1-3 0,-1-4 1 0,-3-2-2 16,-1-3-13-16,-1-6-26 0,-1-1-28 0,2-3-26 15,-3-4-23-15,1-3-29 0,0 0-35 0,0-6-55 0,2 0-65 16,-6-5-259-16,3-1-584 0,-2-4 258 0</inkml:trace>
  <inkml:trace contextRef="#ctx0" brushRef="#br0" timeOffset="99954.55">21381 5884 146 0,'-2'-4'397'15,"1"2"-3"-15,0-4-8 0,1 1-16 0,0 5-17 16,0 0-18-16,-2-7-27 0,0 3-25 0,2 4-26 15,5-6-29-15,-2 4-25 0,2 1-17 0,3-3-26 16,5 1-44-16,4 2-65 0,2-1-74 0,11-3-69 16,2 2-89-16,0-1-94 0,2-1-326 0,4-2-650 15,-4 0 288-15</inkml:trace>
  <inkml:trace contextRef="#ctx0" brushRef="#br0" timeOffset="100322.51">22482 5372 222 0,'0'-4'405'0,"0"4"-2"0,0-3-55 0,0 3-37 16,0 0-37-16,0 0-31 0,0 0-27 0,0 0-21 16,5 12-14-16,-3-2-23 0,0 0-14 0,0 4-18 15,1 3-7-15,6 2-15 0,-4 1-8 0,3-1-7 16,-1 2-4-16,7 2-12 0,-5-3-3 0,4 5-16 15,1-1 4-15,0-1-9 0,-1-9-20 0,-1 4-29 16,0-1-37-16,1-4-36 0,-4-3-42 0,2 2-55 16,0-5-61-16,-3 0-56 0,3-3-237 0,-5-3-567 15,2-1 252-15</inkml:trace>
  <inkml:trace contextRef="#ctx0" brushRef="#br0" timeOffset="100723.93">22727 5486 82 0,'0'-6'244'0,"0"6"-19"0,0 0-24 16,0 0-20-16,0 0-19 0,0 0-16 15,0 0-16-15,0 0-12 0,0 0-11 0,0 0-10 16,0 0-11-16,7 14-9 0,-4-7-4 0,-2-1-12 16,3 2-2-16,0 2-5 0,0-2-5 0,2 2-3 0,1 0 5 15,-3 1-14-15,1-1-6 0,3 0-1 0,-4 0-4 16,3 1-3-16,-1-4 0 0,-1 0 1 15,-1-1-4-15,1-2 0 0,1-2 0 0,-1 2 0 0,0-3 3 16,1 1-7-16,2 0-1 0,2-6-2 0,0 1-1 16,0-1 6-16,3-2 17 0,-2-1 14 0,3 1 12 15,0-5 3-15,2-1 6 0,1-1 10 0,-2 2 9 16,1-4 9-16,3 1 16 0,-7-1 24 0,5 2 10 16,-4-2 6-16,-3 5 8 0,-1-1 4 0,-1 1 1 15,3 2-7-15,-7 1-5 0,3 1-10 0,-3 1-22 16,0 2-14-16,-1 0-21 0,-3 3-10 0,7-2-9 15,-7 2-5-15,5 6-5 0,-3-3-10 0,0 7-5 16,1 1-4-16,1 1-10 0,-1 0-14 0,-2 4-18 16,3-1-29-16,-1 2-14 0,4 1-21 0,-2-3-28 15,5 2-35-15,-5-2-38 0,5-3-38 0,-1 2-49 16,0-3-55-16,1-1-65 0,0-3-254 0,1-1-681 16,1-3 301-16</inkml:trace>
  <inkml:trace contextRef="#ctx0" brushRef="#br0" timeOffset="101292.61">23599 5381 294 0,'0'-8'358'0,"-3"3"-27"0,3 0-14 16,-4-3-25-16,0 3-19 0,-1 0-25 0,0-2-24 15,0 3-19-15,-2 2-25 0,1-1-19 0,-3 2-14 16,1 1-16-16,-7 3-9 0,4 2-17 0,-1 3-9 16,1-2-11-16,-2 7-5 0,2-4-12 0,0 5-7 15,-1 0-1-15,2 0-11 0,6 4-6 0,0-5-1 16,1 0-2-16,0 3-6 0,5-3 0 0,-1 0-1 16,1-1-5-16,4 1-8 0,0-3-2 0,1 2-1 15,3-3-9-15,0-1 0 0,2-4-8 0,6 3 1 16,-4-4-4-16,3 0 2 0,2-3 5 0,-6-2-8 15,0 1 4-15,2-3-3 0,5-2-2 0,-3 1 3 16,0-3 2-16,-4 0-2 0,3 1 0 0,-5-3 2 16,4-1 11-16,-4 2 5 0,-2-1-3 0,2 2-5 15,1 0 8-15,-2 0 0 0,-2 3 3 0,3-1-8 16,-6 3 4-16,4-1-8 0,-2 2 6 0,-1 1-10 16,2 1-5-16,-1 1 0 0,3 3-3 0,-1 0 5 15,1 2-1-15,-3 0-4 0,3 2 2 0,-3 1 3 16,4 5-5-16,0-5 6 0,-3 2-2 0,2-3 4 15,-5 4-5-15,3-2 5 0,0 1-4 0,-2-3 5 0,-1 0-5 16,1-1 0-16,-2-4 6 0,1 4-2 0,-3-3 0 16,0-2 27-16,-2-2 46 0,3 3 4 15,-3-3-13-15,0 0-5 0,0 0-2 0,3-11-3 16,-3 5-4-16,0 0 1 0,0-2-6 0,0-3-2 0,1 2-3 16,2-3-12-16,-2-2 6 0,2 3-4 0,3-7-10 15,1 2-18-15,0 1-29 0,3-1-39 0,-1 1-48 16,1-1-48-16,-3 1-61 0,2 1-79 0,5-2-92 15,-5 2-255-15,5-1-699 0,-2 4 308 0</inkml:trace>
  <inkml:trace contextRef="#ctx0" brushRef="#br0" timeOffset="102095.31">24225 5522 55 0,'6'1'240'0,"3"1"-8"15,-1 0-5-15,0-1-11 0,0-1-7 0,2 0-12 16,-1 0-6-16,3 0-16 0,-5 0-6 0,4-4-6 16,3 2-5-16,-5-3-7 0,6 2-12 0,-4-1-12 15,1 0-11-15,-1-2-8 0,0-2-8 0,5-1 3 16,-1 0-3-16,2-1-6 0,-4-2 1 0,5 1 3 15,-7-2-4-15,6 0-7 0,-3-2-6 0,2 1-5 16,-3-3-3-16,-4 0-14 0,3 1-6 0,-2 2-2 16,-3 1-5-16,-2 1 10 0,1 1-14 0,-2-1-6 0,-3 2-4 15,0 0-1-15,-1 2-11 0,-1 0 12 0,0 2-21 16,-5 1-2-16,-2 3 0 0,1-1-1 0,-1 1-2 16,-3 4-4-16,-1-1 3 0,-2 3-2 15,1 1-1-15,-4 3-1 0,4 0-3 0,-1 2 5 0,-2 3-2 16,6 1-5-16,-4 1 3 0,7 0 2 0,0 2 1 15,1-2-4-15,5 5 3 0,0-5-4 0,1 1 7 16,4 1 11-16,1-4-12 0,2 5-3 0,1-7-11 16,4 1-9-16,2 0-6 0,2-1-9 0,2-2-16 15,1 0-5-15,4-3-2 0,0 2-2 0,6-2-4 16,-7-3-22-16,6 2 1 0,-6-5 5 0,0-3 2 16,-2 3 13-16,3-2-2 0,-4-1 8 0,3 1 5 15,-3-3 4-15,-2-2 5 0,-7 2 3 0,4-2 5 16,-2-1 3-16,-2 0 11 0,-1 1 21 0,-2-3 3 15,-2 1 9-15,1-1 7 0,-1 2 6 0,-5-1 1 16,0 2 3-16,0 1-6 0,0-1-1 0,-4 1-4 16,0 1-1-16,0-1 0 0,-3 4-7 0,1-2 0 15,-1 0 1-15,0 3-3 0,-7 1 2 0,5 1 4 16,-4 1-11-16,1 3 0 0,3-2-2 0,-2 4 0 16,-3 1 4-16,6 0 1 0,-3-1 0 0,3 2-4 15,1 1 3-15,0-1-2 0,3-2 2 0,2 1 1 16,-2 1-1-16,2-2-1 0,2-1 10 0,0 1-7 15,0-3 1-15,3 1 5 0,2-2-6 0,-1 0-6 16,3-1 4-16,3 0 3 0,-1-4-1 0,5 1 0 0,-3 0-1 16,0-4-1-16,1 1 1 0,0-2-3 15,0-2 1-15,-1 0-1 0,1-1 1 0,2-1 9 16,1 0 9-16,-5 0 19 0,-1-1 0 0,3-1 9 0,-3 1-3 16,0 1 6-16,-3 1 8 0,3-1 4 0,-6 3 7 15,1 0 3-15,0 1-1 0,1-1 0 0,-2 2-13 16,-1 2-10-16,0 1-11 0,-2 2-8 0,0 0-9 15,0 0-2-15,0 0-2 0,0 0-18 0,0 0-11 16,0 17-9-16,0-12-13 0,0 1-16 0,0 3-17 16,-2-3-14-16,4 6-17 0,3-2-22 0,-5 2-32 15,3-3-35-15,1 1-48 0,3-1-50 0,0-2-234 16,2 0-561-16,2-1 248 0</inkml:trace>
  <inkml:trace contextRef="#ctx0" brushRef="#br0" timeOffset="102480.14">25329 5267 161 0,'-7'-4'278'16,"2"0"-17"-16,-1 0-17 0,-2 2-20 0,3-1-19 15,-2 2-22-15,2-2-16 0,-2 2-15 0,7 1-23 16,-12 3-5-16,6-1-14 0,2 2-13 0,-3 0-8 15,3 1-7-15,1 1-6 0,-1 2-7 0,0 0-7 16,4 2-4-16,0 2-6 0,4-1-3 0,-4 2-4 16,4 0-3-16,0-2-2 0,2 6-5 0,-2-4-1 15,3 3 0-15,1-3-5 0,-3-1-4 0,2 0-1 16,0 2 7-16,4 2-12 0,-7-6-1 0,1-1-6 0,-2 1 1 16,1-3 1-16,0 0-3 0,-2-2-1 15,1 2-2-15,-1-2 1 0,-2-1 0 0,0-1-1 16,0-3 3-16,-2 8 0 0,-3-6 1 0,5-2 0 15,-9 1 0-15,9-1-1 0,-15-4 0 0,5 3-1 0,1-5-2 16,-2 3-1-16,4 0 2 0,0 2-4 0,2-2-10 16,-1 0-16-16,2-3-10 0,-1 5-29 15,2-3-27-15,3 4-27 0,-1-5-30 0,4 0-51 16,3 1-14-16,-2 1-30 0,3 0-154 0,4-2-426 0,1 0 189 16</inkml:trace>
  <inkml:trace contextRef="#ctx0" brushRef="#br0" timeOffset="103316.42">25544 5298 239 0,'3'-3'311'0,"-6"-2"1"15,3 1-3-15,0 4-21 0,-1-7-30 0,1 3-22 16,0 4-28-16,0 0-18 0,0 0-21 0,0 0-18 16,0 0-25-16,0 0-8 0,-10 11-9 0,7-5-11 15,2 2-8-15,0 1-12 0,-1 2-4 0,2 1-6 16,0 2-8-16,0-4-7 0,3 7-2 0,1-2-4 15,0 0-11-15,0-4-7 0,3-1-6 0,0 1-9 16,0-1-6-16,0-2 9 0,-1-1-18 0,2-2-7 16,-1-1-8-16,0-2-3 0,1 0-4 0,2-4-3 15,-2 1 2-15,-1-1 3 0,3-1 1 0,-3-2 0 16,0 0 4-16,1-1-1 0,2-4 5 0,-5 0 0 16,-1 3 5-16,3-4 4 0,-3 1 9 0,-1 1 8 15,1 2 2-15,-1 1 2 0,1-3 8 0,-3 4 0 16,2 0 0-16,-3 0-5 0,1 1-9 0,2 0-2 0,-3 4-1 15,0 0-2-15,0 0 0 0,0 0-2 16,0 0-3-16,0 0-4 0,0 0 2 0,-12 9 3 16,9-2 1-16,3-2-2 0,0 0-2 0,0 4 2 15,0-4 1-15,0 4-2 0,0-1 0 0,5-2-6 0,-2 2-1 16,1-3-3-16,0 1 0 0,2 0-1 0,2 0 0 16,-3-2 12-16,4 0-12 0,-3-1-1 15,1 0 1-15,1-3 1 0,3 1 1 0,0-1 2 16,1-1 12-16,-3-1-13 0,0-1 3 0,0 0-2 0,2 0 4 15,-4-4-2-15,0 3 4 0,2-3-5 0,-2-1 12 16,0 3-5-16,-1-2 8 0,-2 1 7 0,2-1 6 16,-3 1 1-16,1 1-4 0,2-2-4 15,-5 1-4-15,2 4-1 0,-2-1-3 0,-1 3 5 0,4-8-14 16,-2 7-5-16,-2 1-5 0,8-1 0 0,-8 1-2 16,9 2-10-16,-3 4-8 0,2-4-11 0,5 2-6 15,5 5-4-15,1-1-10 0,4-1-4 0,3 2 1 16,3-2-2-16,-1 0-3 0,6 1-4 0,-1-3-4 15,1 0 3-15,1-1-5 0,-1-2 10 0,2-4 4 16,-1 3 1-16,1-2 3 0,-1-2-1 0,-1-2-1 16,0-3-6-16,-6 0-5 0,-1-4 2 0,-6 1-10 15,-2-1-2-15,-4-1-1 0,-2-5 7 0,1 3 20 16,-2-2-4-16,-5-1 11 0,-1 3 17 0,-5-1 3 16,0 1 41-16,-2 2 10 0,-2 1 15 0,-1 1 5 15,-3 1 8-15,-1 0 2 0,-1 4 6 0,-2 1 2 16,0-3 1-16,-3 4 4 0,3 1-7 0,-3 2 0 15,1 1-1-15,1 3 1 0,-2 0 2 0,1 5-1 16,1-3 1-16,3 3 3 0,-4 5 7 0,3 1 0 16,3 2 11-16,-1 4 2 0,0 4 2 0,3 3 9 15,3 0 0-15,2 4-1 0,2-2 1 0,2 3 2 16,1 0-6-16,1 1-5 0,3 2-6 0,-1 0-4 16,4 1-9-16,-5-5-2 0,0 1-6 0,1 1-6 15,-2 1-3-15,2-1 5 0,-3-2-13 0,-2-3 2 16,-3-9-11-16,-1 3-27 0,-1-4-19 0,0-7-21 0,-3 4-22 15,-1-5-23-15,0-2-20 0,1-3-33 16,-2-3-48-16,0-2-67 0,-1-1-71 0,1-4-177 16,-5-4-540-16,0 0 238 0</inkml:trace>
  <inkml:trace contextRef="#ctx0" brushRef="#br0" timeOffset="103516.83">25788 4911 78 0,'-7'-3'242'0,"1"1"-25"0,-1 0-27 16,3 0-19-16,4 2-19 0,0 0-22 0,-10 2-42 15,10-2-61-15,-2 6-78 0,4-1-157 0,-2-5-224 16,4 8 99-16</inkml:trace>
  <inkml:trace contextRef="#ctx0" brushRef="#br0" timeOffset="106294.33">27528 5250 122 0,'3'-6'384'0,"-1"2"-18"16,0 0-25-16,2 0-32 0,-1 2-27 0,-1-1-41 15,-2 3-27-15,6-1-27 0,-6 1-13 0,4 10-25 0,0-1-13 16,0 2-12-16,2 7-17 0,-1 1-7 0,3 10-8 16,-1-1-11-16,0 3-9 0,0-2-3 15,-3 3-4-15,3 0-8 0,-2 1-7 0,3 0 1 16,-5-2-4-16,0 0-13 0,1 1 3 0,1-2-8 0,-3-1 12 16,0 2-15-16,2-4 1 0,-1 0-3 15,1-5-2-15,-2-5-5 0,0 1-21 0,1 0-29 0,-1 0-18 16,-1-5-31-16,-1-1-38 0,3-2-36 15,-3-3-37-15,1-1-43 0,1-1-29 0,1-2-225 0,-3 0-531 16,0-3 236-16</inkml:trace>
  <inkml:trace contextRef="#ctx0" brushRef="#br0" timeOffset="106661.58">27550 5263 24 0,'-5'-12'333'16,"2"-1"-4"-16,0 0-3 0,-1 2-1 0,2-3-1 15,0 1-10-15,2 0-6 0,0 2-17 0,2 2-22 16,0-1-25-16,0 2-25 0,0 2-12 0,5 0-27 16,1 0-22-16,0 1-15 0,3 1-16 0,1 3-15 15,2 1-4-15,1 1-20 0,-1 3-9 0,5 2-13 16,-6 0-9-16,4 5-9 0,0 1-18 0,0 0-4 15,-5 1-3-15,-1 3-13 0,1 2-4 0,-5-3-11 16,1 1-4-16,-1-3-3 0,-2 3 0 0,2-1-12 16,-10-2 5-16,3-3 2 0,0 3 1 0,-2-3 3 15,-3 0 0-15,-4 1-3 0,0-3 21 0,3 3-18 16,-6-4 1-16,2-1 1 0,-3-1-5 0,-1-1-1 16,2-1-10-16,2-1-15 0,-5 0-14 0,6-1-15 15,1 1-12-15,0-2-4 0,8 0-30 0,-9 0-27 16,9 0-17-16,0 0-30 0,0 0-17 0,18-10-42 15,-6 6-16-15,11 0-7 0,-2-1-157 0,13-3-465 0,-2 3 205 16</inkml:trace>
  <inkml:trace contextRef="#ctx0" brushRef="#br0" timeOffset="107280.43">28174 5238 37 0,'2'-6'206'0,"-2"-1"1"0,0 1 1 0,-2-1-4 0,-2 2-5 15,-1 1-8-15,-3-2-11 0,2 1-11 0,-5 2-17 16,-2 1-13-16,-1 1-11 0,2 1-12 0,-2 1-9 15,-4 3-11-15,4 0-8 0,-4 5-9 16,2-3-8-16,0 4-5 0,2 2-8 0,0 1-4 0,1 1-5 16,4-4-4-16,4 3-2 0,-2 0-4 0,3 3-3 15,-3 1-2-15,6 1-3 0,1-4-3 0,3 3 0 16,-2-6-1-16,3 4 0 0,2-4-4 0,0-1-5 16,5 0-4-16,-1 0-16 0,1-4-3 0,0-1-5 15,1 0-5-15,1-1-4 0,-2-4-2 0,4 0 0 16,-2-1-3-16,-1-4 1 0,0 2 2 0,-1-3 2 15,1-5-1-15,-4 2 4 0,2-2 0 0,-3-1 3 16,3 2 0-16,-7-3 7 0,4 0 5 0,-6 3 0 16,2-1 2-16,-3 0 6 0,2 5-4 0,-1-4 3 15,-2 4-2-15,2 3-1 0,-1-1-5 0,0 4 1 16,-3-5 2-16,3 5-4 0,0 0 2 0,0 0-2 16,-8 9 5-16,5-4-2 0,2 0 0 0,-1 1 0 15,0-1-1-15,0 2-1 0,0 1-1 0,2-1-4 16,0 1-2-16,0-4-3 0,-3 1 1 0,6 1-1 15,-1-2 1-15,0 0 7 0,0-1-1 0,3-1 0 16,-5-2 0-16,12-2 0 0,-4 0 1 0,3 0-2 16,-2-3 3-16,5-1 0 0,-5-1-4 0,4-1 6 15,3-5-1-15,-1 3 4 0,1 1-1 0,-2-3 9 16,2 0 3-16,1 1 8 0,-2 2 3 0,2-2 9 0,-3 1 3 16,1 1 5-16,-2 3 0 0,0 1-2 15,0-2-5-15,1 4 0 0,-4 0-6 0,3 0-2 16,-3 3 9-16,-1 0-17 0,3 4-6 0,-4 0 1 15,2 1-4-15,-1 1 2 0,0 1-5 0,0 2 2 0,2 1-1 16,-4 0 2-16,1 3-4 0,-1-1 2 0,-1-1-1 16,0 0-5-16,-1 4 3 0,-2-5 0 15,0 3-3-15,-2-5 3 0,1 4-1 0,-2-4-1 16,0-2 2-16,-3 1 1 0,3-2 0 0,-3 0 0 0,0-1-1 16,-1-3-6-16,0 2-8 0,4-3-9 0,-8 1-29 15,8-1-23-15,0 0-35 0,-11-4-37 0,7 0-41 16,1-2-38-16,-1 1-32 0,3-2-137 15,-2 1-423-15,3-2 188 0</inkml:trace>
  <inkml:trace contextRef="#ctx0" brushRef="#br0" timeOffset="107530.84">28713 4869 223 0,'0'-5'320'0,"0"-1"-14"15,0 1-22-15,0 1-31 0,0 4-30 0,4-4-16 16,-4 4-33-16,0 0-18 0,0 0-17 0,0 16-14 16,4-10-7-16,-1 7-16 0,0 4-7 0,-2 1-10 15,3 3-7-15,0 6-10 0,0 3-6 0,-1-10-6 16,0 12-8-16,3 0 3 0,-1-2-4 0,-3 0-4 16,2 1-5-16,-1 1-7 0,0-5 1 0,-2 1 1 15,6 2-3-15,-2-5-4 0,-1-4-19 0,1-1-26 16,0-2-35-16,-2-1-42 0,0-6-46 0,1 1-53 15,-2-6-59-15,4 0-196 0,-4-3-488 0,1-1 216 16</inkml:trace>
  <inkml:trace contextRef="#ctx0" brushRef="#br0" timeOffset="107715.3">28712 5067 116 0,'-2'-4'295'15,"1"-1"-11"-15,0 1-12 0,-1-1-20 0,2 5-26 0,0-5-23 16,0 5-21-16,7-4-13 0,1 1-40 0,-1 3-36 16,5 0-56-16,9 3-65 0,-1 1-85 15,2-1-89-15,2-1-118 0,-1 2-346 0,0-2 154 16</inkml:trace>
  <inkml:trace contextRef="#ctx0" brushRef="#br0" timeOffset="108568.31">29733 5063 197 0,'12'-10'280'16,"-9"-1"-9"-16,1-1-12 0,-2 4-5 0,-1-6-23 15,-1 4-17-15,-3 0-13 0,3 0-19 0,-5 2-25 16,-1 1-10-16,-4 1-20 0,-1-2-11 0,-2 5-12 16,-2-2-16-16,-5 4-1 0,2 2-15 0,-5-1-6 15,4 6 12-15,-5-1-26 0,-4 6-9 0,8-2-1 16,-4 7-2-16,0 2-4 0,5 2-9 0,4-5 0 15,3 2-1-15,0 6-4 0,1-3 5 0,6-1-5 16,-2 2-2-16,5 6-1 0,4-3-1 0,2-2-2 16,4 4-5-16,4-8 6 0,-1 1 5 0,10 0-8 15,2-1-2-15,1 0 3 0,-5-5-5 0,8-3 0 16,1 3-5-16,-4-9-9 0,4 2-4 0,-5-5-6 0,-2-1-3 16,2-1 8-16,-2-2-8 0,-2 0-2 15,1-1 5-15,-3-2 0 0,1-2 1 0,-7 3 2 16,0 0 3-16,-1-2 2 0,-1-1 11 0,-4 5 4 15,-3-3 6-15,4 1-1 0,-5 1-1 0,4 1-3 0,-2 0-1 16,-3 3-2-16,0 0 2 0,0 0-6 0,-4-7 2 16,4 7-3-16,0 0 2 0,0 0-5 15,0 0 3-15,-18 9 1 0,16-6 1 0,-2 0 1 16,1 2-5-16,3 0 1 0,0 1 1 0,0-1-1 0,0 2 3 16,3-1 7-16,1-2-8 0,1 5 0 0,-1-2-8 15,3-4-1-15,5 4-7 0,-2-1-4 0,2-2 0 16,-3-1-3-16,4 0 1 0,-3-1 0 0,-4-2 1 15,5-2-1-15,-4 1 0 0,2-1 1 0,-2-2-1 16,-3 0 4-16,0-1-4 0,0-3 9 0,-2 2-5 16,-2-3 0-16,-2 0 1 0,0-3 2 0,-4 3 1 15,3-1 0-15,-2 0 2 0,-1-1 4 0,0 0 6 16,0 1 6-16,4 4 6 0,-1-2 2 0,0 1 5 16,0 0 0-16,3-1 4 0,0-1-8 0,2 2 3 15,0 1-3-15,3-1-4 0,2-1 2 0,3 0-3 16,0 2-3-16,1-5 1 0,4 6-2 0,2-1 0 15,-5 2-3-15,9 0-1 0,-6 3-3 0,-3-2 2 16,4 2-3-16,-5 2 1 0,1 1-4 0,-1-1 3 16,-4 3-5-16,5 1 1 0,-5 0 2 0,3 4 1 15,-3 1-2-15,1 3 0 0,-1 2-1 0,-2 1 2 16,1-3 1-16,-1 5 6 0,0 0-5 0,3 4 1 16,-3-5 0-16,-1 2-3 0,3-1 1 0,-5-1-7 15,5-2-2-15,-3 0-4 0,-3-4-1 0,4-2-4 16,-4 1-8-16,0-4-5 0,2 1 1 0,-2-3 4 15,-1 1 0-15,0-5-8 0,0 3-18 0,0-3-11 16,0 0-17-16,0 0-19 0,0 0-31 0,0 0-35 16,-5-13-29-16,4 6-46 0,-4 1-129 0,5 0-399 15,-1-4 176-15</inkml:trace>
  <inkml:trace contextRef="#ctx0" brushRef="#br0" timeOffset="108885.43">30444 4781 137 0,'3'-12'384'16,"-3"-1"-10"-16,0 4-9 0,-3-1-14 0,6 3-14 0,-3 1-27 15,0 2-31-15,-3 0-26 0,3-2-39 0,0 6-23 16,0 0-23-16,0 0-14 0,0 0-17 0,0 0-12 15,-3 22-13-15,1-12-11 0,2 3-14 16,2 3-9-16,-1 2 6 0,1 3-18 0,3 0-5 0,-3 7-9 16,2 0-3-16,3-2-5 0,0 0-3 0,2 4-11 15,-2-3 15-15,-1 3-12 0,3-2-4 0,2-1 2 16,-1-1-3-16,1-7-1 0,-3 0-20 0,0 2-24 16,0-2-35-16,0-4-33 0,0 2-32 0,-2-4-33 15,-1 0-49-15,-1-3-51 0,1 0-55 0,1-4-297 16,-2-1-652-16,3 0 289 0</inkml:trace>
  <inkml:trace contextRef="#ctx0" brushRef="#br0" timeOffset="109086.81">30409 5067 145 0,'-4'-4'410'15,"1"-1"25"-15,-1 2 13 0,0 0-2 0,1-1-6 16,1 1-16-16,0-1-21 0,2 4-26 0,0 0-35 15,-1-5-34-15,1 5-32 0,10-6-29 0,-2 6-27 16,5 0-28-16,6 2-35 0,5 2-39 0,5 2-43 16,3 0-54-16,3 1-69 0,-4 3-71 0,6-2-77 15,-4 3-91-15,1-1-111 0,-3-3-342 0,-4 3-800 16,-6-5 354-16</inkml:trace>
  <inkml:trace contextRef="#ctx0" brushRef="#br0" timeOffset="173363.31">11968 7794 275 0,'10'-15'359'0,"-3"-4"6"0,1 1 12 0,6 1 13 16,-5 0-5-16,-2 2 2 0,1 4-6 0,-7 0-11 15,8 1-8-15,-8 2-11 0,3 3-19 0,0-1-18 16,-1 1-30-16,-2 1-30 0,3 1-23 0,-4 3-34 16,0 0-3-16,0 0 1 0,11 9-12 0,-5 0-15 15,-5 3-17-15,7 6-16 0,0 1-10 0,3 10-12 0,-4-2-11 16,1 6-12-16,0 0-1 0,1-4-18 0,0 3-3 15,0 0-12-15,4 1 1 0,-4-2 9 16,3 0-26-16,2 0-17 0,-3-4-21 0,1 0-27 0,2-2-30 16,-5-7-33-16,1-1-25 0,4-2-31 0,0 1-30 15,-4-3-43-15,1-3-41 0,0 0-34 0,1-4-37 16,-1 0-45-16,-2-4-47 0,1-1-53 0,3-1-289 16,-3-3-828-16,-2-2 367 0</inkml:trace>
  <inkml:trace contextRef="#ctx0" brushRef="#br0" timeOffset="173614.8">12564 7630 371 0,'-1'-10'383'0,"1"-2"13"16,-1 3-3-16,2 0-5 0,-2 5-27 16,-1 0-33-16,2-3-35 0,2 3-33 0,-2 4-22 15,0 0-37-15,0 0-18 0,0 0-17 0,11 19-17 0,-6-4-14 16,6 4-6-16,0 6-24 0,2 4-18 15,1 1 1-15,-4 5-10 0,2-1-6 0,1 1-5 16,-1 0-10-16,-1 1-2 0,0-3-18 0,0 1-26 16,0-2-30-16,-5-1-27 0,3-1-29 0,-2-4-27 0,2 1-25 15,-6-7-21-15,-2-4-22 0,2 1-30 0,-3-4-33 16,0-4-50-16,-3-2-50 0,2 0-217 0,-2-4-594 16,-1 2 263-16</inkml:trace>
  <inkml:trace contextRef="#ctx0" brushRef="#br0" timeOffset="173982.7">12345 7950 118 0,'-7'-1'306'0,"1"0"-11"16,6 1-14-16,-4-2-14 0,4 2-16 0,-7-1-18 16,7 1-21-16,0 0-12 0,0 0-12 0,0 0-8 15,0 0-6-15,20 4-15 0,-6-3-16 0,9 2-17 16,1-2-8-16,9-2-12 0,1 2-9 0,4-2-12 15,0-1-12-15,2 2 1 0,-2-1-14 0,0 1-3 16,0 0-5-16,-4-1 0 0,1 1-7 0,-2 0-10 16,-2-1-2-16,-6-1-5 0,-5 1 1 0,-1 0-3 15,-5 1-3-15,-1-1-2 0,-2 1 0 0,-4 0-11 16,0 1-1-16,2 0-2 0,-3 0-5 0,-2 2 0 0,1 1 1 16,0 1-5-16,1 3-2 0,-5-2 3 15,5 4 5-15,-2 2-7 0,-1-1 3 0,1 2 1 16,-1 0 0-16,1 5 0 0,1-3-2 0,-1 2 4 0,4 0 9 15,-1-2-8-15,2 1 0 0,1-1 9 0,0-4-14 16,-2 1 2-16,1-1-2 0,2-2-8 0,3 4-19 16,-3-5-20-16,1-2-33 0,4-2-30 15,-2-1-45-15,5-3-39 0,0 0-37 0,2-4-38 0,0-2-34 16,0-1-163-16,-2-2-505 0,9-6 223 0</inkml:trace>
  <inkml:trace contextRef="#ctx0" brushRef="#br0" timeOffset="174267.11">13530 7932 267 0,'-4'-5'313'16,"0"-3"10"-16,-4-2 6 0,-3 4 1 0,0-1 0 16,0 0-3-16,-2 1-1 0,0 2-12 0,-6-1-11 15,7 2-21-15,-3 2-27 0,-3 1-25 0,2 2-26 16,1 1-18-16,2 0-21 0,0 3-15 0,1 0-17 16,-3 7-9-16,1-2-16 0,-2 2-11 0,6 3-10 15,5 0-5-15,-3 5-10 0,7-2-6 0,-5 8-6 16,10 1-3-16,-4 0-5 0,8 3-7 0,-4-2-3 15,6 1-1-15,0 1-6 0,0 2-5 0,4 2 0 16,-2 1-3-16,2 0 4 0,-3 0-9 0,-1-1-4 0,-1 0 0 16,-1-4 0-16,-3-1-2 0,2-2-1 15,-7-8-3-15,4 1 5 0,-3-3-8 0,-1 0-5 16,0-5-9-16,3-2-15 0,-3-3-2 0,-3 0-13 0,2-2 3 16,0-2-11-16,-2-1-39 0,3-3-44 0,0 0-44 15,-11-8-42-15,7 1-46 0,-1-3-74 0,2-6-82 16,0-4-295-16,3 1-768 0,3-11 341 0</inkml:trace>
  <inkml:trace contextRef="#ctx0" brushRef="#br0" timeOffset="174718.7">13677 7606 18 0,'0'-18'409'0,"3"0"20"0,-2 1 11 16,0 5-3-16,2 0-10 0,-3 2-17 0,5 2-28 15,-5 2-40-15,3 2-32 0,-2-3-40 0,-1 5-31 16,0 2-26-16,0 0-20 0,6 13-22 0,1 0-16 16,-2 4-15-16,0 4-15 0,1 10-12 0,1 2-9 0,0 0-12 15,-2 3-10-15,6 16-7 0,-3-18-7 16,-1 0-5-16,3 0-8 0,-2-1-7 0,1-1-5 16,-3-1-3-16,2-6-5 0,-3-4-7 0,1-2-10 0,-1-2-3 15,-1-4-2-15,-1-2-4 0,1-2-2 0,-2-2 0 16,2-1 5-16,-1-4 2 0,2-2-6 0,0 0-2 15,-5 0 3-15,17-8-2 0,-7 0-1 16,0-1 0-16,-2-1 0 0,4-3-1 0,-1-3-1 0,0 2 2 16,4-1 6-16,-4 0 3 0,4 0 4 0,-4 1 4 15,-2 7 10-15,2-2 5 0,-4 1 2 0,0 1-8 16,3 2-3-16,-4 0-8 0,2 4-4 0,-2 1-5 16,-1 4 0-16,4 3 0 0,1 0-2 0,-4 6-4 15,3 3 1-15,0 1 1 0,4 1-1 0,-6 1-1 16,3-1-2-16,1 7 2 0,-1-1-1 0,1-6 2 15,-3-1-4-15,-1-1 0 0,1-3-14 0,-1-3-25 16,-2 2-30-16,2-4-15 0,-3-2-12 0,0-2-5 16,3-2-43-16,-2-1-56 0,-5-1-49 0,10-5-42 15,-6 0-49-15,2-5-55 0,-1-3-361 0,-4-5-815 16,0-2 360-16</inkml:trace>
  <inkml:trace contextRef="#ctx0" brushRef="#br0" timeOffset="174870.23">13742 7471 180 0,'-30'-12'322'0,"3"-1"-6"0,-3 4-6 16,12 0-12-16,-2 5 4 0,6-1-11 0,2-2-25 0,1 4-29 15,3 2-26-15,3-1-29 0,-2 1-42 0,7 1-37 16,-8 3-53-16,5-1-51 0,3 5-74 0,0 4-116 16,0 0-300-16,6 7-531 0,0-1 236 0</inkml:trace>
  <inkml:trace contextRef="#ctx0" brushRef="#br0" timeOffset="176240.75">15041 7334 53 0,'4'-12'336'0,"-4"1"-9"0,4 0-8 15,0 3-25-15,-4 2-20 0,3 1-29 0,-3 1-27 16,1 1-23-16,-1 3-21 0,0 0-22 0,7 11-12 16,0-3-18-16,1 9-13 0,-1 1-10 0,1 6-8 15,0 5-10-15,4 1 4 0,0 5-17 0,-3 0-4 16,3-1-10-16,-4 1 0 0,3 1-4 0,1-2-10 15,-1 0-1-15,-1 0-6 0,-2-3 18 0,0-2-26 16,-1 0 0-16,-3-8-6 0,0-2 0 0,0-2 3 16,0-3-8-16,-1-2 1 0,-3-4 1 0,0 0 18 0,0-1-3 15,1-1 31-15,-1-1 37 0,0-5 17 16,-1 5 4-16,1-5-2 0,-8 2 1 0,8-2-10 16,0 0 1-16,0 0-7 0,-7-10-15 0,7 10-7 0,0-8-15 15,5 3-10-15,-2-1-27 0,10 0-22 0,4 0-27 16,6-1-22-16,10 2-23 0,2 0-18 0,2 4-7 15,4-1 2-15,-2 0 2 0,17 1-7 0,-15-1 10 16,0 1 7-16,-2-1 0 0,-1 1 9 0,0-3 10 16,0 1 7-16,-4-2 4 0,-1-1 2 0,-6 0 4 15,-4 0 6-15,-8-1 13 0,0 2 6 0,-4-3 15 16,-3-1 34-16,-1 0 5 0,0-4 12 0,-6 4 8 16,-2-3 8-16,-3-1 4 0,-3 0 2 0,0 2-5 15,-2-6-1-15,-5 4-9 0,3 2 5 0,-5-2-18 16,4 5 0-16,-2-1-3 0,-2 1-8 0,2 3-3 15,-1 2-8-15,1 1-6 0,4 2 2 0,-4 4-10 16,3 0-9-16,3 2-17 0,-1 0-11 0,2 1 1 0,1 5-3 16,2 0-6-16,3 1-5 0,2 4 0 15,3 0 2-15,3 0-6 0,1-3 2 0,3 2-7 16,4-2 5-16,0-3-1 0,1 1 4 0,3-4-6 16,-2 0 9-16,2-5 1 0,-1 0 8 0,-2-3 3 0,3-1-3 15,4-2 7-15,-4-3 0 0,-4 0 7 0,4 0 5 16,-5 0 0-16,-1-1 8 0,-3 1 12 0,3-1 19 15,-2-2 15-15,-1 3 13 0,-2-1 9 0,1 0-1 16,-5 5-6-16,2-3-7 0,-3 2-1 0,-1 2-10 16,-2 1-5-16,8-3-19 0,-8 3 4 0,0 0 1 15,9 9-1-15,-4-4-2 0,-1 6 0 0,2-4-4 16,3 4 9-16,-3-2-12 0,3 8 4 0,1-4-4 16,3 1-1-16,1 0-1 0,1-1 2 0,-6-4-5 15,7 1-4-15,-2 0 3 0,1-3-1 0,-3-2-5 0,1 1 2 16,0-3-1-16,1-3 3 0,1 0 0 15,-2-1-3-15,0-4 4 0,-2-2 0 0,1 1-1 16,-1-3 2-16,-2-2 10 0,-1-2-10 0,2-3-1 0,-1 1 3 16,-5-2-5-16,2-4 8 0,-2 5 8 0,-1-2 3 15,-2 0 2-15,-1 4 8 0,0 1 3 16,0-4-3-16,-1 9-4 0,2-4 6 0,-2 4-9 0,1 2-3 16,-3-1-4-16,3 2-13 0,0 3-7 0,0 2-19 15,-1-5-9-15,1 5-11 0,0 0-5 0,0 0-13 16,0 0 0-16,0 15-11 0,1-8-1 0,3 3-2 15,4-1-1-15,-1 1-5 0,1 0-9 0,4 3-1 16,-2-3-7-16,6 1-9 0,1 4-5 0,-2-6-1 16,4 1 0-16,0-1 3 0,-2-1 7 0,4-3 6 15,0 3 11-15,-3-5 9 0,-3-1 6 0,4 0 9 16,-4-2 6-16,0 0 2 0,-1-1 11 0,-1 0 3 16,-3-2 9-16,5 1 10 0,-7-1 14 0,5 0 8 15,-6-1 12-15,2 3 2 0,-4-1 6 0,1-1 1 16,0 2-2-16,-2 0-5 0,-4 1-1 0,10-3-2 15,-10 3 0-15,11 0-3 0,-5 0-1 0,4 3 2 16,-4-2-5-16,4 4 2 0,1-3 2 0,2 3-3 0,1 1-1 16,0-1-4-16,4 1 2 0,-2 0 0 15,-2 0 2-15,3-1-1 0,4 0-3 0,-2-1 3 16,-6 0 0-16,2-2 1 0,-1 0 9 0,-3-1 5 0,5-2 4 16,-4-3 1-16,3 0 2 0,-2 0-10 0,0-2 5 15,-2-3 0-15,0-4-1 0,2-3-6 0,-3 1 6 16,-2-2-5-16,0-5 0 0,-1 2-2 0,-1-7-3 15,-4 1 1-15,1 5 0 0,-3-5 5 0,0 0 19 16,-1 3 11-16,-2 2 3 0,0-1 5 0,-2 3 0 16,-1-1 5-16,-2 2-2 0,0 0 3 0,1 0-8 15,-2 4 3-15,2 4-7 0,0-2 7 0,-1 2 0 16,-5 1-15-16,4 1-8 0,-2 3-3 0,-1 2-8 16,1 3-8-16,0 3 1 0,-2 1-13 0,3 2 6 15,-1 5 5-15,-1 2-3 0,2 4 1 0,5 2-4 16,2 11 5-16,2-2 4 0,5 4 1 0,1 0-1 15,5 4-2-15,5-2 1 0,3 0-6 0,-1 1 8 16,13 6-6-16,-5-8 3 0,-2-4 6 0,6-3-9 0,-2-3 5 16,0-2 4-16,0-3-9 0,0-3-19 0,-5-4-16 15,-3-6-43-15,1-2-33 0,-6-4-58 16,0-3-70-16,1-4-70 0,-1-5-89 0,-4-1-197 0,3-3-632 16,-3-8 280-16</inkml:trace>
  <inkml:trace contextRef="#ctx0" brushRef="#br0" timeOffset="176976.68">18478 7050 320 0,'4'-18'337'0,"-1"7"-6"16,-3-6-13-16,-3 4-16 0,-1-1-33 0,0 2-14 15,-3 2-25-15,-3 1-28 0,0 2-16 0,0 1-18 0,-6 2-20 16,2 3-18-16,0 1-11 0,0 2-3 0,-4 4-17 15,3 5-20-15,-1 0-6 0,2 3-5 0,5 3-6 16,-1 3-9-16,5 5 15 0,-1 6-20 0,6-4 17 16,3 3-26-16,5 1 0 0,7-2-3 0,-1 3-4 15,5 0 8-15,0 0-9 0,5-1-3 0,9 9 0 16,-13-11 0-16,3 1-5 0,1-1-1 0,-4-1-3 16,0-2 0-16,-3-3-11 0,-4-7 0 0,-3 2 1 15,-3-3-4-15,-2-6 20 0,-1 3-23 0,-1-4 8 16,-2 1-9-16,-2-4 11 0,-6-3-1 0,2 1 1 15,-5-3 19-15,-5-3-26 0,-4 2 5 0,0-4 3 16,0 0-3-16,1-4 11 0,0 3-13 0,2-5-13 16,3 6-45-16,6-5-23 0,-3 1-42 0,6-3-43 0,0 2-57 15,8-4-73-15,2-1-60 0,3 0-216 16,12-6-610-16,3 2 271 0</inkml:trace>
  <inkml:trace contextRef="#ctx0" brushRef="#br0" timeOffset="177210.41">18916 7029 141 0,'0'-16'328'16,"0"4"8"-16,0 1 18 0,0-1-5 0,-3 4-2 15,6 0-11-15,-3 0-11 0,-3 2-23 0,3 2-34 16,0-1-38-16,0 5-25 0,0 0-29 0,0 0-13 16,0 0-15-16,0 0-12 0,-1 23-15 0,5-5-3 15,-2 8-24-15,2 2-7 0,2 4-6 0,1-2-10 16,-3 5-6-16,3 0-1 0,1-1-13 0,3 1-6 15,-3 4-2-15,2-3-16 0,1 0-24 0,2 10-32 16,-1-10-21-16,1-1-40 0,-5-2-17 0,4-4-24 16,-4-2-39-16,-2-7-40 0,-2 2-44 0,1-5-44 0,-2-7-61 15,0-2-194-15,-1 0-599 0,0-4 265 16</inkml:trace>
  <inkml:trace contextRef="#ctx0" brushRef="#br0" timeOffset="177428.31">18931 7324 168 0,'-8'-2'292'0,"3"1"-7"0,-1-2-11 15,-2 1-12-15,2 1-19 0,6 1-20 0,-10-1-22 16,10 1-17-16,-9-1-19 0,9 1-15 0,0 0-10 16,-6 2-16-16,6-2-6 0,-2 4-14 0,2-4-6 15,0 0-9-15,11 9-10 0,-5-5-7 0,6 1-21 16,1 0-29-16,6-1-37 0,1 1-37 0,5 0-38 15,5-1-36-15,0 0-33 0,2 0-40 0,-1-4-26 16,-1 0-16-16,2 0-133 0,-10 0-403 0,2 0 179 16</inkml:trace>
  <inkml:trace contextRef="#ctx0" brushRef="#br0" timeOffset="178047.25">19286 7360 806 0,'15'-4'-15'0,"-4"2"51"0,1 0 28 0,-7 1 38 16,2-1 12-16,-3 0 8 0,-4 2-4 0,10 0-12 16,-10 0-9-16,9 2-10 0,-9-2-10 0,2 2-9 15,-2-2-5-15,3 5 0 0,-3-1 2 0,0 1 5 0,0 0 3 16,0 3-7-16,0 1 1 0,-2-1 1 0,2 3-5 15,0 0 0-15,2 1-1 0,-1 1-6 16,-1 0-4-16,1-2-7 0,-2-1-5 0,1 0-4 0,0 1-3 16,0-4-1-16,0-1-2 0,0-1-1 0,-1-1 2 15,-1 0 27-15,2-4 27 0,0 0 15 0,-1 4-11 16,1-4-5-16,0 0-5 0,-7-13 10 0,5 5-11 16,0-2-4-16,2-2-8 0,0 1-7 0,8-2-3 15,-4-4-15-15,6 1-17 0,-1-2-17 0,12-3-17 16,3 2-18-16,0 4-18 0,4 1 2 0,-1 1-4 15,-5 5 9-15,8-1-1 0,1 4 9 0,-8 1-1 16,0 1 7-16,-1 2 1 0,-2 0 3 0,-6 2 5 16,1-1-4-16,-7 0 4 0,2 1-3 0,-1 2 6 15,-3-1-3-15,-2-1 2 0,0 1 2 0,-1 2 3 16,-3-4 6-16,-3 5 0 0,0-1 10 0,-1 0 7 16,-3 1 7-16,-4-1 8 0,0 2 0 0,-5 2 6 15,3-3 8-15,0 0-4 0,-2 1-4 0,-1 0-4 16,1-1-3-16,-1 3-3 0,2-1-1 0,3-2-4 15,-1 3-4-15,1-1-2 0,3-3 3 0,1 3-2 16,0-2 1-16,3-1-1 0,2-2-1 0,0 3 3 16,1 1-2-16,-1-2 2 0,5-1-1 0,1 0-1 0,2-2 0 15,3 0-2-15,2-1-1 0,2-1 1 0,1 0-3 16,-1 0-2-16,1-3-6 0,0 0 4 0,2 2 0 16,2-4 0-16,-3 1-3 0,-4 2-1 0,4-2 2 15,-6 0 12-15,0 0-12 0,1 3-4 0,-3-1 3 16,-4 2 1-16,1 0-4 0,-4 1-5 0,8-3-3 15,-8 3-2-15,0 0 2 0,7 4 2 0,-7-4 1 16,0 5 2-16,0 1 0 0,0 2 1 0,0-3 0 16,0 3 1-16,-1 2 0 0,1-2 1 0,1 3-6 15,2-1-7-15,-2-2 4 0,2 1-1 0,0-1-2 16,1-2-1-16,5 1-6 0,-1-2-12 0,0-2-15 16,3-2-13-16,1-2-8 0,2-3-11 0,0-2-6 15,-2 1-15-15,7-1-3 0,-1-6-5 0,-1-1-16 16,5-4-2-16,-3-3-18 0,3-5-14 0,-4 3-24 15,2-2-26-15,-2-3-2 0,-2-1-140 0,-5-2-376 0,0-4 166 16</inkml:trace>
  <inkml:trace contextRef="#ctx0" brushRef="#br0" timeOffset="179134.58">20083 7118 632 0,'-3'-32'37'0,"-1"-1"37"0,-1 4 34 15,-1-1 29-15,-3 1 26 0,1 3 10 0,2-1 9 0,-1 3 1 16,2 5 8-16,0 1 3 0,1 5-2 0,-1 0-4 16,4 0 1-16,-2 1-5 0,-1 2-12 15,3 4-15-15,-1 1-17 0,1 0-15 0,-3 1-17 0,4 0-23 16,0 4-7-16,0 0-13 0,0 0-7 0,0 0-1 15,-4 18-12-15,3-7 0 0,2 6-5 0,-1 1-2 16,2 3-4-16,0 5-6 0,2 4-3 0,-3 0 1 16,1 3-4-16,-1-2-2 0,5 4-9 0,-2 0 6 15,-1 1-3-15,2-5-3 0,-1 2-2 0,1-2-5 16,2-2 7-16,-3 1-4 0,0-4-7 0,6 2 2 16,-3-10-10-16,1-1 1 0,0 1 2 0,3-1-3 15,1-6 3-15,1 4 0 0,0-4 8 0,-1-5-6 16,9-1-6-16,-2-3 1 0,1 0-3 0,2-4-3 15,2 1-2-15,-2-4 1 0,10 0-4 0,-5-3 3 16,1-3-5-16,-9 1 3 0,8-3 6 0,-10 3-7 16,0-2 4-16,-3 2 0 0,-6 0 0 0,2 1 7 15,-2-1 3-15,-3 0 2 0,-2 4 7 0,-3-2-6 0,0 3-1 16,-7 0 3-16,0 1-12 0,-5 2 10 0,-1-1 0 16,-2 4-1-16,-3 1 1 0,-1 2-5 15,1 1 2-15,3-2 2 0,-3 4-4 0,8-1 5 16,0 2-6-16,2-1-3 0,5 0 1 0,3-1 1 0,0 2 1 15,7 1-5-15,3 0 9 0,7-1-4 0,13 4 1 16,0-4 0-16,7-3 1 0,2 3-7 0,5-4-7 16,10-1 2-16,-9-2 4 0,12-4 1 0,-2 3 0 15,-1-5-2-15,-12-1 3 0,14-2 1 0,-17 1 6 16,-2-4-3-16,-1 1 0 0,-8 0 2 0,-1-3 3 16,-12 3-2-16,0-3 21 0,-8 4-14 0,-1-3 3 15,-4 2 0-15,-4-2 0 0,-1 4-2 0,-3-4 3 16,-2 5 12-16,-4-3 0 0,-2 5-2 0,-1 0-2 15,-1 0-2-15,-2 4-4 0,1 2 0 0,-2 0-2 16,0 6-2-16,6-3 3 0,-4 7-5 0,2-3 1 16,1 6 0-16,5 0 4 0,0 2-2 0,3 4 4 15,1 7-5-15,5-2 2 0,2 3-2 0,3 7 5 16,5-2 0-16,2 5 0 0,9 8 1 0,-5-10-1 0,4 8 0 16,-1-10-3-16,7 9 3 0,-11-11-4 15,4 2 0-15,-4-3 2 0,1-1-1 0,-5-3-5 16,0-8 1-16,-7-4 2 0,-4 0 1 0,0-5 0 0,-1 1 9 15,-8-6 0-15,-1-1 13 0,-4-2 5 0,-6-7 14 16,-2 1-4-16,-4-8 0 0,0 0 0 0,2-6 6 16,-2-3 8-16,6 0 3 0,1-1 3 15,1-3-3-15,4 0-6 0,2-1-6 0,5-4-8 0,6 2-1 16,5-3-10-16,2 0-3 0,8-1-2 0,7 2-15 16,3-2-1-16,13-8-14 0,7 3-16 0,3 6-3 15,5 0-8-15,-2 7 0 0,2 4 3 0,-11 7 4 16,-2 1-5-16,18 1 12 0,-21 3-3 0,-4 4 4 15,0 1 1-15,-4 3-4 0,-10 2 2 0,-5 1-4 16,0-1 6-16,0 3-1 0,-5 0 0 0,-3 1 15 16,0 2-12-16,-5 0 2 0,0 4-1 0,-3-1 4 15,3 2 1-15,-7 0-5 0,3-4 15 0,-1 4-5 16,-2-4-1-16,2 1-5 0,-1-2 3 0,6-1 4 16,-4-3-2-16,1 1 15 0,3-1-6 0,0-4 2 15,0 0-2-15,10 5 5 0,-10-5-3 0,18-5 2 16,-5 1-2-16,6-1 1 0,-1-2 0 0,1-3-6 15,1 3 3-15,2-4 3 0,-1 4 0 0,7-5-6 0,-8 7 7 16,1-4 3-16,2 1-3 0,-3 3 7 16,-3-1 7-16,-4 3 9 0,-2-2-3 0,-2 4-6 0,-2-2-6 15,0 2-2-15,-1 1-4 0,-6 0 1 16,8 1-4-16,-1 3 0 0,-5 0 0 0,0 3-2 0,-1 0-5 16,3 4 0-16,-1-1 3 0,0 3-2 0,1 6 13 15,0-1-5-15,4 7-9 0,-3 2-1 0,4 0 2 16,5-1 2-16,-7 0 7 0,8 4-6 0,0-3 4 15,-4 1-5-15,8-1 1 0,-7 1 2 0,3 2-5 16,-4-6 6-16,-5-8 5 0,1 2 2 0,-3-5-11 16,0 1 0-16,-2-3-1 0,-4 0 9 0,0-4 10 15,-7 0 0-15,-2-1-2 0,-7-3 1 0,-2-3-8 16,-9-4 6-16,-5-2-9 0,-4-5-25 0,0-4-53 16,-11-5-57-16,-7-5-70 0,3 0-92 0,0-4-100 15,-5 1-224-15,3 0-664 0,4 0 295 0</inkml:trace>
  <inkml:trace contextRef="#ctx0" brushRef="#br0" timeOffset="179404.59">20612 6982 159 0,'0'0'394'0,"0"0"-38"0,0 0-11 0,0 0-20 16,0 0-27-16,15-7-16 0,-9 5-27 0,3 1-20 16,2-1-24-16,0-1-23 0,0-2-21 0,1 3-26 15,0 1-7-15,2 1-10 0,-2 0-41 0,-1 0-50 16,2 1-54-16,-2 3-63 0,-1-2-77 0,-1 0-82 15,-2 2-295-15,-3-1-581 0,1 2 258 0</inkml:trace>
  <inkml:trace contextRef="#ctx0" brushRef="#br0" timeOffset="180272.1">13277 8629 8 0,'-22'0'243'0,"2"0"-15"16,0 0-16-16,8-1-8 0,-1 1-10 0,6 0-11 16,0-1-11-16,7 1-15 0,-12 1-14 0,12-1-13 15,-4 0-9-15,4 0 1 0,0 0-1 0,19 1-6 16,5-1-5-16,12 3-11 0,21-2-9 0,6-1-11 15,36-4-4-15,-1 4-14 0,13-1 0 0,5 2-8 16,10-3-3-16,6-1 15 0,11 1-5 0,15-1-12 16,5 3 8-16,11-3-9 0,6-1-5 0,9 2-4 15,10 3 6-15,7 3 2 0,2-7-4 0,5 6 12 16,8-3-7-16,1 1-2 0,4 2-5 0,1-7-4 0,8 4 1 16,2 2-5-16,1 0-3 0,-3-1 5 15,7-1-8-15,-8 0 2 0,-3 1-8 0,-1 0 8 16,-3-3 0-16,2 4 13 0,-9 0-18 0,-6-4 9 0,2 5 0 15,-8-1-2-15,-5-1-7 0,-9 0-1 0,-6 4 7 16,-3 0 15-16,-5-4-5 0,-9 2-21 0,-11 1-1 16,-7-1 5-16,-14-1 4 0,-6-3 1 0,-7 3-2 15,-9 1-1-15,-12-1-4 0,-10 0-18 0,-31 0 13 16,1-2 4-16,-5 1-12 0,-3 1 6 0,-14-1 1 16,1-1-6-16,-7 2-7 0,-1-2-19 0,-4 1-21 15,-9 0-32-15,0 0-33 0,-8 1-44 0,-3-1-50 16,-5 1-66-16,2-2-70 0,-7 2-233 0,0 0-614 15,-2-2 272-15</inkml:trace>
  <inkml:trace contextRef="#ctx0" brushRef="#br0" timeOffset="183383.53">12564 8812 321 0,'-8'-1'355'0,"8"1"-7"0,-12 0-4 15,8-1-12-15,4 1-13 0,0 0-6 0,-10 0-7 16,10 0-16-16,0 0-14 0,0 0-25 0,0 0-15 16,25-10-29-16,6 8-17 0,6-3-27 0,5 0-8 15,15-4-37-15,2 0-57 0,5 2-41 0,-3-5-42 16,-3 7-47-16,3-1-46 0,-1 2-58 0,-1 1-79 16,-4 0-93-16,-15 2-261 0,1-1-655 0,-3-2 291 15</inkml:trace>
  <inkml:trace contextRef="#ctx0" brushRef="#br0" timeOffset="186394.46">4260 10502 91 0,'-3'-5'295'0,"0"3"-17"0,-1-2-16 16,-2 3-18-16,1-1-19 0,0 0-12 0,5 2-19 16,-11-2-19-16,4 2-15 0,7 0-11 0,-15 3-22 15,10 0-11-15,-4 2-13 0,5 0-7 0,-1 1-11 16,-2 2-8-16,3 0-8 0,-3 1-9 0,3-1 1 15,1 0-11-15,2 0-2 0,1 2-7 0,0-1-7 0,0-2 3 16,4 3-3-16,0-4-8 0,-1 0-3 0,1 1 3 16,0-2-6-16,4-1 2 0,-4 1-5 15,3-2 2-15,0-2-4 0,-3-1-1 0,7 0 4 16,-6-3-6-16,2-2 0 0,-1 2-4 0,2-2 6 0,-6 0-6 16,5-3 1-16,-1 1-4 0,-5-1 4 0,3 2-1 15,-2-2-3-15,-1 0 0 0,-1-2-1 0,0 4 0 16,-1-3 0-16,-1 3 2 0,-2-1 6 0,3 1 7 15,-1 1 2-15,-2 0-8 0,1 0-1 0,2 2 0 16,-3 0 1-16,-1 1-5 0,5 2-5 0,-9-2 3 16,9 2-3-16,-9 3 0 0,6-1 1 0,-1 2-1 15,1 2 2-15,-2-1-4 0,5 1 5 0,-4 1-5 16,3-1-2-16,-1 0 0 0,1 2-1 0,2-2 5 16,1 2-7-16,-1-3 5 0,2 1-6 0,-2-1-2 15,7-1-3-15,-4 2-2 0,3-3-2 0,0 1-3 16,0-1 1-16,-1-3 1 0,1 0 1 0,0 0 2 15,1-2 2-15,-1 0 3 0,-3-1-2 0,3 0 2 16,-3-2 0-16,-1 0 0 0,1 2 7 0,-4-2 2 16,0-2 8-16,0 1 4 0,-4 1 6 0,2-2 4 15,0 2 5-15,-1-1 5 0,0 1 4 0,-2-1 1 16,0 1 0-16,0 2-1 0,1 0-1 0,-1 1 2 16,-1-3-8-16,2 4-5 0,4 1-2 0,-11-2-2 0,11 2-4 15,-9 1-1-15,9-1-5 0,-10 1 1 0,3 2-1 16,2 1-4-16,0 0 4 0,-1-1-4 0,2 0 4 15,1 2 2-15,2-1-9 0,-5 1-1 0,1-1-1 16,5-2-2-16,-1 2-3 0,1-4 2 0,-4 6 27 16,4-6-33-16,0 3 7 0,0-3-1 0,0 0 4 15,0 0-3-15,12 0 0 0,-12 0-3 0,0 0 1 16,12-5-2-16,-6 3 3 0,-2-1-14 0,1 0-11 16,-1-1-10-16,-1 2-12 0,-2-2-15 0,2 1-22 15,-3 3-23-15,3-5-40 0,-3 5-50 0,0 0-43 16,0 0-53-16,0 0-205 0,0 0-538 0,0 0 238 15</inkml:trace>
  <inkml:trace contextRef="#ctx0" brushRef="#br0" timeOffset="186795.99">4854 10158 281 0,'-4'-6'358'0,"4"1"-15"15,0 2-10-15,-1-2-23 0,1 5-15 0,-3-7-28 16,3 7-25-16,0-4-30 0,0 4-25 0,0 0-19 0,0 0-20 15,0 0-21-15,0 0-7 0,12 13-12 0,-9-5-14 16,3 2-5-16,0 2-9 0,3 3-12 0,-2 1 8 16,0 2-18-16,4 2-2 0,0 4-7 0,-2 2-1 15,-1-7 10-15,-2 2-30 0,9 4 0 0,-7-6 4 16,3 7-2-16,-3-7-8 0,-1 0 2 0,-3-2-5 16,4 1 1-16,-4 0-3 0,1 0 2 0,1-1-4 15,-1-5-17-15,1 0-29 0,2-1-26 0,-7-2-28 16,3 1-28-16,-1-2-36 0,3-2-41 0,-5-1-46 15,5-2-39-15,-2 0-274 0,0 1-594 0,-4-4 262 16</inkml:trace>
  <inkml:trace contextRef="#ctx0" brushRef="#br0" timeOffset="187080.45">4903 10140 259 0,'-10'-9'373'0,"6"5"-6"0,-1-4-12 0,-2 3 12 0,3 0-19 16,0 1-3-16,1-1-11 0,-1 0-25 0,3 1-24 15,-1 0-31-15,2 4-25 0,0-6-20 16,0 1-26-16,2 1-19 0,-1 2-18 0,6-4-13 0,-2 4-13 16,9-2-11-16,-3 0-13 0,1-1-13 0,3 2-4 15,4-2-9-15,0 2-6 0,3 1-10 16,-1 0-26-16,-1 1-17 0,3 1-21 0,-6-2-21 0,1 2-30 15,2 3-32-15,-2-4-29 0,0 3-30 0,-6 1-19 16,2-1-36-16,-2 2-23 0,0 3-36 0,-1-4-33 16,-3 3-24-16,-1 2-246 0,0-1-615 0,-6-1 273 15</inkml:trace>
  <inkml:trace contextRef="#ctx0" brushRef="#br0" timeOffset="187465.2">5041 10354 178 0,'0'0'229'0,"0"5"6"16,0-5-2-16,10 2-4 0,-6-1-7 0,3 1-15 15,1-2-15-15,6-2-20 0,-3 2-15 0,2-1-18 16,5 0-13-16,1 0-13 0,0-2-13 0,-1 2-10 16,1-1-6-16,-6 3-11 0,2-1-15 0,-1 0-26 15,-2-1-29-15,-1 2-31 0,0 0-30 0,0 2-34 16,-6-1-31-16,2 0-18 0,-2 1-13 0,1 1-2 0,-2 1-9 15,-4 0-2-15,-4 0 9 0,3 3 7 16,-5 0 12-16,-1 2 19 0,-4-1 11 0,-4 4 14 16,2 1 19-16,-2-3 26 0,1 4 24 0,-1-3 21 0,0 1 20 15,0 0 20-15,2 1 16 0,3-5 20 0,1 1 13 16,-1 0 15-16,5-1 12 0,-1-1-1 0,1-2-2 16,1 2 7-16,1-3 3 0,3 0 12 15,-1 2 6-15,1-3 10 0,4 1 3 0,-3-1-9 0,10-3-8 16,-3 0-12-16,6-1-11 0,2 0-8 0,3 0-8 15,3-2-8-15,8-2-14 0,-7 1-4 0,7-2-21 16,-7 2-28-16,4-2-32 0,4 2-28 0,-11-1-40 16,1-2-47-16,2 1-51 0,-3 0-53 0,-2-1-208 15,-1-1-476-15,0 2 212 0</inkml:trace>
  <inkml:trace contextRef="#ctx0" brushRef="#br0" timeOffset="187717.12">5807 10246 209 0,'0'0'378'15,"3"-3"-5"-15,-3 3-24 0,0 0-24 0,0 0-32 16,5-1-29-16,-5 1-24 0,0 0-33 0,0 0-16 16,0 9-14-16,-1-4-24 0,-2 2-11 0,-1 1-11 15,0 4-16-15,0-1-7 0,-4 4-10 0,2 1-8 16,-2 0-14-16,-1 2-5 0,-2-2-7 0,1 1-7 15,2 0-10-15,-1 1-2 0,-1-2 0 0,-2 2 0 0,2-4-7 16,2 1-5-16,-1-3-25 0,1 0-34 0,1-5-31 16,1 0-23-16,2-1-29 0,0-1-27 0,-2 2-40 15,1-6-37-15,1 1-48 0,4-2-21 16,0 0-224-16,-8-7-547 0,5 3 242 0</inkml:trace>
  <inkml:trace contextRef="#ctx0" brushRef="#br0" timeOffset="187933.59">5611 10351 33 0,'-2'-5'245'0,"-1"1"11"16,3 4 5-16,-1-7-6 0,-1 4-6 0,1-1-8 16,1 4-24-16,-3-3-20 0,3 3-21 0,0 0-13 15,0 0-18-15,0 0-10 0,-8 8-9 0,8-3-6 16,0 0-6-16,3 1-3 0,-3 0-5 0,1 3-9 16,3-1-5-16,4-1-5 0,1 4-5 0,1-3-6 15,1 2-11-15,5 0-1 0,1 1-10 0,-1-1-2 16,2 0-8-16,2-3-25 0,3 4-30 0,-2-5-35 15,2 0-39-15,-3 1-42 0,2-2-47 0,7 2-53 16,-5-3-49-16,-2-1-214 0,-3-2-530 0,0 1 235 16</inkml:trace>
  <inkml:trace contextRef="#ctx0" brushRef="#br0" timeOffset="188217.76">6041 10348 261 0,'-1'-6'359'0,"-2"0"14"0,0 0 20 0,2 1 4 0,0 2-7 15,-4-1-17-15,5-1-31 0,0 5-35 16,0 0-34-16,0 0-32 0,0 0-21 0,0 0-26 16,0 0-15-16,10 12-19 0,-6-2-20 0,2 1-7 0,3 4-13 15,-5 2-9-15,7 8-7 0,-1 3-12 0,-1 0-1 16,2 3-14-16,0-1-5 0,-2 0-6 0,1 6-7 16,-2 2-1-16,0-1-6 0,0 14-5 0,2-2-1 15,-6-13-7-15,3-2 0 0,1 2-5 0,-3-1-2 16,4-3-2-16,-4-1-6 0,6-5-3 0,-7-4 1 15,0-5-5-15,-1-5-5 0,1-4-21 0,-1 0-5 16,-2-2-4-16,3-3-9 0,-4-3-29 0,3 0-28 16,-3 0-38-16,5-11-44 0,-4 4-41 0,-1-5-55 15,0-7-69-15,0-2-82 0,-5-8-303 0,2-5-775 16,2-2 344-16</inkml:trace>
  <inkml:trace contextRef="#ctx0" brushRef="#br0" timeOffset="188519.07">5970 10340 136 0,'-12'-13'331'0,"4"3"6"15,3 1-5-15,-1-3-4 0,2 3 7 0,0-1-10 16,2 2-20-16,2-1-26 0,2 3-28 0,2-2-26 0,0 3-24 16,0 0-18-16,6-1-22 0,2 3-18 15,-1 0-12-15,8 2-12 0,1 2-16 0,1 2-7 16,-1 2-8-16,-1 1-12 0,4 2-5 0,4 2-9 0,-5 3-18 15,-3-5 9-15,0 5-10 0,-1-1-1 0,-2-1-5 16,2 1-8-16,-6 1-2 0,-5-2-7 0,1-1-2 16,-4 0-4-16,-1-1-1 0,-3 2 1 0,-3-4-3 15,-2 2 6-15,-6 0-3 0,0 0-11 0,-1-3-1 16,-7 1-12-16,-2-2-27 0,1 1-28 0,0-3-30 16,-4-2-36-16,4 2-33 0,2-2-51 0,-1-1-54 15,6 0-61-15,2-1-288 0,4-1-668 0,2 0 295 16</inkml:trace>
  <inkml:trace contextRef="#ctx0" brushRef="#br0" timeOffset="189756.48">6511 10442 137 0,'5'4'275'15,"-1"-3"9"-15,-4-1 7 0,5 2 3 0,-5-2 7 16,9 1 0-16,-9-1-2 0,8-3-12 0,0-2-14 15,-1 0-20-15,0 0-10 0,-2-4-6 0,6 0-13 16,-4 0-10-16,1-3-12 0,1-2-11 0,1-1-13 16,-2 0-10-16,0-4-9 0,-4-1-13 0,4 1-12 15,-8-1-14-15,2-1-12 0,-2-6-8 0,0-2-12 16,-3-1-8-16,-4 0-5 0,0-1-12 0,6 0-6 16,-10 1-6-16,4 1-5 0,-5 2-4 0,5 7-6 15,-1-1-5-15,0 3-2 0,-1 1-3 0,0 6-3 16,2-1-2-16,1 4-1 0,-1-2-5 0,3 4 0 0,1 1-6 15,0 0-3-15,-1 2-5 0,0 2 1 16,4 1-3-16,0 0 0 0,-15 3-4 0,14 3 4 16,-2 3-2-16,-1 4 0 0,4 3 0 0,-1 1 1 0,2 11-3 15,-1 0 2-15,4 3 0 0,-1-2 1 0,5 2 1 16,0 0-2-16,0 1 1 0,-1-5-9 0,4 4-16 16,3-5-11-16,-2 2-9 0,3-4-9 15,0 3-9-15,-2-11-8 0,1 1-3 0,2-3-14 0,-2 1-12 16,5-5-10-16,-4-3-11 0,3 0-7 0,-5-5-9 15,2-2 5-15,4-1 1 0,-4-3 12 0,2-3 7 16,0-1 19-16,-3-3 6 0,1-2 9 0,-2 0 6 16,0 0 8-16,-4-1 6 0,-2-2 9 0,-1 3 19 15,0 1 19-15,-2 1 11 0,-4 4 19 0,4-2 16 16,-2 3 13-16,-1-1 3 0,-1 2-11 0,3 1-5 16,-3 4-4-16,0 0-3 0,1-2-5 0,-1 2 0 15,0 0 7-15,0 16-14 0,0-8-4 0,0 2 0 16,3 1 0-16,-2 2 10 0,6 4-8 0,1 0-7 15,-1-2-3-15,1 0 4 0,4 0 1 0,-2-6 1 16,0 1 3-16,4 0-1 0,-1-1 0 0,-1-3 9 16,-1-1-14-16,1 0 8 0,3-4-5 0,-4-1 2 15,2 0 11-15,1-3-11 0,-6-1-2 0,4-1 0 16,-5-1 1-16,0-2-6 0,-3-2 6 0,-1-1-7 0,-3 0 14 16,-1-1-11-16,-1 0-6 0,-3 0 1 15,-8-3 4-15,0 2-5 0,-1-1-1 0,-2 3 4 16,-2 0-4-16,2-1-4 0,-2 4 0 0,1-3 0 0,4 6-21 15,1-1-14-15,1 0-25 0,0 3-21 0,6 0-20 16,-3 1-22-16,5-1-16 0,3 3-3 0,-3-2-13 16,3 2-15-16,0 0-14 0,0 0 1 0,18-4 7 15,-6 4 20-15,-5-2 14 0,8 1 13 0,-3 0 11 16,2 0 13-16,1-2 16 0,-2 1 6 0,2 0 12 16,-2-3 14-16,3 2 22 0,-4 1 21 0,-1-1 24 15,0 0 26-15,-3-1 21 0,2 0 13 0,0 3 12 16,0-2 8-16,-3 0 1 0,1 2 4 0,0 0-10 15,-2-2 1-15,3 2-4 0,3 2-10 0,-1 3-3 16,2 0-6-16,-1 0-6 0,0 2-6 0,6 3-2 16,-6 2-5-16,4 0-4 0,1 2 3 0,-1 0-7 15,-1 0-7-15,0 2-2 0,-3-1 0 0,3 1-3 16,-7-1 0-16,-1-2-4 0,1 1 2 0,0-6-3 16,-4 5-1-16,-1-6 1 0,1 1 4 0,-4-2 29 0,3-2 28 15,-6 2 4-15,3-5 17 0,0 0 12 16,0 0 11-16,0 0-1 0,-23-11 6 0,19 5-9 15,-4-3 3-15,2 0-5 0,1-2-7 0,-2-2-10 16,3 0-9-16,1 0-11 0,3 0-7 0,0-4-7 0,3 4-21 16,1 1-18-16,4-5-36 0,3 3-25 0,1 2-29 15,2 4-26-15,-2 1-30 0,0 1-27 16,2 3-26-16,-2 1-31 0,3 2-21 0,-2 1-19 0,3 0-10 16,-4 1-15-16,4 2 0 0,-2 4-181 0,-2-3-491 15,-1 3 218-15</inkml:trace>
  <inkml:trace contextRef="#ctx0" brushRef="#br0" timeOffset="190543.18">7643 10214 260 0,'3'4'10'0,"1"-2"22"0,3 0 30 16,-7-2 14-16,7 0 13 0,-7 0 12 0,8-4 7 16,-2 2 7-16,-1 0 2 0,4 0 2 0,-2-5 4 15,3 1 5-15,-1 0 4 0,1-1 0 0,-1-1 2 16,1 2-6-16,-1-2-8 0,0 1 2 0,0-3-6 16,-1 2 0-16,0 0 5 0,-1 0 5 0,0-1-5 15,0 1 3-15,-3 1 3 0,1-1-3 0,-2 2 15 16,-3-2-11-16,4-1-7 0,-4 1 1 0,0 2-7 15,-3-1-11-15,2 1-8 0,-2 0-1 0,-2 0-17 16,1 2-5-16,-3 0-4 0,2 0-10 0,-5-1-11 16,0 2 2-16,1 2-5 0,-3 0-1 0,-2 3-11 0,3 1-8 15,0 0 6-15,-2 0-8 0,2 4 0 16,-4-1-4-16,7 3-4 0,-2 0 5 0,3 0-4 16,-2 1-5-16,3 2 1 0,4 1 4 0,0 0-4 15,2-1 2-15,4 4-6 0,2-3 9 0,6 3-10 0,3-1 0 16,8 3 6-16,4-2-1 0,5-1 0 0,3-2-1 15,0-2-14-15,2-2-11 0,19 2-11 16,-17-4-15-16,17-2-11 0,-14-1-4 0,18-2 1 0,-7-1 2 16,-11-1 5-16,-2-1-1 0,-1-4 1 0,3 0 12 15,-11-2 2-15,1 0 0 0,-5-2 5 0,0-1 3 16,-6 2 1-16,-1-3 1 0,-3-2 4 0,-1-1 5 16,0 4 2-16,-4-4 6 0,-5 5 18 0,-3 0 12 15,0-2 8-15,-1 3-1 0,-3-1 12 0,0 3-13 16,-4-1 3-16,-3-1-1 0,0 4-8 0,-2-1 0 15,-5 0-1-15,-6 1 3 0,1 3 4 0,-3 1 4 16,-2 3 5-16,-5 2 2 0,-4 2 15 0,2 1-4 16,-2 3 7-16,2 0-1 0,1 3-7 0,3 0-5 15,0 0-4-15,4 3 0 0,-2 0-13 0,9-5-1 16,2 1 5-16,5 1-9 0,-2 1 1 0,5-3-1 16,1 1-9-16,4-1 8 0,2-1-3 0,4 1 2 15,1-1 0-15,6-3-2 0,2 2 1 0,5-3 0 16,0 0-5-16,4-3-1 0,1-2-7 0,6-2-2 0,-1-3-3 15,-6-1 3-15,0-2-5 0,3-2-1 16,-3-2-3-16,3-3 2 0,-3-2-2 0,0-3-5 16,-4-1-3-16,-4 1-5 0,3-6 0 0,-3 0-10 0,-3-6-18 15,-1 0-2-15,-3 1-1 0,0-4 7 0,-8 1 4 16,0 0 0-16,-5 4 10 0,-2-1 8 0,0 0 25 16,-2 4 16-16,-3-1 10 0,1 8 8 0,1 2 6 15,-2-1 12-15,-1 1 9 0,1 2 10 0,4 4 9 16,-1 0 4-16,3 0-3 0,-2 3-11 0,1 4-4 15,2-3-11-15,-2 2-8 0,4 1-6 0,-1 2-4 16,-4-1-7-16,8 2-6 0,0 0-4 0,-8 8-2 16,5-1-1-16,-1-3-6 0,5 4 1 0,-1 3-4 15,3 2-2-15,-3-1-1 0,4 2 2 0,2 4-3 16,-5 0 4-16,7 1-6 0,-2 1-1 0,-1 11 1 16,5-3 1-16,-3-2-12 0,0 2-16 0,0-1-20 15,2-1-36-15,1 0-42 0,3 2-49 0,-1-5-42 16,4 3-27-16,-9-6-39 0,9 3-69 0,2-3-70 0,-5-5-326 15,4 3-798-15,-2-6 353 0</inkml:trace>
  <inkml:trace contextRef="#ctx0" brushRef="#br0" timeOffset="191111.94">9185 10230 199 0,'-2'-6'393'0,"2"6"-4"0,-5-6-8 16,3 2-15-16,1 2-28 0,1 2-31 0,-4-5-28 15,4 5-30-15,-6-1-25 0,6 1-21 0,0 0-22 16,0 0-14-16,-9 11-24 0,9-8-6 0,-1 2-16 16,1 3-11-16,2-1-10 0,0 0-10 0,3 0-7 15,-1 2-10-15,2 0-6 0,-1 0-8 0,3 0-4 16,0-4-5-16,3 2-2 0,-1-1-6 0,-1-4-3 16,-2 3-1-16,-2-3 6 0,5-2-13 0,-6 0-1 0,-4 0-7 15,15-5-3-15,-8 1-2 0,-3 0-7 0,0-4 0 16,-1 2-3-16,-1-3 0 0,0-3-4 0,-2 2 0 15,-2-2 1-15,-3 2-2 0,1-2-2 0,0 3 2 16,-3-3-6-16,1 3-3 0,0 0-7 0,-1 1-26 16,0 3-20-16,3-1-38 0,-1 1-26 0,-5 1-22 15,6 1-31-15,-3 2-26 0,3-3-42 0,-3 3-50 16,7 1-37-16,-10 1-240 0,10-1-618 0,0 0 273 16</inkml:trace>
  <inkml:trace contextRef="#ctx0" brushRef="#br0" timeOffset="191464.1">9175 9903 301 0,'-7'-3'312'0,"-1"3"-17"0,8 0-14 0,-11 0-22 16,3 0-22-16,8 0-23 0,-12 2-20 0,6 0-18 0,2-1-21 15,0 2-14-15,0-1-17 0,0 3-11 16,2-3-10-16,2-2-7 0,-2 8-3 0,2-3-9 16,0-2-7-16,2 3 4 0,3-1-13 0,0-1 0 15,1 0-3-15,0 1-8 0,5 2-7 0,-5-3-4 0,3-3-4 16,2 2-2-16,-4-3 1 0,1 0-6 0,0-1-8 16,0-1 2-16,0-1-3 0,-1-1-3 15,-1-1-3-15,-2 0-1 0,1 1 4 0,-2-3-6 0,0 0-3 16,-2 0 3-16,-1 1-5 0,-1-2-7 0,1 2 3 15,-5 1 1-15,4-1-1 0,-4 0-3 0,1 2-5 16,-3 0 3-16,1 1-6 0,1 0-1 0,-4 2-36 16,2 1-26-16,7 0-35 0,-17 3-39 0,8-1-49 15,2 4-57-15,-1 0-60 0,0 0-197 0,1-1-546 16,3 1 242-16</inkml:trace>
  <inkml:trace contextRef="#ctx0" brushRef="#br0" timeOffset="195895.83">10334 9738 193 0,'1'-6'280'0,"0"1"-4"0,-1-2-12 16,2 1-4-16,-2-1-8 0,1 1-13 0,-1 0-8 16,0-2-7-16,-1 1-11 0,-1-1-12 0,0 1-5 15,-1 1-17-15,-1-1-3 0,1 2-15 0,1 0-13 16,-3 0-22-16,0-1-12 0,-3 1-12 0,-3 3-8 16,3-2-7-16,-3 2-11 0,-4 2-8 0,1 0-15 15,-5 2-4-15,3 2-3 0,1 0-3 0,1-1-4 16,-1 4-5-16,3-2-4 0,0 1-14 0,-2 1 10 15,6 1-5-15,-3 0-1 0,7 2-2 0,0-2-1 16,3 3-7-16,2-1 0 0,3 1 1 0,3 5 3 0,8-4 0 16,0 4 11-16,9 3-20 0,1-1 1 0,-1-1 16 15,2 0-12-15,5 1-4 0,-4 0-4 16,0-1-5-16,1-2 0 0,1 3 3 0,-3 3 5 0,-2-2 2 16,-2 0 3-16,1 2-6 0,-7-6-1 0,-1 1-13 15,0-1 11-15,-3 1 0 0,2 1 1 0,-6-1 2 16,0-1 2-16,-1 2-8 0,-4-5 5 0,2-2-2 15,-5 2 4-15,-4 0 6 0,3-2 4 0,-6-1 14 16,3 0 20-16,-4-1 11 0,-3-2 6 0,-3 0-3 16,-3 1 6-16,-2-2-5 0,-3-3-5 0,-1 1-5 15,2-3-7-15,-2 1-4 0,-1-2-3 0,2-2 2 16,1 1-9-16,3-1-4 0,-3 0-8 0,9-2-25 16,-1 2-30-16,1-2-43 0,7 1-49 0,1-3-51 15,0 3-43-15,4-2-51 0,2 1-64 0,4 0-63 16,4-3-252-16,0 2-702 0,3-1 311 0</inkml:trace>
  <inkml:trace contextRef="#ctx0" brushRef="#br0" timeOffset="196280.94">10663 9689 15 0,'0'-4'378'0,"0"-2"-10"16,-1 1 5-16,1 5-2 0,0-9-7 0,-2 5-8 15,2 0-9-15,0 4-21 0,2-5-28 0,-2 5-31 16,-2-4-32-16,2 4-26 0,0 0-18 0,0 0-27 15,0 0-17-15,0 0-19 0,6 13-5 0,-5-5-21 16,4 1-7-16,1 3-7 0,-1 1-10 0,2 5-9 0,0 0-6 16,2 1-5-16,4 8-6 0,-1-3-8 0,0 2-1 15,0 1-3-15,2-4-1 0,0 5-5 16,-1-2 0-16,-1 1-9 0,-1-1-2 0,1-3-2 0,-2-5-1 16,-2-2-16-16,3 0-30 0,-3-3-34 0,2 3-23 15,-6-4-42-15,4-4-35 0,-4 4-30 0,0-7-35 16,-2 3-43-16,0-3-32 0,0-2-35 0,-1-1-302 15,-1-2-690-15,0 0 306 0</inkml:trace>
  <inkml:trace contextRef="#ctx0" brushRef="#br0" timeOffset="197318.08">10668 9994 190 0,'0'0'210'0,"0"0"-6"0,0 0-8 0,0 0-11 15,18 0-16-15,-4 3-18 0,3-5-10 0,4 5-16 16,10-2-12-16,0 0-12 0,3-1-8 0,2 2-11 16,6-1-6-16,-3 1-9 0,3 0-5 0,-5-1-10 0,3-2-3 15,-4 1-6-15,1-4-2 0,-4 1-7 0,-3-2-1 16,-2-1-4-16,-5 2-2 0,-2 0-5 16,-1-1-3-16,-3-3-1 0,-5 3 1 0,0-4-4 0,0 3-2 15,-4-3 1-15,-4 3-3 0,-1 0 3 0,-2-3 4 16,-3 3 7-16,-2-1 5 0,-2 1 8 0,-2 0 4 15,-3-1 4-15,0 1 3 0,-4 2 2 0,-2-1 1 16,-2 3 0-16,-3 2-3 0,0 2 6 0,-5 2-11 16,4 2 2-16,0 0-2 0,1 3-5 0,1-1-3 15,-3 5-3-15,4 0-7 0,3 1 2 0,1 1-3 16,5-2-2-16,0 1-2 0,5-1 3 0,1 0-10 16,4-2 3-16,1 1 0 0,4-2 2 0,1 1 1 15,5-2-3-15,-2-1 2 0,6 0-6 0,3-3-1 16,4 0 5-16,-2-2-3 0,4-4-2 0,0-1 0 15,-3-2-1-15,2 0-3 0,0-3 3 0,-2-1-5 16,1 2 0-16,-4-3-4 0,0-2 4 0,2-2-3 16,-7 0-1-16,3-1 1 0,-7-2-4 0,6 2 5 15,-7 4-4-15,-1-2 3 0,0 3-3 0,-2-1 16 16,1 4 14-16,-1 1 11 0,-2 1 0 0,-1-2 0 16,-1 1-7-16,0 5-6 0,0-3-2 0,0 3-3 0,0 0-2 15,0 0-5-15,0 0-1 0,-8 16-3 0,4-7 5 16,4 0-5-16,0 4 0 0,0 0-2 15,0 4 11-15,8 1-16 0,-1-2 1 0,0 0 3 16,8 1 1-16,-2 0-3 0,2-2-2 0,0 0 4 0,-2 1 1 16,5-7-6-16,1 3-2 0,-2-3-15 0,2-1-7 15,0-3-12-15,0-3-8 0,-4-1-11 0,0-1-7 16,-3-3-10-16,3 0-7 0,-1-5-12 0,-2-1-7 16,-4 1-11-16,3-10-4 0,1 2-17 0,-6-2-17 15,-2-2-16-15,0-7-11 0,0 0-24 0,-1-3-22 16,-3-2-10-16,0 3 20 0,-4-3 20 0,-2 2 31 15,-1 1 38-15,-1 1 41 0,-4-2 37 0,2 4 47 16,1 0 39-16,1 5 40 0,-2-3 24 0,1 6 26 16,-1 0 18-16,2-1 17 0,1 2 13 0,-2 0 7 0,-1 3 2 15,6 3 12-15,0 1 5 0,1 1 5 16,-1 3-11-16,1-1-18 0,2 3-14 0,-2-1-22 16,3 1-14-16,0 4-14 0,-5-3-21 0,5 3-11 15,0 0-8-15,-5 8-10 0,5-1-8 0,0 4-8 0,0 5-3 16,4 2-9-16,-3 1-1 0,4 3-4 0,-2 6-8 15,1-1-1-15,3 0-3 0,0 0-3 16,2 3-7-16,-2-1 2 0,4-1-2 0,4 1 2 0,-1-1-4 16,2-2 1-16,0 0-3 0,3 0 2 0,-2 0-6 15,4-2 1-15,5 2-12 0,-3-7 10 0,-1-4-11 16,4 2-5-16,-6-8-8 0,9 0-10 0,-10-4-9 16,5-3-6-16,-2 0 2 0,0-5 7 0,-3 1-2 15,3-2 0-15,-6-2 8 0,3-2 2 0,0-3 1 16,-4-4 5-16,1 1 2 0,4-6 16 0,-8 3-17 15,-4 0-2-15,0-1-3 0,-2 1 12 0,-4 0 7 16,2 3-4-16,-4 1 10 0,0 0 3 0,0 2 6 16,-5 1 6-16,-1 0-6 0,2 4 0 0,-1 1-4 0,-2 0 2 15,-4 2-4-15,2 2 2 0,-1 1 8 16,-5 1-18-16,4 3 3 0,-2 1 3 0,-2 3 1 16,2-1 0-16,1 3-1 0,3-1-5 0,0 3 3 0,4-1 0 15,1 0-10-15,4-1 8 0,0 4-4 0,4-2-9 16,4 2-4-16,0-3-12 0,6 2-23 0,4-1-22 15,-3-4-30-15,5-2-31 0,3-1-32 0,7 0-32 16,-7-1-34-16,6-3-41 0,0-3-23 0,4-1-22 16,-12-1-207-16,3-3-567 0,3-3 251 0</inkml:trace>
  <inkml:trace contextRef="#ctx0" brushRef="#br0" timeOffset="197570">12489 9803 60 0,'-2'-5'246'16,"-1"-2"5"-16,-1 5-2 0,3-3-5 0,-5 0-3 15,3 2-9-15,3 3-17 0,-5-2-17 0,5 2-20 16,-11-2-15-16,11 2-7 0,-8 6-18 0,5-1-6 16,1 0-3-16,0 0-8 0,-1 3-11 0,2-2 1 0,2 4-10 15,2 2 2-15,0-1-1 0,1 1 2 16,4 3-11-16,2 2-3 0,-4-3-17 0,4 3 0 16,2-1-5-16,-1 2-12 0,-1-1-1 0,-1-1-10 15,1 1 1-15,-2-3-6 0,-3-1 0 0,2-3-4 0,-4 1-5 16,1-1-9-16,-4-4-1 0,-3 2-10 0,3-2-9 15,-4-1-21-15,-4-1-12 0,0 0-28 16,-2-4-29-16,0 1-27 0,-4-1-39 0,-8-4-54 0,1 0-57 16,1 1-77-16,-3-5-176 0,-10-1-561 0,4-3 249 15</inkml:trace>
  <inkml:trace contextRef="#ctx0" brushRef="#br0" timeOffset="197786.8">11902 9714 281 0,'-4'-5'422'15,"0"2"-2"-15,0-2-14 0,1 1-15 0,0-2-19 16,3 3-33-16,0 3-29 0,3-9-35 0,1 5-27 16,3 0-21-16,4 0-26 0,1 2-22 0,3-2-21 15,-1 3-15-15,4 0-36 0,3 1-48 0,-1 0-47 0,3 1-58 16,3-1-50-16,-4 2-59 0,-3 1-69 0,11-2-79 15,-7 2-318-15,-4-3-673 0,0 1 297 16</inkml:trace>
  <inkml:trace contextRef="#ctx0" brushRef="#br0" timeOffset="200764.08">13322 9831 113 0,'1'-4'334'15,"-1"-1"-8"-15,-1 0-10 0,4 2-17 0,-3-2-9 16,1 2-21-16,0-1-19 0,-1 4-15 0,2-6-35 16,-2 6-21-16,0 0-28 0,0 0-13 0,0 0-11 15,0 0-21-15,0 0-4 0,0 0-12 0,9 12-11 16,-9-3-2-16,3 0-14 0,1 2-6 0,-2 0-4 16,0-1-3-16,2 7-6 0,0-2-4 0,0 2-4 15,-1-4-2-15,1 6-6 0,2-4 11 0,-2-1-19 16,4 3-2-16,-6-5 7 0,4 0-7 0,1 0 0 15,-2-2-6-15,5-1 6 0,-2-3 7 0,0 1-13 16,-1-1-2-16,4-5 2 0,-2 2-6 0,4-4 3 0,0-1 0 16,-2-2-6-16,1-1 1 0,2-2 10 0,-2-3-10 15,0 1 0-15,-2-4 1 0,5-1-3 16,-3 1 1-16,3-1-1 0,-8 4 6 0,1-2 1 0,-2-1 3 16,-1 4 13-16,3-3 13 0,-4 1 5 0,0 4 5 15,-1 0 0-15,1 2 1 0,-1 0-8 0,-2 3 0 16,-1-2-13-16,4 1-7 0,-4 3-3 0,0 0-3 15,0 0-1-15,0 0-1 0,14 7 3 0,-9-4-9 16,2 5 6-16,0 0-2 0,4 2-6 0,0-2 1 16,2 5 3-16,2-1-5 0,1-2-6 0,1 3-10 15,-1-2 0-15,0-1-5 0,1-1 15 0,-1-3-18 16,-4 0 8-16,2-2-2 0,-4-1 2 0,0 0 6 0,0-5 1 16,-2 1 0-16,-4-2-5 0,4-1 11 15,-1-1 7-15,-3-1 9 0,-1-2 5 0,-3-4 7 16,0 4 0-16,-3-8-1 0,-1 0 3 0,-3-3-3 0,3 1 3 15,-4 0 4-15,4-1-16 0,-6 1 0 0,5 0-4 16,-4 1 3-16,4 3-7 0,1 2 1 0,0 2-10 16,0 0-19-16,1 3-24 0,-1 0-32 0,4 2-37 15,-3 0-35-15,3 5-12 0,0-3-19 0,0 3-20 16,0 0-22-16,0 0-17 0,18 9-10 0,-11-3 10 16,1 1 0-16,2 3-4 0,1-2 2 0,2 3-2 15,2 0-153-15,-1 0-423 0,1-1 187 0</inkml:trace>
  <inkml:trace contextRef="#ctx0" brushRef="#br0" timeOffset="201081.91">14025 9855 898 0,'12'3'-73'0,"-1"2"27"0,1-2 24 0,1-2 23 0,-4 0 12 16,3-1 11-16,1 0 1 0,-4 0 33 0,6-1-5 16,-4-1 10-16,4-1-9 0,-3 2 14 15,2-2-7-15,-1 0 0 0,0-2-1 0,0 3 6 0,1-2 2 16,-1 0 0-16,0-1 0 0,0 0 7 0,-2 1 0 16,-1 0 0-16,0 1 5 0,2-2 4 0,-3-2 7 15,-2 3 2-15,2-3 10 0,-5 1 3 16,3 4 3-16,-4-2-3 0,1-4 6 0,-2 3 7 0,-2 1-10 15,2-2-2-15,-4 0-1 0,0 0-4 0,-2 0-8 16,1 2-4-16,-1-1-6 0,-3 1-5 0,-2 1-7 16,2 2-3-16,3-1-6 0,-4 2-5 0,-3 0-7 15,3 1-18-15,1 0 9 0,-3 2 2 0,1 4-14 16,-2-3 1-16,4 5-9 0,-2 0 4 0,3 3 12 16,2 1-20-16,0-2 1 0,0 4-1 0,3 3-2 15,3 0 0-15,0 0 7 0,6 0 1 0,1 6-8 16,2-4-2-16,3 4 27 0,2-7-21 0,1-1-3 15,4 1-8-15,0-4 4 0,4 0-20 0,4-2-28 16,-8-2-44-16,9-1-50 0,1-2-56 0,-4-1-68 16,4-2-69-16,-10-6-245 0,3 1-614 0,-5-4 272 15</inkml:trace>
  <inkml:trace contextRef="#ctx0" brushRef="#br0" timeOffset="201901.59">14765 9316 285 0,'0'-5'308'0,"0"3"-22"0,0 2-26 16,3-5-31-16,-3 5-21 0,5-1-25 0,-5 1-19 15,7 6-15-15,-3 0-14 0,0 3-18 0,7 7-9 16,-4 2-11-16,1 0-10 0,2 9-9 0,-1 2-5 15,-4 2-7-15,5 0-5 0,0 3-8 0,-1 0-5 16,-4 1-8-16,5-2 0 0,-3 1-7 0,1-2-3 16,-1-2-1-16,2 0-1 0,2-1-2 0,-1-5-3 15,-5-4 0-15,2-2-4 0,1-2-5 0,0 0 0 0,-4-5-2 16,0-4 2-16,-1-1 10 0,1-2 38 0,-1 1 40 16,-2-4 11-16,-1-1-18 0,0 0 9 15,12-6 3-15,-7 1-10 0,-1-1-3 0,1-5-2 0,3 0-6 16,3-3-10-16,-4-2-2 0,8-2-9 0,-4 0-4 15,1 0-5-15,0 3-2 0,1 0-9 0,0 0 0 16,-5 6-6-16,3-1-5 0,-4 3-8 0,2-1-2 16,-3 3-4-16,-1 2-3 0,1 1-8 0,2 2 3 15,-8 0-2-15,14 5-2 0,-5 0 0 0,0 4-8 16,0 1 4-16,-1 2-1 0,4 3 2 0,-1 3-6 16,3-2-9-16,2 7-9 0,-1-7-1 0,4 4-3 15,0-1-23-15,3 1 7 0,0-4-6 0,-2-3 14 16,-2-3-19-16,3-2-6 0,-2 0-1 0,2-3-5 0,-1-2 0 15,3-1 1-15,-2-2 4 0,-1-2 6 16,-1-1 7-16,-1-2 1 0,-1-4 17 0,-4 4-6 16,3-4 3-16,-4-4 3 0,-3 3 1 0,1-4 5 0,-1-3 1 15,-1 0-1-15,-5 1 6 0,-1-3 0 0,-2-3 1 16,0 3-5-16,-2 1 6 0,-4 1 1 0,1 2 0 16,-1-1 3-16,-3 6 0 0,3 0 5 0,-5 2-2 15,2 0 15-15,-3 2-18 0,-2 2 8 0,-1 3-4 16,1 0 1-16,-6 2-1 0,2 4 2 0,-2 1 0 15,0 2 0-15,0 1 1 0,1 3-4 0,4-2 1 16,2 1-3-16,0 3 3 0,3-5 0 0,4 3 4 16,2-1-2-16,0 2 1 0,3-3 0 0,-1 1 5 15,4-2-5-15,3 0 1 0,-1-2 2 0,3 1 0 16,5-4 0-16,-1-1 1 0,3-2-3 0,-2-1 4 16,0 0-2-16,6-3 3 0,-1 0-3 0,1-4 2 15,1 1-5-15,-6-1 6 0,4-3 2 0,-4 4 9 0,-4-5 13 16,3 4 6-16,-2-2 14 0,0-2 27 0,-1 4 6 15,-1-2 11-15,-2 1 5 0,-1 3 4 16,0 1 5-16,-1 0 0 0,-1 0-17 0,0 1-8 0,0 0-18 16,-3 3-8-16,2-2-6 0,-2 2-8 0,0 0-1 15,6 7-1-15,-5-3-4 0,-1 1-7 0,2 3-7 16,0-2-13-16,0 2-19 0,1 1-3 0,3 1-35 16,-2 2-13-16,2-4-20 0,2 3-19 0,0-2-22 15,3 2-23-15,-2 0-26 0,2-4-33 0,0 2-41 16,1-2-29-16,0-1-38 0,2-1-270 0,1-3-629 15,-4 0 280-15</inkml:trace>
  <inkml:trace contextRef="#ctx0" brushRef="#br0" timeOffset="202270.61">15890 9610 201 0,'-3'-2'238'16,"3"2"-23"-16,0 0-30 0,0 0-6 0,0 0-6 15,0 0-3-15,-13 7-9 0,13 1-14 0,-2-2-10 16,2 6-4-16,0-1-10 0,2 2-10 0,4-1-7 16,-2 4-8-16,-1-3-11 0,4 3-3 0,0 1-9 15,2 0-6-15,-1-2-6 0,2 2-4 0,-2-3-3 16,3-2-7-16,1 1-4 0,-5-3-4 0,4-2-3 16,-3 0-3-16,0 0-2 0,0-4 2 0,0-1 0 15,-1-4 8-15,-3 1 4 0,-4 0-5 0,11-5 7 16,-7 1 9-16,-1-2 0 0,3-3 7 0,-4-1 5 15,1-1 3-15,0-2 3 0,-2-6-3 0,3 3 2 16,-2-1-7-16,-1-1-3 0,1 0-6 0,0 3-7 0,-1-2-9 16,-1 5-4-16,0 0-2 0,2 2-2 0,-2-1-4 15,1 5-2-15,-1-2-29 0,0 6-38 16,0 2-23-16,1-4-6 0,-1 4-16 0,0 0-23 16,0 0-24-16,7 12-29 0,-4-6-20 0,0 1-29 0,1 4-12 15,2-1-25-15,1 0-18 0,0 0-173 0,3 5-471 16,-1-5 209-16</inkml:trace>
  <inkml:trace contextRef="#ctx0" brushRef="#br0" timeOffset="202587.45">16429 9718 28 0,'6'-9'253'0,"-2"1"11"0,-1-2 4 15,-3 1 1-15,0-1-6 0,0 3-5 0,-3-1-14 16,1 0-6-16,-1 1-17 0,-2 1-24 0,-1-1-12 15,2 3-20-15,-3-1-12 0,-1 0-22 0,-6 1-4 16,3 3-15-16,2 1-11 0,-6 0-9 0,1 1-7 0,-1 1-7 16,2 3-5-16,-2 1 4 0,1-1-17 15,4 3-4-15,-3-1-8 0,2 1 0 0,2 2 15 16,2-1-21-16,0 2-3 0,3-2 11 0,-2 5-10 0,5-3 12 16,1 0 16-16,1 0-8 0,5 1-1 0,5 5-3 15,1-3 0-15,5-1-5 0,0 1-8 0,5-2-1 16,4 1-3-16,2-1-3 0,5 0-5 0,-3-3 0 15,-1 0-17-15,2-3-16 0,-3 0-29 0,-6-3-29 16,0-1-25-16,-2-2-28 0,-1 1-25 0,-1 0-30 16,-5-2-43-16,1 0-68 0,0-5-53 0,-5 0-260 15,0 0-640-15,-4-1 283 0</inkml:trace>
  <inkml:trace contextRef="#ctx0" brushRef="#br0" timeOffset="205799.13">17749 9430 71 0,'15'-18'297'0,"-3"2"2"16,0 0-2-16,-2-2-15 0,-2 0-9 0,1 0-10 16,-3-2-10-16,-2 2 9 0,-4-1-28 0,2 0-14 15,-4 0-8-15,-1 2-11 0,-2 5-17 0,-6-3-7 16,6 4-17-16,-5-2-18 0,-2 4-16 0,1 4-10 16,-5-6-13-16,2 9-9 0,-5-1-12 0,0 5-10 15,0 4-5-15,-4 2-9 0,7 4-8 0,-6 4-8 16,0 3 3-16,4 3-10 0,5 4 1 0,-1 3-11 15,6 3-1-15,3 3 0 0,2-1-3 0,3 4-1 0,5 1 1 16,2 11-3-16,4-2 0 0,5-1 2 0,-2 1-5 16,-2-13 7-16,10 11 1 0,-2-1 1 0,-1-9-1 15,-1-2-1-15,0 0 1 0,4 12-3 0,-5-12-3 16,-4 1-5-16,1-2 4 0,0-2-3 0,-2-1-4 16,-1-1 3-16,-1-1 4 0,-5-10-10 0,-1 0-23 15,-4 0-27-15,4-7-24 0,-4 1-19 0,0-2-15 16,2-4-19-16,-4 1-10 0,-1-2-16 0,-1-1-34 15,1-3-41-15,3-1-41 0,0 0-52 0,-11-7-272 16,9 1-635-16,-2-4 281 0</inkml:trace>
  <inkml:trace contextRef="#ctx0" brushRef="#br0" timeOffset="206685.27">17591 9691 144 0,'-1'-4'351'0,"-2"-1"-5"0,2 0-15 0,1-1-14 16,-1 1-26-16,2 0-22 0,0 0-23 0,6-2-21 15,1 5-23-15,0-2-21 0,6-1-19 0,6-2-16 16,2 5-16-16,0-1-17 0,9-2-11 0,1 4-6 16,0-3-12-16,-9 4-8 0,7-1-6 0,4-1-8 15,-5 4 3-15,-6-1-23 0,-3-1-14 0,-1 0-15 16,-4 4 3-16,-1-3-8 0,-1 1-2 0,-2 0-6 15,-5-2-4-15,2 3-7 0,-3-3-3 0,-1 1 1 16,-4-1 4-16,6 4 3 0,-6 0-1 0,0-4 0 16,-4 6 1-16,2-1 1 0,-4 0 0 0,0 3-1 15,1-2 11-15,-2 2-10 0,0 0 0 0,-1 0 0 0,3 2 4 16,-2-2-2-16,1 1 1 0,2-1-5 0,1 0 3 16,2 0 11-16,-3-1-15 0,7 0 11 15,-2-1 2-15,2 2-5 0,1-3 4 0,0-1-2 0,7 5 1 16,-2-7 4-16,2 1-5 0,2-2-2 0,-1 1 18 15,0-2-17-15,-1-2-1 0,4-1 1 0,-5 1-8 16,3-1 8-16,-3-2-8 0,-2-1 2 0,2-1-6 16,-3-1-1-16,0-2-6 0,-4 3 5 0,0-4-1 15,-2 3 3-15,-1-4 0 0,0 2 2 0,-3-1 4 16,-1 0-1-16,0 2-1 0,0-1 1 0,0-2 5 16,0 5 1-16,-3 1 0 0,2-4 1 0,1 4-2 15,-2-2 8-15,6 4 0 0,-4-1-1 0,1 0-5 16,3 5 2-16,-1-6 0 0,1 6 1 0,-4-3-3 0,4 3 0 15,0 0 2-15,12 0-2 0,-12 0-1 16,19 7 0-16,-7-5 2 0,2 6 1 0,4-2 0 16,0 2-3-16,-1 0 1 0,2 1 1 0,0 0-1 0,-1-2-1 15,-2 4-7-15,2-4 7 0,-9 1-3 0,5 0 0 16,-3 0 1-16,-3-1-5 0,3-1 4 0,-6 2-1 16,1-2 1-16,-2 1-1 0,0-2 3 0,-1 0-4 15,0 0-1-15,0 0 8 0,-3-4-8 0,0-1 5 16,0 0 3-16,0 0 1 0,-9 5 15 0,9-5 8 15,0 0 12-15,0 0 8 0,-10-11 8 0,6 7 21 16,3 0 4-16,-2-3 1 0,3-1 0 0,0-2 1 16,4-1-6-16,0-1-4 0,-1-1-9 0,3 0-2 15,4-1-7-15,-6 2-5 0,6-3-1 0,1 1-4 16,-2 4-4-16,1 1 1 0,-2 0-3 0,0 4-5 16,0-4-6-16,-3 5-1 0,1 1-2 0,1-2-9 15,-2 4-10-15,-5 1 11 0,10 0-6 0,-10 0-4 0,11 2-1 16,-7 3 1-16,0 0 5 0,3 0-9 0,-2 2 4 15,-1 0 3-15,3 3-13 0,-1 0-16 16,0-1-11-16,-2 2 1 0,3-4-8 0,-1 5 4 0,1-5-6 16,1 4 1-16,-6-5-1 0,5-1-1 0,-3 2 4 15,-1-2 5-15,1-3 7 0,0 2-11 0,2 0 12 16,-4-2 21-16,-2-2-16 0,7 1 4 0,-7-1 10 16,0 0-6-16,0 0 3 0,14-7-8 0,-13 5 3 15,4-2 6-15,0 0-3 0,-3 0 4 0,1-1-15 16,1 0-28-16,0 0-13 0,-4-2-14 0,4 2-10 15,-1 1-20-15,2 1-16 0,-2-1-34 0,-3 0-30 16,0 4-47-16,4-4-42 0,-4 4-42 0,0 0-172 16,4-3-529-16,-4 3 235 0</inkml:trace>
  <inkml:trace contextRef="#ctx0" brushRef="#br0" timeOffset="207421.39">18754 9584 7 0,'0'0'326'15,"0"-5"-13"-15,0 5-17 0,3-3-22 0,-3 3-18 16,0 0-17-16,1-5-28 0,-1 5-26 0,0 0-21 15,0 0-18-15,0 0-15 0,0 0-10 0,0 0-17 16,3 13-10-16,-3-7-5 0,3 0-10 0,0 3-11 16,-3-2-6-16,1 2-3 0,3 0-4 0,1 3-9 15,-1-5-2-15,-1 3-1 0,1-3-6 0,-1 1-4 16,1-2-2-16,0 1-5 0,0-1-1 0,-1-1-2 16,-2 0-4-16,6-1 1 0,-4-2 2 0,-3-2-7 15,8 2 1-15,-8-2-1 0,9 0-1 0,-9 0-4 0,9-5 1 16,-5 1 6-16,0-1-8 0,1-2-3 0,-2 1 17 15,6-1 5-15,-4-3 9 0,-1 0 4 16,3 1 13-16,-2-1 12 0,4 1 1 0,-5 0 8 0,2-1 2 16,2 1 2-16,-4 2-7 0,0 2-6 0,4-1-1 15,-5 1-12-15,1 3-6 0,3-4-7 0,-3 3-4 16,0 2-10-16,4 0 2 0,-8 1-5 0,15 2-8 16,-8 2-12-16,5 1-24 0,-1-1-16 0,3 4-21 15,2 0-15-15,3 2-26 0,0-4-25 0,2 6-19 16,4 1-31-16,5-3-31 0,0 2-34 0,0-2-38 15,3-1-48-15,-2-3-177 0,2-1-542 0,-2 1 240 16</inkml:trace>
  <inkml:trace contextRef="#ctx0" brushRef="#br0" timeOffset="207890.27">19697 9565 145 0,'-4'-4'240'0,"-3"-1"-9"0,0 1-8 15,0 0-3-15,-3 2-12 0,-1-1-11 0,-2 1-14 16,-3 2-9-16,2 1-11 0,-6 0-14 0,1 2-11 16,3 2-13-16,-5 2-19 0,6-3-4 0,2 3-9 15,-4 2-8-15,1 2-10 0,4 0-6 0,2-1-6 16,1-2-6-16,-1 3-4 0,5 1-12 0,-3-1-1 16,5-1-2-16,2 3 1 0,1-1-2 0,1-2-6 15,7 1-2-15,-4 0-4 0,4-3-6 0,3 2-12 16,0-2-15-16,-1-1-13 0,2 1-13 0,3-5-10 15,-1 2-3-15,6-3 0 0,-1-1-1 0,-1-2 3 16,-1-2 4-16,-2-1 3 0,-1-1 4 0,-2 1-2 0,0-3 10 16,2-4 3-16,-2-3 4 0,0 0-1 0,-1-3 2 15,-4 1 1-15,2-3 5 0,-3-12 5 16,-3 4 6-16,-2-2 7 0,-1 1 12 0,0-2 16 0,0 2 18 16,0 6 20-16,-3-5 7 0,2 7 17 0,0-1 7 15,-2 3 8-15,-1 2 9 0,1-1 6 0,3 6 4 16,-1-1 10-16,-2 4 0 0,3 2-16 0,0 0-13 15,0 2-13-15,0-1-16 0,0 5-16 0,-4-3-3 16,4 3-6-16,0 0-7 0,-7 16-5 0,7-6-3 16,-3 6-4-16,-1 1-4 0,4 4-11 0,0 5 5 15,0 3-3-15,0 0-5 0,3 2-1 0,-2-2 5 16,4 1-7-16,3-1-12 0,-3-3-10 0,6 3-21 16,-3-5-35-16,3-3-40 0,3 5-32 0,-1-3-44 15,-2-5-48-15,1-1-66 0,2-3-70 0,0 1-246 16,1-4-656-16,-3-1 290 0</inkml:trace>
  <inkml:trace contextRef="#ctx0" brushRef="#br0" timeOffset="211220.17">20695 9208 47 0,'0'-18'375'0,"0"5"2"0,0-1 4 16,3 1 7-16,-2 3-2 0,2-2 0 0,-2 2-21 16,1 2-16-16,-1 2-25 0,-1 4-30 0,2-4-31 15,-1 1-34-15,-1 5-30 0,0 0-19 0,0 0-21 16,0 0-17-16,5 18-15 0,1 1-11 0,-4 9-11 16,4 1-8-16,-5 2-14 0,3 2-7 0,-4 3-7 15,3 2-7-15,4-1-7 0,-6-1-3 0,2 1-6 16,2 0-2-16,-3-1-4 0,3-1-5 0,3-4-19 15,-5 0-21-15,5-3-24 0,0 1-30 0,-4-10-35 0,1-2-18 16,4-1-22-16,-4-4-26 0,1 0-21 0,-2-4-18 16,-3-2-20-16,6-1-25 0,-3-3-37 0,0-1-37 15,-4-1-27-15,0 0-237 0,12-9-629 0,-7 2 278 16</inkml:trace>
  <inkml:trace contextRef="#ctx0" brushRef="#br0" timeOffset="211804.39">20944 9286 124 0,'4'-13'280'0,"-4"8"0"0,2-4-10 16,-2 2-18-16,2 2-19 0,-2-1-28 0,0 4-25 15,0 2-20-15,0 0-16 0,0 0-14 0,4 11-16 16,0-1-9-16,0 2-13 0,-4 6-8 0,3 3-6 16,-1-1-4-16,0 7-10 0,2 1-10 0,-1-2-4 15,-1 3-3-15,2-1-7 0,-2-3-4 0,2-4 0 16,0 0-4-16,0-3-3 0,1 4-4 0,0-6 0 15,-1-2-5-15,4-2 0 0,-7-2 1 0,4-2-3 0,-1-3 2 16,-3 1-2-16,3-4-1 0,2-2 0 0,-1 3 2 16,3-3-5-16,-8 0 8 0,15-6-13 0,-5 1 4 15,1-5-7-15,-3 4 0 0,0-4 8 0,3 1-7 16,-3-1-2-16,0 2 0 0,-2-2 3 0,2 2 20 16,-2-1 7-16,1 4 15 0,-4 0-14 0,0 1-5 15,0 0-12-15,-3 4 0 0,6-2-2 0,-6 2-3 16,0 0 0-16,10 6-3 0,-6-2-3 0,1 3 4 15,0 0 1-15,1 2-5 0,2 0 0 0,-2 0 1 16,3 0 2-16,2 1-8 0,3 3 9 0,1-4-2 16,1 2-10-16,0 0 9 0,1-4 8 0,0 0-12 15,1-2 1-15,-2-2-8 0,2-1 6 0,3-2 3 16,-3-1-4-16,-2 0 0 0,2-4-3 0,-4 0-1 0,-2 2 3 16,-1-4-1-16,4-4-6 0,-4 2 2 15,0-4-6-15,1-1 2 0,-4-2-2 0,-4 1 3 16,2-2-3-16,-5 2 1 0,-1 2 0 0,3 1 1 0,-6 0 0 15,3 2 1-15,-4-1 8 0,3 4-4 0,-3 0 4 16,-2 1 0-16,1 3 1 0,-2 1 1 0,0 2-2 16,7 0 5-16,-20 2 0 0,10 2 3 15,2 4 4-15,-5 1-6 0,2 4 6 0,2-4-3 0,3 1-1 16,-2 1 17-16,6 2-19 0,0 0 8 0,0 0 6 16,4-2-3-16,0 1-5 0,2 1-2 0,4-5 1 15,-1 4 2-15,3 0 2 0,1-3-4 0,0-2-2 16,5 2-33-16,3-2-34 0,1-2-46 0,-5-1-46 15,4 0-53-15,3-4-67 0,-8-2-290 0,-2 0-604 16,4-1 268-16</inkml:trace>
  <inkml:trace contextRef="#ctx0" brushRef="#br0" timeOffset="212005.15">21402 9303 259 0,'-5'-4'397'16,"-1"0"-3"-16,1-1-7 0,3 2-23 0,0-2-19 16,2 0-35-16,0 0-30 0,4 0-26 0,3-2-32 15,0 4-21-15,5 0-27 0,1-2-7 0,1 3-24 16,6-1-34-16,0 3-45 0,1 0-51 0,4 0-51 16,-5 0-55-16,-1 3-67 0,0 0-74 0,4-1-84 15,-5 2-222-15,-2-3-585 0,-6 2 258 0</inkml:trace>
  <inkml:trace contextRef="#ctx0" brushRef="#br0" timeOffset="214079.69">22495 9322 227 0,'0'0'310'0,"-4"-3"-29"16,4 3-26-16,0 0-21 0,-17 3-18 0,9-1-14 16,1 3-16-16,-1 2-12 0,-3 1-15 0,0 0-13 15,2 2-8-15,1-1-17 0,3 3-13 0,-2-1-6 16,2 4-11-16,5-5-9 0,3 3-3 0,9 2-5 15,-2 2-12-15,7-4 1 0,0-1-8 0,4 0-3 16,5-1-5-16,3 1 1 0,-2-5-7 0,-4 0-11 16,0-4 1-16,0-2-5 0,-2-1 0 0,1-2-4 0,-3-1-2 15,-6-3 11-15,2-2-28 0,-4 0 16 16,-3-2-5-16,-1-1 0 0,-3-1 0 0,-4-6-1 16,0 1-3-16,-6-1 10 0,-3 1 0 0,-2-1 1 0,-3 2-1 15,-2 1-1-15,-1 1 1 0,-1 1 4 0,-9-1-7 16,9 5-3-16,-5 1 0 0,4 0-10 0,0 1 0 15,4 5-12-15,0 1-31 0,3 1-37 0,-2 1-26 16,3 6-40-16,4-3-29 0,3 2-48 0,4 0-46 16,4 2-236-16,2 0-541 0,4-1 239 0</inkml:trace>
  <inkml:trace contextRef="#ctx0" brushRef="#br0" timeOffset="214632.87">22889 9388 85 0,'4'4'206'0,"-2"4"-3"0,4 1-10 16,-3 4-4-16,2 2-11 0,1 3-7 0,1 4-13 15,-2 6 1-15,3 1-6 0,-1 2-6 16,0 1-11-16,1 1-10 0,-3-1-6 0,1 2 0 16,-2-1-6-16,0 1-3 0,3 2-9 0,-1-4-6 0,0 0-7 15,-2 4-2-15,-1-4-15 0,1-1-1 0,-1-4-7 16,-2-8-4-16,-1 0-3 0,0-6-6 0,4 0-8 15,-4-2-2-15,0-3 4 0,0-2 5 0,0-1 13 16,0-5 3-16,2 4-10 0,-2-4-3 0,0 0-5 16,0 0-8-16,2-17-6 0,-2 4-20 0,2-3-22 15,-2-3-20-15,0-9-21 0,0 2-35 0,2-3-32 16,0-2-31-16,-1 1-39 0,2 0 1 0,-1 1 20 16,-2 0 8-16,3 0 21 0,-3 2 16 0,-3 0 23 15,3 5 26-15,-4 2 26 0,0-8 29 0,-4 1 26 16,4 6 23-16,-4-6 19 0,1 2 19 0,3 5 17 15,-4-6 13-15,-2 0 11 0,6 7 6 0,0 1 15 16,0-1-6-16,0 1 12 0,0 1 14 0,4 5-5 16,0-1 2-16,0 1-4 0,0 1-13 0,3 0-7 0,-2 1-18 15,3 4-8-15,-3-3-6 0,5 4-13 16,-1 1-10-16,4-2-9 0,1 4-10 0,1 1-3 16,4 2-6-16,2 1-3 0,1 6-18 0,0-1 3 0,-1 2-16 15,0 1-2-15,-2 3 3 0,0 1-8 0,0 1-1 16,-1 2 4-16,-5 0-6 0,2 1-1 0,0-1 2 15,-5 4-3-15,-2-3-2 0,-2 0 6 0,-2-3-2 16,-2-2-10-16,-2 0 8 0,0-2-6 0,-2 1 9 16,-2-4 2-16,-6 2-1 0,6-3-3 0,-3-2 14 15,-1 1-5-15,0-3-7 0,-2 0-10 0,-1-3-28 16,1 0-32-16,2-1-37 0,0-3-28 0,1 0-29 16,0 0-37-16,7-2-42 0,1 0-44 0,1-5-38 15,4 2-223-15,1-1-594 0,3 0 262 0</inkml:trace>
  <inkml:trace contextRef="#ctx0" brushRef="#br0" timeOffset="-214597.37">23346 8944 6 0,'0'-9'363'0,"0"3"0"0,0 1 3 15,0-1-13-15,0 2-39 0,0-1-34 0,0 5-32 16,0 0-25-16,0 0-24 0,0 0-20 0,0 0-21 15,0 15-12-15,4-7-26 0,-4 7-6 0,2 1-7 16,0 4-10-16,6 5-11 0,-4 4-2 0,2 3-5 16,2 2-11-16,-2 0-3 0,3-2-8 0,-4 2 12 15,0-1-27-15,3 0 3 0,-4-1-3 0,1-2-2 16,-1 1-8-16,0-4-6 0,-1 2-19 0,0-9-30 16,-2 1-24-16,-1-5-34 0,0-2-33 0,0-1-45 15,0-4-47-15,0-1-46 0,0-2-43 0,0-2-239 16,0-4-578-16,-3 2 256 0</inkml:trace>
  <inkml:trace contextRef="#ctx0" brushRef="#br0" timeOffset="-214212.62">23334 9287 22 0,'0'-5'278'16,"-2"-2"8"-16,2 7-7 0,4-6-15 0,-4 4-11 15,0 2-20-15,2-8-18 0,-1 5-13 0,-1 3-18 0,8-2-16 16,-1 0-15-16,1 2-14 0,0-1-15 0,5 2-7 15,0 1-16-15,0-1-11 0,1 0-4 16,0 2-11-16,5 2-8 0,0-1-5 0,-1 0-6 0,0 1-10 16,-1 1-6-16,2-1-2 0,-1 3 0 0,2-1-9 15,-9-1-7-15,4 0 5 0,3 1-6 0,-6-1 1 16,-1 0 5-16,-1 2-13 0,0 1 1 0,-3 0-5 16,-3 0 1-16,3 0-1 0,-1 0 0 0,0 3-1 15,-2-2-5-15,-2 1 3 0,1 1-4 0,-2 1 1 16,2-3 3-16,-1 4 0 0,-3-4-5 0,5 2-1 15,-4-3 1-15,2 1 0 0,0-2 2 0,0-2-3 16,0 1-3-16,1 0 14 0,0-2 20 0,-1 0 14 16,4 0-1-16,-1 0 2 0,2-4 3 0,0 0-8 15,1 0-2-15,-3-1-7 0,4 0 0 0,1 0-2 16,-1-1 11-16,0 0-16 0,-2-2-4 0,2-1 4 16,1 1-9-16,-3-1-3 0,0 0-12 0,-1-1-21 15,-2-1-24-15,3 1-30 0,-4 0-31 0,1-1-42 0,-1 1-52 16,-2 0-61-16,4-3-41 0,-3 4-251 15,1-4-596-15,-2 2 264 0</inkml:trace>
  <inkml:trace contextRef="#ctx0" brushRef="#br0" timeOffset="-213510.03">23936 9328 160 0,'0'0'297'0,"0"0"-8"0,0 0-19 0,0 0-8 16,0 0-28-16,0 0-22 0,0 0-17 0,0 0-14 15,0 0-18-15,0 0-19 0,0 0-15 0,0 0-15 16,11 11-11-16,-7-9-7 0,-1 1-11 0,1 2-7 16,0 0-11-16,0 0-3 0,0 1-12 0,-1 2 0 15,4 0-6-15,-5-1-6 0,3 3-4 0,-1-3-3 16,-1 0 2-16,-1 1-9 0,2 2-1 0,-1-2-4 0,-1 2-2 15,0-3-2-15,-1 2 1 0,-1-4-3 16,2 1-1-16,-2 0-4 0,1-1 1 0,0-2 4 16,-1-3-3-16,3 5-3 0,-3-2 6 0,0-3 2 0,4 3 7 15,-4-3 10-15,0 0-4 0,13-3 10 0,-13 3 5 16,10-6 0-16,-4 2 4 0,-1-1-2 0,4-2-1 16,1 1 5-16,0-3-7 0,-2 0 9 15,3 0 15-15,-2-3-11 0,-2 4 4 0,0-3 7 0,1 3 2 16,0-3 6-16,-2 6-1 0,1-4 6 0,-2 2 7 15,0 3 3-15,-2-1-2 0,0-1-8 0,1 2-7 16,-1 1-9-16,-1-1-10 0,3 1-11 0,-5 3-10 16,2-2-3-16,-2 2-6 0,0 0-3 0,0 0-1 15,5 9-9-15,-5-4-1 0,0 0-6 0,0 4-5 16,0-1-8-16,0 4-4 0,3-1-7 0,-3-1-4 16,3 1-6-16,-2-1 1 0,1 2-2 0,1-3-5 15,-1 1 2-15,5-2-1 0,-3 0-6 0,-4-2 7 16,2-1 1-16,0 0 8 0,4-2 6 0,-1 0-7 0,-1-2 13 15,-4-1-12-15,10 0 16 0,-10 0 0 16,10-6 2-16,-3 3 6 0,0-4 0 0,-3 0 18 16,3-1 2-16,-3-1 4 0,3-3 5 0,0 1 4 0,-2 3 6 15,-1-5 8-15,3 2 3 0,-2-1 12 0,2 1 4 16,-3 0 6-16,2 0-3 0,-2 1 1 0,0 1-2 16,0 2-4-16,-1 1-5 0,1 1-8 0,-3-2-4 15,1 4-9-15,0-2-7 0,-2 5-11 0,2-4-22 16,-2 4-4-16,4-1-3 0,-4 1-13 0,5 6-13 15,-1-1-13-15,2 3-15 0,-1-1-18 0,3 3-14 16,1 0-25-16,4 3-19 0,-1-1-8 0,3 1-18 16,-1-1-21-16,5-1-20 0,-4 2-23 0,5-2-19 15,-2 0-21-15,2-4-16 0,-1 1-18 0,3-3-14 16,-3-2-186-16,2-2-544 0,-4 0 241 0</inkml:trace>
  <inkml:trace contextRef="#ctx0" brushRef="#br0" timeOffset="-212941.54">24755 9438 399 0,'8'-8'-10'0,"1"0"6"16,-3-2 22-16,0 1 16 0,2-3 16 0,-7 1 26 0,3-2 10 15,-4 1 24-15,0 1 13 0,-1-1 8 16,-2 2-5-16,2-1-5 0,-3 5-7 0,0-2-10 16,-2 2-11-16,2 3-5 0,-4 0-15 0,1 1-3 0,2 1-11 15,5 1-4-15,-21 3 0 0,13 0-11 0,-4 4-7 16,4-2-2-16,-2 3-4 0,1-1-2 0,1 2 0 16,-2 0-4-16,5 0-2 0,0 0-3 0,-1-1-4 15,3 0 1-15,2-1-2 0,1 0 0 0,-2-3-2 16,4 0-1-16,-1 0 1 0,2-1-2 0,-3-3-2 15,8 3 5-15,-8-3-4 0,8 0-2 0,0 0-4 16,-1 0 4-16,1-1-2 0,0-1 1 0,1-1-8 16,0 1 7-16,-1 0-5 0,2 0 4 0,-2 2 3 15,0-1-5-15,0 1-4 0,2 1 5 0,-2 1-7 16,-3 1 3-16,2 1 4 0,1 0 0 0,1 1 1 16,1 1 1-16,0 1 5 0,0 2-1 0,-1-3 2 15,2 3 3-15,1-3-5 0,2 6 3 0,-2-6-3 16,6 3 0-16,-6-2 2 0,7-1 1 0,-3-2-5 0,3 1-1 15,0-2 0-15,2-2 1 0,-1-1 1 16,0-2-2-16,1-1 3 0,-1-2-1 0,-2-3-2 16,0 0-3-16,-1-2 1 0,2-4-2 0,0 4 0 0,2-11-1 15,1 2 2-15,-5 0-3 0,5-4 1 0,-6-2 2 16,3 0-2-16,-4-2 0 0,2-3 18 0,-6-1 15 16,3 2 3-16,-8-2-4 0,-1-3-2 15,2 1 3-15,-5 1-1 0,-2 1 3 0,-2-1 2 0,2 1 3 16,-4 3 2-16,-3-3 3 0,2 6 0 0,-3 6 7 15,4 0 0-15,-3 1 8 0,-1 2-3 0,2 3-1 16,-3 3-9-16,2 1 0 0,1 3-6 0,-2 3-6 16,2 2-8-16,-3 2-5 0,0 2 2 0,-2 5-5 15,1 0-3-15,1 9 1 0,-1 0-2 0,5 3-5 16,0 7 10-16,0 1 12 0,5 2 3 0,0 0 7 16,6 2-11-16,-2 2-5 0,3 3 22 0,5 10-14 15,-2-12-2-15,0 1-6 0,1-1 1 0,3-1-4 16,-1 0 2-16,3-3-1 0,-2 0-20 0,1-5-40 0,3 1-38 15,-3-3-56-15,-3-8-68 0,1-3-100 16,-1-3-293-16,-3-3-638 0,2-5 283 0</inkml:trace>
  <inkml:trace contextRef="#ctx0" brushRef="#br0" timeOffset="-212573.07">26047 9358 31 0,'8'1'332'0,"-2"3"-25"0,-1 0-26 0,3-1-24 0,-2 5-16 15,2 1-6-15,2 5-16 0,-2 1-4 16,-1 4 10-16,-1 9-14 0,1 0-7 0,1 1-20 16,-4 2 12-16,0 5-9 0,-4-2-4 0,0 2-17 0,0 0-7 15,2 0-14-15,-2 1-12 0,0 0-9 0,5 16-10 16,-2-16-8-16,-3 0-11 0,4 13-10 0,-2-19-9 16,5 3-7-16,-4-1-4 0,1 1-8 0,0-5-5 15,3 1-5-15,-1-11-21 0,-5 0-34 0,7-4-35 16,-4-2-23-16,0-4-42 0,-1-2-29 0,3-2-41 15,-4-2-61-15,1-1-51 0,-3-2-64 0,8-9-247 16,-5 2-651-16,1-7 288 0</inkml:trace>
  <inkml:trace contextRef="#ctx0" brushRef="#br0" timeOffset="-212255.58">26053 9329 106 0,'-7'-16'352'16,"1"-1"-5"-16,0 2-12 0,3 2-6 0,2-1-6 16,2 1-8-16,2 0-16 0,1 0-36 0,1 2-24 0,3 1-23 15,2-2-21-15,3 6-20 0,2-3-17 0,0 4-21 16,-1 2-12-16,2 2-13 0,-2 1-11 0,5 4-11 16,-3 1-11-16,2 2-7 0,-10 3-11 0,8 1-6 15,-2 2-11-15,-3 1-3 0,-2 3-17 0,0-1-8 16,-7-2 11-16,4 4-10 0,-3-1-2 0,-1 3-4 15,-2-2 6-15,0 0-29 0,0-5-3 0,-5 3-14 16,1 1-9-16,-2-4-9 0,1-2-15 0,-2 2-15 16,2-4-10-16,-4 0-13 0,1-1-11 0,-1 1-18 0,1-1-24 15,2-3-20-15,2 0-29 0,0-4-38 16,2 2-45-16,2-3-205 0,0 0-530 0,7 4 235 16</inkml:trace>
  <inkml:trace contextRef="#ctx0" brushRef="#br0" timeOffset="-211837.22">26771 9356 71 0,'-3'-10'278'0,"0"1"-14"0,-1 0-10 16,-3 0-9-16,1-1-14 0,-4 1-9 0,-2 0-13 16,-4 0-15-16,3 1-18 0,-4 3-17 0,0 1-14 15,-3-1-6-15,0 4-18 0,0 2-17 0,2 2-8 16,0 1-14-16,3-1-6 0,-3 7-6 0,2-2-6 15,2 4-7-15,-1 1-4 0,6 1-6 0,-2 0 0 16,4-3 0-16,0 2-15 0,6 0 10 0,-3 3-14 16,2-1-2-16,4-4-3 0,-1-1 1 0,3 1 1 15,0-2-2-15,3 1-1 0,3-2-3 0,-2-2 2 16,4-1-1-16,2-2-6 0,2-2 0 0,-4-1-2 16,6-2 1-16,-3-2-3 0,-3-4 11 0,7 4-14 15,-4-3 2-15,1-5-1 0,-2 0 9 0,1 1-10 0,-7 2-4 16,-1-1 21-16,1 0 19 0,-1 1 12 0,-2-2 20 15,-2 6 1-15,0 0 8 0,2 0-5 16,-3 0-9-16,1 1-6 0,-2 1-12 0,-1 3-14 0,0 0-5 16,0 0-2-16,0 0-7 0,0 0-1 0,0 0 0 15,-1 13-5-15,-1-5-5 0,4-1-13 0,-2 1-4 16,2 3 8-16,1 1-23 0,2 0-4 0,-2 0-15 16,4 1-9-16,0-4-16 0,1 3-16 0,3 1-20 15,-2-4-22-15,2 1-26 0,1-4-26 0,-1-1-33 16,3 0-30-16,-1-3-38 0,2-4-43 0,-2 2-162 15,0-5-520-15,-1 0 231 0</inkml:trace>
  <inkml:trace contextRef="#ctx0" brushRef="#br0" timeOffset="-211569.79">27003 8936 113 0,'-7'-11'312'0,"2"-2"-8"0,1 1-3 15,1 2-5-15,3 4-8 0,-4-1-30 16,2 2-25-16,0 2-23 0,1 0-23 0,1 3-23 16,0 0-19-16,0 0-16 0,0 0-7 0,0 0-14 15,1 21-12-15,1-10-5 0,0 5-2 0,2 1-15 0,1 2-12 16,-1 2-7-16,6 8-2 0,-3-2-5 0,0 1-3 16,-1 6-4-16,3-2-2 0,1 0 7 15,-1-1-19-15,-1 0 0 0,-2-2 2 0,3 0-23 0,-3-1-15 16,3-7-23-16,-4-2-28 0,2 0-39 0,0-4-35 15,-3-2-44-15,3-1-52 0,0-3-53 0,-2 0-213 16,1-4-537-16,-1 0 238 0</inkml:trace>
  <inkml:trace contextRef="#ctx0" brushRef="#br0" timeOffset="-211133.45">27263 8977 254 0,'0'-11'331'0,"0"-2"-2"16,0 4-5-16,3-3-2 0,-6 7-9 0,3-4-19 0,0 4-27 16,0 1-29-16,0 0-32 0,0 4-17 15,0 0-14-15,0 0-32 0,0 0-12 0,0 0-10 16,-5 16-12-16,3-6-12 0,2 4-10 0,0 3-10 0,0 2 4 16,0 2-23-16,0 4 11 0,0 2-18 15,0 2-10-15,2 0 5 0,1 2-8 0,-1-3 0 16,1 1-8-16,-2-3-2 0,2-1 1 0,-3-4-7 15,3-2 1-15,-1-1 0 0,-2-4-6 0,2-3-3 0,2-1-2 16,-3-3 9-16,-1-2-1 0,0 1 14 0,3-4 18 16,-2 1-9-16,-1-3-3 0,0 0-2 0,0 0 6 15,15-8-14-15,-7 3-4 0,-1-4-6 0,0-2 2 16,4 1-5-16,-3 0 5 0,0-1-8 0,3-4 1 16,-1 7-2-16,-1-8-4 0,1 4-2 0,0 4 4 15,-1-2 3-15,-2 3-3 0,-2 0 7 0,2 1-11 16,-3 2 1-16,0 2-7 0,1 2-3 0,2-1 2 15,-7 1 0-15,11 6 0 0,-6-3-2 0,0 7 1 16,3-3 2-16,-3 3 6 0,0 1-6 0,2 3 0 16,0-2-9-16,-3-1-12 0,6 4-31 0,-3-3-7 15,-1 1-24-15,1-3-19 0,-3 0-26 0,3-1-22 16,-3-4-33-16,0 1-25 0,-2-1-53 0,4 0-51 16,-3-4-295-16,-3-1-656 0,0 0 291 0</inkml:trace>
  <inkml:trace contextRef="#ctx0" brushRef="#br0" timeOffset="-210934.16">27017 9054 235 0,'-11'-2'342'0,"0"-1"-4"0,3 2-1 0,1 0 0 16,0-1 1-16,3 0-2 0,4 2-3 0,0 0-27 0,0 0-25 15,0 0-29-15,0 0-26 0,20-1-21 0,-6 3-19 16,9 1-18-16,-2 0-18 0,10 1-38 0,-1 0-48 15,7 1-49-15,2-1-64 0,2 0-74 0,0-2-63 16,0 1-69-16,16-3-96 0,-16 1-249 0,0 1-649 16,14 0 287-16</inkml:trace>
  <inkml:trace contextRef="#ctx0" brushRef="#br0" timeOffset="-210532.42">28406 8839 339 0,'3'-5'394'0,"0"-1"4"0,1 0-12 16,-4 1-9-16,3 0 0 0,-3 1-30 0,0 4-22 15,2-8-32-15,-2 8-38 0,0-3-21 0,0 3-30 0,0 0-23 16,0 0-12-16,0 0-22 0,0 15-15 0,0-6-13 16,0 4-4-16,2 4-18 0,0 1-10 15,-1 3-7-15,3 5-8 0,0 3-6 0,2-2-6 0,0 3-5 16,3-2-6-16,-1 4-4 0,0 0-7 0,4 2 2 15,-1 0 1-15,1-2-15 0,-4-1-22 0,-1-4-28 16,3 2-34-16,-1-4-47 0,-2-4-54 0,-1-3-47 16,-1 0-60-16,-3-1-77 0,3-6-81 0,-5-3-238 15,1-1-716-15,-1-3 317 0</inkml:trace>
  <inkml:trace contextRef="#ctx0" brushRef="#br0" timeOffset="-210013.85">28321 9162 58 0,'-6'-6'361'0,"-1"3"1"15,1-1 0-15,2 0 11 0,0 0-3 0,1 0-1 16,3 4-6-16,-5-6-11 0,2 3-23 0,3 3-22 16,0 0-31-16,0 0-27 0,0 0-27 0,12-2-24 15,1 2-21-15,7 1-17 0,-1 0-22 0,11 8-19 16,-3-2-20-16,3 2-11 0,4-1-17 0,-5-2-12 15,0 1-14-15,-8 1-11 0,1-1-6 0,-2 0-6 0,2 0-7 16,-4-2-3-16,-2 1-2 0,0 0-2 0,-7-1 0 16,2-1-4-16,-2 1-1 0,-1 1-4 0,-4-2 1 15,2 1 0-15,-2-4-3 0,0 4 1 0,-3-1-2 16,6 0-2-16,-6 1 3 0,3-3-2 0,-4 3 1 16,2 3 2-16,-1-4 3 0,-1-1-3 0,3 2 2 15,-2 0-3-15,-1 0 2 0,4-1 12 0,-2 1-10 16,-1-1 2-16,2 0 3 0,-2 0 2 0,4-2-1 15,1 3 6-15,-1-2 1 0,-2-2 4 0,1 2 5 16,5-2-4-16,-9-1 3 0,13 1-1 0,-8-1-3 16,1-2 2-16,1-1-3 0,1-1-1 0,-3 0-6 15,-1-1 7-15,3 0-3 0,-3-3 0 0,3 1 2 16,-3-5-5-16,-1 7 0 0,4-8-2 0,-5 6-1 16,3-5-4-16,2 1-2 0,-7 0 6 0,3 1-4 15,-3 1 1-15,2-1-2 0,-2 2 0 0,0 2-4 16,-2 0 0-16,2-1 0 0,-5 2-5 0,-2 0 2 15,0 1 0-15,0 2-2 0,-1-3-8 0,-7 3-2 16,0 1-11-16,0 1-4 0,-3 0-23 0,2 1-29 0,0 1-45 16,5 3-33-16,0-2-22 0,-1 1-25 15,3 2-32-15,4 0-43 0,1 0-52 0,4 0-50 16,-2 0-253-16,4 1-689 0,1 0 306 0</inkml:trace>
  <inkml:trace contextRef="#ctx0" brushRef="#br0" timeOffset="-209662.56">29220 9285 246 0,'6'-5'415'0,"-6"5"-6"15,0 0-18-15,1-5-38 0,-1 5-25 0,0 0-41 16,0 0-27-16,0 0-29 0,0 0-23 0,0 0-21 16,0 0-19-16,-15 13-20 0,11-9-12 0,-1 4-17 15,-1 0-13-15,2 0-4 0,0 3-14 0,1-2-5 16,1 0-8-16,-1 1-9 0,3-3-4 0,0 2-14 16,0 0 0-16,0-4 3 0,3 1-8 0,-1-1 1 15,2-1-9-15,-1 0 3 0,-1-2-3 0,-2-2-2 16,9 0-4-16,-9 0-1 0,9-2 2 0,-4-1-10 0,-1 0 0 15,-2-3-12-15,1-1-17 0,-3-2-26 0,0 2-42 16,0-3-44-16,-3-3-49 0,-2 3-56 16,-6-4-74-16,0-2-89 0,-2 1-220 0,-10-4-659 0,1 2 291 15</inkml:trace>
  <inkml:trace contextRef="#ctx0" brushRef="#br0" timeOffset="-172910.82">4308 12179 221 0,'-4'-3'291'0,"4"3"-8"0,0 0-12 0,0 0-8 16,0 0-19-16,-3-4-15 0,3 4-16 0,0 0-17 16,0 0-13-16,0 0-13 0,0 0-18 0,-7-1-15 0,7 1-17 15,0 0-14-15,0 0-7 0,0 0-13 16,-7 7-4-16,5-3-12 0,1 0-1 0,-2 0-9 16,-1 1-7-16,0-1-8 0,4 1-2 0,-3 0-4 0,2 0-9 15,-1-1-6-15,1 1-11 0,1-1 5 0,-2 0-9 16,2-4-11-16,2 5 5 0,-2-5-5 0,1 4 2 15,-1-4-4-15,0 0 13 0,0 0-9 16,0 0-3-16,13-7 1 0,-10 5 2 0,-3 2 1 0,5-8-4 16,-2 4 3-16,-2-1-1 0,-1 1 6 0,0 1 4 15,0 3-9-15,0-8 6 0,0 8 2 0,-1-7-1 16,-2 5 5-16,3 2-2 0,-5-1-2 0,5 1 0 16,-5-3-1-16,5 3-5 0,0 0 5 0,0 0-10 15,0 0 3-15,-16 4-1 0,15-2-4 0,-2 2-2 16,3-4-1-16,-4 5-4 0,4-1-2 0,0-4-4 15,0 8-8-15,4-4 4 0,-2-2 0 0,2 2-2 16,-1-2 4-16,3 1-3 0,-1-1 1 0,2-1 2 16,0 0 0-16,0-1 1 0,0 0 2 0,-7 0 11 15,11-2 4-15,-6 0 7 0,-1-1-8 0,1 0 3 16,-3-1 2-16,1 0-1 0,-1 0 5 0,-2-1-2 16,0 0 7-16,-1 0 0 0,-2 0 9 0,-1-1 7 15,-4 3 4-15,3-3 9 0,-1 2-5 0,-1 0 2 0,0 0-3 16,-2 0-7-16,4 2-1 0,-1-1-3 0,1 2-6 15,5 1-13-15,-10 0-22 0,10 0-30 16,0 0-30-16,-8 4-34 0,8-4-34 0,6 7-47 16,0-4-60-16,0 1-265 0,2-2-560 0,4 3 248 0</inkml:trace>
  <inkml:trace contextRef="#ctx0" brushRef="#br0" timeOffset="-172576.25">5036 11726 307 0,'0'-6'357'0,"-4"1"0"15,3-2-10-15,-2 1-3 0,2 2-21 0,-1-1-27 16,2 5-23-16,-1-7-31 0,1 7-28 0,0 0-21 15,0 0-17-15,0 0-15 0,0 0-7 0,12 18 5 16,-9-6-21-16,2 5-10 0,2 3-12 0,1 0-6 16,3 6-12-16,0 5-9 0,-3-2-9 0,-1 2 11 15,2 0-28-15,2 1-6 0,-4-3-6 0,4 2-6 16,-7 1 0-16,4-4 3 0,-2 2-15 0,-2-3-4 0,4-2-4 16,-3-5-11-16,-2-3-16 0,4 1-28 0,-3-5-61 15,0 0-42-15,4-3-41 0,-5-1-43 16,1-1-48-16,0-6-77 0,-1 1-310 0,-3-3-706 15,7-1 312-15</inkml:trace>
  <inkml:trace contextRef="#ctx0" brushRef="#br0" timeOffset="-172340.07">5014 11755 73 0,'-12'-8'380'15,"1"-1"-3"-15,2 4-7 0,-1-4-12 0,3 1-21 16,2 0-17-16,1-1-8 0,1 0-36 0,4 1-25 16,2-4-28-16,5-4-23 0,2 6-14 0,6-4-21 15,7-4-18-15,2 3-12 0,3 2-16 0,1 1-12 16,-2 5-9-16,5-2-11 0,-3 5-15 0,0 0-18 16,-6 4-23-16,0 1-38 0,-1 4-49 0,-3-2-40 15,1 4-34-15,-2 3-42 0,-6 1-44 0,-1 1-48 16,-1-2-46-16,-2 7-262 0,-3 0-619 0,-2 2 275 15</inkml:trace>
  <inkml:trace contextRef="#ctx0" brushRef="#br0" timeOffset="-172108.09">5134 12053 227 0,'-3'2'395'15,"3"-2"-5"-15,-5 4-17 0,5-4-24 16,-4 3-10-16,4-3-23 0,0 0-26 0,0 0-21 16,-3 2-25-16,3-2-17 0,0 0-30 0,0 0-14 0,0 0-17 15,23-4-18-15,-9 2-15 0,6-2-12 0,0 0-24 16,9-2-23-16,1-1-43 0,3 3-53 0,-2-3-54 16,-1 0-48-16,-2 1-56 0,-7 4-62 0,2-1-70 15,-1 0-291-15,-9 1-652 0,2 2 289 0</inkml:trace>
  <inkml:trace contextRef="#ctx0" brushRef="#br0" timeOffset="-171656.22">5522 12010 250 0,'0'0'340'0,"-3"-7"-19"15,2 4-23-15,1 3-25 0,1-7-18 0,3 4-25 16,-1 0-23-16,2-2-16 0,0 3-22 0,4-1-19 0,3 0-13 16,0 1-15-16,2 1-13 0,2 1-8 15,-1 1-13-15,4 2-10 0,1 1-7 0,-2 2-7 16,1-2-7-16,-1 4-4 0,-2 0-8 0,-2 0-3 15,2 1-5-15,-5-1-3 0,4 4-5 0,-5-1-1 0,-1-2-3 16,-1 1-1-16,-1 0-1 0,-2 1-3 0,0 0 14 16,-4-2 0-16,3-1 4 0,-4 0 1 0,0-1 10 15,-1-1 13-15,-2 1 7 0,-1-3 10 16,-2 2 2-16,2-1 1 0,-1-2 2 0,-5 0-3 0,6-3-5 16,-1 1-5-16,5-1-4 0,-11-3-6 0,6-1-4 15,-1-1-6-15,3 0-4 0,2-1-3 0,1-6-7 16,1 0-4-16,2 1-8 0,4-4-11 0,2-3-25 15,2 0-32-15,8-7-39 0,-2 3-42 0,3 1-36 16,0 1-38-16,4 3-37 0,-7 3-32 0,1 1-34 16,4 0-21-16,-3 3-7 0,0 1-190 0,-4 4-563 15,-3-1 249-15</inkml:trace>
  <inkml:trace contextRef="#ctx0" brushRef="#br0" timeOffset="-171053">6147 11934 72 0,'-5'6'234'15,"2"0"9"-15,-1 0-4 0,1 1-13 0,-1 0-19 16,0 2-12-16,0 1-15 0,1-1-13 0,-6 1-18 16,5-2-11-16,0 3-13 0,1 0-11 0,0-1-13 15,3 0-2-15,0 0-12 0,3 1-5 0,0-1-3 16,1-1-9-16,0 0-5 0,7 0-7 0,-2-2-3 16,1 0-5-16,3-1-6 0,1-2-2 0,1-1-3 15,-3-1-8-15,3-2-4 0,0 0-3 0,-4-2-9 0,4-1-12 16,-5-1 0-16,0-2-3 0,1-2-3 0,-5 1-4 15,-2-3 3-15,0 3-6 0,-3-4 1 0,-2 1 3 16,-2-1 0-16,-2-2 3 0,-4 1 0 0,1 2 6 16,-4 0 4-16,1-3 8 0,-1 3 8 0,-2-2 2 15,5 4 6-15,-2 0 3 0,1 1 5 0,2 1 9 16,0 1 5-16,4 1 7 0,-3 0-4 0,2 0 26 16,1 2-37-16,0-2-10 0,4 4-3 0,-2-5-2 15,2 5-4-15,0 0-5 0,0 0-3 0,0 0 2 16,22 2-2-16,-10 1-4 0,2 1 0 0,-1 1 2 15,8 0-3-15,-1 3-7 0,-1-2 7 0,3 2-5 16,1 0-2-16,-1 3-9 0,-3-3-5 0,0 2-3 16,4-1-8-16,-5 1-4 0,-2 1 0 0,-2-4 2 15,-2 0 2-15,0 1 4 0,-2 0-5 0,-1-1 5 16,-2-4-5-16,-3 2 1 0,0 0 6 0,2-1 7 16,-2-2 9-16,-4 0 17 0,0-2 9 0,0 0 13 15,0 0 8-15,0 0 20 0,0 0 16 0,0-14 8 16,0 7 6-16,-3 0 7 0,0-3-8 0,2-1 1 15,-2-1-17-15,2-1 4 0,1 2 3 0,0-1-6 16,1 0-10-16,3 1-12 0,-1 1 3 0,0 0-2 16,2 0-14-16,-2 4 0 0,2-2-9 0,1 2-4 15,-2 2-6-15,8 0-3 0,-5 0-3 0,0 3-3 16,5 0-1-16,-1 1-5 0,0 0-3 0,2 4-2 0,-5 0 0 16,3 2-3-16,3 0-5 0,-6 3 2 0,0 0 2 15,2 2-11-15,3 3-23 0,-3-3-14 16,-1 3-19-16,1 2-26 0,-2-4-28 0,-1 2-26 0,1-1-33 15,-1-1-26-15,-3 3-36 0,0-5-35 0,0 1-60 16,0-4-314-16,-2 1-698 0,4 0 308 0</inkml:trace>
  <inkml:trace contextRef="#ctx0" brushRef="#br0" timeOffset="-170501.13">6909 11531 237 0,'-3'-7'375'0,"-1"1"6"0,3-2-12 0,-2 3-17 16,0 0-14-16,2-2-19 0,0 3-25 0,-1 1-31 15,2 3-32-15,0-7-26 0,0 7-24 0,0 0-19 16,0 0-17-16,0 0-16 0,4 13-11 0,2-3-17 15,-2 1-7-15,0 1-11 0,0 7-9 0,3 1-6 16,-2 5-9-16,1 1-9 0,2 0 0 0,-3 0 1 16,3 3-13-16,-1-3 0 0,0 1-11 0,-1-1 3 15,0 1-5-15,2-5-2 0,-2-2 0 0,4 4-1 16,0 1-4-16,-2-7 1 0,-2-7-1 0,4 3-3 16,-1-2-4-16,-1 3 2 0,0-6 3 0,2 0-1 15,-1-1 4-15,1-4-5 0,2 0 3 0,2-1-3 0,-1-3-2 16,1-3 0-16,0 1-1 0,0-1-3 0,3-4-3 15,-1-3 3-15,3 1 0 0,-4-3-2 16,3 1-2-16,-6-2 1 0,2 0 0 0,-1-1-10 0,-2 0 8 16,1 0-9-16,-5-2 4 0,0 3 11 0,-4 0-14 15,-1 0 3-15,1 1-12 0,-3 0 14 0,3 0 2 16,-3 2 0-16,0 2 2 0,-3 2-1 0,3 1 4 16,-1-1-5-16,1 2 9 0,0 4-8 0,-2-7 0 15,2 7-4-15,0-4 4 0,0 4-11 0,0 0-3 16,0 0 1-16,0 0 6 0,0 0 1 0,-2 16-6 15,2-8 4-15,0 2-1 0,1 2-1 0,0 0 4 16,5 5 11-16,-1 0-11 0,-1-4 2 0,6 4-5 16,-6 0 4-16,7-1-6 0,-3-1-9 0,0 2-20 15,5-2-35-15,0-2-40 0,-3-1-39 0,0 1-41 16,0-5-47-16,0 0-64 0,0-3-66 0,1-2-244 16,0 3-664-16,-4-5 295 0</inkml:trace>
  <inkml:trace contextRef="#ctx0" brushRef="#br0" timeOffset="-169866.72">7598 11951 39 0,'3'3'192'0,"3"1"-4"16,-1-3-6-16,-2 3-6 0,5-1-10 0,-4 1-6 15,4-4-10-15,0 1-14 0,6 0-13 16,-3-2-14-16,0-2-9 0,4-1-9 0,-2 1-11 15,2-2-7-15,-2 0-4 0,-1-3-8 0,0 1-7 0,-1-2-4 16,-2-1-7-16,1 0-1 0,-2-5-4 0,-1 2-7 16,0-4 1-16,-3-1-1 0,-3 1-10 0,3 5-3 15,-4-6 1-15,0 5 0 0,-4 0-1 16,0 3-4-16,1 1 5 0,-6 1 4 0,3 1 0 0,-2 0-4 16,-1 2-4-16,-5 2-1 0,3 5 0 0,-1 0-1 15,-2 2-1-15,1 1 1 0,2 4 8 0,-3 2 2 16,1 1 2-16,-1 2 2 0,2 1-4 0,2 1 0 15,2 0 2-15,4 1 1 0,0 2 1 0,4-6 1 16,0 0 5-16,1 4 1 0,5-1-2 0,-1-4 0 16,2-1-2-16,0-1 4 0,5-2-5 0,-4 0 2 15,6-1 2-15,-1-4-5 0,0 1-3 0,6-3 0 16,0-2-4-16,-6-3 0 0,6-1-4 0,-2 0 2 16,2-3-4-16,-3 0 1 0,-1-2-1 0,2 2-3 15,0-3 13-15,-6 2 4 0,7-1 6 0,-5-1 2 16,-1 3 1-16,1 0 4 0,-4 1 0 0,3 0-9 15,-1 2 0-15,0 1-4 0,4 1 0 0,-4-1-3 16,3 4-1-16,-2 0-7 0,1 1 3 0,4 4-10 16,-4-1 3-16,-2 2 2 0,3 1-1 0,2 1-6 15,2 3-6-15,-3 1 2 0,0 0 11 0,-2 1-12 16,-3-2 2-16,-3 0 1 0,2 0-9 0,-2 0 5 16,-1-3-1-16,-1 2 4 0,-4-4 8 0,2 1 15 15,-6-2 41-15,3-2 39 0,-5 1 25 0,1-3 12 0,4-1 0 16,-15-1-5-16,0-4-1 0,5 1-10 0,-3-4-3 15,-2-2 8-15,0-3-2 0,1-1-5 16,2 2-3-16,0-5-12 0,-1-1-10 0,3 0-11 0,4-3-7 16,-2-5-11-16,5 5-15 0,0-8-20 0,6-4-42 15,0 5-49-15,5 1-55 0,4-2-62 0,2 2-75 16,-2 4-54-16,3 7-66 0,2-7-68 0,-4 7-338 16,0 3-835-16,1 3 370 0</inkml:trace>
  <inkml:trace contextRef="#ctx0" brushRef="#br0" timeOffset="-169664.68">7966 11422 281 0,'-3'-4'342'15,"0"0"-26"-15,3-1-27 0,0 5-28 0,7-9-16 16,-3 3-32-16,3 3-17 0,3-4-27 0,3 1-14 15,-1 2-15-15,2-1-27 0,0 1-31 0,0 1-54 16,3 0-61-16,-2 2-73 0,1-2-80 0,-1 1-232 0,-4 2-453 16,-4 0 202-16</inkml:trace>
  <inkml:trace contextRef="#ctx0" brushRef="#br0" timeOffset="-169364.64">6793 11785 93 0,'-6'0'436'0,"6"0"7"0,0 0-8 0,-10-1-18 15,10 1-29-15,0 0-44 0,1-9-20 0,-1 9-34 16,11-7-28-16,4 2-23 0,2-1-23 0,2-1-17 16,9 2-25-16,1-3-20 0,1 0-14 0,2 1-18 15,1 0-37-15,5-1-52 0,3-1-59 0,-2 6-68 16,2-2-58-16,-3-1-74 0,7 1-96 0,-8 3-341 16,1-1-718-16,1 3 319 0</inkml:trace>
  <inkml:trace contextRef="#ctx0" brushRef="#br0" timeOffset="-168879.55">9014 11806 303 0,'0'0'321'0,"0"0"-5"0,4-3-18 15,-4 3-2-15,0 0-17 0,0 0-17 0,0 0-20 0,0 0-12 16,0 0-18-16,0 0-24 0,0 0-21 0,0 0-12 16,0 0-15-16,0 0-19 0,0 0-11 0,0 0-8 15,0 0-8-15,0 0 0 0,0 0-21 0,-6 12-3 16,6-12-13-16,4 2-7 0,1 1 2 0,-2-1-5 16,1 0-5-16,-4-2-12 0,12 0 0 0,-12 0 0 15,11-2-2-15,-4 2-5 0,-3-3 0 0,3 0-3 16,0 1 4-16,-5-1-8 0,4 0-6 0,-3-2-3 15,-1 1-5-15,0-1-3 0,-1 1-2 0,-1 0-4 16,-3-1 1-16,1 0-2 0,-4 0-3 0,1 2-16 16,-3 1-10-16,-2-1-19 0,2 2-19 0,-2-1-20 15,-2 0-26-15,2 5-25 0,1-2-25 0,-2 2-42 16,4-2-50-16,-1 1-44 0,3 3-197 0,-1-4-544 16,2 3 242-16</inkml:trace>
  <inkml:trace contextRef="#ctx0" brushRef="#br0" timeOffset="-168561.5">9052 11574 127 0,'-9'-2'239'0,"9"2"-13"15,-9 3-17-15,9-3-18 0,-10 3-12 0,10-3-13 16,-4 0-15-16,-2 1-12 0,6-1-6 0,-2 4 0 15,2-4-17-15,-2 4-2 0,2-4-7 0,0 0-3 16,0 0-3-16,3 5-3 0,-3-5-3 0,7 1-1 16,-7-1 5-16,0 0-1 0,12-4-3 0,-6 2-9 15,0-1-4-15,-3-1 2 0,4 1-4 0,-3-3-4 16,0 2 2-16,0-2-3 0,-2 1 1 0,1 0-7 16,-1-2-1-16,-2 2-13 0,-2-1-4 0,2-1 2 15,-3 4-20-15,-2-2-1 0,4-2-7 0,-3 4-2 16,1 0-37-16,-2 2-37 0,-1-1-39 0,6 2-48 15,-15 3-66-15,10-1-81 0,-1 1-262 0,0 4-592 0,3-2 263 16</inkml:trace>
  <inkml:trace contextRef="#ctx0" brushRef="#br0" timeOffset="-139053.65">10507 11341 289 0,'1'-14'289'0,"-1"0"-11"16,-1 0-9-16,-2 3-5 0,-3-2-11 0,-2 1-7 15,3 1-3-15,-5 1-18 0,1 0-12 0,-2 1-16 16,-1 1-1-16,1 2-10 0,-3-1-24 0,-1 1-12 15,-4 2-18-15,4 3-9 0,-3 0-12 0,-2 3-10 16,2 1-10-16,4 1-8 0,-3 2-17 0,2-1-5 16,0 3-7-16,4 0 0 0,0-1-17 0,3 1 5 0,1 1 9 15,2-1-19-15,0 2-3 0,5-1-2 16,1 2-7-16,3 0 7 0,1 0-1 0,2 0-2 16,7-1-1-16,2 4 1 0,2-4-4 0,5 4 1 0,6-1-8 15,-4 1 3-15,-3-3-2 0,-5 1-12 0,10 1 6 16,-3 1 1-16,2 1-4 0,-10-3 2 0,2 2-4 15,0-2 1-15,-3 0 3 0,-2 2-3 0,1 0-1 16,-2 1 0-16,0-2 0 0,-5 3 2 0,4 1-2 16,-8-6 1-16,1 2-6 0,-1-1 3 0,-3 1-1 15,-6 0 4-15,2-4 0 0,-4 4-2 0,-1-4 0 16,-4 2-4-16,-1-2 9 0,-3-2-1 0,-2 0 5 16,0 1-6-16,0-4 7 0,-2 0-4 0,2-3 1 15,-1-1 0-15,3 0 4 0,4-2-4 0,2-3 0 16,0 0-13-16,3-2-24 0,5 1-34 0,3-7-41 15,7-5-40-15,1 0-48 0,5 0-55 0,5-4-56 16,11-6-48-16,-2 5-239 0,3-1-637 0,1-2 282 0</inkml:trace>
  <inkml:trace contextRef="#ctx0" brushRef="#br0" timeOffset="-138801.93">10860 11179 301 0,'0'-10'336'0,"0"4"15"0,-1-2 2 0,1 2 1 15,0 1-5-15,1-2-23 0,-2 3-36 0,2 1-30 16,-1 3-31-16,0-7-25 0,0 7-21 0,0 0-17 16,0 0-18-16,5 16-10 0,-2-5-17 0,4 7-15 15,-3 0-19-15,2 1 2 0,3 8-12 0,2 0-11 16,-4-1-2-16,5 3 0 0,-5 1-15 0,1-1-3 16,3-2-6-16,-4-2-3 0,-2 3-8 0,-1-7-11 15,4 6-12-15,-1-2-20 0,1-5-25 0,-5 0-31 16,1-2-25-16,0-1-24 0,-1-4-24 0,-2-2-30 15,2-2-38-15,-1-1-20 0,0-3-44 0,-2-4-52 16,0-1-205-16,0 0-576 0,0 0 255 0</inkml:trace>
  <inkml:trace contextRef="#ctx0" brushRef="#br0" timeOffset="-137815.43">10906 11418 8 0,'-2'-3'203'0,"-4"0"-16"0,6 3-23 16,-4-2-20-16,4 2-3 0,0 0-3 0,0 0 3 15,-3 7-9-15,3-7-8 0,6 7-10 0,2-1-6 16,0 1-8-16,6-2-8 0,2 3-9 0,3-2-8 16,4 1-8-16,6-1-14 0,-1-2 1 0,6 0-4 15,-1-2-4-15,0 2-5 0,-1-4-3 0,0-1-7 16,0-5-3-16,-9 1-4 0,10 2-2 0,-5-5-1 16,-7 1-2-16,1 1-1 0,-5 0-1 0,-2-2-3 15,-5 2 0-15,1-2 3 0,-2 0 2 0,-3 2 22 16,-1 0 8-16,-3-1 11 0,-2 1 8 0,-3-1 10 15,0 2 4-15,-4 0-5 0,-4 0-1 0,-1 1-8 16,1 3-4-16,-5 0-5 0,-2 0-6 0,-5 3-5 0,3 2 0 16,-2 1-4-16,0 1-2 0,1 1-10 0,4 1-1 15,-3 3 1-15,3-1-7 0,4 3 4 16,3-4-8-16,2 2-8 0,0 1 2 0,5-1 2 16,1 0 3-16,2 0-2 0,4 0-1 0,0 0 1 0,2-3-4 15,3-1 7-15,2-1-8 0,2 1-2 0,4-1-6 16,1-3 2-16,0-2-2 0,1-1-5 0,0-1 5 15,-1-2-1-15,2-2-9 0,-5 1 8 0,6-3 0 16,-9 1 3-16,0-3-8 0,1 3 0 0,-3-2-2 16,-2-3 4-16,-1 0 5 0,-3 3 2 0,3-5 12 15,-3 4-1-15,0 3 21 0,-2-1 12 0,-1 1 14 16,0 0 1-16,2 1-1 0,-3-1-2 0,0 1-9 16,0 1-11-16,0 4-5 0,0-3-2 0,0 3-6 15,0 0-1-15,0 0 8 0,0 0-20 0,0 0 2 16,-3 15-2-16,5-7-6 0,-1-2-13 0,2 2 2 15,2 2 0-15,1-1-11 0,2 2 0 0,1-3-6 16,1 4-9-16,5-3-16 0,-3-2-15 0,2-1-21 16,3 1-15-16,1-3-17 0,1-1-16 0,2-2-21 0,-1-1-16 15,-1-1-9-15,0-3-5 0,-3-3 6 16,-2 3 15-16,2-4 15 0,-4-2 15 0,1-1 10 16,-4 2 11-16,2-4 13 0,-4-3 8 0,1-2 6 0,0-2 10 15,-4-4 2-15,3-4 12 0,-7 0-4 0,4-3 17 16,-5 2 18-16,-2-1 40 0,3 2 35 0,-7-1 30 15,3 4 25-15,-1 3 1 0,-1 2 13 0,1 1 11 16,2-2 8-16,-1 2 4 0,-1 1 2 0,2 0 17 16,-1-2 0-16,4 8 11 0,-3 1 9 0,3-1 4 15,0 3-4-15,-1 2-13 0,1 1-16 0,-3 1-20 16,3 0-17-16,0 5-14 0,-1-4-17 0,1 4-2 16,0 0-13-16,0 0-6 0,1 22-7 0,-2-9-4 15,1 6-8-15,0 2-5 0,0 8-4 0,1 0-5 16,-1 1-4-16,0-1 0 0,3 3-7 0,1-1-1 15,1 0 0-15,2-2-1 0,-3 1-7 0,4-2 5 16,-1 0 0-16,1-9-7 0,3 5 8 0,-1-4-9 0,2-4 1 16,0 0 1-16,3 0-3 0,2 0 1 0,-1-7-2 15,2 2 4-15,1-2-9 0,1 0-2 0,0-5 1 16,2-1-4-16,-2-2 6 0,2-4-3 16,-1-1-1-16,-1 1 2 0,-1-5-3 0,-1 1-1 0,-2-3 2 15,-1-1 1-15,0 1 8 0,-3-1-10 0,-4-1-1 16,-1 1-2-16,-3-2 7 0,2 2 7 0,-6-1-6 15,-3 2 5-15,0 0-7 0,-2 1 8 0,-1-1-5 16,0 5-2-16,-4 1 4 0,1-1-4 0,-2 3-2 16,-3 2-1-16,3 2 0 0,-3 3 1 0,1 0-2 15,-1 0 1-15,6 4 3 0,0-2-12 0,1 3-5 16,5 0-7-16,0 0-6 0,4-1-8 0,3 1-5 16,3-1-16-16,7 2-25 0,0-3-26 0,8 0-14 15,-2-1-21-15,8-2-23 0,0-3-26 0,5 1-25 16,-3-3-23-16,1-5-17 0,0 1-18 0,1-1-11 15,-5-4-9-15,-7 1-1 0,8-2-167 0,-9-2-500 16,7-3 221-16</inkml:trace>
  <inkml:trace contextRef="#ctx0" brushRef="#br0" timeOffset="-137597.72">12517 11342 1297 0,'13'-13'-79'0,"-2"-2"44"0,-4 7 49 0,1-5 34 0,-4 3 50 15,0 1 37-15,-2 3 28 0,-2-2 17 16,-3 3 1-16,0 0-4 0,-1 0-5 0,3 2-9 0,1 3-10 16,-8-2-19-16,8 2-21 0,-10 1 1 0,10-1-7 15,-8 9-4-15,5-3-3 0,-1 3-9 0,-1 3 4 16,4 1-4-16,-1-2-6 0,4 5-12 0,-1-2-1 15,0 3-6-15,4-1-2 0,2 2-2 0,-3-1-11 16,3 1-7-16,-1-1 2 0,2 0-9 0,-1 0-1 16,-1-2-1-16,-3-3-6 0,0 0 4 0,5-1-11 15,-5-3-4-15,-2-1 3 0,0 1-22 0,-1-3-9 16,-2 0-26-16,-4-2-29 0,1-2-19 0,-1 0-39 16,6-1-39-16,-23-4-48 0,7-1-63 0,-2-4-302 15,-10-1-622-15,-1-3 276 0</inkml:trace>
  <inkml:trace contextRef="#ctx0" brushRef="#br0" timeOffset="-137430.41">12032 11117 113 0,'-1'-4'357'0,"-2"0"3"0,2 0-16 16,1-1-22-16,0 5-36 0,1-6-24 0,2 1-27 0,4 2-25 15,0-1-22-15,2 0-17 0,6 3-29 0,3-3-45 16,5 3-47-16,7 0-58 0,0 1-73 0,1 1-82 15,6-2-89-15,2 1-188 0,-1 2-474 0,-1 1 209 16</inkml:trace>
  <inkml:trace contextRef="#ctx0" brushRef="#br0" timeOffset="-134620.08">13504 11168 191 0,'0'-6'383'0,"3"-3"-3"16,-3 5-3-16,0-1-10 0,0-2-9 0,0 3-11 0,0 4-32 15,0-5-26-15,0 5-35 0,0-7-30 0,0 7-24 16,0 0-22-16,0 0-16 0,0 0-17 0,5 15-19 16,-3-2-11-16,-2-3-9 0,2 6-13 0,1-3-7 15,1 5-10-15,3 2-11 0,-3-4-2 0,3 2-5 16,-2 0-8-16,1-1-5 0,-1 1-6 0,5 0-5 16,-4-2-8-16,0-3-10 0,2 3-10 0,-1-5-2 15,2 3-11-15,1-3-9 0,-4-3-7 0,4-3 3 16,-3 0 0-16,0-2 1 0,1-2-1 0,3-1 6 0,-3-1 0 15,2-3-2-15,-2-1 7 0,3-2 4 16,-3-1-6-16,0-1 0 0,0-3 3 0,-1 2 1 16,-2-3 3-16,1 0 1 0,-1 1 4 0,-2-1 2 0,1-1 8 15,-1 1 6-15,-2 3 13 0,3-2 7 0,-4 3 1 16,2 3 1-16,0-1 3 0,-2 3-14 0,0-1-5 16,0 5-12-16,0 0 1 0,0 0 0 0,0 0-2 15,0 0-2-15,11 13-2 0,-7-4 2 0,3 2-2 16,-2 0-1-16,2 2-5 0,3 1 4 0,-1 0-1 15,2 2 1-15,-1-2-3 0,3 0-2 0,-2-3-1 16,4 1-5-16,-1-1 5 0,-6-3-4 0,4 1-1 16,-1-3-4-16,0-2 5 0,0 0-9 0,-3-2 9 15,0 0 1-15,0-4 2 0,0 1 4 0,-1-3-2 16,0-1-8-16,0 0 7 0,-2-4 2 0,1 0-6 16,-2-1 9-16,-1-3 0 0,-1 0 0 0,3-6 2 15,-5 1-1-15,2 2 10 0,-2-5-9 0,0 4 5 0,-4-1 2 16,1 2-3-16,2-1 0 0,0 5-1 0,-2 0-2 15,2 2-5-15,-2-1 2 0,1 5 4 16,1 0-9-16,1 0-20 0,0 3-28 0,0 3-36 0,0 0-6 16,0 0-11-16,0 0-2 0,0 0-12 0,0 0-6 15,14 14 0-15,-7-8-9 0,2 3-3 0,1 0-2 16,-1-2 1-16,3 2-4 0,3 2 2 0,0-2 5 16,4 0 7-16,2-2 7 0,-2 0 7 0,-3-1 10 15,3-2 9-15,-5 0 13 0,5-3 8 0,-6 1 5 16,2 0 8-16,-4-4 5 0,3-3 8 0,-2 2 10 15,-2-2 12-15,2-3 19 0,-3 1 15 0,0 0 15 16,1-1 13-16,-4 0 16 0,1 0 10 0,-3-3 13 16,-3 3 10-16,0-3 6 0,2 2 15 0,-6-2 13 0,3 4 6 15,-1-3 0-15,-3 2-5 0,-2 1-7 16,2 0-6-16,-1 3-11 0,-2 2-5 0,-4-3 0 16,0 4-17-16,1 2-9 0,-3 1-2 0,2 3-5 15,-5 0-5-15,0 7-7 0,1-2-13 0,-1 4 1 0,0-1 2 16,4 1-4-16,-1 1-1 0,3 2 2 0,5-1-6 15,-1 0 5-15,6 1-5 0,6-1-1 16,2 1 3-16,1 0 2 0,8-3-5 0,0 0 7 0,1-3-14 16,11 4-4-16,3-5-22 0,1 0-12 0,2-5-36 15,1 0-50-15,3-2-46 0,-1-2-63 0,-3 1-69 16,2-5-78-16,-3-1-275 0,-5-1-688 0,-6 0 305 16</inkml:trace>
  <inkml:trace contextRef="#ctx0" brushRef="#br0" timeOffset="-134235.34">15766 11082 115 0,'0'0'365'0,"3"-6"-9"0,-3 6-17 15,-3-7-23-15,3 7-10 0,0 0-48 0,0-3-27 16,0 3-35-16,0 0-12 0,0 0-28 0,0 0-9 15,0 12-12-15,0-5-15 0,0 0-16 0,0 4-9 16,0 0-3-16,0 3-10 0,0-2-12 0,-3 6-1 0,2-2-8 16,-2 1-10-16,0-4-1 0,-2 4-6 0,4-5-29 15,0 2-25-15,-2-2-23 0,-1-2-29 16,2-1-26-16,0-1-31 0,2-1-36 0,0 0-44 0,2-1-58 16,0-3-249-16,3-2-548 0,-5-1 242 0</inkml:trace>
  <inkml:trace contextRef="#ctx0" brushRef="#br0" timeOffset="-134067.06">15948 11150 180 0,'0'-2'252'0,"3"-1"-14"0,-3 3-18 15,0 0-4-15,0 0 4 0,0 0 3 0,0 0-6 16,0 0-17-16,-7 13-15 0,-1-4-13 0,4 1-12 16,-3 0-16-16,0 2-13 0,-1 2-18 0,-1 4 2 15,3-2-18-15,-1 2-11 0,1 0-26 0,-1 0-42 16,2 2-55-16,-2 0-59 0,1-3-82 0,5-1-92 15,-2-3-175-15,2-1-481 0,1-2 213 0</inkml:trace>
  <inkml:trace contextRef="#ctx0" brushRef="#br0" timeOffset="-132863.65">17408 10917 31 0,'5'-13'343'0,"-1"2"-18"0,-1-4-10 16,0 6-20-16,-1-3-16 0,-2 1-12 0,2-1-13 16,-4 2-15-16,4-2-18 0,-4 6-12 0,1-1-16 15,0 0-25-15,-4 3-13 0,4-1-25 0,-5 1-8 16,-1 2-12-16,0 2-11 0,7 0-12 0,-22 4-9 15,11 4-9-15,3-4 7 0,-4 1-25 0,-1 5 1 16,4-2-11-16,-2 6 1 0,-1 0-8 0,4-3-3 0,0 0-6 16,2 1-1-16,2 0-1 0,-1 0-2 15,3 2-2-15,2 2-3 0,3 1-6 0,5 0 9 16,-1-2-7-16,6 0-1 0,1-2 0 0,8 8 0 0,2-5-2 16,-2 0 0-16,-3-4-1 0,7 3-7 0,-8-4 7 15,2 1-3-15,-1-1-5 0,-4-2 10 0,1 3-10 16,-5-5 9-16,0 3-9 0,-3-3 19 0,2 0-20 15,-6-1-5-15,0-1 19 0,-1 0-25 0,0 0 6 16,-2-2 9-16,-1-3-8 0,-10 6 1 0,6-5 4 16,-7-1-3-16,-4 2 3 0,2-2-10 0,-6 0 14 15,-1-2 13-15,0 1-21 0,1 0 11 0,0-1-1 16,4 0-11-16,3 1 13 0,0 0-1 0,2-1-5 16,2 1 4-16,4-1-1 0,4 2-2 0,-9-1-5 0,9 1 5 15,0 0-1-15,0 0-6 0,23 4-4 16,-11-2 2-16,12-1-25 0,6 2-3 0,2-1-2 15,0 0-18-15,5 1 0 0,-2-3-3 0,2 2-3 0,-2-2-1 16,2-1-1-16,1 1 4 0,-1-4 5 0,-5-2 3 16,-2-1 1-16,-8 4 9 0,11-6 1 0,-13 0 3 15,1 0 0-15,-5-3 4 0,4 1 3 0,-6-1 2 16,1-3 1-16,-8 4 7 0,1-1 10 0,-2 0 4 16,-1 1 5-16,-1 0 14 0,-4 0 24 0,-3-1-14 15,0 4 6-15,-2-2 4 0,1 2-3 0,-1 0-2 16,-2 2 2-16,-2 1-9 0,2 1 0 0,-2 0 3 15,0 4-7-15,-5 0-1 0,5 1-3 0,-4 2-4 16,1 2 2-16,1-1-12 0,4 4 12 0,-5-1-4 16,5 2 4-16,2 3-4 0,-2-3 13 0,6 3-12 15,-1 1-1-15,4-2-7 0,2 2 8 0,1 3 0 16,6-1-10-16,3-2 7 0,4 2 3 0,7-2 1 0,1 2-5 16,4-3-8-16,4-3-15 0,-3-4-8 0,6 0-24 15,-3-1-12-15,7-7-11 0,-4 5-12 16,-1-4 2-16,-2 0 1 0,-1-3 5 0,-2-2 9 0,-2 0 4 15,-1-3 0-15,-6 2-2 0,5-5 4 0,-12 3 1 16,4-4 7-16,-2 1 6 0,-1 0 4 0,-4-1 8 16,-1 1 12-16,-6 2 28 0,1 0 17 0,-3 1 20 15,-3 1 18-15,-2-2 11 0,0 1 6 0,-4 2-10 16,-2 2 2-16,-3-4-6 0,3 5 3 0,-7 0-5 16,4 0 1-16,-5 4-5 0,2-1 2 0,-5 4-2 15,1-1-3-15,1 3-5 0,-1 2-1 0,3-2-5 16,0 5-7-16,0-1 1 0,6-2-6 0,-2 3-5 15,0 1 5-15,4 1-6 0,0-3 1 0,3 4-4 16,-1-1-2-16,5 0-2 0,2 0-5 0,1 1 2 16,3 0-6-16,-1-1-19 0,8-2-23 0,3 1-25 15,0 1-37-15,3-4-38 0,1-1-43 0,1 1-50 0,10-4-49 16,-1 0-45-16,-11-2-174 0,6-1-537 0,-1-1 237 16</inkml:trace>
  <inkml:trace contextRef="#ctx0" brushRef="#br0" timeOffset="-132462.15">18764 11032 211 0,'1'-6'262'0,"1"0"9"0,-2-2-2 16,-3 3-6-16,0 0 3 0,3-3-9 0,-3 4-10 15,-1 2-24-15,4 2-19 0,-1-5-26 0,1 5-17 16,-8-2-14-16,8 2-18 0,0 0 1 0,-10 4-23 16,8 0-6-16,-4 0-16 0,5 4-7 0,-1-2-4 15,2 4-2-15,-1 0-14 0,2 1 2 0,2 2-11 16,-3-1-8-16,6 1-5 0,-1 2-2 0,6 2-1 15,-6 1-5-15,2-7 0 0,4 3-12 0,-6-2-13 16,5-1 0-16,-2 0-13 0,3-3 1 0,-4-1-5 16,2-1 2-16,-2-1 3 0,0-1-3 0,0-3 2 15,0 1 5-15,-2 0 1 0,-5-2 9 0,12-5-12 0,-6-1 3 16,-1 1 4-16,-1 0 10 0,2-4 15 0,-1-1 14 16,2-1 24-16,-3-3 33 0,4-1 8 0,-4 3-1 15,4-4 4-15,0 1-16 0,-1 3-4 0,3-4 2 16,-5 5 8-16,3-1-3 0,-4 2 1 0,3 0-13 15,0 1-6-15,-3 1-6 0,0 3-10 0,2 0-7 16,-4 2-9-16,1 0-5 0,1 1-7 0,-4 2-7 16,10 5 0-16,-5 1-4 0,-2 0-2 0,-1 3 3 15,4 1-8-15,-2 1 1 0,3 1 0 0,-2 5-3 16,2 0 0-16,1 2-10 0,-1-4-17 0,1 0-23 16,2 2-17-16,-1 0-22 0,2-3-33 0,-1-4-31 15,-1-1-33-15,5 2-44 0,-1-2-60 0,-2-5-82 16,4 1-358-16,-4-2-778 0,2-2 345 0</inkml:trace>
  <inkml:trace contextRef="#ctx0" brushRef="#br0" timeOffset="-129802.39">19600 11318 392 0,'0'0'393'0,"0"0"-13"0,0 0-21 15,0 0-11-15,0 0-30 0,0 0-22 16,0-5-27-16,0 5-28 0,0 0-21 0,0 0-24 0,0 0-16 16,0 0-19-16,0 0-18 0,18 5-8 0,-13-1-17 15,6 0-18-15,-3-1-2 0,5-1-11 0,-8 3-9 16,3-1-4-16,0 0-10 0,-1 0-11 0,-1 1-3 16,-1 2-3-16,-2-2-7 0,2 0-10 0,-3 3-6 15,-4-2-3-15,-1 2-22 0,-3 0-20 0,-1 2-29 16,-3-3-32-16,-1 0-35 0,-3 2-25 0,-7-1-32 15,5 1-41-15,-6-1-45 0,10-5-53 0,-6 6-277 16,6-6-640-16,-3 1 284 0</inkml:trace>
  <inkml:trace contextRef="#ctx0" brushRef="#br0" timeOffset="-129233.63">20453 10789 11 0,'3'-12'332'0,"0"1"-2"15,-1 1-6-15,-2 0-4 0,0 2-10 16,0 0-10-16,-1 2-6 0,1-2-9 0,-1 2-18 16,-1 0-12-16,-1 1-25 0,1 0-22 0,0 2-16 0,0-1-25 15,-1 1-15-15,-1 0-17 0,4 3-13 0,-14-2-15 16,7 2-8-16,-1 0-14 0,8 0-7 0,-16 4-4 15,8-1-12-15,1-1-6 0,-4 4-1 0,4-2-13 16,2 2-5-16,-3-1-7 0,2 2 0 0,5 2-3 16,-3-1-1-16,4 2-3 0,1 1 1 0,3 2-3 15,4 3 5-15,3-2-5 0,3 1-3 0,1 1-4 16,9 2 2-16,-1 0-4 0,-2-2 2 0,2 0 1 16,1 1 3-16,-6-3-9 0,-2 1 0 0,8 2-1 0,-11-4 0 15,2 1-2-15,-5-4-6 0,-2 1-2 16,3-1-2-16,-6-1-1 0,-1 0 3 0,2 1 1 15,-4-1 5-15,-2-1-8 0,0-3 3 0,-1 2-4 0,-4-1 3 16,0-1 2-16,0-1-6 0,-6-1 1 0,-2 0 3 16,-1-1-10-16,0 0-13 0,-2-2-28 0,5-2-32 15,-4 1-20-15,0-1-27 0,3-2-31 0,-3 0-26 16,4 0-38-16,4 0-53 0,2-1-49 0,1 0-283 16,3-2-662-16,2-3 292 0</inkml:trace>
  <inkml:trace contextRef="#ctx0" brushRef="#br0" timeOffset="-128982.7">20736 10614 39 0,'-3'-4'344'16,"3"1"-15"-16,-2-2-13 0,2 5-30 0,-6-5-29 15,6 5-27-15,-3-3-27 0,3 3-20 16,0 0-18-16,0 0-12 0,-4 13-17 0,4-8-10 0,2 3-11 15,-2 4-12-15,2 3-7 0,0 2-11 0,2 2-6 16,1 2-9-16,-1-2-7 0,4 9-2 0,-1-2-9 16,0 2-6-16,0-3-2 0,-1-6-4 0,1 7-18 15,0-8-10-15,-3 2-26 0,1-2-31 0,0 0-39 16,0 0-41-16,-3-5-45 0,0-3-57 0,1 2-48 16,-3-1-178-16,0-4-490 0,0-1 216 0</inkml:trace>
  <inkml:trace contextRef="#ctx0" brushRef="#br0" timeOffset="-128179.83">20702 10926 42 0,'3'-5'216'16,"1"0"-16"-16,1 1-5 0,3-4-14 0,1 5-13 0,3-3-9 16,-1 1-16-16,2 3-12 0,2-1-16 0,3 2-15 15,-3-1-4-15,5 0-8 0,-5 0-11 16,-1 0-8-16,5 3-6 0,-8-1-9 0,4 0-3 0,-4 1-5 15,2 1-5-15,-2 0-3 0,-3-1-4 0,0-1-2 16,-1 2-5-16,-1-1-2 0,-4 1 1 0,-2-2-5 16,9 2 0-16,-7 1 0 0,2 0-4 0,-1 0-3 15,1 0 1-15,-3 1-2 0,-1-1-3 0,3 1 1 16,-3 1-1-16,4 1-1 0,-4-1-3 0,2 1-1 16,-1 2 2-16,3-1 3 0,0 2 1 0,0 2 17 15,2-1 2-15,3 0-1 0,-3 1 0 0,4 0-4 16,1-2 0-16,5 3-2 0,-2-1-3 0,0-2-4 15,2 0 7-15,1-2-3 0,0 0-2 0,-3-5-3 0,1 1-3 16,0 0 4-16,-2-5-3 0,1 2 0 16,1-4-2-16,-6 0-1 0,2-1 1 0,2-2-1 15,-4-1-3-15,1-2-1 0,0-4 0 0,-3 2 1 0,2-4-2 16,1-2-1-16,0-11 1 0,-5 11-1 0,-2-1-3 16,1-6 3-16,3-2-2 0,-6 0 0 0,0-1 1 15,-1 7-4-15,0 1 6 0,0 2 2 0,-2-3 5 16,-1 2 6-16,-1 2 8 0,4 3 12 0,-4 2 10 15,1 0 5-15,1 2 3 0,-1-2 9 0,0 6-6 16,0 1-3-16,3-2-9 0,-1 2-6 0,-2 3-7 16,3 2-8-16,-8-1-2 0,8 1-1 0,-8 3-4 15,3 4 0-15,0 1-2 0,1-1 1 0,-2 6-9 16,0 4 4-16,4-1-2 0,0 1-2 0,-1 3 3 16,3-1-1-16,0 3 0 0,0-1-3 0,5 2-3 15,0-4 3-15,4 8 3 0,1-3-1 0,-2-6 4 16,4 1-8-16,2-3 1 0,6 2-1 0,-5-3 0 0,2-1 0 15,0-3-3-15,5-3-4 0,1 0-5 16,-4-1 3-16,11-5-1 0,-7-1-8 0,0-2-1 16,-1-3 1-16,0 1-13 0,0-8-5 0,-1 4-11 0,8-6-4 15,-6-4-11-15,-5 4-8 0,8-6-13 0,-10-4-7 16,4 0-8-16,-6-3 4 0,1 0-5 0,-7-2 10 16,-1 3 8-16,-2-4 11 0,-7 3 13 0,-1 5 31 15,-1 2 30-15,-3 0 11 0,-3 0 10 0,3 1 12 16,-4 4 3-16,5 3 11 0,-4 0 6 0,1 2 5 15,2 0-11-15,0 1 6 0,-5 3-16 0,4 2-4 16,-2 1-8-16,1 5-4 0,-2 0-4 0,2 4 0 16,-1 1 1-16,-1 2 0 0,3 6 2 0,2 1 5 15,2 1-5-15,0 3-1 0,-1 7 3 0,5-1-3 0,0 2 1 16,5-1-4-16,-1 2-4 0,0 1 1 0,3-1-3 16,2-3 3-16,0 4 0 0,-1-6-2 15,5 1-7-15,-4-7-6 0,3 6-19 0,-1-9-22 0,4-1-29 16,-7-1-44-16,2-2-61 0,-2-3-70 0,3-4-70 15,-4-1-211-15,2-3-561 0,-4-1 249 16</inkml:trace>
  <inkml:trace contextRef="#ctx0" brushRef="#br0" timeOffset="-128030.2">21080 10405 178 0,'-7'-3'165'0,"3"1"-28"16,0-2-46-16,4 1-67 0,0 3-124 0,8-4-107 15,2 2 48-15</inkml:trace>
  <inkml:trace contextRef="#ctx0" brushRef="#br0" timeOffset="-127493.89">22820 10633 29 0,'7'-17'268'0,"-2"-1"-10"0,0-1-16 0,-1 0-3 15,-4-3-16-15,2 2-10 0,-4-1-19 0,0-7 1 16,-4 9-7-16,2-2-13 0,0 3-2 0,-3-1-14 15,2 7-16-15,-4-4-11 0,2 6-15 0,-2 0-9 16,-2 3-12-16,-1 2-10 0,1 3-14 0,-2 2-10 16,2 5-2-16,0 1-9 0,-2 3-4 0,0 3-4 15,-2 5-4-15,7 0-5 0,-3 8-3 0,-1 4 0 0,7 0-4 16,2 1-1-16,0 0 2 0,3 2 0 0,3 6 9 16,-2-4-3-16,7 2 1 0,4 13 2 0,-2-15-2 15,4 14-1-15,-3-11-6 0,6 9 12 0,-3-13-17 16,0 0 0-16,0 1-2 0,-1-2 0 0,0-3-7 15,-2-1 1-15,0-1 0 0,-2-1-8 0,-2-7 4 16,-3-4-17-16,1 0-25 0,-4-3-29 0,2-2-25 16,-3-3-27-16,0 0-23 0,-3-3-46 0,0-1-55 15,3-3-37-15,-7 0-249 0,7 0-565 0,-11-7 250 16</inkml:trace>
  <inkml:trace contextRef="#ctx0" brushRef="#br0" timeOffset="-127109.66">22568 10771 39 0,'-4'-6'308'0,"1"0"-7"0,-1-1-4 0,4 2-15 16,-4-1-14-16,4 0-14 0,-1 2-17 0,2-1-16 16,1 0-21-16,0 1-25 0,-2 0-14 0,5 1-18 15,1 0-14-15,4 2-14 0,1 0-10 0,2 1-10 16,1 0 5-16,6 1-22 0,3 2 1 0,-4-3-17 15,4 0-9-15,-1 2-10 0,0 2-1 0,-2-2 3 16,1 2-11-16,-3-2-7 0,-2 0 2 0,-4-1-4 16,1 2 0-16,0-2-11 0,0 0 6 0,-6 1-6 15,1-1 0-15,-1 0 2 0,0 2-6 0,-2-1 1 16,-1-1-5-16,2 1 0 0,-6-2-1 0,8 4-2 16,-4-2 2-16,-1 1 1 0,4 1-5 0,-5-1-2 15,2 2 0-15,3 1 4 0,-4-2 1 0,5 2 1 16,-1 2 9-16,0-2-17 0,-2 5 15 0,2-5-12 0,-2-1-4 15,5 5 4-15,-3 1-2 0,-2-1-7 16,5 0 10-16,-4-1 0 0,1 1-1 0,0-1 2 16,-1 0-2-16,0 0 2 0,1 0 4 0,-3-4-5 0,0 2 2 15,0-2-6-15,4 0-9 0,-5-2-13 0,3-1-23 16,-1 1-50-16,-1-2-47 0,2 0-44 0,-6-1-44 16,15-2-39-16,-6-1-247 0,-2 0-562 0,4-3 249 15</inkml:trace>
  <inkml:trace contextRef="#ctx0" brushRef="#br0" timeOffset="-126657.48">23409 10691 229 0,'-4'-4'300'0,"4"-2"-7"0,-2 1-12 0,-1-1-2 0,-1 2-27 15,2-4-14-15,-6 2-30 0,2 2-16 16,3-1-18-16,-5-1-13 0,0 2-13 0,-3 0-17 16,4 0-15-16,-4 0-13 0,-2 3-15 0,1 2-3 0,2-1-7 15,2 4-16-15,-2 0-6 0,1 0 2 0,-1 3-10 16,4 3-2-16,-1-3-13 0,1 5 4 0,5 0 0 16,-1 2-3-16,4 0-6 0,-1 2 3 0,3 3-4 15,3-2-4-15,4 2 6 0,1 8-8 0,3-4 5 16,4 0-5-16,-2 0-6 0,0 0 0 0,2 0 0 15,-2-1 0-15,-4-5-2 0,-2 3 0 0,0-4-4 16,1 0 3-16,-1 1-8 0,-3-2 3 0,-3-2-1 16,1 0-2-16,-3-2-3 0,-2-1 5 0,1 1-4 15,-2-4 7-15,-3 1 8 0,0-3 6 0,-2 2 22 16,-2-5 14-16,-3 1 5 0,2-2 0 0,-5-1 5 16,-2 0 4-16,-4-4-17 0,-4 2-5 0,5-6-5 15,0 1-8-15,0 2-3 0,4-5 1 0,0 5-1 0,3-1-6 16,2-2-10-16,2 0-18 0,1 1-22 0,5-1-25 15,-1-2-31-15,5-2-37 0,3 2-41 16,6-7-44-16,4 2-50 0,6-8-64 0,3 1-305 0,3 0-669 16,1 1 297-16</inkml:trace>
  <inkml:trace contextRef="#ctx0" brushRef="#br0" timeOffset="-126306.2">23596 10692 140 0,'0'-5'207'15,"3"-2"13"-15,-3 3 4 0,-3-2-9 0,3 6-7 16,-1-6-20-16,-2 3-19 0,3 3-12 0,0 0-6 15,-11 1-7-15,7 5-4 0,-1-4-11 0,-1 4-6 16,2 2-9-16,0-1-4 0,-1 1-4 0,2 3-8 16,0-1-2-16,3 1-6 0,0 2-8 0,0 4-5 15,2-1-8-15,2-4-5 0,1 6-5 0,1-7-5 16,3 5-4-16,-1-6-12 0,3-1 4 0,-4 0 0 16,5 0-7-16,1-4-5 0,-4 2-2 0,3-4-5 15,1 0-4-15,-4-4 2 0,5 1-5 0,-2-3-2 0,1-2 0 16,-3-3-7-16,1 0 0 0,2-5-3 0,-6 2-1 15,4-4 1-15,-3-2 0 0,-1 1 0 16,0-1-2-16,-3 0 3 0,0 0 0 0,1 5 0 0,-5 0 15 16,2 1-12-16,-1 0 16 0,2 2 27 0,-3 1 2 15,3 0-1-15,-3 3-8 0,1-2-5 0,-1 5-5 16,0-3-12-16,0 5-1 0,0 0 13 0,0 0-15 16,0 0-10-16,0 0-1 0,-10 19-14 0,10-11 9 15,0 2-17-15,0 0-15 0,0 3-18 0,2 1-13 16,-1-3-19-16,5 7-25 0,-4-1-25 0,3-3-33 15,3 0-44-15,-2-5-38 0,3 3-51 0,0-2-192 16,-1-1-529-16,3-4 234 0</inkml:trace>
  <inkml:trace contextRef="#ctx0" brushRef="#br0" timeOffset="-125369.42">24032 10657 199 0,'1'-6'299'0,"-1"3"-15"16,0 3-7-16,1-3-23 0,-1 3-17 0,8-3-20 16,-8 3-19-16,10 1-12 0,-6 2-15 0,4-1-16 15,2 0-8-15,1 4-12 0,-2-1-17 0,-1 0-10 16,5 3-11-16,-4-2-9 0,3 3-9 0,-2 0 0 16,-2 0-13-16,3 1-10 0,-2 1-4 0,-2-3-5 15,-1 4-5-15,-1-2-7 0,0 2-5 0,-2-3-1 16,-3 0-4-16,2-3-6 0,-1 3-7 0,-2-2 0 15,-1-5-8-15,1 2 4 0,-2 1-2 0,-3-2 1 16,6-3 0-16,-9-1-1 0,9 1 1 0,0 0-5 16,-9-10 4-16,4 7 2 0,3-4-3 0,2-1-1 0,-2 0 2 15,2-5 0-15,2 1-3 0,0 2 2 16,5-3-2-16,2-2-3 0,5-2 0 0,0 2-12 16,0-1-27-16,6-2-19 0,-2 3-17 0,-2 1-5 0,2 2 6 15,-4 4 6-15,-2-2 11 0,-3 4 2 0,5 0 5 16,-8 2 4-16,1 1 1 0,-1 2 6 0,-2-2 4 15,-4 3 2-15,5 0 7 0,-5 0 1 0,4 7-2 16,-4-2 5-16,0 1-1 0,0 1 7 0,0 3 2 16,-1 3-2-16,-2-3 2 0,-1 3 5 0,4-2-2 15,0 1 3-15,4 1 1 0,-1-1 0 0,0 0 2 16,1 1-2-16,-3-2 9 0,3-1 0 0,5 1-2 16,-4-4 3-16,4 4 2 0,-3-7 0 0,3 2 1 15,-3-3 0-15,3 1 0 0,-1-3-4 0,2-2 7 16,-1-3-1-16,2 1-3 0,0-3-2 0,-1 2 3 15,-1-4-3-15,-2 0 5 0,3 1 0 0,-4-2 8 16,1-1 4-16,-1 0 2 0,-4 1 8 0,3-1 7 0,-1 0 1 16,-4 2-1-16,2 0-5 0,1 1 1 0,-3-1-1 15,0 1-3-15,0 2 0 0,-3-1-4 16,2 1 1-16,0 0-9 0,1 5-7 0,-4-3 4 0,4 3-5 16,0 0 0-16,0 0-1 0,0 0 1 0,0 0-6 15,0 0-1-15,0 0 1 0,0 0-1 0,2 15-1 16,2-10-2-16,3 4 2 0,0-3-2 0,1 2 0 15,6-2-4-15,2 4-4 0,2-2-10 0,-1 2 0 16,5-3-8-16,7 3-2 0,1-2-4 0,1-2 0 16,-3-3 1-16,5 3-1 0,-2 1 4 0,-1-4-4 15,0 0-1-15,1-1-3 0,3-2-6 0,1-1-10 16,-3-1-8-16,1-3-13 0,0 0-9 0,-2-1 0 16,1-3-4-16,-2-1-6 0,0 1 7 0,-3-4 13 0,-6 3 5 15,3-4 9-15,-5 3-2 0,0-2 25 16,-4 1 30-16,-3 0 29 0,-2-5 25 0,-6 4 8 15,0 0 10-15,-2 0 3 0,-2-1 7 0,-2 2-4 0,-2-1-5 16,-3 1-3-16,2 2-11 0,-1 0-4 0,-4 1-4 16,0 4-9-16,-2 1 0 0,-2 1-1 0,2 3-4 15,-8 1-6-15,6 3-7 0,0 2 5 0,-3 2-6 16,0 4 6-16,4 2 0 0,-1 1 3 0,-1 8 1 16,0 1 7-16,4 1 7 0,3-1-3 0,0 6 7 15,5-2 5-15,-1 2 1 0,4-1 0 0,0 2-1 16,2 2 3-16,6 2-5 0,1-3-8 0,-1 1 2 15,3 0-5-15,0-1-3 0,-3-1-6 0,2-3-2 16,-1-1 1-16,-3-8-3 0,-2 0-3 0,-3-4-9 16,3-4-17-16,-4 1-17 0,0-5-21 0,-2-3-28 15,-1 1-28-15,-3-3-34 0,-3-1-46 0,9-1-42 16,-18-12-64-16,3 5-180 0,0-6-502 0,-6-8 222 16</inkml:trace>
  <inkml:trace contextRef="#ctx0" brushRef="#br0" timeOffset="-125051.77">24547 10249 44 0,'-5'-2'276'16,"5"2"-13"-16,-9 0-24 0,9 0-28 0,-5-4-22 15,5 4-17-15,0 0-16 0,-4 7-15 0,4-7-8 16,-1 5-9-16,1-1-9 0,0-4-9 0,2 9-9 16,1-5-7-16,1 1-8 0,-1 2-6 0,4-1-3 15,-2-2-12-15,-1 2-6 0,2-4 4 0,0 2-14 16,-2-1-3-16,3 0-5 0,-1 2 0 0,-5-4 0 16,3 0 0-16,-4-1 10 0,8 1 0 0,-8-1-5 0,0 0-2 15,6-7-6-15,-6 7-1 0,2-4-3 16,-2 4-2-16,-1-7-10 0,0 2-9 0,-2-1-26 15,-1 4-32-15,-1-6-43 0,2 4-56 0,-1-1-61 0,0 2-260 16,-2-2-507-16,2 1 225 0</inkml:trace>
  <inkml:trace contextRef="#ctx0" brushRef="#br0" timeOffset="-121254.7">26095 10664 86 0,'0'-7'358'0,"3"1"-7"0,-2 1-21 0,-2-1-9 16,1 1-23-16,0 2-29 0,1 0-29 0,-1 3-32 15,0 0-19-15,-5-4-24 0,5 4-20 0,0 0-11 16,-9 8-16-16,8-2-10 0,-6 0-9 0,2 2-10 0,-1 3-11 16,1-1-9-16,1 3-3 0,0-2-8 0,2 3-5 15,2-3-7-15,0 4-3 0,2-2-7 16,2 0 5-16,5-3-14 0,-1 3 10 0,-1-3-11 0,1-1-4 15,3-4-4-15,2 0 1 0,0 0-9 0,-1-2-3 16,3-4-4-16,-1 1-10 0,0-3 0 0,-1-1-5 16,-2-2 2-16,0 1 1 0,-2-3-2 0,2-1 0 15,-4-4-1-15,-1 2-1 0,-4-1 1 0,0-1-3 16,-1 0 4-16,-4 2 0 0,-1-2 11 0,-1 2-11 16,-5-4 3-16,-2 7 2 0,-2-3-4 0,2 4 3 15,-6-3-1-15,0 3-3 0,4 4 7 0,4 2-3 16,-5 0-4-16,0 2-11 0,2-1-24 0,2 1-13 15,5 3-10-15,-2 2-1 0,7-1-4 0,-2 0-8 16,7 1-19-16,4 0-14 0,3 2-12 0,8 0-8 16,1 1-8-16,1-3-2 0,10 1-5 0,1 0-5 15,-4-1 5-15,2-2-1 0,0-1 7 0,-8-5 15 0,-2 1 15 16,-1-1 10-16,3-2 19 0,-4 0 10 0,-5 1 25 16,-2-3 25-16,2 2 31 0,-3-2 34 15,0-1 34-15,-3 0 19 0,-3 3 14 0,0-2 5 16,1 2 6-16,-1-3 3 0,-6 4-5 0,2-1-7 0,0-2-9 15,0 6-9-15,-5-6-9 0,2 4-8 0,3 2-14 16,0 0-1-16,-13-2-10 0,13 2-7 0,-7 7-4 16,3-1-1-16,0 1-4 0,0-1-4 0,2 2 0 15,-1-2-8-15,3 5 2 0,0 1-6 0,0 0 1 16,3 0 0-16,3 1-4 0,1 3-2 0,0-5 2 16,5 2-2-16,-2-3 1 0,6 0-2 0,0-1-5 15,2-1-1-15,1-3 1 0,-5 1-5 0,3-3 3 16,2-3 5-16,-4-1-7 0,2-3-4 0,-4 0 3 15,-2-1 3-15,5-5-2 0,-5 2 2 0,3-5-1 16,-2 1-1-16,-2-3 3 0,-1 0 4 0,-3-2-6 16,-2 0 4-16,-3 0 9 0,-1 4 18 0,0-4 13 15,0 6 7-15,0-2 8 0,-1 0 4 0,-2 4 3 0,2-1-1 16,-1 2-3-16,1 3-9 0,0 0-9 0,-1 1-8 16,2 4 0-16,-3-2-6 0,3 2-5 15,0 0-6-15,0 0-6 0,-7 11 1 0,7-4-7 0,0 3 10 16,2 1-14-16,1 5-1 0,4-1-2 0,-2-2-1 15,5 1 4-15,0 3-10 0,1-4-1 0,3 3-20 16,-1-3-4-16,0-2-5 0,4 1-30 0,-1-2-25 16,2-5-34-16,3 2-27 0,-8-5-23 0,4-1-13 15,1-4-30-15,2-1-12 0,-2-4-8 0,-2-1-18 16,0 0-130-16,-1-2-415 0,0-4 184 0</inkml:trace>
  <inkml:trace contextRef="#ctx0" brushRef="#br0" timeOffset="-121036.83">27085 10276 198 0,'-5'-11'255'0,"1"1"-4"16,2 4-12-16,1-2-25 0,-1 3-27 0,1 2-19 15,1 3-18-15,0 0-15 0,0 0-11 0,-10 17-12 0,9-6-8 16,-2 7-10-16,6 5-8 0,-2 3-5 0,1 4-13 16,3 1-3-16,1 0-4 0,-1 1-7 15,-1 2-5-15,4-2-3 0,-4 1-4 0,5-1-4 0,0 1-2 16,2-1-4-16,0 1-1 0,0-1-5 0,1-5-14 15,-2-1-28-15,-3-4-43 0,3-5-51 0,-3-2-59 16,-3-5-61-16,0-5-166 0,0 2-429 0,-2-6 190 16</inkml:trace>
  <inkml:trace contextRef="#ctx0" brushRef="#br0" timeOffset="-120902.46">26987 10465 72 0,'-7'-6'274'15,"5"2"-19"-15,-3 0-22 0,5 3-26 0,0 1-21 16,0 0-16-16,11-1-22 0,1 3-30 0,9 2-57 16,6 5-71-16,5-3-67 0,4 2-79 0,5 1-92 15,0 0-266-15,13 1 117 0</inkml:trace>
  <inkml:trace contextRef="#ctx0" brushRef="#br0" timeOffset="-120434.61">27939 10261 2 0,'0'10'160'0,"0"5"-7"15,4 0-10-15,-4 3-1 0,2 1-2 0,-1 1-2 16,4-1-16-16,-1 2-9 0,-4 0-12 0,3-1-10 16,1 3-8-16,0-3-13 0,-1-1 1 0,1-1-9 15,-1 0-5-15,1 0-5 0,-1-5-6 0,1-2-5 16,-2-1-1-16,1 0-7 0,-3 1 2 0,4-6 17 0,-4 1 14 16,2 1 20-16,2-5 22 0,-1 1 7 0,-3-3-7 15,7 2-8-15,-7-2 12 0,9-1-6 16,-9 1 12-16,8-5-8 0,-2 1-7 0,-1-4 5 0,2 1 3 15,1-1 8-15,-3 0-5 0,5-2 4 0,-1 2 3 16,-1 0-5-16,-1-2-2 0,4 3-12 0,-3-2 9 16,1 2-4-16,-1 1-9 0,0 3-4 0,-3-2-14 15,3 3-10-15,-3 2-3 0,1-1-10 0,2 1-5 16,-2 2 0-16,3 4-12 0,2 0-4 0,0 1-6 16,0 5-5-16,3 0 8 0,-8 0-11 0,8 2-5 15,-3-1-12-15,1 2-19 0,-2 0-29 0,0 0-20 16,4-4-19-16,-2 4-34 0,-3-7-33 0,0 2-41 15,2-3-44-15,-2 0-55 0,2-2-34 0,1-2-277 16,-5-1-649-16,2-4 288 0</inkml:trace>
  <inkml:trace contextRef="#ctx0" brushRef="#br0" timeOffset="-120082.33">28500 10515 118 0,'0'0'225'0,"-6"-4"-9"0,2 3-13 0,4 1-13 15,-8-1-12-15,8 1-16 0,-11 4-13 0,7-2-11 0,0 2-7 16,-2 1-8-16,4 0-10 0,0 3-9 0,1-2 1 16,1 4-5-16,1-1-4 0,1 3-8 0,2-2-5 15,1-1-7-15,2 1-3 0,2-2-7 0,1 2-5 16,1-2-6-16,2-2-5 0,-1-1-2 0,1 2-9 16,1-4 2-16,-1-2-6 0,1 1-4 0,-2-3 0 15,0 0-5-15,-2-2-1 0,-2 0-4 0,3-3-3 16,-6-1 2-16,2 0-3 0,-1-6-3 0,-4 3 3 15,-2-1-6-15,-2-4-3 0,0 2 1 0,-2 1-1 16,-4-5 1-16,0 3 2 0,-4 0-4 0,3 3 0 16,0 0 1-16,-2 1 0 0,1 5-4 0,-2-2-5 15,0 1 18-15,2 1-7 0,-2 4 0 0,6 1 0 16,-3 1-7-16,0 2-7 0,3 0-8 0,1 4-16 16,-1-2-23-16,5 1-30 0,1 6-39 0,1-4-31 0,5 2-42 15,2 0-44-15,1-1-188 0,1 0-461 16,2-2 205-16</inkml:trace>
  <inkml:trace contextRef="#ctx0" brushRef="#br0" timeOffset="-119598.41">28789 10503 169 0,'0'0'270'0,"2"-5"-20"0,-2 5-23 0,1-3-24 15,-1 3-22-15,0 0-18 0,0 0-21 0,0 0-10 16,0 0-14-16,-7 14-11 0,4-7-11 0,0 3-8 15,1-2-8-15,-1 3-6 0,-1 0-8 0,8 2-8 16,-4-1-4-16,2 1-7 0,1 0-1 0,2-1-4 16,-1 1-3-16,0-3-5 0,0-1-1 0,0-2-4 15,0-1 2-15,4 0-7 0,-2 0-3 0,1-2-2 16,-2-3-1-16,3 2-3 0,-1-3 1 0,0-1-3 16,2-1-1-16,-3 0 0 0,3-2-2 0,-1-1 2 15,3-3-5-15,-5-1 1 0,3 3 3 0,-3-2 14 16,3-1 21-16,-4 4 27 0,4-4 16 0,-5 3 20 15,0-1 10-15,0 2 8 0,0 0 9 0,-1 1-5 16,-2 1-6-16,2 0-10 0,-3-1-15 0,0 4-11 16,5-3-13-16,-5 3-7 0,0 0-6 0,0 0-5 0,0 0-11 15,0 0-6-15,11 7-2 0,-7-2-6 16,1-1 4-16,-1 1-11 0,2 3 3 0,2-1-4 16,2 1-3-16,2 1 1 0,-1-3-3 0,4 5 20 0,-1-5-25 15,-1 0-1-15,5 1-2 0,-2-2-3 0,-1-2-1 16,0-1 3-16,0-1 0 0,-4 1-4 15,3-2 2-15,-5-3-1 0,2-2 1 0,-2 1 0 0,-2 0-3 16,0-2 5-16,-4 0 0 0,3-4 1 0,-6-1-7 16,0-1 4-16,0 2-2 0,-9-9 0 0,4 2-1 15,-4 1-3-15,-1-2-3 0,-1 0-20 0,-3 0-14 16,3 1-34-16,0 2-30 0,-1-3-35 0,3 8-33 16,0 0-45-16,0 0-63 0,0 2-68 0,3 0-285 15,-1 3-680-15,4 0 301 0</inkml:trace>
  <inkml:trace contextRef="#ctx0" brushRef="#br0" timeOffset="-119263.64">29884 10146 307 0,'7'-9'334'0,"-3"2"-21"0,-3 1-18 15,2 1-19-15,-2 0-31 0,2 2-30 0,-3 3-17 16,0 0-25-16,0 0-15 0,0 0-21 0,6 13-11 16,-6-3-15-16,0 3-9 0,0 4-10 0,0 2-3 15,-2 2-17-15,2 5-6 0,2 0-4 0,-1 4-9 16,-1-4-6-16,4 3-2 0,-4-2 0 0,4-2-9 15,1-4-1-15,1 6-9 0,-2-7 1 0,3 1-4 16,-3-2 0-16,4-2-4 0,-2 0-19 0,2-1-34 16,-3-5-37-16,-1 0-47 0,-1-1-58 0,4-2-54 15,-2-2-60-15,-1-1-183 0,-1-2-510 0,1 1 226 16</inkml:trace>
  <inkml:trace contextRef="#ctx0" brushRef="#br0" timeOffset="-118844.45">29879 10413 56 0,'-3'-4'278'0,"-4"2"-1"0,7 2-4 0,-3-5-5 16,3 5-7-16,-1-4-17 0,1 4-23 0,0-5-21 0,0 5-23 16,6-2-21-16,2 1-13 0,4 1-13 0,0-1-18 15,2 2-8-15,1-1-8 0,5 0-12 16,-1 3-8-16,0 1-3 0,0-1-14 0,0 0-5 0,-1 3-4 15,-4-2-7-15,0 1-7 0,-1-2-2 0,-1 3-1 16,0 0-7-16,-1 0-3 0,-3 2-4 0,2-3-1 16,-5 4-2-16,1-1-2 0,-1 2-1 0,-1-1-1 15,-1 1 0-15,4 1-1 0,-2-2-3 0,-2 1-5 16,1-1 3-16,-1 0 3 0,1-3 3 0,1 3-8 16,3 0 3-16,-4-4 0 0,3 3-1 0,3-2-2 15,-1-1 2-15,2-1-1 0,-2 0-1 0,4-3 2 16,-3 1 3-16,3-2-3 0,2-2 4 0,-5 1-6 15,3-3-3-15,-2 0 5 0,2-2-1 0,-3 1 4 16,1-2-7-16,1-1 2 0,-4-2-2 0,-3 1 3 16,0-2-1-16,-1 0-3 0,-2-3 2 0,-2 1-5 15,-5 1 0-15,1-2-3 0,-4 1-6 0,-4-1-9 16,0 0-20-16,-6 4-14 0,-1-2-18 0,-7 1-16 16,-2 2-26-16,5 3-30 0,-6 0-33 0,8 4-35 15,-2-1-47-15,3 4-185 0,1 1-480 0,-2 0 213 16</inkml:trace>
  <inkml:trace contextRef="#ctx0" brushRef="#br0" timeOffset="-118176.31">31346 10459 177 0,'9'-3'207'0,"-5"1"-2"0,3-2 0 15,-4-4-6-15,0 2-10 0,0-1-14 0,0-1-7 16,-3-2-13-16,1-1-6 0,-4 0-13 0,-1-3-4 15,-5-2-19-15,1 5-6 0,-2-4-13 0,-5 1-8 16,1 0-10-16,-5 1-8 0,4 2-7 0,-4 1 2 16,1 2-13-16,0 1-5 0,-3 1-5 0,3 2-1 15,0 1-8-15,4 2-2 0,0 1-2 0,-1 1-4 16,3 2-3-16,3 1 4 0,-1 0-9 0,1 2-2 16,3 2-1-16,5-3 2 0,-1 3-3 0,4 2-2 15,-1 1 5-15,3-1-4 0,3 0-2 0,1 0 2 16,-1 0-4-16,5-2 4 0,2 3-1 0,1 0 4 0,0-1-6 15,0-1 2-15,2 1-2 0,-2-1 1 16,2 0-2-16,-1 1-1 0,-1-2 0 0,-4 2 0 16,0-3 0-16,-2 3-1 0,9-2-1 0,-5 4-4 15,-4-1 2-15,3 3 1 0,2-1-1 0,-6 3-1 0,1 1-1 16,-1 1 3-16,1 1 2 0,1 0-6 0,-4 0 1 16,1 12 1-16,2-4 2 0,-6-6-3 0,5 4 0 15,-4-3 1-15,-3 5 3 0,1-7-3 16,0 2 4-16,-2-1 2 0,0-3 11 0,-2 1 3 0,0-7 9 15,-2-1 12-15,4-1 16 0,-1-2 42 0,-4-3 43 16,2 0 42-16,0-2 35 0,0-3 18 0,-5 0 4 16,-1-2-15-16,-2-3-7 0,1-3-18 0,-4-5-14 15,5 2-21-15,-5-3-12 0,-3-6-13 0,3 3-13 16,4 0-14-16,0-3-9 0,2 2-15 0,2-2-14 16,0 0-25-16,3-1-28 0,4 1-24 0,2 0-40 15,4-1-30-15,5-4-36 0,3-3-54 0,4 5-50 16,5 0-56-16,-3 2-40 0,1 2-31 0,6 2-17 15,-1 1 0-15,1 1-8 0,-10 4 0 0,2 1-230 16,-1 0-643-16,-3 1 285 0</inkml:trace>
  <inkml:trace contextRef="#ctx0" brushRef="#br0" timeOffset="-117841.63">31610 10402 1058 0,'5'-4'-66'0,"-2"1"37"0,-1-1 12 0,0 2 19 16,-2 2 7-16,2-5 20 0,-2 5 11 0,0 0 9 16,-4-5 12-16,1 3 7 0,3 2 3 0,0 0-1 15,0 0-4-15,-12-2-5 0,12 2-1 0,0 0-8 16,0 0-5-16,-10 2-3 0,10-2-1 0,0 0 3 15,0 0-8-15,0 0 4 0,-1 5 2 0,1-5 1 16,0 0-5-16,0 0 3 0,0 0-7 0,0 0-1 0,15 1-6 16,-7-1-3-16,-8 0 2 0,12-4-7 0,-8 2-2 15,3-1-1-15,1 1-2 0,-2-2 0 16,-2 1-3-16,1-2 11 0,-1 1 14 0,1 1 0 16,-5-2 4-16,0-2 2 0,0 2-2 0,-5-1 0 0,1 0 2 15,-5 1 0-15,0-4 6 0,-3 5 1 0,-1 0-1 16,-5-2-3-16,0 4 1 0,3 2-7 0,-3 1-1 15,2 0-3-15,0 3 0 0,5 1-7 16,-3-1 2-16,5 5-2 0,0 0 4 0,4 1-2 0,1 1 13 16,3 1 6-16,5 0 0 0,3 6-2 0,13 1 1 15,-1 1-8-15,4 0-1 0,1-4-8 0,5 2-1 16,0-3-3-16,4-2-6 0,-1 2-2 0,1-4-25 16,-2-2-51-16,2-2-38 0,0-2-49 0,-4 0-58 15,4-5-45-15,-4-1-242 0,-8-3-527 0,0 1 234 16</inkml:trace>
  <inkml:trace contextRef="#ctx0" brushRef="#br0" timeOffset="-117590.83">31956 10056 41 0,'-7'-7'265'0,"3"2"-14"15,0 0-17-15,-2 0-30 0,3 4-25 0,-1-3-14 16,4 4-15-16,0 0-15 0,0 0-9 0,-8 9-12 15,6-5-3-15,0 5-6 0,2 0-3 0,-2 4-9 16,4 0-8-16,-2 4-7 0,2 3-6 0,0-1-6 16,2 3-7-16,0 7-5 0,-1-3-4 0,-2 1-7 15,4 3 0-15,0 0-8 0,-1 0 2 0,3 1-4 16,0-1-5-16,-2-2-2 0,3 3-9 0,-1-3-26 16,3 1-28-16,-1-4-41 0,-3-6-50 0,4-1-54 0,-1-1-68 15,-1 0-137-15,1-9-418 0,-1 4 186 16</inkml:trace>
  <inkml:trace contextRef="#ctx0" brushRef="#br0" timeOffset="-117390.09">31962 10287 156 0,'-4'-8'357'15,"2"3"4"-15,-4 2-3 0,6-3-19 0,-1 2-20 16,2-1-31-16,-1 5-28 0,8-6-26 0,-1 5-25 15,6-2-23-15,1 2-8 0,6 2-25 16,1 2-23-16,4-1-19 0,-2 2-45 0,5 0-45 0,2 5-48 16,-12-4-54-16,0 5-63 0,-6-3-84 0,1-2-75 15,-2 2-188-15,-7 0-531 0,2-1 235 0</inkml:trace>
  <inkml:trace contextRef="#ctx0" brushRef="#br0" timeOffset="-116570.41">31302 11298 118 0,'1'-5'274'0,"-1"5"-27"15,0 0-27-15,0 0-22 0,0 0-17 16,-14 12-13-16,9-6-11 0,-1 1-8 0,0 4-9 16,-1 4-7-16,1 0-11 0,1 3-7 0,-1-1-9 15,1 1-10-15,1 2-9 0,1-1-8 0,3 1-4 0,0-2-11 16,0 10-3-16,3-8-7 0,3-1-1 0,1 2-8 16,0-2-3-16,-3-3-2 0,7 3-8 0,0-3-25 15,-4-3-39-15,1-3-49 0,1-1-57 0,-3-4-49 16,2-1-62-16,-2-2-147 0,-1 3-429 0,2-5 189 15</inkml:trace>
  <inkml:trace contextRef="#ctx0" brushRef="#br0" timeOffset="-115533.27">31465 11254 202 0,'1'-3'223'0,"-1"3"-21"0,-4-4-21 0,4 4-18 15,0 0-14-15,0 0-11 0,-7 15-8 0,5-7-10 16,-1 4-9-16,-1 1-4 0,2 3-9 0,1 4-6 16,-1-3-6-16,4 3-8 0,-4-1-4 0,2-1-6 15,2 1-9-15,-1 0-6 0,1 1-3 0,0-7-5 16,1 3-4-16,1 2-2 0,1-5-4 0,-3-3-2 16,3 1-3-16,-5-4-5 0,3-1 2 0,-2 2 1 15,4-3 15-15,-4 0 9 0,3-3 2 0,0 0-1 16,0-1-6-16,-4-1 0 0,0 0 9 0,0 0 2 15,15-5 1-15,-11 2 10 0,2 0 3 0,-1-1-2 16,0 1 9-16,2 1-10 0,-3-2-4 0,0 3-5 0,-1-2-7 16,4 2-7-16,-7 1-7 0,0 0-7 0,16 1 0 15,-10 1-2-15,3 0-3 0,1 3-2 16,-1 0-3-16,1 1-6 0,2 1 4 0,0 1-7 16,5 2 2-16,0-2-8 0,-2-1-3 0,3 4-9 0,-2-3-12 15,3-2-14-15,-1-1-12 0,1 0-5 0,-3-3-1 16,-1-2-1-16,-1 0-1 0,-1-1 4 0,-2-5 1 15,0 2 3-15,-1-3 2 0,-1 4 5 16,0-6 2-16,-5 1 3 0,1-2 4 0,0-1-2 0,-1 0 6 16,-4 1 2-16,-1-2 7 0,-2 3-13 0,-2 2 8 15,1-3-1-15,-1 2 0 0,0 2 0 0,0-1 3 16,-1 4-1-16,-1 0 3 0,0 1 2 0,-2 1-2 16,2 1 6-16,7 0-5 0,-12 1 1 0,6 3 4 15,1-2 0-15,0 1 3 0,2 5 1 0,0-3 2 16,3 1 1-16,2 1 2 0,-1-2 1 0,3 1-1 15,0-2 8-15,2 1-8 0,-1-1 0 0,6-1-1 16,-3-1 2-16,3 1-3 0,1-1 2 0,-1-2 3 16,2 0-3-16,-1 1 3 0,0-2-3 0,0 0 0 15,-1 0 2-15,0-1 5 0,-1 0 6 0,-1-1-4 16,-1 3-3-16,-1-1 0 0,1 0-1 0,-1 1 3 16,1 0-3-16,1 1-2 0,-3 3 2 0,2-2-2 15,-1 3-2-15,1 0 1 0,0 1 1 0,-1-2-3 16,0 4 4-16,1-1-4 0,-2 1 0 0,-1-4-1 15,-1 1-1-15,0 0 3 0,0 1 0 0,-2-5 0 16,1 4 7-16,-3-5 23 0,5 2 16 0,-5-2 19 16,0 0-3-16,0 0 0 0,0 0 4 0,0 0 6 15,-5-18-7-15,2 10-4 0,1 1-7 0,2-3-1 16,-2-2-15-16,2 1 5 0,0-1-5 0,2-1-7 0,0 2-14 16,2 0-8-16,1 1 2 0,3-1-15 0,-2 2-4 15,1 3-20-15,5 0-17 0,-3 1-14 16,1 1-8-16,-4 4-4 0,7 0-9 0,-2 3-1 0,-3-1-3 15,4 2 1-15,-1 1 1 0,1-1 7 0,-1 3 7 16,-4 0 7-16,3 2 8 0,0-2 6 0,-3-1 0 16,4 2 9-16,-3-3 9 0,3 1-4 0,-4-2 1 15,1 0 8-15,2 0 1 0,-1-2 2 0,-2-1 3 16,2 1 1-16,4-1 3 0,-6-1 0 0,3-1 4 16,-1-3 3-16,-3 3-2 0,5-4 5 0,1-1 3 15,-3 1 6-15,0-1 8 0,-1 2 11 0,-1-3 10 16,-3 1 9-16,3-3 10 0,-4 4 15 0,1-1 8 15,0-2 4-15,-3 3 16 0,1-4-10 0,-2 2-3 16,0 2-1-16,-2-2-8 0,1 1-7 0,-4 3-1 16,-1-4-11-16,-1 4-3 0,3-1-4 0,-3 1-7 15,-2 2-3-15,1-1-4 0,-1 4-8 0,-3-2-1 16,3 2-6-16,-4 2 0 0,1 0 2 0,3 1-7 16,-2 0 3-16,1 3 0 0,2 1 1 0,1-2-3 15,2 1-2-15,-2-1-2 0,5 4 8 0,0-3-5 16,4 1 6-16,0-2-6 0,1 4-2 0,2-2-3 15,3 1-15-15,1-1-33 0,-4-3-44 0,6 2-59 16,1 0-63-16,0-3-73 0,-1 0-69 0,0-1-186 16,0 0-576-16,-1-4 255 0</inkml:trace>
  <inkml:trace contextRef="#ctx0" brushRef="#br0" timeOffset="-114997.96">31194 11451 129 0,'-6'-1'363'0,"-3"1"5"0,2 0 9 0,7 0 7 15,-8-4 20-15,4 3-2 0,4 1 0 0,-4-3-20 16,4 3-32-16,-2-6-28 0,2 2-28 0,0 4-33 15,6-8-24-15,-1 3-28 0,2 1-24 0,8-1-17 16,-5 0-21-16,3 2-25 0,6-2-25 0,0 2-38 16,2 1-34-16,-1 2-48 0,3-1-54 0,8-2-57 15,-8 3-60-15,0 1-65 0,-2 2-78 0,10-2-63 16,-5 2-311-16,4 0-769 0,-9-2 340 0</inkml:trace>
  <inkml:trace contextRef="#ctx0" brushRef="#br0" timeOffset="-83215">4351 13775 220 0,'0'0'325'0,"-6"-1"-20"0,6 1-25 0,-12 1-25 15,5 0-21-15,7-1-20 0,-11 4-15 0,7-1-21 16,0 0-18-16,0 3-12 0,0-2-14 0,-1 1-16 0,3 1-12 16,2 1-7-16,0-1-14 0,0 6-9 0,2-8-8 15,1 4-5-15,0-1-6 0,5 1-11 16,-1 2-2-16,0-5-7 0,4 0-8 0,0 0-7 16,-2-2-3-16,3 0-8 0,-2-3-1 0,1 0-5 0,1 0 0 15,-1 0-4-15,-4-1 1 0,2-3 1 0,-3 0 1 16,-2-1-2-16,0 1-1 0,-1 1 4 0,0-2-2 15,-2-1 0-15,-1 6 0 0,-4-6 2 16,-2 4 1-16,2-2 1 0,0 1 7 0,-2 0 8 0,-3 3-3 16,0 0-3-16,3-1 1 0,-5 2 3 0,6 0-6 15,-3 1 0-15,-1 3 0 0,4-2-4 0,-2-2-1 16,3 4-1-16,0-3-5 0,3 3 1 0,-2 0-1 16,3-3 0-16,0-2 3 0,4 8-4 0,-1-7-2 15,2 1 1-15,6 0-1 0,-4-2 2 0,4 0-1 16,1-3-2-16,-2 1 0 0,-1-2 1 0,5 0 1 15,-6 0 2-15,0 0 1 0,0-2-1 0,-2 0 3 16,-2 1 4-16,0-2-4 0,-3 2-1 0,2-2 5 16,-4 1 1-16,-1 0 2 0,-1 1 5 0,-1-1-4 15,-4 1 1-15,2 2 2 0,-4 0-7 0,2 1 0 16,-3 0-2-16,-3 2-5 0,6 2-34 0,-4-1-34 16,1 1-31-16,4 5-32 0,-2-4-33 0,3 3-51 15,2 1-55-15,3-2-234 0,-2 5-543 0,3-6 240 16</inkml:trace>
  <inkml:trace contextRef="#ctx0" brushRef="#br0" timeOffset="-81942.14">5091 13455 60 0,'-10'-15'340'0,"-1"0"-12"0,2 4-6 0,0-1-10 16,4 1-6-16,-1 3-10 0,1-4-12 0,0 9-11 16,-2-7-10-16,4 3-15 0,-1 2-25 0,1 0-26 15,-2 3-23-15,5 2-28 0,0 0-30 0,0 0-10 16,-7 11-13-16,7-5-10 0,0 7-9 0,4 6-13 15,-3 7-2-15,3 2-4 0,-1 0-6 0,1 2-8 16,0 0-2-16,2 2-2 0,2-1-3 0,-1 0-4 16,1-1-2-16,2-1-1 0,3-4-7 0,-2 0-3 15,0-7 5-15,1-2-4 0,-1-2-1 0,5 1-2 16,-1-3 1-16,2 0-5 0,-1-3 8 0,3-3-5 16,1-3 1-16,1-3-6 0,2-3 5 0,1 0 0 0,5-7-3 15,-2-1-9-15,-2-3 7 0,-1-3-1 16,1-2 3-16,-4-3 1 0,-1-6 2 0,-2 0-6 15,-2 0-2-15,1-3 2 0,-3-1 3 0,-5 0 14 0,-2 0 7 16,-3-4 19-16,-4 8 14 0,0-3 8 0,-4 2 11 16,-3-1 7-16,-1 6-2 0,0 3-7 0,-2 2-9 15,2 2-5-15,-4 4-6 0,1-2-6 16,0 1-5-16,3 5-7 0,-1 0-8 0,0 2-6 0,3 2-9 16,2 1-45-16,-2 3-58 0,2-2-45 0,4 3-33 15,-6 8-29-15,5-1-41 0,1 5-33 0,3 5-38 16,1 3-39-16,6-1-32 0,3 9-290 0,-2-1-717 15,4 1 317-15</inkml:trace>
  <inkml:trace contextRef="#ctx0" brushRef="#br0" timeOffset="-81524.3">5779 13519 190 0,'-2'-4'339'15,"2"4"-23"-15,0-4-21 0,0 4-30 0,-1-6-30 16,1 6-24-16,0 0-24 0,0 0-15 0,0 0-17 16,0 0-14-16,0 0-18 0,11 13-11 0,-7-5-11 15,4 0-8-15,-1 4-13 0,-2-2-1 0,3 5-14 16,2-1-6-16,-2-2-5 0,-1-1-6 0,1 5-3 16,-1-4-3-16,4 1-9 0,-6-2 1 0,1-1-8 15,-1-2-1-15,-3 0 0 0,2-3-1 0,-2 1 2 16,0-1 16-16,3-1 46 0,-4-3 56 0,-1-1 23 0,0 0-7 15,0 0-8-15,0 0-9 0,-1-13-3 0,-3 2-12 16,4 1-7-16,-1-3-7 0,2 0-6 16,-1-4-4-16,4-2-5 0,-3 1 1 0,5 0-5 15,-1 2-9-15,2-1-7 0,-3 4-9 0,1-1-6 0,2-1-7 16,-1 5-7-16,2 1-4 0,-5 2-6 0,1 2-6 16,3 0-6-16,-2 1-4 0,1 4-6 0,0-1-1 15,-6 1-9-15,14 6-17 0,-3-1-21 0,-3 3-20 16,0-2-21-16,0 6-22 0,3 2-31 0,-1 2-36 15,-1 1-25-15,-1-1-31 0,-1 2-21 0,7 0-31 16,-9-2-41-16,5 0-47 0,-2-4-314 0,0 0-725 16,-1-2 320-16</inkml:trace>
  <inkml:trace contextRef="#ctx0" brushRef="#br0" timeOffset="-81140.19">6299 13510 173 0,'0'0'256'16,"0"0"-21"-16,2-7-24 0,-2 7-19 0,3-2-21 16,-3 2-12-16,0 0-13 0,8 0-14 0,-8 0-11 15,12 1-11-15,-4 0-9 0,-1 1-11 0,7-2-7 16,-2 3-7-16,2-3-5 0,0 2-9 0,0-2-8 16,1 0-3-16,4-2-4 0,0 1-4 0,-5-1-5 15,-1-2-5-15,1-1 1 0,-3 1-6 0,2-1-3 16,-3-1 0-16,2-1-2 0,-2 0-1 0,-3 0 10 15,-2-2 11-15,3 1 8 0,-4 1 7 0,-1 0 2 16,-2-3 6-16,-1 3 2 0,-1-3 5 0,-1 5 8 16,-2-3 6-16,-1 3 2 0,-3-1 22 0,1 1-11 0,-1 2-2 15,-2-1-5-15,-2 2-6 0,1 1-11 16,-1-1-4-16,0 4-9 0,-3 0 0 0,0 4-13 16,0 1-10-16,4-1 4 0,0 1-7 0,0 2-5 0,2 1 3 15,3 0-2-15,2 3-5 0,1 0 7 0,3 0-15 16,3-2-3-16,7 4-3 0,-1 0 1 0,6-1-1 15,10 2-3-15,-2-2 8 0,7-2-23 0,1-3-14 16,-1-1-42-16,4-3-32 0,5-1-27 0,-5-3-36 16,4-4-36-16,2 2-43 0,2-4-44 0,-3-2-43 15,1-1-222-15,-6 0-587 0,-3-1 259 0</inkml:trace>
  <inkml:trace contextRef="#ctx0" brushRef="#br0" timeOffset="-80787.9">7189 13365 215 0,'0'-4'212'0,"-1"-1"-12"15,1 5-2-15,-7-5-4 0,7 5-14 0,-14 1-8 16,2-1-5-16,-2 4-2 0,0 3-10 0,-3 0-14 16,-2 5-15-16,3-1-13 0,-2 3-11 0,-1 4-9 15,3-2-4-15,-4 6-13 0,2-2-9 0,3-3-12 16,-3 6-19-16,0-2-22 0,6-3-20 0,0-1-15 16,4 0-4-16,-2-2-7 0,1-3-23 0,3-2-20 15,1-2-15-15,2-4-1 0,-1 2-15 0,1-5-19 16,3-1-9-16,0 0 5 0,-7-8 12 0,7 3 8 15,-1-2 19-15,1-5 20 0,1 0 29 0,2 0 33 16,-1-5 32-16,-2-1 32 0,0 0 29 0,0 5 32 16,2-3 27-16,-2 4 26 0,2 0 17 0,-4 4 13 15,4 2-8-15,-1 0-6 0,0 1-23 0,-1 1-13 16,3 1-18-16,-3 3-14 0,3-3-16 0,-3 3-7 0,11 4-8 16,-2 2-8-16,1 3-12 0,2 4-7 0,3 0-3 15,0 2-7-15,10 4-2 0,-4 2-6 16,2 2-14-16,1-3-19 0,0 1-11 0,3-1-22 15,2-2-18-15,-5-1-26 0,5-2-24 0,-2-3-38 0,0-4-40 16,-5-5-47-16,2-3-55 0,-2 0-242 0,-3-1-555 16,0-3 246-16</inkml:trace>
  <inkml:trace contextRef="#ctx0" brushRef="#br0" timeOffset="-80521.25">7449 13382 183 0,'0'0'198'0,"-8"0"-3"15,8 0-7-15,-4 9 1 0,1-1 1 0,3 3-2 16,0 2-5-16,3 5-1 0,-1 2-7 0,5 7-14 16,0 3-7-16,4 0-10 0,0 5-10 0,1-3-8 15,1 4-11-15,4 10-11 0,-2-9-9 0,1 9-6 16,-5-10-10-16,10 11-5 0,-4 1-11 0,-2-13-9 16,-3 2-4-16,3 12-7 0,-5-11-1 0,2-1-5 15,-1-3-4-15,-1 1-4 0,2-2-5 0,-4-5 0 16,-1-2-2-16,-3-7-3 0,1-3-9 0,-1-4-28 15,-4-4-17-15,0-1-11 0,2-3-30 0,-4-2-37 16,2-2-24-16,0 0-29 0,0 0-40 0,0-21-49 16,-4 8-169-16,-1-6-460 0,5-8 204 0</inkml:trace>
  <inkml:trace contextRef="#ctx0" brushRef="#br0" timeOffset="-80236.88">7518 13452 108 0,'-18'-10'402'0,"1"-3"14"16,1 2-11-16,1 0 4 0,4 4 1 0,0-2-24 15,4 1-27-15,3-2-33 0,1 2-32 0,3 1-31 0,0 0-31 16,7-2-21-16,4 3-19 0,4 0-19 0,3 5-21 16,2-6-11-16,4 4-25 0,-1 2-16 0,10 4-17 15,-11 1-14-15,-3 1-16 0,0 4-18 0,0-1-12 16,-4 3-15-16,-1 1-11 0,-4 1-10 0,1 3-7 15,-5-4-3-15,-3 5-2 0,-3 1-6 0,-3-1 6 16,-1-2-1-16,-6 2-4 0,-3-1 2 0,-1 1 8 16,-5-4-9-16,-7 3-16 0,-1-2-30 0,1-1-23 15,-5-4-25-15,1-1-23 0,-3-2-22 0,5 1-27 16,6-5-20-16,3 0-36 0,7-2-45 0,5-3-285 16,-1 1-628-16,5-3 278 0</inkml:trace>
  <inkml:trace contextRef="#ctx0" brushRef="#br0" timeOffset="-78781.69">7915 13544 169 0,'0'0'244'0,"0"0"-1"0,0 0-1 16,0 0-6-16,0 0-16 0,0 0-23 0,0 0-14 15,0 0-15-15,14-14-7 0,-6 9-9 0,-1-4-4 16,3 3-4-16,-1-4-10 0,1 0-4 0,1-3-9 16,2-1-12-16,-1-1-10 0,-1-1-4 0,4-2-12 0,-5-8-2 15,3 2-7-15,-2-4-12 0,-4-2-2 16,0 2-3-16,-3-1-4 0,-4-1-8 0,-2 1-2 16,-4-3-4-16,0 5 1 0,1 0-1 0,-5 2-5 0,-3 5-2 15,3 2 5-15,0 2-2 0,-3 1-9 0,2 1-2 16,-4 3 4-16,6 3-7 0,-1 3-3 0,-3 3-11 15,3 2-1-15,-1 2 2 0,0 5-3 0,2 4 3 16,0 3-6-16,-4 4 6 0,9 1-1 0,-2 8-6 16,5 3-5-16,5 0 0 0,3 4-2 0,5 0 1 15,-1 2 2-15,4-3 2 0,4 1 2 0,8 8-2 16,-5-12-2-16,0 1-3 0,4 0 6 0,2-3-3 16,1-4-10-16,-2 1 5 0,0-5 0 0,0-2-4 15,-6-1 4-15,-4-7-6 0,1-1 4 0,-6-4-1 16,1-1 5-16,-1-2-2 0,-3-2 3 0,-2-2 2 15,0-1-5-15,0-2 5 0,-3 2 3 0,0-4 5 16,0 1 12-16,-4-1 17 0,1 1 27 0,-1-1 12 16,0 1 11-16,-1-1 4 0,1 1 9 0,0 4-6 15,0 2-10-15,-1-9-12 0,1 9-6 0,-3-5-12 16,3 5-9-16,0 0-3 0,0 0-4 0,0 0 1 16,0 0-8-16,0 0-6 0,14 15-12 0,-9-13 7 15,-1 4-6-15,4 0 5 0,-1 0-10 0,5-3-2 16,-1 5-8-16,0-3-9 0,3-1 4 0,-5 1-24 0,1-2-11 15,2-2 4-15,-4 0-7 0,-1-2-2 16,0 0-1-16,2-1 2 0,-5-2-6 0,-1 0 1 16,-2-2-3-16,-1-3 5 0,-2 3 4 0,-3-7 7 15,0 4 3-15,-3-4 3 0,1 1 2 0,-1 0 6 0,2 1-2 16,-4-4 3-16,2 5 13 0,1-3 12 0,1 3 5 16,2 0 9-16,0 2 5 0,4 2 6 0,-1-1-6 15,-2 1-1-15,7-1 0 0,0 4-5 0,2-4 2 16,2 3-6-16,0 4 0 0,5-2 10 0,1 3-14 15,5 0 1-15,-1 0 3 0,-2 6-5 0,2-1 1 16,1 1-6-16,1 1 4 0,-2 2-4 16,0-2-4-16,-2 2 19 0,-4-2-17 0,2 3 1 0,-2-2-1 15,-4 1 2-15,0-1-4 0,-1 0 2 0,-3 0 2 16,2-2 0-16,-4-1-2 0,0 0 0 0,-2-2 6 16,1 1 0-16,-4 0 6 0,1-2 6 0,2-3 20 15,-12 1 12-15,12-1 4 0,-11-1 9 0,11 1 5 16,-10-4 2-16,5-1 0 0,1 0-6 0,0 1-1 15,2-4-9-15,2 2-2 0,2-3-10 0,2-1-3 16,2-1-9-16,0 0-8 0,1-1-6 0,5 1-10 16,4-3-9-16,-1 2-19 0,6 1-7 0,-3 2-7 15,2-4-5-15,0 5-7 0,0-2-8 0,1 3 1 16,-1-1-7-16,0 3 1 0,-2 0-3 0,0-2 7 16,-4 2 7-16,-1-1 6 0,-1 2 3 0,-1-1 4 0,-1 2 6 15,-5-1 8-15,2 0-3 0,0 0 4 16,-3 1 6-16,1-2 2 0,-5 1 7 0,2-2 0 15,-2 6 2-15,-2-8 16 0,-3 4-2 0,1 0 2 0,1-1 4 16,-5 2-1-16,1 1 3 0,-2-1-8 0,2 1-1 16,-4 3-1-16,-1-1 2 0,2 0 3 0,-2 4-8 15,1-1-1-15,2 2 4 0,-2 2-1 16,0 2 4-16,4-1-7 0,0 3 3 0,2 1 0 0,2 0 2 16,2 1-1-16,2 4-8 0,4 1-2 0,4-3-2 15,-1 2-2-15,12-2-19 0,3 2-13 0,7-2-33 16,1-2-27-16,6-1-29 0,1-5-22 0,18-1-21 15,-14 0-14-15,14-5-13 0,-14 1-7 0,17-4-3 16,-16 1 3-16,-2-3 11 0,-3-3 17 0,3 1 15 16,-6-4 22-16,-2-4 18 0,-2 2 17 0,-5 0 24 15,-7 0 33-15,-3 0 35 0,-2 0 28 0,-5 1 31 16,0-6 31-16,-4 9 35 0,-2-4 21 0,-2 2 20 16,-2 3 8-16,-2-4-7 0,-5 1-10 0,-2 2-11 15,-2 2 5-15,-4-2-6 0,-3 3-5 0,-4 1 5 16,1 2 3-16,-3 2 3 0,1 1 7 0,-5 5-3 15,1-1 4-15,-2 3-17 0,1 3-11 0,9-1-13 16,0 1-14-16,-1 2-4 0,2 6-11 0,4-2-6 16,4-1-7-16,-1 0-7 0,4-1-2 0,5 3-6 15,0-5 2-15,6 1-15 0,-1-2-3 0,4 0-5 16,2-1-2-16,2-1-5 0,5 0-5 0,3-5-12 16,2-1-10-16,-1-4-4 0,3-3-7 0,-2 0-4 15,-2-7 1-15,9-3-6 0,-4-1-3 0,0-6-4 0,-3-1-3 16,0-7 1-16,-4 3-9 0,0-9-8 0,-2 2-6 15,-2-3-11-15,-2 1 0 0,-2-3-1 0,-4 2 11 16,-4-2 2-16,0 1 7 0,-5-2 11 16,-3 5 24-16,-1 0 22 0,-3 1 27 0,0 3 19 0,-2 5 8 15,3 6 6-15,2 3 10 0,-6 2-3 0,5 6-2 16,2-1-10-16,-4 6-10 0,2 2 5 0,2 4-18 16,-2 5-1-16,1 3-3 0,2 6-2 0,-1 7 0 15,0 4-3-15,8 3-6 0,-2 1-2 0,2 3 7 16,4 0-16-16,4-2-9 0,8 16-5 0,-4-15-15 15,6-1-25-15,6 11-34 0,-2-15-31 0,8 11-51 16,-7-10-52-16,3-4-66 0,5-3-79 0,-2-3-248 16,2-1-655-16,-1-6 290 0</inkml:trace>
  <inkml:trace contextRef="#ctx0" brushRef="#br0" timeOffset="-78446.96">10111 13325 145 0,'0'0'397'0,"-14"7"7"0,14-7-10 15,-7 3-16-15,7-3-29 0,-8 1-14 0,4 0-24 16,0 2-27-16,4-3-24 0,-3 2-26 0,-1 2-23 0,4-4-19 16,-1 5-21-16,-2-3-6 0,3 3-24 0,0 0-15 15,0-5-9-15,0 7-10 0,4 0-11 16,0-3-7-16,-1-1-6 0,0 1-14 0,1-1-7 15,2-1-6-15,0 1-6 0,-2-2-8 0,-4-1-3 0,10 2-4 16,-10-2-2-16,9-6-9 0,-5 1 5 0,0 1-6 16,-2-2-3-16,-1-2-1 0,0-3 7 0,-2 3-10 15,-2-1-1-15,0-3-4 0,-2 3 3 0,1-3-4 16,0 3-5-16,-1 0-20 0,-1 0-10 0,-1 1-30 16,2 2-37-16,1 1-46 0,-2 1-36 0,2 2-32 15,-4 2-25-15,4-2-37 0,4 2-38 0,-11 5-51 16,8-2-263-16,-1-1-672 0,4-2 297 0</inkml:trace>
  <inkml:trace contextRef="#ctx0" brushRef="#br0" timeOffset="-78145.86">10060 13025 52 0,'-6'3'307'0,"-1"-1"-17"0,1 0-19 16,2 4-13-16,1-1-18 0,-2 1-18 0,4-1-16 16,-2 3-11-16,0-3-15 0,3 1-15 0,0 1-5 15,0 0-1-15,4-2-20 0,-1 1-9 0,1-1 5 16,0 0-24-16,2 0-8 0,-1-1 3 0,1-1-17 16,2-2-9-16,-2 0-1 0,-6-1-9 0,14-2-11 15,-6-1-1-15,-4-1 3 0,2-1-2 0,-3-1-5 0,1 0-3 16,-3 0-1-16,0-2-3 0,-1 0-10 0,-1 2 2 15,-2 0-9-15,-1-6-1 0,0 7-17 0,-3-2-31 16,-2 0-41-16,1 1-49 0,-2 0-53 16,-2 0-69-16,2 3-86 0,-2 0-256 0,1 0-620 0,0 3 274 15</inkml:trace>
  <inkml:trace contextRef="#ctx0" brushRef="#br0" timeOffset="-71571.69">11336 12710 68 0,'-4'-21'283'16,"-3"2"-3"-16,3 2-5 0,-5-1-2 0,2 2 6 16,-3 2-14-16,1 2-11 0,1 3-9 0,-2 0-15 15,0 0-11-15,-2 0-20 0,0 2-8 0,0 2-18 16,0 0-15-16,-1 2-20 0,1 1-8 0,1 2-16 15,-1 2-13-15,0 3-12 0,2 0-19 0,0 3 0 16,3 1-9-16,0 0 0 0,1 2-6 0,2 3-14 16,4-1 3-16,0 6-4 0,3 1-11 0,1-1 1 0,4 0-3 15,6 6-1-15,-2-2 0 0,3 0-9 16,5 0-1-16,1 0 3 0,1-2 1 0,2 0-7 16,1-2 4-16,-1 0-1 0,3-1-5 0,-1 0 0 0,0-3-10 15,-1 2 1-15,-1-2 16 0,-4-2-10 0,-5 0 12 16,3 1-13-16,-7-3-7 0,4 1-4 15,-6-2 6-15,-2-1 5 0,0 0-6 0,-3 1 3 0,1-3 3 16,-3 1 8-16,-2-1-4 0,-2 1 7 0,-3 1 4 16,-4-3 8-16,0 2 0 0,-3-2-2 0,-6 2 7 15,-2-1 6-15,-2-2-17 0,-1-3 1 0,0 0-2 16,0 0-1-16,1-2 1 0,0-3-7 0,-1 2 5 16,0-3-4-16,5-1-19 0,5 0-37 0,2 0-35 15,4-5-45-15,2-1-44 0,1-1-46 0,6-1-58 0,5-8-73 16,4-4-318-16,7-4-713 0,2-1 317 15</inkml:trace>
  <inkml:trace contextRef="#ctx0" brushRef="#br0" timeOffset="-71320.77">11641 12539 319 0,'0'-4'345'0,"0"4"-13"0,-3-6-32 0,3 4-20 16,0 2-29-16,0 0-29 0,0 0-24 0,0 0-21 15,0 0-16-15,0 0-19 0,4 16-11 0,2-6-15 16,-2 3-10-16,4 5-8 0,3 7-7 0,0-1-4 16,4 1-10-16,-2 4-7 0,6-1-8 0,-1 1-6 15,0 1-4-15,3-1-5 0,-3 0-4 0,2 1-11 16,1-1-1-16,-6 0 4 0,1-2-32 0,-1-1-21 16,1-3-27-16,-5 3-21 0,-2-10-32 0,0 0-23 15,-4-4-45-15,-2-2-51 0,3-1-41 0,-5-3-222 16,2-1-519-16,-3-3 231 0</inkml:trace>
  <inkml:trace contextRef="#ctx0" brushRef="#br0" timeOffset="-70200.26">11690 12891 123 0,'-7'-3'201'0,"3"0"-21"16,1 1-15-16,3 2-16 0,0 0-12 0,0 0-11 15,16-2-15-15,-3 5-8 0,7 2-12 0,7 1-8 0,4 2-6 16,5-2-13-16,1 2-5 0,1 0-2 0,4-3-7 15,-3 1-6-15,2 0-1 0,1-3-6 0,-5 1-1 16,3-3-4-16,-5 2-9 0,-1-6 1 0,-3 0-4 16,-9 0-2-16,1-2 1 0,-2 0 0 0,-7 0-8 15,-4-3-2-15,3 1 11 0,-6 0-2 0,-3-2 6 16,-2 1 11-16,-1 1 9 0,-2-4 13 0,-5 4 16 16,-1-4 7-16,-6 5 9 0,3-3 3 0,-8 1 4 15,4 5-6-15,-8-1-7 0,-1 1-11 0,1 3-4 16,0 2-6-16,-1 4-9 0,4-3-3 0,-4 4-5 15,7 3-9-15,1 1 0 0,-3-1-5 0,7 3-6 16,3-2 9-16,1 1-11 0,3 0 1 0,4 1-4 16,0 0-2-16,4 1-3 0,3-1-5 0,1 1 3 15,-1-3-1-15,4 0-2 0,5-3-1 0,-1 3-3 16,-1-6 0-16,1-1-6 0,-2-1 3 0,8-3-2 16,-9-3-2-16,3-1 5 0,0 1-3 0,-4-2-3 15,0-4 6-15,1 2 0 0,-5-5-3 0,6 1 3 0,-6-1 0 16,0-3-1-16,-3 1 7 0,0 1 18 0,-2 1 25 15,-1 0 18-15,1 1 11 0,-4 0 7 0,2 3 8 16,0 2-10-16,0-2-10 0,0 1-7 0,0 2-12 16,2 4-9-16,-2 1 1 0,0 0-13 0,0 0-6 15,0 0-2-15,13 11-6 0,-6-3-10 0,1 1 2 16,1 2-4-16,4 3-10 0,1 1-5 0,0-1-6 16,2 0-8-16,2-1-6 0,1 0-14 0,-1-1-8 15,2-1-11-15,0-1-11 0,3-4-10 0,-3 1-7 16,0-1-14-16,-5-4-4 0,7-2-1 0,-2-2 5 15,-3-2 8-15,-4-1 5 0,-1 1 7 0,-1-5 11 16,3-3 1-16,-9-1 2 0,4-3 14 0,-4-1-1 16,-3-2 7-16,-2-9 4 0,-2-1 3 0,-2-3 3 15,-2 2 5-15,1-3 2 0,-2-1 3 0,-1-1 4 0,1 1 3 16,-2-2 6-16,-1 2 27 0,1 4 28 16,-1-1 22-16,2 3 17 0,0 1 12 0,1 9 14 15,4 0 12-15,-1 2 15 0,0 4 19 0,3 2-6 0,-2 2 2 16,2 0-15-16,-1 3-13 0,1 0-16 0,-2 2-13 15,3 3-14-15,0 0-9 0,0 0-8 0,0 0 0 16,7 18-15-16,-6-3 1 0,5 1-7 0,-1 10-1 16,1 2-5-16,-1 0-8 0,2 4 0 0,0-1-2 15,0 2 1-15,2 0-8 0,3-1 0 0,-1 4-5 16,-1-2 1-16,3-1-4 0,3-2 0 0,1-1-2 16,2 1-1-16,-4-4-4 0,8-1 2 0,-1-2-4 15,1-1 0-15,7-5-2 0,-3-2-5 0,-1-3-2 16,5-1 5-16,-12-7-14 0,11-1-4 0,-6 0 15 15,-1-5-13-15,-6-4 4 0,5 2 2 0,-2-4 2 16,-1-4-4-16,-5 0 8 0,2-4 2 0,-2-1-2 16,-6-2-1-16,4-2-2 0,-5 1 6 0,-3-3-1 0,-2 2 12 15,-4-1 14-15,2 1 11 0,-4 3 9 16,0 1 3-16,-2 4-1 0,-3 2-3 0,-2 0-1 16,4 1-8-16,-5 1 0 0,1 3-6 0,0 2-4 0,2 3-5 15,-2 2-1-15,1 2 4 0,0 1-9 0,3 1-4 16,1 3-2-16,2 1-6 0,0 2-4 0,7 1-7 15,-2 2 0-15,6 1-9 0,1 1-4 0,2-1-7 16,2-4-19-16,3 0-29 0,1-2-27 0,6 0-9 16,-3-3-22-16,4-1-19 0,0-2-25 0,-1-3-19 15,1-1-27-15,-1-1-7 0,1-3-4 0,-1-1 0 16,-2-1 6-16,-1-3 9 0,-1 0 16 0,0-1 23 16,-2-2 8-16,-1 1 29 0,-5 0 32 0,0-3 39 15,-2 5 39-15,-1-3 51 0,0 4 38 0,-3-1 34 16,-1 2 29-16,-3 1 22 0,4 1 8 0,-3 1-3 15,-1 1-17-15,0 3-5 0,3-3-22 0,-3 3-11 16,0 0-7-16,0 0-10 0,5 10-5 0,-2-4-2 16,0 4-7-16,1 1 4 0,3 0-7 0,-2 2 0 15,6 1-12-15,0 2 1 0,-2 0-7 0,1-1 0 16,0 0-2-16,0 0 0 0,0 0-11 0,-2-4-1 16,-1-1-18-16,1-2-20 0,-4-1-31 0,2-2-20 0,-5 1-25 15,-1-3-51-15,0-3-56 0,0 0-51 0,-11 3-235 16,-2-7-528-16,-1-1 234 0</inkml:trace>
  <inkml:trace contextRef="#ctx0" brushRef="#br0" timeOffset="-70013.86">12737 12699 109 0,'-9'0'397'16,"3"0"-1"-16,6 0-34 0,-7-5-27 0,6 3-31 15,1 2-24-15,1-9-14 0,2 2-37 0,5 1-30 16,3-1-22-16,8-4-30 0,0 1-31 0,8-2-49 16,5 1-61-16,-1 2-71 0,4 0-87 0,6 1-98 15,-3-2-238-15,17 5-528 0,0-2 234 0</inkml:trace>
  <inkml:trace contextRef="#ctx0" brushRef="#br0" timeOffset="-69079.2">14281 12602 307 0,'0'0'351'0,"-4"-6"-14"0,2 3-43 16,2 3-33-16,-4-2-27 0,4 2-28 0,0 0-14 16,0 0-23-16,-4 14-17 0,7-5-17 0,-3 1-11 15,0 4-15-15,1 2-10 0,-1 2-1 0,4 2-19 16,-2 0-8-16,0 2-4 0,5 3-5 0,-4-5-5 0,1 0-5 15,2-2-9-15,-1 1-2 0,0-1-4 0,-1-1-2 16,2-3-7-16,-2-4-5 0,0-1-1 16,0-1-4-16,-1-2-2 0,2-2 1 0,1 0 0 0,1-3-4 15,-2-1-2-15,-5 0-1 0,19-9-4 0,-11 3 4 16,2-3-1-16,0-1-2 0,3-3-3 0,-1-2 4 16,0 0 4-16,-1 1 0 0,1 1 4 0,-3 2 26 15,0 1-4-15,-5 1 7 0,4 1 7 0,-1 0-6 16,-3 3-4-16,0 2-8 0,2 0-6 0,-2 2 1 15,-4 1-5-15,12 5-3 0,-6 0-6 0,2 3 3 16,1 1-1-16,2 1-6 0,0 1 2 0,2 4-1 16,1-4-12-16,1 3 7 0,-1 0 14 0,1-3-13 15,-3 2 11-15,0-5-20 0,0 1 15 0,-1-1-11 16,-1-2-3-16,1-1 8 0,-4-2 1 0,2-2-3 16,-1-1 2-16,0-1-5 0,-1-2 4 0,0 0-6 15,0-5 7-15,-2-1-8 0,2-2 7 0,-6 0 2 16,2-3-5-16,-3-4 3 0,0-3 0 0,-3 2-2 0,-1-2-2 15,0 0 3-15,1 1 2 0,-6-6-5 0,1 7 17 16,2 2-14-16,-1 0-1 0,2 4-1 16,-2 2 12-16,2 1-13 0,1 0 0 0,1 5-29 0,0-1-27 15,0 3-14-15,3 3-1 0,0 0 0 0,0 0-3 16,0 0-17-16,0 0-8 0,18 18 3 0,-6-11 2 16,5 5-5-16,0 2 0 0,12 1-11 0,-6-1-5 15,3 2-1-15,5-1-5 0,-2-2 4 0,0 0-4 16,0-5-2-16,-7 0 7 0,7-1 15 0,-7-4 10 15,-1 2 4-15,2-5 13 0,-1 0 8 0,-4-3 9 16,-3 0 9-16,-2-2 19 0,1-1 15 0,-2-1 13 16,-1 0 17-16,-2-2 13 0,1-3 14 0,-3 2 18 15,-1-2 14-15,-4-2 16 0,2 3 16 0,-4-2 14 16,-4 0 2-16,4 1 14 0,-4-1 16 0,-3 1-14 16,-1 2-19-16,0 1 12 0,1 0-15 0,-4 3-3 15,2-1-4-15,-3 3-16 0,2 0-1 0,0 4 2 16,0 0-22-16,-3 2-10 0,-3 3-12 0,5 0 1 0,-1 1-5 15,-2 6-4-15,3-2-7 0,-1 3 0 16,1 1-7-16,3 2 2 0,5-1-4 0,-1 2 9 16,0-1-15-16,4-1 3 0,4 2-1 0,2 0 0 0,2-2 2 15,3-1 1-15,-2 0-7 0,9-2 2 0,6 2-6 16,-3-4-19-16,-2-3-19 0,12 2-41 16,-1-5-39-16,0-2-51 0,0 0-54 0,3-2-54 0,-5-2-62 15,5 0-334-15,-5-1-708 0,-6-3 313 0</inkml:trace>
  <inkml:trace contextRef="#ctx0" brushRef="#br0" timeOffset="-68610">16156 12562 202 0,'0'-6'430'0,"0"0"-3"15,0 1-10-15,-2 0-19 0,2 0-25 0,0 5-17 16,-3-6-34-16,3 6-34 0,-1-2-31 0,1 2-30 0,0 0-24 15,0 0-14-15,0 0-23 0,-8 12-20 0,5-5-9 16,0 4-13-16,0 0-17 0,1 1-18 16,0 5-16-16,-1 1-33 0,3-3-37 0,3 5-39 0,-3-4-40 15,3 1-20-15,0-3-13 0,2 1-46 0,1 1-33 16,4-1-51-16,-3-5-54 0,3-1-49 0,-2-1-232 16,4-3-621-16,2 0 275 0</inkml:trace>
  <inkml:trace contextRef="#ctx0" brushRef="#br0" timeOffset="-68443.52">16486 12656 122 0,'2'-4'289'0,"1"3"-19"0,-3 1-21 15,4-1-20-15,-4 1-16 0,0 0-8 0,0 0-16 16,0 0-9-16,-12 13-20 0,5-5-8 0,2 5-20 16,-1-4-14-16,-2 8-10 0,3-1-10 0,-1 4-11 15,-1 0-8-15,2-1-28 0,-6 7-40 0,7-7-59 16,-3 3-78-16,4-3-74 0,3 1-228 0,0-7-464 0,3 0 205 15</inkml:trace>
  <inkml:trace contextRef="#ctx0" brushRef="#br0" timeOffset="-66687.69">16062 12351 117 0,'-5'-9'319'0,"1"-2"-15"0,0 0-17 16,1 4-18-16,2 3-28 0,1-3-29 0,0 5-18 15,0 2-18-15,0 0-22 0,0 0-17 16,20 17-13-16,-6-2-12 0,3 7-13 0,1 4-9 0,0 4-6 15,-2 2-5-15,3 3-13 0,7 10 1 0,-9-10-8 16,-4-1-7-16,5 0-6 0,-3-1-7 0,-2 1 3 16,2-1-5-16,-5-1-5 0,1-4 1 0,-2-1-14 15,-3-8 2-15,-2-1 1 0,0-1-5 0,-3-6 3 16,2 0 8-16,-3-5-12 0,4 1 6 0,-4-2 36 16,3 0 54-16,-1-4 33 0,-2-1-22 0,0 0-8 15,0 0-13-15,0-16-7 0,0 6 7 0,2-5-23 16,-1-2-6-16,0 0-8 0,2-2-6 0,1 2-8 15,0-1-1-15,1 1-10 0,-3 4-2 0,5 2-2 16,-2 2-6-16,-3 1-3 0,0 1-2 0,1 2-6 16,1 2-3-16,-1 0 6 0,-3 3-15 0,0 0 1 15,15 9-8-15,-10-2-2 0,1 3-5 0,2 1-2 0,6 3-13 16,-8 0-1-16,7 2-8 0,0 1-1 0,1-1-6 16,2-2-10-16,3 1-10 0,-2-3-16 15,4-2-16-15,-3 1-3 0,5-4-26 0,6-1-14 0,1-3-9 16,-10-1-1-16,3-4 0 0,-3-2 0 0,2-2 8 15,-4-2 1-15,4-3 4 0,-6-1-3 0,4-9 2 16,-5 5 3-16,-2-2 2 0,-1-6 8 0,-3 3 14 16,-6 1 11-16,-3-1 8 0,0 3 14 0,-4-1 32 15,-1 0 16-15,-5 4 16 0,5 2 9 0,-6 3 9 16,0 1 2-16,1 0 4 0,-4 2 1 0,-3 3-1 16,2 1-1-16,0 3 0 0,-1 1 2 0,2 0 0 15,3 2 0-15,-2 2 0 0,-1 0-4 0,2 1 3 16,4 2-5-16,-2 1 1 0,1-1 3 0,3 1 1 15,2-1 5-15,3 1-1 0,-2-2-2 0,0 0-1 16,6 2 4-16,-3-5 0 0,3-1 0 0,1 2 0 16,0-1-2-16,3-1-3 0,0-2 1 0,1 0-3 15,0-1-1-15,1-1-1 0,2 0-3 0,0-2 0 0,1 0 1 16,-1 1-4-16,4-2 0 0,-2 1 2 0,-1 1-4 16,1 1 2-16,-3 0-2 0,3-1-2 0,-6 2-3 15,6 2 1-15,-3-1 1 0,-1 0-2 0,0 1 3 16,3 5 0-16,-4-1 0 0,2 1-1 0,-2-1 2 15,2 1-5-15,-4 3 5 0,3-3-4 0,-1 2 4 16,0 0 0-16,-1-1-1 0,-2-2 2 0,2 1 7 16,-3-1 12-16,0-2 10 0,3 1 14 0,-3-1 18 15,0-3 17-15,0 2 2 0,-4-3-6 0,11-1-6 16,-11 1-5-16,11-7-2 0,-3 1-16 0,-1-2-3 16,2 0 2-16,-2 0-9 0,0-2 1 0,0 2-1 15,4-2-11-15,-2 0-1 0,-2 2-2 0,2 2-3 16,-2 0 8-16,0-1-13 0,0 2 10 0,-3 1-21 15,4 3 3-15,0-1 3 0,-1-1-9 0,-3 3 3 0,-4 0-4 16,18 3-1-16,-13-2-6 0,5 1 6 16,-1 1-1-16,1 1-5 0,0-1 3 0,0 2 2 15,1-2-3-15,0 0 0 0,1-1 0 0,-1 0 5 0,0-1-6 16,4 0 14-16,-4-3-17 0,1-1 4 0,0-1 3 16,2-2 0-16,1 1-3 0,0-6-1 15,-1-3 3-15,-1 3 0 0,-1 1-2 0,-5-2-1 16,3 2 7-16,-5-5 9 0,2 2 7 0,-4 3 28 0,-2-2 1 15,-1 2 10-15,-3-1-7 0,0 1 6 0,-3 1-4 16,-1 2 0-16,0 4-6 0,3-2-5 0,-4 2-4 16,-3 2-5-16,0 2-7 0,3 4 10 0,-4-1-15 15,-1 1-2-15,4 5 0 0,0 0-6 0,3 0 14 16,-1 3-18-16,3 2 1 0,4-1-2 0,3 3-3 16,2-2-16-16,4 0-9 0,5 1-13 0,4 0-34 15,8-2-34-15,3 2-52 0,7-2-60 0,-3-4-62 16,9-3-71-16,-4-2-265 0,18 0-662 0,-17-4 293 15</inkml:trace>
  <inkml:trace contextRef="#ctx0" brushRef="#br0" timeOffset="-66285.59">18104 12452 106 0,'0'0'209'0,"0"0"-1"16,0 0-15-16,-3 7-13 0,3-2-8 0,3 1-11 16,-3 3-9-16,4 3-9 0,0 2-12 0,-1-3-10 15,4 7-15-15,1 0-9 0,-1-1-9 0,-2 0-12 16,2 1-6-16,1-1-6 0,-1 0-5 0,0-2-5 16,-2-2-6-16,-2-4-6 0,3 3-3 0,-3-6-2 15,0 1-8-15,1-1 5 0,-4-2 1 0,3-1 15 16,-2-1-2-16,-1-2-2 0,0 0 0 0,7-7 7 15,-4 4 6-15,-2-4 20 0,1-3-8 0,0-2 8 0,4 2 2 16,-2-3 12-16,-3 2 20 0,3-3 1 16,3-3 13-16,-3 4 6 0,0 1 7 0,0 1-2 15,0 1-6-15,0 0-8 0,-1 0-5 0,-3 3-15 16,4 3-18-16,-2 0-8 0,0 2-7 0,-2 2-9 0,7-1-10 16,-7 1-2-16,10 5-10 0,-4 1-4 0,1 2-18 15,-3 3-19-15,7 3-22 0,0 1-23 16,0 0-25-16,0 0-31 0,0 2-23 0,-3 1-28 0,5-3-32 15,-3 1-45-15,0-1-46 0,3-4-45 0,-5-2-274 16,2-2-642-16,2-2 284 0</inkml:trace>
  <inkml:trace contextRef="#ctx0" brushRef="#br0" timeOffset="-65951.21">18545 12552 180 0,'0'0'161'0,"0"0"-7"0,0 0 1 15,0 0 1-15,0 0-8 0,-7 10-6 0,7-4 0 0,1 0-9 16,2 1-8-16,0 4-4 0,2-1-8 16,3 0-5-16,-1 1-11 0,3-1-7 0,3 3-5 15,2-2-8-15,1 0-9 0,2-4-9 0,-1 2-3 16,0-5-5-16,4-2-1 0,-8 0-7 0,8-2-4 0,-8-2-4 16,2 1-2-16,4-5-2 0,-8-2-3 0,-4 3 1 15,5-4 0-15,-5-1 4 0,-3-2-3 16,-3-2-4-16,1-2-1 0,-5 3 2 0,-1-4-1 0,-8 0 7 15,2 1-4-15,-5 0 2 0,-4-4 0 0,3 5-3 16,-2 5-4-16,-1-1-3 0,0 4 0 0,-1 1-6 16,2 1 0-16,3 4-1 0,2 1-3 0,4 0-14 15,1 2-5-15,3 1-6 0,-1 2-6 0,5 0-8 16,1 2-20-16,3-1-21 0,5 4-19 0,1 1-24 16,8-4-17-16,0 2-22 0,5-2-16 0,1 0-22 15,-1-2-24-15,-2-4-111 0,2-2-350 0,1-4 156 16</inkml:trace>
  <inkml:trace contextRef="#ctx0" brushRef="#br0" timeOffset="-65733.56">18888 12114 34 0,'-4'-9'332'0,"-2"3"-9"0,2 1-23 16,0 1-24-16,-2-1-34 0,1 3-21 0,5 2-14 15,-8 7-17-15,2-2-8 0,5 3-11 16,-2 3-3-16,2 7-16 0,2 2-7 0,1 0-16 0,2 9-12 15,0 0-7-15,3-1-14 0,1 4-6 0,1-1-12 16,2 0-7-16,3 4-4 0,-1-2-4 0,6 14-10 16,-6-16-13-16,3 1-11 0,0-1-22 0,2-1-19 15,0-4-29-15,-1 0-32 0,0-3-45 0,-2-6-48 16,-2-3-64-16,4-1-59 0,-8-7-205 0,3 2-536 16,-8-6 238-16</inkml:trace>
  <inkml:trace contextRef="#ctx0" brushRef="#br0" timeOffset="-65566.28">18969 12539 101 0,'-17'-13'317'0,"1"-3"7"16,2 3-6-16,0 1-10 0,-1 0-18 0,4 3-11 15,2 1-6-15,3 2-16 0,-2-1-16 0,5 2-30 16,3 0-23-16,3 1-18 0,4-1-36 0,5 0-31 0,8-1-40 16,13 2-44-16,2 1-48 0,21-2-50 0,7 4-54 15,3-1-55-15,2 2-60 0,32 2-239 16,-31 0-527-16,0-2 233 0</inkml:trace>
  <inkml:trace contextRef="#ctx0" brushRef="#br0" timeOffset="-64663.34">20354 12223 132 0,'2'-8'322'0,"-2"1"-12"0,-4-1-10 16,4-2-17-16,-7 2-25 0,2-3-22 0,-6 3-15 16,-1-1-15-16,-4-1-7 0,-1 2-11 0,-3 1-11 0,1 0-3 15,-2 2-6-15,1 1-21 0,1 3-16 16,0 1-16-16,0 1 9 0,5 3-32 0,-2-2-15 15,5 5-10-15,-1-1-2 0,3 2-17 0,-1 2 6 0,4-1 8 16,-1 4-20-16,2 4 3 0,3-1-6 0,2 2-8 16,5 0 2-16,0 1-8 0,2 0 3 15,6 9-1-15,1-9-5 0,4 5 0 0,2 1-2 0,6 0 0 16,0 1-14-16,-1-3 11 0,-1-2 0 0,5 2-9 16,-3-5 6-16,-3 1-5 0,-6-4-1 0,0-2 6 15,-1 2-11-15,-5-7 7 0,-2 3-10 0,-3-4-1 16,-1 1-2-16,0-1 6 0,-2-2 3 0,-3-1-1 15,0-4 3-15,-9 5-4 0,-1-4 1 0,-2-1 2 16,-3 0-3-16,-5-2 0 0,-1-1-3 0,1 0 8 16,1 1-3-16,4-1 18 0,1-1-20 0,1 1-4 15,0 0 4-15,3 2 8 0,4 0-8 0,1-2 7 16,5 3-8-16,1-4 5 0,-1 4-33 0,18-1-20 16,-2 1-14-16,16 0-11 0,2 0-5 0,2 2-13 0,5-1-12 15,-2-3-10-15,16 2-4 0,-13-3-11 16,15 2-5-16,-17-3-11 0,4 2-3 0,-3-2 6 15,-1-1 5-15,-1-3 7 0,-2-1 17 0,-3-2 10 0,0-2 13 16,-4 0 4-16,-6-1 6 0,-6 0 11 0,0 1 9 16,-7 2 17-16,2-2 21 0,-7 1 24 0,-4-1 16 15,0 2 14-15,-4-1 15 0,-2 1 4 0,-4 1 11 16,-3-2 5-16,-2 1-1 0,-4 0 3 0,1 4 3 16,-3 0 1-16,0 1 3 0,-3 1 2 0,2 5-2 15,-1-1-4-15,4 1 4 0,-5 2-22 0,4 2-1 16,0 3-11-16,3 0 5 0,3 2-10 0,1 0-6 15,7 1 5-15,-5 3-7 0,3 2-1 0,5 2 1 16,2 1 5-16,4 0-13 0,5-2 5 0,1 1 10 16,9 2-20-16,6 0 1 0,4-2-4 0,3-3-7 15,1-2-19-15,4-5-9 0,2 1-20 0,0-3-15 16,4 0-10-16,10-5-12 0,-14 1-6 0,-1-4-8 16,3-4-8-16,-4 4-2 0,-4-7-1 0,3 0 6 0,-3 0 0 15,0-4-10-15,1 0-10 0,-9-3 1 16,0 1 6-16,-3-2 17 0,-9 5 8 0,-2 0 37 15,-4 1 31-15,-4 2 24 0,2-1 22 0,-5 1 14 0,-3-1 4 16,-7 2 6-16,1-1 3 0,-4 2 6 0,0 2 11 16,-7-1 4-16,2 1 5 0,-6 5 0 0,2 0 22 15,0-2-13-15,-2 5 2 0,1 0-10 0,0 2-3 16,3 3-19-16,-4-1 0 0,5 0-1 0,-1 3-2 16,6 1-15-16,-1 1 1 0,6 0-11 0,3 1 10 15,-1 0-6-15,6-1-6 0,1 0-3 0,4 1-11 16,6 3-11-16,5-4-29 0,4 1-31 0,3 0-35 15,7 0-30-15,-1-3-35 0,4-2-42 0,-1-2-29 16,2-3-35-16,0-1-33 0,0-3-182 0,-2-2-509 16,-4-2 226-16</inkml:trace>
  <inkml:trace contextRef="#ctx0" brushRef="#br0" timeOffset="-64311.67">21777 12385 160 0,'-2'-11'232'15,"1"4"5"-15,-1 1 1 0,0-1 7 16,-4 3-4-16,3-2-11 0,2 3-20 0,-4-3-13 15,1 4-25-15,-2 0-16 0,6 2-13 0,0 0-16 0,0 0-6 16,0 0-7-16,-11 7-9 0,8-1-9 0,3 1-6 16,-1 3 3-16,2-1-17 0,4 6-9 0,-4-4-6 15,4 6-2-15,5-1-4 0,-1 0-7 0,1-1-5 16,0 2-1-16,3-1-6 0,1-1-6 0,-1-4-3 16,-2-1-1-16,0-2-2 0,1-2-2 0,-1-2-7 15,-2 0 10-15,3-4-8 0,0 1-3 0,-4-3-6 16,4-2 5-16,-1 0-3 0,-1-3 0 0,-1-1-1 15,1-3-1-15,4 1-1 0,-1-5-1 0,-6 4 7 16,2 1 41-16,-1-1 19 0,-1 2 34 0,0 0 12 16,-1-1 12-16,-2 3 7 0,1 2 3 0,-4-1-4 15,3 1-18-15,-1-1-11 0,0 4-13 0,0-1-19 16,-3 3-9-16,0 0-7 0,0 0-13 0,0 0-7 0,5 8-19 16,-5-2-18-16,4 1-21 0,-1 2-19 0,1 3-37 15,-3 0-24-15,3 1-37 0,-1 0-27 16,1 1-31-16,-1 0-32 0,2-3-46 0,-2 1-63 0,6 5-328 15,-2-7-716-15,2 0 317 0</inkml:trace>
  <inkml:trace contextRef="#ctx0" brushRef="#br0" timeOffset="-60163.09">19075 14261 53 0,'-11'-6'96'0,"-1"-1"-11"16,1 1 7-16,-1-3-13 0,1 4 2 0,-4-1 1 15,4-1-9-15,-8 1-10 0,3 1 1 0,-2-5-1 16,1 7-11-16,-4-1-10 0,2-1 3 0,-4-1 5 16,2 2-3-16,1-1-2 0,-3 4-8 0,1-2 4 15,-1 1-6-15,-1 2 7 0,2-2-6 0,0 2-1 16,-2 2-15-16,3-2 7 0,0-1-4 0,0 4-10 16,1 0 4-16,1 2-4 0,0-3-3 0,0 2 5 15,-1 0 1-15,2-1 1 0,0 4-7 0,0-1 9 16,-1 2 14-16,3-3-11 0,-2 5 3 0,2-2-8 15,-2 1 9-15,-1 2-4 0,3-1-1 0,-5 0-2 16,6 1 2-16,-5 1 8 0,2 1 0 0,-1-2-6 16,-4 5 4-16,-1-1-1 0,7-1 5 0,-2-2-2 0,-4 7-2 15,5-6-6-15,0-1 8 0,1 0-3 16,-2 2 0-16,1 5-1 0,-1-5 4 0,5 3-3 16,-4 2 1-16,2-5 0 0,2 0 2 0,0 2 4 0,-1-1-3 15,4 1 2-15,-4-1 4 0,3-1 2 0,-3 1-2 16,3 1-1-16,0 0-2 0,1 1-4 0,-2-3 1 15,0 1-3-15,5 2 2 0,-5-1 1 0,0 0-5 16,3-2 2-16,-2 2 0 0,3-2-3 0,-1-1-3 16,3 4 0-16,-3-3 3 0,1 2-3 0,1 1-3 15,0-2 0-15,1 1 0 0,-1 0 0 0,1-1 1 16,3-4-4-16,-4 3 0 0,1 2 3 0,3 1 7 16,0-5-2-16,-3 5 1 0,3 1-2 0,-1-8-5 15,2 3 0-15,0 4-3 0,-1-3 1 0,3-2 1 16,-5 4-2-16,6-3-1 0,-1 5-4 0,-2-6 3 15,2 5-4-15,-2-4 1 0,3 1-1 0,-2 3-16 16,2-3 2-16,0 4 4 0,2-1 1 0,-2-3-1 16,0 1 1-16,3 1 0 0,-2-3-2 0,3 2 10 15,-1-3-6-15,-2 2-3 0,1-1-2 0,1 0 4 16,1 2 0-16,0 0-4 0,-3-4 2 0,4 2 4 16,-1 0-1-16,-1-1-5 0,1 1 5 0,1-2-1 15,-1 2 1-15,0 0 2 0,0-1-3 0,4 6 0 16,-4-8-1-16,0 4 1 0,4 0 0 0,-1 3-3 0,1-5 9 15,-1-1-6-15,1 0-3 0,0 1 6 0,0-1-8 16,2 2 5-16,-2-1 0 0,3 1 2 16,1 2-2-16,-1-2-1 0,-1-4-1 0,3 3 1 15,-2-4 2-15,-3 2 0 0,3 0 1 0,-1-1-1 0,-1 2 0 16,2-4-2-16,0 3 1 0,0-4 0 0,-2 3-2 16,1-1 3-16,1 0-1 0,-2 0-2 0,1 1 1 15,3-1-1-15,-3 1 4 0,1 0 0 16,4 1-4-16,2-1 10 0,-6-1-8 0,6-1-3 0,-1 2 1 15,-1 0 2-15,3 0-1 0,-1 0-1 0,1-1 4 16,0 2-1-16,-2-2-4 0,3 1 3 0,-2-2 0 16,1 2-2-16,0-2-3 0,4 0 5 15,-2 1-2-15,-1 0 1 0,3-2 3 0,0 3-2 0,-2-2 1 16,2 1-2-16,7 0 2 0,-1 1 0 0,-7-3 0 16,3 0-4-16,-2 0 6 0,-2-1-4 0,10 2 0 15,-7-1 3-15,6 2-2 0,-1-1 1 0,-6-2-1 16,8 2-1-16,-7-4 0 0,7 2 1 0,0 1 0 15,-8-4-2-15,10 4 10 0,-3-1-5 0,1-1-5 16,0-1 3-16,1 2 3 0,0 0-4 0,-1 0 0 16,0-3-1-16,4 2-1 0,-3 0 3 0,-1 0-4 15,4-2 4-15,-4 1-3 0,0-2 1 0,-7 2 1 16,6-1 1-16,3 1 0 0,-11-2-1 0,12 3 0 16,-5-4 5-16,-6 1-5 0,1 1 0 0,-4-2-3 15,3 1 3-15,-2 0-2 0,1-1 4 0,0-2-1 16,-4 2 1-16,2-3-2 0,-4 2 1 0,3-3-2 15,0 1-1-15,0 1 10 0,3-1-7 0,-4 1-5 16,1-3 4-16,4-1 1 0,-6 2-4 0,6 1 8 16,0-4 3-16,-5 2-6 0,5-1-4 0,0 1 2 15,-1-3-1-15,1 0 1 0,4-1 0 0,-3 1 0 16,-5 1 3-16,2-4-2 0,2 4-2 0,-3-2 1 16,2-1 1-16,-3-1-4 0,0 1 12 0,4-1-9 15,-7 1 0-15,1-5 0 0,-3 7-1 0,0-3 1 16,-2-1 1-16,1 2-1 0,-1-1 2 0,3-2-2 15,-3 3 3-15,-3-1 1 0,-1-1-2 0,6-3-5 16,-5 2 2-16,-1 0 5 0,1 4-1 0,4-6-4 16,-2 0 2-16,-2 4-1 0,0 1-1 0,1-6-1 15,-1 2 2-15,0 3 3 0,1-5-6 0,2 3 6 16,-4 1-3-16,1-4 2 0,2 2 1 0,-1 0-4 16,-4 1 4-16,5-5-2 0,-3 3 0 0,0-1 2 0,-3 5-1 15,2-4 0-15,-1-2 1 0,-3 6 0 16,1-2-4-16,1-4 4 0,2 5-4 0,-5-4 3 15,2-1 7-15,0 1-8 0,1-1 0 0,-2-1 2 16,2 4 0-16,0-2 7 0,-4-1-10 0,2-2-2 0,-1 2 2 16,1-1 1-16,0 0-1 0,-2-3 1 0,-1 3-1 15,2-1-1-15,-1 2 3 0,2-1 6 16,-2 1-7-16,-2-1-4 0,2-2 3 0,-1 3 2 16,2-1-2-16,-1 0 2 0,-1 0-1 0,1 1 1 0,0 5-1 15,0-5-4-15,0-1 2 0,-3 1 0 0,2-1 3 16,-2 2 10-16,2-4-11 0,-1 9 0 0,-2-6-1 15,2 4 3-15,-4-3-1 0,1 3 0 0,2 0 0 16,-4 2 6-16,2-6 0 0,-2 4-10 0,3 2 2 16,0-1-3-16,-2-1 1 0,1 2 4 0,1-2-3 15,-3 2 0-15,0-1-2 0,3 0 3 0,-1 1 2 16,-1 1 0-16,2 0 0 0,-1-2-1 0,-2 2 2 16,4-2-2-16,-2 4-1 0,-1-3 1 0,2 1 2 15,-4 1-2-15,3 0-1 0,2 2 3 0,-4-3-4 16,2 1 0-16,-2 2 3 0,0-2 0 0,0 0 2 15,-1 1-2-15,4 1-3 0,-4 0 2 0,0-2-1 16,0 1 0-16,-1 1-1 0,-1-1 3 0,0 0 0 16,2 0-1-16,-3-2 1 0,0 5-5 0,3-4 7 15,-3 3 0-15,3-3-3 0,-2 1-4 0,-2 1 1 16,4 1 5-16,-2-1-1 0,1 0-3 0,-2 0 2 16,2 0 0-16,0 0 1 0,-3 0-1 0,1 2 1 15,1-1-1-15,-1 0 1 0,2-1-2 0,-1 1 2 16,0-1-2-16,2 2 10 0,1 1-9 0,-4-3-2 15,0 1-2-15,3 1 7 0,-1-1-3 0,-2 1 0 16,1-2 0-16,2 2-1 0,-3 1 1 0,2-4-5 16,-3 3 4-16,7 2 2 0,-8 0-5 0,4-3 4 15,-3 0 0-15,0 3-2 0,0-1 1 0,0 0 1 16,1-1-3-16,-3 1 10 0,7 1-8 0,-5 0-1 16,0-1 1-16,2 0 0 0,-2 1-2 0,1 1 3 15,0-1 0-15,-1 2-1 0,3-1 0 0,3 0 0 16,-1-1 9-16,-5 1-10 0,2 0-3 0,5-1 4 15,-6 1-1-15,11 2-1 0,-15-3 1 0,8 0 1 16,-3 1-4-16,3-1 3 0,-4 1-1 0,-3 1 3 16,3-2-3-16,-1 0 2 0,-4-1 2 0,1 3-2 15,-3-1-1-15,-2-1 2 0,2-1-1 0,-4 1 1 16,-1 1-2-16,1-1 1 0,-8-4 0 0,6 6 1 16,-6-3-2-16,-1 1 1 0,2 0-1 0,-2-3 0 15,1 4 2-15,0 0 0 0,3 0-1 0,-3-4 1 16,0 3-29-16,7 4-12 0,1 1-5 0,3 0-26 0,-1 1-27 15,1-2-37-15,1-1-68 0,7 2-64 0,-4 1-151 16,3 1-452-16,2 1 199 0</inkml:trace>
  <inkml:trace contextRef="#ctx0" brushRef="#br0" timeOffset="-59125.95">18373 14901 124 0,'0'-7'349'16,"-3"3"-15"-16,3 4-20 0,0-9-29 0,0 9-13 15,0-5-29-15,0 5-22 0,0 0-23 0,0 0-15 16,0 0 3-16,0 0 0 0,-6 15-10 0,6-3-5 16,-1 4-9-16,1-3-8 0,0 6-22 0,-2 2-3 15,2-1-9-15,0 2-15 0,3 5-10 0,-3-4-11 16,3 4 20-16,-2-7 1 0,4 2-18 0,-5 1-9 15,3-4-11-15,-2-1-9 0,2 0-38 0,-1 0-31 0,-1-5-20 16,0-1-25-16,-1 1-30 0,3-5-18 16,-3-2-26-16,1 0-6 0,1-2-19 0,-2-1-34 15,0-3-51-15,0 0-45 0,0 0-22 0,0 0-195 16,0 0-545-16,5-14 241 0</inkml:trace>
  <inkml:trace contextRef="#ctx0" brushRef="#br0" timeOffset="-58841.57">18356 14944 88 0,'-2'-12'258'15,"-2"2"-2"-15,3-1-2 0,-2-1-6 16,3 2-15-16,-1-1-13 0,2 1-16 0,-1 0-11 0,4 1-13 16,0 0-13-16,-1 1-16 0,4 2-16 0,2-3 0 15,0 3-25-15,2-2-11 0,3 3-7 0,-3 0-10 16,2 2-9-16,6 0-11 0,2 0-1 0,-3 1-15 15,2 2-1-15,2-2-10 0,-8 4-24 0,1-1-14 16,-2 0-11-16,1 0-18 0,-6 2-14 0,4 0-14 16,-5 0-11-16,1-2-10 0,-1 4-12 0,-3-2-6 15,0 1-13-15,-2 0-9 0,-2-1-18 0,0 2-7 16,0-5-15-16,-2 8-10 0,-2-4-1 0,-3 1-17 16,0 1-99-16,-2 0-312 0,-2 0 138 0</inkml:trace>
  <inkml:trace contextRef="#ctx0" brushRef="#br0" timeOffset="-58406.64">18474 15041 104 0,'11'-2'138'0,"-4"1"-10"15,-2-1-6-15,1-1-5 0,-1 2-12 0,1-1-6 16,2-2-10-16,-2 1-9 0,3 1-7 0,-1 1-2 15,-1-1-7-15,1 1-3 0,0-1-11 0,-1 1-12 16,-7 1 3-16,12-1-5 0,-12 1-4 0,8 1 2 16,-2 0 4-16,-6-1-15 0,6 3-6 0,0 0 7 15,-5-1-4-15,1 2-5 0,-2-4-6 0,3 4 0 16,-3 0 0-16,0 1-3 0,0 1-4 0,-3-1 1 16,0-1-4-16,0 4 0 0,-2-2-2 0,-1-2-1 0,1 5 2 15,-5-1-6-15,2 2 3 0,-1-2-3 16,0 1 2-16,-3 1-6 0,5-4 7 0,-4 5 0 15,2-1 1-15,-2-1-1 0,3 1-3 0,-3-2 4 16,3 2 6-16,1-3 10 0,-1 0 14 0,1 2 8 0,3-2 2 16,1-1 8-16,-2-2 5 0,2 0 5 0,2 2 5 15,-1-2 8-15,2 0 6 0,0-4 13 16,2 8 3-16,2-6 1 0,1-1-4 0,2 3-11 0,5-4-6 16,2 0-9-16,-1 0-4 0,7-1-10 0,1 1-1 15,0-1 1-15,-2-2-9 0,1 2-5 0,0-3-4 16,0 2-11-16,-1 1-17 0,2 0-24 0,-7-2-28 15,1 0-38-15,-3 0-34 0,2-2-42 0,-3 2-34 16,-2 1-173-16,-2-1-405 0,-1-1 179 0</inkml:trace>
  <inkml:trace contextRef="#ctx0" brushRef="#br0" timeOffset="-58138.99">18918 14981 154 0,'2'-3'294'16,"-2"-2"-12"-16,0 5-16 0,2-4-16 0,-2 4-32 15,2-3-23-15,-2 3-25 0,0 0-15 0,0 0-15 16,0 0-14-16,0 0-14 0,-6 13-11 0,4-6-10 16,-5 1-11-16,2 2-6 0,1 0-9 0,-3 1-4 15,-1 4-6-15,2-4-5 0,-2 5-4 0,1-1-7 16,-1-4-1-16,-1 6-6 0,2-1-1 0,-4-2-6 15,7-3-1-15,-3 1-1 0,0 0-22 0,0-1-26 16,4-1-23-16,-1-3-28 0,-2 1-43 0,3-2-24 16,2 0-38-16,0-2-19 0,-1 0-201 0,2-4-435 15,0 2 192-15</inkml:trace>
  <inkml:trace contextRef="#ctx0" brushRef="#br0" timeOffset="-57921.52">18735 15026 135 0,'0'0'168'0,"0"0"-10"0,0 0 0 0,-8 6-6 15,7-2-8-15,1 3-3 0,1-1-10 16,3-1-8-16,0 3-3 0,4-1-13 0,-2 3-7 16,-1-2-9-16,6 2-10 0,1 2-7 0,1-3-6 0,4 0-3 15,0 2-9-15,0-3-6 0,1-2-13 0,5 2-35 16,-3-1-40-16,0-2-63 0,0-1-29 0,3 0-186 15,-8-1-341-15,3-1 150 0</inkml:trace>
  <inkml:trace contextRef="#ctx0" brushRef="#br0" timeOffset="-57654.19">19101 15097 87 0,'0'0'263'0,"0"-6"-24"16,0 6-23-16,0 0-25 0,0 0-18 0,0 0-14 15,0 0-18-15,0 0-15 0,0 0-7 0,0 22-3 16,2-12-8-16,-2 7-11 0,1 1-7 0,0 1-10 16,2 7-8-16,-2 2-4 0,3 1-6 0,-2-1-9 15,0 3-5-15,2 0-5 0,-2-2 1 0,3 2-1 16,-1-1 0-16,2-3 4 0,-1 2-8 0,1-2-5 16,-1 1-3-16,-1-7-5 0,0-1 1 0,-1-1-4 15,1-1 1-15,3-2-3 0,-3-3-1 0,-3 0-3 16,2-3-2-16,-2-3-5 0,1 1 2 0,-1-3-3 15,2 0-18-15,-2-4-23 0,-1-1-28 0,0 0-29 16,0 0-43-16,2-11-31 0,-4 1-55 0,-2-1-172 0,1-4-421 16,1-5 188-16</inkml:trace>
  <inkml:trace contextRef="#ctx0" brushRef="#br0" timeOffset="-57352.78">18999 15072 160 0,'0'-13'245'0,"0"3"-17"0,3-1-12 0,1 0-22 15,3 1-18-15,1 2-18 0,1-2-15 16,2 3-13-16,4 2-16 0,3 3-10 0,-3 1-10 16,4-1-9-16,3 4-7 0,-3 1-11 0,-3 2-7 15,3 1-6-15,-4 1-7 0,1 3-5 0,-2 2-5 0,-3-1-6 16,-3 0-1-16,-2 4 1 0,0-2-6 0,-3 0-1 15,-3 0-3-15,-3 4 1 0,-3-1-4 0,0-2 2 16,-5 1-3-16,-2 0-2 0,-3-4-1 16,-1 1 1-16,2-1-1 0,-3-1-1 0,3-3-16 0,-1-1-22 15,2 1-27-15,1-4-32 0,2 0-42 0,5-3-42 16,0 0-57-16,6 0-119 0,0 0-372 0,0 0 165 16</inkml:trace>
  <inkml:trace contextRef="#ctx0" brushRef="#br0" timeOffset="-55981.05">19347 15245 115 0,'2'4'158'0,"3"-2"-1"0,0-2-2 0,0 3-5 16,0 2-10-16,1-5-2 0,0 1-11 0,2-1-15 15,1 0 2-15,3-1-4 0,-7 0-5 0,7-5-2 16,-1 4-6-16,-4-2-7 0,5-2-3 0,-5-1 1 16,3 2-9-16,-1-4-3 0,-1 0 4 0,-1-1-7 15,0 1-4-15,1-5-3 0,0-3-11 0,-2-1-4 16,-2-1-4-16,-3-1-6 0,3-6-3 0,-4-2-6 16,-1 0-1-16,-2 1 0 0,3 0-6 0,-2 7 1 15,-3-1-1-15,3 3 2 0,-2 0 2 0,1-1-1 16,0 6-2-16,-2 2 0 0,2-2-1 0,-1 1-1 15,1 6-9-15,-1-1 3 0,1 4-8 0,-1-2 1 16,-3 4-3-16,7 1 0 0,-12 1-4 0,4 3 2 16,3 3-4-16,-5 2-1 0,6 2-1 0,-3 2 0 15,0 5 0-15,5 3 0 0,-1-3 0 0,2 2 3 16,1 1-1-16,0 5-2 0,0-5-1 0,2-1 2 16,1 1-1-16,5 5 0 0,-2-6 12 0,3-2-17 15,-1-2 0-15,1-1 1 0,2 0-2 0,-1-2-5 16,-3-3-3-16,0-2-3 0,4 1-3 0,-2-3-3 0,-5-2 4 15,6 1-1-15,-2-3 1 0,-1-2-1 16,-7 0 3-16,15-2 0 0,-9 1 6 0,-1-3-3 16,2 1 4-16,-1-2 0 0,-1 2 0 0,-1-2 9 15,-2 0 8-15,4 2 7 0,-4 0 0 0,-2 3-2 0,3-5 2 16,-2 3-4-16,-1 2 0 0,0 0-7 0,6-3 0 16,-6 3 2-16,0 0-2 0,0 0 0 0,4 8-3 15,-4-3 3-15,4 0-1 0,-2 0-2 16,4 1 1-16,-2-1 1 0,2 3-1 0,-2-1 5 0,1 0-5 15,-2-3 0-15,3 1-1 0,0 0 2 0,-2-1-3 16,0-1 1-16,1-2 12 0,0 2-12 0,-5-3-1 16,8-2-5-16,-8 2-3 0,5-2 2 0,-3-2-6 15,1 0 1-15,-2-2 0 0,0 0-2 0,-1-1 1 16,-1 1 3-16,1-1-2 0,-1-2 9 0,-1-1-5 16,1 0 0-16,-1 2 0 0,0-1 2 0,-1 3 1 15,6-2 4-15,-3 0 0 0,0 2-1 0,2-2 2 16,0 3 0-16,-1 0 0 0,3-1 1 0,-1 4 0 15,4 0-2-15,-2-1-3 0,2 1 6 0,0 2-4 16,1 0 1-16,2 2 2 0,2 2-5 0,-1-3-3 16,1 3 13-16,-3 0-9 0,1 2 2 0,2-1-4 15,-2 2 7-15,-1-1-1 0,-3-2-6 0,3 2 2 16,-5 0 0-16,2-1 0 0,-2 1-4 0,-3-2 3 16,2-1-1-16,-2 2 2 0,-1-3-1 0,0-2 4 15,0 0 2-15,0 0 0 0,-4 5 0 0,4-5 1 16,0 0-1-16,0 0-1 0,-15-7 1 0,10 2 1 15,-1 0-2-15,5 0-2 0,-2-1 7 0,3 0-3 16,0-4 0-16,0 3-1 0,2 0-2 0,0 1-3 16,6-6-2-16,1 5-6 0,0 1 4 0,0-3-8 15,3 1-3-15,0 0-1 0,1 4-3 0,-2 2-3 16,3-2 1-16,-2 0-2 0,-4 2-1 0,2 2 0 16,-2 0-6-16,-1 0 1 0,-7 0-3 0,9 1 4 15,-9-1 0-15,7 1 3 0,-7-1 0 0,0 0 6 16,0 4 0-16,0-4 2 0,0 0 8 0,-9 6 0 0,9-6 1 15,-9 2 3-15,4 0 1 0,1 1 0 0,-1 1 0 16,2-2-1-16,-3 1 0 0,6-3 5 16,-1 4 0-16,1-4 1 0,0 0 2 0,1 6 3 15,5-4-3-15,-1 0-1 0,7 1 3 0,-1-1-2 0,4 1-7 16,4-3-5-16,3 2-6 0,0 0-9 0,8-2-2 16,-10 2-6-16,3 1-5 0,0-2-7 0,-1-1 7 15,-3 0-1-15,0 1-1 0,-4-1 4 16,0-1 6-16,-5 0 0 0,-1 1 2 0,-3-1 8 0,2-1 6 15,-5-2 5-15,-3 4 5 0,2-2 14 0,-2 2 7 16,0 0 7-16,-12-4 5 0,12 4 6 0,-15-1 8 16,8 1-3-16,-6 0 8 0,2 2 3 0,-2 1 1 15,0-1-2-15,-1 2 4 0,1 3-3 0,-4 0-1 16,0 2-6-16,3-4 3 0,1 1-4 0,3 5-4 16,-1-4-7-16,3 3 2 0,1-2-3 0,0 2-4 15,2-2-5-15,2 0 5 0,2 2-2 0,1-1-5 16,3-1 1-16,-1 1 0 0,5-4-1 0,-3 0-2 15,7 3 1-15,-3-4-4 0,3-1-2 0,1 2 2 16,1-4-2-16,-1-1 4 0,0-1-2 0,0-5-3 16,-1 4-3-16,0-3 1 0,-1-4-1 0,-1 2 2 15,1-4-4-15,-4 2 2 0,1-6 1 0,-3-2-3 16,3-1 2-16,-6-2-3 0,2-1 3 0,-2-7-3 16,-1 2-4-16,0-4 5 0,-1 2 0 0,-3 7-3 15,-1 0 10-15,-1 1 17 0,1-1 5 0,1 3 2 16,-2 2 3-16,2 1 13 0,1 5 1 0,-2 1 0 15,2 2-13-15,2 0 6 0,-2 3-20 0,-1 2-5 16,4 2 0-16,0 0-6 0,-7 8-2 0,5 2 2 16,0 0-6-16,-2 7 12 0,4 3-8 0,0 7-3 15,-4 0-18-15,4 1-23 0,0 0-31 0,0 2-42 16,0 2-45-16,0-3-50 0,4-2-42 0,-1 0-203 16,-2 0-481-16,2-7 213 0</inkml:trace>
  <inkml:trace contextRef="#ctx0" brushRef="#br0" timeOffset="-40574.43">18062 13570 10 0,'0'0'122'0,"0"0"-4"15,-9 0 4-15,9 0-8 0,0 0-4 0,-10 0-8 16,10 0-10-16,-10 1 6 0,10-1-5 0,-6 2-4 16,6-2-2-16,-10 1-5 0,6 0-8 0,4-1-1 15,-10 3-3-15,5-2-1 0,-3 0 0 0,4 1-3 16,-2 0-3-16,-2-1-5 0,0 2 0 0,0-1-1 15,2 0 1-15,-7 3-2 0,3-2-6 0,-2-1-4 16,1 1-1-16,0-1-1 0,0 1 4 0,-2-2-8 0,2 2-1 16,-1-1-2-16,-2 1-4 0,4 1-3 0,0-2-6 15,0 2-1-15,1-1 2 0,-1 1-5 16,3-2-1-16,1 2-3 0,-1-1 2 0,-5 3-6 0,5-3 4 16,0 0-3-16,-1 1 0 0,0 0-1 0,2 3-1 15,1-5 1-15,-2 3-2 0,0 1 4 0,-1 0-2 16,1-4 1-16,-1 6-4 0,0-2-1 0,0-2-1 15,0 4 1-15,-2-2-3 0,-1-1 2 0,4 2-2 16,-1-1 2-16,0-1-1 0,1-1-3 0,-1-1 2 16,3 2-6-16,-4-2 5 0,5 2 0 0,-5 0-6 15,2 0 4-15,0-2-3 0,2 1 3 0,-2 0 2 16,0 1-1-16,2-1-2 0,-1 1 1 0,-1-1-2 16,-1 0 3-16,4 0-1 0,-3 1 2 0,3-2-7 15,-4 1 4-15,5 2-5 0,-5-3 6 0,3 2-1 16,1 0 1-16,0 0 1 0,0-3-3 0,-3 3 0 15,2 3 0-15,0-3 1 0,0-1 1 0,-1 2-3 16,1-1 1-16,-3 2-1 0,0 0 0 0,2-2 3 0,1 2-1 16,-2-1-4-16,0-1 1 0,-1 3 1 0,1-1 4 15,-1-2-4-15,-1 3 3 0,2-3-2 16,-3 0 0-16,2 1 2 0,1-1-4 0,-1 3 3 0,1-3 1 16,-1 3-3-16,-1 0 2 0,3-3-2 0,-2 2 1 15,0 2 2-15,1 0-4 0,0-3 1 0,0 4 4 16,-1-4-5-16,0 4-1 0,3-2 2 0,-1 2 2 15,2-1-1-15,-3 1-1 0,2-2 1 0,1-2-2 16,0 3 0-16,-2 0 0 0,1 0 3 0,2-1-1 16,-2 1 0-16,2-3 0 0,-1 3-1 0,0-1 2 15,-2 0 1-15,2-1-2 0,3 4 0 0,-3-4-1 16,-3 3-1-16,3-3 3 0,1 3 1 0,-1 0-4 16,1-1 0-16,-1 2 1 0,0-4-1 0,0 2 5 15,-1 0-3-15,-2 0 1 0,4 1 0 0,-1 0-2 16,-3-2 1-16,5 1 2 0,-5 0-1 0,2 0-1 15,2 1 0-15,-3-1 1 0,2 3 0 0,-1-3 3 16,-1 1 5-16,1 0 3 0,1 1 4 0,-2-3-6 0,2 3 2 16,1-1-1-16,-2 0-3 0,1 0-1 0,-1-1-1 15,-1 3 2-15,3-2-2 0,1 1-3 16,-1-1 6-16,0 1-4 0,-2-2 5 0,0 4-3 0,0-3-4 16,1 2 0-16,0-2 2 0,3 0-2 0,-3 0 2 15,0 3-5-15,2-1 5 0,-2-2-4 0,0 2 15 16,0-2 2-16,0 1-1 0,1 1-3 0,-1 1 2 15,0-2 0-15,1-1-5 0,0 3 0 0,-6-1 1 16,5-1-6-16,1-1 3 0,-1 1-6 0,0 2 3 16,1-2 1-16,2 1 0 0,0-1-4 0,-2-1 3 15,-4 0-3-15,5 5 2 0,0-4-1 0,1 2 0 16,-2 1-4-16,0-1 0 0,1-2 3 0,0 1 0 16,1 2 0-16,-2 0-1 0,3-1 1 0,-3 1 0 15,3-3-1-15,-1 2 2 0,-2 4 1 0,1-4-4 16,-2 2 1-16,2-1 1 0,2-1 2 0,0 0-2 15,-2 4 9-15,0-4 2 0,2 0 0 0,-3 0-5 16,2 0-1-16,1 3 5 0,0 1-7 0,-4-4 3 0,4 0-4 16,-1 2 0-16,-1 4 0 0,2-6 8 0,0 2-9 15,0-2 6-15,0 3-5 0,-1-2 0 16,1 3-4-16,0-4 2 0,0 2 0 0,-2-4 0 16,1 3-3-16,1 0 2 0,-1 3 1 0,1-4-1 0,0 4 1 15,0-4-1-15,0 0 0 0,1-1-2 0,-1 6 0 16,0-7 1-16,0 6 1 0,1-3 0 0,1 0-1 15,-1-1-1-15,1 0 1 0,-1-1 2 0,2 3 1 16,-3-2-1-16,1-1 5 0,3 7-8 0,-4-6 3 16,4 4 0-16,-2-2 0 0,-2-3 5 0,6 5-5 15,-3-3 0-15,1-2 2 0,2 5-3 0,-1-3-2 16,-2-1 1-16,2 2 2 0,0 2 4 0,0-4-4 16,-3 1-2-16,2 2 0 0,3 0-1 0,-4-2-2 15,1-3 0-15,-1 2 5 0,2 2-2 0,-1-4-16 16,-1 5 1-16,1 1 3 0,0-4 1 0,2 0 0 15,-2 2 3-15,-3-1 0 0,6-2-1 0,-3-1 3 16,0 4 1-16,4-1-1 0,-5-1 4 0,3-1-5 16,0 1 4-16,-2 0-3 0,2-2 2 0,-1-1 0 15,2 2 2-15,0-2 2 0,-1 1-1 0,1 0 0 16,0 2 0-16,1-5 0 0,-1 4 3 0,1-1-4 16,-1 0 4-16,2-1-5 0,-2 0 3 0,0 0-1 15,1 0-4-15,2 0 4 0,-3 0-3 0,2 1 6 16,0-3 1-16,1 1-3 0,-3-1-1 0,1 2 3 15,-1 1-4-15,2-5-1 0,-2 4 3 0,2-2-1 16,0-1-1-16,-1 0 1 0,0 2 0 0,-1 0 8 16,2-3-7-16,1 3 0 0,-3 0-2 0,3 0 4 15,0-1 1-15,0 1-2 0,1 0 0 0,-2-3 7 16,2 2-10-16,0-2 3 0,-2 3-3 0,8-1 1 16,-5 2 2-16,-1-5-1 0,0 4 3 0,1-2-3 0,2 3 3 15,-2-3-2-15,0 1 1 0,-1 0 0 16,1-1-3-16,1 1 1 0,4 2 1 0,-6-2 0 15,0-1-5-15,5 1 7 0,1 3-4 0,-1-5-1 16,-5 2 5-16,1-2-4 0,0 1 0 0,3 0-2 0,2 1 12 16,-5-2-8-16,4 4-2 0,-4-3 4 0,6-1-2 15,-7 2 9-15,3-2-14 0,-1-1 5 0,-1 4-3 16,5-1 4-16,-1 1-5 0,2-1 2 16,-2 1 4-16,1-1 4 0,-1-1-5 0,4 2 0 15,-3-2-3-15,0 0 0 0,1 1 28 0,-1-3 1 0,1 3-4 16,0-3-3-16,1 1-5 0,-1 1 3 0,-1-2-3 15,4 0-3-15,-1 4 0 0,0-2 3 0,3-1-6 16,-3 1-4-16,1-2 3 0,1 2-2 16,-1-2 0-16,-1 0-2 0,2 2 3 0,-2-1-6 0,3 0 0 15,0 0-2-15,-2 0 4 0,1-1 3 0,-1 2-7 16,2-4-2-16,-3 2 2 0,3-1 4 0,-2 0-2 16,-1 3 1-16,1-4 5 0,-1 1-6 0,1 0-3 15,-1 0 2-15,1-1-5 0,-5 2 5 16,2-3-6-16,-5 1 13 0,9 0-7 0,-2 0 4 0,1 1-3 15,-1-3-1-15,2 2 0 0,1-1-1 0,-1 1 0 16,-2 0 3-16,1-1-1 0,-1-1 0 0,2 2-1 16,2-3 0-16,-4 1 1 0,3 2 0 0,-2-2-1 15,1-1 0-15,-1-1-4 0,3 0 5 0,-1 2-3 16,-1-1 2-16,0 0 0 0,-1 1 2 0,0 0-1 16,3-2 3-16,-1 2-3 0,2-1-3 0,-6 0 5 15,4 0-2-15,1 0-4 0,-3-1 2 0,2 1-2 16,-1-1 6-16,1 1 0 0,0-3-9 0,0 3 3 15,-2-2 3-15,-2 0-1 0,4 1-1 0,0-3-2 16,-3 3-1-16,5-2 7 0,-3 2-4 0,-1 0 1 16,8-2 0-16,-9 1-1 0,3 1-2 0,0-1 8 15,-1-1-5-15,0 0 4 0,-2 1-9 0,2 0 16 16,-3-1-12-16,3 1-4 0,-2-1 2 0,-2-1-2 16,2 0 4-16,2 1 2 0,-3 0 0 0,0-2-7 15,3 0 4-15,-3 0 2 0,0 0 1 0,3 0-1 16,-3-1-2-16,1 1 3 0,-2 0 1 0,1-1-2 15,1-1 4-15,1 1-8 0,-1-2 6 0,-1 4 0 16,2-3 3-16,-2-3-1 0,1 7-8 0,-5-7 5 16,5 3 9-16,-2 2-15 0,-2-4 7 0,2 3-6 15,1-2 5-15,-4 2-2 0,4-1-1 0,-3 0-1 16,1-1 1-16,-4 1-1 0,4-3 4 0,3 2 0 16,-3 1-1-16,0-2 1 0,1 2 2 0,1-1-6 15,0-4 4-15,-1 2-5 0,-1-1 1 0,1 2 3 16,1-2-7-16,1-1 6 0,-2 2-2 0,1-1 1 15,0-1 0-15,0 2-1 0,-2-4 0 0,-1 5 15 16,2-4-7-16,5-3 1 0,-10 3-4 0,6-3-7 16,-4 5 6-16,2-2-4 0,-1 1 5 0,0 1-6 15,-3 3 3-15,-1-4 6 0,1 1-11 0,1 1 1 16,2 0 4-16,-2-3 0 0,-3 4 0 0,5-1 0 16,-8 2-1-16,5-1 2 0,-2 0-1 0,3-2 0 15,-3 0-3-15,4 0 0 0,-5 1 4 0,5 0 1 16,-5 0-2-16,3 3 0 0,2-5 0 0,-2 1 3 15,-3 2-10-15,2 0 9 0,-2 0 1 0,-2-1 0 16,4-2-2-16,-4 2 0 0,3-1-1 0,1 2 2 16,-5-3-2-16,1 1 0 0,-1 1-2 0,1-3-1 15,3 0 4-15,-4 2 1 0,2-1-2 0,-2 1 3 16,1-3-6-16,2 3 5 0,-3-1 2 0,1 0-2 16,0-1 1-16,2-2-1 0,-4 3-5 0,4-1 4 15,-2-4 2-15,0 7-3 0,-1 0 3 0,1-3 0 16,-2 1-5-16,-1 2 6 0,4-3 5 0,-2 2-1 15,-1-1 1-15,1 1-9 0,-3-2-1 0,4 0-4 16,-4 0 7-16,0 2-1 0,0-2-1 0,2-4 0 16,-2 4 3-16,1-3 5 0,-1-1-7 0,-3 4-4 15,2 0 5-15,1-2 0 0,3-3 0 0,-5-1 0 16,0 3-2-16,2-2 1 0,4 1-2 0,-5 4 2 16,1 0-3-16,3-3 3 0,-3 3 1 0,0-3-2 15,-1 4 1-15,2-1-1 0,2 1 2 0,-3-3-2 16,2-4 1-16,-2 6 2 0,0 2 0 0,1-4-6 15,-3 4 5-15,2-2-2 0,-3-4 5 0,-1 6-5 16,4-6 4-16,0 5-4 0,-4-5-1 0,0 0 3 16,3 4 1-16,-2-1-10 0,4-2 10 0,-4 1-1 15,0 0 1-15,-2-2 2 0,1 1-5 0,-1-1 1 16,1 4-2-16,0 0 2 0,-2-6 1 0,-1 8 3 16,3-3-3-16,-1-1-1 0,-2 0-3 0,-1 1 15 15,4 1-12-15,-4-4-5 0,1 5 6 0,1-1 0 16,0-4 1-16,-3 5-3 0,1-2 0 0,3-1 0 15,-4-1 3-15,1 3-3 0,0-4-1 0,0 6 2 16,-1-6 5-16,-1 1-8 0,2-1 5 0,0 0 1 16,1 4-1-16,-1-2-2 0,0 2-3 0,-1-1 1 15,-1 0 2-15,2 1-1 0,0 2 0 0,-1-2 4 16,-1-4-2-16,2 6-1 0,-4 0 2 0,3-2 5 16,-1 0-9-16,1 0 12 0,-1 1-7 0,-2-2 1 15,3 4-7-15,-1-3 0 0,-1 1 4 0,0 1-1 16,2-2-2-16,-3 2-4 0,1-2 2 0,0 0 6 15,3 2-3-15,-8-3-6 0,7 2 6 0,-4-1 1 16,0 2 2-16,5 1-5 0,-7-7 1 0,1 1 3 16,0 3-3-16,0 2 6 0,3-1-6 0,-5-1 3 15,3 1 0-15,0 2-1 0,-4-3 7 0,2-1-8 16,3 4-1-16,-4-6 1 0,3 9 7 0,-4-7-7 16,1 1 0-16,2 4 0 0,-1-7 0 0,0 8 1 15,3-4-3-15,-2 3 4 0,-2-1-11 0,4-1 10 16,-3-1 5-16,0 1-4 0,-1-2 2 0,1 2-3 15,-2-2-3-15,4 2 1 0,-3 0 4 0,-1-2-5 0,4 2 2 16,-3 4 2-16,0-8-6 0,-3 4 1 16,4-3 7-16,0 1-1 0,-2-1-3 0,0 1 1 15,4 3 0-15,-6-3 0 0,5 5 4 0,-4-3-8 16,1-3 5-16,2 6-4 0,-1-3 0 0,-2-1 7 0,2 3-3 16,-1-3-1-16,-2 3 5 0,2 0-6 0,0 0-1 15,1-1 2-15,-5 2-4 0,4 0 0 0,2-1 5 16,-7 0-1-16,3-1 2 0,0 2 2 15,0-2-8-15,3 1 6 0,1 2 9 0,-3 0-10 16,2-1-2-16,1 1 0 0,-3-1-2 0,1 2 2 0,2-4-4 16,-1 4 5-16,0-2-1 0,0 0 6 0,-1 2-6 15,2-2-3-15,-1 2 5 0,1 0 0 16,0-2 3-16,-1 3 5 0,1-3-10 0,2 2-3 16,-5-1-7-16,3 2 6 0,-2-1 1 0,3-2 8 15,-5 3-7-15,4-3 2 0,-1 3 1 0,1-2 2 0,-2 1-4 16,2 1 6-16,-3 0-2 0,2 0-5 0,-2 1 0 15,2-2 3-15,-3-1 0 0,2 3 1 16,0-3-2-16,0 2 1 0,0 0-2 0,-1-2 2 16,0 2 5-16,2-2-4 0,-1 1-3 0,0 1-3 15,-1-1 3-15,3 1 3 0,-1-1-9 0,0 1 5 0,1 0-1 16,-3 0 1-16,3-1 8 0,-1 1-5 0,1 0 0 16,0 1 3-16,-1 0-4 0,0-1 0 0,1 1 0 15,-4-1 0-15,4 1 3 0,-4-1 0 16,3 0-1-16,0 0-6 0,-2-1 2 0,2 4 3 15,-2-2-1-15,1-2-11 0,-1 1 13 0,1 0-1 0,-1 0-2 16,0 2 3-16,2-2-3 0,-7 0-3 0,4 0 7 16,0 2 0-16,3-1 2 0,-3 2-4 0,1-4 0 15,-2 2-1-15,4 2 1 0,-2-3-1 16,1 1-2-16,-1-1 8 0,0 1-7 0,2 0 13 0,-3 2-15 16,3-1 16-16,-2-1-15 0,2 0 3 0,-1 0 1 15,0 1-5-15,-1-2-6 0,2 0 7 0,0 2-2 16,-1-1 5-16,0 1 1 0,2-2-2 0,-1 5-2 15,12 0 3-15,-23-9-4 0,12 4 3 0,0 3 1 16,-2-5-1-16,2 4-1 0,-2 1-2 0,0-2 4 16,2 2-1-16,-4-2 1 0,3 0-1 0,-3 0-2 15,1 3 0-15,14 1 2 0,-30-2-3 0,17 0 5 16,-6-2-2-16,4 2 2 0,0 1 10 0,-3-2-12 16,0 2 0-16,2-1-2 0,0-1-2 0,1 3 6 15,-2 0-3-15,17 0-1 0,-27-1 1 0,11 1 0 16,2-2 4-16,-2 0-6 0,16 2 4 0,-27-1-7 15,16 1 2-15,11 0 2 0,-27 0-1 0,16 1-1 16,11-1 8-16,-26 4 1 0,15-4-4 0,11 0-1 16,-23 1 0-16,12 1 1 0,11-2-1 0,-27 0 2 15,12 1 0-15,15-1-1 0,-26 3 1 0,14-2-4 16,-3-1 1-16,1 3 18 0,2-2-21 0,-3 0 1 16,2 2 4-16,-2-1-1 0,1-1-2 0,-2 1 2 15,-1-1 0-15,-2 1 0 0,6 3 1 0,-2 0 9 16,-3-3-10-16,-1 2-8 0,0 0 7 0,1 2 7 15,-1-1-5-15,0-2-1 0,0 1 5 0,-1 4-5 16,2-5 2-16,-1 2-3 0,-1 2 0 0,-1-2-3 16,-2 1 8-16,4 2-6 0,-1-1-1 0,-1 0 3 15,1 1-1-15,2 1 1 0,-1 0-3 0,0-1-5 16,0 1 10-16,0 0-11 0,4 0-18 0,-4 1-50 16,4 1-32-16,3-4-36 0,0 4-37 0,-1-2-45 15,-3 2-36-15,9 0-252 0,-3-1-559 0,4 2 248 16</inkml:trace>
  <inkml:trace contextRef="#ctx0" brushRef="#br0" timeOffset="-31541.23">18836 13770 10 0,'0'0'102'0,"11"-10"5"0,-8 6 11 0,-1-1 10 16,0-1 6-16,0-1 13 0,0-1 8 0,-1 2 6 15,4-6 6-15,-3 2-1 0,-1-1 6 0,0-1 3 16,1 1 6-16,-2 1 3 0,0-1 0 0,1 1 5 16,-1-1 17-16,2 1 8 0,-2 1 17 0,0 2 11 15,0-1 5-15,0 1 0 0,0 1-6 0,-2 1-11 16,2 0-13-16,0 1-14 0,-1 0-11 0,1 4-24 15,0-5-19-15,0 5-19 0,-2-5-9 0,2 5-17 0,0 0-13 16,0 0-7-16,0 0-8 0,0 0-7 16,2 19-3-16,1-9-12 0,-2 2-5 0,3-1 0 15,0 6-9-15,2 0-7 0,-2 0-4 0,4 1-2 0,-3-2-6 16,-1-2-2-16,0-2-19 0,1 1-18 0,-1-1-28 16,1 0-30-16,0-1-15 0,-2 0-29 0,1-4-19 15,-2-1-27-15,3 1-10 0,-2-1-12 0,-2-1-16 16,1-2-11-16,0 1-22 0,-2-1-32 0,0-3-44 15,0 0-25-15,0 0-285 0,0 0-674 0,0 0 299 16</inkml:trace>
  <inkml:trace contextRef="#ctx0" brushRef="#br0" timeOffset="-31256.85">18813 13567 76 0,'-3'-6'290'0,"0"1"-8"0,3 0-4 15,-1 1-13-15,1 4-9 0,0-8-12 0,-2 3-15 16,2 5-21-16,2-5-12 0,-1 2-23 0,5 0-16 0,-2-1-17 16,1 3-15-16,2-2-13 0,4 2-12 0,1-2-6 15,2 3-11-15,2 0-10 0,3 0-9 16,-2 0-7-16,4 0-3 0,1 0 7 0,-4 0-24 0,1 2-7 15,-1-1-25-15,-2 0-14 0,-4 0-28 0,0-1-17 16,1 0-22-16,-5 2-25 0,0-2-29 0,-3 1-30 16,-1 0-25-16,-4-1-22 0,6 3-21 0,-6-3-189 15,0 0-452-15,0 0 200 0</inkml:trace>
  <inkml:trace contextRef="#ctx0" brushRef="#br0" timeOffset="-31069.35">18912 13670 194 0,'0'0'255'0,"0"0"-15"15,0 0-13-15,0 0-20 0,0 0-19 0,0 0-18 16,0 0-19-16,0 0-16 0,0 0-10 0,20-7-16 16,-13 6-8-16,0 0-14 0,4 1-18 0,1 0-38 0,2 0-40 15,1 1-50-15,-3-1-50 0,4 1-47 16,1 1-170-16,-4-2-354 0,4 3 157 0</inkml:trace>
  <inkml:trace contextRef="#ctx0" brushRef="#br0" timeOffset="-30554.27">19116 13706 170 0,'0'0'197'0,"0"0"-14"0,0 0-8 16,0 0-9-16,0 0-12 0,0 0-13 0,0 0-11 15,0 0-5-15,0 0-10 0,0 0-9 0,16 5-11 16,-11-5-7-16,-5 0-10 0,10 4-7 0,-6 0-2 16,-1-2-9-16,4 1-8 0,-3-1-6 0,-1 1-3 15,2 1-6-15,-1-2-1 0,2 2-5 0,-1-1-7 16,1 0 4-16,-4 1-5 0,3-1-3 0,-2 1 1 15,4-2-5-15,-4 2-5 0,-2-1 1 0,2-1 1 16,1 2-1-16,-1 0 5 0,-3-4-1 0,4 5-4 0,-4-2-1 16,0-3 8-16,3 6-12 0,-3-3-2 0,0-3 3 15,0 0-2-15,2 6-3 0,-2-6 2 16,0 0-1-16,-2 4 3 0,2-4 1 0,0 0 7 16,0 0 9-16,-4 3 10 0,4-3 10 0,0 0 8 0,0 0 6 15,0 0 3-15,0 0 14 0,0 0 6 0,0 0-1 16,0 0 3-16,0 0-5 0,0 0 6 0,0 0-10 15,-10-8-2-15,10 8-3 0,0-4-7 0,0 4-5 16,1-7-6-16,-1 7-1 0,5-5-1 0,-3 3-13 16,0-2-2-16,2 2 0 0,-2-4-8 0,1 4 5 15,1-2-10-15,0 1-1 0,-1 1-4 0,-3 2-5 16,4-5 12-16,2 1-20 0,-4 1 0 0,1 1-6 16,-3 2-4-16,5-4-10 0,-5 4-6 0,7-3-12 15,-4 1-12-15,-3 2-19 0,4-3-22 0,-4 3-31 16,4-1-31-16,-4 1-42 0,6-3-39 0,-6 3-33 15,6-1-228-15,-6 1-531 0,7-1 236 0</inkml:trace>
  <inkml:trace contextRef="#ctx0" brushRef="#br0" timeOffset="-29885.14">19423 13730 159 0,'0'0'195'0,"-10"5"-15"0,8-2-9 0,-2 1-9 0,-1 1-14 16,1 0-11-16,-1 0-18 0,4 0-9 0,-2 0-13 16,-2 1-3-16,4 0-8 0,-1 0-5 0,2 2-7 15,-1-2-7-15,2 0 0 0,1 1-10 16,3-1-3-16,-4 1-4 0,2 0-7 0,1-3-4 0,3 1-5 15,0 0-1-15,-4 0-2 0,9-4-3 0,-7 1-2 16,3-2-3-16,-2 2-3 0,-6-2-4 0,12-2 7 16,-12 2-7-16,8-2-4 0,-2 0-1 0,-3-4-2 15,-2 2 1-15,0-2-1 0,1 1 0 0,-2-2 2 16,0 2 7-16,-2-2 8 0,1 0 10 0,-2 0 4 16,0-2 9-16,1 2 6 0,0 2 5 0,-2-2 1 15,3 1 1-15,-1 1 1 0,1-1-2 0,-2 2-2 16,3 4-7-16,0-7-4 0,-3 4-5 0,3 3-8 15,0 0 0-15,0-7-2 0,0 7-7 0,0 0-1 16,14 4-5-16,-8 0 0 0,-1 0-1 0,3-2-6 16,0 6 0-16,-1-2-2 0,0-1 0 0,1 3-4 15,0-1-4-15,-4 0-4 0,3 2-3 0,3-1 2 16,-5 0-1-16,-1-2-3 0,0 0-4 0,-1 1 2 16,0-1-2-16,0-1 7 0,-2 1-6 0,3-1 4 0,-4-4 0 15,0-1-1-15,2 6 5 0,-2-6 1 16,3 5 7-16,-3-5 1 0,0 0 4 0,0 0 12 15,0 0-1-15,0 0 4 0,0 0 6 0,0 0 3 0,0 0 9 16,2-13-5-16,-1 6 5 0,2 2 0 0,-2-1-1 16,3-1 5-16,-1 0-4 0,1 1 3 0,0-1-9 15,0 3 0-15,2-3 9 0,-1 0-19 16,-1 3 0-16,3-1-3 0,-1 1-3 0,0 0 5 0,-2 1-7 16,0-1-5-16,2 2 7 0,1-1-18 0,-7 3 1 15,5 0-2-15,-5 0 3 0,12 3 24 0,-9 1-33 16,1-2-3-16,-2 4-10 0,3-3-12 0,-2 1-15 15,1 1-17-15,-3 2-13 0,4-2-10 0,-2 1-19 16,0 1-15-16,0-1-12 0,-2 0-28 0,0 1-22 16,2-2-28-16,1 0-17 0,-1 0-26 0,0 1-199 15,2-4-485-15,-4 0 215 0</inkml:trace>
  <inkml:trace contextRef="#ctx0" brushRef="#br0" timeOffset="-29533.85">19823 13592 119 0,'-1'-7'255'16,"1"2"0"-16,0-1-10 0,-2 1-12 0,2 0-1 15,0 0-13-15,2-2-5 0,-2 7-6 0,0-6-12 16,0 2-10-16,0 4-17 0,0-6-14 0,0 6-21 0,1-3-18 15,-1 3-14-15,0 0-12 0,0 0-9 16,0 0-9-16,0 0-7 0,0 16-10 0,0-8 0 16,-1 2-9-16,1 1-6 0,0 1-1 0,0 5-3 0,1 1-8 15,-2-1-1-15,1 1-5 0,0 1 3 0,1 3-8 16,-1-4 2-16,2 0-1 0,-1 1-1 0,0-2-4 16,2-1-2-16,1-2-2 0,-2-1 1 0,2 0 0 15,0-1-3-15,5 0-4 0,-5-1-8 0,3-3-8 16,0 2-24-16,1-5-25 0,0 0-28 0,-2 0-31 15,2-3-39-15,-4-1-35 0,5-1-30 0,-9 0-34 16,11-3-189-16,-7 1-485 0,1-3 215 0</inkml:trace>
  <inkml:trace contextRef="#ctx0" brushRef="#br0" timeOffset="-28864.73">19848 13740 238 0,'-4'-5'239'15,"4"5"-16"-15,0 0-22 0,0-5-19 0,0 5-18 16,0 0-16-16,9-1-15 0,-9 1-11 0,0 0-14 16,15 4-8-16,-11-3-15 0,6 2-5 0,-5-1-10 15,5 2-6-15,-2 0-6 0,3 1-7 0,-3 0-5 16,0 1-4-16,-1 1-3 0,4-1-3 0,-6-1-7 0,-1 1-3 16,5 1-3-16,-4 0-1 0,0-1-6 15,-1-1 0-15,-1 0-4 0,1 0 2 0,-1 0 2 16,0 1-7-16,-2-4 0 0,2 2 2 0,-2 0-5 15,3 1 4-15,-4-5-6 0,1 4 0 0,2-3 1 0,-3-1 0 16,4 4-2-16,-4-4 0 0,4 1 2 0,-4-1-3 16,0 0 2-16,10 1-2 0,-10-1 2 0,11-1-1 15,-11 1-1-15,11-2 4 0,-4 0-4 0,-2 0 4 16,4 0-3-16,1-2-2 0,-2-1-1 0,3 3 2 16,-4-3-2-16,1 3 4 0,0-5-1 0,0 2 0 15,-1 1-2-15,0-1 4 0,-3-1 6 0,0 3 11 16,0-1 16-16,2-1-1 0,-4 3 3 0,1-3 9 15,-3 5-3-15,1-3-5 0,1-1 0 0,-2 4-11 16,0 0-3-16,-3-5-4 0,3 5-2 0,0 0-1 16,0 0-3-16,0 0-4 0,-20 7-2 0,14-4-1 15,2 2-1-15,0 0-5 0,0 0 4 0,-3 1-1 16,3 0-7-16,4 0 2 0,-3 0-2 0,2 3-1 16,1-3 2-16,1 0 0 0,2 1 1 0,1-1-2 15,0 1-1-15,3 0 2 0,-3-2-1 0,2 1-3 16,-1-3 3-16,2 2-2 0,1-2 1 0,0-1-3 15,-1 0 3-15,0-2 1 0,2 0-3 0,-2-2 3 16,1 2 3-16,-1-3-3 0,0 3 0 0,-2-2 2 16,1 1 9-16,-2-2 15 0,3 1 11 0,-3 0 11 0,1 0 4 15,-5 2 6-15,8-4 0 0,-8 4-13 16,3-2-2-16,-3 2-6 0,6 0-4 0,-6 0-2 16,0 0-5-16,9 1-2 0,-4 3-5 0,1-2-3 15,-3 2 2-15,2 1-1 0,1-2-3 0,-1 4-4 0,0-2 3 16,2 0-6-16,1 0-1 0,-4 0-1 0,2 0 6 15,-1 0-4-15,-1-1-3 0,2 0 5 0,-4-2-3 16,1 2 5-16,0-2-11 0,-3-2 3 16,4 2 0-16,-4-2-32 0,0 0-27 0,0 0-31 0,0 0-37 15,0 0-44-15,0 0-61 0,-12-12-70 0,8 6-196 16,-2-2-535-16,-3 1 236 0</inkml:trace>
  <inkml:trace contextRef="#ctx0" brushRef="#br0" timeOffset="-7869.9">21420 13836 146 0,'-2'-7'329'0,"0"0"11"16,1 1-21-16,-1 0-6 0,1 0-16 0,1 0-6 0,-3 2-15 15,1-1-26-15,2 5-23 0,-2-6-34 0,1 3-18 16,1 3-20-16,0 0-15 0,0 0-17 0,0 0-12 16,-10 7-8-16,9 0-17 0,-1 2-6 0,-5 2-8 15,5-2-11-15,-1 3 2 0,2 1-11 0,-2-2 2 16,3 2-8-16,-1 1-6 0,1-2-3 0,1 1-1 15,1-2 0-15,0 1-6 0,1-1 4 0,0 1-5 16,3-2 0-16,-1 0 4 0,3-2-8 0,0 0 0 16,4-2-3-16,-1 0-3 0,1 0 5 0,3-3-11 15,-1 0 11-15,-2-2-2 0,0-1 7 0,3-1-9 16,-5 0-7-16,-1-3-1 0,2 1-4 0,0-3 8 16,-3 1-4-16,3-3 1 0,-7 3 1 0,4-4 1 15,-3 0-3-15,-1-1-2 0,0-1 2 0,-3 1 4 0,1 0-10 16,0 0-2-16,-2-2 15 0,0 1-17 0,0 3 2 15,0-1 7-15,-2 3-29 0,2-1-21 0,-2 0-13 16,1 2-38-16,1-2-26 0,0 3-36 0,0 4-46 16,-2-5-60-16,2 5-53 0,0 0-38 0,7-3-226 15,-7 3-622-15,0 0 276 0</inkml:trace>
  <inkml:trace contextRef="#ctx0" brushRef="#br0" timeOffset="-7501.88">21761 13833 230 0,'0'0'240'0,"0"0"-28"0,0 0-21 0,0 0-17 16,0 0-14-16,0 0-13 0,-1 13-16 0,1-7-9 16,0 1-12-16,1 5-11 0,-1 1-6 0,3-4-8 15,1 2-10-15,-2 2-5 0,0-1-8 0,1-1-4 16,-1 1-5-16,0-1-5 0,2-3-6 0,-1 3-1 0,1-3-8 15,-3-2 1-15,2-1 7 0,-2 0 10 16,2 1 24-16,-3-2 30 0,3-2 26 0,-3-2-1 16,0 0-3-16,0 0-1 0,12-6-5 0,-8-1-2 0,4 1 1 15,-4-3 8-15,3 0-4 0,0-2 5 0,-1-1-5 16,0 2 0-16,1-3-2 0,-1 1-10 0,1 5-5 16,0-5-10-16,0 3-6 0,-1 0-6 0,1 3-3 15,-3-2-17-15,-1 6-6 0,-1-2-16 0,3 1-1 16,-5 3-4-16,7 0-14 0,-7 0-3 0,7 6-20 15,-3-4-16-15,0 6-26 0,3-1-16 0,-3 4-17 16,4-1-25-16,-4 1-17 0,3 1-18 0,-2 1-18 16,0 0-22-16,0-2-29 0,2 2-41 0,0-1-41 15,0-1-49-15,-1-1-224 0,1-1-604 0,-3 0 267 16</inkml:trace>
  <inkml:trace contextRef="#ctx0" brushRef="#br0" timeOffset="-7083.68">22142 13918 34 0,'0'0'219'0,"0"0"-11"0,0 0-18 0,-2-3-11 16,2 3-15-16,0 0-13 0,0 0-12 0,0 0-7 15,0 0-12-15,0 0-10 0,0 0-8 0,9-3-12 16,-9 3-8-16,15 0-8 0,-15 0-7 0,15 0-5 15,-7-1-6-15,7 0-8 0,-4-2-4 0,0 1-4 16,1 0-3-16,-1-1-2 0,-2 0-5 0,0-2-2 16,3-1-3-16,-3 0 0 0,1-2-5 0,-2 3-2 15,2-3-2-15,-4 1 0 0,1-2 5 0,-4 1 11 16,-2 0 18-16,2 2 13 0,0 0 10 0,-2-1 1 16,-1 1 1-16,-1 0-7 0,-2 1-6 0,0-1-6 15,-1 1-4-15,-1 3-7 0,-2-1 3 0,-5 2-12 16,4 1 1-16,-3 2-8 0,-3 1 4 0,3 1-12 15,-2 0-3-15,-1 5-1 0,3-3-1 0,-2 7-3 0,4-5 15 16,1 5-14-16,0-1-5 0,4-2-2 16,4 3 1-16,0 0-3 0,3 0 8 0,-2 1-13 15,7-3-6-15,0 1-11 0,6 0-22 0,0 0-24 16,1-1-36-16,5-3-29 0,-1-3-46 0,3 1-35 0,8-4-24 16,0 0-203-16,-9-2-473 0,9-3 209 15</inkml:trace>
  <inkml:trace contextRef="#ctx0" brushRef="#br0" timeOffset="-6916.81">22670 13881 170 0,'-5'-6'193'0,"-1"5"-6"0,6 1-14 15,-13 1-6-15,3 0-10 0,2 2-10 0,-4 0-9 16,2 1-13-16,-4 0-10 0,2 3-12 0,0-1-7 16,-3 2-11-16,4 1-10 0,0-2-5 0,-4 4-7 15,0-1-6-15,6-1-6 0,-1-1-7 0,2 1-5 16,-1-2-17-16,1 1-31 0,-1-1-37 0,5-2-42 15,0 0-36-15,1 0-52 0,3-3-130 0,-3 1-331 16,3-3 146-16</inkml:trace>
  <inkml:trace contextRef="#ctx0" brushRef="#br0" timeOffset="-6733.78">22466 13902 80 0,'0'-5'269'0,"0"5"-23"16,0-7-25-16,0 7-24 0,0 0-22 0,0 0-13 15,0 0-17-15,0 0-13 0,0 0-11 0,5 13-11 0,-2-6-9 16,1 0-11-16,-1 1-8 0,1 1-11 0,2 2-4 16,-1 0-8-16,4 0-7 0,-2 0-8 0,4 3-25 15,0-5-35-15,3 3-44 0,-2-6-48 16,0 4-44-16,1-7-48 0,-1 2-119 0,1 0-343 0,-1-3 152 16</inkml:trace>
  <inkml:trace contextRef="#ctx0" brushRef="#br0" timeOffset="-6499.19">22765 13944 172 0,'0'0'166'0,"0"0"0"0,-7 9-2 0,5-5-2 15,-2 6-9-15,-2 0-3 0,5 3-5 0,-2 0-9 16,-1 6-11-16,0 8-9 0,-3 0-6 0,6 0-13 16,-6 5-4-16,0-1-13 0,2-2-6 0,1 3-13 15,-2-1-1-15,2-2-2 0,-1-1-3 0,-2-1-11 16,4 0-1-16,-1-6-5 0,3-3-4 0,-2 0-5 15,2-6 1-15,-3-1-4 0,2-2 0 0,2 2-6 16,-3-6-1-16,3-3-5 0,0-2-27 0,0 0-30 16,0 0-37-16,0 0-52 0,0-19-54 0,3 7-183 0,-1-6-400 15,2 0 177-15</inkml:trace>
  <inkml:trace contextRef="#ctx0" brushRef="#br0" timeOffset="-6248.27">22656 13908 274 0,'-2'-13'278'0,"-5"2"-3"0,6-2-5 0,-1 5-19 16,2-3-17-16,0 5-16 0,0-1-23 0,3 1-20 0,5 0-20 15,-4 2-17-15,6 4-11 0,2-1-10 0,4 1-12 16,-5 3-16-16,8 4-6 0,0-1-10 0,-2 2-8 16,0-1-5-16,-4 6-7 0,1-3-5 0,-4 0-5 15,-3 1-12-15,1 0-6 0,-1 1-6 0,-5 1-16 16,0-2-6-16,-4-1-4 0,0 1-6 0,0 0-1 15,-6-1-11-15,1-1-3 0,-1-1-11 0,-2 0-20 16,0-2-19-16,-4 1-18 0,3-1-26 0,0-2-34 16,2-1-24-16,-3-1-45 0,5 1-169 0,-1-1-425 15,-2-1 188-15</inkml:trace>
  <inkml:trace contextRef="#ctx0" brushRef="#br0" timeOffset="-5462.04">22871 14062 53 0,'7'0'206'0,"-7"0"-7"0,11-2-13 15,-11 2-3-15,15-2-7 0,-10-2-7 0,4 2-11 16,0-2-10-16,3 0-9 0,-2-3-5 0,-2 2-5 0,4-1-2 16,-1-3-9-16,1 1-11 0,-2-2-9 0,2-3-10 15,-2 2-4-15,1-2-9 0,1-3-7 16,-1 1-8-16,-2-1-5 0,2-4-5 0,0 0-7 15,1-5-5-15,-5-2 5 0,2 7-10 0,-2 1-2 0,-4 0-4 16,1-2-3-16,0 1-2 0,-4 2 0 0,0 4 0 16,3 2-1-16,-3 4-1 0,0-1-4 0,0 2-5 15,0 2-3-15,0 1 0 0,0 4 2 16,-8 0-5-16,8 0-2 0,-13 10 1 0,1 1-1 0,4 2-2 16,-3 4 1-16,-6 6-3 0,3 1 4 0,-1 1-1 15,5 1-3-15,-2-1 3 0,1 4-3 0,3-5-1 16,1 2 2-16,1-5 0 0,3-2-1 0,0 0-1 15,2-1 0-15,1 0 4 0,3-2-2 0,-3-8-1 16,2 5 1-16,3-4-1 0,-2 0 0 0,6 0-1 16,-3-4 1-16,7-2 2 0,-3 0-1 0,1-3 2 15,1-2 2-15,2-1-2 0,-3 0 2 0,3-1-3 16,-1-4 0-16,2 5-2 0,-4-5 2 0,-3 4 2 16,6-1-2-16,-9 2-2 0,6-3 3 0,-7 4-1 15,4 0 0-15,-5-1-3 0,4 2 2 0,0 1-3 16,-7 0-1-16,0 0-2 0,9 4 2 0,-9-2 2 15,0-2-1-15,4 10 3 0,-1-7-5 0,0 4 2 16,0 2 0-16,-2-3 2 0,0 2-4 0,5-2 9 16,-2 1-8-16,2 0 4 0,-3 0-3 0,3-2 1 0,1-1 0 15,-2-1 0-15,1 0 0 0,0 0 1 16,-2-3 1-16,3 1-1 0,0-1 1 0,-7 0 2 16,13-1-1-16,-6-2-2 0,0-1 3 0,-1 0 1 0,-1 1-1 15,4-2-1-15,-3-1 1 0,-1-1-1 0,2 2-1 16,0-2 3-16,-2 3 1 0,-2-2-2 0,3 3-3 15,-1 1 8-15,-1-1-6 0,0 2 0 0,0-4-2 16,-4 5-1-16,8 0 4 0,-8 0-1 0,9 5-1 16,-5-2-2-16,0-1 2 0,1 1-4 0,-1 3 2 15,0-1-1-15,2 3 4 0,-1-1-1 0,-1-2-1 16,-1 2 1-16,2-1-1 0,-1 1-1 0,-1-1 0 16,1 4 1-16,-1-6-1 0,0 0 4 0,0-1-3 15,-1 1 1-15,-2-4-2 0,2 4 7 0,-2-4 4 16,2 2-5-16,-2-2 1 0,0 0-2 0,0 0 3 15,0 0 13-15,-2-13 0 0,0 9 6 0,2-2 5 16,0 0 3-16,0 0-5 0,0-1-4 0,0-1 4 16,2 0-3-16,0 1 0 0,0-1-3 0,3-4-2 15,-1 7-3-15,2-1-3 0,-1-1-3 0,3 2-10 16,-2 2-14-16,0-4-31 0,1 3-26 0,4 0-36 16,-1 4-35-16,-2-2-49 0,-1 2-38 0,2 1-236 15,-1-1-502-15,-1 3 223 0</inkml:trace>
  <inkml:trace contextRef="#ctx0" brushRef="#br0" timeOffset="-4843.47">23672 14063 162 0,'0'0'208'0,"0"0"-19"16,14-5-16-16,-8 2-20 0,-1 2-14 0,4 0-9 16,-3 0-17-16,2 2-12 0,4-1-11 0,1 0-8 15,0-1-10-15,8 2-9 0,-1-1-7 0,-2 0-6 16,2-1-5-16,-4 1-2 0,-2-2-6 0,1 2-3 15,0-1-3-15,-1-1-8 0,-2-3 0 0,-4 4-3 16,2-4-3-16,0 4 2 0,-6-2 0 0,3 2-5 16,-3-1-1-16,-4 2-4 0,0-5 2 0,0 5-2 15,0 0 4-15,0 0 0 0,-9-6 5 0,3 5 0 16,-2 1 7-16,8 0-8 0,-15 2 0 0,8 1-2 16,-1 1-2-16,2 0 1 0,-1-2-2 0,0 2 0 15,1 1 1-15,1 1-1 0,1-3-2 0,1 2-1 16,3 4-1-16,0-2 1 0,4-2-3 0,1 1-1 15,2 0-2-15,2-1 1 0,0 2-1 0,3 0-6 16,3-2-10-16,3-1-5 0,-2 1-6 0,-1-2-1 0,0-3 2 16,0 3 4-16,-1-1 1 0,-1-2 1 0,-2 0 6 15,2-2-3-15,-5 1 8 0,0 1 10 16,0-3 15-16,-4 2 4 0,-4 1-3 0,7-3 0 16,-7 3 2-16,0-3-5 0,0 3 2 0,0 0 0 0,0 0 0 15,0 0 0-15,-23 5-2 0,17-3 3 0,-2 1-4 16,0 1 0-16,4 1 4 0,-2-2-6 0,-2 6 1 15,4-4 5-15,-1 1-3 0,1 0 2 0,2 1-2 16,0-2 2-16,2 0-1 0,2-2 1 0,-2 3-2 16,3-5 2-16,3 2-1 0,0-2-6 0,4-1 3 15,-2 0-5-15,3-3-6 0,0 1-24 0,1-4-31 16,0 0-42-16,1 0-49 0,3-7-57 0,-7 4-179 16,5-4-409-16,-5-1 181 0</inkml:trace>
  <inkml:trace contextRef="#ctx0" brushRef="#br0" timeOffset="-2601.54">21779 12623 53 0,'-30'-24'110'0,"-1"1"0"0,-13-7-11 0,12 10-1 16,-21-8-6-16,-6 5-1 0,6 0-4 0,-8 0-5 15,1 3-3-15,-4 2-1 0,-4 1-4 0,4-1 6 16,-4 3-5-16,0-2-5 0,0 2 3 0,0-2-6 16,3 3 1-16,-4 0-6 0,-28-5 0 0,34 9 0 15,1-2 0-15,1-1-2 0,-2 4 1 0,0-3-2 16,2 1-8-16,0 3-2 0,3-3-5 0,-1 2-1 16,3 0-5-16,1 2-3 0,-1 0-1 0,4-1-3 15,15 3-3-15,-6 2 0 0,4-2-4 0,-19 0-5 16,20 2 3-16,-5-1-6 0,5 0 1 0,-2 1-3 15,2 2 0-15,0-2 3 0,-3 2-11 0,3 4 10 16,-4-3-6-16,4 1 0 0,1-1-1 0,-1 4-3 0,-2-1-1 16,1 0 3-16,4 0-3 0,-2 2-1 0,3 2 1 15,0 0-2-15,-4 1-2 0,3 0 3 16,-1 0-2-16,1 2 0 0,1-2-1 0,-4 3 2 0,-1 1 1 16,-1 0-2-16,3 1 0 0,1-2-3 0,-4 2-1 15,5 1 4-15,-3 0 0 0,1 0 2 0,-5 2-4 16,2-2 0-16,-7 6 0 0,9-6 1 0,1 4 0 15,0-1-1-15,0-2 6 0,2 3-8 0,-4-1 1 16,-8 9 2-16,12-8 2 0,-2 2-7 0,-1-2 6 16,4-1-8-16,-2 4 6 0,-12 1 0 0,11-3 2 15,1 1-1-15,0-1 0 0,-1 1-3 0,1 0 6 16,-1 1-1-16,2 0 1 0,-1 0 0 0,-9 9 3 16,10-9 3-16,0 3-1 0,-10 5 3 0,4 3-3 0,10-10 2 15,-6 1-2-15,3 1-4 0,-7 7 1 16,8-9 2-16,2 4 0 0,0-3-3 0,0 3 3 15,-10 6-1-15,12-6-1 0,-2-2-1 0,-7 12-1 16,11-8 2-16,-2 0-2 0,5 2-4 0,-12 6 8 0,10-8-4 16,2 1 3-16,-9 12 1 0,9-11-1 15,2 2-2-15,-8 8 5 0,11-9 2 0,-1 1 1 16,-5 2 0-16,6-3-1 0,-4 3 0 0,-5 9 9 0,6-12 1 16,1 2-2-16,0-2 1 0,-1 3-1 0,-1-1-1 15,1 0-1-15,-4 9 1 0,7-9-3 0,-9 10 0 16,8-10-1-16,0-1 0 0,-3 10 1 0,4-6-4 15,0-1 5-15,1 1-8 0,2-1 6 0,-6 8-2 16,10-8 0-16,-3 0-1 0,3 2-2 0,-1-2 1 16,3 1 0-16,-1-1-1 0,5-1 2 0,-3 3 0 15,1-2 0-15,2 1-2 0,-2-2 0 0,4-1 0 16,-4 3-4-16,5 0 1 0,-1-2 5 0,3 1-4 16,-2 2 0-16,0-2 0 0,0 1-2 0,1-1-3 15,3 1 8-15,-1 3-4 0,1-3-1 0,-1 1-2 16,2-1-1-16,-1 0 1 0,0 2 0 0,1-1-2 15,-1-4 1-15,2 2 0 0,0 0 1 0,-1-1-2 16,0 1 1-16,-1-4 5 0,4 0-3 0,-1 2-4 16,-1 0 2-16,0-3 0 0,2 0 1 0,-2 2-3 0,1-2 1 15,2 4-1-15,-1-3 3 0,-1-2-1 16,2 2-14-16,-1 1-1 0,-1-1 5 0,3-2-1 16,-2 0 1-16,2 1-2 0,-3 2 1 0,3-1 4 15,0-1-1-15,2 2 0 0,-2-4 3 0,7 2 1 0,-2-1-7 16,-1 2 12-16,4-2-7 0,-1-1-1 0,0-2 4 15,1 3-3-15,3-1 0 0,-2-2 8 16,5 2 8-16,-3-2-9 0,2 1 2 0,0-2 1 16,-2 0-4-16,5 3 5 0,0 3-4 0,-1-3 1 0,7-1-2 15,-6 0 3-15,1-1-1 0,1-2 3 0,0 2 22 16,2-1-2-16,1 1-1 0,2 0-4 0,-6-1-4 16,8-2 2-16,12 9 1 0,-16-10-3 0,7-2 3 15,-5 0-1-15,5-1-4 0,13 4 3 0,-10-5-3 16,0-1 5-16,11 3-5 0,4-1 4 0,-1-1 0 15,-15-5-10-15,14 5 14 0,-9-7 2 0,13 5 3 16,-2 1-3-16,1-5-4 0,-1 2-7 0,3 2 9 16,0-3-7-16,1 0-6 0,3 1 2 0,-2-2-7 15,5 0 6-15,0-4-7 0,4 0 5 0,-3 4-2 16,3-1 0-16,2-1-1 0,-2 2-1 0,3-4-4 16,1 2 5-16,-4 1 2 0,30-1 3 0,-33-3 7 15,5 2 0-15,0-3 3 0,2 4-4 0,0-6-5 16,25 9 3-16,-28-5 2 0,0 0 2 0,-1-5-2 15,0 5-2-15,6-3 0 0,-5-1-3 0,3 2 0 16,0-4 7-16,-1 1 2 0,0 2-5 0,0-3-1 16,1-2 6-16,1 1 0 0,25-1-5 0,-31 0-5 15,4 0 5-15,29-3-1 0,-38-1-6 0,7-2 6 16,-1-4-1-16,30-6-11 0,-32 6 5 0,2 2 6 16,30-3-2-16,-31 0 3 0,29-7 8 0,-31 8-4 15,4-3 0-15,-2-1 1 0,1-2 2 0,27-5-3 16,-28 6-4-16,1-2 1 0,1 1 0 0,26-9-8 15,-33 7 3-15,5-1-3 0,3 0 2 0,0-2 0 16,22-6 7-16,-31 4-11 0,5 1 0 0,-1-4-1 16,-1 0-2-16,25-10 2 0,-32 9 1 0,4 0-6 15,4-4 4-15,0 2-2 0,-4-3 1 0,26-15 0 16,-28 16-5-16,0-3-12 0,1-4 17 0,21-11 1 16,-27 16-1-16,4-3 2 0,-4-1-3 0,3-2-2 15,-4-1-4-15,4 3 9 0,-2-2 6 0,-1 0-8 16,-3 0-6-16,-1-3 10 0,-1 0-9 0,-2-3 3 0,1 0-1 15,0-2 1-15,-1-2 0 0,-4-1 0 0,-1-1 1 16,-3-4-2-16,0 1 3 0,-2 3-4 16,-2-4 9-16,-2 1-4 0,-2-2-1 0,17-21-2 15,-23 22 0-15,2-4-14 0,8-22 15 0,-11 24-2 16,0-4 4-16,8-24-4 0,-9 25-11 0,1-25 20 0,-5 26-3 16,0-2 1-16,6-29 0 0,-4 31-5 0,1-28 2 15,-6 26-2-15,5-29-4 0,-7 29 9 16,-1-31-7-16,1 4 1 0,-7 27 3 0,-2-25 3 15,-3 26-4-15,2-29-2 0,-10 28 4 0,0-29-2 0,-1 28 3 16,-11-31-4-16,0 4-3 0,4 25-1 0,-16-27 7 16,4 32-1-16,-17-28 1 0,-1 9-1 0,-6 2-1 15,-4 1 1-15,-5 2 2 0,-7-5-10 16,-4 4 3-16,-7-2 1 0,-8 4 2 0,-5-4-5 0,-5 9 6 16,-2 0-13-16,-15 3-6 0,-5 0-9 0,-2 3-6 15,-12 2-13-15,1 0-15 0,-3 1-10 0,-1 6-14 16,-10 0-1-16,-8 2-1 0,-5 3 0 0,-1 9 0 15,0-1 4-15,5 6-1 0,-5 5 7 16,-4 6-6-16,5 5-3 0,-1 6-14 0,1-2-8 0,3 11-9 16,6 4-18-16,5 4-16 0,-6 4-26 0,7 6-23 15,6-3-30-15,6 4-21 0,-1 6-21 0,4 3-142 16,9-1-445-16,3 3 197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1T10:26:24.88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7427 3228 203 0,'-7'-3'215'0,"2"-2"-16"0,-4 3-11 0,-1-2-15 16,0 3-10-16,1 1-18 0,-5-1-10 15,0 2-9-15,-3 4-9 0,-2 0-8 0,1 2-2 16,-3 3-8-16,1-1-5 0,-6 6-2 0,2 2 1 0,1 4 2 16,4 0-2-16,-7 1-5 0,6 1-8 0,2 2-1 15,-1 1 7-15,4 2-3 0,0-1-2 16,5 3-8-16,-3-4-1 0,9 4 1 0,-2-2-8 16,5-1-9-16,-2 4 1 0,6-5-6 0,2 3-2 0,1-4 1 15,9 1 0-15,-2-4 12 0,6-1 1 0,5 0 12 16,0-3 13-16,6-3-2 0,1 1 2 0,2-5 5 15,2 1-6-15,-2-5 0 0,4 1-5 16,-5-2-6-16,2-3 2 0,-1-1-1 0,0-4 2 0,-3 1 3 16,-2-6 6-16,-5 0 5 0,-2-1 5 0,3-6 11 15,-5 2 3-15,-4-2 13 0,0-1-6 0,3-7-5 16,-5-2-7-16,-2 0-9 0,-1-4-6 0,-1-1-12 16,-3-1-2-16,-4-1-7 0,-4-4-10 0,-1 5-7 15,-5-4-5-15,3 2 2 0,-8 0-13 0,-3-2-4 16,-2 5-2-16,-5 2-7 0,4 6 2 0,-7 0-11 15,-1 1-3-15,-3 3-13 0,-1 5-19 0,-1 1-28 16,0 2-29-16,3 3-32 0,5 3-41 0,1 2-52 16,1 1-63-16,0 2-65 0,6 2-80 0,6 5-60 15,-3-2-274-15,3 3-804 0,2-2 356 0</inkml:trace>
  <inkml:trace contextRef="#ctx0" brushRef="#br0" timeOffset="903.59">10490 1533 197 0,'-5'0'187'0,"5"0"-13"0,-15 2-21 16,8 2-1-16,-4 2-7 0,0 2 7 0,0 4 13 15,-2 2 2-15,3 4-5 0,2 0-5 0,-7 10 4 0,7 2 10 16,2 4-6-16,2-2-13 0,4 1-2 15,0 1-10-15,4-1-12 0,6-2-3 0,0 0-11 16,3-2-7-16,6 1-9 0,4-4-6 0,-4 0-8 16,6-3 13-16,-2-3-7 0,4-2 10 0,2-4-8 0,2-3 6 15,0-2-3-15,5-4 1 0,-1-5 2 16,2-5 5-16,-2 0-5 0,0-7-1 0,2-2-3 16,-3-4-2-16,0-2 10 0,-1-5 3 0,6-10-1 15,-5-8-3-15,-11 11-9 0,-1-14-9 0,1-4-7 0,-9 3-5 16,-5 10-9-16,-3 1-8 0,-6-3-5 0,-6 2 3 15,-3 2 1-15,-3 1-10 0,-11 3-32 0,3 3-3 16,-3 1-3-16,-5 0 2 0,-4 4-5 16,-3 4 1-16,1 4-4 0,0 3 1 0,-4 3-4 0,3 7 1 15,-2 2-11-15,0 2-43 0,3 4-50 0,0 5-60 16,0 4-72-16,0 6-73 0,7-1-90 0,7 7-353 16,-1 2-817-16,8 0 362 0</inkml:trace>
  <inkml:trace contextRef="#ctx0" brushRef="#br0" timeOffset="1824.55">12594 3467 171 0,'-16'11'265'0,"-9"4"-4"0,2 6-1 16,2 0-8-16,1 5-10 0,0 2 4 0,1 0-20 15,1 3-22-15,2 2-8 0,4-1-19 0,1 4-8 0,7 0-16 16,4 0-16-16,3 0-13 0,3-2-12 0,1 2 1 16,8-2-13-16,6-1 0 0,-1-4 1 0,6 1-8 15,13 3-8-15,-6-9-10 0,1-3 0 0,1-5-8 16,17 4-2-16,-14-9-12 0,3-6 0 0,-3-3-9 15,0-5 0-15,0-4-2 0,0-4-1 0,-4-2-9 16,-1-5 20-16,-2-3 20 0,-2-5-4 0,-2-3-5 16,1-16-4-16,-4 1-7 0,-11 8-3 0,-1-1 6 15,-8-1 8-15,-1-12 7 0,-8 12-3 0,-6 2-1 16,-3 3 1-16,-6 0-8 0,-3 1-3 0,-15-5-7 16,8 15-4-16,-6 3-7 0,-2 3-9 0,-4 5 1 15,-11 3-7-15,11 3-20 0,-2 7-40 0,5 3-47 16,-14 6-55-16,1 10-63 0,6 4-54 0,-3 6-74 15,5 7-81-15,6 4-265 0,-5 0-732 0,3 3 324 16</inkml:trace>
  <inkml:trace contextRef="#ctx0" brushRef="#br0" timeOffset="2726.79">10203 5455 133 0,'-8'-5'275'16,"0"2"-26"-16,-3 2-25 0,-1 2-19 0,1 4-8 15,-7 5-7-15,-1 2-2 0,-1 6 0 0,1 2 1 16,-1 8-5-16,2-3-7 0,0 7-7 0,3-3-18 16,2 3-10-16,0 0-10 0,6 3-18 0,-1 1-8 15,4 0 0-15,4-1-16 0,5 3-10 0,5-4-3 16,2 0-5-16,7-4-1 0,6 0 2 0,3-3 6 15,5-4-3-15,0-3-2 0,2-1 1 0,5-6-14 16,15-2 0-16,-18-5-8 0,8-7-2 0,8-6-6 16,1-4-3-16,-18-2 8 0,2-4 20 0,8-11 21 15,-6-7 14-15,-12 7-5 0,6-14 0 0,-4-4 3 16,-7-1-10-16,-1-1-6 0,-9 1 13 0,-10 7-8 16,-1-8-4-16,-8-1 0 0,-4 13-5 0,-14-10-9 15,-6 4-6-15,-8 6-9 0,-8 2-7 0,-2 6-8 16,-3 3-3-16,-4 7-6 0,14 5-22 0,-14 1-23 15,0 5-36-15,-1 3-59 0,16 5-49 0,-3 4-61 16,5 6-50-16,4 4-57 0,1 6-93 0,5 2-337 16,5 3-812-16,4 2 359 0</inkml:trace>
  <inkml:trace contextRef="#ctx0" brushRef="#br0" timeOffset="4667.08">7325 3538 234 0,'0'0'220'15,"0"0"-26"-15,0 0-17 0,0 0-28 0,0 0-16 16,0 0-9-16,0 0-21 0,0 0-6 0,3 15-11 16,-2-10-16-16,-1 3 1 0,3 2-6 0,-3 2-7 15,0-2-4-15,0 3-9 0,0 0-2 0,0 4-4 16,0 0-7-16,0-5 1 0,-3 5-4 0,2-3-2 16,-2 2-2-16,0-3-6 0,1-1 2 0,0-1-6 15,-3 1 1-15,2-2 0 0,1-2-2 0,-1-1-2 16,1-1 3-16,0-1 14 0,0 1 15 0,2-4 31 15,0-2 39-15,-2 4 13 0,2-4-2 0,0 0-8 16,0 0-10-16,0 0-13 0,1-13-3 0,0 5 7 16,3-2-15-16,-1-3 0 0,0 0-11 0,1-4-6 15,-2-2-5-15,3 1 3 0,-3-1-8 0,0-1 0 16,3 0 3-16,-2 0-8 0,0 2 9 0,-1 0 11 16,1 5 10-16,-3 0-15 0,3 0 6 0,1 2-3 15,-3-1-7-15,0 2-5 0,2 0-7 0,-3-1 4 16,0 4-1-16,2 2-2 0,-1-2 8 0,0 1-22 15,-1 0 0-15,2 0-15 0,-1 3 10 0,-1 3-3 16,3-7-6-16,-3 5-5 0,0 2 2 0,1-4-7 16,-1 4-5-16,0 0-1 0,3-5-4 0,-3 5-5 15,0 0 11-15,0 0-14 0,0 0 4 0,0 0-4 16,12 6-3-16,-5-2 5 0,-6 1 0 0,6 2-2 16,-1 3 2-16,1-2 0 0,-1 3 0 0,-2 1-4 15,3-1 4-15,0 3-4 0,-3 3 9 0,1-5-6 16,3 4 3-16,-2 1-2 0,1-2 6 0,-3 1-3 15,1 1-4-15,-1-1 0 0,0 1 13 0,1-2-13 0,-4-3 5 16,3 1 1-16,0-1 1 0,-2-1-4 16,0 0-23-16,3-1-13 0,-3-2-11 0,3 2-13 15,-2-4-12-15,-2 1-13 0,2-2-18 0,-1-2-13 16,2 1-11-16,-3-2-17 0,-1 3-24 0,0-5-33 16,0 0-42-16,4 4-35 0,-4-4-254 0,0 0-577 0,0 0 256 15</inkml:trace>
  <inkml:trace contextRef="#ctx0" brushRef="#br0" timeOffset="4869.79">7313 3723 199 0,'0'0'241'0,"0"0"-13"15,-7-2-21-15,7 2-15 0,0 0-18 0,0 0-15 0,0 0-6 16,0 0 0-16,0 0-3 0,0 0-5 0,0 0-10 15,22 3-14-15,-13-3-10 0,6-1-16 0,-4-1-7 16,11 1-7-16,-6-3-7 0,6 0-8 16,0-1-13-16,-3 1-41 0,3 1-51 0,-2-2-77 0,-1-2-87 15,-4 4-211-15,-3-5-447 0,6 1 198 0</inkml:trace>
  <inkml:trace contextRef="#ctx0" brushRef="#br0" timeOffset="8530.92">10706 1687 261 0,'3'-5'333'0,"-2"-1"-14"0,1 4-19 0,-2 2-27 16,1-5-15-16,-1 5-28 0,2-5-25 0,-2 5-25 16,0 0-20-16,4-3-23 0,-4 3-12 0,0 0-14 15,0 0-12-15,0 0 1 0,7 13-21 0,-6-8-7 16,2 3-8-16,-1 2-3 0,4 0-8 0,-4 1-5 15,0 2-6-15,-2-1 1 0,2 2-4 0,1-4-5 16,0 6-5-16,-3-6-1 0,3 2-12 0,-2 0 7 16,0 1-2-16,2-2-3 0,-3 0-16 0,3-2-20 15,-2-2-23-15,3 0-24 0,-1-2-24 0,1-1-33 16,0 0-44-16,-1-2-58 0,2-1-55 0,-5-1-182 16,0 0-497-16,14-5 221 0</inkml:trace>
  <inkml:trace contextRef="#ctx0" brushRef="#br0" timeOffset="9066.17">10697 1645 154 0,'0'0'239'0,"-4"-5"-17"0,4 5-6 16,-6-5-18-16,6 0-20 0,0 5-15 0,-1-5-16 15,1 2-16-15,0 3-14 0,7-7-15 0,-4 4-7 16,1 2-10-16,4-1-7 0,-1 0-11 0,-2 1-7 16,3 0-4-16,2 0-6 0,-2 1-9 0,0 1-1 15,3 0-6-15,1 0 0 0,-2 1-5 0,-2 0-6 16,4 2-3-16,-4 0-2 0,-1 0-3 0,1-2-1 16,-1 0-3-16,0 5 2 0,-4-2-5 0,1-1 2 15,2 0-4-15,-3 1-1 0,-3 0 2 0,1 2 2 16,-1-3-5-16,0 2 0 0,-1-1 0 0,0 3 3 15,-3-2-2-15,0 0-3 0,0-1 1 0,1 1-2 16,-1-3 1-16,-2 2-1 0,2 2 2 0,1-3 1 16,-2 1-2-16,1-1 1 0,1-1-1 0,1-1-2 15,2-2 2-15,-2 5-1 0,2-5-1 0,0 0 2 16,-4 3-1-16,4-3 1 0,8 5 4 0,-5-4 0 16,-3-1-3-16,15 3-1 0,-7-2 1 0,2 4 1 15,0-5-1-15,1 5 1 0,-1-1-2 0,2-2 1 16,-4 3-1-16,-1-2 6 0,0-1-10 0,2 0 1 15,-6 2 1-15,5 0-1 0,-4-1-1 0,1 0 0 16,-4 0 1-16,4-1-1 0,-1 3 3 0,-4-2 3 16,0 1-3-16,0-4 6 0,0 9 5 0,-4-5 11 15,-1 0 1-15,1 3 0 0,-2-3 0 0,-2 3-2 16,-4-1 0-16,2 0-1 0,2 0-2 0,-5 0 1 16,3 0-4-16,0-1 0 0,2 1-4 0,-2 0-2 15,3-2-10-15,-3 1-40 0,2 0-55 0,3-1-72 16,3-3-83-16,-2 4-169 0,4-5-453 0,0 0 201 15</inkml:trace>
  <inkml:trace contextRef="#ctx0" brushRef="#br0" timeOffset="10086.49">10541 5636 92 0,'0'0'285'0,"0"-5"-5"0,0 5-3 0,-3-3-2 16,3 3-12-16,-2-4-2 0,2 4-1 0,-4-5-13 15,4 5-15-15,-2-3-7 0,2 3-20 0,-7-4-18 16,0 4-16-16,7 0-15 0,-14 0-16 0,8 0-7 15,-6 3-16-15,-1-1-7 0,5 3-19 0,-6-1 5 16,2 3 2-16,-7 0-16 0,8 0-3 0,-6 2-6 16,6-1-11-16,-3 3-6 0,3-2-8 0,-3 1 2 15,5 2-8-15,1-5-5 0,1 5-5 0,2-3-2 0,-1 0 0 16,2 1-7-16,2-3 2 0,2 0-5 16,2 1 9-16,1 1-9 0,4 0-3 0,4-1 4 15,6 0 1-15,2 0-5 0,3-3-7 0,12-2-30 0,-3-2-42 16,3-2-42-16,-1 0-64 0,1-6-69 0,-3 2-85 15,3-3-364-15,-8-2-743 0,0-1 329 0</inkml:trace>
  <inkml:trace contextRef="#ctx0" brushRef="#br0" timeOffset="10922.82">12641 3734 260 0,'0'-5'293'0,"3"2"-10"0,0-3-13 15,-3 6-15-15,0-4-23 0,0 4-20 0,4-4-26 16,-4 4-23-16,0-4-21 0,0 4-14 0,0 0-16 15,6 11-10-15,-2-6-9 0,-3 1-12 0,2 6-8 0,1-1-8 16,-1 1-6-16,5 6-8 0,-7-3-3 16,3 1-3-16,2 1-2 0,-2 1 5 0,0 0-14 15,0-2-4-15,0 0-4 0,0-2-1 0,0-1-2 16,-1-2-1-16,1 0-26 0,0-1-28 0,-1-1-36 0,1 0-31 16,1-1-50-16,-3-5-46 0,3 2-55 0,-2 0-185 15,0-2-470-15,-2-1 207 0</inkml:trace>
  <inkml:trace contextRef="#ctx0" brushRef="#br0" timeOffset="11290.81">12661 3749 59 0,'-3'-6'299'0,"3"6"-12"15,3-5-15-15,-3 5-18 0,0-5-17 0,0 5-15 16,1-7-27-16,2 5-16 0,1-1-19 0,-1 1-18 16,5-1-11-16,-4 0-15 0,1 2-13 0,5-1-11 15,-2 4-12-15,0-1-7 0,6 1-6 0,-3 0-10 16,1 2-5-16,3 1-3 0,-4 0-11 0,1 2-1 16,0 2-7-16,3 1 0 0,-4-1-3 0,4 3 7 15,-7-2-14-15,3-2-2 0,0 3-2 0,-4 0-4 16,1 0 4-16,4 1-1 0,-5-5-5 0,-3 5 5 15,0-1-6-15,2-2-3 0,-1 0 3 0,-4-3-4 16,2 2 12-16,-3 0-14 0,-3-3 6 0,2 3 2 16,-2-2 0-16,-6 2 2 0,2-2 6 0,-3 2-4 15,-2-2-2-15,1 3-2 0,-1-4 3 0,-3 2-6 16,3 0 3-16,-7-1-3 0,7 2-4 0,-3-3-39 16,1-2-39-16,1 2-49 0,0 0-70 0,4-1-68 15,2 0-232-15,0-2-533 0,3 2 236 0</inkml:trace>
  <inkml:trace contextRef="#ctx0" brushRef="#br0" timeOffset="17278.93">7771 3388 81 0,'0'0'188'0,"0"0"-10"15,0 0-2-15,0 0-14 0,0 0-4 0,0 0-8 16,0 0-1-16,0 0-7 0,0 0-3 16,0 0-2-16,0 0-4 0,0 0-1 0,0 0-2 0,0 0-4 15,0 0-5-15,0 0 0 0,0 0-4 0,0 0 2 16,0 0-3-16,0 0-2 0,0 0 4 0,0 0-6 15,0 0-5-15,0 0 4 0,0 0 1 0,0 0 1 16,0 0-7-16,0 0-14 0,0 0-5 0,0 0-10 16,10-11-3-16,-6 4-10 0,3 1-14 0,-2-1-3 15,7-3-3-15,-1 2-7 0,3-3-30 0,3-1 2 16,2 1 0-16,5-7 0 0,2 4-6 0,-2-3-1 16,3 2 4-16,3 0 0 0,-3-2-9 0,3 0 10 15,0-1-5-15,0 2-3 0,1-3 1 0,-2 2-2 16,-2-1 6-16,3-1-8 0,0 0 15 0,-4 1-11 15,1-4 3-15,3 3-1 0,-3 1 1 0,-1-1 0 16,-5 2 4-16,3-2-11 0,-1 2 4 0,-1-1-3 16,3 1 6-16,-8 4-7 0,0-2 2 0,0 1-2 15,3-5 0-15,-2 5 4 0,-2 0 0 0,1-1 11 16,0 2-15-16,-2-1 2 0,3-3-2 0,-2 5 4 16,2-2-10-16,-3 2 4 0,3-1 6 0,-3 2-1 15,4-1-2-15,1-6 5 0,-1 5-1 0,-1 0-8 16,6-3 2-16,-6 4 1 0,0 1 2 0,2-1-8 15,-2 1 8-15,3-1 0 0,1 2 2 0,-4-1 1 16,2 2-5-16,2-3 15 0,-1 0-12 0,-1 3-2 16,2-1 1-16,-2 4 3 0,0-7-2 0,1 3-2 15,-2 0 4-15,3-1-1 0,-2 1 4 0,-4 1-7 16,2-2 8-16,2 1-4 0,-5 1 1 0,2-1-3 16,-2 0 1-16,2 0-7 0,-2-2 6 0,2 5-3 15,-6-3 0-15,0 3 3 0,2-1-1 0,2-2 2 0,0 2 3 16,-4 2-2-16,2-2-5 0,-3-1 0 15,5 1 4-15,-2 1-7 0,1-1 5 0,1 0-2 16,0 1-2-16,-3 0 6 0,1 2-2 0,0-1-2 16,-1 0 13-16,1 1-12 0,0 0 0 0,1-1 40 0,-5 3-6 15,6-2 5-15,-1 0-2 0,1 2-12 0,1-2-3 16,3-2-2-16,-5 4 1 0,1 0-1 16,4-2-3-16,-3-2 1 0,-1 3-4 0,-3 0-2 15,1-2 0-15,3 1 3 0,0 0-12 0,1-2 6 16,-1 2 5-16,2-1-2 0,-6-1-4 0,8-1-19 0,-4 1 18 15,0-2-5-15,-2 4 4 0,3-4-1 0,-1 1 1 16,-4 2 1-16,1 0 2 0,1 2 2 16,-1-3-4-16,0 1-3 0,-2 1 2 0,4-2-6 15,-5 0 6-15,-1 2 0 0,2 0-7 0,0-5 11 0,0 7-3 16,0-2-5-16,-2-3-2 0,1 3 7 0,1 1-9 16,-2-4 3-16,-1 3-1 0,3-1 1 0,-3 1 3 15,2-2 4-15,1 1-9 0,1 3 10 16,-5-1-8-16,5 0-2 0,-1-1 2 0,0-1-3 15,1 2 1-15,-2 0 18 0,2 0-37 0,1 0 23 0,0 1 6 16,-8 0-5-16,7-2-5 0,-1 1-6 0,-4 3-8 16,4-2-14-16,-4 0-1 0,-2 1-12 0,2 1-14 15,-3-3-21-15,4 2-21 0,-4 0-29 0,-4 2-36 16,3-4-51-16,-3 4-66 0,0 0-281 16,0 0-611-16,0 0 270 0</inkml:trace>
  <inkml:trace contextRef="#ctx0" brushRef="#br0" timeOffset="20473.47">7722 3953 2 0,'0'0'262'0,"0"-8"-9"0,-4 6-3 15,4 2-18-15,0-6-8 0,0 6-20 0,-5-6-12 16,5 4-17-16,0 2-15 0,0 0-17 0,0 0-13 16,-3-4-16-16,3 4-13 0,0 0-13 0,0 0-13 15,0 0-9-15,0 0-4 0,0 0-7 0,0 0-8 16,0 0-2-16,0 0-7 0,14 7-3 0,-10-2-2 15,3 0-7-15,-2-2 3 0,4 2-7 0,1 2-1 16,1-1 0-16,-2 2-4 0,2 0-3 0,4 0 1 16,3 2-2-16,-2 0-1 0,2 1-3 0,1-2-1 15,0 3 0-15,0-1 0 0,3 0-2 0,2 1 0 16,-5 0-3-16,9 1 4 0,-10-1 0 0,3-1-3 16,5 3 2-16,1 1-3 0,-1 2-1 0,0 1 2 15,-4-3-4-15,2 3 0 0,-6-7-2 0,4 6 13 16,2 0 0-16,-4-3-12 0,-3 0 3 0,7 2 0 15,-1 2 3-15,-5-6-6 0,2 6 0 0,-2-5 1 16,0 2 11-16,2 2 0 0,-1-4 0 0,0-1 3 16,-1 1-3-16,-3 2-1 0,5-4 0 0,-2 3-4 15,-2 0-2-15,2 0 2 0,-3-1 1 0,5-1 0 16,-2 0 0-16,-2 2-1 0,1-1-1 0,-2-1 2 16,0-1 3-16,-1 1-1 0,2-1-1 0,1-1 6 15,-6 0 3-15,5 1-9 0,-5-3 0 0,1 0 14 16,2 2-9-16,-2 0-2 0,5-1 0 0,-2 1 4 15,-2-3-3-15,1 1-2 0,-2 0-2 0,3 1 12 16,1 1-11-16,-6-2-1 0,2 0-2 0,3 1-1 16,-3-2 1-16,6 2-3 0,-7-1-3 0,1-1 4 15,3 4 0-15,1-2-4 0,1 0 8 0,-2 1-3 16,-4-2-1-16,6 1-1 0,-5-2 1 0,5 0 28 16,-1 2-15-16,-1 0 3 0,0 0 0 0,4-2-4 0,-9 0-1 15,7 0-1-15,0 1 0 0,-5-1-2 0,4-1 1 16,-3 1 2-16,3-1-7 0,-4 1 9 15,6 0-9-15,-6-2-4 0,1 1 7 0,5 0-6 16,-4 1 3-16,1 1 1 0,-2 1 8 0,-2-4-8 0,5 5-3 16,-5-5 0-16,3 4-1 0,-2-1 9 0,-1-3-7 15,0 3-9-15,3 0 1 0,2-1 4 0,-1 3-2 16,-4-2 7-16,1 0-5 0,-1 0 0 16,4 2-4-16,-2 1-1 0,1-1 4 0,2 0-3 0,-5-2 4 15,5 5-9-15,1-3 11 0,-1 1-9 0,-1 3 7 16,4-5-2-16,-5 4 1 0,5-2-2 0,-3-1 0 15,-2 0 2-15,2 1-2 0,0-1 14 0,1 2-16 16,-1-4 5-16,0 2-6 0,-2-2 6 0,-3 1-1 16,7-1 0-16,-6-1 1 0,1 1-3 0,4 1-3 15,-5-1 2-15,0-2 1 0,0 2 0 0,1-1 1 16,-4-2 0-16,2 2 1 0,0 0 3 0,-3-2-7 16,1 1 4-16,-3 0 3 0,2 0-6 0,-1-2 2 15,0 0-1-15,-2 2-28 0,1-2-14 0,-1 0-15 16,-1 0-11-16,0 0-16 0,3 1-20 0,-3-2-10 15,0 2-27-15,-1-1-32 0,1-2-30 0,0 4-32 16,3-4-31-16,-3 1-158 0,4 1-458 0,-4-2 203 16</inkml:trace>
  <inkml:trace contextRef="#ctx0" brushRef="#br0" timeOffset="21878.74">10639 2156 66 0,'0'0'178'0,"-2"-7"-6"16,2 7-9-16,0 0-14 0,0 0-15 0,0 0-16 15,0 0-11-15,0 0-6 0,0 0-17 0,0 0-8 16,0 0-11-16,0 0-7 0,0 0-7 0,7 14-5 16,-6-10-3-16,-1 1-4 0,0 2-7 0,3-1 0 0,-2 4-2 15,-1 0-6-15,0-1-2 0,3 3 0 0,-3 1-1 16,0-1-2-16,1 1 3 0,2 1-2 15,-3 3 4-15,1 4 0 0,1-3 5 0,-4-1 4 16,4 1-2-16,-2 1 0 0,-2 0-1 0,2 1-5 16,-1 1-1-16,2-1 2 0,-1 8-4 0,-1-1-2 0,1-6 0 15,-3 5-3-15,6-5-1 0,-6 4-1 16,2-5 0-16,1 3 3 0,0-3-3 0,-3 2 2 16,3-2 19-16,-1 7-3 0,-2-6-2 0,3-1-3 15,0 6-4-15,-3-6 0 0,3-1-1 0,-3 3-3 16,1-3-1-16,2 2-1 0,-3-1-1 0,3 0-1 0,0 0 3 15,-1 0-7-15,1 1-1 0,0-2 2 0,-3 0 0 16,2-1-2-16,1 2 0 0,-1-1 3 16,1-2-7-16,-2 1 0 0,4 1-2 0,-5-3-1 15,-1 2 0-15,2-1 1 0,0 1 2 0,0 0-1 0,2 0-3 16,0 0 0-16,-1 0 2 0,-2 0-2 0,3 1 3 16,0-2 0-16,0 2-2 0,0 1-2 0,-2-4 4 15,-2 2-4-15,2 2 1 0,2-2 2 0,0-2-1 16,-1 3 0-16,-1-2-1 0,2 1-1 15,0-2 1-15,0 1-2 0,-1 1 2 0,1 0 0 0,0 1-3 16,0-1 4-16,0 1-3 0,-3-2 2 0,3 1 0 16,0 0-1-16,0 0-1 0,0 0 1 0,0 1-3 15,3-1 3-15,-3-2 0 0,-3 2 1 16,3 2 0-16,-1-2 0 0,1 0 0 0,1-2-1 16,-1 2 0-16,0 0 2 0,0-1-4 0,3 0 3 0,-3 1 0 15,0 0-2-15,0-1 2 0,0 0 0 0,1 1 1 16,-1-6 16-16,2 8 13 0,-1-2-2 0,1 2-6 15,2 0 1-15,-2 0-2 0,1-2-6 0,-3 0 5 16,0 0-5-16,0 2-4 0,1-1 5 0,-1-1-6 16,0 0-1-16,0-1 1 0,0 0-4 0,0 1-3 15,0 0 3-15,2-1-1 0,-2 0-1 0,-2 0 0 16,2 1-3-16,2 0 2 0,-4 0-3 0,4-1 2 16,-4 2-1-16,2-2 3 0,2 0-5 0,0-1 4 15,-2 1-4-15,0-3-2 0,-2 1 3 0,4 2-1 16,-4 0 1-16,2 0 0 0,-2-1-3 0,2 2 1 15,-1 1 2-15,1-6 1 0,0 4 0 0,0-1-3 16,0-1-2-16,0-3 2 0,1 5 1 0,-2 1 7 16,-2-2-4-16,3 1-5 0,-2 1 0 0,2-2 1 15,-3 1 3-15,3 1-4 0,-1-1 2 0,1 2 1 16,-6 3-2-16,3-3 2 0,-1 0-2 0,3-1 1 16,-1 3 1-16,0-2 0 0,0 0-1 0,-2-1-2 15,0 1 1-15,3 1 0 0,-3-4-2 0,0 3 9 16,1-1-6-16,2-1 0 0,-1 1-3 0,1-5 3 15,1 3-1-15,-3-3 3 0,6 0 1 0,-2 0-1 16,-1-2-2-16,2 1-5 0,3-2-15 0,-5-2-30 16,1-3-28-16,1 1-32 0,-2-6-52 0,4 2-88 15,-4-2-206-15,0 0-490 0,5-13 217 0</inkml:trace>
  <inkml:trace contextRef="#ctx0" brushRef="#br0" timeOffset="23149.66">11188 1833 115 0,'4'4'146'0,"1"0"-4"16,-1 1-11-16,1 1-5 0,-1-1-11 16,1 2 8-16,2 1-8 0,-2 1-10 0,2-1 5 0,-1 2-7 15,0-1-9-15,1 3-4 0,1-2-1 0,-1 0-4 16,1 2-2-16,-1 1-7 0,5 1-7 0,-1-1 0 15,4 3 3-15,-9-4-2 0,3 1-4 0,-2 3-4 16,4-4-4-16,-2 3-2 0,-2 0-1 16,4 1 0-16,0-1 2 0,-1 1-4 0,2-4-3 0,0 5-4 15,-4-2-5-15,4-2-3 0,-2 1-2 0,1 1-1 16,1 0-5-16,-3 1 0 0,3-3-1 0,2 4-2 16,-3-2-3-16,-4 1-1 0,8-4 0 0,-3 6 1 15,-1-4 1-15,0 2 4 0,1-1 2 0,-1 0-5 16,3 2 2-16,-1-2-4 0,1 1-4 0,-3-1 3 15,1 0-5-15,-4 0 0 0,7 7-1 0,-5-6-2 16,1 1 1-16,2 1 1 0,-3-5-8 0,-1 3 4 16,5 1-1-16,-5-2-6 0,1 1 2 0,1 0 4 15,-2-1-2-15,4 1-3 0,-3-2 3 0,1 0 1 16,1 1-1-16,-2-1-6 0,4 0 0 0,-2 0 4 16,-4-2 2-16,3 2 3 0,2 0 4 0,-2 0 1 15,-1 1-2-15,-1-6 3 0,1 4-3 0,-2-1-8 16,-1 1 4-16,1-3 1 0,-1 1-3 0,1 2-4 15,0-1 12-15,0-1-8 0,3 2-5 0,-7 0 4 16,7-3-7-16,0 4 4 0,-7-2-3 0,6-2 6 16,-5 1-6-16,3 1 3 0,-1-2-2 0,0 2-1 15,1-3 0-15,-4 2 0 0,4-1-1 0,-1 0-4 16,-3-2 9-16,6 3-7 0,-5-2 4 0,3 0-2 16,-2-1-2-16,-1 3 4 0,3-2 4 0,-1 1-7 15,0-4 4-15,-2 3-2 0,2 0-2 0,3 0 2 16,-3 0-2-16,-1-1-2 0,-1 0 0 0,1-1 1 15,2 1 0-15,-2 0 0 0,2 2 4 0,-3-3-2 16,2 1 2-16,-3 2-2 0,4-2-2 0,2 3-2 16,-2-1 1-16,0 0 4 0,-1 0-3 0,2 0 2 15,-2 1 6-15,0-1-2 0,0 0 2 0,-3-1-2 16,5 1-2-16,-2-1-1 0,4 2-1 0,-4-1 3 16,2 0 0-16,1-1-3 0,-3 1 2 0,2 0-3 15,-2 0 4-15,4-1-5 0,-5-1 3 0,4 4 2 16,-3-4-2-16,0-1 4 0,1 1-2 0,-1 1-3 15,1-2 1-15,-1 1-3 0,0-3 3 0,-1 2 5 16,1-2-8-16,-4 0 1 0,1-1 5 0,0 0-2 16,-2 0-1-16,2-2 2 0,-4-2-3 0,4 4-7 15,-4-4-33-15,4 3-21 0,-4-3-31 0,1 2-39 16,-1-2-53-16,0 0-73 0,0 0-268 0,0 0-564 16,0 0 250-16</inkml:trace>
  <inkml:trace contextRef="#ctx0" brushRef="#br0" timeOffset="24805.79">10870 5649 77 0,'0'0'184'0,"0"0"-4"0,0 0-3 0,0 0-6 0,0 0-1 16,0 0-3-16,0 0-7 0,0 0-5 0,0 0-1 16,0 0-7-16,0 0-3 0,15-7-10 0,-9 5-9 15,-6 2-7-15,7-4-7 0,-3 2-6 0,0-1-6 16,2 1-3-16,-2-2-7 0,3 1-6 15,-2-2-4-15,2 0-8 0,0 2-3 0,2-2-4 0,1-2-9 16,-1 1-1-16,2-1 0 0,-1-1-3 0,-1 0-4 16,2 0-6-16,1-1-3 0,-1 1-5 0,4-3-4 15,-1 1-1-15,1-3-3 0,-2 2-6 0,1 1 0 16,-3-2-2-16,0 4-5 0,4-7 4 16,-3 4-5-16,-4 2 8 0,7-3-9 0,-3 0-3 0,-4 1-1 15,3 0 1-15,0 3-1 0,4-4 0 0,-8 0 3 16,4 1-6-16,0-1 5 0,-2 3-5 0,2-1 2 15,-3 0-1-15,2-1-3 0,-2 1 0 0,4 0 0 16,-1 1 3-16,0-3 1 0,1 4-5 0,2-4 7 16,-2 4-3-16,-1-6-2 0,3 5-2 0,-4-1-3 15,0-1 3-15,4 0 3 0,-4 3-4 0,1-2 3 16,-1 1 3-16,5-1-5 0,-3 3-3 0,0-6 4 16,-1 3 0-16,-1 3-3 0,0-2 2 0,1-1 4 15,4-3 0-15,-5 4-4 0,-2-2-1 0,6 0 2 16,-5 2 0-16,1-2 0 0,0 0 0 0,0 2 1 15,0-2 0-15,2 2 5 0,-1 0-9 0,0 1 5 16,2-2-6-16,-3 1 8 0,-1 0-3 0,2-1 3 16,0 2-5-16,0 0 0 0,1 0 7 0,-2-2-1 15,3 2-3-15,-2-4 0 0,0 3-3 0,1 1 2 16,-1-2 0-16,0 3-2 0,1-3 1 0,1 2-1 16,-3-2 0-16,0 2 3 0,-1-2-3 0,1 3 0 15,4-3 1-15,-5 1 1 0,-1 1 8 0,3-1-10 16,0 0 1-16,-3 0-1 0,3 0-3 0,-3 0 7 15,3-1-3-15,0 2 0 0,-3-3-4 0,0 4 14 16,3-4-16-16,-1 2 5 0,-1 1 3 0,-1-2-1 16,3 0-4-16,-4 1 2 0,3-1-1 0,-2 1 2 15,-3 0-1-15,6 0-4 0,-3 0 3 0,0 1-1 16,-1-1 5-16,1 0-4 0,-1 0-2 0,1 3 1 16,0-3 3-16,1 1-3 0,-4 0 1 0,3 2 0 15,-4 1 0-15,0-2-2 0,3 3 6 0,0-3-1 16,-2 2-2-16,2 0-1 0,-3 0 9 0,2-1-5 15,1 3-2-15,-1-1-3 0,-2 0 2 0,0 0-6 16,-1 0 6-16,0 2-4 0,1-3 3 0,-1 1 3 16,4 0 2-16,-2 0-2 0,-1 0-10 0,1-1 7 15,1 1 0-15,-2 1 3 0,-2-2-3 0,5 3 5 16,-4-3-4-16,1 2-3 0,-1 0 5 0,3-1 4 16,-4 0-6-16,1 1 3 0,1 1-3 0,3-2 0 15,-3 0 11-15,0 0 15 0,-3 0-8 0,5 2 0 16,-3-1-1-16,2-2-6 0,-2 0 5 0,2 1-2 15,0 0-4-15,1-1-1 0,-2 2-2 0,2-3 6 0,0 0-4 16,1 3 4-16,-1-3-6 0,-1 0 1 16,1 3 0-16,-1-1 10 0,0 0-1 0,-1-3 9 15,3 3-2-15,-3-3 0 0,2 4-7 0,-1-3 11 16,-1 1-9-16,3 0 0 0,-3-1-3 0,0-1 6 16,-1 1-6-16,1 1-3 0,0-2 1 0,-1 1-9 0,3-3 6 15,0 4-8-15,-2 1 3 0,0-2-4 16,3 1-5-16,0 0 10 0,-2 2 0 0,1-2 1 15,-4 0-4-15,1 0-6 0,1 2 4 0,2 0 9 16,-2 0-1-16,-2-1-9 0,1 0-1 0,3 1 0 0,-4-1 1 16,-2 4 5-16,6-3-2 0,-3 1-5 0,-3 2-4 15,2-3 7-15,1-1-4 0,1 0 3 16,-3 1 5-16,-1 3-11 0,6-5 3 0,-5 3-3 16,3-1-23-16,-4 3-24 0,3-7-26 0,-2 5-38 15,-1 2-46-15,0 0-57 0,3-6-87 0,-3 6-274 0,0 0-627 16,2-4 277-16</inkml:trace>
  <inkml:trace contextRef="#ctx0" brushRef="#br0" timeOffset="36915.94">8839 1972 5 0,'3'-2'337'0,"-2"-2"-13"15,-1 4-13-15,1-6-18 0,1 1-14 0,-2 5-8 16,1-5-11-16,-1 2-36 0,0 3-12 0,0 0-25 16,3-3-17-16,-3 3-20 0,0 0-17 0,0 0-12 0,0-5-14 15,0 5-20-15,0 0-4 0,0 0-16 0,0 0-6 16,0 0-8-16,0 0-13 0,0 0 10 16,5 13-9-16,-5-10 1 0,1 3-12 0,-1-1-3 15,2-1 7-15,-2 4-9 0,1-2-2 0,1 0-14 0,-1 0 9 16,-1 2-1-16,4 2-3 0,0 0 1 0,-4-1-6 15,2 2 3-15,-1-1 3 0,2-1-4 0,0 2 0 16,1 0 0-16,-1 1 6 0,2-2-11 16,-3 1-2-16,2 1 3 0,-2-1 3 0,2 0-25 15,-3 1 26-15,2-2-3 0,0 3 2 0,-2-2-5 0,2 0-48 16,2 1-41-16,-4-2-46 0,2 1-67 0,0-1-87 16,0 0-302-16,-1 0-634 0,4 0 280 0</inkml:trace>
  <inkml:trace contextRef="#ctx0" brushRef="#br0" timeOffset="39508.57">10917 3667 87 0,'4'-1'281'0,"-4"1"-9"0,2-6-9 0,0 2-7 15,-2 4-11-15,2-5-11 0,-2 5-10 16,1-4-13-16,-1 4-10 0,0 0-17 0,0-4-7 0,3 1-14 15,-3 3-18-15,0 0-12 0,0 0-10 0,0 0-16 16,0 0-15-16,0 0-10 0,1-5-8 0,-1 5-9 16,0 0-12-16,0 0-6 0,0 0-5 15,0 0-5-15,0 0-2 0,0 0-5 0,0 0-5 0,0 0-12 16,0 0 7-16,0 13-2 0,0-9-1 0,0-4-14 16,0 11 11-16,0-7 2 0,3 4-2 0,-2 2-6 15,1-1 7-15,-1 2-9 0,0-1 0 16,1 1 2-16,-1 2 0 0,2 0-2 0,1 4-1 15,-3-4 1-15,3 5 0 0,-2-6-5 0,0 5 3 0,0 1-2 16,2-2 2-16,-3 0 0 0,5 0 2 0,-2 1-6 16,1 0-4-16,1-1-37 0,-2-3-51 0,0 3-60 15,0 1-80-15,1-4-84 0,0 3-228 0,0-4-589 16,0 1 261-16</inkml:trace>
  <inkml:trace contextRef="#ctx0" brushRef="#br0" timeOffset="41498.99">12080 5145 203 0,'0'0'321'15,"0"0"-2"-15,3-3-19 0,-3 3-18 0,0 0-13 0,0 0-21 16,0 0-30-16,0 0-17 0,0 0-28 16,0 0-15-16,0 0-15 0,0 0-18 0,0 0-11 15,0 0-12-15,11 6-14 0,-11-1-7 0,0 0-9 0,1 0-8 16,-1 1 8-16,3 3-21 0,-2 0-3 0,-1 1-2 16,0 1-4-16,4 1 7 0,-4 1-13 0,0 3 0 15,0 1-5-15,0-4-6 0,0 3-1 0,-4 2-2 16,4 0 1-16,-1 1-6 0,1 0 3 0,-3-1 0 15,3 1-2-15,3-2-5 0,-2 1 1 0,3-1 3 16,-4 0-31-16,3 0-33 0,0 2-36 0,1-2-43 16,-3-3-60-16,9-3-76 0,-6 0-73 0,1 0-174 15,1 0-552-15,-1-3 245 0</inkml:trace>
  <inkml:trace contextRef="#ctx0" brushRef="#br0" timeOffset="42754.52">8295 5045 25 0,'0'-8'293'0,"0"1"-12"0,0 2-13 16,0-1-22-16,0 1-17 0,0 5-20 0,0-6-22 16,0 6-22-16,0-5-23 0,0 5-12 0,0 0-9 0,0 0-17 15,0 0-15-15,9 11-8 0,-6 0-9 0,0-2-3 16,1 4-7-16,0 5-9 0,0-3-5 15,-1 4-4-15,2-2-2 0,-1 2-21 0,0 0 1 16,-1-1-2-16,1 1-1 0,-1 0-5 0,1 1 0 0,0-1-13 16,-4-2-26-16,3-1-33 0,-3-2-45 0,4-2-49 15,-2-1-56-15,1-1-214 0,0 0-455 0,-2-2 202 16</inkml:trace>
  <inkml:trace contextRef="#ctx0" brushRef="#br0" timeOffset="43389.12">8514 5132 152 0,'0'8'154'0,"0"2"-10"0,0-1-6 0,0 3-14 16,0-4-7-16,5 4-4 0,-2 0-11 0,4 0-11 15,-2 4-6-15,2-4-5 0,1-2-5 0,0-1-12 16,2 1-2-16,-2-3-6 0,4 0-8 0,1-1-1 16,0-1-6-16,-1 0-2 0,1-4-1 0,-1-1-5 15,0-3-3-15,0 1-6 0,-5 0-3 0,1-2 4 16,-2 1-5-16,-2-4-3 0,4-2-5 0,-4 4-5 16,-4-7-9-16,0 1 1 0,0-1 0 0,-4 1 4 15,1-1 1-15,-5 3-5 0,1-2 1 0,-1 0 2 16,-3 4-3-16,0 1-1 0,0-4-1 0,3 3 3 15,-4 2 6-15,4-1-1 0,-2 3-3 0,1-1 8 16,5 0-8-16,-2 3-2 0,2 0 2 0,0-2-4 16,4 3 3-16,0 0-6 0,-8-3 1 0,8 3 5 15,0 0-2-15,0 0 4 0,0 0-6 0,30-1 2 16,-15 1 0-16,5 1-3 0,-2-1 4 0,-2 1-2 16,2-1 5-16,1 2-3 0,-5-4-3 0,2 4 0 0,-2 0 0 15,-2-1 1-15,0 1 9 0,-1 0-6 0,-3-2-6 16,-2 2 3-16,-1-1-1 0,2 2-3 15,-2 0 5-15,1 1-2 0,-1 1 1 0,1-1 7 16,-2 3-2-16,-2 1 0 0,1-2 6 0,3 6-7 0,0-5 6 16,0 3 3-16,-1-1-1 0,2 1 4 0,2 0-8 15,0 1 12-15,-1-2-2 0,3-1 5 0,1 0 0 16,-1-1-1-16,1-1 1 0,-2 0 0 16,2-1-3-16,0-3 6 0,-1-1 6 0,0 1 9 0,-2-4 10 15,1 2 9-15,-5-2 8 0,4-3 16 0,-3-1 3 16,-3 1 2-16,1-2-5 0,-3-1 1 0,-1-2-3 15,-1 0-2-15,-6-3-9 0,3 1-6 0,-4 2-1 16,0-3-9-16,-6 0-2 0,1 2-8 0,-2 1 3 16,-2 0-13-16,5 4-5 0,0 0 6 0,0 2-32 15,2 2-32-15,-3 1-36 0,3 1-54 0,-2 2-68 16,4-1-65-16,2 3-201 0,-2-2-494 0,4 2 219 16</inkml:trace>
  <inkml:trace contextRef="#ctx0" brushRef="#br0" timeOffset="44158.56">11941 2251 263 0,'2'-4'356'0,"0"1"-10"0,-2 3-25 15,0-5-28-15,0 5-31 0,2-4-30 0,-2 4-25 16,0 0-19-16,0 0-33 0,0 0-23 0,0 0-7 15,0 0-17-15,4 15 1 0,0-8-17 0,-4 3-13 0,4-1-4 16,-1 3-3-16,-2 4-13 0,3-1-5 16,-3 2-5-16,5 1-2 0,-6-2-3 0,0 5-2 15,0-3-8-15,1 1-3 0,2 1-5 0,-2 1-8 16,2-1-42-16,0 1-43 0,1-1-46 0,0-4-68 0,3 0-77 16,-2-4-272-16,-2-3-573 0,1-3 253 0</inkml:trace>
  <inkml:trace contextRef="#ctx0" brushRef="#br0" timeOffset="44560">12194 2366 31 0,'-2'3'202'0,"2"-3"-10"15,-5 6-14-15,4-3-9 0,-3 3-7 0,0-1-16 16,1 2-12-16,2 3-11 0,0-2-11 16,2 2-10-16,-2 2-6 0,1-2-11 0,1 0-6 15,2 2-7-15,-2 1-10 0,3-5-2 0,6 8-4 0,-5-4-9 16,-1-3-1-16,3 2-4 0,1-2-6 0,0 0 2 16,-5-4-8-16,5 0-1 0,0 0 0 0,2-2-4 15,-5-2-1-15,5-1 4 0,-1-1-8 0,-1 0-4 16,-2-4-1-16,4 0-4 0,-4-3 0 15,1-2-2-15,-3 0-4 0,-1-1-7 0,0 1 2 0,-2-3-3 16,-1 0-3-16,0-6-2 0,-5 4 2 0,-4-2 2 16,0 3 0-16,2 2-3 0,-4-1 7 0,4 3-3 15,-2 0-1-15,-2-1-1 0,4 4 4 0,-4 0-1 16,5 1-5-16,-3 2-3 0,5 1-25 0,-1 0-33 16,0 1-21-16,5 2-24 0,0 0-15 0,0 0-29 15,0 0-25-15,0 0-98 0,0 0-303 0,0 0 134 16</inkml:trace>
  <inkml:trace contextRef="#ctx0" brushRef="#br0" timeOffset="44844.35">12475 2460 45 0,'0'5'178'16,"-2"0"-12"-16,2 7-8 0,0-5-8 0,0 3-7 0,0-1-4 15,3 2-6-15,0-4-3 0,1 4 2 0,2-4 0 16,1 1 0-16,0 0-5 0,-3-3-3 0,10 0 1 16,-9-2-2-16,5-1-2 0,-2 1-2 0,4-3-2 15,0 0-4-15,-1-4-11 0,0-1 3 0,2-3-5 16,-3 1-7-16,-2-4-14 0,1 1 5 0,-4-2-12 16,1-1 1-16,-3 2-11 0,0-2-4 0,-3 0-10 15,-4 2-5-15,0-3-5 0,-4 1-7 0,0 3-9 16,-7-3-16-16,1 0-20 0,-5 3-13 0,4 1-25 15,-4 2-24-15,0 4-31 0,0 0-39 0,0 1-61 16,0 0-55-16,-1 5-194 0,1-1-493 0,5 1 218 16</inkml:trace>
  <inkml:trace contextRef="#ctx0" brushRef="#br0" timeOffset="46316.28">5447 7661 130 0,'4'-13'348'15,"0"3"-9"-15,-3-3-11 0,2 1-6 0,-3 1-2 16,-3-2-6-16,1 5-8 0,-2-3-22 16,-2 1-25-16,-1 2-19 0,-2 3-20 0,1-1-20 0,-3-1-12 15,-3 2-9-15,0 4-15 0,-3 0-16 0,3 2-15 16,-3 3-23-16,0-1-2 0,-2 4-13 0,0 2-10 15,4 3-8-15,0-4-7 0,2 5-6 0,0 0-10 16,4-2-6-16,1 4-7 0,4-4-3 0,-2 1-5 16,6 1-4-16,1-1-1 0,2 1-4 0,4 1-2 15,0-1 2-15,9 1-8 0,-2-2 1 0,12 4-4 16,-2-2 5-16,6-1-6 0,0-2-1 0,-3 1-4 16,2 1 4-16,-10-5-7 0,3 0-4 0,-2 0-5 15,-4 1-7-15,-2-1-5 0,-2-2 1 0,-1 1-1 16,-2-1-3-16,0 2 4 0,-4-2 3 0,-1 0-3 15,0 1 2-15,-1-2 14 0,-4 1-8 0,-3 1 0 16,1-2-1-16,-4 1 7 0,-4 1-4 0,-1-1 4 16,0-1-1-16,-6 2 1 0,3-3 0 0,-5-1 2 0,-2 2-2 15,1-2-3-15,1 0 7 0,-3-2-15 0,5 0-24 16,-1-2-16-16,7 0-28 0,-3 0-23 16,4-4-27-16,1 2-33 0,4-5-39 0,0 1-34 0,4-1-39 15,3-5-42-15,2 3-39 0,5-6-196 0,-1 0-598 16,5-9 265-16</inkml:trace>
  <inkml:trace contextRef="#ctx0" brushRef="#br0" timeOffset="46533.35">5569 7509 282 0,'0'-4'311'16,"0"0"-1"-16,4 0-12 0,-2 0-29 0,-2 4-28 15,4-4-26-15,-4 4-27 0,0 0-22 0,4-1-18 16,-4 1-11-16,0 0-17 0,8 13-12 0,-4-5-8 15,0 3-12-15,3 2-9 0,0 5-6 0,2 1-5 16,-3 0-8-16,5 10-7 0,-3-3-6 0,3 1 0 16,-2 0-6-16,2 0-6 0,1-4-3 0,-2 4-1 15,-2-3-6-15,-1-3 1 0,-2-2 1 0,-1-1-30 16,0 0-30-16,0-2-40 0,-2 1-40 0,2-4-52 16,-3-4-50-16,2 0-55 0,-3-3-190 0,0-1-496 15,-3-1 220-15</inkml:trace>
  <inkml:trace contextRef="#ctx0" brushRef="#br0" timeOffset="47336.61">5605 7779 117 0,'0'0'163'0,"0"0"3"15,0 0-17-15,12 6-15 0,-3-3-10 0,5-3-9 16,2 1-16-16,2 1-6 0,5-3-10 15,7 1-7-15,0-2-11 0,1 0-1 0,-1-1-13 16,3-2-2-16,-2-1-7 0,-1 1-4 0,-2 1-14 0,-6 0 2 16,0-3-4-16,-3 3-2 0,0-2-3 0,-5 0 3 15,-3 0 8-15,-2 2 27 0,-3-1 11 0,0 0 4 16,-3 0-4-16,0 2-2 0,-3 0-8 0,0 3-4 16,-6-5-3-16,-2 5 0 0,-1 0 2 0,-1 1-2 15,-4 1-2-15,1 3-3 0,-5 1 0 0,-1 5-2 16,-1-2-2-16,-5 5-4 0,9-1-3 0,1-1-3 15,-3 0-3-15,3 2-4 0,5-1 1 0,-3 1-5 16,6-1-1-16,1-2-4 0,2 0 1 0,1-1 3 16,3 0-2-16,3-1-1 0,-2 0-1 0,5-1 2 15,0-5-3-15,1 2 3 0,4-4-5 0,4-1 2 16,-1-1-3-16,3-4 1 0,1 2-1 0,1-6 0 16,-3 0-1-16,3 0-1 0,-1-3-2 0,-2 0 0 15,-1 1-1-15,0-3 3 0,0 2-2 0,-4-1 0 16,-4-2-4-16,2 5-1 0,-6-1 4 0,1 3 0 15,-4-1-2-15,3 4 13 0,-3-1 10 0,1-2 3 16,-2 4-6-16,1 0-1 0,-3-1-4 0,3 5-2 16,-3-3-3-16,3 3-2 0,0 0-3 0,0 0 1 15,-12 1-3-15,12-1 0 0,-2 7 3 0,2-7-6 0,-2 5 0 16,1 1-3-16,1-1 2 0,0-5-2 16,3 6 2-16,-2-1 3 0,0-1-1 0,5 1-1 15,0-2 1-15,-3-1 2 0,5-1-1 0,-2 1-1 16,1 1 1-16,1-1 1 0,-2 0-3 0,1-2 3 0,2 0-4 15,-3 1-1-15,1-4 2 0,-7 3-1 0,12-2 2 16,-5 1-2-16,1-3 1 0,-2 4 1 0,2-2 0 16,-4 1-3-16,0-1 1 0,3 0 1 15,-7 2-6-15,8-1 1 0,-8 1 0 0,10-1-2 0,-10 1 2 16,13 2-4-16,-8-1 5 0,1 2 0 0,4-1 1 16,-4 1-4-16,5 2 5 0,-4-1 0 0,4 2-6 15,-2-1 3-15,0-1 3 0,0 1-2 0,0 2-1 16,-3-2 1-16,2 0-1 0,-2-1-4 0,-2 0 3 15,1-1 2-15,-2 1-1 0,1 0-2 0,-3-1 1 16,2 1 1-16,-3-4 0 0,0 5 2 0,0-5 2 16,0 0 6-16,-5 5 12 0,2-4 13 0,3-1 10 15,-9 2 19-15,9-2 10 0,0 0 2 0,-13-5 8 16,8 4 0-16,5 1-4 0,-7-7 1 0,2 2-9 16,2-1-9-16,-1 1-2 0,2-1-12 0,1-1-4 15,1-2-13-15,1 2-22 0,1-1-28 0,3-2-35 16,-2-1-41-16,5 2-46 0,-4-2-55 0,8-5-76 15,-1 3-78-15,-1 2-179 0,1-4-573 0,-1 1 253 16</inkml:trace>
  <inkml:trace contextRef="#ctx0" brushRef="#br0" timeOffset="47587.51">6456 7315 282 0,'-1'-5'408'0,"-1"1"-3"0,2 1-18 0,0 3-46 16,-5-6-31-16,5 6-42 0,0 0-32 0,0 0-27 16,0 0-20-16,0 0-16 0,5 18-19 0,-2-7-19 0,4 5-11 15,-6 5-9-15,6 6-14 0,3 2-15 16,-2 0-3-16,0 4 3 0,-3-2-20 0,9 5-5 16,-6-2-6-16,0-1-6 0,2-1 9 0,-1 1-16 0,1 0-1 15,-3-2-9-15,5 0-17 0,-3-3-40 0,-2-9-25 16,0 2-34-16,0-3-37 0,-1-1-44 0,0-5-62 15,-2-3-58-15,2-1-66 0,-4-5-184 16,6 2-577-16,-5-6 256 0</inkml:trace>
  <inkml:trace contextRef="#ctx0" brushRef="#br0" timeOffset="47771.44">6554 7590 174 0,'-6'-1'262'0,"0"0"-23"15,6 1-22-15,-7 0-25 0,7 0-15 0,0 0-22 16,-7 0-14-16,7 0-9 0,0 0-13 0,0 0-12 16,12 9-9-16,-1-4-9 0,2-2-11 0,1-1-28 15,7-1-39-15,10 6-51 0,-1-4-53 0,4-1-56 16,0 1-178-16,4-3-353 0,2 1 156 0</inkml:trace>
  <inkml:trace contextRef="#ctx0" brushRef="#br0" timeOffset="48206.4">7282 7404 81 0,'-11'-1'265'16,"-3"2"-15"-16,2 1-14 0,0 1-18 0,-6 5-15 0,6-1-20 15,-3 3-14-15,-2 3-15 0,3 1-8 0,0 0-13 16,4 3-7-16,-2 1-9 0,4 1-14 15,-2 0-12-15,5 1-7 0,-2-1-8 0,5 1-6 16,2-1-4-16,2 2-9 0,4-2-3 0,2-1-8 0,-1 0 1 16,4-2-6-16,2-2-2 0,1 1-3 0,3-3-16 15,1-5-13-15,1-5-23 0,1 3-18 0,2-3-21 16,0-4-19-16,0-1-10 0,-2-1-4 0,2-3 6 16,-2-4 13-16,-2 1 7 0,-2 0 8 0,-1-4 11 15,0 3 31-15,-5 1 29 0,-2 0 24 0,3-4 25 16,-6 4 28-16,4 2 22 0,-7-1 16 0,1 2 9 15,2 1 8-15,-2 1 2 0,-3 1-20 0,1 1-11 16,2-1-17-16,-3 4-11 0,0 0-15 0,0 0-5 16,0 0-10-16,0 0-7 0,3 12-6 0,0-7-5 15,-3 3-1-15,1 0-6 0,2 2-5 0,2 1-5 16,-2-1-3-16,5 0 1 0,0-1-13 0,-1 0-2 16,1-1-27-16,0-1-18 0,0 1-28 0,2-6-22 15,-2 2-34-15,4-2-35 0,-3-1-28 0,4-2-41 16,-3-5-20-16,-1 1-33 0,3-2-19 0,-4-3-152 15,2 2-482-15,2-7 213 0</inkml:trace>
  <inkml:trace contextRef="#ctx0" brushRef="#br0" timeOffset="48391.38">7709 7293 200 0,'-2'-5'295'0,"1"0"-5"15,0 0-6-15,1 1-24 0,1 0-30 0,-1 4-26 16,-4-3-20-16,4 3-23 0,0 0-14 0,0 0-15 15,0 0-13-15,0 20-15 0,3-11-7 0,-1 3-8 0,3 4-8 16,-4 4-16-16,8 6-1 0,-6-6-6 0,5 9-29 16,-1-3-23-16,0 0-28 0,-2 3-32 15,1-2-44-15,1 2-54 0,2-2-65 0,0-2-209 0,0 1-462 16,-4-7 204-16</inkml:trace>
  <inkml:trace contextRef="#ctx0" brushRef="#br0" timeOffset="48809.55">7710 7592 322 0,'-8'-4'325'0,"4"-1"3"0,-2-1-9 0,2 1 2 16,-2 2-26-16,0 2-14 0,3-3-26 0,-1 0-27 16,0 2-25-16,4 2-17 0,-4-4-23 0,4 4-22 15,0 0-14-15,0 0-16 0,0 0-7 0,0 0-12 16,18 2-8-16,-7 0-11 0,-3-2-11 0,4 1-17 15,3-1-2-15,1 1-12 0,3-1-11 0,2 0-4 16,-2-1-9-16,4 0-7 0,-4-1 2 0,-1 0-1 16,2 1-1-16,-2 1 3 0,2-2-6 0,-9 1 2 15,4-1 2-15,-1 1-5 0,-1-1 1 0,-3 0 0 16,-2 4 0-16,0 0 0 0,2-1-2 0,-4 1 0 16,5 1-1-16,-1 2 2 0,-3 5 6 0,2-3-6 15,-1 6-2-15,3 2 1 0,-1 2 2 0,5 6 1 0,-3-4-1 16,3 8 2-16,1 2 6 0,0 0-7 15,4-1-3-15,4 3 4 0,-8 1-1 0,2-2 2 16,-2 1 0-16,-3 2 1 0,1-2 1 0,-3-3-4 16,-1-2 7-16,-6 1 0 0,1-7 4 0,-3-1 3 0,-2 1 17 15,-3-4 10-15,-2-3 21 0,-3-1 21 16,-1-3 10-16,-2-2-1 0,-4-2-8 0,-3 1-4 16,-2-4-9-16,0-3-6 0,-3-2-15 0,2-2-45 15,0-2-63-15,-1-4-65 0,4 1-64 0,2-2-84 0,4-3-102 16,2 2-270-16,2-4-697 0,4-1 308 0</inkml:trace>
  <inkml:trace contextRef="#ctx0" brushRef="#br0" timeOffset="49126.36">8511 7564 92 0,'0'0'274'0,"0"0"-22"0,0 0-26 0,0 0-22 16,0 0-22-16,-8 2-16 0,8-2-20 0,0 0-12 15,-1 3-15-15,1-3-10 0,-2 3-9 0,2-3-8 0,2 9-12 16,-2-9-5-16,4 5-6 0,-4-3-7 0,4 0-3 16,-4-2-4-16,4 7-9 0,1-5 1 15,-5-2 7-15,7 1 8 0,-7-1-6 0,0 0-3 0,7 0 1 16,-7 0 0-16,0 0-6 0,4-8-4 0,-3 5-6 15,-1 0-1-15,0 3-4 0,0-7-6 0,-2 2-1 16,-1 0-5-16,0 1-19 0,-2-2-30 16,-1 1-37-16,1 2-32 0,1 0-49 0,-3 0-69 0,3 0-227 15,1 1-477-15,-1-1 211 0</inkml:trace>
  <inkml:trace contextRef="#ctx0" brushRef="#br0" timeOffset="49427.44">8435 7350 133 0,'-7'0'293'0,"-4"0"-25"0,5 1-23 0,-1 0-29 16,1 1-20-16,6-2-20 0,-8 2-20 0,4 2-11 15,4-4-11-15,0 5-6 0,0-1-5 0,4 1-2 16,1-1-6-16,0 0-10 0,0 1-2 0,5-2-2 0,-3-2-14 15,2 1-7-15,-1 0-10 0,0-1-7 0,2-2-4 16,-4 1-5-16,1-3-7 0,0 1-2 0,-1-1-5 16,-1-2 1-16,-1 0-8 0,0-2 5 15,-4 1-12-15,2-2-1 0,-2 2-4 0,-2-2-6 0,-2 2-3 16,0-3-19-16,-4 0 7 0,1 2-19 0,0 1-20 16,-1 1-31-16,0 2-31 0,1 1-41 0,-4 2-38 15,3-2-39-15,1 2-46 0,7 0-147 0,-13 3-447 16,9-1 198-16</inkml:trace>
  <inkml:trace contextRef="#ctx0" brushRef="#br0" timeOffset="50163.41">9119 7182 30 0,'0'0'333'0,"3"-6"-19"16,-2 3-28-16,-1 3-31 0,0 0-28 0,2-2-30 15,-2 2-18-15,0 0-19 0,-4 13-18 0,2-5-15 0,1 7-15 16,-1-4-11-16,2 7-10 0,-2 3-5 0,-1 7-12 15,2-2-6-15,-2 3-4 0,1-1-10 0,-3 1-4 16,5 2-2-16,0 0-7 0,-4-1-4 0,4-3-4 16,0 0 0-16,0-5-5 0,0-1-5 0,-1-5 3 15,1-3-2-15,0 0-2 0,-3-3-3 0,3 0-3 16,-1-2 6-16,-1-2 37 0,2 1 46 0,2-5 37 16,-2-2-13-16,0 0-11 0,0 0-12 0,4-14-11 15,-3 4-13-15,3-3-4 0,0-4-9 0,3-5-13 16,-2-7-5-16,0-2 7 0,1 1-17 0,1-4-2 15,0 0-5-15,-3-2-4 0,1-2-4 0,-2 1-4 16,1 1 0-16,3-3-7 0,-3 6-1 0,-4 1 3 16,4 2 32-16,-2 2 23 0,0 10 19 0,0 0 10 15,-1 2 13-15,2 1 6 0,-3 3 7 0,0 4 4 0,1 1-1 16,-1 2-12-16,0-2-18 0,2 3-17 16,-2 0-15-16,0 4-8 0,0 0-8 0,0 0-4 15,9 11-4-15,-4-1-6 0,-2 3-7 0,1 5 0 16,3 0-4-16,1 8 0 0,-1 1-3 0,2 2-4 0,-2-1 0 15,3 3 0-15,2-1-6 0,-1 2-2 0,0-5 2 16,0 5-3-16,-2 0 0 0,6 2-2 16,-5-1-7-16,-2-3-21 0,4-3-19 0,-2 0-24 0,-4-8-28 15,0-1-28-15,1-1-31 0,-2-6-30 0,3 0-27 16,-5-1-25-16,-2-2-17 0,4-3-10 0,-3-3-36 16,0 1-61-16,-2-3-42 0,0 0-255 0,0 0-704 15,0 0 312-15</inkml:trace>
  <inkml:trace contextRef="#ctx0" brushRef="#br0" timeOffset="50331.09">9165 7437 29 0,'-8'-2'300'0,"8"2"10"0,-8-2 8 0,8 2 4 16,-4-3 2-16,4 3-10 0,-3-2-4 0,3 2-8 16,0 0-15-16,0 0-25 0,11-4-22 0,0 3-22 15,1 1-26-15,7-1-16 0,2 2-19 0,0-2-17 16,11 2-29-16,-8 0-53 0,6-1-73 0,-8 2-75 15,2 0-87-15,-2 4-110 0,0-1-347 0,-3-1-687 0,-7 0 305 16</inkml:trace>
  <inkml:trace contextRef="#ctx0" brushRef="#br0" timeOffset="53893.44">5639 9054 141 0,'-2'-7'371'0,"-2"0"-2"16,4-1-9-16,-1 3 10 0,-2 0-12 0,3 0-16 16,0 5-33-16,0-6-29 0,0 6-31 0,-1-4-29 15,1 4-25-15,0 0-29 0,0 0-8 0,0 0-18 16,5 12-15-16,2-2-12 0,-1-1-8 0,1 3-15 15,-1 0-9-15,1 4-8 0,0 3-2 0,-2 1-7 16,3-2-6-16,0 2-9 0,-2-2-1 0,-2 1-24 16,1-1-37-16,1-1-29 0,-1 0-28 0,-2-5-30 15,-2 1-29-15,1-1-31 0,0-3-44 0,0 1-38 16,-4-2-42-16,4-5-29 0,-2 2-249 0,0-5-610 16,0 0 270-16</inkml:trace>
  <inkml:trace contextRef="#ctx0" brushRef="#br0" timeOffset="54261.42">5512 9012 32 0,'-4'-12'302'0,"3"3"-1"0,-2 2-13 0,1-4-5 16,2 5-17-16,2-2-10 0,2 1-12 16,0 2-30-16,0-2-20 0,3 2-22 0,1 0-17 15,3 2-19-15,-1 0-14 0,4 0-13 0,0 1-10 0,8 7-10 16,-2-3-15-16,1 3-6 0,0 4-4 0,7 1-8 15,-3 3-7-15,0 1 4 0,1 3-11 0,-3 0-5 16,0 1-3-16,0 1-5 0,-4 4-2 0,-1-2-2 16,-2 5-1-16,-2-3-2 0,-2 3-4 0,-2-1-3 15,-4-4-1-15,-2-1 0 0,-1 2 4 0,-3-2-9 16,0 1 2-16,-7-1-3 0,-1-2 2 0,-3-1 2 16,-1 0-1-16,-3-3 3 0,0-2 5 0,-2 0 21 15,-2 0 6-15,-2-3 10 0,-2-4 6 0,4-2 8 16,1 0-3-16,-2 0 2 0,9-3 4 0,-4-4-11 15,3 2-5-15,2-1-5 0,2 0-8 0,1-3-14 16,3-1-36-16,1 1-33 0,9-3-42 0,-3-1-41 16,4-1-42-16,6-1-48 0,3-1-45 0,12 0-36 15,-8 4-29-15,2 0-224 0,6 0-590 0,2-1 261 16</inkml:trace>
  <inkml:trace contextRef="#ctx0" brushRef="#br0" timeOffset="54595.43">6060 9231 132 0,'0'0'222'0,"4"-4"-2"0,-4 0-15 16,0 4-10-16,4-5-10 0,-2 2-16 0,2 1-12 15,0-3-11-15,1 1-8 0,-1-2-15 0,3 3-11 0,0-2-8 16,0-1-11-16,5 0-6 0,-1 0-10 0,-3 0-6 16,2-1 0-16,1 1 2 0,-2-1 2 0,2-1 4 15,-7 3 1-15,4-1 3 0,-1 1-1 0,-3 0 4 16,1-3 2-16,-2 6 7 0,1-6 6 0,-4 3-7 15,0 0-7-15,0 2 1 0,0-4-14 0,-4 5-4 16,-2-1-6-16,0 2-10 0,-1 0-4 0,-1 1-2 16,-5 0-1-16,0 4-15 0,-3-1 4 0,1 4-7 15,-4-2-1-15,4 6-3 0,-3-4-5 0,7 2 2 16,-3 3-6-16,1 2-2 0,2-4-4 0,7 0 1 16,-4 2 2-16,1-2-6 0,3 1 0 0,4 1 2 15,0-1 3-15,3-3-3 0,1 3-1 0,4-1 0 16,0-3-3-16,6 2-28 0,-3-5-29 0,9 0-23 15,-1 0-33-15,-1 0-39 0,5-3-42 0,-3-1-49 16,1-2-41-16,2-3-37 0,-3 2-171 0,3-2-527 16,-5-5 233-16</inkml:trace>
  <inkml:trace contextRef="#ctx0" brushRef="#br0" timeOffset="54947.21">6393 9125 123 0,'0'0'234'0,"3"-6"12"0,-3 6 4 0,-3-9 2 16,3 9-5-16,-1-2 2 0,1 2-10 15,-1-4-13-15,1 4-17 0,0 0-19 0,0 0-19 16,0 0-14-16,0 0-8 0,-12 0-7 0,12 0 0 0,-9 4-9 16,5-3-9-16,0 3-5 0,-2 0 4 0,0 0-25 15,0 1-8-15,1-1-5 0,2 2-12 0,-1-1-3 16,0 2-15-16,2-4 1 0,-1 4 7 0,3-1-8 16,3 3-9-16,-1-1-2 0,6 0-3 0,3 0-1 15,0 0-2-15,4 2-6 0,8 0-3 0,0 2-4 16,-1-4-6-16,5 2 3 0,-6-1-1 0,1-1-4 15,-2 0 3-15,0-1-3 0,-7-2-7 0,1 2 2 16,-3-2-3-16,-4 0-5 0,0-1 3 0,0-1-1 16,-3 3 4-16,-3-2-4 0,-2 1 3 0,-3-2-2 15,-8 3 1-15,-1-2-1 0,-7 2 10 0,2-1-5 16,-4-1-16-16,-1 0 5 0,2 0 0 0,-1-2 1 16,-3 0-1-16,5 1-16 0,-1-2-25 0,7 0-26 15,0-2-22-15,2 2-19 0,2-3-25 0,3-1-34 0,3 1-38 16,0-2-44-16,4-1-49 0,3 0-39 0,2-5-199 15,2-2-579-15,1-3 256 0</inkml:trace>
  <inkml:trace contextRef="#ctx0" brushRef="#br0" timeOffset="55231.56">6543 8864 324 0,'0'0'341'0,"0"0"-15"15,3-7-20-15,-3 7-24 0,0-4-37 0,0 4-30 16,0 0-25-16,0 0-18 0,0 0-14 0,0 0-17 16,5 14-14-16,-2-6-15 0,-2 1-7 0,1 3-13 15,0 1-4-15,0 2-10 0,2 2-6 0,0 0-6 16,3 2-5-16,-3 2-2 0,1-1-7 0,2 5-1 16,1 1-5-16,2 2 0 0,-2 1-7 0,0-9 0 15,0 5-3-15,2 1-4 0,-4-8 1 0,1-1-7 16,0 0 0-16,4-2-4 0,-7-5 2 0,0 3-24 15,-1-5-28-15,1-3-28 0,0 1-18 0,-1-1-30 16,-3-3-68-16,0-2-73 0,0 0-67 0,0 0-196 16,0 0-548-16,2-13 243 0</inkml:trace>
  <inkml:trace contextRef="#ctx0" brushRef="#br0" timeOffset="55399.83">6546 9096 304 0,'0'0'307'0,"0"0"-21"0,0 0-26 16,0 0-21-16,0 0-25 0,0 0-20 16,13-6-19-16,-4 6-15 0,1-1-21 0,4 1-10 15,2 0-17-15,2 0-26 0,2 0-38 0,-2 0-45 16,1 1-56-16,4 1-61 0,-1 0-66 0,3-1-206 0,-2 0-416 16,-3-1 185-16</inkml:trace>
  <inkml:trace contextRef="#ctx0" brushRef="#br0" timeOffset="55683.18">6955 9161 64 0,'-5'2'283'16,"-1"1"1"-16,6-3-6 0,-4 3-18 0,4-3-15 16,-4 2-17-16,4-2-21 0,0 0-24 0,0 5-11 15,0-5-18-15,0 0-16 0,-3 4-12 0,3-4-14 16,0 0-11-16,2 6-8 0,-2-6-11 0,3 4-5 15,-3-4-10-15,0 0 2 0,0 4-9 0,0-4-7 16,0 0-5-16,1 3-2 0,-1-3-4 0,0 0 4 16,0 0-8-16,0 0 7 0,0 0-3 0,0 0-2 15,0 0-10-15,0 0-1 0,0 0-5 0,0 0-2 16,-3-12-3-16,3 12-8 0,-7-7-14 0,6 3-24 16,0 1-23-16,-2-1-37 0,0 0-49 0,3 4-53 15,-8-4-55-15,8 4-62 0,0-4-157 0,0 4-501 0,0 0 221 16</inkml:trace>
  <inkml:trace contextRef="#ctx0" brushRef="#br0" timeOffset="55951.81">7589 8996 127 0,'4'-2'386'16,"-4"2"-2"-16,4-5-17 0,-4 5-15 0,0 0-45 16,4-3-33-16,-4 3-27 0,0 0-22 0,0 0-28 15,0 0-18-15,2 9-19 0,-4-2-14 0,2-2-16 16,-3 2-10-16,2 4-16 0,1-1-7 0,-4 3 1 16,0 0-17-16,1-2-38 0,2 6-43 0,0-3-32 15,-1 2-33-15,1 1-43 0,-2-3-57 0,3-2-60 16,2-1-62-16,0-2-237 0,0 1-568 0,0-4 252 15</inkml:trace>
  <inkml:trace contextRef="#ctx0" brushRef="#br0" timeOffset="56118.04">7799 9127 115 0,'0'0'351'0,"5"-4"-3"0,-5 4-2 15,0 0-37-15,5-1-30 0,-5 1-28 0,0 0-21 16,0 0-25-16,0 0-21 0,0 0-15 0,-13 11-18 0,7-3-6 15,1 1-25-15,-1 2-4 0,-3-1-18 0,2 1-38 16,-3 3-50-16,5 2-47 0,-6 1-60 0,4 1-88 16,6-1-123-16,-2-6-169 0,2 2-517 15,0 2 229-15</inkml:trace>
  <inkml:trace contextRef="#ctx0" brushRef="#br0" timeOffset="56636.6">8659 9036 87 0,'0'0'355'0,"3"1"-9"0,-3-1-15 0,0 0-22 0,0 0-29 15,4 3-22-15,-4-3-27 0,0 0-26 0,0 0-17 16,4 3-21-16,-4-3-10 0,0 0-22 0,0 5-8 16,0-5-20-16,-2 5-9 0,2-2-4 0,0-3-11 15,0 7 4-15,-2-3-21 0,1-2-7 0,1-2-9 16,-3 4-1-16,3-4-8 0,-1 4 0 0,1-4-3 16,0 0 11-16,0 0-9 0,3 4 4 0,-3-4 1 15,0 0 0-15,0 0-8 0,0 0-7 0,0 0 9 16,6-12-13-16,-6 12 0 0,0-7-1 0,0 3 0 0,0-2-5 15,-2 1-13-15,-1 2 11 0,0-1-8 0,2 0 18 16,-3 0-29-16,1 1-21 0,0 0-32 16,3 3-19-16,-5-5-34 0,1 3-26 0,4 2-36 0,-7-2-39 15,7 2-35-15,0 0-49 0,-5-1-242 0,5 1-578 16,0 0 256-16</inkml:trace>
  <inkml:trace contextRef="#ctx0" brushRef="#br0" timeOffset="56938.1">8620 8831 220 0,'0'0'286'0,"0"0"-17"0,-7-1-21 0,7 1-22 16,0 0-23-16,0 0-17 0,-11 3-17 0,11-3-10 15,0 0-5-15,-1 5-7 0,1-5-5 0,1 5-7 16,-1-5-5-16,7 5-8 0,-3-1-1 0,0-2-2 0,-1 1-5 15,2-1-5-15,1 0-4 0,1-1-17 16,-1 2 16-16,0-3-18 0,-6 0 0 0,12-1 1 16,-6-2-8-16,0 1-3 0,-2 0-6 0,1-2-11 15,-3 2 0-15,1-3 0 0,-2-1-13 0,-1 1-12 0,3 0-2 16,-3-1-7-16,-5 0-12 0,2 0-16 0,-1 1-25 16,0 0-30-16,-6 0-32 0,3 2-34 0,-1-2-40 15,1 4-53-15,-2 1-46 0,1-1-51 0,-2 1-204 16,2 0-561-16,0-2 248 0</inkml:trace>
  <inkml:trace contextRef="#ctx0" brushRef="#br0" timeOffset="57708.09">9165 8740 328 0,'3'-4'387'0,"-2"0"-7"15,1 1-11-15,1-3-25 0,-3 6-29 0,2-6-34 16,-2 6-33-16,0 0-25 0,0 0-24 0,0 0-24 16,11 12-18-16,-8-3-11 0,2 3-16 0,-1-1-23 15,0 0-2-15,2 6-4 0,-2 1-14 0,3 0-7 16,-1 1-10-16,-1-1-4 0,0 0-5 0,2 0-8 16,-2 0-2-16,1 1-6 0,-1-4-3 0,2 3-10 0,-4-5-25 15,1 0-59-15,0 0-32 0,-1-3-39 0,0 0-44 16,-2-3-54-16,1-1-55 0,0-1-41 15,-1-2-242-15,-1-3-604 0,0 0 267 0</inkml:trace>
  <inkml:trace contextRef="#ctx0" brushRef="#br0" timeOffset="58024.91">9133 8663 66 0,'-4'-3'376'15,"0"-4"1"-15,2 4-15 0,1-3-12 0,0 0-33 16,2 2-35-16,2-1-25 0,2 3-18 0,4-1-20 16,5 0-19-16,2 2-23 0,5 2-12 0,5 0-19 15,2 5-13-15,5 1 2 0,-3 4-26 0,0-1-12 16,0 3-6-16,-2 1-15 0,-1 2-3 0,2 2-7 16,-2 0-5-16,-1 1-10 0,-7 4 0 0,1 0-5 15,-10-5-10-15,8 7-5 0,-9-1 2 0,-3-3-4 16,-5-1-2-16,3 4-2 0,-8-3-1 0,0 1-1 15,-3-3-4-15,-5 6 3 0,-3-1-1 0,1-8 4 16,-3-2-5-16,-6 5 10 0,-5-2-9 0,5 1 0 16,-5-7-3-16,-1 2-4 0,0-3-5 0,1-5-21 0,5-2-46 15,0 0-61-15,-7-3-63 0,8 0-80 16,2-4-101-16,-1 3-300 0,8-4-718 0,3 2 319 16</inkml:trace>
  <inkml:trace contextRef="#ctx0" brushRef="#br0" timeOffset="63478.77">18334 3610 267 0,'-3'-5'360'0,"3"0"-11"0,0-1-18 0,0 1-37 15,0 5-26-15,-1-5-34 0,1 5-28 0,-1-3-18 16,1 3-31-16,0 0-18 0,0 0-12 0,1 12-12 15,0-3-12-15,2 4-13 0,-3 4-9 0,7 2-3 16,-3 9-12-16,1-1-8 0,1 1-1 0,-1 2-7 16,2-1-6-16,2 2 2 0,1-2-11 0,-3 1 1 15,6 0-4-15,-4 0-4 0,2-1-1 0,3-1-1 16,0-1 4-16,1 0-5 0,-4-2-2 0,5 3-1 16,-4-12 7-16,2 2-3 0,2-1-3 0,-2-3 4 15,5 1 7-15,-4-3 16 0,3-5 5 0,-4 0 3 16,4-3 17-16,1-2 5 0,-2-2 9 0,3 0 9 15,-2-5 7-15,-2-3 8 0,4 2 5 0,-3-7 3 16,0 3-3-16,0-4-2 0,3-9-9 0,-1 1-7 16,-2-1-8-16,0-1-3 0,-2-1 2 0,1-3-7 15,-5-1-2-15,-1 1-5 0,-1-1-1 0,-5-1-2 16,1 1-7-16,-5 1-3 0,0-3-4 0,-2 2 1 16,-1 3-8-16,2 5-8 0,-3 0 0 0,-3 2 0 0,3-2-13 15,2 5-7-15,-4 2 1 0,3 1-5 0,1 2-15 16,-1 0-29-16,0 4-42 0,0 0-58 15,3 2-83-15,-1 0-84 0,-4 3-48 0,5 2-10 0,0 0-29 16,0 0-41-16,-2 11-343 0,1-4-823 0,5 1 365 16</inkml:trace>
  <inkml:trace contextRef="#ctx0" brushRef="#br0" timeOffset="63895.94">19486 3636 56 0,'3'-4'307'0,"1"-1"-7"0,0-2-2 15,-3 1-2-15,3 1-2 0,1-6-1 0,-3 5-7 16,1 0-5-16,-3-1-8 0,0-1-9 0,0 2-6 15,0 1-20-15,-3-3-12 0,2 2-11 0,0-1-15 16,-2 1-19-16,0 0-19 0,-1 1-11 0,0 0-16 16,0 2-15-16,-2-2-16 0,0 5-11 0,-3 0-19 15,0 3-1-15,-5 2-10 0,-1 1-8 0,0 3-5 16,-1 4-7-16,-2 0-4 0,-1 5 1 0,0 2-7 16,0 0-5-16,1 2-7 0,7-2-1 0,-3 5-2 15,7-6-3-15,0 8 0 0,3-5-1 0,3-2 1 16,2 1-3-16,4-1 2 0,6 7 0 0,0-3-2 15,5-2 1-15,2 1-3 0,1-4 1 0,4-2 0 16,0 1-8-16,2-2-19 0,2-3-25 0,-2 1-27 16,-2-9-45-16,0 5-36 0,7-3-36 0,-3-1-42 15,-4 0-45-15,-3-4-53 0,5 0-52 0,-7-4-286 16,2 0-718-16,-1-1 319 0</inkml:trace>
  <inkml:trace contextRef="#ctx0" brushRef="#br0" timeOffset="64347.56">20223 3520 187 0,'0'-6'308'16,"0"-2"-6"-16,-3 0-8 0,0-3-13 16,0 6-18-16,1-4-8 0,-2 3-22 0,-1-3-22 0,-1 5-21 15,1 0-19-15,-2-1-23 0,-1 2-18 0,1 0-9 16,-1 1-8-16,-3 1-13 0,0 2-14 0,-1-1-9 16,-2 4-10-16,2 1-8 0,0 1-1 0,1 0-10 15,-1 3-6-15,-3 0-5 0,2 3 2 0,4 1-7 16,-2 0-3-16,4-2-5 0,-3 3-4 0,4 0 1 15,1 2 0-15,2 1-4 0,2-1 4 0,1 2-3 16,4 0 2-16,3 2-5 0,3 4 15 0,0-5-10 16,7 4-3-16,3-1-1 0,0-1 3 0,4 1-5 15,-6-2-3-15,2 0 2 0,5 0 0 0,-6 1-4 16,-4-7-3-16,-1-1 0 0,-1 1 1 0,-1-1-2 16,-3-3-6-16,-1-1 6 0,-3 0-3 0,-1 1-2 15,-2-3 5-15,-4 2 1 0,-2 0-3 0,-3 0-2 16,-5 0-6-16,-4-1-26 0,-6 4-38 0,-8-1-40 15,-4-1-47-15,-3 1-58 0,-2-1-83 0,0 0-267 16,-16 3-611-16,-2-1 270 0</inkml:trace>
  <inkml:trace contextRef="#ctx0" brushRef="#br0" timeOffset="64732.27">18213 4751 37 0,'-3'1'351'15,"3"-1"-2"-15,2 5 5 0,-2-5 4 0,27-1-13 16,7-2 3-16,9 1-4 0,21-5-12 0,6 1 0 16,41-2-8-16,-2-5-3 0,7-1-12 0,7-1-9 15,8 1-11-15,9 0-9 0,2-4-16 0,6 2-20 16,4-1-18-16,0 0-21 0,3 0-23 0,-1 1-17 16,-3-1-17-16,-8 0-15 0,-17-1-9 0,2 3-20 15,-5 5-9-15,-8 2-7 0,-14-2-12 0,-32 5-5 16,-5-3-8-16,-7 0-38 0,-18 2-34 0,-7 4-31 15,-7-1-29-15,-11 2-30 0,0-2-47 0,-7 0-80 16,-3 1-96-16,0 2-63 0,-4 0-45 0,0 0-61 16,-27-3-338-16,5 3-896 0,-9 3 396 0</inkml:trace>
  <inkml:trace contextRef="#ctx0" brushRef="#br0" timeOffset="65100.25">18728 5013 139 0,'-12'3'342'0,"0"-2"2"0,2 3 1 0,4-2 8 15,4 0 4-15,2-2 10 0,0 0-16 0,0 0-26 0,0 0-28 16,0 0-29-16,38-16-20 0,-1 10-14 0,24-7-18 16,35 0-5-16,8-1-19 0,5 4-11 0,9-2-9 15,6 2-7-15,1 4-8 0,3-2-7 0,5 1-8 16,3 1-15-16,-1 5-12 0,2-3-15 0,-9 5-5 16,0-2-13-16,-10-1-5 0,-3-1-7 0,-9-1-7 15,-7 2-7-15,-30 2-7 0,-5-3-28 0,-4 0-33 16,-19 1-53-16,-6 1-41 0,-2-2-52 0,-10 1-43 15,-4-2-51-15,-7 3-72 0,-2-1-91 0,-6-1-398 16,-4 3-881-16,0 0 389 0</inkml:trace>
  <inkml:trace contextRef="#ctx0" brushRef="#br0" timeOffset="68244.85">14756 6264 267 0,'0'-6'354'0,"0"1"-2"15,0-1-12-15,0 3-3 0,0 3-14 0,-2-8-5 0,1 4-19 16,1 4-17-16,-2-5-12 0,2 5-36 15,-1-4-30-15,1 4-21 0,0 0-23 0,0 0-16 16,0 0-22-16,0 0-12 0,0 0-13 0,0 0 5 16,0 0-21-16,-4 13-12 0,1-7-4 0,2 2-7 0,-1 1-12 15,1 2-2-15,1 1-4 0,1 1-3 0,2-2-2 16,0 2-2-16,1 1-2 0,-1-1-6 16,5 2-1-16,-1 1-3 0,-1-1 2 0,4 0-6 0,1 0-1 15,0-2 10-15,3-1-10 0,-1-3 2 0,-2 1-6 16,0-3 1-16,5 2-2 0,2 0 1 0,-6-5 7 15,5-1-11-15,-3 0 1 0,0-2 2 0,2-1-3 16,2-2 4-16,-2 0-1 0,-2-3-2 0,2 0 27 16,-1 0 6-16,-3-1 5 0,3-6 9 0,-1 4 5 15,-6-2-4-15,3-4 4 0,-3 3 0 0,0-5-2 16,-2-2-3-16,-1 2-4 0,-2 0-6 0,6-2-2 16,-7 2-4-16,-2 1-2 0,1 3-4 0,-1-2-5 15,-1 1-5-15,1 4-2 0,0-3-3 0,0 6-5 16,-2-3-13-16,2 5-25 0,0-2-40 0,-2 3-51 15,-1-2-69-15,3 5-54 0,-1-4-10 0,1 4-15 16,0 0-28-16,0 0-37 0,-3 13-35 0,3-8-43 16,0-1-217-16,0 5-674 0,3-4 299 0</inkml:trace>
  <inkml:trace contextRef="#ctx0" brushRef="#br0" timeOffset="68696.47">15234 6209 267 0,'0'0'242'0,"0"0"-24"0,0 0-25 16,0 0-21-16,0 0-17 0,0 0-17 0,0 0-14 0,0 0-10 16,4 18-9-16,-4-10-12 0,3-1-8 0,-2 1-3 15,4 2-6-15,0 2-6 0,-2-2-10 16,-2 3-3-16,4-3-4 0,-1 3-5 0,2-2-6 0,-2 0 0 15,2-3-6-15,-1 3-3 0,-1-2-3 0,1-3-3 16,-2 2-1-16,1-3-4 0,-2-2-1 0,0 1 1 16,0 1 35-16,-1-3 22 0,2 1 20 0,-3-3 31 15,0 0 12-15,5 2-6 0,-5-2-1 0,0 0-7 16,6-7 2-16,-5 2-6 0,2-1 1 0,-2 1-1 16,3-5-6-16,-1 1 0 0,1-4 6 0,0 3-3 15,0 0 3-15,0-2 7 0,3 2 4 0,-3-2 5 16,2 1 4-16,0 1 0 0,-1-2 2 0,1 2-14 15,0 0-8-15,-1 1-7 0,-1 1-3 0,-2 2-13 16,2-1-10-16,-2 2-13 0,3 2-5 0,-2 0-9 16,0-1-15-16,1 1-8 0,-4 3-5 0,0 0-8 15,11 2 3-15,-11-2-12 0,9 6-10 0,-4-1-6 16,0 4-16-16,3 0-18 0,-1 1-21 0,0 0-17 16,4 6-25-16,-6-4-21 0,4 2-26 0,-2 1-12 0,3 0-32 15,-3 1-27-15,3-5-26 0,-4 1-36 16,1-1-41-16,0 2-37 0,0-5-34 0,2 2-279 15,-2-3-720-15,0 1 319 0</inkml:trace>
  <inkml:trace contextRef="#ctx0" brushRef="#br0" timeOffset="69148.09">15690 6263 193 0,'0'0'201'0,"16"7"-5"0,-9-4-13 0,0-1-10 15,0 0-13-15,2 0-13 0,4 1-15 0,-3-1-13 16,1 0-7-16,0 0-11 0,3-1-8 0,-2-1-8 16,0 0-4-16,2-2-8 0,-1 1-4 0,-2-3 14 15,2 0-2-15,1 1 0 0,-4-2 0 0,-2-1-5 16,4 0 4-16,-6 0 11 0,2-2-7 0,-2-1-7 15,3 0 0-15,-5-1-5 0,0 0 2 0,-3 0-5 16,1 1 2-16,-4-2-1 0,1 2 9 0,-2-1 9 16,-1 0-3-16,0 4-6 0,0-2-3 0,0 1 3 15,-3 1-4-15,3 1-22 0,-1 1-6 0,-1 1-1 16,-3 3-9-16,3 0 11 0,-3 1-13 0,-3 3-17 16,5 0 2-16,-3 3-4 0,5 2-4 0,-1-1 2 15,-2 2 3-15,3 2-6 0,2 1-3 0,2-1 2 16,1 3-2-16,1 1-4 0,2-3 1 0,0 1 6 15,7 2-3-15,1-3 0 0,2-1-2 0,1 1 0 16,3-2-14-16,2-2-24 0,1-1-25 0,2-1-27 16,1-2-34-16,7 2-40 0,0-6-34 0,1 2-20 15,0-4-18-15,1-2-17 0,-1-2-14 0,0-1-189 16,-1-1-486-16,-1-2 215 0</inkml:trace>
  <inkml:trace contextRef="#ctx0" brushRef="#br0" timeOffset="69315.35">16446 6169 80 0,'0'-5'148'15,"0"-1"6"-15,0-1-2 0,-3 5-11 0,-1-2-4 0,0 3-12 16,4 1-4-16,-13-2-5 0,4 4-4 0,0 0-9 16,-5 2-6-16,6 1-9 0,-3 2-10 0,-1-1-4 15,1 3-11-15,4 1-3 0,-5-1-7 0,0 5-8 16,4-2 1-16,-4 2-7 0,-1-3 4 0,6 1-10 16,-1-1-4-16,0 0-10 0,3 1-23 0,-5-4-32 15,4 0-28-15,-3 1-36 0,8-3-41 0,-3-2-36 16,0 0-96-16,-1-1-295 0,0-2 131 0</inkml:trace>
  <inkml:trace contextRef="#ctx0" brushRef="#br0" timeOffset="69532.8">16188 6226 121 0,'0'0'296'16,"0"-5"-4"-16,0 5-13 0,-3-5-31 0,3 5-22 15,0 0-24-15,0 0-22 0,0 0-21 0,0 0-17 16,0 0-12-16,0 0-12 0,0 0-8 0,11 15-10 15,-6-9-2-15,5 2-5 0,-1 1-10 0,2-1-7 16,4 2-5-16,2 1-6 0,0 1-6 0,5-2-4 16,-2-1-6-16,-1 1-4 0,13 2-7 0,-5-2-10 15,0 2-32-15,2-4-34 0,-9-2-34 0,0-1-46 16,2 1-36-16,1-3-40 0,-2-1-36 0,-2-2-196 16,-4 0-461-16,-3-1 205 0</inkml:trace>
  <inkml:trace contextRef="#ctx0" brushRef="#br0" timeOffset="69751.23">16611 6232 98 0,'-4'-3'183'15,"4"3"-19"-15,0 0-12 0,0 0 7 0,-7 8-6 0,7 0 2 16,1 0 1-16,-1 1-2 0,0 5-8 0,0 4-8 16,2 1-10-16,0 8-4 0,2 2-13 0,1 3-9 15,-2 2-10-15,0 2-5 0,1 0-10 0,6 17-7 16,-6-15-4-16,0-3-8 0,4 15-3 0,2-1-5 15,-5-12-2-15,-1-2-10 0,3 0-1 0,0-2-2 16,-2 0-3-16,2-3 0 0,0 0-10 0,-3-11-29 16,3-2-39-16,-3-4-47 0,0-2-53 0,0-5-46 15,0-1-215-15,-1-2-440 0,0-3 195 0</inkml:trace>
  <inkml:trace contextRef="#ctx0" brushRef="#br0" timeOffset="70051.05">16546 6247 166 0,'-7'-11'364'0,"1"-2"-5"0,-1 2-12 0,2 2-16 16,2-3-24-16,3 3-25 0,0 2-31 0,3 0-24 15,5 2-27-15,2 0-22 0,2 1-18 0,6 1-17 16,2 2-15-16,2 2-12 0,1 3-12 0,-3 1-6 15,-1 3-14-15,4 0-13 0,3 4-7 0,-8 0-4 16,-2 1-12-16,-1 1-4 0,0 0-1 0,-7-2-11 16,0 1-6-16,-2 0-11 0,-1-1-8 0,-2 1-7 0,-3-2-4 15,-4-1-9-15,-2 2-3 0,2-3-14 0,-8 1-18 16,3-1-12-16,-5-3-21 0,2-1-26 16,-7 1-32-16,1-2-40 0,-2-2-59 0,-2-2-60 15,2 0-209-15,-1-1-550 0,3-2 243 0</inkml:trace>
  <inkml:trace contextRef="#ctx0" brushRef="#br0" timeOffset="71857.8">16945 6388 240 0,'7'0'264'0,"3"-2"-11"16,-1-2-11-16,2-1-9 0,1 0-13 0,-4 1-15 16,2-5-10-16,1 0-9 0,-2 1-5 0,-2-2-20 15,4-4-6-15,-3-2-11 0,0 1-13 0,1-2-5 16,-3 0-8-16,0-1-7 0,-1-3-5 0,-1 1-10 16,-1-9-4-16,-2 4-9 0,5-2-8 0,-9 0-9 15,3-2 0-15,-4 2-14 0,1-3-2 0,-1 2-2 16,-1 1-5-16,1 8-9 0,-3-9 2 0,2 8-7 15,0-2-1-15,1 4 0 0,0 0-8 0,-1 5 1 16,1 1-3-16,-2 2-3 0,5 4-4 0,-4-2-6 0,0 3-3 16,3 1 5-16,-4 3-8 0,2 0-1 15,4 1-6-15,-11 5 2 0,6 3 5 0,-1 2-7 16,2 2 2-16,0 5 2 0,-2 3 1 0,6 8-1 16,-2-2-3-16,4 4 8 0,1-1-4 0,1 2-10 0,2 1-5 15,-2 0-8-15,6 2-10 0,-1-4-7 0,3 0-6 16,-2 0 3-16,6-3-5 0,-5 1-7 15,1-8 1-15,-1-2-1 0,3-2-2 0,-1-2-2 16,-3-4 0-16,2-1 3 0,0 2 1 0,1-8 6 0,-1-1 7 16,-4-1 6-16,3-1 4 0,0 0-1 0,-2-4 7 15,0 2 2-15,0-3 3 0,-4-2 14 0,2-2 13 16,0 4 12-16,-5-2 18 0,2 0 11 16,1 2 10-16,-2-2 7 0,-2 2 4 0,3 0 3 0,-4 2-11 15,1-2-8-15,2 3-7 0,-3 2-6 0,0 0-8 16,0 0 2-16,0 0-7 0,0 0-3 0,0 0-1 15,0 0-6-15,7 10 4 0,-3-3-1 0,-1-3-8 16,2 3 4-16,-1-1-1 0,3 2 0 0,1 0-2 16,3-1 5-16,0 0-5 0,-1-1-1 0,3-1-1 15,1-1-6-15,-1-1-2 0,0-2-2 0,0 2 0 16,-2-5-1-16,1 1 6 0,-5 0-10 0,1-2 2 16,-1-2-5-16,-1 0 3 0,-4-3-5 0,1-1-2 15,-4-1-3-15,-1 0-1 0,-3-3-1 0,-1 2 1 16,-4-5-1-16,-3 2 0 0,5-1 3 0,-4 5 0 15,0-2-4-15,-1-2 0 0,1 6-5 0,3 1-1 16,3 0 3-16,-2 3-5 0,1 0-4 0,3 2-8 16,1-2-10-16,-2 1-5 0,5 3 5 0,-2-4 9 15,2 4-1-15,0 0 1 0,0 0 0 0,17 0 4 16,-6 2 4-16,0 0 2 0,-2 0 5 0,6-1 3 16,2 2 2-16,0-1 0 0,-2 1 7 0,4-2-3 15,-6 1 4-15,1 1 5 0,0 0 1 0,-2-1 4 16,0 1 4-16,3-1-3 0,-1 1 3 0,-3 2 0 0,-3-3-2 15,3 3 1-15,-3 0-2 0,0 1 5 0,0-2-6 16,-2 1 4-16,1 4-1 0,-3-4 7 16,1 2-5-16,-2 0-5 0,-1-2 6 0,0 4-1 15,-1-1-4-15,1-1 3 0,-2-1 1 0,-2-1-2 0,1 0 4 16,-2-1-5-16,3-4 6 0,-1 5 1 0,-1-1 8 16,2-4 16-16,-5 1 4 0,5-1 5 0,0 0 2 15,0 0 0-15,0 0-1 0,-5-12-2 0,6 6 5 16,-1 0-3-16,4 0-1 0,1-4-9 0,-2-1-2 15,4 1-2-15,-1-2 0 0,-1-1-8 0,6-1 0 16,-3 2-5-16,4 0-7 0,2-2-2 0,-3 1 0 16,-2 3 1-16,1-1 0 0,-2 3-5 0,0 0 2 15,-1-1-1-15,0 4 3 0,-2-1 1 0,-1 0-2 16,0 4-5-16,-2-2-1 0,0 3-4 0,-2 1 1 16,6-3 3-16,-6 3-4 0,0 0 3 0,0 0 5 15,0 0-7-15,0 0 5 0,0 11-5 0,0-1-8 16,-3-5-9-16,3 1-3 0,0 1-2 0,3 0-4 15,-2 4-8-15,4-3-6 0,0 2-14 0,3-3-12 16,0 2-8-16,1 1 0 0,4-4 0 0,2 5-6 16,2-1-9-16,1-3-7 0,1 0 4 0,0 1-4 15,3-4-4-15,1 0 12 0,6 2 6 0,-9-4 5 16,4 0 6-16,-2-2 9 0,0-2 12 0,1 0 3 0,-1-2 9 16,-2-2 6-16,1 2 3 0,-1-4 15 0,-1 1 6 15,-4 0 12-15,-3 1 7 0,3-2 7 16,-4-1 11-16,-3 0 2 0,1 1 0 0,-3-1 7 15,1-1 0-15,-3 1-3 0,-4-1 7 0,3 1 10 0,-3 1 8 16,0-1-5-16,-3 3 5 0,3-2 4 0,-3 3-7 16,-1-1-4-16,0-1-1 0,-2 5 1 0,-1-2-10 15,1 1-2-15,-1 0-2 0,-5 3 1 0,7-2 3 16,5 2-1-16,-21 4-1 0,13-3-1 0,-3 2-3 16,3 1-2-16,-5-1-5 0,3 5 2 0,0 0-3 15,1-1-2-15,2 0 0 0,0 3-3 0,0 2 2 16,2 0-5-16,0-1 3 0,2 0-2 0,2 6-1 15,2-4 0-15,2 3-1 0,2 1-2 0,2-1 2 16,1-1-2-16,5 1 2 0,1 0-3 0,3-2 0 16,10 2-2-16,-3-3-3 0,5-1-16 0,-1-1-12 15,2-2-14-15,-1-2-3 0,-1-1-7 0,-7-3 0 16,6-2-8-16,0-1-2 0,-5-1 11 0,0-3 5 16,-2 1 2-16,-1-3 6 0,-2-2 2 0,-7 0 3 15,4-4 7-15,-3 4 6 0,-3-2 2 0,-2-2 10 16,-2-1 3-16,-3 0 8 0,-2-2 8 0,-1 0 8 15,-2-4 13-15,0 2 5 0,-3 6 8 0,-2-4 4 16,-2 1 0-16,0 0 1 0,-1 5 3 0,-1 1 0 16,0-2 0-16,1 4-5 0,-3 1-6 0,1 1-8 0,0 2 0 15,2-1-5-15,0 1-5 0,-3 1-1 0,4 2-3 16,4 2-1-16,-5 3-4 0,1-1-5 16,4 2 0-16,0 1-1 0,0 1-1 0,3 2 0 0,1 1-1 15,1 1 0-15,4-2 0 0,1 3-1 0,1 2-2 16,0-5-1-16,4 2 3 0,0 1-3 0,0-2-1 15,6-1 1-15,-3-3-4 0,1-1-6 0,1 0-2 16,1 0-6-16,-2-4-6 0,6 0-1 0,-5-2 0 16,1-2 9-16,1-2-8 0,-3-4-1 0,1 1 1 15,0 0 4-15,-2-3-3 0,7-2 1 0,-5-5 1 16,1 2 0-16,-2-5 5 0,-6 1 2 0,2-2 0 16,3-5 3-16,-3 0 4 0,-4-2 6 0,-4 0 13 15,3-3 6-15,-5 2 9 0,1 0 4 0,-2-2 4 16,2 5 3-16,-2-2 9 0,2-1 11 0,-3 8 5 15,-2 1-6-15,1 0 6 0,1 1-1 0,-2 1 1 16,2 5 1-16,-4 0 4 0,2 1-12 0,0 0-3 16,0 4-6-16,1 1-8 0,1 1-6 0,0 2-8 15,-2 0-6-15,-2 3-3 0,8 0-5 0,-13 5-3 16,3 2-3-16,1-1-5 0,2 3 1 0,-2 3 2 16,4 3 4-16,-3 2-11 0,3 3 1 0,3-2 3 15,2 9-1-15,-3 0-1 0,6 2-2 0,3-2 5 16,3 2-3-16,2-3-2 0,3 1 5 0,-4-1-2 15,4 1-24-15,2-1-28 0,2-3-34 0,1 2-49 0,-4-1-63 16,3-2-70-16,6-5-83 0,-9-3-203 16,3-2-594-16,-6-5 263 0</inkml:trace>
  <inkml:trace contextRef="#ctx0" brushRef="#br0" timeOffset="73129.02">19547 5516 51 0,'0'9'133'0,"0"-2"4"0,3 3-1 0,-2 3 0 15,1 2 0-15,0 2-7 0,0 2 2 0,2-1-5 16,-1 2-8-16,2 6 6 0,-5 1-17 0,5 2-7 0,-2 0 0 16,3 2-1-16,-1 2-1 0,-2-2-3 0,2 7-3 15,-2 0-1-15,2-2 1 0,-1 2-6 0,2 13-4 16,-1 0-3-16,-5-14-2 0,7 11-2 0,-4-8-8 16,2 9-6-16,-5-12 0 0,4 11-4 0,-1-8-5 15,0 9-1-15,-1-11-6 0,4 11 0 0,-3 5 5 16,-2-1-6-16,3-3 2 0,-4 3-3 0,0-3-3 15,2 2-2-15,3 0 0 0,-5 1-6 0,1 0-2 16,2-2 0-16,-2-1-3 0,2 1-1 0,-2-2-1 16,-1 2-2-16,3 0-3 0,-3-4 5 0,2 6-8 15,-2 3 5-15,4 1-3 0,-3-1 7 0,2-1-4 16,-2 3 6-16,2 0-7 0,-3 1-1 0,6 0-2 16,-6 0 3-16,2 0-3 0,2-4 2 0,-1 4 4 15,-2-1-4-15,-1 3 9 0,1 4-2 0,5 0 7 16,-3-2-12-16,-2 26 6 0,3-30 3 0,-5 5-5 15,2-2 8-15,3 0-5 0,-4-3 5 0,-4 1-5 16,8 2 10-16,-3-3-15 0,-1 2 1 0,0 0-2 16,0 3-2-16,3-4-3 0,-6 5 7 0,3-4-8 0,0-1-4 15,3 1-10-15,-3-4 4 0,0-2-2 0,1 1 6 16,-1-4-4-16,2-3 5 0,-4-10-5 16,1 11 2-16,1-11 13 0,1-1-15 0,-1-1 1 0,0 14-2 15,-1-17 0-15,1-1-1 0,-3-1-3 0,2-1 4 16,1-2 2-16,-4-1-1 0,4-7 0 0,-1-2-5 15,-2 0 2-15,2-6-7 0,1 0-6 0,-3-2-29 16,0-3-18-16,0-1-16 0,2-3-36 0,-3-2-51 16,-4-2-64-16,8 0-75 0,-12-11-305 0,3 4-652 15,-7-10 288-15</inkml:trace>
  <inkml:trace contextRef="#ctx0" brushRef="#br0" timeOffset="74801.67">14040 7166 74 0,'0'0'147'0,"0"0"-7"0,0 0-3 15,18-7-8-15,-13 7-1 0,3-3 0 0,-4 2-4 16,10-1-2-16,-2-1-4 0,-1 2-5 16,4 0-1-16,0-2-4 0,7 1-5 0,-1-1-3 0,1 1-6 15,3-1-6-15,-1 1-3 0,-2 0-6 0,9-2-4 16,-1 2 4-16,1-3-7 0,1 2-9 0,0 0-3 16,2 1-6-16,3-2-6 0,-3 0-6 0,3 1-3 15,2-1-4-15,1 2-3 0,-1-1-4 0,2 1-1 16,-3-2-4-16,3 1-1 0,-3-2-3 0,5-1-2 15,-3 2-1-15,16 1 1 0,-17-2-3 0,5 0 4 16,-4 0-5-16,1 3 0 0,3-2-1 0,-5-1 0 16,2 0 2-16,16 0-2 0,-19-2 1 0,3 3-1 15,-1 0 3-15,-2-1-5 0,4 0 4 0,-3-1-3 16,-2 2 3-16,1-4-3 0,0 4-2 0,2-2 3 16,-4 1 1-16,2 0-5 0,-1-1-1 0,5-1-2 15,-4 3 1-15,-1-1 0 0,3 1-2 0,-1-1 0 16,2 0 1-16,-2 1-2 0,3-3 1 0,-1 4 1 15,0-3-3-15,1 3 0 0,0-1-1 0,13-1 2 0,-12 0-1 16,-6 1 0-16,2 2 0 0,1 0 0 16,-3-3 4-16,4 2-6 0,-1 1 2 0,-2-2-3 15,2 2 3-15,-2-4 1 0,1 2-1 0,-2 2-1 16,1-2 4-16,4 0-2 0,-4 3-1 0,0-1-2 0,2-3 6 16,-1 3-4-16,-1-2 1 0,2 0 1 0,-2 2-2 15,5-1 0-15,-2-2-1 0,0 1-1 0,1 0-2 16,-2 1 3-16,1-3 4 0,-1 1-6 0,-2 4 1 15,1-2 0-15,1-2 3 0,1 1-5 0,13 0 2 16,-14-1-1-16,-2 3 1 0,5-3 0 0,-2 1 3 16,2 0-4-16,1 1 1 0,8-1 0 0,-7 1 1 15,9-2 5-15,0 4-8 0,-14-3 2 0,13 0-1 16,-9 0-2-16,11 3 2 0,-14-3 0 0,16 3 3 16,0 0-2-16,1-4-1 0,-4 0-1 0,3 3 2 15,0-1-1-15,-4 0 2 0,3 3 0 0,-1 0 3 16,3-2-3-16,-1-3-2 0,4 4-2 0,-2-3 1 15,-1 3 3-15,3 1-3 0,-1-5 1 0,2-1 2 16,-4 4 0-16,3-1-2 0,2 1-1 0,-1-2 2 16,-2 3 0-16,7-2 1 0,-2-1-2 0,-1-1 2 15,6 5-2-15,-4-5-1 0,3 5 1 0,2-4 7 16,-1 0-9-16,-1 4 1 0,0-1 4 0,29-1-3 16,-34 1-2-16,4-4 5 0,0 4 1 0,33 0-2 0,-30 2-3 15,25-2 2-15,-28 1 0 0,29 0 3 0,-28-2-3 16,0 1 3-16,32-1-4 0,-28 2 1 15,27 1 1-15,-31-4-1 0,31 6 2 0,-29-2 0 16,30-1-1-16,0 1-1 0,-30-1-2 0,28-1-1 0,4-3 6 16,-36 4-4-16,30 0-1 0,-27 2 1 0,34-2 4 15,-4 1-3-15,2-2-2 0,0 1 2 0,-1 0-2 16,-30 2 2-16,36-2-2 0,-2 1 6 0,1-1-2 16,-1-1-5-16,1 5 6 0,3-2-5 0,-1 0-2 15,-3-2 2-15,5 2 3 0,-4-2-3 0,4 3 5 16,-3 0-4-16,1-1 1 0,3-3-1 0,1 2-1 15,-3 3 2-15,1-3-3 0,0-1 0 0,1 0 5 16,-3 1-2-16,0 1-2 0,5-4 3 0,5 5-2 16,-6-6 1-16,-1 5 0 0,6-4-1 0,-6 0 2 15,-7-1-1-15,5 6 0 0,1-3 0 0,0 0 0 16,1-1 0-16,-3-2 0 0,-3 3-1 0,4 0-3 16,-6-5 8-16,2 1-5 0,4 3 9 0,-2-2-8 15,6-1 5-15,-7 1-5 0,-3 1-1 0,-2-2-1 16,1 2 2-16,-1-2-2 0,-2 0-1 0,-28 1 2 15,32 0 1-15,2-1 0 0,-37 1-2 0,31 1-1 16,-31-1 1-16,4 1 1 0,24-1 2 0,-30 1-1 16,-3-3-1-16,-1 2 1 0,2-1 0 0,-7 0-1 0,3-2 1 15,-4 5 0-15,-14-3-1 0,3-1 1 0,-3 0-7 16,-2 0-16-16,-1 2-11 0,-2-1-12 16,-5-2-30-16,-7 2-23 0,-5 1-33 0,-1-2-34 15,-5 1-42-15,-3 0-201 0,-7 2-442 0,-1-3 196 0</inkml:trace>
  <inkml:trace contextRef="#ctx0" brushRef="#br0" timeOffset="77126.67">20737 5922 147 0,'-1'-11'393'0,"1"3"0"0,-3-1-5 16,3 0-3-16,0 4-13 0,0-3-8 0,0 4-19 0,0 1-33 15,0 3-34-15,0-8-33 0,0 8-28 16,0 0-28-16,0 0-21 0,0 0-17 0,0 0-15 16,10 15-13-16,-6-2-11 0,3 5-13 0,-2-1-7 0,3 3-10 15,0 0-8-15,-1 5-9 0,3 0-7 0,-2 0 1 16,1-3 16-16,-2-3-11 0,-3 2-26 0,7 3-22 15,-7-5-34-15,0-2-29 0,2-1-43 0,-1-2-33 16,-3-2-40-16,0-2-38 0,1 0-36 0,1-2-46 16,-1-4-37-16,-1 1-55 0,0-2-223 0,-2-3-646 15,0 0 286-15</inkml:trace>
  <inkml:trace contextRef="#ctx0" brushRef="#br0" timeOffset="77343.73">20733 5854 269 0,'0'-5'394'0,"-2"1"0"0,0-1 1 0,2 5-11 15,-1-8-16-15,1 5-21 0,0 3-27 0,0-7-27 0,1 4-31 16,3-2-26-16,-1 2-24 0,5-1-23 16,0-1-20-16,2 3-17 0,5-1-16 0,1-1-22 15,7 1-26-15,0 2-24 0,-1-2-41 0,11 1-34 16,-5 2-59-16,2-1-43 0,0 3-42 0,-9-1-52 0,-3 1-56 15,-4-1-59-15,2 0-290 0,-5 0-662 0,0 1 293 16</inkml:trace>
  <inkml:trace contextRef="#ctx0" brushRef="#br0" timeOffset="77561.56">20766 6063 273 0,'0'0'370'0,"-4"3"-1"0,4-3-11 16,0 0-25-16,0 0-15 0,0 0-30 0,0 0-32 15,0 0-23-15,16-5-23 0,-8 3-20 0,2 0-20 16,3-2-19-16,1 2-15 0,2 2-39 0,2-1-50 16,2 0-49-16,3 0-55 0,-3 1-56 0,0 0-69 15,4 0-71-15,-4 0-66 0,-6 0-161 0,8 0-518 16,-5 0 230-16</inkml:trace>
  <inkml:trace contextRef="#ctx0" brushRef="#br0" timeOffset="78465.8">21152 6020 244 0,'0'0'271'0,"0"0"-25"0,0 0-14 0,0 0-28 16,0 0-18-16,0 0-16 0,0 0-16 0,22 1-14 0,-22-1-11 15,11 4-11-15,-2-3-16 0,-2 0-13 0,3 0-6 16,-4 2-11-16,5 1-6 0,0 2-6 16,0-1-5-16,-1-2-4 0,0 5-9 0,0-2-2 15,-2-1-5-15,3 3-3 0,-1 0-5 0,-2 1-1 0,-1-2-3 16,-1 2-3-16,1-1-1 0,0-1-4 0,-4 0 0 15,-2 1-2-15,2-1 1 0,-2 0 0 0,3-3-6 16,-4 1-2-16,0-5 2 0,-4 6 0 16,0-4-1-16,4-2 4 0,-4 3-2 0,4-3 2 0,0 0-1 15,0 0 5-15,-10-6-1 0,10 6 4 0,0-7 0 16,0 2-5-16,3 0-1 0,0-1-3 0,1-1-1 16,3-3-9-16,5 1-14 0,2-3-17 0,0 1-13 15,4 1-10-15,8-6-8 0,-6 10-2 0,1-4-6 16,-3 3 2-16,-1 1 4 0,-2 2 5 0,0 0 7 15,-1 2 6-15,-5-1 1 0,1 3 1 0,-5 0 6 16,-5 0 7-16,10 3 1 0,-7-1 5 0,-3 2 8 16,0 3 7-16,0-2 10 0,-3 0 2 0,1 3 7 15,-3-1 2-15,1 5 0 0,0-2 2 0,-3 0 0 16,4-2-1-16,-1 2 2 0,4-1-2 0,-1 1-2 16,1-2 2-16,1 1 3 0,3 0 5 0,2-3-1 15,-1 1 2-15,7-2-1 0,-5 1-3 0,7 0 2 16,-1-4-1-16,2 1-3 0,-1-2-5 0,0-1-1 15,1-1 0-15,-2-1-5 0,2 0-2 0,-8-1-1 16,3-1-1-16,-3 0 0 0,0 1-6 0,-3-2 4 16,-1-2-1-16,-1-1 1 0,-2-1 1 0,-2 0-1 15,-2 0 15-15,1-2-15 0,1 4 1 0,-5-4 0 16,0 2 3-16,-1-1 3 0,2 2 9 0,-2-1 4 0,0 3 10 16,4-2 2-16,-1 3 7 0,1 1 8 0,1-1 0 15,1 0 0-15,-2 0-5 0,3 2-1 0,1 3-4 16,-5-4-6-16,5 4-3 0,5-6 2 15,-5 6-6-15,7 0 0 0,-7 0-6 0,0 0-3 0,18 6-1 16,-8-2-5-16,-1 1 1 0,0 3 2 0,3-2-6 16,-1-1-5-16,-1 3-4 0,-1 0-2 0,2 2-4 15,-1-2 1-15,-1 1-3 0,-1-1-1 0,-1 0 2 16,3 0-3-16,-2-2 9 0,-3 1-9 0,-1-3-3 16,0 0 4-16,-1-1 1 0,1 1 5 0,-1-3 3 15,1 2 1-15,-4-3 7 0,0 0 6 0,0 0 13 16,0 0 7-16,12-6 6 0,-8 1 13 0,-2 1 7 15,2-2 5-15,-1 0 7 0,5-1 6 0,-3-1 10 16,3-1 3-16,-2 0 15 0,3 0 5 0,-3 0-15 16,2-1-2-16,0-1 4 0,3 5 2 0,-6-4-10 15,2 5-9-15,0 1-6 0,-1-5-7 0,-1 5-18 16,0 0 5-16,-1 3-7 0,2-2-10 0,-6 3-5 16,11 3-2-16,-11-3 1 0,12 5-7 0,-7-2 1 15,-2 4-4-15,4-3-3 0,1 4-12 0,0 3-29 16,-1 0-24-16,1 0-26 0,3 2-26 0,-3-1-39 15,2-2-33-15,2 3-36 0,-3-3-44 0,2-1-38 16,1-2-261-16,-2 1-602 0,2-4 266 0</inkml:trace>
  <inkml:trace contextRef="#ctx0" brushRef="#br0" timeOffset="78765.31">22224 5634 175 0,'0'-6'377'15,"-2"1"-8"-15,4-1-16 0,-2 2-28 0,0 4-34 0,0-4-33 16,0 4-26-16,4-4-30 0,-4 4-21 0,0 0-17 16,0 0-20-16,8 14-12 0,-4-4-16 0,2 2-4 15,-2 3-23-15,2 4-4 0,4 0-10 0,-6 3-5 16,6 6-8-16,-1 0-2 0,1 0-2 0,-5 1-9 15,5 0-8-15,-4 1-2 0,1-1-2 0,-3-2 1 16,3 1-25-16,0-2-27 0,-2-6-23 0,-2 0-26 16,0 0-30-16,2-3-38 0,-2-1-38 0,0-4-45 15,1-2-42-15,1 0-40 0,-3-4-183 0,2-1-520 16,-2-3 231-16</inkml:trace>
  <inkml:trace contextRef="#ctx0" brushRef="#br0" timeOffset="79619.23">22285 5886 289 0,'-1'-3'302'0,"1"3"-4"0,-3-5-3 0,2 0-6 16,1 5-20-16,0 0-24 0,4-5-30 0,-4 5-20 16,5-2-22-16,6 2-16 0,-3-1-13 0,2-2-16 15,-1 3-10-15,5 1-15 0,-1-1-12 0,1 2-10 0,0 0-8 16,4 4 0-16,0 1-8 0,-2-1-13 0,-2-1-8 15,3 6-15-15,0-2-12 0,-3 1-3 16,2-1-5-16,-5 0-7 0,1 1-2 0,-3 1 3 16,0-3-6-16,-1 4 0 0,-1-1-1 0,-2 2-3 0,0-2 7 15,-3 0-8-15,5-1 2 0,-5 2 5 0,1-3-4 16,0 0 0-16,0-1 2 0,-2-1 3 16,1-2-2-16,0 0-5 0,1 1-3 0,-3-3-4 15,0-3-1-15,4 5-10 0,-4-4-18 0,0-1-17 0,0 0-17 16,0 0-9-16,18-3-15 0,-13 0-14 0,2 1-10 15,3-3-4-15,-1-1 0 0,2 1-3 0,-3 0 5 16,4-3 4-16,-3 3 12 0,4-1 7 0,-2-2 11 16,0 3 9-16,1-2 8 0,-4 0 20 0,2 1 24 15,-5-2 29-15,2 3 33 0,-3 1 21 0,4-2 16 16,-6-1 18-16,1 2 10 0,-1 0 6 0,0 1 5 16,-1-1-6-16,-1 0-5 0,0 0 1 0,0 0-9 15,-1 0-6-15,-1 0-7 0,0-1-4 0,-3 3-5 16,1-4-6-16,0 3-6 0,0-1 0 0,-1 0-7 15,1 1-4-15,0 0-5 0,-2 2-5 0,2-2-1 16,4 4-4-16,-8-3-5 0,1 3-2 0,7 0-3 16,0 0-2-16,-15 2-5 0,11-1 0 0,-3 3 1 15,3 1-4-15,0 0-1 0,-3 0-2 0,3 4-1 16,-3 1 3-16,2 0-3 0,2 1-2 0,2 0 1 16,-2-1 4-16,3 2-3 0,0-1-2 0,7 2 1 15,-2-2 1-15,2 0-3 0,-1-2-9 0,3 1-6 16,5-2-6-16,-2 0-9 0,6-2-10 0,-1-1-5 15,2-1-3-15,-1-1 0 0,0-2-2 0,2-2-1 0,-2 0 5 16,-2-2 7-16,3-3 2 0,-5 3 6 16,0-3 3-16,0-1 2 0,0-2 5 0,4-1 3 15,-7 3 7-15,-1-3 9 0,1 1 10 0,0 0 6 0,-1 1 1 16,-1 2 12-16,-2 0 3 0,0-1 0 0,-1 2-2 16,-1 1-1-16,0 1-3 0,-1 0-6 0,0 0-3 15,2 2 5-15,-6 1-10 0,9-1 1 16,-9 1 1-16,11 6-7 0,-7-2-1 0,0 1 0 0,1 1 3 15,5 4-2-15,-3-3-2 0,1 4 1 0,3-1 0 16,-1 4-1-16,1-4-1 0,-5 2 1 0,5-1 1 16,0 2-3-16,-4-1 1 0,0-4 5 0,1 3-3 15,-4-5-3-15,-3 1 3 0,3-1-3 0,2-2 2 16,-3-1 1-16,-1 0 8 0,-1 0 5 0,-1-3 9 16,0 0 7-16,0 0 17 0,0 0 19 0,0 0 13 15,0 0 10-15,-10-14 15 0,7 8 16 0,-1-1 6 16,1-1-3-16,2-1-5 0,-2 0 0 0,2-1-12 15,1-1-10-15,0 0-9 0,2 0-10 0,3-2-13 16,0-1-19-16,5 0-31 0,0-3-54 0,4 2-73 16,2 0-76-16,2 2-87 0,2-5-100 0,-2 5-290 15,-3-1-716-15,1 0 317 0</inkml:trace>
  <inkml:trace contextRef="#ctx0" brushRef="#br0" timeOffset="79786.2">22829 5702 15 0,'-4'-5'270'0,"1"3"-30"0,3 2-24 16,0-5-33-16,0 5-49 0,10-2-59 16,2 1-68-16,2 1-69 0,5-2-118 0,4 2-195 0,-3 0 86 15</inkml:trace>
  <inkml:trace contextRef="#ctx0" brushRef="#br0" timeOffset="80773.8">26628 5449 4 0,'4'18'148'0,"0"8"-10"15,2 4 2-15,-4 0-8 0,1 3 1 0,0-3-4 16,-2 5-1-16,1 3 1 0,-2 15-1 0,0-1-8 16,-2 2 0-16,-2 2-4 0,4 3 2 0,-4 1-2 0,-1 1-9 15,0 1 5-15,1 2-9 0,-2 25-4 16,0-30 9-16,2 6-17 0,0 23-1 0,4 0-1 16,-4-25-4-16,4 31-9 0,0-3-8 0,3-2 0 15,1 1-4-15,-3-27 4 0,5 27-5 0,0-24-5 0,2 29-2 16,2 0-2-16,-6-3-1 0,8 0-1 0,-6 0-5 15,5 3-1-15,-2-5-5 0,2-2-2 0,-4-2-4 16,-2-22-2-16,-2 32-8 0,6 1 7 0,-3-3-7 16,-2 0-1-16,0-3 1 0,0 0 0 0,0-4-7 15,-2-24-4-15,-2 25 3 0,1 3-5 0,-2-28 7 16,2 29 0-16,-2-29-4 0,-1 26-1 0,-2-24 1 16,4 0-6-16,-4 20 2 0,4-25-1 0,0-2-3 15,0-2 14-15,0 5-17 0,-3-1 0 0,5 0 6 16,-1-1-5-16,-2-3 0 0,8-2 4 0,-7 0-1 15,2-5-2-15,-2-11 2 0,0-1-9 0,2 0 8 16,-2-2-3-16,0-4 0 0,1-4-1 0,4 1 2 16,-3-9 0-16,-1 0 2 0,-2-9-4 0,2 2-11 15,-1-5 0-15,0 1-15 0,4-4-23 0,-4-3-60 16,0-1-69-16,0 0-89 0,8-13-308 0,-5 3-619 16,4-6 275-16</inkml:trace>
  <inkml:trace contextRef="#ctx0" brushRef="#br0" timeOffset="82010.84">27807 5908 139 0,'0'0'196'0,"3"7"-10"0,-3-7-6 16,8 1-19-16,-2-1-14 0,-6 0-11 0,15-1-14 16,-3 1-12-16,0-3-7 0,2 2-15 0,-2-2-5 15,0 1-8-15,8-1-9 0,-7 1-4 0,2-3-9 16,-2 0-12-16,-2 2 5 0,3-4-6 0,-5-1-5 15,2 2-4-15,-3-1 3 0,-1-3-6 0,0 5 17 16,-6-2 0-16,4-1 0 0,-3 2 3 0,-2-1 3 0,0 2-3 16,-1-1 4-16,-3 2 0 0,-2-1-2 15,2 1 6-15,-3 0-1 0,-1 3 0 0,1-2 2 16,-1 3-7-16,-4 0-2 0,1 1-3 0,-3 1 0 16,2 3-3-16,0-1-2 0,2 2 2 0,-2 2-5 0,3 0 0 15,0 0-4-15,-1 3 2 0,6 0-6 0,-2 0-1 16,3 0 0-16,2 1-1 0,5 1 8 15,0-2-11-15,3 1 5 0,5 0-10 0,3 1 1 0,3 0-1 16,0-2 0-16,10 0 8 0,-7-3-27 0,7 2-31 16,3-3-32-16,-1-2-37 0,-1-2-36 0,-1 1-31 15,2-5-38-15,-8-2-28 0,8-1-13 0,-9-1-154 16,2 1-433-16,0-3 192 0</inkml:trace>
  <inkml:trace contextRef="#ctx0" brushRef="#br0" timeOffset="82211.56">28464 5838 63 0,'7'-9'179'0,"-2"-1"28"15,-2 0 16-15,0 4 12 0,-2 1-3 0,2 1-12 16,-2-1-14-16,2 1-17 0,-3 4-25 0,0 0-17 16,0 0-17-16,0 0-12 0,0 0-13 0,0 0-11 15,-22 6-10-15,17 4-6 0,-5-2-9 0,-1 2-6 16,-2 1-4-16,0 2-7 0,1 1-10 0,-1-3 2 16,-1 2-4-16,3 2-4 0,-1 0-5 0,-1-4-5 15,4-1-18-15,0 1-23 0,1 1-21 0,1-4-30 16,-1 0-36-16,2-3-29 0,2 0-26 0,-1-1-30 15,2-2-24-15,3-2-163 0,0 0-404 0,0 0 179 16</inkml:trace>
  <inkml:trace contextRef="#ctx0" brushRef="#br0" timeOffset="82395.55">28279 5834 230 0,'-2'-7'245'0,"2"1"7"16,0 2-6-16,-2 0-13 0,2-1-23 15,0 5-27-15,0 0-21 0,-3-5-15 0,3 5-17 0,0 0-11 16,0 0-12-16,0 0-9 0,5 22-6 0,-1-16-4 15,4 6-1-15,-2 2-5 0,8 0-6 0,1 1-8 16,2-2-6-16,4 5-6 0,-1-5-5 16,2 5-4-16,4-5-2 0,-3-1-34 0,0-3-37 0,-2 0-39 15,3 2-43-15,-1-4-48 0,0-3-41 0,-2-1-47 16,-2 1-145-16,-4-3-421 0,0-4 187 0</inkml:trace>
  <inkml:trace contextRef="#ctx0" brushRef="#br0" timeOffset="82614.22">28712 5848 25 0,'-3'-3'273'0,"2"-2"-24"0,1 5-25 16,-4-3-25-16,4 3-21 0,0 0-14 0,0 0-18 15,0 0-5-15,-9 11 1 0,8-3 0 0,0 3-6 16,-5 7 1-16,6 0-13 0,-2 3-7 0,0 6-12 16,0 3-5-16,0-1-7 0,1 5-9 0,-1-1-6 15,2-1-6-15,-1 0-5 0,1 0-8 0,0 1 0 16,0-4-9-16,3 0-2 0,2 1-3 0,-1-5-6 15,-1 1-5-15,2-6-6 0,-1-8-20 0,-4 2-31 16,5-1-42-16,0-3-42 0,-1 0-38 0,0-4-57 0,4-3-50 16,-2 0-177-16,-2-2-465 0,-4-1 206 15</inkml:trace>
  <inkml:trace contextRef="#ctx0" brushRef="#br0" timeOffset="82914.07">28664 5822 264 0,'-4'-11'332'0,"-3"1"2"0,3 2-8 0,2 1-10 15,0 3-6-15,2-3-33 0,-3 3-23 0,6 0-26 16,1 1-28-16,0 0-20 0,4 1-14 0,-1 0-18 16,4 2-9-16,3 3-20 0,3-1-16 0,0 1-15 15,-1 3-9-15,4 1-1 0,1 0-13 0,-6 2-5 16,2 0-13-16,-1 2-10 0,-2 0 10 0,-4 1-19 15,-2-2-6-15,1-1-12 0,-2 2 1 0,-5-3-17 16,2 3-5-16,0 1 0 0,-7-6-3 0,0 2 3 16,1-1 0-16,-4-2-4 0,-3 0-7 0,-1-1-6 15,-5 1-13-15,-2-1-14 0,-2-2-21 0,2-3-27 16,2 0-28-16,-4 1-38 0,0-2-46 0,5-3-53 16,-6 0-246-16,8 1-557 0,0-2 248 0</inkml:trace>
  <inkml:trace contextRef="#ctx0" brushRef="#br0" timeOffset="83800.58">28970 5942 232 0,'6'1'247'0,"-1"0"-6"0,1-1-10 0,-6 0-9 0,16-1-10 15,-8 0-11-15,3-2-16 0,1-1-9 0,-1 0-9 16,2-1-7-16,-4-1-12 0,2-1-3 0,-2-2-11 16,2 1-7-16,3-4-16 0,-4 0-8 15,4 0-1-15,-6-1-11 0,3-5-1 0,-1 2-3 0,-1 0-5 16,1-3 4-16,-2 1-2 0,-3-1-1 0,2-1-4 16,-4 0-7-16,2-2-10 0,-5-5-6 0,1 6-4 15,-1-5-2-15,0 5-10 0,-5 2-3 0,4 0-7 16,0 1 2-16,-4 5-5 0,1 0 2 0,0 2-18 15,1 1 4-15,1 3-6 0,-1 2-10 0,-1 1-27 16,-3 2 0-16,7 2 2 0,-11 1-4 0,7 4 8 16,-4 2-2-16,1 5-1 0,1 0-3 0,-3 4 3 15,5 2 2-15,1 4-4 0,-2 5 3 0,5 0 1 16,0-1 0-16,5 0 2 0,-1 2-13 0,2 0-2 16,2-3-8-16,-1-4-16 0,7 3-6 0,-5-5-7 15,2-1-4-15,1-1-8 0,-1-2-3 0,3 0-7 16,-5-3-5-16,2-7-1 0,1 2 3 0,3-4 4 15,-3 0 10-15,1-3 6 0,-1 0 7 0,0-3 6 16,-1 0 8-16,1-4 10 0,-3 3 16 0,0-3 21 0,-3-3 19 16,3 5 22-16,-4-5 11 0,0 5 7 15,0-1 14-15,-1 1 5 0,-2 2 1 0,0-1-2 16,2 1-7-16,-1 1-11 0,-3 2-11 0,0 0 1 16,1-4-7-16,-1 4-2 0,0 0-1 0,0 0-5 0,8 10-2 15,-6-4 0-15,3 2-3 0,-2-3-2 0,1 1-3 16,3 5 0-16,0-3-2 0,-5 2-1 15,7-1-6-15,-5-2-9 0,2-1-9 0,0-1-2 16,-1 0-7-16,1-1-1 0,-1 0 1 0,1-2 1 0,0-2-5 16,-6 0-8-16,9 0-1 0,-5-3-1 0,-2-1 2 15,0 0 3-15,-2-1 3 0,1-3 2 0,-2-5 4 16,-1 8-1-16,0-8 2 0,-4 3 1 16,-1-2 6-16,2 0 3 0,2 0 5 0,-2 0 11 0,1 4 14 15,0-4 2-15,1 3 4 0,0 2 6 0,2 1 4 16,-1 1-2-16,1 2-2 0,-2-2-4 0,3 5-5 15,0-5-4-15,0 5-3 0,9-2-2 0,-9 2-1 16,12 1 0-16,-1 1 0 0,0 4-3 0,0-2-2 16,7 3 3-16,-6 1-4 0,1 0 2 0,-1-2-2 15,7 4 0-15,-4 2 1 0,-3-3-5 0,5 3 6 16,-4-1-9-16,-3-1 2 0,-2-1 1 0,0 2 0 16,0-3-1-16,-1 0-2 0,-3-1-1 0,0-2-1 15,-1 1 1-15,0-2 3 0,0 1-2 0,-2-2 1 16,-1-3 3-16,0 0 1 0,0 0-3 0,0 0 8 15,0 0 11-15,0 0 15 0,-10-12 11 0,10 8-6 16,-4-2 3-16,3 1 1 0,-2-4 0 0,3 2-7 16,0-2 0-16,3 3-4 0,-2-6-9 0,3 3 0 15,2-2-35-15,-1 1-22 0,3-1-35 0,2 0-35 16,2-1-31-16,0 5-24 0,-2-3-24 0,6 1-29 16,-3 2-8-16,1 1-2 0,0 3 5 0,0-1 7 15,-3 1-108-15,2 1-344 0,-1 0 153 0</inkml:trace>
  <inkml:trace contextRef="#ctx0" brushRef="#br0" timeOffset="84068.05">29910 5733 734 0,'0'0'-62'0,"8"0"22"0,-8 0 10 0,10 0 16 0,-10 0 10 16,8-2 10-16,-8 2 9 0,7-2 6 0,-3 1 1 16,-4 1 19-16,12 0-15 0,-5 0 5 15,-2-2 5-15,-5 2-1 0,12-2 11 0,-5 1-2 16,1-1 9-16,-1 0-3 0,-1 1 2 0,3-4 9 0,-3 3 11 16,-2-1 9-16,1 2 3 0,-1-1-3 0,-1-1-4 15,-3 3-6-15,4-8-2 0,-3 6-9 0,-1 2-5 16,0 0-7-16,-2-5-4 0,2 5-3 0,-7-5-3 15,1 3-9-15,6 2 5 0,-11-1-5 0,5 1-4 16,-4 1-1-16,10-1-6 0,-15 2 3 0,8 1-6 16,-1 0-2-16,0 1-6 0,4 1 7 0,-1 3 0 15,0-6 0-15,0 3-5 0,4 3 5 0,1 0-2 16,4-2 2-16,3 3 0 0,-1 0-2 0,7 3-1 16,4-1-12-16,10 3-13 0,-2-2-36 0,6 0-28 15,5 1-26-15,2 0-27 0,3-3-11 0,10 4-12 16,-10-7-116-16,15 4-291 0,-3-2 130 0</inkml:trace>
  <inkml:trace contextRef="#ctx0" brushRef="#br0" timeOffset="84486.28">30736 5899 2 0,'9'-3'45'0,"-5"-5"5"15,2 4 30-15,-6-5 10 0,0 1 19 0,-7-1 8 16,-1 1 6-16,-1 0 12 0,-5 0-2 0,-1 0-7 16,-6 1 3-16,1 0-1 0,-2 3-2 0,-7-1-4 15,6 4-2-15,3 0-8 0,-5 1-10 0,4 0-8 16,0 2-9-16,2 3-9 0,0 1-9 0,4 0-6 15,2 1-6-15,2 1-2 0,2 2-6 0,-1-2-3 16,0 4-4-16,6-4-2 0,0 4-2 0,1-1-4 16,-1-1-2-16,3-3-3 0,1 1 9 0,1 0-10 0,3-2 0 15,0-1-3-15,2 1 0 0,2 1-1 0,5-3-2 16,-3-1-1-16,2-3-5 0,1-2-1 16,-1 2-2-16,3-3 0 0,-2-1 0 0,6-3-2 15,-4 0-4-15,2-4-9 0,-1-2-7 0,0 1 0 0,-2-3-3 16,2-3-3-16,-5 2-5 0,-1-4 4 0,3-5 1 15,-3 1 0-15,-3-4 5 0,-4 1 9 0,-1 1 5 16,3 4 14-16,-10-6 27 0,5 9 27 0,-1-8 22 16,0 8 22-16,-4 2 14 0,4 3 23 0,-2-1 21 15,1 2 2-15,2 2-2 0,-5 4-9 0,5 3-16 16,-2-2-21-16,0 0-14 0,2 6-15 0,-7-1-10 16,7 1-12-16,-8 8-1 0,4-2-16 0,0 4-8 15,0 2-6-15,1 6-1 0,-1 3-4 0,0-1-5 16,5 7-1-16,-1 2 0 0,3 2-4 0,1 0-10 15,2 1 5-15,2 1-1 0,1 0-7 0,1 2-37 16,2-3-40-16,2 1-56 0,-2 1-53 0,4-4-77 16,-5 2-98-16,4-4-365 0,0 1-768 0,-4-5 340 15</inkml:trace>
  <inkml:trace contextRef="#ctx0" brushRef="#br0" timeOffset="87414.52">16480 7374 180 0,'0'-4'366'0,"4"-1"11"16,-4 0-28-16,0 0-15 0,0 5-12 0,2-5-9 15,-2 5-19-15,0-5-30 0,0 5-32 0,0-4-13 16,0 4-39-16,0 0-29 0,0 0 3 0,0 0-23 16,0 0-16-16,-2 14-11 0,1-4-12 0,-2 0-12 15,6 3 8-15,-6 5-21 0,-1-5-5 0,4 7-4 16,-3 0-9-16,2 0-7 0,-2 2 0 0,0-1-5 15,-1 5-3-15,4-5 8 0,-5-2-17 0,1-1-2 16,3 0-4-16,-3-1-2 0,2-1 3 0,-1-4-2 16,2-1-1-16,1-3-11 0,-3 0 2 0,3-2 5 15,0 0-5-15,-1-3 7 0,1 0-2 0,0-3-1 16,1 6 0-16,-1-6 3 0,0 0-4 0,0 0 1 0,3-12-2 16,1 5-1-16,0-4-2 0,-1-2 2 0,1-5 2 15,4-3-4-15,0-4 0 0,-5-2-4 0,5-1-1 16,-2 0 1-16,-1 0 5 0,0 2-2 0,0 0-2 15,-4 4 9-15,0 4 20 0,-1 0 14 0,2 1 6 16,-2 4 7-16,1 1 12 0,-1 0 7 0,0 3 4 16,0 3 2-16,0-2-2 0,0 3-8 0,0 0-9 15,0 1-14-15,0 0-6 0,0 4 15 0,3-5-8 16,-3 5-8-16,0 0-5 0,0 0-3 0,0 0-3 16,0 0-4-16,0 0-5 0,15 13-4 0,-10-8 0 15,-1 6-3-15,2-3-2 0,2 3-1 0,0-1-4 16,2 4 1-16,-2 0-3 0,1 3 2 0,1-3 0 15,-1 1-2-15,0 1-1 0,-2 1 0 0,0 0 1 16,0 0-7-16,0-1-15 0,-4 1-7 0,2-4-20 16,-1 1-19-16,-2 0-25 0,0-2-19 0,1-1-22 15,0 3-23-15,1-3-24 0,-3 1-17 0,2 0-17 16,-2-2-19-16,2-3-27 0,0 3-27 0,1-3-27 0,-3-1-41 16,3-3-29-16,0 2-214 0,-1-2-639 0,-3-3 283 15</inkml:trace>
  <inkml:trace contextRef="#ctx0" brushRef="#br0" timeOffset="87614.25">16505 7626 273 0,'-14'-1'318'0,"3"-1"8"0,3 2-4 0,1 1 5 16,-1-2 1-16,8 1-12 0,-11-2-12 0,11 2-20 15,-7-1-26-15,7 1-24 0,0 0-22 0,0 0-18 16,0 0-19-16,18-3-17 0,-3 3-12 0,3 1-14 15,2-1-17-15,5-1-29 0,4 2-33 0,-6 0-39 16,10 1-60-16,-11 0-53 0,1 0-63 0,7-1-71 16,-8 2-81-16,1 2-307 0,-4-4-671 0,-6 2 297 15</inkml:trace>
  <inkml:trace contextRef="#ctx0" brushRef="#br0" timeOffset="87998.96">16586 8069 382 0,'0'0'386'16,"0"-2"-17"-16,0 2-31 0,0 0-31 0,0 0-32 15,0-6-31-15,0 6-32 0,0 0-22 0,0 0-24 16,0 0-13-16,6 9-13 0,-5-2-19 0,0 1-15 16,2-1-2-16,1 4-14 0,0-1-5 0,-2 1-11 0,2 1-5 15,1-1-3-15,-1 2-13 0,-3-1-5 0,4 1-7 16,0 0 0-16,-2-2-4 0,-2 2 3 15,3 0-12-15,-1 0-2 0,-1 0-16 0,-1-4-29 0,3-1-24 16,-3-2-26-16,2 2-32 0,-3 0-39 0,1-1-28 16,-1-1-19-16,2-2-41 0,0-3-39 0,-2-1-230 15,0 0-538-15,0 0 238 0</inkml:trace>
  <inkml:trace contextRef="#ctx0" brushRef="#br0" timeOffset="88484.03">16582 8057 305 0,'-4'-5'314'0,"3"2"-12"0,1-3 5 0,-2 2-14 15,1 0-8-15,1 4-11 0,-1-8-18 0,1 4-20 16,0 4-26-16,2-8-21 0,0 5-19 0,2-1-18 16,1 0-18-16,1 0-14 0,-1 2-8 0,3-1-9 0,-2 1-12 15,7 0-11-15,-2 1-11 0,-1 0-8 0,3 1-2 16,-3 1-13-16,1-1-5 0,1 3-18 15,-2-2-3-15,-1 2-10 0,-1-2-6 0,-1 3-5 0,0-2-7 16,1 2-2-16,-4 0 3 0,1 0-1 0,-2 1-5 16,0 0 3-16,-3 0 4 0,1 2-5 0,-2-1 3 15,-2 0 5-15,0 1-2 0,-1 0 4 0,0-2-3 16,-4 2 2-16,1 0-3 0,3-2 2 0,-1 1 0 16,-1 0-1-16,0-1-1 0,2 0 2 0,1 2 1 15,0-3 11-15,0 1-12 0,2 0 1 0,2 0 2 16,-1 0-4-16,3 1 5 0,4 1-1 0,1 1 3 15,3-1 7-15,0 1-13 0,5 2 4 0,1-2-1 16,-3 0 2-16,-4 0 12 0,6-1-10 0,-4 2-2 16,1-1 1-16,-2 0-1 0,-2-1-1 0,1 2-1 15,-1-3 3-15,1 0 0 0,-5 0 0 0,-1 0 2 16,4 3 2-16,-8-2 9 0,2 0 6 0,-4 1 3 16,-4 0 5-16,0 0 9 0,-1-2-3 0,-4-1 4 0,-1 0-10 15,-3 0 2-15,-1 3 1 0,-1-3-3 0,-3 2-2 16,0-1-10-16,1 0-13 0,-2 0-35 15,1-3-31-15,2 0-34 0,3-1-56 0,3 1-58 16,1-1-79-16,3 2-77 0,1-1-200 0,3-3-613 0,4 0 271 16</inkml:trace>
  <inkml:trace contextRef="#ctx0" brushRef="#br0" timeOffset="89102.9">16865 8784 250 0,'0'0'327'0,"1"-4"-3"0,-1 4-13 15,-1-6-6-15,1 6-4 0,-5-5-21 0,5 5 6 16,-4-4-21-16,2 0-6 0,2 4-13 0,-8-7-15 16,4 6-14-16,0-1-9 0,4 2-15 0,-11 0-15 15,11 0-16-15,-14 0-16 0,9 2-14 0,-4 1-11 16,-1-1-8-16,2 5-4 0,-3-2-7 0,0 2 1 15,0 1-6-15,-1 1-1 0,2-1-8 0,2 2-6 16,-4 0-4-16,4 1-6 0,-2 0-3 0,5-1-8 16,-6 6-4-16,4-1-6 0,0-4-3 0,3 2-2 0,3-1-4 15,-2-2-3-15,3 6 4 0,0-4 2 16,4 1-3-16,0-1 4 0,2 0-1 0,-1-1 1 16,10 0-3-16,-3-2 1 0,7 0 0 0,2-2-6 0,2-2-3 15,10-3-4-15,-1-2-12 0,0 0-19 0,0-1-14 16,2-1-19-16,-4-3-29 0,4-2-34 0,-3-1-43 15,2-2-46-15,-2 1-47 0,-5 0-45 0,-5 1-54 16,-1 0-69-16,-1 0-66 0,-3-1-265 0,-3 2-791 16,-3 0 351-16</inkml:trace>
  <inkml:trace contextRef="#ctx0" brushRef="#br0" timeOffset="89671.62">16886 9588 33 0,'0'0'367'16,"-3"-5"-16"-16,0 2-9 0,3 3-23 0,-3-3-32 15,3 3-21-15,0 0-27 0,-4-5-29 0,4 5-20 16,0 0-14-16,0 0-17 0,-3 12-20 0,5-7-5 0,-2 3-19 15,1 1-4-15,1 0-6 0,-4 4-8 0,4 0-12 16,0-1 1-16,0 6-13 0,2-1-1 0,-4 0-8 16,3-1-4-16,-1 2-6 0,3-1 1 0,-2-1-15 15,1 1 0-15,0 0 0 0,3-4-11 0,-4-1-15 16,1 0-25-16,4 0-38 0,-5-4-37 0,1-2-43 16,-3 3-46-16,2-6-57 0,3 0-63 0,-2-1-268 15,-4-2-609-15,0 0 270 0</inkml:trace>
  <inkml:trace contextRef="#ctx0" brushRef="#br0" timeOffset="89989.42">16866 9551 67 0,'-4'-4'352'0,"4"0"1"15,-2-1-8-15,2 5-18 0,0-8-11 0,2 5-18 0,1-1-24 16,1 0-8-16,0 3-16 0,7-2-10 0,3 2-14 15,-2 1-19-15,7 0-16 0,-1 1-15 0,-1 3-13 16,1 1-17-16,0 2-16 0,1 0-19 0,-3 3-5 16,3 1-7-16,-4 0-12 0,1 2-8 0,-2 1-9 15,-2 0-8-15,0 1-3 0,-5 0 1 0,4 3-13 16,-7-6-4-16,0 5-4 0,-1 0-3 0,-6 0-1 16,-1 1 0-16,0 0-2 0,-7-1 3 0,2-1-6 15,-2 2-1-15,-7-2-1 0,2-3-3 0,-7 4-3 0,-2-3-2 16,-1 1 2-16,1-3-5 0,4-3 1 0,-1-4-12 15,1 3-21-15,-4-3-40 0,7 0-59 16,0-2-56-16,4-1-63 0,-1-2-73 0,5-3-97 0,2 3-312 16,0-5-773-16,4 2 342 0</inkml:trace>
  <inkml:trace contextRef="#ctx0" brushRef="#br0" timeOffset="100293">21416 7083 43 0,'4'-5'331'0,"-4"-1"-10"0,4 2-13 16,-4 1-11-16,1-4-17 0,2 4-11 0,-1 0-17 15,-2 3-18-15,1-4-30 0,-1 4-26 0,1-3-18 16,-1 3-21-16,0 0-13 0,0 0-15 0,0 0-12 16,0 0-16-16,7 8-4 0,-7-3-9 0,0 4-10 15,0 1-2-15,2 2-7 0,-2-1-3 0,-2 1-11 16,2 1 5-16,2-1-9 0,-4 1-3 0,-1 4-7 15,-1 0-1-15,3-5 13 0,-2 2-12 0,-1 3-6 16,1-6-1-16,2 2-2 0,-3 2 3 0,3-3-2 16,1 0-10-16,-2-2 4 0,-2 0-4 0,4 2 0 15,-2-2 2-15,2-1 1 0,-2-3 12 0,1 1-15 16,-1 1-1-16,2-2-1 0,-1-2 2 0,1 1-2 16,-1-1 6-16,1 1-1 0,0-5 0 0,0 4 2 15,0-4 10-15,-3 3 17 0,3-3 28 0,0 0 8 16,0 0 24-16,0 0 15 0,0 0 2 0,0 0-3 0,0 0-13 15,0 0-7-15,0 0-13 0,0 0-2 16,0-12-8-16,0 6-6 0,0 0-6 0,0 0-6 16,1-5-4-16,2 3-1 0,-2-3-4 0,-1 0-3 0,5-1-6 15,-3 0 2-15,2 0 5 0,3-6 2 0,-3 2 0 16,0-1 2-16,0-1 0 0,0 1 2 0,3 1 7 16,-4-1 5-16,6-1 2 0,-6 0 1 0,5 0 0 15,-1 1 3-15,-3 0 0 0,-1 5 0 0,0-3 5 16,3 2 0-16,-3-4 1 0,1 6-5 0,-2 0-2 15,5 1-4-15,-5 1 5 0,1-1-10 0,-3 4-1 16,0-1-2-16,5 1-3 0,-5 1-9 0,2-1-7 16,0 2-7-16,-2 1 6 0,0 3-3 0,2-6-3 15,-1 2-5-15,-1 4-8 0,0 0-3 0,0-6 2 16,0 6-6-16,0 0-9 0,3-2-12 0,-3 2-17 16,0 0-1-16,0 0 5 0,0 0 3 0,4 12 3 15,-3-6 0-15,2-1 6 0,-2 5-4 0,4 0 1 16,0 1 7-16,-4 1 1 0,3 4 0 0,0-3 3 0,-1 5-1 15,1-2 3-15,0 0 1 0,2 1 2 0,-1 0-2 16,-1-2 3-16,0 2-4 0,3 0 4 16,-3-1 2-16,2-4-4 0,0 5 4 0,-2-4-1 0,-1-1 0 15,1 2-1-15,2 2 4 0,-2-4-4 0,0 0 2 16,3-1 1-16,-5 1-1 0,1-2-1 0,1 0 2 16,0 0 3-16,-1-2-4 0,0 0 0 0,0 0 3 15,-1-2 1-15,1-1-2 0,1 3 0 0,-3-3 1 16,1 0 0-16,-2-2 0 0,2 2 4 0,0-1-5 15,-2-4 3-15,1 2-4 0,-1 3-1 0,0-5 0 16,0 0-3-16,2 4-4 0,-2-4-8 0,0 0-14 16,0 0-9-16,1 6-12 0,-1-6-12 0,0 0-12 15,0 0-13-15,0 0-18 0,0 0-52 0,0 0-46 0,0 0-46 16,0 0-31-16,0 0-48 0,0 0-46 16,-3-17-59-16,0 9-295 0,1 3-791 0,0 0 351 15</inkml:trace>
  <inkml:trace contextRef="#ctx0" brushRef="#br0" timeOffset="100544.9">21441 7251 81 0,'-9'0'264'0,"9"0"-7"15,0 0-8-15,0 0-14 0,0 0-12 0,0 0-6 16,0 0-12-16,0 0-7 0,0 0-13 0,0 0-5 15,0 0-3-15,-7-1-5 0,7 1-8 0,0 0-4 16,0 0-5-16,0 0-16 0,0 0-15 0,0 0-10 16,30-1-15-16,-19 1-4 0,0-1-11 0,3-1-7 15,-3 1-11-15,6-1-6 0,-3 0 9 0,2 2-41 16,2-2-33-16,2 1-36 0,-6 1-37 0,1 0-42 16,-4 1-48-16,2-1-57 0,1 0-68 0,-6 0-232 15,2 0-568-15,-5-1 251 0</inkml:trace>
  <inkml:trace contextRef="#ctx0" brushRef="#br0" timeOffset="101781.13">22025 7331 7 0,'0'0'306'0,"0"0"-10"15,0 0-13-15,0 0-13 0,0 0-24 0,0 0-12 16,0 0-14-16,0 0-28 0,0 0-9 0,0 0-22 16,0 0-12-16,0 0-17 0,0 0-16 0,7 3-8 15,-7-3-14-15,0 0-9 0,4 6-8 0,-1-4-12 16,-2 2 2-16,2-1-11 0,0 2-8 0,-1 0-5 15,1 0 2-15,1 0-11 0,-1 0-3 0,-2-1-3 16,4 4-2-16,-4-3 3 0,1 1 10 0,0 2-19 16,-1-3-2-16,-1 2-4 0,1 0 1 0,-2-2-12 15,0 1-19-15,-3 1-25 0,-2-2-27 0,4 1-33 16,-4 0-44-16,-1-2-48 0,2 1-61 0,-3-3-233 16,-2 2-529-16,5-3 234 0</inkml:trace>
  <inkml:trace contextRef="#ctx0" brushRef="#br0" timeOffset="111382.73">22533 7034 70 0,'0'0'266'0,"0"-5"-16"15,0 5-12-15,0-5-10 0,0 5-8 0,-2-5-16 16,2 5-13-16,-4-3-14 0,4 3-17 0,0 0-14 0,0 0-12 16,0 0-19-16,0 0-14 0,0 0-11 0,0 0-8 15,-12 6-10-15,8-2-6 0,-2 0-7 16,2 1-3-16,-1-1 1 0,0 4-4 0,-1-5 0 0,3 4-8 16,-4 2-7-16,1-4-1 0,-1 3 1 0,2 1-3 15,-1-2-2-15,-1 2 1 0,3-3 0 0,-2 3-7 16,4-1 1-16,-2-2-5 0,1 2 3 0,-2 0 2 15,1-2 4-15,0 2-10 0,2 0 0 0,2-1 0 16,-1 0-2-16,-1 0-9 0,-1 0 8 0,6 1 0 16,-3-3 15-16,3 2-13 0,-3 2 2 0,2-4 4 15,2 3-4-15,-2-1 3 0,3-3 2 0,0 6-3 16,4-4 4-16,-2 1-4 0,1 1 0 0,6-3 3 16,-3 2-3-16,-3-2 0 0,3 0 2 0,1-1-10 0,-1-2 7 15,1 1 2-15,-1-1-1 0,-4 0-1 16,4-1 5-16,1 1 2 0,-2-1 2 0,0-1 12 0,-3 0-4 15,0 0 13-15,1-1 0 0,0-1 7 0,-1 2 10 16,0-3-2-16,1 1 4 0,-4 1 1 0,4-3 6 16,-1 1 5-16,0-2 1 0,0 1-3 0,-3-2-1 15,5 0 0-15,-2-1 0 0,0-1-6 0,0 0 3 16,1-4-2-16,-1 1 27 0,-2 0-3 0,4-2 3 16,-4 2-3-16,-1-2-3 0,-1 1-5 0,-1 0-1 15,0-1 1-15,-2-4-10 0,1 6-7 0,-2-2-11 16,-2 0-9-16,-1 2-3 0,0-2-4 0,-4 0-7 15,-2 2-9-15,2 0-7 0,-5 0-14 0,-3 0-27 16,3 5-34-16,-5-1-43 0,-1 1-47 0,-1 5-52 16,1 2-79-16,0 2-68 0,-1 2-83 0,2 4-108 15,-1 3-283-15,4-2-880 0,1 1 389 0</inkml:trace>
  <inkml:trace contextRef="#ctx0" brushRef="#br0" timeOffset="124815.18">27533 7026 225 0,'0'-4'301'16,"0"4"-17"-16,-2-5-22 0,2 5-25 0,0 0-20 16,0-5-32-16,0 5-20 0,0 0-18 0,0 0-14 15,0 0-19-15,-1 17-7 0,-1-11-11 0,2 6-8 16,-1-2-12-16,0 6-8 0,-2 3-6 0,0-1-7 15,2 2-4-15,-3-2-7 0,1 0-6 0,2 1 1 16,-5 0-7-16,2 0-1 0,0-3-5 0,-1 2 2 16,0-1-8-16,0 1 2 0,1-5-4 0,-3-2-1 15,3 2 1-15,1-1-5 0,-1-2 1 0,-1 1-1 16,2-3-1-16,1-3-1 0,0 2-2 0,0-1 1 16,0-3 7-16,-1 1 23 0,3-4 16 0,-1 6 34 15,1-6 27-15,-1 3 33 0,1-3 31 0,0 0 1 0,0 0-14 16,0 0-15-16,0 0-17 0,0 0-11 15,7-17-16-15,-3 7-6 0,0-2-11 0,2 1-10 16,1-5-7-16,0-1-6 0,-1-4-7 0,3 2-5 16,0-7-8-16,-2 6 0 0,0-6 2 0,0 7 6 0,0-2 5 15,-3 0 5-15,1-5-5 0,-1 7 3 16,2 0-9-16,-1 0-1 0,-1 1-1 0,2 0-3 16,-4 3 5-16,1 1 0 0,0 2-3 0,-2 1-1 0,3 0 4 15,-1 0-9-15,-1 4-5 0,1 0-4 0,-1 2 0 16,-1-1-8-16,0 1-3 0,1 1-1 0,-1 0-7 15,-1 4-6-15,2-5 1 0,-2 5-9 0,2-4-11 16,-2 4-8-16,0 0 3 0,0 0-1 0,0 0 1 16,7 10-2-16,-3-6 3 0,-4 3 3 0,3-1-1 15,2 0 0-15,-3 3 1 0,2 1-1 0,-3 2 3 16,3-2 2-16,0 3-3 0,2 0-1 0,-2-2 5 16,4 6 0-16,-4-4-1 0,2 4-2 0,0 1 7 15,-1-6-7-15,0 4 6 0,4 0-3 0,-5 1 1 16,3 0 0-16,-1-2 0 0,-2-1-1 0,4-2 0 15,-3 4 1-15,1 0 0 0,6-1 0 0,-7 2 0 16,2-7-3-16,-1 1-6 0,1 1-4 0,-2-2-2 16,2 1 3-16,0-1-10 0,-2-1-1 0,-1 0-7 15,2-3-4-15,-1-1-6 0,-4 0-10 0,3 2-9 0,0-4-18 16,-2 4-9-16,-1-2-30 0,1-2-28 16,-2-3-24-16,5 5-23 0,-4-3-33 0,-2 4-44 15,1-6-52-15,0 0-72 0,0 0-295 0,-4 3-743 0,1 0 329 16</inkml:trace>
  <inkml:trace contextRef="#ctx0" brushRef="#br0" timeOffset="125098.52">27426 7235 247 0,'-9'0'282'0,"9"0"-12"0,0 0-12 15,0 0-10-15,0 0 1 0,0 0 1 0,0 0 0 16,0 0-8-16,15 8-4 0,-8-6-9 0,2-1-19 16,6-1-11-16,0 2-21 0,4-2-17 0,3 0-20 15,1 0-7-15,0 0-17 0,0-2-9 0,0 1-16 16,-1 1-8-16,1-1-25 0,-2 0-32 0,-4-1-46 15,4-1-44-15,-2 0-51 0,-6 1-55 0,-2 0-74 16,-3-1-63-16,1 2-255 0,-7-1-606 0,5 2 269 0</inkml:trace>
  <inkml:trace contextRef="#ctx0" brushRef="#br0" timeOffset="125433.03">28026 7347 30 0,'0'4'321'0,"0"-4"-21"0,0 0-31 15,0 0-26-15,0 0-21 0,0 0-25 0,6 3-20 16,-3-1-16-16,-3-2-20 0,1 6-9 0,-1-3-16 16,3 2-8-16,-3 0-15 0,0 2-7 0,1-1-8 15,-1-1-10-15,2 3-4 0,-4 0-5 0,2 2-6 16,-1-1-5-16,-1 2-24 0,1-2-33 0,-3-1-36 16,1 1-53-16,0 0-63 0,-1-2-55 0,3 0-195 15,-1 1-444-15,0-2 197 0</inkml:trace>
  <inkml:trace contextRef="#ctx0" brushRef="#br0" timeOffset="125801.05">28388 7200 11 0,'0'0'219'0,"-7"8"-6"0,2-6-15 0,2 6-13 16,0 0-6-16,1-2-15 0,0 5-7 15,0-2-12-15,0 5-9 0,2-2-8 0,0-2-14 0,2 2-7 16,2-1-10-16,-2 1-5 0,3-2-8 0,2-1-7 16,0 1-7-16,0 0-5 0,3-2-3 0,0-1-8 15,-1 1 1-15,3-6 3 0,-1 1 3 0,-2-2 2 16,2-1 0-16,1 0 2 0,-1-3-1 0,-2 0 3 15,1-5 8-15,1 1 2 0,-2-1-8 0,1-3-3 16,4-3 0-16,-2-1-6 0,-2-1-10 0,-6-2-2 16,4 0-1-16,-2-1-5 0,-3 0-7 0,-3 1-4 15,0 0 2-15,-3 0-6 0,-2 2-2 0,0 3-11 16,-1 1-19-16,-5 2-24 0,-3-3-27 0,-4 6-34 16,-4 1-48-16,-9 2-71 0,-3 2-74 0,-7 3-219 15,2 6-543-15,-16 2 241 0</inkml:trace>
  <inkml:trace contextRef="#ctx0" brushRef="#br0" timeOffset="127139.15">17182 7241 215 0,'1'-5'335'0,"-1"1"-8"0,0 4-13 0,3-7-9 16,-3 4-7-16,0 3-8 0,3-8 2 0,-3 6-8 15,0 2-16-15,0 0-29 0,0-4-22 0,0 4-23 16,0 0-20-16,-14 1-21 0,2 3-7 0,-6 5-26 16,-8 5-5-16,-10 5-16 0,-15 4 9 0,0 3 3 15,-13 1-3-15,-23 11 0 0,-2 4-13 0,2 0-7 16,0 2-7-16,0-4-7 0,0 4-6 0,3-2-12 15,24-14 0-15,0 4-6 0,0-3-6 0,2 1-3 0,6 0-5 16,8-1-2-16,13-9-9 0,3 1-24 0,3-5-38 16,9-3-48-16,8-1-39 0,4-4-36 15,4 4-54-15,2-7-95 0,10 1-133 0,9-1-258 0,13-4-758 16,7-7 336-16</inkml:trace>
  <inkml:trace contextRef="#ctx0" brushRef="#br0" timeOffset="130902.67">23026 6893 46 0,'0'0'95'0,"0"0"-6"15,0 0-4-15,0 0 2 0,0 0-8 0,0 0-6 16,0 0-5-16,-10 0 5 0,10 0 0 0,0 0-3 15,0 0 1-15,0 0 1 0,0 0 0 0,0 0-6 0,0 0-3 16,-9 0 1-16,9 0-12 0,0 0-1 0,0 0-7 16,-9 0-5-16,9 0-3 0,-9 2-4 15,3 1 0-15,-1-2-5 0,3 1-2 0,-3 2-3 0,-1-2 2 16,0-1-5-16,1 1 0 0,-5 3-3 0,1-2-5 16,0 1 2-16,-4 2 0 0,1-1-4 0,1-1-2 15,-5 1 4-15,3 0-1 0,2 0-4 0,-5 1 3 16,0 1-8-16,-1-1 6 0,3-1-2 0,-3 1-6 15,1 1 8-15,-1-1-6 0,0-1 4 0,4 3 0 16,-4-3-1-16,5 0 1 0,0 1-2 0,0-1-2 16,-4 0 7-16,6 0-11 0,-3 1 7 0,-3-1 2 15,1 3-5-15,4-1-1 0,-1-2 0 0,-3 2-2 16,2-1 2-16,-1 0 4 0,-2 0-3 0,3 0-3 16,-4 2 4-16,0-2-2 0,1 3-2 0,5-3 1 15,-1-1-1-15,-5 1 3 0,7 1 3 0,-3-1 1 16,-1 2 0-16,3-2-1 0,-4 0-4 0,-1 2 0 15,3-3-2-15,-2 0 4 0,3 2 2 0,-4-2 1 0,5 1-1 16,-1-1 3-16,0 2 9 0,3-2 5 0,-5-2 0 16,2 3-3-16,1 2 5 0,-5-3-4 15,2 2-3-15,0 0-1 0,1-2 1 0,4 0-3 0,-5 0-2 16,3-1-1-16,-6 1 1 0,6 0-1 0,-2 0 0 16,-2 2-4-16,3-3 0 0,0 1 3 0,-1-2-12 15,1 2 13-15,-5 1-4 0,4-1 1 0,0 0 8 16,2-1 0-16,-2 0 0 0,1-2 1 0,-1 3 1 15,-3 0-1-15,4 0-4 0,1 1 1 0,1-4 0 16,-3 2 4-16,1 0-4 0,1 0-1 0,-1 1 5 16,4-1-6-16,0 1-3 0,-1 2 3 0,0-2-8 15,3-4 9-15,1 2-1 0,-4 1-2 0,-1 1 1 16,1-2 4-16,4 1 4 0,-1-3-2 0,1 4 0 16,1 1-2-16,0-3 3 0,-3 0-2 0,3 1 2 15,-1 1 6-15,-1-1-1 0,1 0 2 0,-1-1-4 16,0 2 0-16,1 0-1 0,3-3 1 0,-5 3 0 15,3-1 0-15,-1-3-4 0,2 3-2 0,-1 0-2 16,1-1 4-16,0-1-1 0,1 2-4 0,0-2 0 0,-1 0 1 16,5-2-4-16,-5 2 0 0,5-2 0 0,-7 1-5 15,7-1-2-15,0 0-13 0,0 0-19 16,-5 2-43-16,5-2-58 0,0 0-60 0,0 0-211 0,13-12-436 16,-7 9 193-16</inkml:trace>
  <inkml:trace contextRef="#ctx0" brushRef="#br0" timeOffset="133913.44">21261 7310 132 0,'0'0'175'0,"0"0"-5"0,0 0-7 16,0 0-5-16,0 0-7 0,0 0-8 0,-1-5-8 15,1 5-2-15,0 0-8 0,0 0-7 0,0 0-9 16,-6-2-7-16,6 2-6 0,0 0-7 0,0 0-5 15,0 0-10-15,-4-2-7 0,4 2-5 0,0 0-9 16,0 0-4-16,-12-1-4 0,12 1-5 0,0 0-3 16,-14 1-3-16,10 1-5 0,-3-2-1 0,0 1 0 15,0 0-5-15,-2 2-4 0,4-1-1 0,-3 1-3 16,-3 2 0-16,0-1 0 0,1 0-5 0,0 1-3 16,-3 0 3-16,4 0 0 0,-2 3 0 0,-1-1-2 15,2 1-1-15,-5 3 0 0,4 0 0 0,-2-1 2 16,3 0-2-16,-5 1-1 0,0 2-1 0,6-1 3 15,-5 1 4-15,2 1 2 0,0-1 2 0,1 1 2 16,-2 1 5-16,4-4-3 0,-2 2-3 0,0 2 3 0,2-1 2 16,1-1-2-16,-2 0 2 0,2 0 0 15,1-3 1-15,0 1 1 0,0 0 0 0,3 0-4 16,-2 0 5-16,0 1-3 0,2-2 0 0,1 0-3 16,-1 2 1-16,-1-2-2 0,3-1-5 0,-2 1 2 0,3 1 1 15,-3-3 0-15,0 4-1 0,3-3-3 0,-1 2 3 16,1-1-3-16,-1 0-1 0,2 0 3 15,0-2-1-15,0-1 4 0,0 2 2 0,0 0 15 0,2-1-12 16,-2 0-2-16,0 2 1 0,1-4-5 0,-1 2 8 16,3-2-1-16,1 1 1 0,0 1 4 0,-3-1-5 15,3 1-1-15,-2-2 4 0,3-1 8 0,-1 3-4 16,-1-2 1-16,1 0 3 0,0 0-2 0,0-1-6 16,3 1 6-16,-4 0-1 0,4-1-2 0,-2 0 6 15,4 1-1-15,-2 1 5 0,0-2-6 0,0-2 16 16,1 4-16-16,3-2 0 0,-3 1-1 0,-1-2-5 15,2 2 4-15,0-1-8 0,0 0-2 0,2 1 5 16,-1-3-7-16,-1 2 1 0,-1-1 8 0,4 2-17 16,-2-4 10-16,2 3-9 0,-5 0 4 0,3-1-3 15,-1-1 16-15,-1-1-14 0,0 2-6 0,-1-2 15 16,2 0-4-16,-2 2 9 0,0-3 2 0,0 2 1 16,0-1 5-16,1 1 0 0,-1-2-1 0,0 2-3 0,-2-2 2 15,2 2 8-15,0-1-6 0,-1 0-5 0,1-1-1 16,-1 0-3-16,2-1-1 0,-1 3 0 15,1-2-4-15,-1 0-3 0,0 0 2 0,1 2 0 16,0-3-6-16,0 0 0 0,4 2-5 0,-4-1 1 0,1 0-2 16,1-1-1-16,-4 1-1 0,3 1 2 0,-2-1-6 15,4-1 4-15,-3 1 0 0,-1 0-1 0,1 1-5 16,0-1 10-16,-1 0-9 0,-7-1 1 0,11 1-1 16,-11-1-1-16,12 0 2 0,-5 0-1 0,0 2 0 15,-7-2 2-15,8-3-1 0,-8 3 2 0,0 0-4 16,11 0 1-16,-11 0-1 0,0 0 1 0,0 0-1 15,0 0 4-15,7 0-6 0,-7 0 0 0,0 0-4 16,0 0 6-16,0 0-1 0,0 0 0 0,0 0-21 16,7-1-10-16,-7 1-7 0,0 0-25 0,0 0-23 15,5-1-26-15,-5 1-19 0,0 0-27 0,3-3-20 16,0 1-30-16,-3 2-37 0,0 0-36 0,6-5-29 16,-6 5-41-16,0-6-194 0,0 6-589 0,3-2 261 15</inkml:trace>
  <inkml:trace contextRef="#ctx0" brushRef="#br0" timeOffset="135452.29">21427 8035 187 0,'-3'-2'266'0,"3"2"-5"0,-8-5-13 0,8 5-7 16,0 0-5-16,-3-3-5 0,3 3-23 0,0 0-11 0,-2-3-14 15,2 3-14-15,0 0-19 0,0 0-20 0,-2-4-11 16,2 4-14-16,0 0-8 0,0 0-12 15,0 0-12-15,0 0-6 0,0 0-4 0,0 0-9 16,0 0-9-16,0 0 10 0,2 15-15 0,2-12-6 0,-1 2 3 16,3-1-9-16,-2 0 0 0,0-1-2 0,3 2-1 15,-1-1-6-15,4 2 0 0,-3-3 0 0,0 2-3 16,3-1-6-16,0 2-1 0,-3-3 4 0,-3-1 0 16,3 2-1-16,-3 0 0 0,4-2-7 0,-5 1-1 15,1-2-2-15,0 1 13 0,-1 1-11 0,-3-3-2 16,7 4-1-16,-6-1 2 0,-1-3-3 0,3 3-6 15,-3-3 6-15,1 7 0 0,-1-7 2 0,-4 6 1 16,2-3-4-16,-3 1 2 0,4-1 4 0,-2 2-4 16,-1 1 10-16,0-1-13 0,-1 0 2 0,-2 0-2 15,3 2 5-15,-6-1-5 0,6 0-2 0,-3 1 6 16,-1-1 1-16,4 2-3 0,-3-2 4 0,3 1-4 16,0-1-1-16,-1-1-2 0,1 0-13 0,0 1-26 15,2-1-19-15,0-1-34 0,0 0-38 0,-1 1-40 16,3-5-45-16,0 0-63 0,5 7-197 0,-5-7-516 15,8 2 229-15</inkml:trace>
  <inkml:trace contextRef="#ctx0" brushRef="#br0" timeOffset="135953.79">21816 8109 301 0,'0'-3'326'0,"0"3"-10"0,0 0-13 0,0 0-18 15,0 0-23-15,0 0-29 0,0 0-21 0,1-3-24 16,-1 3-19-16,0 0-20 0,0 0-11 0,0 0-22 15,0 0-9-15,6 13-11 0,-6-10-13 0,1 1-3 0,-1 1-6 16,1 3-6-16,1-2-7 0,-2 5-5 0,1-2-7 16,0 1 1-16,2-2-7 0,-1 2-2 15,-2 0-7-15,1 1-11 0,0-1 6 0,-1-3-6 0,2 2 3 16,-1 2-5-16,-1-3 1 0,0 1 1 0,0-3-2 16,0 0-15-16,1 0-16 0,1-1-21 0,-2 1-19 15,0-1-29-15,1 0-26 0,-1-2-31 0,0-3-31 16,3 6-46-16,-3-6-43 0,6 1-243 0,-6-1-538 15,0 0 238-15</inkml:trace>
  <inkml:trace contextRef="#ctx0" brushRef="#br0" timeOffset="136573.97">21783 8087 109 0,'-4'-4'307'0,"2"0"-4"0,0 0-9 15,1-2-16-15,1 6-18 0,-2-7-7 0,4 2-20 16,-2 1-21-16,0 4-27 0,1-8-6 0,3 4-11 16,0-1-21-16,1 2-14 0,-2-2-16 0,4 0-15 0,0 2-8 15,-3 0-3-15,6-1-11 0,-1 0-10 0,2 0-11 16,-3 2-3-16,3 1-2 0,1-2-15 15,0 2 3-15,-3 0-2 0,0 1-9 0,1-2 8 16,-1 2-17-16,2 0-1 0,-1 0 2 0,-1 2 10 0,-1-1-19 16,1 0-6-16,-4 0-1 0,2 2-2 0,1-1-1 15,-3 2 1-15,0 0 1 0,-1 0-7 0,-3 0-1 16,2 1 3-16,-1 0-7 0,-2 0 7 0,2 0-1 16,-4 3 1-16,2-4-5 0,-2 1 4 0,-1 1 1 15,0-1-1-15,-2 2-2 0,2-2 1 0,-1 0 1 16,0-1-1-16,-2 2 0 0,3-2 2 0,-2 1 2 15,4-1-1-15,-5 0-3 0,5 0 0 0,-2-2 3 16,1 2-8-16,2-4 5 0,0 6-2 0,0-6 6 16,2 6-4-16,0-2 4 0,3-1-5 0,-1 0-1 15,1 2 15-15,2-1-8 0,0 0-3 0,2 0 0 16,1 1-1-16,0 0-1 0,-2-1 1 0,4 1 3 16,-2 0 1-16,-1 2-3 0,0-1 1 0,0-1-1 15,-1 0-1-15,-2-1-3 0,-1 1 2 0,2-1 2 0,-3 2 2 16,-1 0-5-16,-1 0 1 0,1 0-10 15,-2 0 11-15,-1 1 4 0,0-2 1 0,-4 1 2 16,2 1 1-16,-3-1 12 0,-4 3 3 0,0-1 14 16,-1-2 8-16,-5 0 3 0,3-1 9 0,-6 1-1 0,0-2 3 15,-2 1-3-15,-2-1-6 0,2-2-2 0,-5 1-8 16,2-1 2-16,2 1-4 0,-3-3-4 16,4 1-10-16,-2-2-29 0,4 0-43 0,4-1-35 0,1 1-46 15,1-1-51-15,-3-2-64 0,8-1-81 0,-5 2-310 16,3-3-687-16,4 1 304 0</inkml:trace>
  <inkml:trace contextRef="#ctx0" brushRef="#br0" timeOffset="138429.63">21231 7252 110 0,'0'0'111'0,"-3"-2"-15"0,3 2-3 0,0 0-12 16,0 0-6-16,0 0 3 0,0 0-17 0,0 0 0 16,0 0-5-16,0 0-2 0,0 0 7 0,0 0 5 15,0 0-3-15,0 0 1 0,0 0-1 0,-11 11 5 16,9-9-7-16,-2 1 1 0,-1 1-5 0,-1-1-1 16,2 1-2-16,-3 0 1 0,1 0-6 0,0-1-1 15,-2 2 3-15,-1 0-6 0,0 1-6 0,-2 0 9 16,1 0-4-16,-2 2-2 0,1-1-4 0,3 0-5 15,-3 0 1-15,2-1 2 0,-2 3-3 0,1-1-5 16,3 1 4-16,-5 0 0 0,3-2-4 0,-5 5 0 16,5-5 0-16,0 4-3 0,-3-5-2 0,0 8 2 15,2 0-5-15,-2-1 1 0,1-2 0 0,3-1 0 16,-3 0-4-16,-1 3 7 0,7-2-1 0,-5 1 0 16,1 1-1-16,0 0-3 0,1-1-3 0,-3 1 0 15,3 1 1-15,-3 2-2 0,3-3 5 0,0-1-2 16,1 5 0-16,-4-3-3 0,2 1-3 0,-1 1 0 0,1 0 3 15,-1 1-2-15,1-2-5 0,-2 0 6 16,0 3-3-16,3-2 4 0,-2 1 1 0,0-1-2 16,0-2 3-16,0 2 5 0,1-1-6 0,2-4 1 0,2 2 0 15,-1-2 1-15,-4 4-6 0,4-4 4 0,2-1-4 16,-2 2 5-16,2-1-3 0,-1-1 1 0,1 0-5 16,-4 0 2-16,6 1-2 0,-2-3 0 0,3 3 2 15,-2-2-3-15,0-2 4 0,-1 2-3 0,1 0 1 16,2-1 1-16,-2 3-2 0,2-2-2 0,-1-1 2 15,4 2-2-15,-6-1 1 0,1 2 0 0,3-3 0 16,0 3 2-16,0-1-3 0,0-1 0 0,0 1 3 16,0 1-4-16,3-1 3 0,-1 1-4 0,0 2 2 15,-1-1-1-15,-1-1 7 0,0 4-4 0,3-1-1 16,-2-1-1-16,2 0 2 0,-1 5 2 0,2-1 0 16,-3-4 3-16,3-1-2 0,0 5 2 0,-2-4 7 15,2 1 2-15,0-4-6 0,-2 3 4 0,1 1-4 16,1-1-2-16,0 0 1 0,3-1 3 0,-3 0 2 0,3 0 6 15,-2-1-1-15,1 2 1 0,1-2 7 0,-2 1-5 16,3 1 2-16,0-5 2 0,-2 4 6 0,1-3-7 16,-2 3 4-16,5-4-3 0,-4 0-1 0,4 0 4 15,-3 1 6-15,2 0-2 0,-1-2-5 0,2 3 1 16,-1-4-4-16,2 0 7 0,-2 1-1 0,1-1-6 16,1 0-1-16,0 0-5 0,1-1 2 0,1 0-1 15,-3 0 0-15,0-2 2 0,2 3-4 0,0-3 1 16,1 0 13-16,-1 1-20 0,2 0 3 0,-1 1 1 15,1-2-1-15,0-1-11 0,0 1 8 0,-3-1 2 16,4 3 0-16,-1-2-3 0,-2 0 0 0,0-2-1 16,-1 1-5-16,3 0-3 0,-7 1 3 0,4 0-1 15,-5-2-3-15,5 2-1 0,-3-2-3 0,3 2 4 16,-3-2 2-16,0-1-4 0,1 1 1 0,-2 2 2 16,1-2-6-16,-2 0 4 0,4 1 0 0,-4-1-6 15,4 0 2-15,-4 0-2 0,2 1-2 0,2-1 1 16,-1 1 10-16,-1-1-7 0,-2 0-3 0,6 0 0 0,-3 1 1 15,0-1 1-15,-3-1 0 0,2 1-6 0,1-1 6 16,-4 1-3-16,3-1 10 0,-8 0-8 16,12 0 2-16,-6 2-2 0,-6-2 2 0,8-2-1 0,-8 2-2 15,12 2-4-15,-12-2 0 0,6-2-11 0,-6 2-14 16,5-1-23-16,-5 1-36 0,4-2-15 0,-4 2-35 16,3-5-32-16,-3 5-35 0,1-5-40 0,-1 5-43 15,0-5-37-15,0 5-238 0,-1-6-608 0,1 6 268 16</inkml:trace>
  <inkml:trace contextRef="#ctx0" brushRef="#br0" timeOffset="138797.62">21366 8702 129 0,'-6'-3'270'0,"6"3"-14"0,0 0-16 15,0 0-21-15,0 0-17 0,0 0-12 0,0 0-7 16,0 0-3-16,0 0-4 0,0 0-14 16,0 0-6-16,11 10-14 0,-8-8-2 0,2 1-10 0,1-1-13 15,0 2-11-15,0-1 0 0,-2 3-21 0,6-3-3 16,-3 0-7-16,2 3-9 0,-1 1-7 0,0-1-2 16,2 1-10-16,-1-1-4 0,-3-1-6 0,2 0-1 15,-1 0-4-15,-2 1-2 0,-1 0 0 0,0-1-7 16,0 1 0-16,-4 0 1 0,2-1 1 0,1 0 1 15,-6 2-2-15,3-2 5 0,-2 0 1 0,0 0-1 16,-2 0-2-16,-1 0-5 0,-1 0-2 0,0 1 5 16,-2-1-4-16,1 0-6 0,0-2-3 0,-1 3 2 15,4-2-5-15,0-1-24 0,-3 0-32 0,3 0-29 16,1 0-28-16,3-3-39 0,-7 6-31 0,7-2-27 0,0-4-42 16,0 4-42-16,0-4-198 0,6 3-522 15,-2-1 232-15</inkml:trace>
  <inkml:trace contextRef="#ctx0" brushRef="#br0" timeOffset="139568.04">21944 8781 76 0,'0'0'222'0,"-3"-7"-2"15,2 4-1-15,1 3-3 0,0 0-6 0,0-4-7 16,0 4-7-16,0 0-13 0,-3-5-12 0,3 5-6 16,-3-5-6-16,3 5-15 0,-1-3-14 0,1 3-6 0,-6-2-9 15,2 0-13-15,4 2-7 0,-7-3-8 0,7 3-10 16,-9-1-7-16,9 1-7 0,-8-3-8 15,8 3-7-15,-10 0 5 0,3 0-15 0,7 0 1 0,-12 3-8 16,8-2-2-16,-3 0-7 0,0 1 3 0,-2-1-5 16,5 1 0-16,-3 1-1 0,-1-1-3 0,0 2 1 15,1 0-3-15,2-1 3 0,-4-1-5 0,4 2 2 16,-4 2 2-16,3-2 2 0,-1 0-4 0,0 1 0 16,1 0 3-16,0 2-2 0,2-3 4 0,-3 2 1 15,5-1-1-15,-5 0 2 0,4 2-3 0,-2-2 2 16,2 1 0-16,-2 1 2 0,0-2 1 0,4 3-3 15,-2-2 4-15,2 0-2 0,1 1 2 0,-4-1 2 16,0 0 3-16,4-1-10 0,-1 3 7 0,1-3-8 0,-2 1 5 16,2 1 2-16,2-3 1 0,-1 1 1 15,3 3-4-15,0-3 12 0,-3-1-5 0,-1 3-2 16,4-1 14-16,-2-3-5 0,1 2 4 0,2-1-1 16,-2 2 0-16,0-3 2 0,3 1 1 0,0 1 4 0,-1-1-4 15,-1 1 3-15,3-2-2 0,-3 1 2 0,4-1 3 16,0 1-1-16,-1 0 0 0,0-1 5 15,1-1 4-15,-1 0 2 0,0 0 3 0,1-1-3 0,0 1 9 16,3-2-2-16,-4 1-3 0,1-1-4 0,1 0-2 16,4 0-7-16,0-4-4 0,-5 3-2 0,5 0-8 15,0-2-2-15,2 1-7 0,-1-1 0 0,-3-1-1 16,1-1-4-16,3 0 1 0,-1 0-3 0,-4-1-10 16,1 1-18-16,4 0-25 0,-4-1-31 0,0-1-37 15,1 0-49-15,3-6-48 0,-8 5-55 0,5-3-71 16,-1-2-90-16,-1 0-339 0,-1 0-816 0,-1 3 361 15</inkml:trace>
  <inkml:trace contextRef="#ctx0" brushRef="#br0" timeOffset="140337.1">22371 8265 87 0,'-6'-2'315'0,"6"2"-16"15,0 0-12-15,0 0-15 0,0 0-15 0,0 0-20 16,0 0-25-16,0 0-15 0,0 0-19 0,0 0-18 15,0 0-23-15,0 0-5 0,0 0-5 0,0 0-13 16,0 0-10-16,0 0-5 0,13 10-15 0,-11-7-4 16,4 0 2-16,-2 0-17 0,0 2-3 0,0-1-9 15,0 0-11-15,3 1 5 0,-4 1-10 0,-1 0 3 16,2-1-9-16,-2-2-5 0,2 2 2 0,-4 1-2 16,1-1-12-16,-1 1 5 0,-1-1-3 0,-3 1 1 15,2-1-5-15,-4 0-11 0,1-2-11 0,-2 0-20 16,-2 1-27-16,2 0-31 0,1 0-33 0,-5-1-50 0,3 2-51 15,1-4-53-15,-4 3-229 0,3-3-546 0,2 0 242 16</inkml:trace>
  <inkml:trace contextRef="#ctx0" brushRef="#br0" timeOffset="142527.65">22695 8100 90 0,'0'0'198'0,"0"0"-5"0,0 0-4 0,0 0-4 16,0 0 1-16,0 0-5 0,0 0-5 0,0 0-5 15,0 0-3-15,0 0-2 0,0 0-2 0,0 0-6 16,0 0-7-16,0 0-12 0,0 0-6 0,0 0-14 16,0 0-6-16,2-7-12 0,-2 7-5 0,4-5-9 15,-4 5-10-15,3-3-8 0,-3 3-3 0,4-6-5 16,-4 2-7-16,4-1 4 0,-4 3-3 0,4-2-1 16,-4-2-1-16,4 1-3 0,-4 1-4 0,2-2 1 15,0 1 1-15,0-2-17 0,-1 1 13 0,-1-1-2 0,0 1 2 16,3-1-8-16,-2 2 1 0,-1 0-6 15,0-1 19-15,3 1-12 0,-2 0-13 0,1 1 4 16,-1-2-4-16,-1 6-1 0,0-5 0 0,0 5-5 16,2-3-3-16,-2 3-4 0,1-4-4 0,-1 4 2 0,0 0-14 15,0 0-5-15,0 0 8 0,0 0 1 0,0 0 0 16,0 0-2-16,0 0 1 0,0 0-4 16,1 12 1-16,-1-6-2 0,-1-1 6 0,5 1-2 0,-3 1-1 15,-1 0 7-15,3 1-6 0,-2 0-1 0,1 1 3 16,-1-1-5-16,0 2 7 0,2-1-2 0,-3-2-8 15,1 3 13-15,1 0-3 0,1-1-2 0,-2-1 1 16,0-1 0-16,-1-1 1 0,2 3-1 0,0-1-5 16,0-2 7-16,1 1-3 0,-1-1-3 0,1 1 3 15,-2-1 3-15,3 0-2 0,-2-1 1 0,0 2-1 16,0-2-1-16,-1 0-2 0,1 0-1 0,0-1-1 16,0 1-3-16,-1-2-1 0,3 0 2 0,-4-3-1 15,0 7 2-15,2-4 2 0,1-1 3 0,-3-2-1 16,3 3-2-16,-3-3-2 0,0 0 3 0,1 6 2 15,-1-6-4-15,0 0 4 0,0 0-6 0,0 0-4 16,0 0 2-16,0 0 2 0,2 1-7 0,-2-1-2 16,0 0-1-16,0 0 2 0,0 0 0 0,0 0-2 0,0 0 4 15,-9 3 0-15,9-3 7 0,0 0-4 0,-9 0-1 16,9 0 2-16,-5 3-2 0,5-3-4 16,-6 1 3-16,2 1 8 0,4-2-1 0,-8 3 0 15,8-3 2-15,-5 2-2 0,5-2 1 0,-9 3 0 0,7-2-2 16,2-1 1-16,-7 2 3 0,4 0 1 0,3-2-3 15,0 0-1-15,-8 2 5 0,8-2-4 16,0 0 2-16,-7 2-2 0,7-2 4 0,0 0-5 0,0 0 3 16,-4 1-1-16,4-1-2 0,0 0 1 0,0 0 2 15,-4 4 1-15,4-4 13 0,0 0-8 0,0 0-5 16,0 0 0-16,0 0 0 0,0 0 1 0,0 0 4 16,0 0-1-16,0 0-3 0,0 0-2 0,0 0 8 15,0 0 3-15,0 0 2 0,0 0 3 0,0 0 2 16,0 0-9-16,0 0 16 0,0 0-11 0,15 1-5 15,-15-1 1-15,12 0-1 0,-12 0 0 0,11-1-6 16,-4 1 21-16,-7 0-23 0,16-3 5 0,-9 2-7 16,4 0-7-16,1 2-21 0,-2 0-10 0,3-2-23 0,-5 2-23 15,2-1-29-15,-2 3-37 0,0-3-37 0,0 1-42 16,-1-1-51-16,0 0-232 0,-7 0-556 16,16 3 245-16</inkml:trace>
  <inkml:trace contextRef="#ctx0" brushRef="#br0" timeOffset="143414.01">22414 9002 245 0,'0'0'276'0,"0"0"-6"0,0 0-13 0,0 0-8 16,0 0-7-16,0 0-15 0,0 0-8 0,0 0-19 15,0 0-6-15,0 0-14 0,0 0-14 0,0 0-1 16,0 0-29-16,0 0-3 0,0 0-21 0,0 0-13 16,9 9-7-16,-9-9-11 0,2 5-13 0,1-4 1 15,-3-1-11-15,4 5-2 0,-2-2-10 0,1 1 0 16,0-1-12-16,0 1 4 0,-3 2-5 0,1-3-2 15,2 1-4-15,-3-4-2 0,0 7-11 0,0-1 8 16,0-2-8-16,-3-1 3 0,2 2 2 0,-2-2-8 16,0 3-1-16,-5-3 0 0,7 1 15 0,-7 1-26 15,2-3-11-15,1 4-14 0,-4-2-24 0,4-2-26 16,-3 1-33-16,1-1-35 0,-2 2-48 0,2-1-49 16,0-2-52-16,2 0-219 0,1 3-555 0,1-3 245 15</inkml:trace>
  <inkml:trace contextRef="#ctx0" brushRef="#br0" timeOffset="144735.56">22656 8846 78 0,'0'0'268'0,"0"0"-5"0,0-6-5 15,0 6-11-15,0 0-8 0,0 0-10 0,0 0-13 16,0 0-6-16,0 0-8 0,0 0-10 0,3-4-11 16,-3 4 0-16,0 0-9 0,0 0-11 0,0 0-8 0,0 0-8 15,0 0-10-15,0 0-13 0,0 0-13 0,0 0-4 16,0 0-15-16,0 0-8 0,0 0-4 16,0 0-15-16,0 0-2 0,0 0-5 0,0 0-8 0,0 0-6 15,0 0 3-15,0 0-16 0,0 0-3 0,0 0-2 16,0 15-1-16,1-12 3 0,-1-3-1 0,-1 10-7 15,1-5-1-15,0 0-10 0,1 1 1 0,-1 1 8 16,3-1-5-16,-3 0 1 0,0 3-6 0,2-3 2 16,-2 4-2-16,2-4 4 0,0 4 2 0,-1-2-9 15,-1-1-1-15,3 1 0 0,-2 0 6 0,-1-2-5 16,3 2-4-16,-2-2-6 0,2 1 9 0,-3-1 15 16,5-1-9-16,-5 2-4 0,2-2-3 0,-1 0 3 15,0 0 4-15,2 0-16 0,-3 1-16 0,0-1-17 16,4 0-15-16,-4-2-20 0,0 3-13 0,2-2-23 15,0 0-26-15,-2-4-30 0,2 5-32 0,1-1-34 16,-2-1-36-16,-1-3-44 0,1 6-193 0,-1-4-548 16,0-2 242-16</inkml:trace>
  <inkml:trace contextRef="#ctx0" brushRef="#br0" timeOffset="145304.04">22837 8874 194 0,'0'-4'246'0,"0"4"-10"0,0 0-15 0,0 0-17 16,0 0-19-16,0 0-21 0,-4-4-18 0,4 4-15 16,0 0-17-16,0 0-10 0,0 0-10 0,0 0-8 15,0 0-8-15,-2 12-7 0,-1-9-3 0,3 3 0 0,-1-3 0 16,1 2-1-16,0 1-5 0,0 2-6 16,0-3-5-16,-2 2-2 0,4 1-7 0,-4-3-1 15,4 4-1-15,-2-3-4 0,1 2-6 0,0 0 1 16,2-1-4-16,-2-1-1 0,3 1-5 0,-2 1 5 0,0-2-2 15,0 1-2-15,2-1-3 0,1-1 0 0,-1 0-2 16,2-1 3-16,3 0-3 0,-5 0-1 16,5-3 1-16,-2 0 0 0,2 0-4 0,0 2 0 0,1-3-3 15,-10 0 2-15,16-2-1 0,-9 0 0 0,1 1-2 16,-1-2-1-16,1 1-3 0,-2-2 4 0,-1 0 10 16,-1 0 13-16,2-1-1 0,-1 0-1 0,-4 0 0 15,3-2 2-15,-2 1-1 0,-1-1-4 0,-2-4 1 16,1 4 1-16,-3-1 7 0,0-1-2 0,-2 0-6 15,0 0 3-15,-2 0-6 0,-2 1 1 0,0 0-6 16,1 1-1-16,-2 1-1 0,-2-1-3 0,5 2-1 16,-2 0 0-16,2 1-10 0,-2 2 1 0,3-2-8 15,1 1-11-15,-2 2-21 0,1-1-23 0,6 2-20 16,-10-1-23-16,10 1-30 0,-6 0-21 0,6 0-19 16,0 0-26-16,0 0-32 0,0 0-40 0,0 0-150 15,11 11-454-15,-2-9 202 0</inkml:trace>
  <inkml:trace contextRef="#ctx0" brushRef="#br0" timeOffset="145739.15">23149 8853 73 0,'0'0'247'0,"0"0"-10"16,-8-1-12-16,8 1-18 0,-6-3-13 0,6 3-14 15,-8-1-15-15,8 1-14 0,0 0-13 0,0 0-10 16,-11 1-15-16,5 2-10 0,1-1-2 0,1 1-4 16,0 2-1-16,-1-1-5 0,1 1-2 0,-1 0-4 15,3 0-1-15,-4 2-13 0,4-2 6 0,-2 0-8 16,2 4 1-16,-1-4-5 0,3 1-3 0,-1 1 10 16,1-1-3-16,0 2-13 0,1-2-3 0,2-1-2 15,-1 3-1-15,2-1-6 0,1-4-3 0,3 4 0 16,-4-1 1-16,6-1-7 0,-2 0 5 0,4 0-10 15,-2-1-5-15,-2 0-2 0,3-2-2 0,-2-1-1 0,0 0 1 16,-3-1-7-16,5 0 0 0,-3-1-5 0,1 0 4 16,-1-2 0-16,0 0 3 0,-3 1-2 15,2-2 12-15,1 0 11 0,-4-1 8 0,0 0 1 0,2-2-5 16,-3 0-3-16,-1-2 1 0,-2 0 2 0,0 0 1 16,-1-1 0-16,1-2-13 0,-1 3 13 15,-1-3-1-15,-2 3-5 0,1-2-2 0,-2 4-2 0,-2-3-7 16,2 4 3-16,-1-1-7 0,1 0 7 0,-1 3-34 15,0-1-22-15,-1 1-30 0,0 0-38 0,0 2-34 16,0 2-49-16,-1 0-48 0,0 0-69 0,0 2-327 16,1 2-676-16,-1 0 300 0</inkml:trace>
  <inkml:trace contextRef="#ctx0" brushRef="#br0" timeOffset="153734.46">17017 8020 269 0,'2'-5'285'15,"-1"-1"-9"-15,0 1-12 0,1-1-7 0,-1 2-9 16,-1-1-9-16,1 0-12 0,2 0-12 0,-3 1-10 15,0 4-10-15,0-7-4 0,2 3-9 0,-2 4-14 16,2-6-1-16,-2 6-13 0,0-5-14 0,0 5-20 16,0 0 0-16,0-4-8 0,0 4-17 0,0 0-11 15,0 0-8-15,0 0-5 0,0 0-11 0,-4-5-11 16,4 5-8-16,0 0 7 0,0 0-17 0,0 0 3 16,0 0-5-16,0 0-6 0,0 0-8 0,0 0-1 15,0 0-5-15,0 0-3 0,0 0 0 0,-8 7 3 16,4-1 1-16,-1-1-8 0,-4 2 2 0,1 3 0 0,-7 1 0 15,2 2 5-15,-3 1-8 0,0 2 3 0,-5 5 2 16,-4 1-3-16,3 2 2 0,-3-1-3 16,0 3-1-16,-2 0 3 0,1-1 3 0,3 2-1 0,-2-1-6 15,2 3 5-15,-5 12-4 0,6-18-3 0,4 2 4 16,-3-2 4-16,4-1-4 0,-2 1-2 0,4-5 3 16,0-1 2-16,3-1-1 0,-3 0 2 0,1-2-6 15,4 0 2-15,-3-1 0 0,5-3-2 0,0 2-14 16,1-5-22-16,3 1-23 0,-3-2-12 0,6-2-10 15,-2 1-15-15,-1-1-14 0,0 2-21 0,3-5-25 16,1-1-27-16,-3 5-48 0,3-5-60 0,0 0-274 16,0 0-610-16,0 0 270 0</inkml:trace>
  <inkml:trace contextRef="#ctx0" brushRef="#br0" timeOffset="154403.53">17360 8607 137 0,'0'0'255'0,"0"-4"-14"15,0 4-24-15,0 0-24 0,0 0-17 0,-8-1-18 16,8 1-18-16,0 0-10 0,-18 7-10 0,11 0-1 16,-5 2-2-16,1 1-3 0,-5 3 4 0,1 0-2 15,-8 6-3-15,8-3-3 0,-8 2 3 0,-3 2-5 0,3 0-2 16,-3 1-5-16,0 2 0 0,0-3-3 16,-4 3-4-16,0 0-4 0,-1-2 5 0,-1 1-11 15,-4 0 5-15,-6 7-6 0,8-9 3 0,3 1-7 0,-2-1 0 16,1 1-3-16,0-2-4 0,2-4-3 0,3 3-12 15,0-1-6-15,3 1-3 0,4-5-2 0,1-2-5 16,3 1-4-16,1-2 1 0,4-2-8 0,0 1 0 16,3-2-22-16,3-1-38 0,-1-2-32 0,2-1-31 15,1 1-32-15,1-2-49 0,2-2-76 0,0 0-92 16,0 0-243-16,11 5-633 0,-6-5 280 0</inkml:trace>
  <inkml:trace contextRef="#ctx0" brushRef="#br0" timeOffset="177990.49">23007 7896 25 0,'0'0'201'0,"0"0"-14"16,3-5-6-16,-3 5-10 0,0 0-11 0,0-3-7 0,0 3-11 15,4-4-8-15,-4 4-7 0,0 0-3 0,2-4-3 16,-2 4-4-16,0 0-6 0,2-2-10 0,-2 2-8 16,0 0-6-16,0 0-9 0,0 0-7 15,0 0-6-15,0 0-11 0,0 0-1 0,2-4-5 0,-2 4-6 16,0 0 0-16,0 0-10 0,0 0-2 0,0 0-2 16,0 0-2-16,-11 7-1 0,11-7 0 0,-6 5-7 15,4-2-2-15,-3-1-1 0,1 1-1 0,4-3 0 16,-9 5-1-16,5-1-3 0,-2-2 2 0,1 1-3 15,-1-2-18-15,1 2-21 0,0 1-22 0,-1 1-24 16,-2-3-35-16,2 2-20 0,-3-3-34 0,5 3-36 16,-4 1-166-16,1-3-397 0,-4 2 175 0</inkml:trace>
  <inkml:trace contextRef="#ctx0" brushRef="#br0" timeOffset="178456.37">22749 8015 50 0,'-7'2'149'0,"7"-2"-9"0,-5 1-11 0,5-1-6 0,-7 3-9 16,3-1-11-16,4-2-5 0,-10 3-13 0,6-2-3 16,4-1-6-16,-8 4-1 0,3-2-14 0,1 0-5 15,-1-1-3-15,1 2-8 0,-4-2-3 0,8-1 3 16,-8 4-12-16,5-2-4 0,-1 1-5 0,-3-2-3 15,5 2 2-15,-6-2-4 0,8-1 1 0,-10 4-6 16,6-1-4-16,0-2 4 0,4-1-6 0,-8 5 0 16,2-4-3-16,2 0-14 0,4-1 3 0,-8 1-14 15,8-1-4-15,-5 4-9 0,5-4-12 0,-5 2-4 16,5-2-2-16,-9 0-21 0,9 0 9 0,0 0-5 16,-7 3 4-16,7-3-8 0,0 0 2 0,-8 2-1 15,8-2 8-15,-7 0 10 0,7 0-12 0,-8 1 21 16,3 0 3-16,5-1 4 0,-9 3 7 0,9-3-1 15,-12 2 11-15,8-2 4 0,-1 2 6 0,-1 0 14 0,6-2 8 16,-11 2 1-16,6 0 17 0,2 1-7 16,3-3 11-16,-8 2 0 0,4 0 1 0,4-2-16 15,-7 2 17-15,7-2-7 0,-5 3 3 0,5-3-5 0,-7 1 3 16,7-1-6-16,-5 1-10 0,5-1-1 0,-6 3 4 16,6-3-6-16,-4 3 1 0,4-3 1 0,-10 3-21 15,7-1-15-15,3-2-16 0,-9 2-2 0,4-1-18 16,-1 2-16-16,-1-2-66 0,0 2-153 0,1-2 68 15</inkml:trace>
  <inkml:trace contextRef="#ctx0" brushRef="#br0" timeOffset="178640.36">22270 8160 74 0,'0'0'114'0,"0"0"-8"0,-4 0-12 15,4 0-11-15,-5 2-8 0,5-2-7 0,0 0-6 16,-9 0 0-16,9 0-12 0,-3 3-10 0,3-3 0 15,-7 3 3-15,7-3-19 0,-7 3 7 0,3-2-1 0,4-1-16 16,-9 4-10-16,4-2-8 0,1 0-1 0,-3 0-21 16,3 1-2-16,1-1-18 0,3-2-7 15,-9 4-14-15,4-1-9 0,-1-1-43 0,6-2-128 0,-7 3 57 16</inkml:trace>
  <inkml:trace contextRef="#ctx0" brushRef="#br0" timeOffset="179108.7">22099 8216 30 0,'-7'1'74'0,"7"-1"7"15,-11 1-4-15,4-1 13 0,0 1-3 0,-2 1 4 16,4-1-5-16,-4 0-3 0,4 3-3 0,-4-3-7 16,0 1-8-16,4-1-4 0,-3 2-6 0,0-1-13 15,-1-1 0-15,4 4-5 0,-1-2 4 0,-3-1-9 16,5 1-8-16,-6 0-6 0,5 0-12 0,-2 2-9 16,2-1-19-16,-1-1-19 0,2 0-8 0,-1-1-4 15,1 3-6-15,-1-4-15 0,-1 2 7 0,-2 1 0 16,2-2 1-16,1 4 4 0,-1-4 9 0,-3 2 2 15,3-3 10-15,-2 2 1 0,1 0 5 0,1 0 4 0,-1 0 12 16,-1-2 7-16,-1 2 7 0,-3-1 13 0,7 2 9 16,-3-2 14-16,-2 3 11 0,-1-3 3 15,4-1 0-15,-2 2 6 0,-2-1 11 0,0 0 6 0,4 0 5 16,-3 1 4-16,4-2 6 0,-4 2-5 0,5-2 1 16,-8 4-5-16,6-2 1 0,-2-2-9 0,4 1-4 15,-4 1-6-15,3-1-5 0,-2-1-5 0,2 4-5 16,-3-4-1-16,5 3 0 0,-2 0-11 0,-2-3-3 15,5 1-1-15,-2 3 0 0,-2-5-1 0,1 3-5 16,1-1-3-16,-3 1-3 0,3 0-2 0,-2-1 3 16,0 1 1-16,0 1-5 0,-1-1-1 0,2-1 2 15,0-1-4-15,-1 3-2 0,-2 0 0 0,-1-2 6 16,3-1 5-16,-1 3 6 0,0-3 2 0,0 1 2 16,0 2-3-16,-1-3-2 0,3 0-2 0,-1 1 2 15,2 0-4-15,-2-1-1 0,1 1-1 0,2 1-1 16,4-3-1-16,-8 1-5 0,4 0-1 0,4-1 1 15,0 0-5-15,-8 3-3 0,8-3-11 0,0 0-17 0,0 0-37 16,0 0-45-16,0 0-45 0,0 0-164 0,0 0-347 16,0 0 154-16</inkml:trace>
  <inkml:trace contextRef="#ctx0" brushRef="#br0" timeOffset="180497">27498 7907 73 0,'0'0'304'0,"0"0"5"0,0 0-15 16,0 0-21-16,0 0-23 0,0 0-20 0,0 0-20 15,0 0-19-15,0 0-25 0,0 0-16 0,0 0-13 16,0 0-2-16,0 0-1 0,3 12-1 0,-3-8 4 16,0 1-5-16,0 5-1 0,0-3-10 0,2 5-9 15,-2-1-9-15,2 0-10 0,-2 1 8 0,0 1-25 16,2 0-3-16,-2-2-6 0,2 1-10 0,-2 0-4 16,2 0-5-16,-1 0-6 0,-1-1-2 0,0 1-6 15,0-2-7-15,0-2 2 0,0-1-2 0,0 1 3 16,0-1-5-16,3-1-8 0,-2-1-15 0,-1 2-17 15,3-4-21-15,-2 1-24 0,1-1-22 0,-1 1-15 16,-1-4-43-16,4 4-40 0,-4-4-51 0,0 0-45 16,0 0-48-16,10-6-198 0,-5 4-564 0,-2-2 251 15</inkml:trace>
  <inkml:trace contextRef="#ctx0" brushRef="#br0" timeOffset="181182.8">27464 7863 22 0,'0'0'248'15,"3"-5"-9"-15,0 3-7 0,-3 2-8 0,4-4-9 16,0 1-10-16,0 1-5 0,1-1-11 0,-5 3-7 15,7-4-13-15,-3 2-12 0,1-1-17 0,-1 0-10 16,1 2-12-16,2-1-14 0,1 0-6 0,-2 1-16 16,0 0-8-16,1 0-5 0,3-1-9 0,-2 4-4 15,4-2-2-15,-1 0-7 0,1 1-8 0,-2 0-5 16,2 0 0-16,2 2-9 0,-1-1-3 0,-3 3 1 16,2 0 1-16,0-2-6 0,0 2-1 0,-2 2-2 15,2-2-2-15,-1 1 0 0,-3 1-2 0,-1-2-1 16,-2 1 1-16,-2-1-5 0,0 2 2 0,1-1-5 0,-3-1 3 15,1 2 0-15,-5 0-4 0,-1-2 1 0,1 2 1 16,0-2-3-16,-2 1 8 0,-6 1-4 0,4-3-2 16,0 1-2-16,-1 0 0 0,-1-1 2 0,-1 0-3 15,3-2 1-15,3 2 3 0,-3 0-6 0,0-3 0 16,2 2 2-16,0-1 3 0,5-2 0 0,-6 4 0 16,4-1-5-16,2-3 4 0,0 0 2 0,-3 2 2 15,3-2 3-15,0 0-3 0,0 0 2 0,0 0-2 16,7 5 0-16,-3-3-1 0,3-1 0 0,0 0 5 15,3 2-5-15,-4 0 3 0,3-1-5 0,1 1 0 16,-1 0-1-16,2 0-1 0,0 1 5 0,1 0-4 16,-6 0 2-16,4 1-4 0,0 1 2 0,-6-3 1 15,3 2 0-15,-1 0-1 0,0 1 4 0,1 0-7 16,-4 1 6-16,2-2-7 0,-3 1 3 0,0 1 3 16,-2-1-5-16,3-1 1 0,0 3-2 0,-2-3 5 15,1 1 1-15,0 0 2 0,-4-1-5 0,2 0 4 16,2 0-4-16,-6 2 4 0,0-4 6 0,1 2 6 0,-1 1-1 15,-1-2 8-15,-2-1 1 0,-1 1 6 0,-2 0-4 16,1 0-1-16,-3 1-7 0,1-2 0 0,0-1-4 16,-3-1 3-16,3 2 1 0,-2-2-7 15,-1 0 1-15,3 1 1 0,-4-2-2 0,4 1-5 0,-1-2-15 16,1 2-16-16,3-2-27 0,1 1-33 0,7 0-34 16,-13-2-42-16,7 2-49 0,2-2-49 0,4 2-61 15,-3-5-170-15,3 5-530 0,3-6 235 0</inkml:trace>
  <inkml:trace contextRef="#ctx0" brushRef="#br0" timeOffset="181667.87">28005 8109 194 0,'0'0'337'16,"2"-1"-19"-16,-2 1-27 0,0 0-23 0,0 0-25 15,0 0-24-15,0 0 0 0,0 0-12 0,8 6-15 16,-4-1-8-16,-2 0-18 0,-1 0-14 0,2 1-14 15,-2-1-12-15,-1 2-10 0,3 0-12 0,-2 1-11 16,-1-1-9-16,0 1-8 0,0-2-6 0,0 2-7 16,-1 0-7-16,-2-1-12 0,2 3-24 0,-2-4-27 15,-2 0-36-15,0 0-30 0,0-1-37 0,1 2-49 16,-3-3-39-16,3 0-49 0,0-2-58 0,-3 2-168 16,7-4-513-16,-8 1 226 0</inkml:trace>
  <inkml:trace contextRef="#ctx0" brushRef="#br0" timeOffset="183039.18">28323 7969 181 0,'-2'-2'280'16,"2"2"-12"-16,0-8-15 0,-1 5-9 0,1-3-16 16,-3 2-10-16,3 4-12 0,0-7-12 0,3 0-15 15,-3 3-12-15,0 1-4 0,0 3-10 0,0-10-1 16,0 4-16-16,0 4-17 0,0-4-2 0,1 1-7 15,-2-1-13-15,2 2-3 0,-1-1-10 0,2 0 1 16,-2 1-1-16,0 4-11 0,1-7-2 0,-1 3-7 16,1 0-2-16,1 0-8 0,-2 4 16 0,3-8-16 0,-3 6-5 15,0 2-5-15,2-5-2 0,1 2-3 0,-3 3-3 16,3-5 1-16,-2 2-5 0,-1 3-1 16,3-3-1-16,-3 3-4 0,0 0-4 0,5-4 3 0,-5 4-7 15,3-3 2-15,-3 3-11 0,0 0 2 0,0 0 3 16,4-2 0-16,-4 2-2 0,0 0 9 0,0 0-14 15,0 0-4-15,0 0 8 0,0 0-2 0,0 0-8 16,0 0 0-16,0 0 0 0,0 0 0 0,4-3 2 16,-4 3 2-16,0 0-2 0,0 0-3 0,0 0 0 15,0 0-4-15,0 0 5 0,0 0 4 0,0 0-1 16,0 0-4-16,0 0 1 0,0 0 0 0,0 0-5 16,0 0 4-16,0 0-6 0,0 0 8 0,0 0-2 15,0 0-4-15,0 0 0 0,0 0 13 0,0 0-13 0,0 0 1 16,0 0 1-16,0 0-1 0,0 0 3 15,0 0-1-15,0 0 0 0,0 0-4 0,0 0 6 16,0 0-4-16,0 0 1 0,0 0-2 0,0 0 6 0,0 0-2 16,0 0-2-16,0 0 1 0,0 0 0 0,0 0 2 15,0 0 1-15,0 0-1 0,-1 10-4 0,1-10 6 16,0 0-2-16,0 0 0 0,0 0 2 0,2 3-7 16,-2-3-1-16,0 0 2 0,0 0 3 0,0 5-2 15,0-5 5-15,0 0-4 0,0 0-3 0,2 4 5 16,-2-4 0-16,0 0 2 0,0 0-4 0,0 0 1 15,0 0-6-15,1 4-2 0,-1-4-1 0,0 0 4 16,0 0 5-16,0 0-2 0,0 0 0 0,2 4-7 16,-2-4 8-16,0 0 1 0,0 0-1 0,2 2-3 15,-2-2-4-15,0 0 2 0,0 4 4 0,0-4-3 16,0 0 3-16,4 2-3 0,-4-2 3 0,0 0-5 16,0 6 0-16,3-2 6 0,-1-2-6 0,-2-2 13 0,2 5 7 15,2-1-19-15,-4-4 5 0,1 7 9 0,1-4-11 16,-1 2 6-16,2-2-5 0,-2 2 4 15,1-1-6-15,-1 3 0 0,0-3-2 0,2 3 10 0,-1 0-3 16,0-2-8-16,0 2 8 0,0-1-1 0,-2 1 12 16,2 1-13-16,-1-2-3 0,3 1-2 0,-3 0 2 15,2 1 5-15,-2-2-5 0,-1 1 2 0,3-2 8 16,-3 1-8-16,2 1 18 0,0-2-18 0,-2 1 0 16,2-1 1-16,-1-1-2 0,-1 1 5 0,3 0-5 15,-2 0 0-15,-1 1 9 0,0-3-8 0,3 2 1 16,-3-1 4-16,1-2-6 0,-1-2 3 0,0 7 0 15,0-3-4-15,3 0 7 0,-3-1-4 0,0-3-3 16,3 6-2-16,-3-2 5 0,2-1 1 0,-2-3-3 0,3 5 7 16,-2-2-5-16,-1 1 2 0,0-4 2 15,2 5-6-15,-1-2 2 0,-1-3 2 0,3 5-1 16,-3-5 0-16,1 5-3 0,-1-1 3 0,0-4-6 0,0 4 21 16,0-4-10-16,0 5-9 0,0-5 2 0,2 2-1 15,-2-2 0-15,2 4 2 0,-2-4 4 0,0 0-5 16,0 4 2-16,0-4 2 0,0 4 2 15,0-4-2-15,0 0 3 0,0 4-5 0,0-4 1 0,0 0-5 16,2 3 5-16,-2-3-1 0,0 0 5 0,0 0-6 16,0 0 0-16,0 0 1 0,-4 7-3 0,4-7 6 15,-2 3-11-15,2-3 5 0,-1 2 2 0,1-2-1 16,0 0 3-16,-4 5 1 0,4-5-2 0,-6 5-7 16,4-4 4-16,2-1 1 0,-3 6 0 0,0-4-5 15,3-2-1-15,-5 4 3 0,5-4-4 0,-6 3 2 16,6-3 0-16,-7 2 2 0,7-2 3 0,-5 3-3 15,0-2 3-15,5-1 1 0,-6 2 2 0,6-2-4 16,-9 1 3-16,5 0 0 0,4-1 1 0,-10 0 0 0,10 0-2 16,0 0 3-16,-9-1 12 0,9 1-17 15,-6 2-2-15,6-2 2 0,0 0 4 0,0 0-4 16,0 0 1-16,0 0 8 0,0 0 3 0,0 0 17 0,-8 0-12 16,8 0-6-16,0 0 9 0,0 0 3 0,0 0-4 15,0 0 10-15,0 0-1 0,0 0 0 0,0 0-4 16,0 0 3-16,27 2-6 0,-19-1 0 0,5-1-3 15,1 2 1-15,0-2-8 0,1 3 16 0,3-2-12 16,-2 3-9-16,2-3 2 0,-3-1 3 0,3 0-2 16,-2 2-1-16,-4 0-13 0,2 0-29 0,-5 0-31 15,4-2-35-15,-1 1-38 0,-4 1-43 0,-1-2-52 16,-1 1-56-16,-6-1-63 0,10-1-243 0,-10 1-647 16,0 0 287-16</inkml:trace>
  <inkml:trace contextRef="#ctx0" brushRef="#br0" timeOffset="187538.91">21579 8265 19 0,'0'0'93'0,"0"0"-5"0,0-4 2 15,0 4-12-15,0 0 1 0,0 0 1 0,0 0-5 16,0 0 1-16,0 0-4 0,0 0 4 0,0 0-3 16,0 0-4-16,0 0 2 0,0 0 1 0,0 0 5 15,0 0 1-15,0 0-4 0,0 0 5 0,0 0 2 0,0 0 4 16,0 0-1-16,0 0 0 0,0 0-4 15,0 0 1-15,0 0 3 0,0 0-2 0,0 0 1 16,0 0 2-16,0 0 1 0,0 0 8 0,0 0-4 0,0 0 2 16,-12-2-12-16,12 2 1 0,0 0 1 0,0 0-1 15,-12 1 0-15,12-1-8 0,-10-1-5 0,10 1-9 16,-12 0 1-16,8 1-4 0,-3 2-3 0,-5-1-2 16,4-1-8-16,0 3-2 0,-2-4 2 0,2 2-7 15,0-1 1-15,-2 2-5 0,-1-1-2 0,5-1 1 16,-3 2-3-16,2-1 0 0,-2 1-1 0,2-2-3 15,-2 6 1-15,0-5-8 0,2 1 5 0,0-2-2 16,-2 0 1-16,2 2-5 0,2-1 5 0,-3 0-5 0,5-1-1 16,-2 2-1-16,-1-1 10 0,6-2-10 15,-9 4 1-15,4-1 3 0,3-1-3 0,2-2-1 16,-8 4 6-16,5-2-9 0,3-2-2 0,-7 5 2 0,2-2 2 16,4-1 4-16,1-2-11 0,-8 2 7 0,6 1-4 15,-1 1-3-15,-1-2 3 0,-1 2 0 0,3-1 0 16,-2 0-1-16,-1 0 1 0,4 2-4 0,-3-2 3 15,-1 1-3-15,4-1 4 0,-2 1-1 0,-1 2 8 16,4-4-9-16,-4 1 2 0,1 0-2 0,0 0 1 16,1 2 0-16,-1-1 0 0,2-1 2 0,1-3 1 15,0 4-5-15,-4 4-3 0,3-4 3 0,1-1 2 16,-2 3-2-16,2-6-3 0,-3 5 7 0,3-1-4 16,0-4 3-16,-1 9 1 0,0-5 0 0,-1 1 1 15,2-1 14-15,0 1-13 0,0-1 7 0,0-4 0 16,0 7 1-16,0-1-4 0,0-1 4 0,-2-3-2 15,4 3-3-15,-2-1 6 0,0-4-15 0,0 9-6 0,0-5 14 16,2 0-11-16,-2 0 1 0,2 0 2 0,0-1 1 16,-1 2-4-16,1-1 3 0,-1 0 2 15,3 0 3-15,-4 1 2 0,4-1 8 0,1-2 0 0,-3 4 0 16,2-5-9-16,-3 3 7 0,3-2 5 0,-1 2-3 16,0 0 8-16,2-1 4 0,-2-1 2 0,-2 0 3 15,3 0-1-15,2 0-1 0,-1 1-1 0,-1 1 4 16,3-2-7-16,-3 1 2 0,4 0-7 0,-1-2-2 15,-1 0-4-15,-1 3 2 0,2-2-7 0,2 0 0 16,-2 0 0-16,0 1-6 0,-3 0 2 0,7-1 1 16,-6-2-5-16,1 4 4 0,-1-2-3 0,2 0 1 15,0 0-4-15,-2-1 2 0,-1 2-6 0,1 0 7 0,0-1-12 16,-1 0 9-16,4-1-3 0,-5 1-2 0,2 1 1 16,-1-2 1-16,-4-1 0 0,9 3 2 15,-5-2-4-15,0 1 1 0,-4-2 0 0,11 3-1 0,-7 0 2 16,1-1-2-16,1 0 3 0,-1-1-6 0,-5-1 6 15,10 4-1-15,-4-3 9 0,-1 0-12 0,0 2 0 16,0 0 2-16,-1-2-3 0,2 0 4 0,-6-1 2 16,8 3-3-16,-2-2 0 0,-1 0-3 0,-3 2 3 15,-2-3 1-15,10 1 0 0,-7 1 0 0,-3-2 0 16,5 2-5-16,-5-2 2 0,7 4 2 0,-7-4 3 16,5 1-2-16,-5-1-1 0,0 0 2 0,7 0-5 15,-7 0 4-15,0 0 3 0,0 0-4 0,0 0 2 16,0 0-4-16,0 0 2 0,0 0 1 0,7 1 0 15,-7-1 0-15,0 0 1 0,0 0 0 0,0 0-4 16,0 0 2-16,0 0 1 0,0 0 1 0,0 0-3 0,0 0-5 16,0 0 0-16,0 0-23 0,0 0-23 0,0 0-36 15,0 0-35-15,6-5-40 0,-6 5-29 0,0 0-36 16,1-5-34-16,-1 5-38 0,0-5-28 0,0 5-34 16,0 0-225-16,3-6-632 0,-3 3 279 0</inkml:trace>
  <inkml:trace contextRef="#ctx0" brushRef="#br0" timeOffset="188074.16">21583 8586 85 0,'0'0'260'0,"0"0"-6"0,0 0-11 0,0 0-10 0,-4-3-9 16,4 3-17-16,0 0-13 0,0 0-16 0,0 0-9 15,0 0-9-15,0 0-18 0,0 0-11 0,0 0-12 16,0 0-10-16,0 0 7 0,0 0 6 0,0 0-2 16,0 0-2-16,0 0-8 0,0 0 5 0,8 10-16 15,-5-6-5-15,1 0-2 0,-1 1-8 0,3-2-8 16,0-1-5-16,-2 2-6 0,3 0-11 0,-1-1-1 15,-2 0-3-15,2 1-10 0,0 0-10 0,-1 0 3 16,2-1-1-16,-3 1-1 0,0-1-10 0,3 1 5 16,-2 0-6-16,-2-2-2 0,3 1-1 0,-1-1 1 15,-3 1-3-15,2-2 0 0,-2 2-7 0,-2-3 1 16,7 2-1-16,-7-2 3 0,4 4-2 0,-4-4-4 16,1 4 3-16,-1-4-5 0,0 0 20 0,0 5 14 0,0-5 5 15,0 4 11-15,0-4 9 0,-4 4 8 16,4-4 6-16,-5 5 6 0,0 0 5 0,-1-1-2 15,3-1-5-15,-5 2-4 0,3-2-6 0,-2 1 0 0,0 2 0 16,0 0-2-16,-2 1-9 0,3 0-3 0,-3-3-7 16,3 1-7-16,-2 1-3 0,3-1-3 0,-2 2-2 15,0-2-3-15,2 0-4 0,-1 0-2 0,5-1-2 16,-2 2-2-16,-1-2-7 0,-1-1-6 0,2 2-17 16,3-3-27-16,-3 2-40 0,3-4-49 0,0 5-43 15,0-5-43-15,0 7-54 0,0-7-46 0,0 4-50 16,3-2-67-16,-3-2-248 0,7 4-730 0,-3-3 323 15</inkml:trace>
  <inkml:trace contextRef="#ctx0" brushRef="#br0" timeOffset="191235.48">21567 8254 92 0,'-10'1'184'0,"10"-1"-1"0,0 0-1 0,-12-1-4 15,12 1-1-15,-5 0-8 0,5 0-9 0,0 0-9 16,-14 1-8-16,14-1-5 0,-5 4-4 0,-1-3-7 15,-2-1-7-15,1 1-10 0,1 1-5 0,1-1 0 16,5-1-5-16,-13 4-4 0,5-2-5 0,2 0-7 16,-1-1-1-16,1 4 0 0,-4 1-5 0,2-2-5 15,-2 2-1-15,0 0-9 0,0 0-7 0,0 1-5 16,1 2-2-16,-2-3-2 0,0-1 2 0,-1 4-6 16,-2 2 8-16,5 0-5 0,-5-1 4 0,2 1-14 0,-3 1-9 15,1 0-4-15,5-2 0 0,-5 2 0 0,3 1-4 16,-1 0-2-16,1 0-3 0,-1-4 0 15,4 2 3-15,-3-1-1 0,0 0 8 0,0 3 3 0,2-4 5 16,-2 0 0-16,1 0-3 0,2-1-1 0,0 3-1 16,-3-4 0-16,4 4 1 0,-1-4 14 0,0 2-2 15,0-1-8-15,1 2 2 0,0-2 1 0,0 0-3 16,-1 1-2-16,0-2-8 0,0 3 7 0,1-2 13 16,-1 0-13-16,1 0-3 0,3-2 12 0,-4 3-6 15,1 0-9-15,3 0-2 0,-4 0 0 0,3 0-9 16,0 1 3-16,-3-1-4 0,4 1 2 0,0-2-6 15,-1 4 4-15,1-4 3 0,-2 3-7 0,3-1 14 16,-3 0-12-16,2 2 0 0,0-2 0 0,1 0 11 0,-1 1-16 16,0 1 2-16,1 0 5 0,-1-2 0 15,0 1 3-15,1 1-11 0,0-3 8 0,-1 4 5 0,2-4 11 16,-3 1 1-16,4 0 6 0,-2 1-8 0,-1-1 3 16,3 0 3-16,-3 0 0 0,1 2 1 0,0-6 0 15,2 2-3-15,0 0-3 0,1 2-2 0,-3-3 0 16,2-2-5-16,-1 2 0 0,2 1 2 0,-1-1-2 15,1 2 0-15,-2-5 4 0,2 5-9 0,0-2 1 16,0-1 2-16,2 3 1 0,-2 1 1 0,1-2-5 16,1 2 4-16,-1-2 1 0,-1 0-5 0,3-1-2 15,-2 5 1-15,0-3-1 0,2-1 1 0,2 3-4 16,-3-5 1-16,1 6 0 0,-1-5 0 0,2 2-3 16,1 0 3-16,-1 0-1 0,1-1 0 0,-2 1-4 15,2-3 8-15,2 3 1 0,-3-1 4 0,0-2-2 16,0 4 3-16,3-4 4 0,1 1-4 0,-1 0 3 0,3 1 10 15,-4-2 4-15,4 1-1 0,-1-1-2 0,2-3 1 16,1 4 0-16,-2-2 2 0,2 0 3 0,2 0-3 16,-3-1 0-16,2 1-4 0,4 2-4 0,-2-5 1 15,-2 1-4-15,6 2-2 0,-4-1 4 0,4 1-6 16,0-3 0-16,0 2 2 0,-4-1 1 0,4 0 2 16,-4-1-1-16,2-1 2 0,-2 2 5 0,1-1-12 15,-3 1-1-15,1-2-3 0,-2 0 3 0,1 2-2 16,-4-2 7-16,6 1-10 0,-4-1 4 0,-3-1-3 15,3 3 2-15,-4-3 7 0,1 1-5 0,4-1 1 16,-6 1-3-16,3-1-3 0,-2-1 3 0,2 1-5 16,-2 0 1-16,3 0-6 0,-5-1 1 0,3 1-2 15,-1-2 2-15,1 1-2 0,-8 1 3 0,10 0-3 16,-10 0-1-16,12 0-5 0,-12 0 5 0,8-1-4 16,-1 1-1-16,-7 0-1 0,9-2-1 0,-9 2 5 15,10-1 8-15,-10 1-7 0,8 0-4 0,-8 0-2 0,11 0 0 16,-7-3 2-16,-4 3 1 0,11 0-4 0,-4 0 9 15,-7 0-9-15,11-2-1 0,-11 2 6 0,9 0-2 16,-3 1-1-16,-6-1-2 0,8 1-1 0,1-1 9 16,-9 0-7-16,0 0-4 0,10 0 2 0,-10 0-4 15,4 3-1-15,-4-3-7 0,0 0-1 0,0 0-7 16,7 0-9-16,-7 0-1 0,0 0-14 0,0 0-5 16,9 0-18-16,-9 0-11 0,0 0-13 0,0 0-12 15,0 0-13-15,0 0-16 0,0 0-22 0,0 0-15 16,0 0-17-16,0 0-12 0,0 0-10 0,0-5-16 15,0 5-9-15,0 0-21 0,0 0-13 0,0 0-17 16,2-6-21-16,-2 6-17 0,2-5-244 0,-2 5-615 16,-2-10 272-16</inkml:trace>
  <inkml:trace contextRef="#ctx0" brushRef="#br0" timeOffset="191653.64">21578 9313 36 0,'0'0'251'0,"0"0"-8"0,0 0-9 16,0 0-12-16,-2-4-15 0,2 4-4 0,0 0 2 16,0 0-7-16,0 0-9 0,13 0-7 0,-13 0 4 15,9 4-3-15,-2-3-9 0,-2 1-1 0,1 1-12 16,1 0-7-16,0 1-13 0,1-2-2 0,-3 2-19 15,2 0-3-15,0 0-10 0,1 1-5 0,1 0 5 16,0 1-29-16,0 0-5 0,2 0-1 0,-4 0-17 16,1 1 8-16,0-2-6 0,3 1-1 0,-7 1-8 0,4 0-3 15,-2-2-6-15,-1 2-2 0,-4 0-4 0,5-3-2 16,-2 1 1-16,-4 3 1 0,3-2-7 0,-2-1 16 16,-1 5-12-16,0-5 1 0,-1 2 0 0,-2 0 0 15,0-1-1-15,-2 3-6 0,-2-1-4 0,0-1 4 16,-4 0-6-16,2 1 0 0,-2-1-5 0,1 0 0 15,-3 0 2-15,3-1 4 0,1 2-12 0,3-4-7 16,-4 2-14-16,4-1-27 0,1-2-35 0,0 4-27 16,1-5-27-16,4-1-27 0,0-1-26 0,-4 7-26 15,4-7-33-15,0 4-28 0,0-4-50 0,6 2-253 16,-6-2-619-16,13-2 274 0</inkml:trace>
  <inkml:trace contextRef="#ctx0" brushRef="#br0" timeOffset="192657.86">22138 9434 26 0,'3'-5'274'0,"-3"5"6"16,1-4-6-16,2 1 1 0,-3 3-4 0,0 0 8 15,0 0-26-15,1-4-7 0,-1 4-15 0,0 0 1 16,0 0 11-16,0 0-16 0,0 0 7 0,0 0-9 16,7 11-6-16,-7-7-10 0,2 5-11 0,-1-3-9 15,0 1-12-15,3 6-10 0,-4-3-16 0,3 1-13 16,-2 1-14-16,2 1-12 0,-3 0-7 0,0 1-15 16,3-2-7-16,-2 2-7 0,1 1-4 0,-2-3-11 15,1 2-9-15,2 1-8 0,-3-5 0 0,1 3-2 16,2-3-7-16,-2 0-10 0,-1-2-11 0,0 0-17 0,2-2-19 15,0 1-23-15,-2-2-21 0,0 0-16 0,3-1-18 16,-2-1-8-16,-1-3-28 0,4 6-15 16,-1-5-33-16,-3-1-23 0,0 0-24 0,0 0-22 0,0 0-15 15,0 0-26-15,8-5-22 0,-8 5-22 0,4-7-195 16,-4 3-576-16,0 4 255 0</inkml:trace>
  <inkml:trace contextRef="#ctx0" brushRef="#br0" timeOffset="193075.41">22020 9469 5 0,'0'-6'304'0,"0"1"6"15,-1-3 5-15,2 4-14 0,0-4-5 0,-1 3-20 16,3 1-14-16,3-2-3 0,0 2-11 0,-2-1-8 0,4 1-7 15,1 3-10-15,-1-2-12 0,4 1-6 0,-2 2-21 16,2-1-12-16,0 1-13 0,-1 1-8 0,4 1-9 16,-1 1-10-16,0 0-15 0,0 3-10 0,-2 1-15 15,5-2-2-15,-3 3-6 0,0 2-9 0,0-3-7 16,2 4-8-16,-2 2-3 0,-2-4-7 0,-1 5-10 16,2-1 2-16,-6-3 0 0,0 1-13 0,0 0 1 15,1 1-2-15,-3-1-2 0,1 1-1 0,-3-1-2 16,-1 3-2-16,-4-5 5 0,4 4 3 0,-6 0 9 15,-1-2 6-15,-2 1-5 0,-1-2-4 0,-2 2-4 16,1-3-4-16,-5 2-2 0,2 1 0 0,-4-2-2 16,1 0-3-16,-2 0 1 0,5-3-3 0,-3-2-4 15,4 1-2-15,-1-1-1 0,-3 2-6 0,5-1-19 0,-2-2-27 16,6-2-31-16,0 1-27 0,1 1-25 0,-1-1-27 16,3-1-28-16,3-2-30 0,-5 3-28 15,5-3-34-15,0 0-38 0,0 0-41 0,11 3-57 0,-6-1-212 16,4-4-672-16,4 4 298 0</inkml:trace>
  <inkml:trace contextRef="#ctx0" brushRef="#br0" timeOffset="193359.76">22512 9760 61 0,'0'0'285'0,"7"-2"-1"0,-7 2-16 16,8 0-12-16,-8 0-20 0,0 0-19 0,11 2-22 16,-7 0-14-16,0-1-17 0,-1 3-19 0,1-1-13 15,0 1-14-15,0-2-11 0,-1 5-14 0,-2-2-9 16,2-2-5-16,-3 4-8 0,0-1-12 0,-1 1-8 16,1 2 0-16,-3-2 0 0,1 4-7 0,0-1-7 15,-3-1-3-15,-1 1 2 0,2-1-8 0,-3 1-1 16,0 0-2-16,-1-3-3 0,1 0-6 0,2 0-25 0,-5-1-18 15,5 1-27-15,1-4-32 0,-1-1-39 0,0-1-56 16,5-1-52-16,0 0-224 0,0 0-496 0,0 0 220 16</inkml:trace>
  <inkml:trace contextRef="#ctx0" brushRef="#br0" timeOffset="194262.99">22862 9484 212 0,'0'0'222'0,"1"-5"0"0,-1 5 0 15,0 0 0-15,0-8-6 0,0 8-4 0,-1-3-10 16,1 3-13-16,0 0-8 0,-1-4-14 0,1 4-18 16,0 0-12-16,0 0-13 0,0 0-16 0,0 0-14 15,0 0-6-15,0 0-12 0,0 0-5 0,0 0-11 16,0 0 1-16,0 0-7 0,-2 13 2 0,1-8-3 15,1 0 6-15,0 0-5 0,-2 2-3 0,2-1-3 16,-1 1 1-16,1 1-4 0,-3 0 1 0,3 1-5 16,0 2 7-16,0 0-11 0,0-3-4 0,-1 1 0 15,2 2-2-15,-1-2-1 0,-1 2-8 0,1-2 4 16,1 3-3-16,-1-2-17 0,0 0 13 0,0 1-6 0,0 0 3 16,0 1-1-16,0-3 0 0,0 2-8 0,0-4 6 15,0 3-4-15,0-3-1 0,3 3-1 0,-3-1 4 16,0-2-7-16,0 1 3 0,1-1-1 0,-1-2-2 15,0 2-8-15,2-1-24 0,-1-2-13 0,1 0-24 16,0 1-25-16,-2-1-33 0,3 0-35 0,1-2-42 16,-4-2-52-16,5 1-60 0,-5-1-182 0,0 0-535 15,10 0 237-15</inkml:trace>
  <inkml:trace contextRef="#ctx0" brushRef="#br0" timeOffset="194764.79">23026 9608 113 0,'0'0'230'0,"0"0"-18"15,0 0-17-15,0 0-14 0,0 0-10 0,0 0-18 16,0 0-9-16,0 0-7 0,0 0-3 15,0 0-8-15,-12 2 0 0,12-2-6 0,-7 3-6 0,3 0-9 16,0 1 0-16,0 0-5 0,-2 0-1 0,1-2-6 16,0 4-5-16,-1 0-7 0,2-2 3 0,-3-1-13 15,2 4 0-15,1-2-8 0,0 0-4 0,-2 0-5 16,5 2-1-16,-3-2-1 0,1 0-2 0,0 2 2 16,1-1-3-16,2-1 5 0,2 1-5 0,0 1 15 15,1-2-13-15,-1 0 2 0,5 0-7 0,-3-1-2 16,3 0-5-16,4 1-2 0,0-3-1 0,1 3-7 15,0-4-6-15,-1 0 5 0,3 0-5 0,-3 0-2 16,1-1-6-16,0 2 7 0,-2-4-7 0,3 1-2 0,-3 0-5 16,-3-1 5-16,-2-2 0 0,4 1-3 15,-4-2 2-15,0 0-3 0,2-2 0 0,-6 2 7 16,3-2-5-16,-2-4 3 0,-1 2 1 0,3-1-4 0,-4-1-2 16,-5 0 7-16,2 1 1 0,0 0-3 0,-1-3 0 15,-3 5 0-15,0-4-5 0,0 5 8 0,-2-5-6 16,1 6-5-16,1-2-1 0,-4 2-1 0,3-1-2 15,4 4 1-15,-4 0-3 0,1 1-12 0,0-1-24 16,7 3-22-16,-8-2-18 0,8 2-21 0,-9 2-16 16,3 1-22-16,6-3-11 0,-2 7-28 0,4-3-32 15,-2-4-28-15,4 8-27 0,0-3-220 0,3 1-519 16,-3-3 230-16</inkml:trace>
  <inkml:trace contextRef="#ctx0" brushRef="#br0" timeOffset="195199.68">23318 9460 84 0,'0'-8'307'0,"0"8"-5"0,-5-4-11 16,5 4-11-16,0-3-20 0,0 3-11 15,0 0-21-15,0 0-22 0,0 0-25 0,0-4-16 0,0 4-20 16,0 0-11-16,0 0-16 0,0 0-5 0,0 0-2 16,0 0 0-16,0 0-8 0,-1 14 7 0,-2-9-8 15,3 1-9-15,-2-2-1 0,0 4-2 0,1 0-16 16,-1-1 16-16,2 4-3 0,0-1-1 0,-2 1-7 16,2 2-5-16,2-3-4 0,-2 3 1 0,0-2 8 15,0 4-4-15,0-5 2 0,0 3-5 0,3 1-2 16,-1 0-2-16,0-3-9 0,-2 2 3 0,3 0-11 15,1 0-4-15,-1-1 0 0,0-1-11 0,1-1 2 16,-3 1-5-16,-1 0-2 0,5-2-4 0,-1 0-2 16,-4-2-3-16,2 0-1 0,2 1-4 0,-3-2-1 15,-1-2 2-15,3 2-2 0,-3-2 0 0,0 1-3 16,0-2-2-16,0-3 1 0,0 6-3 0,0-6-5 0,1 5-13 16,-1-5-49-16,0 4-30 0,0-4-49 0,0 4-38 15,0-4-49-15,0 0-81 0,0 0-83 0,0 0-311 16,0 0-758-16,0 0 335 0</inkml:trace>
  <inkml:trace contextRef="#ctx0" brushRef="#br0" timeOffset="199046.33">23327 8711 149 0,'0'0'195'0,"0"0"-3"0,0 0-12 0,0 0-10 16,0 0-10-16,0 0-10 0,0 0-8 0,-5-4-8 15,5 4-10-15,0 0-9 0,0 0-2 0,-6-2-8 16,6 2-11-16,0 0-6 0,0 0-9 0,0 0-3 16,0 0-4-16,0 0-6 0,0 0-4 0,0 0-4 15,0 0 2-15,-14 5-1 0,14-5-5 0,-5 2-4 0,5-2-2 16,-7 3-4-16,5-1-1 0,-2 1 1 15,-1 0 0-15,1 1-2 0,0-1 0 0,-2 1-3 16,-1 0-5-16,0-1 1 0,-3 4 0 0,4-4 2 0,-4 3-7 16,0 3-1-16,-3-3 0 0,3 2-1 0,-2 0-2 15,0 1-4-15,-2 1-2 0,-2 1 0 0,2 1-4 16,-3-2 2-16,2 2-3 0,-2 1-4 0,1-3 7 16,0 3-4-16,-1-1-3 0,0 0 6 0,0 1-4 15,1-2-6-15,-3 1 6 0,4-2-3 0,-4 0-3 16,5 2 3-16,-2-2-1 0,0 0 3 0,0-1 2 15,2 1 4-15,0-2 2 0,3 1-7 0,-2 2 0 16,1-4 1-16,1 1-2 0,-1-1 3 0,2 1-3 16,0 1-3-16,1-4-4 0,-2 1 3 0,0 2 1 15,0-4-1-15,2 6 3 0,-1-2-2 0,1-2-1 16,-1 2 3-16,-1-1 4 0,3 1 0 0,-3-1 0 16,3-1 3-16,0-1 0 0,0 2-1 0,2-3-4 0,-2 2 3 15,1-2-4-15,2 1-1 0,-2-1-5 0,0 0 1 16,3 0 2-16,0-1-4 0,0 0 3 15,0 0-1-15,0-1 0 0,1 1-2 0,3-3 0 16,-5 3 2-16,5-3-2 0,-3 3-3 0,3-3 2 0,0 0 0 16,-3 4-1-16,3-4-11 0,0 0-8 0,0 0 0 15,0 0-8-15,0 0-11 0,0 0-10 0,0 0-25 16,0 0-35-16,0 0-43 0,0 0-41 0,18-3-59 16,-13-1-282-16,2 2-574 0,0-3 254 0</inkml:trace>
  <inkml:trace contextRef="#ctx0" brushRef="#br0" timeOffset="200502.01">23528 8720 197 0,'2'-3'211'0,"0"1"-13"0,-2 2-16 0,7-4-12 15,-3 3-22-15,0-2-9 0,-4 3-10 0,11-2-11 16,-9-1-11-16,2 2-7 0,-4 1-7 0,9 0-7 16,-1-2-8-16,-8 2-5 0,10 2-9 0,-6-1 1 15,-4-1-4-15,12 4-11 0,-8-1 1 0,0-2-6 16,3 3-5-16,-4-1-4 0,2 1-2 0,0 0-3 16,1 1-3-16,-2 0-1 0,0-1-4 0,2 4-4 15,-2-4 2-15,0 2-3 0,-1 0-4 0,-2 0-1 0,6 0 0 16,-7 1 0-16,1-1-3 0,0 0 0 15,-1 0-3-15,0 2 0 0,0 0 3 0,-1-2-4 16,-2 1 3-16,-2 2-1 0,1 0 6 0,-1 0 6 0,-4 0 6 16,4-2 6-16,-6 1-3 0,3 0 2 0,-3-1-1 15,-1 1 6-15,2 0 2 0,-1-1-1 0,2 1 0 16,-3-4-1-16,2 2 2 0,2 1-5 0,-2-1 1 16,4-2-3-16,0 1-1 0,1-1-2 0,-1-1 2 15,4-1-6-15,-2-1-1 0,1 3 7 0,3-4 3 16,0 0 9-16,-4 4 2 0,4-4 14 0,-3 2 24 15,3-2-14-15,0 0 6 0,11 5 15 0,-6-4-7 16,5-1-7-16,-1 1-10 0,2 0-1 0,1-1-6 16,2 2-2-16,2-2-8 0,2 1-9 0,0 0 3 15,-2-1-8-15,-1 1-3 0,3-2-11 0,-2 2 5 16,-4-1-5-16,3 0 2 0,-1 0-8 0,-1 2-10 16,0-2 6-16,-4 1 1 0,2-1 2 0,-6 0 0 15,4 1 0-15,-2-1-6 0,-7 0 18 0,12 0-19 0,-7-1-5 16,-5 1 21-16,0 0-16 0,10 0-10 15,-10 0-1-15,0 0-12 0,0 0-21 0,9 0-11 16,-9 0-18-16,0 0-22 0,0 0-35 0,0 0-45 0,0 0-53 16,0 0-54-16,0 0-68 0,0 0-214 0,0 0-603 15,-8-9 268-15</inkml:trace>
  <inkml:trace contextRef="#ctx0" brushRef="#br0" timeOffset="213046.96">17390 9497 152 0,'3'-8'301'0,"-2"2"-17"0,-1 0-8 0,3-1-8 16,-3 2-9-16,1 0 3 0,-1-2-17 15,0 2-6-15,-1 2-16 0,1 3-11 0,0-8-25 0,0 8-21 16,1-4 4-16,-1 4-34 0,0 0-15 0,0 0-12 16,0 0-12-16,0 0-17 0,0 0-8 0,0 0-2 15,-19 10-7-15,11-5-6 0,-2 7 24 0,-4 2 7 16,-3 1 14-16,-6 5 16 0,-4 0 3 0,-3 5 12 15,0-1-2-15,-12 6 4 0,-8 1-3 0,-2 0-9 16,1-1-10-16,-3-1-9 0,-3 2-6 0,0-2-11 16,4 4-9-16,-3-5-9 0,0 6-3 0,3-1-10 15,3-1-2-15,0 0-6 0,5-4-28 0,8-6-60 16,6 0-74-16,6 0-62 0,2-2-56 0,10-3-43 0,3 2-57 16,5-5-85-16,3-4-320 0,6 2-799 15,0-4 354-15</inkml:trace>
  <inkml:trace contextRef="#ctx0" brushRef="#br0" timeOffset="-207283.86">27747 8793 7 0,'2'-4'220'0,"-2"4"-3"0,1-4-9 0,-1 4-9 16,3-5 2-16,0 2-4 0,-2-2-5 15,-1 5-4-15,1-3-1 0,1 0-1 0,-2 3-1 0,1-5-3 16,-1 5-9-16,-1-8-12 0,1 8 2 0,0-3-11 16,0-1-3-16,0 4-13 0,-2-7-7 0,2 7-5 15,-1-6-10-15,1 6-10 0,-4-4-11 0,3-2-15 16,1 6 0-16,-5-6-11 0,5 6-19 0,-4-3 5 15,0 0-8-15,-1 2 13 0,0-2-21 0,0 1-7 16,5 2-9-16,-11-2 4 0,3 2-11 0,8 0-1 16,-15 0-4-16,7 2-8 0,-4-1 7 0,4 3-3 15,-5 0 2-15,5-1 0 0,-5 3-2 0,2 0 1 16,0 0-3-16,0 5 0 0,1-5-6 0,-2 3 8 16,3-1-2-16,-1 2-5 0,2-1 10 0,1 2-10 15,-1-2 0-15,3 0 7 0,-2 2-14 0,0-1 12 16,4-1-1-16,-1 1-1 0,0 0-1 0,1-1 8 15,3 0-3-15,-1 0 2 0,1 2-1 0,1-3 1 16,-1 0 4-16,3 2-9 0,-3-1 5 0,4-2 3 0,0-1-1 16,2 3 2-16,-2 0 4 0,3-4-1 15,0 3 4-15,-1-1-5 0,6 0 1 0,-3-1-6 16,0 1-1-16,6-1 14 0,-3 1-9 0,6-2 1 0,-4 0-6 16,3-2 2-16,0 4-7 0,-2-4-17 0,2 0-15 15,2 1-21-15,-5-3-35 0,2 0-34 0,-2 1-46 16,1 1-59-16,-3-5-51 0,3-1-62 0,-3 0-233 15,1-2-620-15,-3 0 275 0</inkml:trace>
  <inkml:trace contextRef="#ctx0" brushRef="#br0" timeOffset="-207047.31">28007 8971 219 0,'0'0'227'0,"0"0"-12"16,0 0-3-16,-2 6-10 0,2-6-11 0,-2 6-13 15,2-6-16-15,-1 6-15 0,-3-2-13 0,4-1-11 16,-2 1-8-16,0 2-18 0,0-1-8 0,1 1-5 16,-1-1-13-16,-3 2-2 0,2-2-11 0,-1 4 0 15,0-2-20-15,3 1-38 0,-2-1-36 0,-1 0-63 0,1-1-59 16,3 2-242-16,0-4-432 0,-2 1 191 15</inkml:trace>
  <inkml:trace contextRef="#ctx0" brushRef="#br0" timeOffset="-206447.56">28252 8811 292 0,'0'0'330'16,"3"-4"-6"-16,-3 4-8 0,2-4-10 0,-2 4-16 15,0 0-16-15,3-4-23 0,-3 4-16 0,1-2-23 16,-1 2-18-16,0 0-22 0,7-3-14 0,-7 3-15 16,0 0-16-16,0 0-15 0,0 0-5 0,11 4-20 15,-7-3-12-15,2 2-1 0,-6-3-9 0,6 5-6 0,0-2-5 16,-1 0-9-16,-2 1 0 0,4 1-9 0,0 1-4 16,-3-1-8-16,1 1 1 0,-1 1-4 15,2 1-1-15,-1-1 0 0,-1-1 4 0,-1 3-9 16,1-1 0-16,-3 0-1 0,2-2-5 0,-3 1 1 0,2 0-2 15,-2-1-6-15,0 3 5 0,-2-5-6 0,1 4 5 16,-2-2 1-16,-1-1 12 0,0 5-16 0,-3-3 4 16,3-2 4-16,-1 0 14 0,-2 2 18 0,0-2 4 15,0 0 8-15,0 0-3 0,1-1-4 0,0 2 2 16,2-3-2-16,-3 2-3 0,3-3-8 0,0 1-1 16,1 0-1-16,3-3 0 0,-5 4 1 0,5-4 9 15,-4 1 6-15,4-1 9 0,0 0 6 0,-2 4-5 16,2-4 8-16,0 0 1 0,6 4 2 0,-6-4-3 15,14 2-5-15,-4 0-7 0,4-1-6 0,1-1-5 16,4 1-5-16,3 0-5 0,-1-1-1 0,1 2-7 16,3-4-2-16,5 2-10 0,-6 0-17 0,6 0-23 15,-8-1-27-15,0 0-37 0,-1-2-48 0,-2 1-47 16,1-1-50-16,-6 2-45 0,-3-2-48 0,0-1-73 0,1-1-355 16,-6 2-815-16,-1 0 361 0</inkml:trace>
  <inkml:trace contextRef="#ctx0" brushRef="#br0" timeOffset="-204590.98">23999 8625 45 0,'0'0'276'0,"0"0"-6"0,0 0-11 16,0 0-3-16,0 0-6 0,0 0-4 0,0 0-17 15,0 0-11-15,0 0-9 0,0 0-15 0,0 0-17 16,0 0 2-16,0 0-28 0,0 0-14 0,0 0-18 16,0 0-8-16,0 0-11 0,0 0-15 0,0 0-8 15,0 0-14-15,0 0-4 0,0 0-8 0,0 0-2 16,0 0-3-16,-19-4-8 0,19 4-3 0,-14 6-17 15,9-4 9-15,-2 1-3 0,-1 0-8 0,-2 0-20 16,-2 1-15-16,0 0-18 0,0 0-19 0,1-1-20 16,-3 2-20-16,3-2-23 0,2 1-20 0,-5 0-31 15,5-2-37-15,0 2-27 0,-3 0-31 0,5-2-167 16,-1-2-468-16,0 2 207 0</inkml:trace>
  <inkml:trace contextRef="#ctx0" brushRef="#br0" timeOffset="-204373.55">23573 8729 84 0,'-9'0'147'0,"9"0"-4"0,-6 1-8 0,6-1-8 16,-7 2-6-16,7-2-10 0,0 0-12 0,-9 1-13 15,9-1-5-15,-10 1-10 0,6 0-3 0,0 2-14 16,4-3 1-16,-9 2-16 0,3 1 5 0,1 1-9 15,1-1-5-15,0-1-20 0,-2 0-31 0,-2 1-30 16,3 1-43-16,-1 0-37 0,-1 0-77 0,2-2-224 16,-3 1 99-16</inkml:trace>
  <inkml:trace contextRef="#ctx0" brushRef="#br0" timeOffset="-204189.56">23116 8874 67 0,'-8'1'74'0,"3"0"-11"0,-1 0-5 16,-1 2-2-16,0-2-13 0,-3 2 1 0,0 1-10 16,0-2-2-16,-3 1-20 0,3-1-25 0,-2 2-27 15,-3-2-32-15,3 2-78 0,-3-2 35 0</inkml:trace>
  <inkml:trace contextRef="#ctx0" brushRef="#br0" timeOffset="-203988.85">22695 8949 67 0,'0'0'124'0,"-7"0"-9"15,7 0-13-15,-10 0-6 0,5 0-6 0,5 0-11 16,-13 1-12-16,9-1-6 0,-5 3-4 0,2-1 0 15,0 1-7-15,0-1-12 0,-2 0-5 0,0 2 1 16,-1-2-29-16,-1 1-22 0,2 1-25 0,-2-2-16 16,1-1-24-16,-3 2-64 0,0 0-159 0,1-3 71 0</inkml:trace>
  <inkml:trace contextRef="#ctx0" brushRef="#br0" timeOffset="-203804.87">22199 8983 4 0,'-4'1'93'0,"-4"0"-9"0,0 2-10 0,-2-1 0 16,-2 2-14-16,4-2-5 0,-4 0-4 0,1 2-5 16,2 0-6-16,-1 1-28 0,-1-2-25 0,3 2-33 15,-3 0-43-15,1-3-97 0,1 1 42 0</inkml:trace>
  <inkml:trace contextRef="#ctx0" brushRef="#br0" timeOffset="-203604.15">21764 9056 140 0,'-12'-1'135'0,"5"1"-13"0,7 0-15 15,-9 1-14-15,-1-1-2 0,6 2-11 0,-4 2-5 0,2-1-11 16,1-1-13-16,-4 0 1 0,3 3-8 0,-2-1-30 16,2 1-24-16,1 1-33 0,-3-4-26 15,1 2-89-15,2 0-171 0,-4 0 75 0</inkml:trace>
  <inkml:trace contextRef="#ctx0" brushRef="#br0" timeOffset="-203453.62">21546 9143 109 0,'0'0'177'0,"-13"-5"-3"16,13 5-4-16,0 0-6 0,-3-2-10 0,3 2-12 16,0 0-18-16,-5-3-12 0,5 3-11 0,-4-2-8 15,4 2-11-15,0 0-15 0,0 0-36 0,0 0-45 16,0 0-52-16,0 0-57 0,0 0-127 0,0 0-271 16,0 0 121-16</inkml:trace>
  <inkml:trace contextRef="#ctx0" brushRef="#br0" timeOffset="-200844.37">21657 9065 2 0,'0'0'139'0,"0"0"-11"0,0 0-12 0,0 0-6 0,0 0-8 16,0 0-10-16,0 0-9 0,0 0-2 15,0 0-2-15,0 0-9 0,0 0 7 0,0 0-2 0,-21 4 3 16,16-2-8-16,0 0-4 0,0 1-3 0,-3-1-2 15,4 3 4-15,-2-1-3 0,-1 0 2 0,0 0 6 16,-3 3-2-16,2-2 3 0,1-3-8 0,0 3-2 16,-1 2-3-16,-2 0 2 0,0 1 6 0,-2 0-5 15,1-2-2-15,1 2-6 0,-2 0-5 0,4 0-6 16,-4 2-1-16,1-2-3 0,3 0-1 0,-2 1 0 16,3 2 5-16,-1-2-1 0,-1 1 2 0,2 0-5 15,0 1 0-15,-4-2-4 0,7 3 0 0,-1-3-2 16,-2 1 3-16,1-1 0 0,-2 1 1 0,4 0-5 15,-1 2-2-15,-1-3 1 0,2 1-4 0,1 0-1 16,-1 1 0-16,0 0 0 0,0 0-4 0,2-3 2 16,-1 3-5-16,0-1-1 0,0 1 1 0,2-2 10 0,-5 3-7 15,5-2-1-15,-2-1-3 0,2 2 1 0,-3 0 4 16,4-1 3-16,-1-1-1 0,1 1 0 0,0 1-3 16,-2-4 6-16,2 1-6 0,0 1 7 0,0-1-5 15,2-1 3-15,-1 1-3 0,-1-2 6 0,0 2 1 16,0-2 4-16,4 2-4 0,-3-2 0 0,-1 1 0 15,4-1-2-15,-4 1-3 0,3-1 6 0,1 1 3 16,-1-1 8-16,1-1-3 0,-2 2 6 0,2-1-4 16,-2-1 2-16,2 2 3 0,0-2 0 0,-1 1 13 15,1-1-12-15,0 0 1 0,2-1-3 0,-1 1 3 16,0 0 0-16,1 1-2 0,2-2-3 0,-1 1-6 16,-3 0-7-16,6 0 5 0,-5 1-1 0,3-4-6 15,-4 3 3-15,7-2-3 0,-7 1 1 0,7 2-3 0,-3-2 2 16,0-1-6-16,3 0 6 0,-4 0-3 15,3 1 3-15,1 0-1 0,-5-2-3 0,1 0 0 16,1 0-2-16,-1-1 0 0,1 4-1 0,1-3 2 0,-3-1-6 16,4 2-2-16,-2-2 2 0,-4 0-2 0,7 1-1 15,-6-1 1-15,5 0-3 0,-3-1 2 0,2 1-2 16,2-1-9-16,-1 0 7 0,3 0-1 0,-2 0-3 16,-3-1-3-16,4 1 5 0,-1 1 0 0,0-2-2 15,1 0 5-15,1 1-9 0,-3-1-2 0,1 1 3 16,-1-3-1-16,-2 3 0 0,0-1 4 0,-1 1-5 15,-1-1 4-15,3-1-6 0,-9 2 2 0,11 2-14 16,-7-5-9-16,-4 3-20 0,7-2-9 0,-7 2-25 16,0 0-28-16,7-5-34 0,-7 5-24 0,4 0-31 15,-4 0-34-15,0 0-42 0,0 0-38 0,1-6-30 16,-1 6-249-16,0 0-634 0,0 0 280 0</inkml:trace>
  <inkml:trace contextRef="#ctx0" brushRef="#br0" timeOffset="-200342.76">21756 9696 232 0,'-1'-5'238'0,"1"5"-10"16,0 0-17-16,0 0-16 0,0 0-14 15,0 0-12-15,0 0-10 0,0 0-5 0,0 0-8 16,0 0-5-16,0 0-4 0,0 0-5 0,8 11-12 0,-7-8-5 16,-1-3-11-16,6 4 4 0,-2-1-11 0,-1 0 0 15,1 1-8-15,0-2-7 0,1-1-7 0,0 4-5 16,0-2-5-16,-1-1-4 0,1 2-7 0,-1-2-4 15,4 0-10-15,-4 1-6 0,0-1 14 0,2 2-12 16,-2-3-2-16,0 3-8 0,2-3 3 0,-6-1-5 16,9 3-3-16,-5-1-3 0,0-1-1 0,-4-1 1 15,6 2-2-15,-6-2-5 0,4 4 3 0,-4-4-5 16,3 3 0-16,0-1 2 0,-3-2-11 0,3 4 5 16,-1-1 3-16,-2-3-3 0,0 7 6 0,-2-3 9 15,2 2 9-15,-3 0 12 0,0-2 0 0,-3 1 0 16,3 3 8-16,-5-1-7 0,1 2-3 0,-2-1-6 15,2 1 4-15,-3 0-11 0,0-1 2 0,0 1-6 0,2 0 5 16,-2 0-3-16,0 0 1 0,3 2-10 0,-3-4-8 16,6 4-36-16,-4-4-35 0,1 1-35 15,3-1-37-15,1 1-44 0,3 2-59 0,3-4-79 0,-3-1-255 16,4-1-620-16,0 1 274 0</inkml:trace>
  <inkml:trace contextRef="#ctx0" brushRef="#br0" timeOffset="-196361.82">23511 9452 62 0,'0'0'123'0,"0"0"-7"0,0 0 2 16,0 0-6-16,0 0-6 0,0 0-6 0,-6-2-4 0,6 2-1 16,0 0-7-16,0 0-9 0,0 0 1 0,0 0-2 15,0 0-11-15,0 0-6 0,0 0-1 0,-4-2-1 16,4 2-2-16,0 0-1 0,0 0-1 0,0 0 3 15,0 0-3-15,0 0-2 0,-11 3-1 0,11-3 3 16,-4 1 0-16,4-1-4 0,-8 3 2 0,5 0 3 16,3-3-5-16,-8 3 1 0,5-1-6 0,3-2 0 15,-11 3-2-15,6-1-4 0,0 0 0 0,-1 2 3 16,-3 0-1-16,-1 0 2 0,3 1-5 0,-4 0 2 16,-1 0-3-16,3 0 2 0,-8 4-6 0,2-2-1 15,0 0 4-15,-1 1-10 0,0-1 1 0,2 0 0 16,-4 2 6-16,6-4-2 0,-3 3 1 0,0 0 6 15,-2-1-2-15,5-1 1 0,-2 0-3 0,-2 3 2 0,-1-3 0 16,2 1 8-16,2 0-2 0,-4-1-3 0,4 1 2 16,-1-2 0-16,3 1-3 0,-5 0-2 15,4-1 0-15,-1 1 7 0,1-1-8 0,0 1-7 0,-1 0-1 16,0-1 0-16,3 0 1 0,-3 0 5 0,2 0 6 16,-1 0 0-16,0 2 4 0,-1-3-5 0,1 3 1 15,3-3-6-15,-4 2 1 0,1-3 8 0,1 2-4 16,2 0-8-16,-3 0-6 0,3-2-1 0,-3 2 3 15,1 1 1-15,2-3 11 0,0 1-16 0,-1 0-6 16,0 1 0-16,3-1 0 0,-2-2 2 0,2 2-5 16,0 1-3-16,2-1 1 0,-5-1-1 0,6-1 0 15,-3 1 2-15,1 1 2 0,1 0-7 0,-1-1 5 0,0-1 2 16,1 1 3-16,-1 0-7 0,-1 0 11 0,3-1-5 16,-2 2-2-16,2-1-6 0,0-1 8 15,2 1-1-15,2-3 1 0,-9 3-5 0,6 2-1 0,3-5 0 16,-3 2-5-16,3-2 2 0,-5 3 0 0,5-3 10 15,0 0-20-15,0 0-7 0,-6 2-13 0,6-2-24 16,0 0-8-16,0 0-28 0,0 0-39 0,0 0-55 16,0 0-72-16,28-6-89 0,-22 2-278 0,9-1-665 15,-4-2 294-15</inkml:trace>
  <inkml:trace contextRef="#ctx0" brushRef="#br0" timeOffset="-195090.64">23776 9594 218 0,'0'0'259'0,"0"0"-11"16,-6-1-11-16,6 1 0 0,0 0-5 0,0 0-8 16,0 0-10-16,0 0-6 0,0 0-5 15,-1-4-5-15,1 4-7 0,0 0-9 0,0 0-13 0,0 0-8 16,0 0-17-16,4-5-6 0,-4 5-14 0,0 0-10 15,6-4-1-15,-6 4-13 0,8-3-2 0,-5 0-14 16,2 1-7-16,2 1-13 0,-2-1-2 0,3-2-5 16,0 3-10-16,-1-2 6 0,1 1-16 0,-1 1 3 15,4-3-8-15,0 2-8 0,-3 2-3 0,3-1-2 16,-3-1 2-16,0 2-3 0,1 0-1 0,0 0-5 16,-4 2-6-16,4-2-10 0,-2 2 12 0,0-1 4 15,-1 3-5-15,1-2-6 0,-2 2-1 0,1-1 1 16,-1 2 1-16,-1 1-2 0,0-1 0 0,0 2 0 15,-2 0-10-15,-1 1 11 0,2-3-6 0,-3 1 2 16,0 3-5-16,1-4 7 0,-1 4-8 0,-2-2 7 16,0-1-3-16,-1 3-1 0,-1-3-2 0,0 1 5 0,0-1-3 15,-4 1 2-15,1-3 0 0,-1 3 1 16,1-2-1-16,-4-1 3 0,2 1 0 0,-5-1 4 16,8-1-9-16,-7-1 5 0,6 1 14 0,-1-2 0 0,3 0 3 15,-2 0-9-15,1 1 10 0,6-2 14 0,-6 2-8 16,6-2 11-16,-8 1-18 0,8-1 1 0,0 0-4 15,-6 2 7-15,6-2 0 0,0 0 2 0,0 0-1 16,-3 3-4-16,3-3 2 0,0 0-4 0,0 0-4 16,0 0 1-16,19 1-6 0,-15 0-1 0,3 2 3 15,0-2-2-15,0 1-1 0,2 0-3 0,-2 0-1 16,2 3 5-16,-3-3 1 0,4 2-3 0,-5-1-4 16,3 2 0-16,3-2-1 0,-5 1 5 0,3 2 8 15,-3-2-13-15,-1 0 2 0,0-2-2 0,2 5 1 16,-3-2-1-16,-1-1-4 0,0 0 16 0,1 2-19 15,-3-2 5-15,-1 0-5 0,3 1 6 0,-3 0 2 16,-3-1 7-16,3 1-9 0,-5-1 12 0,2 1-8 16,-2-1 0-16,-2 0 5 0,-1 1 1 0,1-2 0 15,-5 3 3-15,1-1 8 0,-3-1 10 0,3-1 4 0,-2 0 7 16,0 3 6-16,0-6 2 0,-1 2 1 0,3 0 1 16,-1 1 2-16,1-2-6 0,2 0 6 0,-1 1 2 15,3-2-5-15,-1 1-4 0,0 0-3 0,8-1-4 16,-11-1-3-16,11 1 1 0,-8 0-3 0,8 0-4 15,-8-1-4-15,8 1-2 0,0 0-5 0,-7-2 0 16,7 2-3-16,0 0-5 0,0 0-11 0,0 0-20 16,-9 0-22-16,9 0-32 0,0 0-33 0,-5-3-38 15,5 3-39-15,0-4-42 0,0 4-56 0,0 0-58 16,0 0-58-16,2-6-303 0,-2 6-759 0,4-6 336 16</inkml:trace>
  <inkml:trace contextRef="#ctx0" brushRef="#br0" timeOffset="-174517.73">27615 9770 126 0,'3'-3'344'0,"-3"-2"0"15,4 3-11-15,-4 2-16 0,0-4-22 0,0 4-24 0,4-4-19 16,-4 4-14-16,0 0-36 0,5-3-16 0,-5 3-27 15,0 0-13-15,0 0-15 0,0 0-16 0,0 0-16 16,5 7-8-16,-4-2-9 0,3 0-9 0,-2 0-5 16,-1 2-8-16,0 1-11 0,2 0 4 0,0 4-24 15,0-1 14-15,-1 1-3 0,2-1-8 0,-4 2-4 16,3 2-3-16,-1-1-5 0,-1 0 0 0,-1-2 1 16,1 1 2-16,1 5-8 0,-1-5-5 0,-1 4 5 15,0 1-17-15,0-5-18 0,0 0-22 0,-1-3-23 16,2 1-34-16,-1 0-33 0,2 0-37 0,-2-4-34 15,0 0-49-15,3-1-53 0,-3-1-206 0,0-1-555 16,0-4 246-16</inkml:trace>
  <inkml:trace contextRef="#ctx0" brushRef="#br0" timeOffset="-174149.88">27554 9697 90 0,'2'-6'280'16,"2"4"-6"-16,0 0-4 0,0-1-18 0,0 2-13 15,4-2-8-15,-1 3-15 0,0-2-13 0,-7 2-11 16,20 0-16-16,-8 0-6 0,-1 2-8 0,4 1-9 16,-4 1-15-16,5-1-9 0,-5 4-13 0,3-2-5 15,-1 0-16-15,4 2 6 0,-4-1-22 0,0 0-9 16,-1 2-5-16,2 1-8 0,-1 0-5 0,-3 0-2 15,-1 1-12-15,2 2 2 0,-6-2-9 0,2 3-4 16,0 3 2-16,2 0-4 0,-7-4-5 0,1 0 3 16,-2 6-3-16,0-1 1 0,-1 1-9 0,-2-2 3 15,0 3-1-15,-4 0 2 0,0-1 1 0,1-2-9 0,-4-2 6 16,1-3-6-16,-3 3 3 0,0 0-2 0,-2-3 0 16,-1 0-2-16,3-2-3 0,-2-1-17 15,3 0-14-15,-2-2-23 0,-2-1-23 0,5 0-27 16,-5 2-25-16,3-3-33 0,3-3-37 0,-2 2-42 0,5 0-41 15,-1-1-245-15,6-2-565 0,-11-2 250 0</inkml:trace>
  <inkml:trace contextRef="#ctx0" brushRef="#br0" timeOffset="-173882.14">28055 10035 267 0,'8'3'301'16,"-8"-3"-23"-16,0 0-27 0,0 0-22 0,0 0-23 15,4 1-18-15,-4-1-19 0,2 5-12 0,-2-5-18 16,-2 7-16-16,2-2-8 0,0-1-10 0,-3 3-9 0,3-1-7 16,-1 2-12-16,-3 1-7 0,1 0 2 15,-1 1-16-15,-1 3-1 0,3-4-8 0,-6 2-1 16,3-1-10-16,-1 2-21 0,2-3-26 0,-3 0-30 0,3 0-31 15,-4 1-36-15,1 0-44 0,3-3-55 0,1-1-226 16,1 0-469-16,2-3 208 0</inkml:trace>
  <inkml:trace contextRef="#ctx0" brushRef="#br0" timeOffset="-172962.22">28301 9788 154 0,'-3'-4'303'0,"3"4"-3"0,-3-8-8 15,3 4-11-15,0 4-7 0,-4-5-9 0,4 1-14 16,0 4-11-16,0-6-20 0,0 6-19 0,0-5-4 16,0 5-16-16,0-7-15 0,3 5-14 0,-3 2-14 0,1-4-17 15,-1 4-10-15,5-3-15 0,-1 1-13 0,-4 2-11 16,9-2-7-16,-1 2 1 0,-8 0-13 15,13-1-6-15,-6 2-1 0,2 1-9 0,0 0 1 0,0-1 0 16,4 1-10-16,-6-1-3 0,1 2-2 0,0-1 0 16,4 2-12-16,-5-1 6 0,0 0-8 0,0 0-3 15,2 0 9-15,-3-1-20 0,-3 2-6 0,1-1-4 16,1-2 2-16,-2 2-2 0,-2 1 1 0,-1-1 0 16,3 1 0-16,-3-4-7 0,0 6 4 0,0-1 9 15,-3 0-1-15,3-2-5 0,-4 1 2 0,3 2 6 16,-3-3-2-16,2 2 5 0,0-1 1 0,0 0-8 15,-2 1 2-15,4-1 0 0,-1 1 7 0,-1 0-8 16,-2 1 10-16,7 0-9 0,-3 0 8 0,0 0-6 16,3 0 6-16,-2 0 2 0,3 1-3 0,0-1 3 15,2 4-2-15,-1-2 4 0,6-1-11 0,-3 1 9 16,1 0 12-16,0 1-21 0,-1 0 5 0,0 0 0 16,-1-1 3-16,-3-1 0 0,4 1-1 0,-2 0 2 0,-2-3 2 15,0 1-11-15,-1-2 6 0,1 1-9 0,0 0 11 16,-3 1-4-16,0-1 1 0,-2 1 2 15,-3-3 6-15,0 4 2 0,-1-2-1 0,-2-2 6 0,0 0-6 16,-5 2 5-16,-1 0-14 0,-1-2 9 0,-6 1 0 16,-1-1 0-16,2-1-16 0,0-1-34 0,-2 6-39 15,3-7-41-15,-3 3-48 0,2 0-58 0,7-1-75 16,-3 1-280-16,2-1-630 0,2 1 278 0</inkml:trace>
  <inkml:trace contextRef="#ctx0" brushRef="#br0" timeOffset="-162725.95">28101 9629 18 0,'0'0'311'0,"-3"-4"-7"0,3 4-18 0,-1-4-23 15,1 4-23-15,0 0-24 0,0-5-17 0,0 5-23 0,0 0-11 16,12-4-21-16,-4 3-12 0,3 0-14 15,4 1-11-15,4 0-13 0,4 0-5 0,0 0-14 16,7 0-11-16,3 0 2 0,0 1-14 0,-1-1 4 0,0 0-4 16,-2-1 4-16,1 1 9 0,-7 0-12 0,-3 0 3 15,3-2-5-15,-1 0 9 0,-4 1 1 0,1-1 1 16,0-1 5-16,-8 0-2 0,0 0 4 0,-1 2 4 16,-4-2 1-16,2 2-3 0,-2 0-6 0,2 1-4 15,-5-1-7-15,-4 1-11 0,10-3-9 0,-6 2 2 16,-4 1-5-16,0 0-17 0,7 4 4 0,-7-4 0 15,7 5-23-15,-7 0-5 0,2 1 4 0,0 1-1 16,-2 3 2-16,4-1-4 0,-4 3-4 0,3 0 13 16,0 1-1-16,-3 0-6 0,1-1 4 0,0 2-2 15,2 3 5-15,-2 3-4 0,2-4 1 0,1 2 0 16,-1 0-5-16,-2-1 8 0,2 1 0 0,1 2-2 16,0-1-2-16,0-1 3 0,2 3 7 0,-2 3-2 0,-1 4 2 15,1-7 2-15,0-1-1 0,-3 1-6 0,4-2 7 16,1 0-5-16,-2 2 5 0,-1-3-7 15,-2 1 2-15,3-2 4 0,-4 1-6 0,4 0 6 0,-4-5-5 16,0 4-4-16,0-4 6 0,0-2 1 0,0 1 16 16,0-2-24-16,0-1 6 0,0-1-3 0,-4 2 3 15,4-4-9-15,-1 1 5 0,1-3 2 0,-3 0 4 16,3-1 2-16,3 2-5 0,-3-5 5 0,-3 6-2 16,3-6-3-16,0 2 21 0,0-2-2 0,0 0 6 15,0 0 4-15,-4 5-4 0,4-5-10 0,0 0 6 16,0 0 6-16,0 0-10 0,0 0-9 0,-1 4-1 15,1-4-8-15,0 0 5 0,0 0-1 0,-9 3 1 16,9-3 2-16,-6 1 0 0,-2 0-4 0,2 0 4 16,1 1-6-16,-5-1 2 0,1 1-5 0,-4 1 4 15,-1-1 1-15,1-1-2 0,-6 1-3 0,4 1 3 16,-1-2-6-16,-2 3 3 0,-1-1 3 0,-1-1-2 16,-1 2 2-16,1 0 3 0,1-1-3 0,1 0-9 0,-1 0 10 15,3 0-2-15,-2-1 0 0,7 2 5 0,-4-2-3 16,3 1-3-16,2-1-2 0,-2-1 0 15,1 3 0-15,3-2-4 0,-1-2 10 0,2 1-8 0,2 2-1 16,-1-2 11-16,-1 0-7 0,7-1-1 0,-8 1 5 16,8-1 7-16,-5 2-4 0,5-2 4 0,-9 0 17 15,9 0 7-15,0 0 5 0,0 0 1 0,-6 0-1 16,6 0 1-16,0 0 2 0,0 0-8 0,-8-3 2 16,8 3-12-16,0 0 8 0,-9-4-3 0,7 3-6 15,2 1 2-15,-4-5 3 0,-2 2-10 0,3 1-3 16,-2-1 5-16,2-2-4 0,-1 2 2 0,0-1 9 15,1-1 6-15,-1 3 13 0,-1-3-2 0,3-2 6 16,-3 1 14-16,2 1-2 0,-1-2-2 0,0 1 11 0,1-3-5 16,-1-1 3-16,0-1 6 0,0 0 4 15,0-1 2-15,2-3 2 0,-3-3-2 0,4 2 10 16,-3-2-14-16,1-3-3 0,3 1 2 0,-1-8-10 0,-1 2-5 16,2 4 0-16,2-8 2 0,1 2-1 0,-3 8-5 15,1-2-6-15,0 3-4 0,-1 0-6 0,3 0-1 16,-2 1-5-16,-1 2-4 0,0 2-1 0,0 3-7 15,0-2-4-15,-1 2 3 0,1 2-8 0,0 1-2 16,-3 0-8-16,3 3-25 0,0-1-32 0,-1 2-50 16,0 0-59-16,1 4-74 0,-2-5-70 0,2 5-76 15,0 0-59-15,0 0-44 0,-3-4-395 0,3 4-952 16,0 0 421-16</inkml:trace>
  <inkml:trace contextRef="#ctx0" brushRef="#br0" timeOffset="-161270.98">23443 12037 22 0,'0'-10'327'15,"-2"2"-5"-15,2 2-8 0,0 1-21 0,-1 0-23 16,2-1-25-16,-1 6-30 0,-1-5-27 0,1 5-17 0,0 0-22 16,0 0-12-16,0 0-21 0,-3 19-8 15,3-6-10-15,0 7-6 0,3 6-12 0,-3 2-11 16,1 1-5-16,-5 2-3 0,4 1-9 0,3 1-4 0,-2-1-4 15,-1 3 1-15,2-1-11 0,-5 1-8 0,4 1 2 16,-2-3-2-16,1 0-10 0,-3-3 4 16,2 0-1-16,-1-3-3 0,0-5-1 0,-2-4 14 15,1 0-20-15,1-1 6 0,-3-6-10 0,1 1 5 0,4-6 1 16,0 1 3-16,-1 2 29 0,1-7 51 0,-2 0 7 16,2-2-5-16,0 0-7 0,0 0-11 0,-1-13-13 15,2 5 0-15,-1-8-5 0,2 0-2 0,-1-5-7 16,2-8-10-16,-2-2 0 0,6 1-9 0,-4-5 0 15,-1 0-3-15,1 0-2 0,1 2-7 0,0-2 0 16,0 1 0-16,1 2 6 0,-4 0 15 0,1 2 6 16,-2-1 13-16,3 5 3 0,-3 5 1 0,3-5 1 15,-3 5 0-15,-2 3 2 0,4 0 2 0,-2 1-1 0,3 3 1 16,-2 2 5-16,0-1-2 0,1 0-7 16,-1 4 3-16,2 0-8 0,-2 2-3 0,3 1-7 15,-2 0-6-15,-1 1-8 0,2 0-6 0,1 3-3 0,-4 2-5 16,11 2-5-16,-6 3 1 0,3 3-9 0,2 1 3 15,-1 5-4-15,2 2-5 0,1 5 3 0,-1 5 1 16,0-1-1-16,1 7-1 0,-2-4 0 0,2 4-2 16,-4-2-1-16,2 2 1 0,-2-3 0 0,1 2 0 15,-2 0-4-15,3 2 5 0,-3 1 1 0,-1-3 1 16,1 0-15-16,-3-5-13 0,2-5-12 0,1 0-19 16,-2-2-9-16,0 0-20 0,0-6-38 0,-3-2-31 15,2 0-15-15,-1-2-6 0,0-3 1 0,0-1-22 16,-1-2-37-16,2-1-44 0,-4-2-40 0,0 0-45 15,8-8-292-15,-6-2-706 0,-2-1 312 0</inkml:trace>
  <inkml:trace contextRef="#ctx0" brushRef="#br0" timeOffset="-161086.8">23524 12354 132 0,'0'0'223'0,"-3"3"-4"16,3-3-3-16,-2 4 6 0,2-4-9 0,0 0-1 15,5 8-11-15,-3-7-14 0,4 2-13 0,-1-1-15 16,5 1-9-16,-3-1-26 0,5 1-9 0,3 0-13 16,3-3-11-16,7 1-14 0,-4 2-27 0,1-3-47 15,3 1-59-15,-2 1-55 0,8-5-70 0,-7 3-240 16,-1-2-455-16,1 0 202 0</inkml:trace>
  <inkml:trace contextRef="#ctx0" brushRef="#br0" timeOffset="-160835.9">24117 12330 90 0,'0'0'420'0,"-7"-6"17"0,6 3 0 16,1 3-14-16,-7-3-21 0,7 3-19 15,-1-3-30-15,1 3-30 0,0 0-32 0,0 0-29 16,5-5-27-16,4 5-23 0,3-5-25 0,8 4-15 0,3 1-21 15,9-2-15-15,0 2-24 0,2-2-19 0,4 2-24 16,-2 0-24-16,2 0-35 0,-4 0-35 0,0 0-32 16,0 1-36-16,-3-1-26 0,0 1-34 0,-8 1-34 15,-1-2-33-15,1-2-42 0,-2 1-53 0,-3-1-57 16,-5-1-202-16,-1-1-621 0,0-1 275 0</inkml:trace>
  <inkml:trace contextRef="#ctx0" brushRef="#br0" timeOffset="-160585.02">24548 12163 174 0,'0'0'287'0,"0"0"-15"0,-8-3-25 16,8 3-14-16,0 0 6 0,0 0 1 0,0 0-9 0,11 11-1 16,0-4 3-16,1-1-33 0,6 1-9 15,1 2-6-15,8 3-20 0,2-2-19 0,-1 3-11 16,2-2-13-16,-5 1-20 0,-5-2-1 0,-1 1-10 0,1 1-16 15,-3-1-4-15,-1 4-5 0,-4-1-14 0,-6-2-19 16,2 1-26-16,-4 0-17 0,-3 4-20 0,-2-3-15 16,-3-1-14-16,-1 2-17 0,-4 3-17 15,-3-4-26-15,-1-1-24 0,-1-1-37 0,-4-2-23 0,7-1-28 16,-2-3-31-16,-1-1-185 0,3 0-483 0,3-3 215 16</inkml:trace>
  <inkml:trace contextRef="#ctx0" brushRef="#br0" timeOffset="-160316.42">25178 12119 98 0,'0'-5'399'15,"0"5"-17"-15,0-3-25 0,0 3-40 0,0 0-38 16,0 0-28-16,0 0-24 0,0 0-14 0,0 0-22 15,3 16-14-15,-2-6 11 0,-2 2-32 0,1-1-10 0,-3 7-15 16,3 0-15-16,3 0-16 0,-2 1-3 0,0 1-7 16,2 0-12-16,1-1-6 0,-1 3-7 15,1-3-3-15,0 2-3 0,-1 0-17 0,2-1-26 16,-1-4-34-16,-1-3-28 0,1 0-29 0,-4-3-30 0,4 2-40 16,-2-4-33-16,2-3-42 0,-4-2-66 0,1-1-254 15,-1-2-584-15,0 0 259 0</inkml:trace>
  <inkml:trace contextRef="#ctx0" brushRef="#br0" timeOffset="-159849.15">25154 12109 165 0,'-2'-8'300'16,"2"3"-11"-16,0-1-10 0,0 1-14 0,2-2-11 15,0 2-13-15,1 0-22 0,5 1-18 0,-4 0-20 16,6 1-18-16,-5 0-14 0,6-1-16 0,1 3-10 15,1-1-16-15,0 2-6 0,2 2-15 0,0-1-4 16,0 3-12-16,-1-1-6 0,-1 0-6 0,7 4-4 0,-7-2-9 16,-3 0-2-16,2 0-6 0,-1 2-1 15,-2-1-8-15,3 0-3 0,-5 1-5 0,1-2 2 16,-5 0-3-16,1 1-10 0,-2 0 1 0,0 0 3 0,-2 0 3 16,-2 1-10-16,0-2 3 0,-2 0-4 0,-3 4 0 15,2-4 1-15,-1 4-1 0,-4-2 0 0,4-1 0 16,-1 0-8-16,2 0 13 0,-2-1-8 15,3 1-1-15,0-1-2 0,1 2 5 0,2-1 0 0,-1 0 5 16,5 2-6-16,1 1 4 0,3 0 14 0,4 0-8 16,1 0 10-16,4 2-3 0,0 1 24 0,2-2-13 15,-4 2-14-15,4-1 12 0,-2-3-4 0,0 3-2 16,-3-3-1-16,0-2 0 0,-3 2 2 0,-1 0-7 16,-1-1-7-16,-2-2 1 0,-1 2 0 0,-2-1-2 15,0 2 26-15,0-1 23 0,-5-1 8 0,-1 0 12 16,-1 2 6-16,-1-3-3 0,-6 1 2 0,-3 0-14 15,-4-1-6-15,0 1-7 0,-1-4-1 0,-6 4-11 16,-3-2-4-16,0-2-9 0,-2 2-26 0,10-3-30 16,-2 0-39-16,3-1-44 0,4 3-31 0,3 0-27 15,0-3-29-15,1 1-34 0,4-1-44 0,0 0-66 16,7 0-274-16,-8 0-662 0,8 0 293 0</inkml:trace>
  <inkml:trace contextRef="#ctx0" brushRef="#br0" timeOffset="-158745.36">25849 12338 208 0,'0'0'266'0,"0"0"3"16,0 0-2-16,0 0 1 0,0 0 6 0,0 0-10 15,0 0 8-15,0 0-14 0,0 0-19 0,0 0 0 16,0 0-11-16,13-7-5 0,-13 7-24 0,11-3-14 0,-3 2-12 16,0-2-20-16,6-1-7 0,5 1-20 15,0 0-11-15,3 1-8 0,1 0-12 0,10-3-12 16,1 4-13-16,1-2-6 0,3 3-3 0,1-1-7 0,0 1-3 16,0 0-12-16,-1 1 8 0,-1-1-14 0,-2 1-9 15,-1 1-11-15,-4-4-14 0,-7 4-19 0,-1-2-27 16,1-2-26-16,-4 2-20 0,-1 0-19 0,-3-1-17 15,-3 1-27-15,-1-1-29 0,-4 0-35 0,1 1-41 16,-3-3-41-16,-2 1-41 0,-3 2-186 0,4-3-573 16,-4 3 255-16</inkml:trace>
  <inkml:trace contextRef="#ctx0" brushRef="#br0" timeOffset="-158427.37">26336 12163 183 0,'0'0'277'0,"0"0"-19"16,0 0-18-16,0 0-10 0,0 0-5 0,0 0-10 0,0 0-7 15,17 8-12-15,-7-3-9 0,-1 1-9 0,3 1-8 16,6 1-10-16,0 2-7 0,-2 0-23 15,2 0-10-15,-1 0-7 0,-1 1-17 0,1-1-12 16,-6-1-8-16,4 1-13 0,-7 0 1 0,2-1 3 0,-3 2-12 16,0-1-8-16,-2 0-6 0,-1 0-2 0,-3-1-7 15,-1 1-2-15,-3 2 1 0,-1-1-4 0,-5 0-8 16,-1-1-15-16,-1 5-18 0,-2-2-26 0,-2-3-25 16,1 3-31-16,-1 0-29 0,-4-3-27 0,6 3-40 15,2-7-33-15,1 3-47 0,2-3-202 0,1-4-512 16,-1 0 228-16</inkml:trace>
  <inkml:trace contextRef="#ctx0" brushRef="#br0" timeOffset="-157490.81">27309 12284 149 0,'4'-3'251'0,"-1"0"0"0,-3 3 1 0,4-5-7 0,-1 1-4 15,3 2 3-15,-1-2-11 0,-5 4 0 0,5-5-6 16,-5 2-5-16,4 1 0 0,-4 2-26 0,5-4-15 16,-3 1-12-16,-2 3-2 0,0 0-10 0,2-6-18 15,-2 6-5-15,0 0-22 0,0-4 4 0,0 4-7 16,0 0-16-16,0 0-10 0,1-4-12 0,-1 4-7 16,0 0-16-16,0 0 2 0,0 0 7 0,-14-1-21 15,14 1 1-15,-12 1-7 0,4 2-5 0,-2-1-1 16,-2 2-7-16,1 0 2 0,0 0-2 0,-1 1-3 15,-1 0-2-15,1 0-4 0,1 3-4 0,-2-1 4 0,2 3-5 16,-1-3-7-16,1 2 13 0,0 1 2 0,3 1-5 16,-1-1 2-16,-1 2-12 0,6-3 14 15,-3 3-1-15,0-1 1 0,5 2-4 0,0 4 6 0,1-1 0 16,2-3 6-16,3 0 8 0,3 3 4 0,3-1 5 16,2-1-2-16,3 0 1 0,3-1-2 0,-1-2-3 15,4-1-3-15,2 0-2 0,5 0 5 0,-2-1-11 16,-4-4 1-16,9 2-4 0,-12-2-4 0,7-3-6 15,-5-1-11-15,9 1-27 0,-11-2-15 0,-1-2-29 16,0 0-30-16,3-1-30 0,-8 1-37 0,2-2-41 16,-1-1-48-16,-1 0-50 0,4-3-48 0,-6 1-257 15,1 1-669-15,-1 0 297 0</inkml:trace>
  <inkml:trace contextRef="#ctx0" brushRef="#br0" timeOffset="-156570.79">27713 12416 237 0,'0'0'380'0,"0"-5"-6"0,0 5 6 16,4-6-5-16,-4 6-4 0,3-5-14 15,1 2-19-15,-1-1-19 0,4-1-29 0,2-1-26 0,4 1-24 16,-1-2-22-16,6 3-22 0,6-5-20 0,5 2-17 15,3 3-17-15,2-4-12 0,2 3-19 0,3 3-7 16,2-1-11-16,1-1-9 0,-4 1-13 0,4 2-13 16,-5 1-13-16,0 0-31 0,-2 0-22 0,2 4-47 15,-6-4-31-15,-8 0-34 0,0 0-17 0,-4 0-25 16,-4 2-35-16,0-2-34 0,-4 0-45 0,0-2-54 16,0-2-60-16,-6 3-199 0,-1 0-639 0,2-2 283 15</inkml:trace>
  <inkml:trace contextRef="#ctx0" brushRef="#br0" timeOffset="-156269.72">28245 12170 175 0,'0'0'250'0,"0"0"-4"15,21 2-1-15,-12 1-11 0,6 1-5 0,-1 0-10 16,6 3-7-16,-1-2-6 0,10 4-14 0,-1 0-10 16,1 1-15-16,-3 0-17 0,-5-1-14 0,0 0-12 15,1 0-9-15,-5 2-13 0,4-4-14 0,-4 2 1 16,-4-1-15-16,-1-1-13 0,-4 1-1 0,2 0-6 16,-2 2-5-16,-2-2-9 0,-3-1 0 0,1 1-6 15,-2 3-6-15,-2-3-6 0,0 0-17 0,-2 1-18 16,0 2-24-16,-3-1-31 0,-1 0-32 0,-2 1-39 15,-1-1-32-15,2-2-57 0,-2 1-56 0,-2-3-181 16,0 2-504-16,1-3 223 0</inkml:trace>
  <inkml:trace contextRef="#ctx0" brushRef="#br0" timeOffset="-155951.93">28940 12149 307 0,'4'-3'391'0,"-4"3"-3"0,3-7-6 0,-2 5-26 16,-1 2-41-16,0 0-30 0,3-5-18 0,-3 5-44 15,0 0-20-15,0 0-20 0,7 8-17 0,-3 0-4 16,1-3-31-16,2 5-17 0,-3 0-9 0,6 7-15 15,-5-6 3-15,3 6-12 0,-4-2-15 0,3 3-2 16,-3-1-7-16,1-1-7 0,-1 2-19 0,1-5-31 16,-4 3-19-16,3-4-26 0,-2 1-17 0,1-1-17 15,-2 0-31-15,0 3-26 0,1-7-29 0,-2 2-42 16,0-3-30-16,0-3-33 0,-2 1-260 0,2-5-575 0,0 0 255 16</inkml:trace>
  <inkml:trace contextRef="#ctx0" brushRef="#br0" timeOffset="-155650.86">28923 12030 191 0,'-2'-7'346'0,"-1"2"-6"0,1-2-6 16,0 4-20-16,2-1-8 0,0 4-33 0,0 0-30 15,4-4-15-15,-4 4-27 0,14 5-19 0,5 2-14 16,-3 3-15-16,10 4-9 0,3 2-8 0,-2 2-9 15,3 1-6-15,1 1-4 0,-1 0-4 0,0 1-11 16,0 0-3-16,-3 0-19 0,0 1-8 0,-5 0-6 16,-3-3-11-16,-3-2-2 0,-3 0-2 0,0 1-6 15,-4-4-12-15,-3 3 1 0,-3-4 0 0,-1 5-9 16,-2-5 2-16,-2 0 5 0,-1 2-11 0,-6-1-6 16,-5 1-3-16,2 1-2 0,-6-1-10 0,-6 0-21 15,2-5-26-15,-7 1-33 0,-2-1-33 0,1-2-32 16,-1 0-39-16,-3 2-38 0,0-5-61 0,0-1-73 15,1-3-220-15,3 2-623 0,0-3 276 0</inkml:trace>
  <inkml:trace contextRef="#ctx0" brushRef="#br0" timeOffset="-153526.66">26318 13456 266 0,'0'-8'308'0,"-3"1"-17"0,3 2-5 16,-1-2-10-16,-2 0-8 0,2 0-7 0,-2 1-11 16,0 1-8-16,1-3-13 0,0 3-15 0,-2-2-23 15,-3 2-16-15,4-1-17 0,-4 3-20 0,-2-2-16 16,2 3 0-16,-5 0-25 0,3 2-9 0,-4 3-15 15,-3-1-9-15,4 2-9 0,-7 4 0 0,4 1-3 16,-4 4-6-16,0-1-3 0,3 4-6 0,1-2-10 16,1 3-1-16,-4 3-6 0,10-2-11 0,1 0 1 15,3 0 11-15,4 1-17 0,4 2-6 0,0-4-1 16,6 0 0-16,1 0-8 0,1-2 11 0,10 2-9 0,2 0 5 16,-5-7 2-16,11 1-7 0,-2-1-1 15,3-3-2-15,-1-3-7 0,-6 1-4 0,-5-4 2 16,4 0 7-16,-8 1 0 0,0-4-1 0,0 2 1 0,-4-2 3 15,0-1 2-15,-4 1 18 0,-2-1-11 0,2 2 0 16,-1-1-3-16,-6 2 3 0,4-3 3 0,-4 3-7 16,2-3 22-16,-2 3-19 0,0 0-7 0,4-2 3 15,-4 2 4-15,0 0-8 0,0 0 5 0,0 0-7 16,0 0 9-16,0 0-4 0,0 0 1 0,0 11 0 16,0-8 4-16,0-3-3 0,6 5 1 0,-1-3 0 15,-1 0-1-15,3-1 2 0,0 0 2 0,2 0-3 16,-3 1-2-16,3-2 2 0,-9 0 1 0,12-3 1 15,-5 2 3-15,0-3 2 0,-3 0-6 0,3-2 4 16,-3 2-2-16,-1-2 1 0,0-3 5 0,-1 0 1 16,-2-1-3-16,0-1-4 0,0 1 4 0,0 0 11 15,0 0-14-15,-2-1-1 0,0 1 1 0,1 2-2 16,1 1 1-16,-2 0 2 0,2 1 2 0,0 0 1 16,0-1 3-16,2 2-6 0,-2 0 3 0,3 0 1 15,-1 1-5-15,2 1 1 0,1 1 2 0,0 0-4 16,4 1-6-16,-2 1 10 0,-7 0 16 0,15 4-16 0,-3-2-6 15,1 1 5-15,-2 2-3 0,-1 2-2 0,3-2 3 16,-3 3-7-16,-1-1 15 0,-1 2-12 0,-1 0-2 16,-2 2 3-16,3-3-1 0,-2 0 3 15,-2 1 7-15,-1-2-8 0,-1 0-5 0,1 1 1 0,-1-2 0 16,-2 1-13-16,1-2-8 0,0 0-2 0,-2 0-6 16,1-5-11-16,-1 5 9 0,1-5-18 0,0 0-20 15,-5 1-30-15,5-1-30 0,0 0-26 0,0 0-33 16,-8-8-21-16,7 3-24 0,1-1-10 0,1 1-175 15,-1-7-459-15,6 2 204 0</inkml:trace>
  <inkml:trace contextRef="#ctx0" brushRef="#br0" timeOffset="-153292.5">26912 13280 45 0,'3'-11'265'0,"-3"1"9"0,0 0 8 0,-3 3-2 15,3 2 3-15,0-1-20 0,0 1-22 16,0 1-32-16,0 4-17 0,0 0-28 0,0 0-15 15,0 0-6-15,0 0-17 0,0 0-13 0,-5 19-3 16,2-6-8-16,2 5-9 0,1 1-8 0,4 7-4 0,-4 2-3 16,2-3-15-16,4 5-1 0,-2-2-1 15,4 0-9-15,2-1-5 0,-1 1 1 0,4-3-15 16,-1 3-3-16,1-4-15 0,-4-6-13 0,4 0-18 0,-2-3-21 16,0 1-30-16,-2-6-34 0,0-1-38 0,-1-2-50 15,0 0-55-15,0-4-55 0,-4-2-185 0,2-1-523 16,-6 0 232-16</inkml:trace>
  <inkml:trace contextRef="#ctx0" brushRef="#br0" timeOffset="-153125.25">26929 13464 83 0,'-8'-8'311'16,"3"3"-5"-16,1 1-7 0,0 0-15 0,1 2-19 16,2-2-21-16,1 4-22 0,0 0-14 0,0 0-23 15,8-4-21-15,-8 4-19 0,18 3-15 0,-3-1-8 16,-3 0-17-16,10 0-11 0,-2 2-25 0,2 0-30 15,1 0-43-15,0 1-50 0,7 0-56 0,-7 0-66 16,6-1-69-16,-10 1-203 0,1 0-485 0,0-3 215 16</inkml:trace>
  <inkml:trace contextRef="#ctx0" brushRef="#br0" timeOffset="-152807.45">27618 13514 14 0,'0'0'338'0,"-7"-1"-21"0,7 1-24 0,-8 0-22 0,8 0-23 16,-8 0-22-16,8 0-19 0,-8 3-16 0,8-3-18 16,-7 3-14-16,3 1-16 0,4-4-11 15,-3 5-8-15,2-3-18 0,1-2-10 0,-4 6-3 16,4-3-10-16,-3 1-5 0,3-4-3 0,0 6-5 0,0-6-14 15,3 6 1-15,-3-6-4 0,0 0-1 0,1 5-2 16,-1-5-5-16,0 0-1 0,0 4-1 0,0-4 11 16,0 0-4-16,0 0-2 0,0 0-3 0,0 0-4 15,0 0-8-15,0 0-3 0,0 0-13 0,0 0-18 16,0 0-30-16,4-13-35 0,-4 13-38 0,-4-5-43 16,3 0-53-16,-2-2-57 0,2 3-50 0,-2 0-200 15,0-2-550-15,1 0 243 0</inkml:trace>
  <inkml:trace contextRef="#ctx0" brushRef="#br0" timeOffset="-152539.83">27494 13325 121 0,'-4'-3'226'0,"4"3"-26"15,-8 0-18-15,8 0-13 0,0 0-13 0,-9 2-9 16,9-2-9-16,-3 6-12 0,3-6-7 0,0 5-13 15,0-5-8-15,4 10-3 0,0-8-10 0,0 2-6 16,1-3-8-16,-2 0-7 0,4 2 0 0,-3-1-11 0,0 1-4 16,3-1-3-16,-7-2-6 0,10-2 6 15,-10 2 5-15,9-2 5 0,-7-1-5 0,-2 3-2 16,4-5-3-16,-2 2-3 0,-4-3-7 0,0 1-1 0,2 0-8 16,-4 2-1-16,1-4-4 0,-2 2-4 0,-2-1-16 15,3 1-19-15,-3 0-23 0,3 4-29 0,0-3-32 16,-3 0-38-16,4 0-53 0,3 4-206 15,-9-1-430-15,9 1 190 0</inkml:trace>
  <inkml:trace contextRef="#ctx0" brushRef="#br0" timeOffset="-151837.35">27969 13308 13 0,'0'-4'316'0,"-4"-1"-5"16,3 1-5-16,1-1-10 0,-2 1-16 0,2 4-15 15,0-8-14-15,0 4-14 0,0-1-20 0,2 1-14 0,-1-1-17 16,0 2-18-16,2-2-10 0,1 2-25 0,0-1-16 16,3 3-11-16,0-2-8 0,0 3-9 15,6-1 15-15,-5 1-36 0,3 1-7 0,3 2-11 16,-3-1 5-16,1 1-18 0,0 2 2 0,2 0-7 0,-2 0-3 15,0 0-2-15,-3 2-8 0,1-1-6 0,0 2-10 16,-2-2-1-16,0 3-3 0,0-2-8 16,-4 3 3-16,1-5-12 0,-3 3 2 0,2-2 6 15,-4 1-7-15,0-2 4 0,0 3 1 0,0 0 3 0,-5-3-2 16,1 3 0-16,0-3 1 0,-2-1 2 0,-3 4 0 16,3-3 0-16,-3-2-1 0,-3 4 1 0,5-4 4 15,1 2 2-15,-1-2-1 0,1 1 0 0,-1 0 1 16,2 0 0-16,2-1-7 0,-1 0 3 0,1 0 3 15,0-1 7-15,3-2-8 0,0 10 8 0,0-7 0 16,3 1-2-16,2 0 0 0,0 1 2 0,1 2 2 16,4 0-3-16,-1 0 3 0,2 1-1 0,1 0-4 15,-1 1 4-15,-2 0-3 0,3-1 2 0,0 2-4 16,-4-5 4-16,4 5-1 0,-5-1-1 0,1 0-3 16,0 0 6-16,-2-2-4 0,-2-1 2 0,0 0-6 0,-4 2 4 15,4 0 0-15,-4-2-2 0,0 2 2 16,0-2 5-16,-4-1 17 0,0 2 13 0,-1-2 9 15,-5 0 9-15,-1 1 0 0,0-2 0 0,-1 0-5 16,0 1-3-16,-3-1-1 0,1-1-14 0,-2-2 3 0,-2 3-12 16,-1 0 0-16,4-3-20 0,0 0-36 15,3-1-37-15,-1-1-45 0,0 2-56 0,-1-1-59 16,7-2-81-16,-6-1-309 0,8 2-672 0,-2-2 298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1T10:31:27.93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3431 1551 1677 0,'-2'-13'-87'16,"-1"2"59"-16,-1-1 61 0,-1 1 41 0,0 2 44 16,2 0-4-16,2 5-11 0,-2-1-29 0,-1-2-21 15,3 5-9-15,1 2-6 0,0 0-2 0,0 0-4 16,0 17-2-16,0-6-2 0,4 6 6 15,-3 3 3-15,3 7-1 0,0 5-1 0,2 3 4 16,-2 1-8-16,-1 0 0 0,-2 0 0 0,2 3-6 0,-2-3-3 16,-1 2 1-16,-1-3-3 0,-2-4 3 0,3 2-2 15,0-4 8-15,0-3 10 0,-4-7 6 0,3-2-6 16,-2-5 4-16,1 0 7 0,0-3 9 0,0-1 23 16,1-2 42-16,1-2 58 0,0-4 21 15,0 0-23-15,0 0-15 0,0 0-20 0,-4-27-16 0,8 8-5 16,-3 0-2-16,3-13-13 0,2 1-14 0,-3-6-6 15,2-12-12-15,0 0-4 0,0 11-9 0,-3-11-5 16,1 14 3-16,-2 0 15 0,2 3 13 0,-1-1 8 16,-2 0 9-16,0 6 6 0,0 0 14 15,-2 8 7-15,2 0 0 0,-3 3-3 0,3 0 6 0,-1 6 11 16,1-1-16-16,0 3-14 0,0-1-16 0,0 4-14 16,0-1-8-16,0 3-17 0,0 3-17 0,0-4-2 15,0 4-5-15,0 0-7 0,15 15 1 0,-7-3 2 16,3 4-9-16,1 10-3 0,3-1 2 0,0 4-4 15,2-3-12-15,0 8-1 0,4 12-9 0,-1 0-9 16,-5-13-22-16,1 2-12 0,-2 1-9 0,2 0-12 16,-2-1-19-16,1-3-14 0,-6 2-18 0,1-3-17 15,2-2-22-15,-4-1-26 0,-1-8-17 0,-1-2-36 16,-1-2-22-16,-1-2-42 0,-4-8-27 0,4 2-11 16,-3-3-39-16,-1-5-45 0,0 0-238 0,0 0-711 15,0 0 315-15</inkml:trace>
  <inkml:trace contextRef="#ctx0" brushRef="#br0" timeOffset="400.08">3521 1885 140 0,'-7'-1'263'0,"7"1"-10"0,-8-3-13 16,8 3-19-16,0 0-8 0,-14 0-9 0,14 0-13 0,0 0-21 16,-6 5-8-16,6-5-9 0,0 0 3 0,0 0-1 15,0 0 0-15,14 10-6 0,-4-5-14 0,5-5-9 16,4 0-10-16,0-2-10 0,3 2-9 15,1-4-18-15,8 0-4 0,1-1-28 0,0-4-18 16,-2 2-21-16,3-5-22 0,-3 3-20 0,1-3-16 16,-2 0-11-16,-1-5-9 0,-1 6-6 0,-2-11-1 15,-5 1 0-15,3 2-2 0,-5-3-5 0,0-1 2 0,-6 6 9 16,-4-3 0-16,-1-1 16 0,-2 0 0 0,-5-4 6 16,4 3 10-16,-6 2 22 0,-1 2 26 15,-5-3 25-15,-2 2 21 0,-1 3 16 0,0 2 14 16,-1-1 15-16,-4 1 7 0,-1 2 10 0,4 2 4 0,2 3 5 15,-4 0-9-15,4 3-10 0,0 2-18 0,-1 2-20 16,-2 1 0-16,2 3-12 0,1 2-2 0,0 0-11 16,-2 7 3-16,3 3-4 0,2 0-3 15,4 4-2-15,0 1-25 0,4 0-13 0,7 8-11 16,1-1-8-16,2-2-26 0,3 1-20 0,2 0-20 0,1 1-22 16,2-4-26-16,5-1-20 0,3 0-31 0,-3-5-18 15,7 2-19-15,-3-5-14 0,3-4-8 0,-8-3 8 16,9-1-125-16,2-5-391 0,-3-2 174 0</inkml:trace>
  <inkml:trace contextRef="#ctx0" brushRef="#br0" timeOffset="1086.17">4307 1789 596 0,'27'-13'-32'0,"-8"3"36"0,6-9 36 16,-9 6 32-16,0-3 24 0,1 2 21 0,-8-1 27 15,1 0 21-15,-2 2 13 0,-3 0 15 0,-1 3 7 0,-2-3-1 16,-4 2-11-16,1 2-17 0,-3-3-5 0,1 6-17 16,-6 1-13-16,2-2-15 0,-4 3-12 15,-1 2-10-15,-2 2-13 0,-5 1 1 0,1 3-19 16,0 2-5-16,-3 1-11 0,1 2-3 0,2 1-4 15,0 3-8-15,1-4-3 0,3 6-1 0,3-5-8 0,3 1-1 16,1-1-5-16,0 0-2 0,6 1-1 16,-3 0-3-16,4-4-3 0,4 1 0 0,1-3 2 15,2 4-1-15,1-3-4 0,6 0 0 0,1 0 4 16,8-2-2-16,-5 1 0 0,4-1-5 0,2 1 2 16,3-1 0-16,2 6-4 0,-1-3-2 0,-2 4 2 0,2 1 4 15,-3 2-1-15,-2 0-9 0,2 4 6 0,-1 2-1 16,-5 3-4-16,6 2 2 0,-6 0 1 0,-3 7-1 15,2 1 2-15,-3 2 4 0,-3 1-8 16,-1 0 6-16,0 1 0 0,-3-1 0 0,0-3-6 16,-4-1 10-16,2 3 4 0,-2-7 25 0,-4 0-8 15,0-6 28-15,0-3-3 0,-4 2 20 0,2-9 16 0,-2 0 21 16,2-3 30-16,-3-3 27 0,0 1 12 0,-2-6 1 16,7-1-11-16,-19-4-17 0,3-6-6 0,1 1-12 15,-3-4-13-15,5-4-17 0,-6-7-9 16,2-4-8-16,1-4-13 0,4-4-14 0,-2-15-43 15,10-6-48-15,-4-1-49 0,5 0-44 0,3-1-32 16,3 1-12-16,1 9 12 0,0 12 13 0,3 2 17 0,2 0 13 16,-1 7 8-16,2 1 10 0,-2 8 11 15,0 3 4-15,-1 0 10 0,0 3 1 0,-2 4 9 16,5 1 9-16,-6 2-3 0,4 1 13 0,-2 4-4 16,-1-2 1-16,-5 3 8 0,15 3 5 0,-7 2 4 15,2 3 1-15,0 1 1 0,0 6 7 0,3 0 3 0,0 2 2 16,2 4 0-16,1-4 7 0,-1 7-3 15,3 0-1-15,-6-7 1 0,10 2 4 0,-2 1-1 16,-5-7-2-16,4 0 5 0,-1-2 1 0,-2-2 4 16,3-4 3-16,0 0 9 0,2-5 5 0,-1-1 10 15,-1-5 2-15,-1-2 6 0,0-2 10 0,-2-2 13 0,-2-3-7 16,3-7 9-16,-7 3 4 0,-5 0 0 0,3-8 0 16,-7 6 3-16,-3 2-1 0,-5-8 3 15,0 9-1-15,-5-1-1 0,-3 4-6 0,1-2-6 16,-11 2-12-16,-3-1-3 0,0 7-5 0,9 4-9 15,-10-1-2-15,-1 10-3 0,7-3-23 0,-7 5-45 0,3 2-49 16,-1 5-56-16,0 0-52 0,4 7-67 16,2 2-73-16,-1 2-351 0,-7 6-749 0,0 8 331 15</inkml:trace>
  <inkml:trace contextRef="#ctx0" brushRef="#br0" timeOffset="1438.43">3351 2657 337 0,'-23'4'430'0,"4"-2"19"16,6 1-13-16,4-2-35 0,1 0-43 0,4-1-36 16,4 0 0-16,0 0 2 0,26-2-6 15,16-4-26-15,24 1-24 0,46-11-15 0,2-4-16 0,3-2-15 16,4 0-14-16,3 2-11 0,-2-6-20 0,8 3-16 16,-4 4-17-16,-2-2-17 0,-6 3-12 0,-2 0-11 15,-9 2-11-15,-7-1-11 0,-33 7-5 0,0-1-24 16,-6 0-33-16,-9 4-43 0,-14 1-45 0,-7 4-54 15,-10-2-37-15,-9 0-30 0,-1 2-42 0,-4-2-66 16,-4 4-80-16,-3 0-112 0,-13-6-273 0,-3 4-826 16,-6 1 365-16</inkml:trace>
  <inkml:trace contextRef="#ctx0" brushRef="#br0" timeOffset="1942.23">5742 2109 166 0,'0'0'352'0,"-4"3"-19"0,4-3-13 0,-6 2-10 16,6-2-16-16,0 0-28 0,-4 3-19 0,4-3-22 16,0 0-28-16,-1 4-20 0,1-4-17 0,0 0-14 15,0 0-11-15,0 0-5 0,0 0-20 0,0 0-10 16,0 0-22-16,0 0 6 0,0 0-6 0,0 0-9 16,0 0-7-16,0 0 0 0,0 0-10 0,0 0 10 15,0 0 0-15,0 0-6 0,0 0-18 0,0 0 14 16,0 0-4-16,0 0-6 0,0 0-6 0,0 0 0 0,0 0-2 15,0 0-34-15,0 0-42 0,0 0-57 16,0 0-63-16,0 0-94 0,0 0-103 0,0 0-259 16,0 0-668-16,-10-7 297 0</inkml:trace>
  <inkml:trace contextRef="#ctx0" brushRef="#br0" timeOffset="10352.41">5522 3420 2263 0,'-3'-20'6'0,"0"-1"117"0,0 1 52 16,2 0 19-16,-3 1 8 0,-2 1-6 0,4 5-15 15,-2-4-16-15,1 4-16 0,2 2 20 0,-2 0 9 16,3 4 2-16,0 0-8 0,0 1-18 0,-3 2-21 16,3 4-18-16,-1-5-21 0,1 5-11 0,0 0-7 15,0 0-16-15,10 18 5 0,-4-3-7 0,0 4-5 16,-1 2-4-16,-1 11-5 0,3 1-3 0,-3-2-4 16,4 0-2-16,-4-1-4 0,3 1-2 0,-4 1-5 15,-2-4 2-15,3-1-4 0,-2-7-1 0,2 1-2 16,-3-3-4-16,-1-1-4 0,0-2 6 0,0-4-1 15,-1-2-4-15,1 0-1 0,1-2 4 0,-2-3-1 16,1 2 7-16,0-6 4 0,1 4 13 0,-1-4 1 16,0 0-3-16,0 0-3 0,0 0-7 0,-1-21-7 15,2 9 1-15,-1-6-3 0,1-4 1 0,2-5-3 16,-2-2-2-16,2-4-4 0,-3 2 0 0,4-5 0 16,-1 2 0-16,-3 1-4 0,3 1-1 0,-2 1 2 15,-2 1 0-15,1 9 1 0,-3 1 3 0,2 1 12 16,-2 2 12-16,0-1 12 0,3 5 13 0,0 0 3 15,0 0 6-15,-3 4 7 0,2-3 1 0,1 2 2 16,0 3 4-16,0 2-20 0,0 1-3 0,0-1-18 16,0 5-11-16,0-5-8 0,0 5-5 0,0 0-1 15,0 0 1-15,10 12-6 0,-5-4 1 0,3 7 3 16,3 1-4-16,-1 6 3 0,3 2-3 0,-2 4 3 0,3 1-4 16,1 4 2-16,-2-1-3 0,2-1-20 15,-4-2-14-15,3 3-12 0,-2 0-17 0,0-2-12 16,0-1-15-16,-2-1-13 0,1-4-14 0,-3-3 4 15,2-2-6-15,-4-1-32 0,4 0-15 0,-5-2-17 0,-1-7-23 16,5 2-15-16,-8-5-15 0,3 0-4 16,-4 1 0-16,4-3-14 0,0-2-36 0,-4-2-29 15,0 0-20-15,0 0-23 0,0 0-203 0,-8-14-601 16,4 7 265-16</inkml:trace>
  <inkml:trace contextRef="#ctx0" brushRef="#br0" timeOffset="10519.62">5680 3611 51 0,'-13'-2'151'0,"2"0"27"0,1 1 18 0,1 0 19 15,1 1 10-15,2-1 8 0,6 1 5 16,-9-2-4-16,9 2-1 0,0 0-8 0,-8-1-6 16,8 1-6-16,0 0-17 0,0 0-13 0,15-5-9 0,-3 0-32 15,2 0-14-15,14-3-12 0,1-1 3 0,4 0-45 16,-2 2-51-16,7-1-39 0,-4 0-49 0,0 0-48 16,0 2-55-16,0 0-52 0,-1-2-52 15,-1 4-214-15,-3 0-526 0,-6 0 233 0</inkml:trace>
  <inkml:trace contextRef="#ctx0" brushRef="#br0" timeOffset="11038.12">6262 3414 55 0,'0'0'300'0,"-6"-5"-11"0,6 5-10 15,-4-1-6-15,4 1-8 0,-10 0-10 0,6-2-20 16,4 2-20-16,-16 3 1 0,9-2-15 0,-3 2-13 15,0 0-4-15,-4 0-12 0,2 2-10 0,-6 4-4 16,1 0-10-16,2 3-9 0,-3-1-9 0,0-1-5 16,3 5-15-16,-2-1-6 0,2-2-8 0,1 2-11 15,-1 2-12-15,1-4-4 0,2 4-13 0,4-2 3 16,0-2-9-16,1-2-3 0,3 2-3 0,3-2-1 16,1 1-8-16,0-4-1 0,4-1-7 0,0 1 2 15,3-3 6-15,2-2-10 0,6-1-7 0,-4 0 1 16,6-2-15-16,0-2-10 0,2 0-2 0,-1-7-6 15,2 3-9-15,-2-5 0 0,1 1 6 0,-3-3-9 16,-2-2 1-16,1 0 2 0,0-9 2 0,-6 7-2 16,2-8-2-16,-4-1 6 0,-3 5 8 0,-1 0-4 15,-3 2 6-15,-2-1 16 0,1 3 15 0,-6-2 8 16,0 0 13-16,-6-5 13 0,6 6 18 0,0 2 18 16,-3 0 13-16,-1 2 13 0,4 4 6 0,-4 1 6 15,3-1-2-15,1 2 2 0,0 1-8 0,-1 0-7 16,3 2-8-16,-1 1-12 0,2 0-9 0,1 2-13 15,-1 0-12-15,4 3-7 0,-1-2-9 0,1 2-11 16,0 0-1-16,0 0-3 0,-4 9-2 0,5-2-3 16,2 2-2-16,-2 2-7 0,6 2-13 0,-3 4-23 15,2 2-9-15,-2 0-19 0,4 8-19 0,-2 4-13 16,1-3-26-16,0-3-26 0,1 3-26 0,0-2-21 0,2 0-8 16,1 0-30-16,-2-7-7 0,4-2-11 15,0 6-26-15,1-7-18 0,2 1-7 0,3-4-30 16,2-4-19-16,3 1-21 0,-1-5-188 0,0-2-587 15,3-1 260-15</inkml:trace>
  <inkml:trace contextRef="#ctx0" brushRef="#br0" timeOffset="11473">6714 3431 124 0,'3'-11'259'0,"-3"0"2"16,-3 6-1-16,2-6-2 0,-3 5-3 0,-2-1-3 0,-3 1-6 15,-2 1-7-15,0 1-9 0,-5 2-4 0,-2 2-15 16,-1 1-2-16,-4 4-2 0,0-1-11 15,1 3-8-15,-4 4-5 0,3-1-20 0,3 2-17 16,2 1-9-16,2 0-16 0,-2 2-8 0,2-2-11 0,2 3-10 16,-1-2-7-16,3-1-10 0,4 4-8 0,1-6-6 15,3 2-4-15,1-1-7 0,2-2-3 0,1 0-11 16,3 0 5-16,2-1-6 0,2 0-4 16,-2-4 0-16,5 2-2 0,3-3-9 0,1-3-11 0,1-1-12 15,4-4-11-15,0 2 9 0,-1-4-18 0,2 0 0 16,-1-7 6-16,-1 4-2 0,2-4-1 0,-6-4-1 15,5-6-3-15,-3-3-12 0,-2 2 5 0,-5-6-1 16,-2 2 2-16,3-1 2 0,-6 1 8 0,3 2 6 16,-10-3 17-16,1 9 36 0,0-1 20 0,-2 1 14 15,-2-1 10-15,0 2 16 0,-3 0 12 0,0 3 1 16,-2 0 4-16,3 1 4 0,-2 1-5 0,2 6-4 16,-4-4-15-16,5 4-5 0,0 0-8 0,3 3-12 15,-3 1-14-15,2 0-8 0,2 2-12 0,3 2-5 16,0 0 0-16,-11 10-5 0,10-3-19 0,1 2-21 15,0 3-21-15,1 8-25 0,2-1-23 0,2 2-29 16,1 5-36-16,5-1-27 0,-2 1-37 0,1 0-44 16,-2 0-48-16,6 3-49 0,-1-4-44 0,2 1-34 15,-4-7-246-15,1-1-730 0,0-1 323 0</inkml:trace>
  <inkml:trace contextRef="#ctx0" brushRef="#br0" timeOffset="12058.41">7483 3204 282 0,'8'-10'340'0,"-4"1"-8"0,1-2-4 0,-2 2-11 0,-1-2-4 16,-1 4-18-16,-1 1-11 0,-1-1-27 0,-2 0-25 16,-1 2-23-16,-1 0-23 0,-2 0-23 15,-2 2-16-15,-3 2-13 0,0 1-26 0,-2 1-4 16,1 2-10-16,-1-1-11 0,-3 6-6 0,4-1-6 0,1 0-16 16,0 2-5-16,2-1-4 0,5 2-1 0,-2 0-7 15,3 0 0-15,4 1-4 0,0 0-4 0,5-1-3 16,1 2 2-16,7 3-6 0,1 1-2 0,2-2-3 15,2 1-3-15,7 3 4 0,-1-2-6 0,3 0 1 16,-1-1-5-16,-3 0-3 0,-4-3 2 0,4 4 3 16,-8-5-1-16,3-2-3 0,-4 3 4 0,-2-3-13 15,-5 1 3-15,1-2-9 0,-4-2 5 0,-3 1 3 16,-2-1 9-16,-2-1-6 0,-1 2 1 0,-7-4 0 16,-2 2-5-16,-4 0 5 0,-4-4 0 0,0 3-3 15,-9-4-8-15,1 1-19 0,9-2-14 0,-1-4-29 16,1-1-27-16,8 2-29 0,1 1-47 0,-1-7-38 15,4 3-44-15,7-5-59 0,2 1-294 0,3-2-656 16,8-6 290-16</inkml:trace>
  <inkml:trace contextRef="#ctx0" brushRef="#br0" timeOffset="12275.84">7789 3007 196 0,'-8'0'268'0,"8"0"-9"15,-10 5-11-15,6-3-16 0,0 3-10 16,-1 0-6-16,3 3-1 0,-3 1-9 0,3 2-13 16,1 1-10-16,4 1-6 0,2 6-22 0,-2-2-17 15,4 2-13-15,1-1-5 0,1 2-13 0,2 7-4 0,0-2-16 16,4 2-9-16,-2-3-13 0,0-1-15 16,1 6-41-16,-1-7-35 0,-6-1-36 0,3-3-45 15,-2 1-47-15,0-4-56 0,-4-3-52 0,0 0-211 16,0-2-510-16,-4-2 226 0</inkml:trace>
  <inkml:trace contextRef="#ctx0" brushRef="#br0" timeOffset="14818.19">7702 3370 115 0,'0'0'371'0,"-3"-5"-10"0,3 5-6 0,0-6-9 15,0 6-25-15,0-10-25 0,3 6-29 0,1 0-22 16,0-3-23-16,4 1-22 0,2 3-16 0,1-3-22 16,2 0-15-16,1 1-20 0,3-3-7 0,4 4-15 15,-2-1-9-15,1 1-32 0,-2 2-41 0,1-1-65 16,-1-1-34-16,2 0-37 0,-1 4-44 0,-8 0-35 15,4 0-50-15,-4-1-31 0,1 2-233 0,-2 1-547 16,-1-1 242-16</inkml:trace>
  <inkml:trace contextRef="#ctx0" brushRef="#br0" timeOffset="15688.93">8219 3323 152 0,'7'-3'246'0,"-7"3"-4"16,5-5 7-16,-5 5-18 0,1-2-11 16,-1 2-4-16,3-4-10 0,-3 4-12 0,0 0-16 15,0-5-9-15,0 5-13 0,0 0-11 0,0 0-20 0,-4-8-13 16,4 8-11-16,-5-1-15 0,5 1-1 16,-13 1-18-16,4 2-4 0,-2 0-5 0,1 3-9 15,-2-1-9-15,0 1 1 0,-3 1-3 0,0 3-6 16,3-2-2-16,-3 0-3 0,1 1-4 0,2 0-6 0,4 0 5 15,-2 0-3-15,2 0-1 0,0 0-6 0,5-2 1 16,0-1-3-16,2 1-5 0,1-1 6 0,1 0-1 16,2 0 0-16,1-4 1 0,7 2 2 15,-3-2-3-15,3 0 5 0,4-2-16 0,0 0-3 0,0-3-7 16,3-1 0-16,-5 2 1 0,4-6-2 0,-4 3-3 16,-2 0 6-16,0-4-3 0,0 2 6 0,-3 0 3 15,-1-1-4-15,1 2 8 0,-3 1 4 0,-2-3 10 16,-2 0 1-16,2 2 7 0,0-1 5 0,-3 2 3 15,0 0 14-15,0 0-14 0,-3 1-6 0,0-2-1 16,3 6-11-16,-4-4 0 0,4 4-6 0,0 0 3 16,0 0-6-16,0 0 0 0,-13 5-16 0,12 0-20 15,1-5-16-15,0 8-21 0,0-1-18 0,1-3-18 16,3 3-20-16,0-2-10 0,0 0-16 0,1 0-9 16,2 0 0-16,3 0-17 0,1-1-16 0,1-3 0 15,-1 2-2-15,1-2 11 0,0-1 13 0,3 1 18 16,-2-2 16-16,-4-3 24 0,0 1 28 0,1 0 23 15,-2 1 37-15,3-5 38 0,-4 3 27 0,-3 2 22 16,3-2 17-16,-2-1 25 0,0 1 3 0,1 0 9 16,-3 1 8-16,1 0 2 0,-1 1-9 0,2 0-12 15,-5 2-11-15,3-3-12 0,-3 3-9 0,0 0-5 16,0 0-12-16,9 0 0 0,-9 0-8 0,11 3-6 16,-7-1-3-16,3 2-5 0,-1-1-5 0,-1 2-7 15,3 1-7-15,-5-2-3 0,7 0-3 0,-5 1-8 16,2 3-7-16,-2-6-6 0,-1 1-4 0,0 1-7 0,0-2-5 15,1 2-2-15,-4-1 5 0,-1-3 4 16,5 5 3-16,-5-5 1 0,0 0 5 0,0 0 0 16,0 0 4-16,0 0 3 0,0 0-1 0,0 0 3 15,-16-9 2-15,12 5-2 0,0-1 1 0,0 0 2 0,2-6-2 16,-1 4 3-16,1-4-12 0,2-2-25 16,0-1-1-16,5-6-25 0,2 1-19 0,0-8-19 15,4 1-17-15,-2-2-13 0,5 0 7 0,-2 2 15 16,0 0 0-16,-1 2 17 0,0 4 16 0,0 5 28 0,-1-3 41 15,-1 2 23-15,-2 5 39 0,-2-2 30 0,-1 1 28 16,-1 6 13-16,0-2 12 0,0 3 1 0,-1-1-10 16,2 2-17-16,-4 2-13 0,0 2-12 15,0 0-9-15,0 0-11 0,0 0-7 0,0 0-7 16,-12 12-3-16,8-2-4 0,-1 3-1 0,-2 3 4 0,1 2-10 16,1 1-1-16,4 1-3 0,-2 6-1 0,2 0-4 15,2-4-3-15,2 4-3 0,3-4 0 0,0-3 0 16,5 8-5-16,2 0-28 0,0-3-21 0,-2-5-19 15,2 1-25-15,-2-2-35 0,1 0-31 0,0-2-32 16,2-3-29-16,2-1-43 0,-7-2-148 0,0-2-423 16,-1-5 188-16</inkml:trace>
  <inkml:trace contextRef="#ctx0" brushRef="#br0" timeOffset="15854.6">8607 3244 174 0,'-7'-4'299'15,"1"-3"-8"-15,1 5-19 0,2-2-16 0,0 0-28 16,3 4-25-16,0-4-17 0,0 4-24 0,11-4-26 16,0 3-43-16,4 0-45 0,3 0-50 0,5 1-58 15,8 0-78-15,-1-2-220 0,3 1-389 0,-3 0 172 16</inkml:trace>
  <inkml:trace contextRef="#ctx0" brushRef="#br0" timeOffset="16306.8">9341 2981 284 0,'0'-6'352'16,"-1"1"-14"-16,-2 0-23 0,-1-1-25 0,0 1-29 0,-6-2-24 16,3 3-22-16,-2-1-18 0,-5 1-25 15,2 1-19-15,0 3-12 0,-2-1-22 0,3 2-6 16,-3 2-15-16,1 1-13 0,3-1-5 0,1 4-5 16,0-1-9-16,6 1-8 0,-3 2-4 0,5 2-10 0,1-2 0 15,3 5-7-15,2-2-5 0,3 2 4 0,7 0-3 16,-1 1-1-16,2-1-12 0,2 6-1 15,5-2-1-15,-7-3-1 0,9 2 0 0,-8-6 8 16,1 2-17-16,-3-1 0 0,1 3 1 0,-5-4-1 16,-4-1 5-16,4 0-8 0,-6-2 3 0,1 3 0 0,-2-5-3 15,-4 0 5-15,0 1 1 0,0 3 4 0,-4-4 2 16,-2 0-2-16,1-2 0 0,-7 1 1 16,1 0 4-16,-4 1-7 0,5-4-1 0,-1-1-2 0,-2 1 3 15,5 1-16-15,-2-3-21 0,2 0-25 0,1-3-45 16,3 1-43-16,-1-2-27 0,1-3-32 0,4 2-48 15,0-2-41-15,6-4-235 0,0 0-564 0,6-4 250 16</inkml:trace>
  <inkml:trace contextRef="#ctx0" brushRef="#br0" timeOffset="16524.23">9572 2858 118 0,'0'0'297'16,"-4"-5"-15"-16,4 5-24 0,0 0-22 0,-7 0-22 15,7 0-11-15,-5 8-3 0,2-3 0 0,3 3 4 16,0 2-6-16,0 1-12 0,0 2-15 0,6 4-13 16,-1 1-14-16,-1 0-16 0,4 1-8 0,-1 0-10 15,6 5-7-15,-3-6-13 0,0 3-13 0,3 2-46 16,-6-5-29-16,3 1-27 0,2 1-25 0,-7-2-27 16,3 0-29-16,2-1-32 0,-7-4-37 0,2-1-34 15,-1 0-44-15,0-2-197 0,-4-3-487 0,0 0 216 16</inkml:trace>
  <inkml:trace contextRef="#ctx0" brushRef="#br0" timeOffset="17444.16">9565 3161 38 0,'3'-7'148'0,"1"1"1"0,7 0-11 0,0 0-12 16,1 0-5-16,7 2-17 0,0-4-2 0,1 2-11 15,4 2-13-15,4 0-6 0,1-1-6 0,-5 2-8 0,8 1-18 16,-2-1 16-16,-6 1-13 0,-4 1-4 0,0 1-7 15,-6-3-1-15,3 1 2 0,-5 2 9 16,-3 0 10-16,1-1 10 0,-6 1-2 0,4-1 11 16,-8 1 1-16,6-1 1 0,-6 1-8 0,0 0-4 0,0 0-2 15,0 0-3-15,-29 3-5 0,19-1-3 0,-4-1-2 16,-3 4 0-16,-3 2-8 0,2-1 3 0,0 1-3 16,0 0-7-16,5 1 2 0,1-2-11 15,1 3 4-15,0-3-6 0,2 1 4 0,-1 2-5 16,3-2-1-16,0 1 0 0,6-1-2 0,-4-2-2 0,5 1 0 15,-1-2-1-15,2 0 1 0,3-1 1 0,-3-1 1 16,-1-2-3-16,14 3 0 0,-9-5-1 0,9 1-1 16,-5 0 1-16,0-2-2 0,3-1-1 15,-1 0 0-15,0-2 1 0,1 1-1 0,-3-2 1 0,1 2 8 16,1-2 8-16,-3 0 2 0,0 3 11 0,-2-2 5 16,0 3 4-16,-2 1 4 0,-1-1-7 0,0 0 7 15,-3 3-22-15,4-3-4 0,-4 3-8 0,0 0 2 16,0 0-3-16,0 0-4 0,0 0-2 0,3 11-4 15,-3-8-9-15,1 1-1 0,-1 2-15 0,4 0-7 16,-1-2-7-16,3 3-7 0,0-2-5 0,2 3-16 16,3-3-13-16,1 0-10 0,2 0-11 0,1-2-27 15,3 2-18-15,-4-4-15 0,6 0-9 0,-1-1-12 16,0-1 9-16,-6-3 4 0,-2 3 17 0,3-3 15 16,-2-1 7-16,-4-1 11 0,3-1 7 0,-3-2 10 15,-4-1 3-15,0 1-1 0,0-3 0 0,-2-3-62 16,-1-4 133-16,-4 2-52 0,-2-4 7 0,2 1 20 15,-1 0 17-15,-3-7 27 0,2 7 31 0,-2 1 37 16,-5-7 28-16,8 6 24 0,-6 4 22 0,2-1 18 16,1 1 11-16,3 0-2 0,-4 1 6 0,3 5 1 15,0-1 8-15,0 0 15 0,1 3-14 0,1 1-13 16,2 2-10-16,-2-1-21 0,0 1-15 0,2 3-18 16,1 2-10-16,0 0-14 0,0 0-8 0,0 0-11 15,0 0-1-15,4 16-8 0,-4-3-5 0,4 0-3 16,2 5-5-16,-2 1-2 0,1-1-6 0,2 10 0 15,1-2-4-15,-2 1-6 0,-1 2 0 0,3-1-2 16,-5-6 0-16,4 5-2 0,-2 0 7 0,-1-2-10 16,-1-4-7-16,5 0 7 0,-4 0-10 0,-1-3 3 15,5 0-1-15,-5-1 1 0,2-1-3 0,2-3 2 16,0-1-2-16,-3-4 2 0,7 0-3 0,0-1 4 0,-3-4-1 16,6 4-2-16,-1-6 1 0,2-2 0 15,-3-3-4-15,2 1 3 0,4-2-1 0,1-2-2 16,-3-1-1-16,-2-2 4 0,5-1-2 0,-6-1-10 15,4-2-4-15,0 2 1 0,-6-1 3 0,0 0 2 0,-4 3-1 16,1-1 7-16,-4 3 12 0,-1-1 9 0,-2 3 8 16,3 1-3-16,-4-1 5 0,0 3-6 15,0-1-5-15,0 4-1 0,0 0-1 0,0 0 10 16,-8-1-18-16,8 1-3 0,-10 5 2 0,5-2-2 0,1 3 0 16,-3 1-4-16,3 1 2 0,0 1 5 0,3-3-5 15,1 2-2-15,-3 0 5 0,4-2-4 0,-1 1 1 16,3 0-3-16,1-1-4 0,-1 1 8 0,0-2-26 15,3 0 4-15,5-1-37 0,0 1-31 16,0-2-41-16,3-2-40 0,-2-1-54 0,1-1-56 0,2-2-289 16,-4-2-610-16,4 0 271 0</inkml:trace>
  <inkml:trace contextRef="#ctx0" brushRef="#br0" timeOffset="17628.93">10172 2967 10 0,'-14'-2'397'0,"6"1"-22"16,0 0-20-16,4-4-31 0,1 1-32 0,3 4-32 15,0-6-27-15,3 1-27 0,1 0-18 0,8 0-21 16,0 0-29-16,-1-1-56 0,7 2-58 0,-2-2-71 16,-2 4-70-16,9-4-104 0,-12 4-224 0,4-1-481 15,-1 1 213-15</inkml:trace>
  <inkml:trace contextRef="#ctx0" brushRef="#br0" timeOffset="18999.68">11751 2710 264 0,'0'-13'296'0,"-3"1"-8"0,2 2-12 0,-6 0-18 15,-2-6-19-15,-1 10-21 0,-2-1-17 0,-2 3-22 16,-9-2-13-16,1 5-13 0,3-4-16 0,-2 9-10 15,-4-2-12-15,6 1-15 0,-4 4-7 0,1 0-13 16,1-1-7-16,3 5-7 0,0-5-6 0,3 8-5 16,0-2-8-16,6-2-3 0,0 5-4 0,4-2-6 15,0 4 1-15,10-1-3 0,-2 4-5 0,5-1 0 16,3 5 1-16,6-4-3 0,0 3 0 0,3-2-8 16,2-1-2-16,0-1-1 0,-1 0 1 0,1 0 4 15,-7-5-5-15,1 1-5 0,1 0 2 0,-2 0-6 16,-3-2 1-16,0 1 5 0,-5-4-3 0,1 0-4 0,-5 2-1 15,0-2-2-15,-1 1 14 0,-3-3-9 16,0 0-6-16,-5 2 6 0,1-1-1 0,-5-2 6 16,-1 1-7-16,-1-3-5 0,-3 1 1 0,-3 0 1 15,-2-1 5-15,6-2-9 0,-2 1-25 0,2-2-25 16,1-2-25-16,2 2-27 0,3-1-40 0,-1-1-60 16,3-3-72-16,6 3-244 0,0 0-562 0,1-6 249 15</inkml:trace>
  <inkml:trace contextRef="#ctx0" brushRef="#br0" timeOffset="19468">12012 3202 71 0,'0'0'309'0,"0"-5"-8"15,0 5-9-15,2-3-10 0,-2 3-11 0,0 0-24 16,-2-7-19-16,2 7-11 0,-5-2-32 0,5 2-18 16,-14-2-20-16,9 2-15 0,5 0-8 15,-14 3-21-15,6 0-4 0,-3-1-10 0,1 2-11 0,2-2-5 16,-1 5-3-16,2-4-16 0,2 2-3 0,-1 0-5 15,-2 0-2-15,4 0-7 0,4 1-2 0,-3 1-6 16,3-1 8-16,0 1-3 0,3 3-6 0,1-1 4 16,4-2-8-16,0 3 1 0,3-2-1 0,5 5-8 15,0-2 13-15,-2-1-16 0,4 0 1 0,-3-2 0 16,-5 0 0-16,3 0-5 0,-2 0 1 0,0-1-3 16,-3 1-2-16,-3-3 1 0,4 3-4 0,-5-1-1 15,-3-1-2-15,2-1 0 0,-3 0 1 0,-3 2 4 16,-1-2-1-16,-3-2 5 0,-2 2-3 0,-3-2-3 15,1 0-5-15,-3 1-21 0,0-3-22 0,2 0-23 16,-7 0-23-16,4 0-25 0,3-1-23 0,1-1-31 16,-1-1-41-16,6-2-44 0,1-1-39 0,2 1-159 15,2-2-491-15,-1 1 218 0</inkml:trace>
  <inkml:trace contextRef="#ctx0" brushRef="#br0" timeOffset="19668.71">12106 3127 166 0,'0'0'242'0,"4"-3"-30"0,-4 3-21 0,0 0-15 16,0 0-15-16,7 8-9 0,-7-3-5 0,0 1-12 15,0 1-9-15,0 2-1 0,1 0-16 0,-1 4-7 16,4-2-10-16,2 1-10 0,-2 1-6 0,1 0-9 16,-1-2-2-16,3 2-4 0,3 1-9 0,-2 2 5 15,4-1-14-15,-4-6-18 0,-1 3-31 0,1-4-35 16,-5 2-40-16,1-2-45 0,1-5-37 0,-2 3-32 0,1-2-147 15,-5-2-371-15,1-2 164 0</inkml:trace>
  <inkml:trace contextRef="#ctx0" brushRef="#br0" timeOffset="20220.32">12105 3316 93 0,'4'-1'106'0,"1"0"-13"15,7 0-9-15,2 1-2 0,2-1-9 0,3-2 0 16,3 2-13-16,8 2-3 0,0 0-4 0,-7-2-7 15,1 0 2-15,-3 2-9 0,3-2-10 0,-2 2-2 0,-3-1 3 16,-1-2-7-16,-3 2 8 0,-3 0 11 0,-1-2 7 16,-3 2 27-16,-1 0 14 0,1-1 13 0,-8 1-15 15,6-2-11-15,-6 2-7 0,0 0-6 16,0 0-14-16,0 0 3 0,0 0-3 0,0 0-9 16,-26 3-2-16,16-1-4 0,-1-1-1 0,1 3-11 0,-3-2 1 15,1 4 0-15,1 1-6 0,-1-3 1 0,0 3-5 16,2 0 6-16,0-1-5 0,1 0-3 0,2 4-2 15,5-5 4-15,-3 1-2 0,1-1 2 16,4 0 0-16,0 2 0 0,4-2-2 0,2-1-1 0,1-3 0 16,1 0 0-16,1-1 0 0,4-1-2 0,-1 0 2 15,1-2-4-15,2-1-1 0,-2 0 2 0,-1-1-1 16,4 0-1-16,-5 0 2 0,0 0 3 0,-2 0 12 16,1 0 9-16,-3 1 2 0,-2 0 0 0,1-2 1 15,-2 3-4-15,1 1-2 0,-5 2-5 0,6-5-5 16,-6 5-6-16,4-2-1 0,-4 2 2 0,0 0-6 15,0 0 1-15,0 0 0 0,0 0-4 0,4 10 1 16,-3-6 3-16,0 0-8 0,2-2 4 0,-3 2-4 16,3 0 1-16,0 0-2 0,1 0 2 0,0-2 3 15,1 2-2-15,1-1-2 0,2-2 4 0,-1 2-6 16,-2-2 5-16,7-1 0 0,-5-2-1 0,3 2 0 16,3-3 7-16,-6 0-8 0,1 2-1 0,2-2 4 15,-1 0-4-15,-2 1 2 0,0 0 0 0,-3 1 0 16,2-2-1-16,0 0-1 0,-2 1-2 0,0 0-1 15,-4 2 0-15,0 0-11 0,10-1-14 0,-10 1-18 16,4 4-13-16,-4-4-9 0,7 3-32 0,-3-1-20 16,0 0-9-16,1-1-31 0,4 0-15 0,-4 0-144 15,2 2-344-15,2-1 153 0</inkml:trace>
  <inkml:trace contextRef="#ctx0" brushRef="#br0" timeOffset="20454.75">12892 3150 234 0,'0'0'312'0,"0"-5"-26"15,0 5-30-15,-5-3-28 0,5 3-25 0,0 0-22 16,0 0-20-16,0 0-12 0,-6 16-15 0,5-7-11 16,1 1-14-16,0 2-9 0,0 6-11 0,1 0-4 15,3-2-12-15,-2 2-3 0,3 10-8 0,-1-8-3 0,2 4-5 16,2 4-6-16,-3-2-1 0,7-2-5 15,-7-6-5-15,4 0-23 0,-5-6-22 0,4 5-39 16,-1-4-50-16,-3-6-53 0,2 4-59 0,-2-7-51 16,-1 2-138-16,-2-5-431 0,-1-1 191 0</inkml:trace>
  <inkml:trace contextRef="#ctx0" brushRef="#br0" timeOffset="20605.37">12819 3272 175 0,'-7'-5'312'15,"0"-1"-5"-15,3 3-14 0,0-2-7 0,-3 2-19 16,3 1-24-16,3-2-16 0,1 4-23 0,-4-6-23 16,4 6-24-16,0-5-23 0,0 5-32 15,5-2-61-15,-5 2-56 0,11-3-71 0,-3 2-85 16,3-1-74-16,2-3-157 0,1 0-436 0,4 0 193 0</inkml:trace>
  <inkml:trace contextRef="#ctx0" brushRef="#br0" timeOffset="20973.34">13569 2384 335 0,'0'-7'406'0,"2"-1"-6"0,-1 0-29 15,0 1 13-15,-1 0-7 0,3 2-23 0,0 0-38 16,-3 2-27-16,0 3-37 0,0-6-32 0,0 6-24 16,0 0-22-16,0 0-14 0,0 0-17 0,0 19-17 15,1-7-7-15,2 0-14 0,1 14-12 0,0 1-10 16,4 2-6-16,-2 4-8 0,2 2-4 0,3 0-6 15,1 1-12-15,3-2-16 0,-3 1-24 0,-5-2-27 16,8 0-26-16,-3-2-8 0,-1-1-40 0,0-3-45 16,1-1-36-16,-5-6-44 0,-1-4-49 0,2-4-56 15,-3-1-44-15,-1-1-225 0,-2-5-640 0,-2-2 284 16</inkml:trace>
  <inkml:trace contextRef="#ctx0" brushRef="#br0" timeOffset="21342.45">13537 2765 256 0,'-7'-5'270'0,"3"1"6"0,0 0 10 16,4 4 2-16,-6-5-7 0,4 2-17 0,2 3-23 15,-3-6-21-15,4 2-28 0,-1 4-9 0,9-5-23 16,-4 3-12-16,7 0-19 0,-1-1-9 0,1 2-19 16,3 1-11-16,8 0-6 0,-5 1-7 0,1 1-13 15,-1-1-5-15,2 3-2 0,-1 0-8 0,-1 1 0 16,2 0-10-16,-6-1-11 0,6 4-1 0,-6 0 2 15,-2-1-5-15,0 1-6 0,-1 0 1 0,0 0-11 16,0 2 4-16,-2 0 2 0,-2 1-4 0,0-1 2 16,0-1-2-16,-1 0 2 0,0-1-1 0,-2-2 4 15,-1-1 1-15,2 0-27 0,0-1 16 0,-4-1 4 16,3 1 9-16,-3-2 33 0,-1-2 17 0,7 2 6 16,-7-2 2-16,0 0-8 0,0 0-9 0,12-4-6 15,-3-2-2-15,-4 1-4 0,0 0-12 0,6-1 2 16,-4-3-2-16,-1-2-2 0,-1 4-6 0,2-5-7 15,-2 0 0-15,-1 4-7 0,-1-3 2 0,1 0-14 16,-4-1-25-16,2 1-25 0,-4 4-28 0,2-3-44 0,-4 3-32 16,-1-2-26-16,-2 2-25 0,-4 1-34 15,0 0-45-15,-1 0-51 0,-2 3-231 0,-1 0-613 16,-4-2 271-16</inkml:trace>
  <inkml:trace contextRef="#ctx0" brushRef="#br0" timeOffset="21792.8">14810 2458 264 0,'4'-11'375'0,"2"2"-2"0,-4 0-3 0,2 2-4 16,-2 0-11-16,2 2-17 0,-3 1-27 0,0 0-37 15,2 2-34-15,-3 2-30 0,0 0-20 0,0 0-21 16,0 0-15-16,10 17-18 0,-9-5-18 0,3 6-5 16,2 8-12-16,0 3-11 0,1 2-6 0,1 2-10 15,-1 2-2-15,7-2-12 0,-2 5-6 0,1-4-5 16,0 2-3-16,2-2-8 0,-2-1-4 0,2 1-16 16,0-5-29-16,-1-1-22 0,1-3-40 0,-4-9-20 15,-2 0-47-15,-1-4-36 0,-1-5-27 0,-3-1-40 16,0-5-61-16,2 1-42 0,2-4-230 0,-8 2-624 15,4-12 276-15</inkml:trace>
  <inkml:trace contextRef="#ctx0" brushRef="#br0" timeOffset="21994.4">14901 2453 360 0,'-1'-5'388'16,"-2"2"12"-16,1-2 1 0,2 0 3 0,0 5-15 0,0-8-17 15,0 3-28-15,2 0-28 0,1-1-34 16,-2 1-28-16,3 0-25 0,4 0-27 0,-1 1-16 16,5-1-22-16,-1 0-20 0,4 1-40 0,4 2-40 15,-5-3-47-15,6 4-56 0,2-1-50 0,2 2-53 0,-2 0-53 16,-3 2-63-16,3-2-82 0,-2 5-320 16,-5-2-714-16,0 0 315 0</inkml:trace>
  <inkml:trace contextRef="#ctx0" brushRef="#br0" timeOffset="22194.33">14987 2668 135 0,'-6'6'270'0,"2"-2"-4"0,-1-2-3 16,2 2-6-16,3-4-1 0,-3 1-9 0,3-1-4 0,0 0-19 15,4 7-17-15,3-6-24 0,1 0-14 0,3 1-17 16,3 1-11-16,6-1-14 0,-1 0-9 15,0 2-41-15,3-1-39 0,0-1-46 0,-3 2-50 16,4-1-59-16,-1-2-83 0,9 0-58 0,-14 0-198 0,6-1-493 16,-3 0 218-16</inkml:trace>
  <inkml:trace contextRef="#ctx0" brushRef="#br0" timeOffset="23064.08">15305 2756 84 0,'0'0'336'0,"0"0"-13"0,0 0-12 0,0 0-20 16,0 0-17-16,0 0-24 0,0 0-13 0,0 0-32 16,0 0-22-16,14 4-19 0,-14-4-16 0,13 2-15 15,-6 1-13-15,-1 1-14 0,3-2-14 0,-2 2-8 16,4 0-7-16,2 2-1 0,-6-2-12 0,3 4-5 15,-1-1-10-15,3-1-3 0,-1 3-9 0,-4-5 0 16,4 6 6-16,-3-3-10 0,3-1-16 0,-7 2-8 16,1-1-5-16,1 1-8 0,-5-3-1 0,3 1 0 15,-1-2-5-15,-2 0 3 0,-1-2 4 0,0-2 0 16,-1 5-1-16,1-5 7 0,0 0 6 0,0 0-9 16,0 0 0-16,0 0 6 0,-11-7 5 0,8 1 9 15,3 6-12-15,3-10 0 0,-6 4 1 0,6-2-1 16,1-4-5-16,0 4-3 0,2-3-10 0,4 4-8 15,0-6-20-15,1 4-3 0,0 0-4 0,0 1 0 16,0 2 4-16,1-2 2 0,-3 4 6 0,0 3 0 16,1-1 4-16,-3 0 0 0,1 4 4 0,-8-2 0 15,15 1 3-15,-9 1 2 0,-2 2-1 0,0 2 2 16,0-1 3-16,0 2 5 0,0-3-1 0,3 4 8 16,-3 2-6-16,2-2 1 0,2 2 3 0,-3 0-3 15,5-1 2-15,-5-1 2 0,5 1 1 0,-2 0 0 16,1-4-3-16,0 2 10 0,-3-1-14 0,1-2-5 15,1-2 3-15,-1 1-3 0,-3-2-6 0,3 1-5 16,-7-2 0-16,9-1-7 0,-9 1 2 0,7-4-1 16,-5 2 1-16,-2 2 7 0,-5-11-2 0,4 5 3 15,-7-3 2-15,1 4 2 0,-1-4 6 0,-2 0-2 0,1 0 5 16,0 0 7-16,0 0 10 0,0-1 4 0,1 1 15 16,-1 0-5-16,3 0 7 0,-4 2 6 15,6 1-1-15,0 0 2 0,4 1-5 0,-5 0-1 16,5-1-4-16,-2 1-6 0,2 5 1 0,4-6 0 0,-1 4-5 15,3 0-4-15,1 2-1 0,-7 0-1 0,16 0 1 16,-8 3-2-16,5-2 0 0,-2 3-8 0,0 2 1 16,1-2-2-16,3 5 0 0,-4-3-8 15,7 4-1-15,-3 0-1 0,-4-2 1 0,2 3 0 16,-3-3 0-16,-2 3 0 0,0-2-3 0,0 2 3 0,-2-1 5 16,3-3 3-16,-5-2-7 0,1 2 0 0,1-3 2 15,-2 1 2-15,-1-2 15 0,-2-1-7 0,-1-2 8 16,0 0 10-16,10 0 1 0,-10 0 10 0,0 0 8 15,4-9 6-15,-2 4 3 0,0-2 0 0,5 2 7 16,-6-7 2-16,3 4 4 0,2-4 5 0,1 1-3 16,-2 0 7-16,9-5-6 0,-9 4 3 0,2 1-4 15,-3-1-8-15,4 3 7 0,0-1-10 0,-2 2-7 16,-4 2-9-16,4 1-1 0,-3 1-7 0,2 0 5 16,-1 3-14-16,-4 1-7 0,8 0-9 0,-8 0-13 15,7 4-13-15,-1 0-16 0,-1 1-16 0,0 1-15 16,1 3-20-16,1 1-17 0,-2-1-15 0,3 3-18 15,3 1-25-15,0 0-28 0,1-2-24 0,1-1-23 16,4 1-32-16,-2 0-160 0,-1-4-468 0,2-2 207 16</inkml:trace>
  <inkml:trace contextRef="#ctx0" brushRef="#br0" timeOffset="23382.87">16268 2318 338 0,'-4'-10'384'0,"1"5"-1"16,3 1-17-16,-3-3-19 0,1 3-31 0,2 4-34 16,-6-2-35-16,6 2-30 0,0 0-23 0,0 0-13 15,0 0-24-15,0 13-9 0,6-6-20 0,-2 8-13 16,1 3-18-16,4 1-5 0,-3 5-3 0,5 1-14 15,-3 6-5-15,3 2-7 0,-3 2 1 0,3-2-10 16,1 1-2-16,-1 0-10 0,-1 2-4 0,3-2-19 16,-2-4-20-16,0 0-5 0,1-1-27 0,2-3-31 15,-6-7-26-15,0-1-23 0,-1-1-34 0,-1-5-30 16,-5-4-21-16,3-2-17 0,1-1-34 0,-1-3-22 16,-1-1-11-16,-3-1-170 0,0 0-490 0,2-10 216 15</inkml:trace>
  <inkml:trace contextRef="#ctx0" brushRef="#br0" timeOffset="24201.44">16412 2740 80 0,'-8'-16'21'0,"-1"0"15"0,4 4 17 16,1 1 25-16,0 0 13 0,0 0 27 0,1 0 30 16,3 6 14-16,-2-1-1 0,0-2-3 0,6 4-10 15,-4 0-13-15,2 2-9 0,-2 2-11 0,5-5-11 16,2 3-7-16,-7 2-5 0,12 2-12 0,-4-1-1 0,3 3-5 16,-4-1-13-16,5-1-3 0,-3 3-8 15,5 1-2-15,-3 1-6 0,4 3-1 0,-4-1-9 16,0-1-1-16,5 4-3 0,-2-1-4 0,-4-1 0 15,-1 0-5-15,1 1-1 0,-1 2 1 0,5 2-2 0,-5-5-1 16,-5 0-1-16,5-2-3 0,-3 0 1 0,-2-1-3 16,0 0-5-16,-1-3 4 0,1 1 2 15,-1 0 4-15,-3-3 3 0,4-1 6 0,-4-1 7 16,8 1 11-16,-8-1 3 0,0 0 1 0,4-4 6 16,0-1-2-16,-1 1-4 0,3-1-4 0,-4-3 0 0,1 2-7 15,4 0 4-15,1-3-10 0,-3 2-5 0,1-2-2 16,-1 1-5-16,3 0 2 0,0 2-1 15,-5 2-7-15,4-1 1 0,-1 1-3 0,-5 0-6 16,4 2 1-16,1-1 0 0,-6 3-2 0,0 0-1 0,8 0-2 16,-8 0-3-16,8 0-7 0,-4 3-11 0,3-1-7 15,-2 2-6-15,-2-2-10 0,4 3-3 0,1 0-5 16,0 0 4-16,0-3-6 0,-1 4-1 16,3-4 4-16,-2 1 1 0,0-1 4 0,0-1 1 15,4-2 4-15,-3 1 0 0,-1-1 2 0,-3-2-1 0,5 0 8 16,-8-2-5-16,5-1 4 0,-1 1 4 0,-2-4 2 15,1 0 5-15,-5-1 1 0,5 3 14 0,-5 0 14 16,2-1 10-16,-2 1 11 0,-2 2 3 0,1-4 3 16,-3 3-4-16,0 0-3 0,0 2-5 0,0 0 4 15,-3 0-6-15,0 2-2 0,-1 1-1 0,8 1-5 16,-16 3 0-16,6 0 2 0,0 2-4 0,4-3-1 16,-2 5 1-16,2-1-3 0,4-1-1 0,-1 5 4 15,-1-3-4-15,1 1 3 0,2 1-3 0,1-2 1 16,1 1 1-16,1 0 0 0,3-2-1 0,0 3 3 15,1-1-1-15,6-2 1 0,-2-1-1 0,-1 0-4 16,1-1 0-16,-1-2 0 0,6 0-2 0,-4-2 3 16,5 2-4-16,-2-2-4 0,1-2 0 0,3 1 0 15,-4 0 0-15,-1-2 0 0,6 0 1 0,0 1 1 16,-6-1-2-16,1 0 9 0,2 0-2 0,-5 1 9 16,4 0 8-16,-7-1 6 0,2 2-2 0,1 0-4 15,-6 1-5-15,2 1-3 0,-1 0-1 0,-1 1-1 16,2-1 1-16,-1 2-4 0,-1-1-2 0,0 2 0 15,-1 0-1-15,-1-2-2 0,1 2 1 0,0-1-2 16,-3 1 3-16,3 0 1 0,-4-4 2 0,3 3 3 16,-3-3 9-16,3 4 17 0,-3-4 18 0,4 1 13 15,-4-1 39-15,0 0 18 0,3 3 25 0,-3-3 19 16,0 0 0-16,0 0-19 0,0 0-7 0,0 0-9 16,5-13-10-16,-3 10-15 0,2-4-7 0,-1-1-9 15,2 2-11-15,2-3-7 0,-2 1-7 0,3-3-7 16,0 1-4-16,0-2-11 0,6-2-32 0,-5 4-6 15,2-3-31-15,-2 3-29 0,1 1-36 0,-3-3-65 16,3 3-45-16,-6 0-58 0,3-1-72 0,-5 4-79 16,-3-5-228-16,-3 4-687 0,-3-2 305 0</inkml:trace>
  <inkml:trace contextRef="#ctx0" brushRef="#br0" timeOffset="24585.89">16740 2418 172 0,'0'0'405'0,"-14"-4"-11"0,10 3-27 0,4 1-34 15,0 0-32-15,-4-3-28 0,4 3-21 0,-4-3-32 16,4 3-20-16,0 0-10 0,0 0-36 0,0 0-27 0,0 0-27 15,0 0-14-15,0 0-6 0,0 0-10 16,-9 4-8-16,9-4 6 0,0 0-32 0,0 0-16 16,5 8 12-16,-5-8-5 0,4 5-6 0,-4-2 0 15,0-3-6-15,3 2 4 0,-3-2 0 0,0 0 7 16,2 3-20-16,-2-3 8 0,0 0 3 0,0 0 0 0,0 0-5 16,0 0 6-16,0 0-5 0,0 0-4 15,0 0 4-15,6-8 10 0,-6 8-14 0,1-5 5 16,-1 1-9-16,0 4 12 0,0-5-3 0,0 5-1 15,0-5-2-15,0 5-2 0,-1-5 0 0,1 5-2 0,0 0 2 16,1-5-42-16,-1 5-43 0,0 0-37 0,0 0-39 16,0 0-39-16,-8-1-68 0,8 1-68 15,0 0-206-15,-12 3-578 0,12-3 255 0</inkml:trace>
  <inkml:trace contextRef="#ctx0" brushRef="#br0" timeOffset="29152.33">17929 2283 255 0,'0'-21'354'0,"-6"1"-3"0,1 2-8 15,-1-1 9-15,-2 0-5 0,0 3 5 0,0 2-7 0,2 2-5 16,-2 0-15-16,4 6-21 0,2-4-25 0,-3 3-29 16,1 5-26-16,3-3-32 0,-2 2-18 15,3 3-20-15,0 0-16 0,-9 8-18 0,2-2-12 16,0 7-8-16,2 2-11 0,-1 3-8 0,-2 10-7 0,1 1-7 15,2 1-6-15,-2 1-6 0,1 2-3 0,5 4-6 16,-3-1-1-16,0 1-11 0,0 12 2 0,1 1-4 16,3-13-4-16,0-1 0 0,0-2-3 15,0 2-2-15,2-2-4 0,-1-1 2 0,6-1-19 0,2-1-14 16,2-1-17-16,-1 0-28 0,5-2-22 0,3-3-38 16,0-2-42-16,8-3-41 0,3-1-54 0,-1-4-66 15,-1-2-80-15,3-1-367 0,2-3-830 0,0-8 367 16</inkml:trace>
  <inkml:trace contextRef="#ctx0" brushRef="#br0" timeOffset="30105.08">18316 2404 110 0,'0'-5'413'0,"-1"1"12"0,1-2-3 16,0 6-13-16,-3-6-29 0,3 4-36 0,0 2-37 16,-1-5-35-16,1 5-33 0,0 0-29 0,0 0-23 15,0 0-17-15,4 11-22 0,-3-1-6 0,5 6-17 16,-1 1-13-16,-1 4-9 0,6 7-9 0,-5 3-9 15,5 0-7-15,-2 0-10 0,1-2-8 0,-2-2 0 16,0 6-11-16,-3-5-19 0,0-2-30 0,3 1-30 0,-4-7-30 16,1 1-32-16,-3-1-31 0,-1-1-27 15,-1-2-34-15,1-4-38 0,0-2-51 0,-2 1-51 16,2-3-274-16,-2-4-647 0,-5-1 287 0</inkml:trace>
  <inkml:trace contextRef="#ctx0" brushRef="#br0" timeOffset="30456.95">18206 2341 298 0,'-5'-11'424'0,"-1"2"8"0,3-4-7 15,2 5-17-15,-2-4-5 0,0 2-14 0,0 2-21 16,1-2-21-16,5 1-38 0,-3 2-19 0,0-2-30 0,4 2-19 15,0 0-27-15,0 0-27 0,0 2-18 0,3 0-22 16,3 0-14-16,3 1-22 0,-2 2-4 0,5 1-14 16,-3 1-10-16,7 5-17 0,-1-1-15 15,2 4-13-15,-1 0-12 0,-1 3-13 0,-3 1-16 0,5 0-19 16,-5 3-7-16,7 4-5 0,-10-4-12 0,1 1-3 16,-4-1-8-16,2 0-2 0,-1-1-5 0,-7 0 3 15,0 0-7-15,-2-1 10 0,-4-2 4 0,2 1 1 16,-4 1 2-16,-1-4 15 0,-5 4-4 0,-1-5 7 15,-4 7 1-15,0-4-11 0,-4-2-31 0,0 1-25 16,-1-3-28-16,1-1-33 0,-2 0-28 0,-2-1-40 16,4-1-53-16,8-2-65 0,0 3-261 0,-2-4-656 15,9 1 290-15</inkml:trace>
  <inkml:trace contextRef="#ctx0" brushRef="#br0" timeOffset="30993.18">18568 2608 169 0,'8'2'324'15,"-8"-2"-11"-15,7 3-12 0,-7-3-17 0,9 0-25 16,-9 0-25-16,9 0-20 0,-9 0-18 0,8 1-21 16,-4 0-19-16,1 2-16 0,-1-1-10 0,0 2-18 15,-1-2-11-15,3 4-7 0,-2-1-9 0,0 0-8 16,-1 0-9-16,3 3-7 0,-2 0-3 0,-1-3-9 16,1 6-4-16,-1-4-2 0,0 3-3 0,-2-3-4 15,-1 4-5-15,1-4-1 0,-2 1-4 0,1-2-1 16,-1 1 4-16,-1-2-16 0,1 0-1 0,-3 0 2 15,2-2 1-15,2-3-2 0,-4 5-1 0,4-5 0 16,0 0 0-16,0 0 5 0,0 0-2 0,0 0-2 16,-2-14-17-16,4 6 15 0,1-1-4 0,4-1 0 15,-3-2 3-15,3 1-6 0,6-4 2 0,-2 1 13 16,0-3-25-16,1 4 6 0,-1 2 3 0,-1 3 3 16,-1-1-10-16,2 1 8 0,-3 2-7 0,0 2 4 15,-2 0 6-15,-2 0-11 0,3 1-5 0,-2 1 0 16,-5 2 4-16,0 0-4 0,14 5 4 0,-10 0 2 15,0 4 6-15,0-3-8 0,1 5-13 0,1-1 8 16,-3 0 5-16,1 0 5 0,0 3-2 0,0-1 8 16,0-1-8-16,3 0-13 0,-2-3-14 0,2 3-16 15,0-2-19-15,0-4-23 0,1 1-23 0,1-1-39 16,0-2-37-16,1-2-39 0,1 0-30 0,2-2-226 16,0 0-519-16,-3-3 230 0</inkml:trace>
  <inkml:trace contextRef="#ctx0" brushRef="#br0" timeOffset="31610.64">19064 2615 61 0,'0'0'211'0,"0"-7"2"16,-1 5-21-16,1 2-15 0,-3-4-15 0,3 4-18 15,0 0-10-15,0 0-10 0,0 0-6 0,-17 6-5 16,14 0-6-16,0-1-8 0,-1 2-6 0,1 1-5 16,1 0 0-16,2-2-8 0,-2 7-7 0,-1-6-3 15,3 5-8-15,3-1-2 0,-1-3-6 0,-1 0-6 16,2 0 1-16,-2-1-5 0,3 0-4 0,0-1-7 0,2-2 3 15,0 1-3-15,1-1-5 0,-1-1-4 16,1-1-6-16,-2-2-12 0,-5 0-6 0,14-2-9 16,-9-2 0-16,1 0-8 0,-1-1-3 0,2-1 0 15,-2-1 4-15,-4-1-1 0,-1-3 2 0,2-1-1 16,-2 2 4-16,-3-1 2 0,2-1 0 0,-2 0 6 0,2 2 14 16,-1-3 7-16,-2 6 9 0,3-2 12 15,-2 0 10-15,2-1 9 0,0 3 7 0,-1 0 1 16,2 2-2-16,2-1-2 0,-2 2-15 0,2 1-3 15,1 0-4-15,2-1-7 0,-2 1 0 0,-3 3-2 0,14-1-6 16,-7 4-2-16,5 0-2 0,0 3-2 0,-1-1-3 16,0 0-4-16,5 2 0 0,-4-1 4 15,1 2-4-15,-3-1-3 0,3 2 2 0,-1-1 1 16,1 1-6-16,-3-2 3 0,0 3-2 0,0-4-1 16,0 3 0-16,-2-2-6 0,-1-2-3 0,-3 4-5 0,0-1-4 15,0-2 2-15,-4-1-2 0,1-2-1 0,-1 1 3 16,0-4-2-16,-4 8 8 0,3-5-3 0,1-3 4 15,-4 2 2-15,4-2 10 0,0 0 8 16,0 0 13-16,0 0 7 0,0 0 7 0,-9-12 10 16,11 9 15-16,-2 3-17 0,3-10 2 0,-1 2 0 0,0 2-11 15,1-4 1-15,2 3-10 0,2-5-1 0,-1 5-2 16,3-3-6-16,-1-1-2 0,2 4 2 16,-5 1-7-16,7-3-3 0,-2 3-1 0,-3-1-5 15,1 4 2-15,-3-1-5 0,1 3 0 0,0-1-5 0,0 1 12 16,-6 1-14-16,11 0 0 0,-7 3-1 0,-3 0-2 15,3 2 4-15,3 3-2 0,-1-1 1 0,-3 1 6 16,0 3-1-16,3-1 7 0,-4 2-39 0,1-2-16 16,1 2-23-16,3-1-21 0,0-1-25 15,-2 0-34-15,1-1-29 0,-2-2-42 0,5-1-53 0,1 0-238 16,-3-2-552-16,-2-1 245 0</inkml:trace>
  <inkml:trace contextRef="#ctx0" brushRef="#br0" timeOffset="32229.15">19560 2179 112 0,'-2'-9'393'0,"-1"2"2"0,3 1-6 15,0-2-28-15,0 4-41 0,0 0-28 0,0 4-30 16,-2-3-34-16,2 3-27 0,0 0-16 0,9 8-11 15,-2 4-42-15,2 3-15 0,1 3 5 0,0 5-13 16,2 3-10-16,-3 2-9 0,1 0-8 0,-1 3-8 16,1 1-7-16,-2 0 3 0,-2 0-19 0,4 1-7 15,-3 5-24-15,3-4-28 0,-5-3-17 0,3-2-12 16,-1-2-18-16,-3 1-14 0,2-8-13 0,-4-2-16 16,1-3-13-16,1-4-17 0,-3-1-11 0,2-2 6 15,-2-1 15-15,2-4 9 0,-3-1 7 0,0-2 7 16,0 0 5-16,0 0 13 0,7-8 7 0,-3 3 4 15,-2-3 13-15,-1-2 3 0,-1 0 14 0,3-3 11 16,-3 2 9-16,-2-2 9 0,1 0 7 0,0 0 6 16,-1 0 7-16,1 1 4 0,-2 1 5 0,0 2 7 15,1-1-1-15,0 2 2 0,-2 2-6 0,4 1 1 16,-3 1-8-16,2 0 2 0,-3 0-5 0,4 4-4 16,4-5 1-16,-4 5 0 0,5-1-4 0,-5 1 3 15,9 0-4-15,-9 0 1 0,9 3 0 0,3-1-2 16,-1 1 1-16,0-1 1 0,4 2 0 0,0-2-4 15,4 3 2-15,1-1-2 0,0 0 3 0,1 0 5 16,0 0 5-16,-1-2 4 0,-1 1 0 0,0 2-1 16,-5-1-1-16,0 1-4 0,-1-1 0 0,-2 1-4 15,1 3 0-15,-1-2-2 0,-3 3-1 0,2 4-2 16,-3-3 0-16,-1 3 4 0,-1 2-5 0,0 2 0 16,-1 1 2-16,1 1-2 0,-3 2 0 0,0-1 0 15,1 8 1-15,-1-2 0 0,0 1 1 0,1-1 0 16,-3-5-1-16,0-2 1 0,0 2-2 0,0-3 0 15,0 1 2-15,-1-7-1 0,-3 1 1 0,1-2 0 16,-1-3 0-16,1-1-1 0,-5 1 7 0,-2-3-16 16,-1-2-16-16,-2-1-27 0,-1-2-31 0,-6-2-56 15,0-5-82-15,-1 1-242 0,-8-7-496 0,-2-1 220 16</inkml:trace>
  <inkml:trace contextRef="#ctx0" brushRef="#br0" timeOffset="32430.09">19422 2306 206 0,'-8'-2'438'0,"4"-2"-35"0,0-1-29 0,-2 1-29 15,2 1-37-15,1 1-26 0,3 2-30 0,-5-3-22 0,5 3-36 16,-7-3-54-16,7 3-74 0,-4-2-66 0,4 2-65 15,0 0-72-15,0 0-88 0,-11 8-244 16,9-8-508-16,2 0 226 0</inkml:trace>
  <inkml:trace contextRef="#ctx0" brushRef="#br0" timeOffset="32598.86">18969 2258 208 0,'-15'-4'408'0,"2"0"-1"0,7 0-22 0,-6-2-30 0,5 5-34 16,3-3-26-16,-3 2-33 0,3 0-36 0,4 2-47 16,-4-3-54-16,4 3-69 0,0 0-70 15,0 0-88-15,12 8-116 0,-1-3-265 0,1 0-522 16,6 1 232-16</inkml:trace>
  <inkml:trace contextRef="#ctx0" brushRef="#br0" timeOffset="33150.82">20789 2411 78 0,'0'-7'389'0,"1"-3"-23"15,-1 0 8-15,0 1-19 0,0 0 5 0,3 2-16 16,-1 0-11-16,-1 1-13 0,2 0-20 0,-2 2-20 16,-1 0-28-16,0 4-33 0,0-5-25 0,0 5-24 15,0 0-17-15,0 0-15 0,-14 10-14 0,6-2-14 16,0 2-11-16,-4 5-9 0,1 1-11 0,0 3-6 15,3-1-9-15,0 1-6 0,-2 3-6 0,3 4-6 16,2-6-4-16,2 0-3 0,3 1-4 0,0-2-2 16,7-2-5-16,-1-2 0 0,0-2-1 0,5 1-1 15,1-1 0-15,7-6-3 0,0 1-7 0,11-2-10 16,-2-3-2-16,0-4-8 0,5 1 0 0,-5-5-3 16,4-6 1-16,-4 3-7 0,-1-7-5 0,-1-1-5 15,1-1 0-15,-2-6-5 0,-6 0 0 0,1-3-15 16,-6 0-3-16,-1-3 1 0,-3 0-3 0,-4 1 3 15,-6-4-1-15,-5 3 5 0,-3 2 4 0,-3-2 10 0,-5 4 3 16,-6-2 8-16,-1 5 30 0,-6 2-2 0,-2 2 0 16,-1 0-4-16,-5 2 2 0,3 8-5 15,-1 0-6-15,2 4 4 0,0 4-2 0,3 2 0 16,0 3 1-16,10 3-33 0,2-1-29 0,1 7-26 0,3-2-8 16,2 4-21-16,2 0-16 0,2 4-22 0,7 0-27 15,2 1-25-15,7 2-35 0,1 4-43 0,5-3-47 16,3-2-227-16,-2-6-604 0,-3 0 268 15</inkml:trace>
  <inkml:trace contextRef="#ctx0" brushRef="#br0" timeOffset="33384.98">20918 2404 72 0,'0'0'266'0,"0"0"-27"0,0 0-26 16,0 0-21-16,0 0-12 0,7 14-4 0,-2-8-11 15,-2 2-9-15,3 2-11 0,-1 1-5 0,3 5-12 16,3 3-9-16,-3-1-10 0,3 0-11 0,-1 0-7 16,1-1-7-16,2 6-8 0,2-5-7 0,-3-3-8 15,0 2-4-15,2-2-9 0,2-1-32 0,0-2-36 16,-4-5-36-16,3 4-53 0,4-6-69 0,-6-2-59 16,-2 0-147-16,3-3-415 0,-2-1 184 0</inkml:trace>
  <inkml:trace contextRef="#ctx0" brushRef="#br0" timeOffset="33986.11">21382 2442 171 0,'0'0'197'0,"0"0"-6"0,0 0-10 0,0 0-11 16,-15 12-11-16,11-5-8 0,0-2-12 0,1 7-7 15,-2-3-13-15,2 3-8 0,2-1-4 0,-1 3-9 16,2-1-5-16,2-2-7 0,3 1-6 0,-1 0-8 15,1-1-7-15,2 1-3 0,-1-4-8 0,2 0-3 16,3-1-2-16,-2 0-7 0,2-4-1 0,1 1-4 16,2-3-4-16,0 0-4 0,-1-3-1 0,-2-1-8 15,4-1-2-15,-7-3-3 0,3 0-4 0,3-2 1 16,-2-2-5-16,-4 0 3 0,4-2-2 0,-2 3 0 16,-3 0 3-16,-2-1-2 0,-1 0 7 0,0 1 11 15,1 1 12-15,-3 3 4 0,2 0-1 0,-1-1-6 16,1 4-6-16,-3 1-4 0,-1 2-9 0,0 0 2 15,0-4-1-15,0 4-6 0,0 0 2 0,0 0-1 16,0 12 0-16,0-3 2 0,2-2-5 0,-1 4-3 16,2-2 1-16,-2 1-1 0,5 1 4 0,-1-1-3 15,1 0-2-15,2 3 0 0,0-4 1 0,0-1-3 16,0-2-7-16,4-1-6 0,-3-2-5 0,-2-1-4 16,6-2-6-16,-5 0-6 0,5-2-3 0,0-1-10 15,-5-2-2-15,3-1 2 0,0-3 2 0,-3 1-2 16,3-3 1-16,-6 2-1 0,4-3 0 0,-4 1 7 15,-1-1 0-15,4-3 5 0,-4 4 5 0,-1-2 4 16,-2-3 7-16,-2 6 13 0,1-2 10 0,-1 1 7 16,-1 1 12-16,0 2-6 0,-1 2-1 0,-1-1-2 15,1 2-4-15,0 1 1 0,-1 2-4 0,-4 1-4 16,4-1 1-16,4 2 0 0,-15 3-2 0,11-1 3 16,0 3-5-16,-2 0 2 0,1 3 0 0,1 2 2 15,1 0-1-15,1 1 3 0,2-2-2 0,0 2 3 16,4 4 7-16,-3-2-5 0,7-1 3 0,-4 0-2 15,6-2-2-15,1 1 1 0,-1-1-1 0,3-2 0 16,0-1 2-16,2 2-5 0,-2-3-2 0,0-3-6 16,7-1-15-16,0 1-24 0,-6-5-28 0,0 2-33 15,8-5-48-15,-6 2-51 0,3-2-43 0,-4-1-138 16,0-3-412-16,-4 0 183 0</inkml:trace>
  <inkml:trace contextRef="#ctx0" brushRef="#br0" timeOffset="34922.78">22040 2420 333 0,'0'0'398'0,"0"-7"-12"0,0 7-21 15,0-3-25-15,0 3-68 0,0 0-28 0,0 0-16 16,0 0-24-16,0 0-18 0,0 0-16 0,0 0-21 16,-9 17-1-16,8-9-32 0,-1-1-6 0,-2 4-3 15,1 0-17-15,2 3-9 0,1-4-6 16,1 8-13-16,-1-5-3 0,3 0-3 0,-2-1-2 0,4 1-11 15,1 4 0-15,-2-7-12 0,0-2-6 0,2 0-6 16,-2-2-8-16,1-4-9 0,5 3-11 0,1-4-5 16,-3 1-12-16,0-3-5 0,0 0-1 15,3-3-6-15,-5 0 13 0,4-2-1 0,-3-3-7 0,4 0 13 16,1-6 2-16,-8 7 2 0,2-3 4 0,1 1-3 16,-2 0 0-16,-1 0 1 0,3 0 8 0,-6 4 9 15,3 0 0-15,1 0-9 0,-3 3 10 0,0 0-2 16,-2 3-4-16,0-5 0 0,0 5-3 0,0 0 8 15,0 0-6-15,0 0 0 0,0 0 0 0,0 0 4 16,0 15-4-16,2-12 3 0,0 2-5 0,2 3 7 16,2 1-2-16,-1-4 1 0,0 4 9 0,1-4 4 15,5 3-25-15,-4-2 3 0,2-2 4 0,0 0-3 16,3-2-5-16,-1 0-1 0,0-5-6 0,0 3-6 16,0-2-4-16,-4-2-9 0,5-3 0 0,-5 0-2 15,1-1 3-15,-4 0-2 0,4-2 2 0,-2 1 3 16,-4 0 1-16,1-1 7 0,1 1 0 0,-4-3 2 15,0 2 4-15,0 4 2 0,-1-4 7 0,-5 0 8 16,6 3 3-16,-4-1 7 0,0 3-3 0,-1 0-3 16,-1 0 1-16,2 1-2 0,-3 2-1 0,1 0-1 15,6 2 1-15,-12 2 3 0,5-1-2 0,-2 5 2 16,3-3-2-16,0 3 2 0,2 1 2 0,3 3-4 16,-2 0 3-16,3 0-2 0,2 3 2 0,4-3 1 15,-4 4 4-15,6 1-2 0,1 0 4 0,1-1-12 16,3 0-22-16,-2-5-34 0,-2-1-42 0,5-2-48 15,-3-1-70-15,8-1-75 0,-4-1-162 0,4-3-493 16,-5 0 219-16</inkml:trace>
  <inkml:trace contextRef="#ctx0" brushRef="#br0" timeOffset="35290.75">22400 1850 2789 0,'-9'-3'188'0,"4"-2"-15"0,-1-1 22 0,2 3 35 16,-2-1-24-16,1-1-30 0,3 2-32 0,2 3-33 15,-2-4-27-15,2 4-8 0,0 0-5 0,0 0-15 16,19 19 1-16,-1-7-3 0,8 11-3 0,1-1-5 15,0 2 2-15,3 6-19 0,8 9 18 0,1-3-10 16,-2 5 4-16,0-2-5 0,-6 2-2 0,-1 1-4 16,-5-10-5-16,4 8 0 0,-5 4-13 0,-4-13 11 15,-1 2-3-15,-4 1-2 0,-1 0 0 0,-5 17 0 16,1-15-3-16,-6 3-3 0,-7 8-1 0,-4 3 0 16,-2-14-18-16,-13 11 13 0,-4-1-22 0,-5-4-36 15,0 0-51-15,-10-3-59 0,-4 1-58 0,2-5-73 16,1-4-85-16,-6-3-288 0,12-7-721 0,-3-4 319 15</inkml:trace>
  <inkml:trace contextRef="#ctx0" brushRef="#br0" timeOffset="50293.75">6027 5091 292 0,'-5'-15'369'0,"-2"4"-4"16,3 0 11-16,2 1-20 0,0 2-13 0,1 1-15 16,-2 3-8-16,2 0-35 0,-2-1-27 0,0 1-35 15,3 4-26-15,-1-4-27 0,1 4-15 0,0 0-18 16,0 0-16-16,0 15-15 0,1-6-7 0,2 7-10 0,1 3-9 15,0 2-4-15,-1 5-9 0,4 4 21 16,-2-2-13-16,0 4-27 0,5-3-25 0,-6 4-20 16,5-2-29-16,0 0-18 0,-2-2-28 0,1 1-15 15,1-3-11-15,-3-7-15 0,-2-2-18 0,1 1-21 0,-3-6-11 16,2-1-16-16,0-1-8 0,-1-4 4 16,-2 1 12-16,1-6-22 0,-2-2-23 0,0 0 17 15,0 0 13-15,3-14 22 0,-3 5 8 0,-5-5 17 0,1-4 10 16,-2-9 16-16,-2-2 8 0,1-5 14 0,-6 2 11 15,3-5 24-15,-3 1 22 0,3-1 30 0,-5-10 30 16,6 12 26-16,-2 4 33 0,-2-2 18 0,1 5 18 16,1 1 20-16,2 0 17 0,1 8 2 0,0-1 16 15,-2 2 5-15,4 1 0 0,3 0-14 0,0 5 2 16,2-2-13-16,-1 3-13 0,2 5-12 0,-3-2-11 16,3 0-18-16,-1 1-12 0,2 3-13 0,4-1-3 15,2 0-17-15,0 2-6 0,2 2-17 0,3 0-12 16,1 2-16-16,1 1-9 0,1 5 3 0,-3-3-19 15,7 1-4-15,-5 6-4 0,4-3 3 0,-5 3 4 16,2 1-5-16,-4 0 0 0,-1-2 1 0,0 3 3 16,0-2-2-16,-5 0-2 0,0 0 12 0,1-1-2 15,-2 1-2-15,-2 0 0 0,-2 1 2 0,-2-2 3 16,0 1 0-16,-5 2 7 0,3 0 0 0,-3 1-5 16,-1-1 6-16,-3 1-1 0,0 0-1 0,4-4-3 15,-1 3 16-15,-3 1-10 0,7-3-2 0,-3 1 5 16,3-1-6-16,4 2-2 0,0 0 5 0,2 0 13 15,6-1-13-15,5 3 4 0,1-2 1 0,6-3-4 16,10 4 2-16,0-3 13 0,7-1-17 0,-2-4-8 0,5-1 4 16,-1 0-26-16,2-1-16 0,0-4-12 15,-6-1-9-15,2-1-11 0,-2 0-1 0,-2-2-8 16,-5-1 6-16,-6 0 5 0,1-1 8 0,-4-1 8 16,-5 1 6-16,-3-1 3 0,-2 0 12 0,-5 0 9 0,1-1 12 15,-5 1 10-15,0 1 5 0,-5-2 20 0,1 0 14 16,-5 1 8-16,2 1 7 0,-4 1 9 0,-2 4 0 15,3-3 2-15,-4 3-6 0,1 1-3 16,2 0-1-16,0 2-6 0,-1 1-7 0,4 3-2 0,-1-1-11 16,0 3 2-16,4 1 4 0,2 1-6 0,1-3-1 15,2 4 3-15,3 0-5 0,4 3 4 0,4 0-4 16,0-2 2-16,4 1-7 0,1-2-8 16,2 0-21-16,8 1-18 0,-5-6-24 0,2-2-26 0,7 1-28 15,2-5-30-15,0 0-31 0,0-5-20 0,-4 1-1 16,1-4-10-16,-6-2 2 0,1-3 5 0,4-2-126 15,-7 0-354-15,2-3 158 0</inkml:trace>
  <inkml:trace contextRef="#ctx0" brushRef="#br0" timeOffset="51682.17">7020 5241 1013 0,'10'-16'-43'0,"-4"3"47"0,0 2 59 16,-2-1 43-16,-1 1 32 0,-2 2 25 0,-1 3 15 15,2-2 8-15,-2 3-3 0,0-1-9 0,1 2-19 16,-1 4-25-16,0-7-11 0,0 7-11 0,0 0-14 16,0 0-8-16,-4 14-8 0,1-7-9 0,2 6-10 15,1-1-3-15,0 9-5 0,1 5-3 0,2 2 0 16,0 3-12-16,1 0 1 0,1 4-8 0,3 1 1 15,-1-1-1-15,1 0-1 0,-1 0-2 0,4 1-1 16,-4-3-6-16,1 3 4 0,4-2-1 0,-1-3-3 16,0 1-7-16,-3-2 4 0,7-3 2 0,-4-1-3 15,-3-6 0-15,-1-1-3 0,1-1 3 0,0-2-1 16,-1-3 0-16,-2-4-3 0,1 2-3 0,-3-6 6 0,-2 1 3 16,3-1-4-16,2-3 3 0,-6-2-10 15,8-2-18-15,-8 2-13 0,1-11-21 0,-1 3-14 16,0-5-27-16,-1-5-22 0,-5-2-18 0,-2-7-9 15,1-2-4-15,-1 2 4 0,-1-1 17 0,-2-2 16 0,-3 0 8 16,-2 2 30-16,1-2 22 0,0 1 24 0,0 0 18 16,-4-3 24-16,4 3 14 0,-3-1 22 15,2 3 6-15,-2 0 12 0,6-2 8 0,-4 0 20 16,6 5 1-16,1 5 4 0,2 0 5 0,4 2 1 0,0 0 1 16,1-1-10-16,3 1-8 0,-1 3-9 0,3 2-15 15,1-1-3-15,0 2-6 0,3 1-5 0,2 2-6 16,-1 0-16-16,2 3-4 0,3 0-5 15,1 0-1-15,1 4-4 0,0 2-13 0,0 1-10 0,-1 1-6 16,3 4-11-16,-6-1-2 0,2 0-7 0,1 4-7 16,0 5-2-16,-2-8-3 0,-2 7 5 0,-3-2-2 15,0-1 2-15,-5 4 0 0,2-4 3 0,-3 2 4 16,-2 0 0-16,-3-2 3 0,-3 2 6 0,-1-3-1 16,0 1-1-16,-7 0-2 0,1 0 10 0,-2-1-3 15,-2 1 2-15,5-6 3 0,1 2 0 0,-2-2 0 16,0-4-4-16,3 1 7 0,-1 0 0 0,5-2-7 15,7 0-4-15,-11-4-10 0,7 3-6 0,3-3-6 16,1 4-9-16,4-11-6 0,3 6-6 0,3-3-4 16,3 2 3-16,5-1 5 0,1-3 6 0,9-1-1 15,1 2 6-15,-2 0 2 0,1 0 7 0,0 2 2 16,-2-2 0-16,-2 2 6 0,-2-3 3 0,-3 2-5 16,0 1 9-16,3-3 6 0,-13 2 0 0,5 3 8 15,-3-1 24-15,-3-3 12 0,2 4 9 0,0-3 6 16,-7 2 16-16,3 1 6 0,-5-2 6 0,3 2-3 15,-2-1-2-15,-2 1 6 0,0-2 11 0,0 1-6 16,0 1-9-16,-2 0-11 0,-1 1-3 0,2-1-11 16,1 1 0-16,-3 2 6 0,0-3-19 0,3 5 1 15,-10-2 1-15,10 2-19 0,-14 2 2 0,7 2-2 0,3-2-5 16,-8 3 4-16,2 0-6 0,2 2-3 0,3 0 1 16,-5 1-2-16,6 0-2 0,-1 2 0 15,1-2 0-15,2 2 16 0,-1 0-15 0,6-1-6 16,4 3 5-16,0-4 3 0,5 0-3 0,6 2-11 0,9 1 8 15,2-2-14-15,2-4-6 0,4-3-16 0,1 0-4 16,3-2-13-16,-1-2-2 0,19-3 1 0,-17 1-4 16,-1-2 1-16,3-3 6 0,0-1 3 15,-2-4 5-15,-2 3 3 0,-1-3 6 0,-6-4-1 0,-1 4 6 16,-3-1 2-16,-5 0 5 0,-6 2 6 0,-5 2 15 16,-4 1 17-16,0 1 3 0,-6-1 6 0,-1 0 4 15,-7 3-1-15,2 0 0 0,-6 0-3 16,-7-2 0-16,-1 7-2 0,-3-1 8 0,-7 3-19 0,-3 2 7 15,1 3-6-15,0 2-2 0,2 4 1 0,2-1-1 16,7 0 0-16,-1 2-1 0,1 0-2 0,3 0-7 16,4 0 4-16,3 1-3 0,2 1 0 0,1-5 6 15,5 4 0-15,2 2-6 0,1-5 6 0,3 0-3 16,1 0 4-16,4-1-1 0,0-2 1 0,6-1-3 16,2-1-1-16,1-2-3 0,2-3 2 0,0 0-4 15,0-4-1-15,-2 0 5 0,1-1-7 0,1-3-2 16,-2-1 5-16,-3-2 0 0,0-1 8 0,0-1-7 15,-7 3 1-15,0-2-2 0,-1 3 0 0,0-3 11 16,0 2 17-16,-6 1 12 0,3 2 5 0,-4 0 6 16,3 1-9-16,0 3-3 0,-2-2-9 0,-1 5 2 15,0-4-10-15,0 4 0 0,0 0-4 0,0 0-5 16,0 0 2-16,-3 16-6 0,2-10-1 0,1 1 1 16,0 4 2-16,3-2-5 0,1 3 2 0,1-1-10 15,3 1 9-15,-1-2-6 0,1-1 7 0,7 5 4 0,-1-5-11 16,5 1-2-16,-1-3 3 0,2 1-7 0,2-5-6 15,-2 0-4-15,2-3-6 0,4-1-9 16,-3-2-1-16,0-2 4 0,-3-1-2 0,2-3 3 16,0 0-1-16,-7-5-3 0,2-1-11 0,-1 3-12 0,-3-7-4 15,1-5-11-15,-3-2-2 0,-3 6-9 0,-3-10-1 16,-1 3 3-16,-4-3 6 0,0 3 5 0,-4 2 9 16,-3-2 14-16,1 7 31 0,0-2 24 15,-1 3 26-15,-1 2 31 0,-1-2 21 0,1 2 16 0,2 4 27 16,-2-2 29-16,1 3 6 0,-1 2 6 0,1 1-3 15,2 0-7-15,0 4-17 0,0 0-16 0,1 0-17 16,3 2-15-16,1 3-14 0,0 0-11 0,0 0-7 16,-10 8-8-16,10-2-7 0,0 5-6 0,2 2-6 15,2 2-2-15,-3 2-4 0,6 11-5 0,1-9 0 16,0 6-7-16,3 6 3 0,1-3-6 0,-2 1 1 16,2 1-3-16,3 4 0 0,-3-6-8 0,3 3-11 15,-4-2-14-15,3-1-20 0,-2-3-23 0,-1-6-30 16,0-1-30-16,-2-3-28 0,-2-6-28 0,0 2-26 15,2-4-27-15,-5-2-58 0,2-5-76 0,-2 0-326 16,-4 0-744-16,7-5 329 0</inkml:trace>
  <inkml:trace contextRef="#ctx0" brushRef="#br0" timeOffset="51882.89">8359 4907 141 0,'-3'-1'260'0,"3"1"-5"0,-8-2-7 15,8 2-10-15,-6-1-16 0,6 1-10 0,0 0-15 16,0 0-10-16,0 0 7 0,0 0-14 0,0 0-11 16,0 0-17-16,0 0-9 0,0 0-14 0,18 7-7 15,-7-6-15-15,0 0-8 0,5 0-15 0,3 2-21 16,0-3-44-16,3 1-56 0,0 0-66 0,1 1-84 16,7-5-90-16,0 3-193 0,-7-1-509 0,0-3 226 15</inkml:trace>
  <inkml:trace contextRef="#ctx0" brushRef="#br0" timeOffset="53973.63">10021 4854 36 0,'-3'-7'421'16,"2"-2"11"-16,-2 2-23 0,2 4-19 0,-2-5-22 0,2 4-34 16,-2 1-33-16,3 3-33 0,-4-3-22 15,4 3-33-15,0 0-22 0,-14 11-16 0,8-3-17 16,0 2-21-16,3 2-12 0,-1 1-14 0,0 0-7 15,-1 4-11-15,2 0-13 0,3-3-3 0,3-1-8 0,-2 5-5 16,7-2-4-16,-1-5-3 0,3 4-4 0,-1-5-3 16,1 1-7-16,5 0 1 0,2-2-4 15,0-1-3-15,2-2-5 0,0-5-8 0,-6 0 9 16,8-2-9-16,-8-1 0 0,6-8-3 0,-4 2 1 0,3 0-1 16,-7-2-2-16,0-2-8 0,-2 1 3 0,1-5 2 15,-3 5-2-15,-1-2-2 0,-3 0-2 0,2 2 2 16,-3-1-4-16,-2-1-1 0,0 3-3 0,-2-2-5 15,1 5-8-15,0-1-16 0,-2 2-26 0,0-1-33 16,2 2-43-16,-4 4-35 0,2-2-31 0,3 3-24 16,-10 0-33-16,10 0-31 0,0 0-49 0,-8 4-38 15,7 3-202-15,-1-1-617 0,4-1 273 0</inkml:trace>
  <inkml:trace contextRef="#ctx0" brushRef="#br0" timeOffset="54341.6">10511 4853 207 0,'2'-2'308'0,"-2"2"-21"0,3-3-22 0,-3 3-27 15,5-3-29-15,-5 3-22 0,0 0-20 0,0 0-18 16,0 0-11-16,0 0-16 0,2 14-14 0,-2-9-11 16,0 2-9-16,1 2-7 0,3-1-9 0,-1 2-5 15,0 0-9-15,2 0-1 0,-1 0-10 0,4 0-3 16,-4-1 1-16,3-2 2 0,-3-2-13 0,0 2-2 0,3-4-5 15,1-1 0-15,-4 0-3 0,3 0 0 16,-7-2-8-16,9-3 1 0,-3 0 4 0,-2-3 3 16,2 1 13-16,1-4 10 0,-5 0 9 0,5-2 5 15,-2 0 10-15,1 0-1 0,-2-1 6 0,4-3 4 0,-5 2 5 16,2 2 14-16,2 2 3 0,-2-3 2 16,1 5-10-16,-2 0-8 0,-2 1-16 0,0 1-4 15,1 2-12-15,5-1-6 0,-5 3-6 0,-3 1-5 16,12 0-4-16,-6 3-2 0,0 1-7 0,4 0-2 0,-2 4 0 15,2 0-33-15,3-1-18 0,1 5-32 0,1-1-21 16,-2 0-27-16,-1 3-19 0,1-5-39 0,-1 1-34 16,0-1-27-16,-1 0-44 0,4-2-40 15,-7-2-231-15,3 0-586 0,-3-3 259 0</inkml:trace>
  <inkml:trace contextRef="#ctx0" brushRef="#br0" timeOffset="54575.75">10917 4559 326 0,'-1'-8'354'0,"-2"1"-6"0,3 2-14 0,-1 0-22 16,0 0-37-16,-1 2-31 0,2 3-34 0,0 0-32 16,0 0-9-16,0 0-19 0,0 0-14 0,-3 18-16 15,6-6-10-15,0 1-7 0,1 5-10 0,-3 1-11 16,7 6-20-16,-1-5-21 0,1 5-25 0,-2-3-23 15,3 2-20-15,-1 4-24 0,2-4-28 0,-3 1-30 16,0-4-39-16,-1 0-28 0,4-4-21 0,-4 1-23 16,1-2-11-16,-4-5-172 0,1 2-438 0,-1-1 194 15</inkml:trace>
  <inkml:trace contextRef="#ctx0" brushRef="#br0" timeOffset="55127.71">11029 4870 86 0,'0'-6'223'0,"1"-2"-4"0,2 1-8 15,1 1-2-15,-3-1-9 0,3 1-16 16,0 3-20-16,3-4-13 0,-3 2-16 0,2 1-14 16,2 2-14-16,0-2-6 0,2 2-14 0,-1 3-10 15,3-1-9-15,1 0-6 0,0 1-6 0,1 3-5 0,-3-1 4 16,4 1-16-16,-2 0 1 0,6 1-7 16,-5-2-4-16,2-2-1 0,-3 3-5 0,0-3 5 15,-2 1-6-15,0 0-4 0,1 3-4 0,-1-4 1 16,1 0-2-16,-8-1 1 0,3 2-1 0,-7-2-6 0,8 1 1 15,-8-1-5-15,11 0 0 0,-7 1-3 0,-1 2 1 16,-3-3 2-16,5 2-2 0,-3 3 2 0,0-1 0 16,1 0-5-16,0-1 4 0,1 3 1 15,3-2-3-15,-2 1 3 0,2-2-1 0,1 4 2 0,3-2-1 16,0-1-2-16,-1-1 1 0,2 1-5 0,-1-2-12 16,3-2 1-16,-1 0-6 0,-1 0 1 0,3-2 2 15,-3-1 1-15,2-2-1 0,-1 0 2 0,2-3 3 16,-2-5 1-16,3 3-3 0,-4-4 7 0,2 2-9 15,-1-4-4-15,-2-2-9 0,-1-1-1 0,-1-7-7 16,2 1-5-16,-5-5-13 0,-5 2 4 0,-1-2 5 16,-1-1 5-16,-5 0 16 0,-2 4 31 0,-4 0 26 15,5 1 20-15,-4 1 15 0,3 9 9 0,-3-1 4 16,6 8-1-16,-1-3 4 0,1 3-7 0,-2 2-14 16,0 2-1-16,3 2-12 0,0 0-6 0,4 3-4 15,0 0-3-15,-14 11-4 0,9-4-2 0,0 5-6 16,3 0-2-16,2 7-6 0,0 2 1 0,0 7 0 15,4 3 0-15,4-1 1 0,-4-1-4 0,6 1-1 16,0 0 1-16,3 2-6 0,-3-3 1 0,6 1 4 16,-2-2-2-16,2-1-2 0,-4 1-4 0,6-2 5 15,-3-5-3-15,-4-3-1 0,2-2-6 0,-2-2-20 16,0-4-18-16,0 1-18 0,-4-4-30 0,1-3-45 16,-2-2-58-16,3-3-54 0,-9 1-218 0,12-6-500 15,-8 0 222-15</inkml:trace>
  <inkml:trace contextRef="#ctx0" brushRef="#br0" timeOffset="55295.98">11177 4436 140 0,'-6'0'219'0,"2"-3"-24"0,4 3-30 16,-6-1-25-16,6 1-46 0,0 0-50 0,0 0-64 0,0 0-144 15,13 11-175-15,-3-6 77 0</inkml:trace>
  <inkml:trace contextRef="#ctx0" brushRef="#br0" timeOffset="55645.94">12597 4494 133 0,'3'-3'353'15,"1"0"-24"-15,0 2-28 0,-4 1-31 0,5-4-34 16,-5 4-25-16,0 0-20 0,8 6-18 0,-5 1-17 15,1 2-17-15,-2 1-17 0,5 6-12 0,-1 3-10 16,0 1-8-16,2 5-6 0,0 0-17 0,1 6-1 16,1-3-6-16,0-1-6 0,-3 0-4 0,3 0-5 15,1-2-1-15,0 1-5 0,3-1-9 0,-8-5 1 16,4-5-2-16,-1 2 1 0,0-5-24 0,-4-2-20 16,3-2-26-16,-1-3-18 0,-3 1-41 0,0-4-51 15,0 0-63-15,-4-2-42 0,11-5-208 0,-11-2-500 16,2-1 222-16</inkml:trace>
  <inkml:trace contextRef="#ctx0" brushRef="#br0" timeOffset="55863.66">12632 4483 162 0,'-4'-5'372'0,"3"0"15"16,-5-1 4-16,4 1 3 0,-1 2 6 15,2-1-6-15,-1-2-8 0,2 6-23 0,0-6-25 16,0 3-29-16,0 3-28 0,2-8-24 0,0 5-29 0,0-1-25 15,3 2-19-15,3-1-22 0,3 0-21 0,1 0-30 16,2-2-27-16,5 3-28 0,4 0-31 0,-2 2-49 16,0 0-46-16,11 0-52 0,-12 2-48 15,4 0-41-15,-4 2-45 0,0 1-47 0,3-4-55 0,-5 5-328 16,-5 0-743-16,-2 0 328 0</inkml:trace>
  <inkml:trace contextRef="#ctx0" brushRef="#br0" timeOffset="56063.95">12747 4751 80 0,'-3'2'356'0,"-1"1"21"0,4-3 23 0,-7 4 0 16,7-4-2-16,0 0-23 0,0 0-38 0,0 0-34 16,0 0-32-16,0 0-21 0,16-9-31 0,-9 6-22 15,0-1-21-15,5 0-19 0,-1 1-14 0,2-1-29 16,0 1-27-16,3 1-37 0,1-4-52 0,1 4-46 15,2-2-54-15,-1 0-47 0,-7 1-65 0,4 0-75 16,2-1-73-16,-6 3-226 0,6-3-636 0,-2 3 282 16</inkml:trace>
  <inkml:trace contextRef="#ctx0" brushRef="#br0" timeOffset="56867.95">13117 4701 77 0,'0'0'266'16,"9"0"-14"-16,-9 0-11 0,6 1-19 0,-6-1-15 0,12 1-13 15,-7 0-21-15,2 2-15 0,-3-3-14 0,8 5-15 16,-4-2-2-16,2 2-24 0,2-1-10 0,-1 2-9 16,-1-1-8-16,2 3-7 0,-5-1-7 15,2 0-4-15,2 1-8 0,-3 0-5 0,-1-2-3 0,-1 0 3 16,1 2-12-16,-2-3-6 0,-4 2-3 0,3 0-2 15,-3-2-4-15,2 3-2 0,-3-5 0 0,0 2-1 16,-4 0-4-16,0 0-2 0,1-3 0 0,3-2 4 16,-9 3-4-16,5-3 3 0,4 0-1 0,-13 0 1 15,13 0 0-15,-8-1 5 0,3-2 9 0,2-2 2 16,-1 1-3-16,4-1 10 0,-1 2-10 0,2-4-3 16,3 2-2-16,0-1-4 0,3-1 2 0,0 1-8 15,4-1 0-15,-1 2 0 0,1-1-4 0,1 2-1 16,2 1-3-16,0 1-4 0,2 1 3 0,-2 2-1 15,1 0 0-15,0 2 0 0,4 0-3 0,-7 1 0 16,4 1 1-16,-5-1 0 0,3 1 2 0,2 0-3 16,-3 1 2-16,-1 1 7 0,0-2-10 0,0 0-1 15,-1 1-5-15,-4-3 9 0,4 2-12 0,-6-2 2 16,2 1 0-16,-2-2 4 0,0 0 2 0,-1-1-2 16,-4-1-1-16,0 0 1 0,0 0-3 0,12-7 2 15,-11 4 3-15,2-1-4 0,1-1-1 0,-4 3 4 16,0-5 10-16,0 0-10 0,-1 1 1 0,-2-2 1 15,3-2 2-15,-1 2 1 0,-2 0 0 0,0-3-5 16,0 4 5-16,2 0 8 0,-3-1-6 0,0 3 1 0,1-1 6 16,3-1-8-16,-4 2-1 0,4 2 2 15,0-2 0-15,-3 2-4 0,3 3-3 0,-1-5 1 16,1 5 2-16,0 0-4 0,0 0 1 0,0 0-4 16,0 0-4-16,15 3-6 0,-7 0-2 0,-4 2-7 0,7 0-6 15,-5-1-3-15,4 1-1 0,-1 2 1 0,3-1 2 16,-1 2-3-16,-2-2 6 0,2 2 3 15,0-1 3-15,-4 0 1 0,0-3 1 0,0 1 2 0,-1-1 4 16,-2 0 0-16,0-2 2 0,0 2 2 0,-1-3 10 16,1 2 17-16,-4-3 13 0,0 0 6 0,6 1 7 15,-6-1 7-15,0 0 6 0,6-5 5 0,-4 1 8 16,-1 1 6-16,3-3 9 0,-2 1 1 0,3-4 6 16,-2 3-5-16,2-3-5 0,-1 0 5 0,3 0-10 15,1 3-4-15,-2-5-11 0,2 4 3 0,1-1-9 16,-2 1-1-16,-3 0-5 0,5 1-9 0,-3 4-4 15,2-2-6-15,-2 0-3 0,-1 3 0 0,2 1-6 16,-7 0 2-16,16 4-9 0,-6-2-11 0,-2 2-16 16,0-1-15-16,-1 2-26 0,3 3-14 0,-1-2-30 15,-2 2-22-15,1-1-22 0,-1 1-33 0,2-1-36 16,1-2-27-16,2 0-45 0,-8 0-160 0,7-1-485 16,-5 0 215-16</inkml:trace>
  <inkml:trace contextRef="#ctx0" brushRef="#br0" timeOffset="57151.56">14060 4320 272 0,'0'-6'318'0,"-5"-1"-12"15,5 1-17-15,-1 1-29 0,1 0-30 16,0 5-24-16,-3-5-24 0,3 5-20 0,0 0-19 15,0 0-11-15,0 0-11 0,0 18-11 0,3-6-14 0,-2 0-4 16,6 6-15-16,-2 1-4 0,2 7-8 0,1 1-9 16,-1 0-3-16,1 1-5 0,2 1-3 0,-2-3-6 15,4 2-7-15,-4-1 0 0,-1-1-7 16,1-6-23-16,2 1-17 0,-5-4-14 0,5 1-26 0,-2 0-29 16,-3-5-24-16,-1-1-38 0,0-1-31 0,-1-2-27 15,3-2-23-15,-4-4-177 0,1 0-437 0,-1-2 194 16</inkml:trace>
  <inkml:trace contextRef="#ctx0" brushRef="#br0" timeOffset="57904.23">14111 4611 112 0,'-3'-4'223'0,"2"0"6"0,-2 2-4 0,3 2-4 16,-3-4-16-16,3 4-17 0,-3-4-16 0,3 4-19 15,0 0-15-15,0 0-15 0,17-2-9 0,-5 3-11 16,-1-1-11-16,1 0-10 0,9 1-6 0,-2 1-9 15,-2 0-6-15,2 1-8 0,3-1-4 0,-3 2-7 16,3-1-3-16,0 2-5 0,-4-1-8 0,-1 2-12 16,-5-1-9-16,3-1-5 0,-2 1-5 0,-4 1 5 15,5 0-11-15,-6 0 3 0,-1 3 1 0,-1-5-3 0,-2 2 5 16,1 2-6-16,-3-3 4 0,1 3 1 16,-3-2 0-16,0-1 6 0,4 2-6 0,-4-2 1 15,0 0 4-15,2-1-6 0,-2 0 6 0,0-4-1 16,2 5 5-16,-2-2 12 0,0-3 11 0,0 0 9 0,2 4 4 15,-2-4-10-15,8 0-5 0,-8 0 2 16,11-2-6-16,-3 0-4 0,-3 1-1 0,5-1 1 16,-1-2-2-16,2 0 6 0,0 0-14 0,1-1-7 0,-1 0-10 15,4-1-15-15,4-1-7 0,-7 2-5 0,-1-4-8 16,4 2-3-16,-5-3-7 0,-2 2-5 0,3-1-4 16,-6-2 9-16,2 0-1 0,-4 0 16 15,0 1 2-15,-2 4 10 0,-1-2 8 0,-1 1 8 0,-1 0 4 16,-2 2 3-16,0-1 6 0,-2 1 2 0,1 2 7 15,-3 1-8-15,4-1 1 0,-6 3 2 0,10 0-2 16,-15 2 4-16,7 1 0 0,-1 2-1 16,3-1 1-16,-2 2-5 0,1 2 2 0,2 1 1 0,2-2 2 15,-2 3 1-15,5 1-2 0,-2-1 3 0,4 0-3 16,2 1-4-16,0 1 4 0,1-3 1 0,2 3-1 16,1-3-2-16,4-2-7 0,-1 3-2 0,0-4-4 15,3-1-2-15,5 0 1 0,-5-2-3 0,0-2 2 16,4-1 5-16,1 0 1 0,-4-2-8 0,3-2 9 15,1 0 2-15,-1-1-3 0,-1-2 1 0,0 1 11 16,3-2 13-16,-8 1 10 0,0-1 15 0,5-1 1 16,-5 4 8-16,0-1-2 0,-2 0-3 0,2 1-1 15,-2 0-2-15,-4 0-4 0,5 3-5 0,-5 0-5 16,2 0-3-16,-3 3-3 0,3-1-5 0,-1 1 7 16,-1 1-11-16,2 2-2 0,-3 1-3 0,6 0 0 15,-3-1 0-15,-2 3-1 0,3-2 0 0,-5 1-2 16,3 1-1-16,-3-2-4 0,-1-1 3 0,-2 3-1 15,2-4-1-15,-3 2 3 0,4-3-3 0,-2 1 2 16,-2-3 2-16,3 4 14 0,-3-4 12 0,0 0 13 16,0 0 16-16,0 0 12 0,0 0-10 0,0 0 7 15,0 0-6-15,0 0-7 0,-12-14 0 0,12 9-11 16,0-3-5-16,-1 4-4 0,2-5-3 0,-1 2-8 16,3-5-14-16,1 2-30 0,-2 0-27 0,3-2-44 15,-4 1-50-15,3-1-66 0,2-5-71 0,-1 2-248 0,-1-1-565 16,-1-4 250-16</inkml:trace>
  <inkml:trace contextRef="#ctx0" brushRef="#br0" timeOffset="58054.75">14780 4332 159 0,'-8'0'178'0,"8"0"-20"0,0 0-15 16,-7 2-13-16,7-2-21 0,-1 6-35 0,1-6-68 15,1 5-93-15,-1-5-58 0,7 3-158 0,-2 0 70 16</inkml:trace>
  <inkml:trace contextRef="#ctx0" brushRef="#br0" timeOffset="58606.71">15886 4531 31 0,'4'-3'350'0,"1"0"-6"0,-2 1-6 16,-3 2-22-16,3-4-29 0,-3 4-32 0,4-1-25 16,-4 1-29-16,0 0-19 0,0 0-19 0,0 0-18 15,-1 10-17-15,-2-2-9 0,0-2-14 0,0 4-10 16,3 0-12-16,0 2-12 0,-4-1 1 0,4 2-11 16,0 0-4-16,0 0-6 0,3 0-3 0,1 0-2 15,-1-3-1-15,6 5-10 0,-3-5 7 0,-2-2-14 16,5 0 2-16,1-2-4 0,2-1-3 0,-2-1 8 15,2-1-6-15,0-3-2 0,3 0 3 0,-3-3-1 16,1-1-8-16,0-1 1 0,-2 0-5 0,5-6 1 16,-5 4-1-16,5-7 4 0,-5 1-3 0,2 0 18 15,-3-2 13-15,4 2 16 0,-6-2 10 0,3 2 7 16,-3 3 7-16,3-2-2 0,-4 3 8 0,0-1 0 0,-3 4 2 16,1-1-9-16,1 1-11 0,-2 3-11 0,1-1-15 15,1 3-3-15,-6 1-3 0,9 1-4 16,0 3-4-16,-3-1-2 0,2 6-6 0,2-2-6 15,-2 4-1-15,0 0-1 0,3-2-2 0,0 6-12 0,-2-2-20 16,-3-1-21-16,1-1-21 0,0 0-34 0,-2-1-25 16,-2 0-28-16,-1-1-29 0,0-4-26 15,-1 3-28-15,-2-3-29 0,-1-1-42 0,0-3-30 0,2-1-263 16,-17 0-643-16,6-1 284 0</inkml:trace>
  <inkml:trace contextRef="#ctx0" brushRef="#br0" timeOffset="58773.98">15830 4346 228 0,'-7'-6'353'0,"3"-2"-12"0,1 3-21 0,2 1-32 16,-3-2-23-16,1 2-34 0,2-2-16 0,1 3-36 16,0 3-51-16,-3-6-64 0,3 6-86 0,0-4-99 15,0 4-104-15,0 0-149 0,0 0-406 0,0 0 180 16</inkml:trace>
  <inkml:trace contextRef="#ctx0" brushRef="#br0" timeOffset="59744.08">17260 4569 133 0,'14'-4'182'0,"4"-2"-10"16,1-1-10-16,0 1-7 0,-2-3-11 0,4 0-14 15,0 2-9-15,-2-3-6 0,1 4-6 0,-5-4-1 16,4 2 2-16,-1-1-4 0,-6 3 12 0,0-2-6 16,2 0-1-16,-9-1-3 0,5-1-1 0,-3 1 1 15,-2-1 1-15,-2 1-4 0,1-1 0 0,-4-1-12 16,-3 1-11-16,-2 0-6 0,-2 3-5 0,-4 1-7 16,-1-1-8-16,-2 2-5 0,-6 3-5 0,-1 1-7 15,1 1-3-15,-2 1-2 0,-1 3-5 0,-5 2-4 0,7 2-1 16,-2-1 3-16,5 1-6 0,-2 4-6 0,5-2 1 15,0 1 1-15,3 4 0 0,3-4-4 16,3-1 1-16,2 5 0 0,1-2 2 0,4-1 2 16,5 1 0-16,5 2 2 0,1 0-3 0,6 0-3 0,6-1 4 15,6 0-5-15,-3-4-1 0,10 1 0 0,-5-5 0 16,4 0-1-16,-1-3-13 0,1-1-12 0,-1-2-7 16,-5-1-3-16,1-3-9 0,1-1-4 0,-11-1-5 15,1-1-5-15,4-5 1 0,-7 1 4 0,0 0 2 16,-7-1 4-16,3-2 4 0,-4 0 5 0,-3 5 9 15,-2-4 13-15,-3 1 13 0,0 0 11 0,-3 1 7 16,-1-1 12-16,2 2 9 0,-2 1 4 0,-3 2-1 16,6-1 4-16,-5 3-17 0,-1 0 6 0,2 2-16 15,0 0-3-15,2 3 2 0,-6-3-7 0,6 3-1 16,0 0 2-16,0 0-6 0,-7 9 0 0,3-2-4 16,5 1 0-16,-1-2 3 0,3 0-3 0,-3 3 4 15,3 1-9-15,1 0 0 0,0-1 2 0,2 1-5 16,3-4 1-16,-4 3 0 0,2-5-1 0,0 1-8 15,2-3 8-15,1 3-2 0,-3-2-2 0,1-2 3 16,2-2-3-16,-1 0 1 0,1-1-2 0,-2-3 2 16,1 1-4-16,-2-2 5 0,0 0 6 0,0-2-7 15,2 0 4-15,-5 0-5 0,3-2 0 0,-3 2 1 16,-1 1 1-16,1-1 3 0,1 2-1 0,-2 1 10 0,0 0 2 16,-3 1-1-16,1 0-11 0,-1 4 0 15,3-4-2-15,-3 4 1 0,0 0-5 0,0 0 4 16,0 0 0-16,0 0-1 0,4 10-2 0,-2-4 2 0,-1 0 0 15,3 0-2-15,-3 1 5 0,2 1-3 0,2-2 4 16,1 3 4-16,-2-3-5 0,0 2 2 0,-1-3 9 16,5 0-12-16,-3-1 7 0,1 0-4 15,2-2 4-15,-4 0-6 0,4-1 3 0,-8-1 9 0,17-3-9 16,-12 1-2-16,3-3 0 0,0 1 5 0,-1-1 17 16,0-2 12-16,-3 1 22 0,0 0 8 0,4-3 10 15,-2 1 16-15,-2 3 2 0,1-2 10 0,-2 1 14 16,3 0-5-16,-4 0-4 0,2 1-7 0,-1 2-6 15,0-1-10-15,-1-2-9 0,0 4-11 0,-2 2-9 16,4-3-9-16,-4 3-10 0,5-1-10 0,-5 1-14 16,9 4-12-16,-3 0-25 0,-2 0-23 0,2 0-22 15,2 1-24-15,1 1-33 0,2 3-39 0,0-3-29 16,-3 2-36-16,3 0-47 0,3-2-60 0,-1 1-63 16,-2 0-210-16,4-2-658 0,-3 1 292 0</inkml:trace>
  <inkml:trace contextRef="#ctx0" brushRef="#br0" timeOffset="59994.97">18457 4389 5 0,'0'0'233'0,"0"0"0"0,-5 12 0 0,5-6-8 16,-4 2-2-16,3 2 3 0,1 3-6 0,-1 4-5 0,1 4-12 15,1 5-10-15,-1 3-9 0,3 0-5 0,-1-1-12 16,5 3-12-16,0 1-14 0,-2 1-11 0,2 0-12 15,0-2-11-15,4 0-11 0,-2 0-4 16,0-2-14-16,0 2-4 0,3-1 5 0,-5-5-20 0,-1-4-2 16,3-3-9-16,-5-2-20 0,0-5-19 0,-1 2-30 15,0-5-23-15,-1-3-11 0,1 1-25 0,-3-3-59 16,0-3-55-16,0 0-51 0,0 0-56 0,0-18-188 16,-4 5-529-16,0-2 234 0</inkml:trace>
  <inkml:trace contextRef="#ctx0" brushRef="#br0" timeOffset="60296.04">18492 4449 40 0,'-3'-12'354'15,"2"-1"6"-15,-2-1 8 0,0 1 5 0,1-1-9 16,0 0-2-16,-2 4-21 0,1-1-6 0,3 4-14 16,-4-5-20-16,4 6-25 0,-3-1-25 0,1 1-23 15,2 3-28-15,-1-1-22 0,2 0-23 0,-1 4-30 16,0 0-27-16,2-4-9 0,-2 4-14 0,10 8-15 0,-4-4-10 15,3 3-18-15,6 4-11 0,0 0-8 16,3 0-11-16,1 3-7 0,4 4-13 0,-7-5-5 16,7 4-15-16,-4-4-8 0,-2 0-4 0,-2-1-4 15,-1 0-9-15,-4-4-3 0,-2 1 1 0,-1-3 0 0,1-1 10 16,-4 0-5-16,-4-1 9 0,0 1 0 0,0-5 6 16,-9 5 4-16,-1-5 2 0,-3 0-6 15,-1-1-24-15,0-1-29 0,-5 0-29 0,0-3-36 0,-1 1-31 16,6 0-36-16,1-1-36 0,-1-1-41 0,1 1-200 15,3-1-549-15,0 2 244 0</inkml:trace>
  <inkml:trace contextRef="#ctx0" brushRef="#br0" timeOffset="60563.65">18807 3919 263 0,'-4'-5'253'16,"4"5"-23"-16,0 0-19 0,0 0 6 0,0 0-6 15,0 0-6-15,1 16-6 0,2-9-12 0,4 1-9 16,1 4-18-16,1 2-17 0,3 1-13 0,-1 3-12 16,1 0-10-16,0 6-14 0,0 1-8 0,2 2-9 15,-2 0-2-15,-4-7-12 0,4 5-4 0,-2 1 0 16,-2 1-13-16,-1-1-28 0,-4-7-29 0,-2-1-26 15,0 0-32-15,-1 2-42 0,0-3-50 0,0-7-53 16,-1 4-52-16,0-2-155 0,-2-2-454 0,-1-2 201 0</inkml:trace>
  <inkml:trace contextRef="#ctx0" brushRef="#br0" timeOffset="61098.88">18888 4251 166 0,'-2'-4'272'0,"0"-1"-7"15,0 0-9-15,2 3-22 0,0 2-22 16,-4-7-25-16,4 7-22 0,0 0-12 0,0 0-16 0,0 0-16 16,0 0-6-16,0 0-18 0,12 14-2 0,-4-5-14 15,-1-1-6-15,1 0-9 0,2 1-7 0,3 2 0 16,1 2-17-16,2-4-13 0,1 1-10 0,-1-2-12 16,3 1-13-16,-4-2-13 0,5-3-13 0,-2 2-3 15,-3-1-4-15,3-3-6 0,-2-2 6 0,-2 0 0 16,1-1 10-16,-2-2 0 0,2 0 3 0,-4-3 3 15,0 2 6-15,1-3 7 0,-4 0 14 0,2 1 15 16,1-3 14-16,-3 0 16 0,-2 0 17 0,3 0 7 16,0 3 13-16,-3 1 9 0,1-4 1 0,-2 5-5 15,2 1-7-15,-2 1-7 0,-1-1-3 0,2 1-11 16,-2 0-10-16,-4 2-9 0,12 3-4 0,-5 1-2 16,1 0-7-16,-1 1-4 0,2 3 3 0,1 2-7 15,2 3-3-15,3-1-1 0,-1 2-1 0,-1 2-1 16,1 2-5-16,4 5 2 0,-2 0-2 0,3 0-2 0,-2 3-3 15,1 0 1-15,1 2 0 0,-3-1-2 16,7 1 3-16,-7 0-1 0,0 2 3 0,3-1-5 16,-2 1 4-16,-3-2 1 0,0-1-3 0,1 2 0 15,-4-1-4-15,0-3 3 0,-4-6 0 0,2 0-1 0,-6 2 3 16,2-3 1-16,-2 0 7 0,-3-4 15 0,3-3 6 16,-6 0 17-16,3-1 42 0,-1-1 37 15,-3-3 37-15,-2-2 33 0,-2 0 22 0,1-3 9 0,-5-1-9 16,-3-1-21-16,-4-3-16 0,-4-2-17 0,1-1-23 15,-5-4-11-15,2 0-14 0,-6-1-13 0,4-1-13 16,5 3-23-16,3-1-49 0,0 3-54 0,0-3-54 16,4 1-70-16,3 2-88 0,1 1-87 0,1 1-102 15,5 0-115-15,1 1-274 0,1 1-886 0,3 1 392 16</inkml:trace>
  <inkml:trace contextRef="#ctx0" brushRef="#br0" timeOffset="68073.6">8559 6371 181 0,'0'0'285'16,"-4"-3"-33"-16,4 3-29 0,0 0-23 0,0 0-20 15,0 0-20-15,0 0-16 0,6 19-14 0,0-9-10 16,-2 0-6-16,4 3-11 0,0 4-5 0,2 0-6 16,-2 0-7-16,3-1-5 0,0 2-6 0,-4-2-5 15,5 5-8-15,-4-7-7 0,-1 2-5 0,-2-3-4 0,3-1-4 16,-1 0-6-16,-3-4 0 0,-1 3-4 15,1-4-4-15,-2 2 0 0,0-2 1 0,1-2-6 16,-1 0 14-16,1-1 36 0,-3 0 33 0,0-4 25 16,0 0-2-16,0 0-9 0,0 0-16 0,0 0-12 0,-1-16-8 15,-3 10-4-15,3-7 4 0,-2 0-16 0,-3-4 1 16,2-2-1-16,-1-6-19 0,-5-3-4 0,2 2-7 16,0-2-4-16,1 0-5 0,0 1 6 0,1-4-6 15,0 7 17-15,-1 2 22 0,2-2 7 0,1 4 7 16,-3 1 3-16,3 0 6 0,3 1 3 0,-3 0-3 15,2 2-2-15,-1-1 3 0,5 4-6 0,-4 1-2 16,0 2-8-16,2-1-8 0,0 3-7 0,0 2-6 16,0-1-7-16,2 1-4 0,0 0-13 0,1 1-4 15,-2 0-9-15,3 3-6 0,0 0-9 0,3-1-4 16,-2 3-9-16,-5 0-7 0,18 3-6 0,-6-1 4 16,-1 2-8-16,1 1-1 0,2 2 1 0,-3-4 3 15,1 3 5-15,-1 2-5 0,0 0 0 0,5 2 0 16,-1 2 5-16,-7-2-14 0,3-1 11 0,-3 0 2 15,0 1 4-15,-1 1-3 0,-1-1 0 0,-2 3 2 16,-3-2 5-16,2-1-1 0,-3 3 5 0,0 1 3 16,-3 0-10-16,2 2 5 0,-3 0 0 0,-2 2 7 0,2-4 2 15,0 2-4-15,-3-5 2 0,-1 4 5 0,4-2-4 16,3 0 2-16,-3-2-4 0,4 1 1 0,-2-1-1 16,4 1 2-16,0-3 8 0,1-1-5 15,1 1-7-15,6 0 14 0,0 1-7 0,8-1 8 0,4 2-3 16,0-4-2-16,8 1-25 0,-1-1-42 0,3-3-55 15,-4 4-46-15,2-4-44 0,0 0-54 0,-9-2-71 16,0-2-67-16,-7 3-234 0,6-3-687 0,-7 0 304 16</inkml:trace>
  <inkml:trace contextRef="#ctx0" brushRef="#br0" timeOffset="68508.48">9092 6453 149 0,'0'0'225'0,"0"0"-8"0,0 0-13 0,0 0-17 15,0 0-11-15,0 0-10 0,0 3-7 0,0-3-4 16,11 0-9-16,-11 0-16 0,12 0-11 0,-4-1-14 15,4 0-10-15,2 0-10 0,-4-2-7 0,5-3-8 16,-2 3-8-16,2-2-8 0,-4-1-1 0,4 0-10 0,-3 0-1 16,-1-2-6-16,1 3-2 0,-5-3-4 15,3-1-2-15,-4 2 1 0,-3-1 4 0,1 3 8 16,-2-3 9-16,-2 2 5 0,-2-1 3 0,2 1 7 16,-4 1 8-16,-2 0 5 0,-4-1 1 0,-3 5 7 0,3 0-5 15,-4 0 1-15,-1 3-3 0,-3 2-1 0,4 0 3 16,-3 2 11-16,0 2-16 0,1 1-4 15,3 0-10-15,2-1 0 0,3 3-14 0,-3-3-1 0,7 5-4 16,0-3-1-16,1 1-8 0,3 0 0 0,4-1-3 16,3-1 2-16,2 1-4 0,2-1 1 0,7 1-6 15,-2-1-3-15,8-1-23 0,0-3-34 0,3 0-32 16,-4-1-40-16,2-4-34 0,-5 0-36 0,5-1-39 16,-5 0-44-16,3-5-26 0,0-3-11 0,-3 2-216 15,-2-2-555-15,-4-2 246 0</inkml:trace>
  <inkml:trace contextRef="#ctx0" brushRef="#br0" timeOffset="69026.98">9467 6343 6 0,'-2'-5'140'0,"-2"2"19"16,-2-1 6-16,2 1 2 0,1 0-6 0,3 3-11 15,-8-2-17-15,8 2-10 0,0 0-9 0,0 0-3 16,0 0 1-16,-8 8-1 0,5-3 0 0,6 0 2 16,-3 0-4-16,4 2-4 0,1-1-5 0,2 3-8 15,0 0-9-15,0 1-5 0,2-3-7 0,1 4-9 16,-5-1-5-16,5-1-4 0,-1 2-5 0,0-4-5 0,0 1-5 15,2-2-3-15,-2-1-1 0,-3-1-4 16,1 0-2-16,1-1 1 0,-6-1 1 0,4-1-3 16,-6-1 14-16,8 0 1 0,-8 0 3 0,7-2 0 15,-3-2 7-15,-1 0 3 0,1-1 2 0,-3-1 1 0,3-1 6 16,-1 1 9-16,1-2-5 0,-2 1 3 0,2 1 7 16,-2-1 7-16,0 0-3 0,-1 3-12 15,3-2-3-15,-4 1-15 0,1 2-5 0,2 2-7 16,-3 1-8-16,0 0-5 0,0 0 14 0,0 0-22 0,14 4-2 15,-13-1 3-15,3 3-5 0,2 0-4 0,-1-2 2 16,0 5-2-16,0-2 1 0,0 2 1 0,2-1-5 16,0 3 2-16,-2-6-7 0,-1 1 4 0,-2 0-3 15,2-2 3-15,0 0 2 0,-1 0 5 0,-1-2 2 16,-2-2 1-16,0 0 0 0,8 0 5 0,-8 0 18 16,7-6 23-16,-3 4-4 0,-1-3 8 0,0-2 12 15,2 1 10-15,-3 0-3 0,3-4 10 0,-3 0 8 16,3 1 3-16,-1 0 3 0,-2 1 0 0,1 2 0 15,0-1-11-15,1 1-5 0,-1 1-12 0,1-1-8 16,-3 1-11-16,-1 2-11 0,3 0-9 0,-3 3-8 16,4-2-14-16,-4 2-13 0,0 0-14 0,0 0-22 15,14 5-20-15,-10-1-32 0,1 4-17 0,2-1-21 16,0 1-27-16,1 0-23 0,1 2-29 0,1-1-16 16,1 0-20-16,4 1-34 0,-2 2-42 0,6-5-32 15,-2-1-41-15,-1 1-226 0,-1-3-657 0,4 1 290 16</inkml:trace>
  <inkml:trace contextRef="#ctx0" brushRef="#br0" timeOffset="69344.39">10116 6364 228 0,'-4'-6'319'0,"0"2"-5"0,1-2-9 16,-1 3-12-16,0 0-22 0,0-1-22 0,-2 3-23 0,6 1-24 15,-9-1-21-15,9 1-18 0,-10 2-17 0,5 2-12 16,1 0-13-16,-1 1-15 0,-1 2-11 0,5-1-9 15,-3 1-9-15,2-1-4 0,1 3-10 0,-2-3-7 16,3 3 0-16,0-2-7 0,2 3 0 0,-1-4-6 16,3 2-3-16,0-2-1 0,0-1-1 0,4 0-6 15,0-2-1-15,1 1 6 0,-1-3-24 0,7-1-8 16,-6 1 3-16,3-3-3 0,1 0 3 0,-4-1-2 16,2-1-6-16,-1-3 3 0,-2 0-3 0,1 0 6 15,-2 0 0-15,0-4-1 0,-1 1 0 0,-4 0-2 16,-2-3-3-16,0 0 5 0,-1 3-5 0,-5-3 0 15,2 2-5-15,-4 1 0 0,0-1 2 0,-4 4-3 16,2 1-20-16,-5-1-23 0,3 2-19 0,-3 1-26 16,4 3-23-16,-5 1-37 0,5 1-41 0,3 0-51 15,-2 2-47-15,1 0-198 0,5 0-529 0,0 1 234 16</inkml:trace>
  <inkml:trace contextRef="#ctx0" brushRef="#br0" timeOffset="69696.02">10270 6257 41 0,'0'0'258'15,"5"-2"-31"-15,-5 2-24 0,0 0-16 0,3 9-7 0,1-7-2 16,-1 5-14-16,1 2-7 0,0 0-12 0,2 2-11 16,0 0-7-16,2-1-12 0,2 5-9 15,2-2-6-15,-4 0-12 0,3-1-8 0,1 3-9 16,1-5-5-16,-1 3-7 0,0-1-8 0,-1-3-1 0,-3-2-4 15,2-3-5-15,-2 0 4 0,-1 0 24 0,-2-2 21 16,3-1 8-16,-1-2 6 0,-7 1 3 0,8-3 4 16,-2-3 5-16,-3 2-10 0,2-3 11 15,0-3-4-15,-3 4 7 0,-1-7-18 0,0 0 9 0,-1 1-2 16,2-1-8-16,-2-1-3 0,4-3-11 0,-4 6-4 16,-2-2-10-16,2 3-9 0,-2 0-7 0,0 2-2 15,1 1-8-15,2 3-12 0,-1-1-32 0,0 0-52 16,0 5-47-16,0-5-23 0,0 5-13 0,0 0-28 15,0 0-26-15,0 0-26 0,0 0-32 0,11 12-17 16,-7-8-24-16,2-1-28 0,-1 2-194 0,2 0-549 16,0 1 244-16</inkml:trace>
  <inkml:trace contextRef="#ctx0" brushRef="#br0" timeOffset="69946.89">10758 6262 93 0,'0'-7'258'15,"2"-1"10"-15,-1 1 15 0,-1-2 7 0,0 4 4 16,-1-3 17-16,-1 0 3 0,2 3-3 0,-3-2-19 0,1 2-18 16,-1-1-19-16,0 2-27 0,0 1-22 15,-1 0-23-15,4 3-17 0,-9-2-17 0,9 2-18 16,-11 3-14-16,4 1-8 0,-1 1-12 0,-4 3-10 16,5 1-9-16,-1-1-10 0,-2 2-4 0,5 0-16 0,1 2 4 15,-3-2-14-15,4 0 4 0,-1 2-6 0,4-2 0 16,0 0-5-16,3 0-3 0,1 1 0 15,3-3-9-15,1 2-14 0,5-3-26 0,4 1-38 0,3-2-52 16,9-1-66-16,-1 0-74 0,4-3-92 0,2-2-379 16,1-3-781-16,-1-2 346 0</inkml:trace>
  <inkml:trace contextRef="#ctx0" brushRef="#br0" timeOffset="71318.42">11547 5948 127 0,'0'0'289'0,"0"0"-16"0,0 0-22 16,-4-3-22-16,4 3-24 0,0 0-22 0,0 0-13 16,0 0-23-16,0 0-13 0,0 0-16 0,12 10-14 15,-8-7-6-15,4 3-11 0,-1 2 1 0,3-1-10 16,-1 0-4-16,2 1-10 0,0 2-4 0,-3-1-4 16,4 3-8-16,-1-1-6 0,-1 1-3 0,-2-3-4 15,0-2-2-15,0 4-3 0,2-5-4 0,-5 1-3 16,-1-1-1-16,2 0-2 0,-1-2-2 0,-2-2-2 15,-2 1 9-15,2-1-8 0,-3-2 3 0,4 5-2 16,-4-5 4-16,4 1-6 0,-4-1-3 0,0 0 0 16,0 0-2-16,0-13-2 0,-4 8 1 0,0 0-3 15,1-2 0-15,-1-1 2 0,0 1-1 0,-1 1 2 16,-1-2 4-16,-3-2 5 0,2 5 4 0,-1-4-1 0,1 2 1 16,-1 0-3-16,1 2-1 0,0 0 0 15,0 0-2-15,0 3-2 0,-3-2-1 0,2 2-1 16,-3 0-3-16,0 4-5 0,0-4 5 0,1 5-1 0,-2-2-5 15,3 2 5-15,-5 0-3 0,5 2-1 0,0 0-2 16,1 0 5-16,-3 0-5 0,4-2-3 0,1 3 2 16,-3 0-1-16,3 0 3 0,0-1-1 15,-1 3-2-15,3-1-3 0,0-1 3 0,0-1-3 0,0 0 2 16,3 0 2-16,0 1 2 0,-1-1-2 0,1 1 3 16,2-1 1-16,1 2-1 0,0-1 1 0,2-1 0 15,2 2 5-15,-2-1-4 0,0 0-2 0,4 1 2 16,-1 0 0-16,4 1-3 0,-2 0 5 0,2 2-3 15,1-3-2-15,-3 0-1 0,5 2 0 0,0 1 1 16,2-1-2-16,1 2-4 0,-8-3 4 0,3 0-1 16,2 1 4-16,0-1-5 0,-5-1 3 0,1 0-1 15,0 1 1-15,-1-1-1 0,-1-1 3 0,-1 2-2 16,-2-3-8-16,1 2 2 0,-4-2 5 0,2-1-4 16,2 1 3-16,-5 0 2 0,-1-1-3 0,2 1 0 15,-1-1 7-15,-1-4-9 0,-3 9 4 0,3-8 2 16,-5 3-1-16,2 0 4 0,-2 1 3 0,-2-3 9 15,-1 2 0-15,-2-2 3 0,3 0 3 0,-5 0 1 16,1 1 2-16,0 0 5 0,-5-2-7 0,5 2 1 16,-4-2-1-16,6-1 7 0,-4 0 5 0,1-1 0 15,0 1 3-15,1-2 15 0,0 1-5 0,4 0 11 16,-2 1 8-16,2-1-10 0,0-1 1 0,2 1-3 16,-1-1 3-16,-1 0 0 0,1 0-1 0,6 2-4 15,-7-3 5-15,7 3-4 0,-6-4 2 0,4 3-4 0,2 1-4 16,0 0-5-16,-6-4-4 0,6 4-1 0,0 0-1 15,-6-1-4-15,6 1-6 0,0 0-8 16,0 0 5-16,0 0-3 0,0 0-4 0,0 0-3 0,0 0-3 16,0 0-4-16,0 0-2 0,0 0 3 0,0 0-3 15,0 0 0-15,0 0 0 0,16 6-5 0,-11-5 0 16,1 2 0-16,0-2 1 0,3 2-3 0,-1 2 2 16,0-1-1-16,4-2 4 0,-1 2-3 0,0-3 0 15,3 2-1-15,-5 2 0 0,3-2-5 0,1-2-14 16,-4 3-15-16,3-2-15 0,-1 1-15 0,0-1-47 15,1-1-33-15,-1 0-32 0,-4 0-40 0,2 1-57 16,-2-2-64-16,0 0-63 0,-7 0-243 0,10-4-693 16,-6 3 306-16</inkml:trace>
  <inkml:trace contextRef="#ctx0" brushRef="#br0" timeOffset="72489.25">12484 6097 228 0,'0'-7'377'0,"0"2"-14"16,0 0-14-16,0 1-13 0,0 4-32 0,-4-8-34 15,4 8-34-15,0-1-31 0,0 1-13 0,0 0-26 16,0 0-19-16,-4 18-14 0,3-8-7 0,-1 1-9 15,2 6-17-15,2 1-14 0,-1-1-4 0,3 2-14 16,0-1-3-16,4 0-12 0,-1-2 6 0,0 1-14 16,1-1-16-16,0-5-9 0,-1 0-9 0,0 0-3 15,1-2-17-15,3-2-13 0,-2-1-4 0,1-3-4 16,-2 0-4-16,-1-3 0 0,0 0 4 0,0-3 1 16,-1 0 1-16,4-3 12 0,-5 0-6 0,1-4 3 15,-2 1 1-15,0-1 5 0,-1-2 0 0,0 1 1 16,0 0 7-16,1 1 13 0,-4 0 9 0,2 1-3 15,-2 4 5-15,1-4 3 0,0 4-10 0,1-1-2 16,-2 1-2-16,1 3-2 0,-1 2-5 0,4-4 5 16,-4 4-3-16,4-1-3 0,-4 1-1 0,11 5 9 15,-11-5-6-15,10 6-6 0,-2 0-8 0,0-1 3 16,3 2-7-16,-3-2-5 0,2 1-3 0,2 1-3 0,-4-2 2 16,0-2-3-16,0 2 3 0,2-2 4 15,-3-1 3-15,-2-1 6 0,2 1-3 0,-7-2 2 16,8 0 7-16,-8 0-4 0,10-4 4 0,-8 0 1 15,1-3 0-15,1 2 8 0,-2-1 8 0,1-3 4 0,-1-1 1 16,2 1 6-16,1-1 4 0,-2-2 2 0,1 1 4 16,-1-1 3-16,4 1-8 0,-2 0-1 15,2 1-3-15,-2 0-3 0,2 2 0 0,-1 1-2 0,-1 3-2 16,3-4-3-16,-1 1 0 0,-1 6-4 0,-1-1-5 16,3-1 2-16,-2 3 0 0,2 0-5 0,-8 0 1 15,13 4-3-15,-6 1 2 0,3 0-3 0,-3 2 2 16,-1 0 5-16,4 2-6 0,-5 1 1 0,4 2 3 15,-3-1 7-15,2 0-10 0,-5-1-3 0,1 0 4 16,0 2 5-16,2-1-8 0,0 0-16 0,-3-1-14 16,5 0-14-16,-5 0-21 0,0-2-21 0,1-2-33 15,-1-1-38-15,-1 2-40 0,4-3-45 0,-2-2-61 16,-2 1-158-16,-2-3-503 0,6 1 223 0</inkml:trace>
  <inkml:trace contextRef="#ctx0" brushRef="#br0" timeOffset="72740.14">13160 5848 246 0,'0'-5'372'16,"0"0"-30"-16,0 5-30 0,-4-6-33 0,4 6-30 15,0 0-24-15,0 0-26 0,0 0-22 0,0 0-13 16,4 17-15-16,-2-8-16 0,0 3-17 0,5 2-4 0,1 4-7 15,-1 0-15-15,0 1-6 0,3 8-6 16,0-3-8-16,1-6-3 0,3 8-7 0,-5-1-2 16,6-2-10-16,-7-3-13 0,2-1-22 0,3-3-31 0,-5 2-39 15,2-4-45-15,1 0-56 0,-3-3-64 0,0-2-61 16,-4-4-208-16,3-1-531 0,1 0 235 0</inkml:trace>
  <inkml:trace contextRef="#ctx0" brushRef="#br0" timeOffset="73158.28">13387 5771 140 0,'0'0'211'0,"0"0"-4"0,0 0-10 0,0 13-4 15,-1-6-11-15,-2 4-9 0,6 0-2 0,-2 7-11 16,-1 1-6-16,0-1-15 0,1 4-16 0,4 0-8 15,-3-2-11-15,4 8-7 0,-5-8-11 0,3 0-3 16,1 1-12-16,1-1-2 0,-2 0-10 0,0-1-5 16,3-4-3-16,0 0-5 0,-2-2-4 0,-3-1-5 15,2-3-3-15,-2-2 0 0,1-1-4 0,-3-1-4 16,4 0 1-16,-1-4-2 0,-3-1-5 0,6 1-3 16,-6-1 1-16,5-5-5 0,-1 1-2 0,-3-1 1 15,3-1 1-15,-1-2-3 0,0 1-4 0,0-1 2 16,-2-1 6-16,4 1 22 0,-2 2 16 0,0 1 11 15,2-2 2-15,-2 1 6 0,0 2-1 0,-1 2-6 16,1-1-1-16,-1-1-11 0,-2 4-10 0,9-3-6 16,-9 3 0-16,0 0-4 0,12 6-8 0,-8-4-1 15,3 2-1-15,0 0-4 0,0 1 2 0,1 2-3 16,1-1-3-16,0 1-3 0,0 1 5 0,1 0-4 16,-3-3-23-16,3 1-25 0,-2-1-32 0,2 2-44 0,-2-2-48 15,4 0-54-15,-5-2-61 0,1-2-270 0,-2 1-589 16,3-2 261-16</inkml:trace>
  <inkml:trace contextRef="#ctx0" brushRef="#br0" timeOffset="73359">13145 6036 289 0,'0'0'418'0,"-7"0"-1"0,7 0-28 0,-5-4-29 15,5 4-23-15,0 0-27 0,12-5-28 0,-5 4-26 16,3-2-26-16,3 1-22 0,1-1-19 0,5 1-19 16,-6 1-25-16,6-2-7 0,-5 1-47 0,5 0-49 15,-5 2-67-15,3 0-63 0,-3 0-71 0,-2 0-90 16,0 0-93-16,0 0-226 0,-2-4-616 0,-2 3 273 16</inkml:trace>
  <inkml:trace contextRef="#ctx0" brushRef="#br0" timeOffset="73526.25">12778 5773 214 0,'-7'-1'233'0,"3"0"-27"0,4 1-32 0,-5-2-44 15,5 2-49-15,0 0-56 0,17-3-56 0,-6 3-141 16,4 0-187-16,6 0 83 0</inkml:trace>
  <inkml:trace contextRef="#ctx0" brushRef="#br0" timeOffset="74078.22">14486 5764 104 0,'2'-9'361'0,"-1"3"-13"16,-1-1-7-16,-1-1-15 0,-1 0-10 15,0 2-24-15,-1-1-28 0,-3 1-20 0,-1 4-26 0,1-2-25 16,-4-2-18-16,-1 4-14 0,0 1-24 0,-1 2-13 16,1 0-9-16,-2 2-16 0,-1 3-9 0,4-1-11 15,-4 7-9-15,3-4-8 0,0 3-3 0,4 1-12 16,3-1 1-16,0 2-2 0,0 0-7 0,7 5-2 15,-1 0 1-15,2 0-3 0,6-2 8 0,6-1-12 16,3 8-5-16,2-6-3 0,-2-3 1 0,6 3-4 16,1-3 12-16,0 0-19 0,-1-1-1 0,-5-3 2 15,-1-1-3-15,-1 0 3 0,1 4-4 0,-8-7-4 16,-2 2-2-16,2-3 3 0,-3 0-1 0,-1 2 11 0,-3-3-7 16,-1-1-8-16,-3 1 2 0,0-4-3 15,-3 7 9-15,-2-6-4 0,-2 2 0 0,-4-1 3 16,-3-1-5-16,1 1 4 0,-5-1-4 0,-1-1-26 15,4 0-37-15,-1-1-29 0,2 1-34 0,0-2-26 0,1 1-29 16,2 0-38-16,2-2-59 0,3 1-51 0,4-4-245 16,0 4-616-16,2-4 272 0</inkml:trace>
  <inkml:trace contextRef="#ctx0" brushRef="#br0" timeOffset="75750.81">14733 5835 332 0,'2'-1'318'0,"-2"1"-21"0,7-4-22 16,-6 1-28-16,-1 3-25 0,0 0-27 0,0 0-17 16,0 0-22-16,8 5-20 0,-8 1-7 0,2 1-13 15,-2-2-11-15,3 7-10 0,1-4-5 0,0 2-14 16,-3 0-6-16,4 4-6 0,2-2-4 0,1 3-5 16,-2-3-8-16,6 1-4 0,-4-2-3 0,-1 1-5 15,1-4-7-15,3 3-16 0,-3-4-11 0,-1 0-2 16,0-2 6-16,0-1-5 0,-2 0-2 0,1-3 2 15,0-1-1-15,-6 0 4 0,10-5-2 0,-6 0 0 16,0-1 2-16,0 0 4 0,0-6 9 0,-4 4 8 0,3-3 7 16,0 0 13-16,-2-1 9 0,2 1 7 15,1-1 14-15,-3 5 3 0,3-5 17 0,-4 7-11 16,2-1 0-16,0-1-7 0,-2 5-1 0,0 2-21 16,0-8 6-16,0 8-21 0,0 0-6 0,4-1-3 0,-4 1-4 15,0 0 0-15,10 9-8 0,-3-6-8 0,-2 4-15 16,-1 1-8-16,0 1 8 0,2 0-17 15,2-1-6-15,-1 2-5 0,-2-2 1 0,-1-1-1 0,0 0-1 16,3 0 5-16,-4-3 0 0,2 0 5 0,-1-1 3 16,-1 0 6-16,1-1 3 0,-4-2 4 0,0 0 2 15,0 0 3-15,7-5 12 0,-4 2 15 0,1-1 8 16,-1-2 8-16,2-1 10 0,-4 1 1 0,3-4 11 16,0 1 15-16,-1 3 7 0,1-3 3 0,0 2-5 15,1 0-6-15,0 1-15 0,-4 0 6 0,2-2-10 16,1 4-6-16,-1-1-10 0,1 1-4 0,1 1-8 15,-2 2-8-15,-3 1-15 0,16 4-21 0,-7 1-22 16,0-1-28-16,5 0-32 0,2 5-9 0,3-2-25 16,-2 1-24-16,3 1-21 0,0-3-17 0,6 6-21 15,2-2-20-15,-10-3-9 0,7-2-19 0,-2 0 3 16,-3-2-2-16,3-3 10 0,-4 3 19 0,-1-2 18 16,-2-2 23-16,-2 0 21 0,-2-2 21 0,-1-1 35 15,0 0 21-15,0-1 36 0,-3-4 23 0,-4 3 36 0,0-1 24 16,-1-1 20-16,-3-4 23 0,4 6 21 15,-4 2 18-15,-4-3 7 0,3 0 10 0,-5 2-8 16,2-4-11-16,-2 5-9 0,0 1-9 0,-4 1-10 0,-1 2-7 16,0-1-3-16,-1 1-12 0,-1 2-6 0,-1 2-4 15,6 3-1-15,-6-2-7 0,3 1-4 0,3 2-4 16,0-1-1-16,1-3-5 0,1 7-1 0,0-4-3 16,3-1 1-16,3 0-1 0,-4 0-2 0,3-2 0 15,1 1-1-15,0-1-4 0,0-4 0 0,5 4 2 16,-5-4-4-16,6 1-2 0,-6-1-3 0,0 0 1 15,16-5-3-15,-8 3 1 0,-2-2 0 0,1 2 1 16,0-2-2-16,2 1-3 0,0-1 1 0,-1-1 0 16,-1 3 0-16,-1 1 0 0,2-2-2 0,-3 1-2 15,3 2-1-15,-1-1 0 0,-7 1 1 0,13 3-1 16,-8 0-1-16,4 2 0 0,-3 0 0 0,2 0 2 16,-1 3-1-16,2-1 1 0,1-1 2 0,-2-1 0 15,1 3-2-15,1-2 3 0,0-1-2 0,0 2 3 16,4-2 2-16,-7 1-3 0,6-4 2 0,-2 1-3 15,-2-1 6-15,1-2-5 0,0 0 3 0,0-3 0 16,4 1 0-16,-5 0-4 0,0-2 3 0,1-1-2 16,-1-2 1-16,1 1 7 0,-1-1-11 0,2-3 3 0,-3 3-1 15,7-6 0-15,-8 2-1 0,4-2 2 0,1-4 1 16,-4 0-1-16,-1 1 0 0,0-3 5 0,0 1 12 16,-2-4 11-16,-1 1 6 0,0-5 11 15,-4-2 2-15,0 0 0 0,-4 7-2 0,4-6-5 0,-3 2 2 16,2 4-7-16,-3 3-2 0,1 0-3 0,-5 1 0 15,3 1-4-15,1 4-1 0,-2 2-4 0,2-1-5 16,1 5 1-16,-3 2-6 0,0 1-4 0,1 3-2 16,5 0-4-16,-13 3 1 0,7 2 2 0,0 6-1 15,1-2 3-15,1 5-6 0,-2 1 4 0,2 2-5 16,0 0 0-16,4 3 8 0,4-1-11 0,-4 1 4 16,4 6 0-16,3-5 2 0,1 3 0 0,1-3-1 15,-2-2 1-15,10 2 0 0,-6-5 0 0,0 1-5 16,1-4-1-16,3 2-9 0,0-8-6 0,1 4-3 15,1-4-2-15,-3-4-4 0,4 2-3 0,1-6-1 16,1 1-2-16,0-6-2 0,0 1-4 0,-1 0-3 16,0-4-9-16,-1 0-10 0,3-2-6 0,-6-2-2 15,3 0 4-15,-4-2 2 0,-2 0 6 0,0-1 4 16,-2-2 4-16,-2-1 7 0,0 1 6 0,-4-1 7 0,-4 0 17 16,0-1 13-16,0 0 9 0,-3 2 4 15,-2 1 3-15,1 1 3 0,0 3-2 0,-3 1 4 16,2 2-3-16,-1 0-3 0,-5 4-1 0,5 2-6 15,-3 0 1-15,1 4 3 0,-1 0-8 0,-1 5 0 0,2 0 4 16,-3 4-5-16,4 0-1 0,0 3-1 0,-1 3 5 16,5 0-4-16,-2 3-1 0,5 1 0 15,0 1 3-15,0-1 0 0,5 6-2 0,-2-4-2 0,1-3 3 16,2 4 4-16,-1-1-2 0,2-2-1 0,2 1 0 16,1-2 3-16,1 1-2 0,3-4-6 0,-1-3-9 15,-1 2-10-15,5-2-10 0,-1-5-6 0,-4-2-10 16,3-1-2-16,0-2-3 0,0-2 2 0,0-3-3 15,4-1 4-15,-2-2 1 0,0-2 6 0,0-1 2 16,-4 5 3-16,1-8 6 0,-1 5 2 0,-3-3 2 16,-2 1 3-16,0-1 15 0,0 0 13 0,-4 4 2 15,0-1 6-15,1 1 4 0,-3 1-3 0,0 0-2 16,-2 5 2-16,-3-5-7 0,3 5 0 0,-6-3 1 16,6 3 0-16,0 0-4 0,-9 8-2 0,2-5-1 15,3 2 1-15,-3 0 0 0,2 0 1 0,2 1-1 16,0 2 0-16,1 0 3 0,0 3-1 0,2-4 2 15,0 2 2-15,2-4-2 0,0 3-2 0,0-2 3 16,2-2 0-16,1 2-2 0,2-3 0 0,1-2-1 0,3 0 6 16,0-1-2-16,4 0 8 0,-3-1 3 15,0-1 10-15,2-4 0 0,0 4 5 0,1-1 4 16,-2-2 2-16,2 0-5 0,-2 0 1 0,1 2 3 16,-1-2 8-16,0 1 3 0,-7 2 0 0,3-2-5 0,-2 1-4 15,2 3-9-15,-2-1-5 0,-7 1-6 0,11 1-1 16,-4 2 1-16,0-1-1 0,-3 1-5 0,1 2 1 15,1 0-6-15,-1 0-2 0,-2 2 2 16,1-1-2-16,3-1 0 0,-2 6-1 0,2-4 2 0,-3 1-4 16,0 1-11-16,3-3-13 0,-4 0-30 0,-1 0-19 15,1 1-31-15,0-2-26 0,-2 0-23 0,-1-2-22 16,0-3-39-16,0 0-44 0,0 0-139 0,0 0-422 16,0 0 187-16</inkml:trace>
  <inkml:trace contextRef="#ctx0" brushRef="#br0" timeOffset="75985.61">16781 5471 23 0,'-2'-6'317'0,"2"4"-33"15,0-3-30-15,0 5-24 0,0 0-25 0,0 0-22 16,0 0-18-16,0 0-15 0,-7 17-12 0,7-5-7 15,0 1-12-15,3 4-8 0,1 4-5 0,-1-2-11 16,1 2-10-16,-1 0-7 0,2-1-5 0,0 5-8 16,4 1-4-16,-4-1-6 0,1-4-4 0,2-3-5 15,-3 1-16-15,2 1-33 0,0-2-38 0,-3-2-49 0,2-4-55 16,3-1-49-16,-4-2-237 0,4 0-466 0,-4-7 206 16</inkml:trace>
  <inkml:trace contextRef="#ctx0" brushRef="#br0" timeOffset="76168.95">16698 5675 256 0,'-6'-4'346'0,"2"2"-7"0,0 0-7 0,4 2-6 16,-8-5-33-16,8 3-25 0,0 2-35 0,0 0-29 16,11-6-20-16,-6 4-22 0,5 2-48 0,5-1-44 15,-2 2-46-15,8 0-56 0,0 0-67 0,9-2-94 16,2 4-78-16,-1-1-155 0,0-1-462 0,-1 0 204 15</inkml:trace>
  <inkml:trace contextRef="#ctx0" brushRef="#br0" timeOffset="76486.75">17413 5708 72 0,'5'4'323'16,"0"3"-17"-16,-1-2-18 0,1 0-16 0,5 7-9 16,-6-2-11-16,7 5-6 0,-3 1-14 0,2 0-2 15,4 7-22-15,-5 4-9 0,0 0-21 0,3 1-21 0,-1 1-5 16,1 0-11-16,2 2-19 0,-3 2-8 15,5-1-13-15,-1 1-9 0,1-1-14 0,-2 1-5 16,2-1-1-16,1 0 0 0,-2-4-16 0,-3 1-5 16,0-4-14-16,-1-1-34 0,1-7-35 0,-4-4-41 0,2 1-40 15,-6-2-52-15,0-5-41 0,-4-3-56 0,2-2-62 16,-2-2-213-16,0 0-580 0,0 0 258 0</inkml:trace>
  <inkml:trace contextRef="#ctx0" brushRef="#br0" timeOffset="76821.27">17613 5757 121 0,'-7'-11'422'0,"-3"0"9"0,1 0 4 16,1-2-3-16,1 4-15 0,-3-4-20 0,1 3-14 15,2-2-18-15,1 3-16 0,-1-1-23 0,1 2-27 16,4 1-28-16,0 2-25 0,-2 0-33 0,4 1-23 15,0 0-33-15,0 4-42 0,0 0-28 0,0 0-23 16,10 0-25-16,-2 4-18 0,4 1-21 0,6 2-12 16,0 4-18-16,-3-1-10 0,2 3-7 0,1-2-4 15,-3 2-18-15,1 0-6 0,5 5 6 0,-8-5-6 16,2 0 5-16,-8-2 4 0,5-2-1 0,-6 0-2 0,-1 0 12 16,-2-3 7-16,-2 4 3 0,-1-4 1 15,0 1 4-15,-4-1 13 0,0-1-3 0,-2-2 6 16,-3 4 3-16,-2-3 3 0,2 0-19 0,-2-1-23 15,-1-1-29-15,-1-1-35 0,1 1-30 0,3-2-30 0,-3 2-41 16,3-1-46-16,4 0-49 0,-4-1-209 0,9 0-576 16,-12-2 255-16</inkml:trace>
  <inkml:trace contextRef="#ctx0" brushRef="#br0" timeOffset="77306.33">17782 5679 220 0,'1'-3'392'0,"-1"3"-13"0,4-4-11 0,0 2-26 16,-4 2-26-16,6-5-27 0,-2 2-30 0,1 1-26 16,6 2-25-16,-3-1-20 0,3 1-20 0,3 1-11 15,-2 1-24-15,0 3-15 0,9-1-10 0,-9 1-8 16,8 3-17-16,-1-2-5 0,-4 6-9 0,3-4-5 15,-4 3-9-15,-2 1-6 0,1 1-4 0,-3-4-10 16,1 1-1-16,-3 0 0 0,-4-1-21 0,0 0-15 16,2 1-3-16,-5-2 2 0,-1-2-2 0,-1 2 2 15,-2-3 0-15,0 0-3 0,-1 0 7 0,-1 0 29 16,0-2-33-16,-3-3-1 0,8 0 0 0,-12 0 1 16,12 0 9-16,-8-5 12 0,4 2-9 0,1-2-5 15,0 0 4-15,3-1 1 0,0-1-9 0,3 1 5 0,1-2-7 16,0 2-7-16,3-3-2 0,5 0 4 0,-2 1-16 15,2 2-5-15,3 0-4 0,-4 0 3 16,2 1-1-16,-2 3 6 0,2-2-2 0,-3 0 2 16,-1 1 6-16,-2 1 1 0,0 0 6 0,-1 0-10 0,-2 1 4 15,2 1 1-15,-6 0-6 0,0 0 4 0,9 0-2 16,-9 0 8-16,4 3 0 0,-4-3-1 0,0 0 9 16,3 4-6-16,2-1 2 0,-5 1 0 0,0-4-21 15,3 7-10-15,-3-4-11 0,0 2-19 0,1 0-30 16,2 0-36-16,-3 0-37 0,4 0-52 0,0 1-52 15,2-3-228-15,-2 1-545 0,3-1 241 0</inkml:trace>
  <inkml:trace contextRef="#ctx0" brushRef="#br0" timeOffset="77891.73">18341 5692 110 0,'0'0'228'0,"-10"-2"-20"0,10 2-17 0,0 0-17 16,-13 4-13-16,11-1-9 0,1 2-11 0,-2 0-5 16,-1 1-10-16,4 1-6 0,0-1-13 0,3 2-5 15,-2 2-11-15,3 0-7 0,2 0-10 0,-2-1-4 16,1 1-4-16,2-2-8 0,1-1-7 0,-4 1-6 0,2-5-1 16,-2 4-1-16,0-3-10 0,0-2-10 0,3-2-10 15,-2 2-11-15,-5-2-9 0,0 0-7 16,10-4-6-16,-7 0 1 0,-2 0-1 0,0-2 3 15,-1 0 3-15,-1-1 0 0,1 0 2 0,0 0 1 0,0-3 1 16,-1 1 9-16,1-2 4 0,0 3-1 0,0 0 0 16,1-2 0-16,0 0 7 0,2 4 1 15,1 0-4-15,1-2 3 0,-2 3-1 0,3-3 0 0,0 3-2 16,1 2-2-16,1 0 0 0,-1 1-1 0,1 2 0 16,-1 0-2-16,4 0 1 0,-3 0-2 0,-1 4 4 15,1 0-3-15,3 3 1 0,-3-1-3 0,-2-2 1 16,-2 4-1-16,2-2 5 0,1 0-4 0,-3 2-3 15,2-2 3-15,-3 1 0 0,1-1-1 0,-3 1-1 16,2 0 4-16,-1-1 0 0,-2 1-2 0,2-3-1 16,-2-2 1-16,0-2 4 0,0 6-1 0,0-6-3 15,0 4 9-15,0-4-3 0,0 0 0 0,1 3 0 16,-1-3-2-16,0 0 0 0,0 0 1 0,0 0-1 16,15-6 1-16,-8 2 0 0,0 0-3 0,-2-2 3 15,3 2 5-15,1-3 3 0,0 2 10 0,-1-1 11 16,3 1 14-16,-5 1 12 0,2-2 14 0,0 2 3 15,-3 0 10-15,-2 0 7 0,1-1-5 0,-1 2-6 16,2 2-17-16,-1-1-5 0,-4 2-5 0,4-2-10 16,-4 2-5-16,0 0-2 0,10 4-6 0,-9-3 1 15,3 3-8-15,-1 3-4 0,5-2-2 0,-5 0-1 16,2 0-8-16,-2 2-15 0,5 0-14 0,0-1-26 16,-1 4-32-16,1-5-33 0,2 3-45 0,-1-3-56 0,5-3-57 15,-1-1-222-15,-2-1-530 0,-1-1 234 0</inkml:trace>
  <inkml:trace contextRef="#ctx0" brushRef="#br0" timeOffset="78176.08">18889 5290 9 0,'-5'-4'239'0,"0"0"-26"15,3 2-19-15,2 2-24 0,-9 0-14 0,9 0-15 16,-9 7-13-16,9-1-13 0,0 6-5 0,0-2-9 16,5 3-7-16,-3 6-6 0,2 1-5 0,0-1-5 15,1 1-10-15,2 8-5 0,-3-6-5 0,6 4-7 16,-2-1-4-16,0 2-1 0,0 0-4 0,0 0-6 16,1 0-4-16,-4-8-10 0,3 0-30 0,-4 0-24 15,3 2-19-15,-3-2-23 0,-2-2-25 0,0-2-17 16,2-6-24-16,-1 2-15 0,-3-4-10 0,4 0-93 15,-4-1-279-15,0-2 124 0</inkml:trace>
  <inkml:trace contextRef="#ctx0" brushRef="#br0" timeOffset="78527.32">18941 5728 16 0,'-2'-3'105'0,"-1"-1"10"0,2 1 15 0,1 3 4 15,-3-7-3-15,3 3 6 0,0 4-9 0,0-6-8 16,3 0-7-16,1 3-7 0,2 1-4 0,-1 0-3 15,2 1-5-15,2-4-8 0,2 2-6 0,0 0-8 0,0 1-6 16,3-3-10-16,-1 3-5 0,-2 2-5 0,4 0-5 16,-3 2-4-16,1-2 3 0,0 1-2 15,-2 1-2-15,3 1 2 0,-1 0 0 0,-3 1 4 16,1-1 0-16,1 0 3 0,-6-1 2 0,4 1 0 0,-3-1 9 16,1 4-3-16,-1-2 5 0,2-2 1 0,1 2 2 15,0 3 3-15,0-2-1 0,0-2-2 0,-2 2-4 16,3 1 4-16,-1 0-7 0,-1 0-1 0,3 2-7 15,-1 2-2-15,4 2-2 0,0-1-4 0,-4 2 2 16,3 1-10-16,-5-2 4 0,2 2-6 0,3 3-4 16,-5 1 0-16,1 0-2 0,0-1-3 0,0 0 2 15,-2-1-5-15,-3 1-1 0,1 0 0 0,-2 0-4 16,-4-5 3-16,0 0-7 0,0-1 5 0,0 2-4 16,-3-4 1-16,-1 1-11 0,-4 0-15 0,1-3-22 15,-4-1-39-15,-2 0-44 0,-1-2-65 0,-5-3-75 16,-1 1-237-16,-2-4-540 0,-6-2 240 0</inkml:trace>
  <inkml:trace contextRef="#ctx0" brushRef="#br0" timeOffset="78746.05">18571 5431 128 0,'-2'-4'296'0,"-2"0"-21"0,4 4-26 15,-4-4-29-15,4 4-27 0,-3-4-30 0,3 4-32 16,0 0-40-16,0 0-59 0,0 0-68 0,0 0-82 16,2 17-153-16,-2-14-293 0,1 3 129 15</inkml:trace>
  <inkml:trace contextRef="#ctx0" brushRef="#br0" timeOffset="78928.72">18176 5444 233 0,'-8'-2'313'0,"8"2"-22"0,0 0-34 15,-10 2-27-15,10-2-21 0,0 0-25 0,-5 1-20 16,5-1-35-16,-1 4-47 0,1-4-63 0,1 8-79 15,4-3-97-15,0 1-159 0,0-3-342 0,3 4 152 16</inkml:trace>
  <inkml:trace contextRef="#ctx0" brushRef="#br0" timeOffset="79364.67">19825 5757 413 0,'0'0'454'0,"-2"-4"-14"0,2 4-28 0,0 0-37 15,0 0-37-15,0 0-36 0,0 0-31 0,0 0-21 16,0 0-31-16,-1-4-26 0,1 4-22 0,0 0-15 16,0 0-16-16,0 0-38 0,0 0-40 0,0 0-52 15,0 0-57-15,0 0-67 0,3 16-94 0,-1-14-121 16,1 2-273-16,-2 0-652 0,-1-4 288 0</inkml:trace>
  <inkml:trace contextRef="#ctx0" brushRef="#br0" timeOffset="94985.26">8884 7613 184 0,'-4'-10'382'0,"-3"-4"-4"16,0 6-12-16,0-3-1 0,-2 4 9 0,2-3-15 16,-3 5-9-16,5 0-19 0,-2 2-17 0,2 1-32 15,-2 2-40-15,7 0-28 0,-11 5-21 0,7 3-18 16,-1 1-20-16,1 2-13 0,0 8-15 0,4 2-13 15,2-2-9-15,0 2-8 0,3 5-12 0,3 2-7 16,2-3-11-16,-2-2-4 0,7 3 20 0,-3-3-8 16,-2-5-12-16,3-1-25 0,2-2-31 0,1-1-32 15,0 0-45-15,1-3-66 0,1 1-52 0,-3-5-47 16,-3-1-60-16,7-1-87 0,-3-4-365 0,-5 0-808 0,3-3 358 16</inkml:trace>
  <inkml:trace contextRef="#ctx0" brushRef="#br0" timeOffset="95320.17">9283 7316 47 0,'3'-13'423'0,"-1"0"22"0,-2 1 8 0,0 2 6 16,1-1-5-16,-1 4-5 0,0 3-17 0,0-3-31 15,0 1-33-15,0 3-41 0,0 3-38 0,0-5-33 16,0 5-36-16,0 0-20 0,0 0-21 0,0 0-16 15,4 19-20-15,-4-2-14 0,4 3-14 0,0 5-9 16,3 6-15-16,3 2-7 0,-2 18-7 0,3 3-8 16,1 0-6-16,0 1-7 0,-1 0-3 0,3 2-8 15,1-3-3-15,-2 7-4 0,1-7-3 0,-2 0-5 16,0-5-5-16,2 1 3 0,0-1-6 0,-9-13-2 16,1 0 1-16,-1 0-2 0,7 0 3 0,-11 1-8 15,-1-2-11-15,2-3-21 0,-2-5-26 0,-6-8-37 16,1-4-32-16,4-6-29 0,-2-2-36 0,-2-2-47 15,0-1-49-15,0-4-54 0,-9-1-65 0,5-7-68 16,-5-3-316-16,-5-5-841 0,-2-4 372 0</inkml:trace>
  <inkml:trace contextRef="#ctx0" brushRef="#br0" timeOffset="95470.27">9076 7961 237 0,'0'-4'261'0,"1"-3"6"0,0 3 5 16,3-1-10-16,3 2-7 0,7-7-8 0,2 4-18 15,3-1-15-15,8-3-23 0,-1 2-16 16,4 0-19-16,0-1-14 0,3 1-12 0,-5-1-16 0,5 1-14 16,-6-3-47-16,3 5-67 0,-8-1-79 0,1 0-91 15,1-4-110-15,-4 4-160 0,0-1-491 0,-8 0 218 16</inkml:trace>
  <inkml:trace contextRef="#ctx0" brushRef="#br0" timeOffset="95654.69">8831 7378 305 0,'-22'-8'386'0,"7"1"-24"16,0 0-23-16,3 2-34 0,1-1-31 0,4 2-28 16,0-1-27-16,2 1-36 0,5 0-61 0,0 4-67 15,1-5-65-15,6 3-89 0,8 2-125 0,6 0-187 16,10 1-444-16,3 3 196 0</inkml:trace>
  <inkml:trace contextRef="#ctx0" brushRef="#br0" timeOffset="96072.84">10644 7543 143 0,'-5'-3'411'0,"5"3"-22"0,-2-7-35 16,2 4-27-16,0 3-31 0,0 0-38 0,-3-3-27 15,3 3-26-15,0 0-19 0,0 0-21 0,5 14-16 16,1-5-14-16,-2 4-12 0,0 1-11 0,5 4-2 16,-4-2-25-16,4 1-2 0,-2 1-7 0,2 1-6 15,-4-1-8-15,6-1-5 0,-3-1-17 0,0 0 12 16,0 0-14-16,2-1-19 0,-5-3-28 0,2-3-28 15,-1 0-16-15,1-1-24 0,-1-3-40 0,-2-3-63 16,2-2-80-16,3-2-60 0,-1-1-201 0,3-1-564 0,0-2 250 16</inkml:trace>
  <inkml:trace contextRef="#ctx0" brushRef="#br0" timeOffset="96390.63">11086 7489 134 0,'0'-6'322'0,"-4"2"-2"0,0 1-11 15,-3 1 5-15,2-2-2 0,-4 3 4 0,-2-2-10 16,2 2-12-16,-3 1-18 0,-1 0-20 0,0 3-19 16,3-2-16-16,-3 3-21 0,3-2-23 0,3 2-21 15,3 0-11-15,-1 2-14 0,0 1-8 0,2-2-12 16,4 3-7-16,2-1-3 0,2 4-10 0,6-3-8 16,1 5-9-16,3-2-1 0,0 0-10 0,4 5-4 15,0-3-6-15,-1-1-5 0,1-2-6 0,0 3-3 16,-3-1-2-16,0-1-4 0,1 1-5 0,-6-4-4 15,0 0-3-15,-4 1-3 0,-1-1-1 0,-3-2-2 16,-1 2-2-16,-4-1 1 0,-1-1-5 0,-2-1 5 16,-3 2 0-16,-6-1-1 0,1-4-1 0,-6 4-2 15,-3-2-9-15,-1-2-26 0,-7-1-36 0,-2-2-44 16,9 0-47-16,2 0-38 0,0-3-37 0,8-1-39 16,0 2-73-16,4-3-70 0,4-4-260 0,5 4-723 15,0-1 320-15</inkml:trace>
  <inkml:trace contextRef="#ctx0" brushRef="#br0" timeOffset="97260.38">11532 7352 5 0,'0'-5'363'0,"0"-2"-4"0,0-1-8 16,0 0 4-16,0-1-13 0,-1 2-15 0,-2-1-21 15,-1 0-4-15,3 3-17 0,-1-3-17 0,-2 3-22 16,0-1-23-16,0 1-19 0,0 3-22 0,-1-3-21 16,-1 1-11-16,0 3-20 0,-2 1-13 0,8 0-11 15,-15 4-14-15,6-2-5 0,-5 4-14 0,5-1-9 16,-2 4-7-16,3 0-4 0,-9 0-6 0,8 0-6 16,-5 5-1-16,7-3-7 0,-1 1-5 0,4-2-2 15,-1 1 1-15,-2 1-7 0,3 0-1 0,4-3 1 16,0 4-5-16,1-4 0 0,3 2-3 0,3-2 3 15,1 1-4-15,3-1-2 0,3-1-3 0,4 1-6 16,2-3-11-16,-2-2-12 0,2 1-13 0,0-2-13 16,0-1-9-16,1-1 3 0,-3 1-3 0,-5-2 5 15,2 1-3-15,-5-1 16 0,-2 0 2 0,-4 2 13 0,-4-2-7 16,14-2 0-16,-13 1 4 0,-1 1 5 0,0 0 3 16,0 0-7-16,0 0 8 0,0 0 0 15,-23 8 3-15,12-3-1 0,2 0 11 0,-1 0-5 16,-6 4 9-16,2-3-7 0,3 1 11 0,-1 0-2 0,2 1-1 15,1 2-3-15,0-2 4 0,3 2 1 0,1 1 4 16,2-1 1-16,0 0-2 0,3 1 10 0,1 0-6 16,5 0 12-16,1-2-1 0,5 1 0 0,0 1 3 15,4-2-4-15,0 0 1 0,1-3-5 0,0 0 2 16,4 0-3-16,-2-1 3 0,-1-3-6 0,2 2-1 16,0-3-3-16,-3-1-6 0,3 0-5 0,-6-1-7 15,5-5-9-15,-5 3-14 0,6-3-6 0,-8 1-24 16,3-2 0-16,-4-1-10 0,2 0-9 0,-3 0-10 15,4-4-12-15,-2-2-3 0,-5 4-4 0,1-2-7 16,-1 1 2-16,0-5 9 0,-2 5 8 0,1-2 9 16,-4 3 12-16,4-1 5 0,-2 2 7 0,0-1 10 15,1 7 4-15,-3-2 5 0,-1 2 6 0,2-1 3 16,-3 4 5-16,4-5 2 0,-4 5 6 0,4-1 6 0,-4 1 9 16,0 0 12-16,6 6 10 0,-5-2 5 15,2 0 8-15,-2 1 8 0,0-1 0 0,3 1 6 16,0 3 1-16,-4-2 1 0,2 2 5 0,0-3-8 15,0 1-1-15,2 2-2 0,0-3 1 0,0 4-2 0,-1-3-1 16,2-1 4-16,-1 4-8 0,3-5 1 0,-1 0-2 16,-1 0-1-16,4 0 2 0,0 0-7 0,-2-4 0 15,1 0-5-15,-2 0 6 0,4-2-7 16,-2 1 0-16,2-3-1 0,-1-1 0 0,-2 1 3 0,-3 0-9 16,6-5 3-16,-4 2 1 0,0 1-2 0,-1-1 8 15,-1 0 26-15,-1-3 19 0,-1 5 24 0,-1-2 12 16,0 0 6-16,2 3-1 0,-2 1-9 0,-1 3-11 15,3-7-9-15,-3 7-12 0,1-3-8 0,-1 3-4 16,0 0-12-16,0 0-1 0,0 0-4 0,10 2-9 16,-10-2-4-16,9 8 5 0,2-3-23 0,-3 1-21 15,3-2-15-15,8 5-44 0,-1-6-33 0,4 6-25 16,6-3-29-16,-3-4-38 0,6 3-34 0,-1 0-30 16,3-3-32-16,-5-3-23 0,2 2-206 0,0-3-571 15,-8-2 254-15</inkml:trace>
  <inkml:trace contextRef="#ctx0" brushRef="#br0" timeOffset="97678.35">12619 7551 599 0,'9'-8'12'0,"-3"3"33"0,-3-1 28 0,-1 1 32 16,-2-3 18-16,-2 3 22 0,-3 1 11 0,1 0 7 16,-4 0 5-16,-4-1 4 0,0 2 2 0,1 2 4 0,-8 1-11 15,-2 1 0-15,-1 6 1 0,2 2 4 16,-10-1 9-16,6 4-19 0,3-4-13 0,1 2-10 16,0 1-12-16,0-1-9 0,3 4-3 0,3-2-18 0,1 1-16 15,4-2-3-15,1-1-4 0,2 2-10 0,0 0-6 16,2-1-3-16,4-1 1 0,1 0-8 0,2-2-5 15,3 0 0-15,4 0 0 0,-1-4-3 0,0 2-3 16,7-4-2-16,2-2-5 0,5 0-5 0,-4-2-3 16,2-3-9-16,-1 0 0 0,3-2-2 0,4-6-9 15,-9 4-19-15,9-8-5 0,-2-1-19 0,-5-1-10 16,-1-3-15-16,3-2-21 0,-8-4-16 0,0 0-5 16,-3-3 3-16,0 2 9 0,-7-5 9 0,-4 8 12 15,-4-5 13-15,-1 1 34 0,-2 3 35 0,-4 0 42 16,0 2 34-16,-2-2 24 0,3 9 29 0,-2-1 10 15,2 2 6-15,-3 2 1 0,2 1 4 0,4 4-10 16,0 0-9-16,2 5-16 0,1 1-15 0,-2-2-15 16,2 5-7-16,0-1-18 0,4 2-6 0,-5 7-7 15,5-1-5-15,0 4-7 0,0 3-4 0,5 4 0 16,2 4-10-16,1-2-2 0,3 6-3 0,0 4-1 16,2-3-8-16,3 0-6 0,-3 2-15 0,1 0-24 15,0-1-38-15,3 3-46 0,2-4-37 0,-4 2-37 0,8-3-37 16,-4-1-52-16,-4-2-57 0,4-6-64 0,-4-2-293 15,3-2-748-15,-2 0 331 0</inkml:trace>
  <inkml:trace contextRef="#ctx0" brushRef="#br0" timeOffset="97947.22">13129 7132 257 0,'-3'-6'379'0,"0"-1"-27"16,2 3-25-16,-3 1-24 0,0 1-27 0,4 2-21 16,-14 0-9-16,6 3-13 0,-3 2-7 0,4 3-8 15,-9 2-10-15,2 4-11 0,1 0-8 0,-1 1-18 16,5 3-13-16,-1 2-8 0,1 6-9 0,-1-1-7 16,6 0-13-16,1 3-7 0,1 0-10 0,2 0-6 15,4 1-16-15,0 0 3 0,8 2-8 0,-4-1-6 16,7-2-7-16,-1-2-4 0,5-1-5 0,-3 0-9 15,10-5-20-15,-11-5-29 0,8 1-44 0,7-2-65 16,-3-7-58-16,-4 1-69 0,6-4-72 0,-7-4-66 16,8-1-317-16,-7-4-753 0,0 1 333 0</inkml:trace>
  <inkml:trace contextRef="#ctx0" brushRef="#br0" timeOffset="98280.67">13499 7208 25 0,'-7'-4'315'0,"3"2"-11"0,-3-1-13 0,-1 1-14 16,0 2-18-16,-2-1-13 0,1 4-5 0,1-3-23 15,-3 4-16-15,1 0-18 0,-2-2-4 0,-2 3-30 16,2-1-10-16,5 4-8 0,-2-4-11 0,0 4-12 16,2 0-9-16,1-3-10 0,-1 5-9 0,2-3-6 15,3 2-2-15,1 0-9 0,1 1-5 0,4 0 0 16,2 3-2-16,2 1-7 0,2 2-8 0,4-2-2 15,9 4-1-15,-1-2-5 0,3 3 2 0,-4-2-5 16,6 1-2-16,-1-4 1 0,-4 3-7 0,-3-5-2 16,0-1 1-16,-4-1 0 0,0 0-8 0,-4-1-6 15,-3-2 1-15,0 0 3 0,-1-2-4 0,-3 2-1 16,-4-2 7-16,0-1-3 0,0-2-2 0,-4 2-1 16,-3-2 5-16,-1 0-5 0,-4 1 5 0,1-4-17 15,-4-3-43-15,1 1-39 0,-2 0-54 0,-3 1-70 16,-1-7-95-16,-1 2-331 0,1 2-688 0,6-6 304 15</inkml:trace>
  <inkml:trace contextRef="#ctx0" brushRef="#br0" timeOffset="98581.73">13637 7103 311 0,'0'0'489'16,"0"0"-22"-16,0 0-28 0,0 0-38 0,0 0-28 16,0 0-19-16,30 5-20 0,-9 0-19 0,8 1-25 15,2 3-19-15,1 0-27 0,4 4-22 0,-2-1-24 16,-2-1-16-16,2 3-20 0,-2 1-15 0,-5 1-16 16,0 1-14-16,-4-1-11 0,-2 6-11 0,-7-5-11 15,1 6-8-15,-6-4-7 0,1 8-11 0,-7 0-4 16,1 1-15-16,-8 1-15 0,-5 3-22 0,-1-5-31 15,-1 0-53-15,-1 0-59 0,-3 0-57 0,-4-3-43 16,-2-2-51-16,-2 2-69 0,2-3-77 0,-1-1-274 0,4 0-772 16,1-5 342-16</inkml:trace>
  <inkml:trace contextRef="#ctx0" brushRef="#br0" timeOffset="101107.35">14814 7393 107 0,'0'0'360'0,"0"0"-16"0,0-5-28 0,0 5-36 15,0 0-29-15,0 0-24 0,0 0-21 0,0 0-30 16,0 0-14-16,0 0-13 0,0 0-14 0,-4 13-13 0,4-13-12 16,0 8-12-16,0-3-8 0,0 3-11 15,0-2-7-15,1-4 8 0,-1 5-21 0,0-3-9 16,2 0-2-16,-2-4-4 0,0 5 1 0,0-5 2 0,0 0-5 15,0 0-11-15,0 0 2 0,0 0-1 0,13-10-3 16,-9 4-17-16,-1-1-10 0,1-4-8 0,0 3-27 16,0-1-27-16,-2-3-30 0,-1-1-31 0,2 1-46 15,-3-1-32-15,0-2-38 0,0 3-25 0,-4-1-183 16,0 2-480-16,-2 0 213 0</inkml:trace>
  <inkml:trace contextRef="#ctx0" brushRef="#br0" timeOffset="101393.68">14686 7244 25 0,'0'-3'221'16,"0"3"11"-16,0-8 5 0,1 5 0 0,-1 3 9 15,0-4 7-15,0 4 10 0,2-8-15 0,-2 8-11 16,1-4-13-16,-1 4-22 0,3-5-9 0,-3 5-21 16,0 0-20-16,0 0-14 0,0 0-10 0,0 0-21 0,0-2-10 15,0 2-16-15,0 0-9 0,0 0-2 16,0 0-11-16,0 0-5 0,0 0-2 0,7 7-8 15,-7-7-5-15,3 3 2 0,-3-3-2 0,0 0-2 0,0 0 12 16,0 0 10-16,0 0 7 0,0 0-6 0,12-4 1 16,-12 4-6-16,5-5-6 0,-2 0-5 0,1 1-7 15,0 0-1-15,-2-1 6 0,0 0-11 16,2-1 8-16,-1 1-16 0,-2 0-19 0,3 0-29 0,-1 1-41 16,-3 2-36-16,0 2-56 0,0-5-66 0,0 5-85 15,0 0-58-15,0 0-234 0,0 0-651 0,0 0 288 16</inkml:trace>
  <inkml:trace contextRef="#ctx0" brushRef="#br0" timeOffset="101893.47">15605 7049 338 0,'0'-10'399'0,"-1"2"1"0,1 2-14 0,0-2-20 15,1 2-11-15,-1 1-25 0,0-2-28 0,-1 3-32 16,1 4-31-16,3-5-26 0,-3 5-21 0,4-1-25 16,-4 1-16-16,17 10-8 0,-7-3-19 0,5 5-14 15,1 1-9-15,2 8-11 0,4-2-10 0,-6-2-10 16,5 4-7-16,-4 0-5 0,-3-5-8 0,4 6-15 16,-6-4-5-16,-1-1-7 0,-2-2-2 0,0 2-4 0,-4-4-5 15,4-2-6-15,-6 0 2 0,0-4-1 16,-2 1 0-16,3-5-2 0,-2 2 11 0,-1-1 20 15,-1-1 10-15,0-3 12 0,0 0 14 0,0 0 9 0,0 0 9 16,-14-14-3-16,10 7-4 0,0-2-5 0,2-2-5 16,0 0-8-16,2-5-6 0,3 1-14 0,2-3-18 15,2 0-27-15,1-1-37 0,1-7-55 16,7 4-51-16,0 0-51 0,-4 8-23 0,2 1-38 0,5 1-33 16,-4 4-40-16,4-1-40 0,0 3-33 0,-5 5-227 15,3 1-678-15,-2 1 300 0</inkml:trace>
  <inkml:trace contextRef="#ctx0" brushRef="#br0" timeOffset="102229.02">16190 7144 184 0,'0'0'261'0,"0"0"-1"16,0 0-3-16,6-7-7 0,-6 7-1 0,3-5-7 16,2 1-15-16,-2 2-17 0,0-4-2 0,-1 3-17 15,2-2-11-15,2 0-11 0,-2-1-4 0,0 1-7 16,-3-2-11-16,2 2-14 0,1-3-1 0,0 0-5 15,0 1 3-15,-1 0-4 0,-2 1 4 0,3-1 4 16,-4 1-9-16,0 1 1 0,0-1-7 0,-2 0-7 0,0 1-10 16,-2 0-9-16,-2 0-10 0,-3 1-6 0,1 0-8 15,-5 2-9-15,0 0-5 0,-3 4-6 16,2-1-6-16,-5 4-4 0,2-1-7 0,-2 2-3 16,3 3-4-16,0 2-6 0,3-3 0 0,-1 5 0 0,6 0-4 15,-2 1-2-15,9-2 0 0,0 3-5 0,1 1 6 16,2 1-4-16,7 0 5 0,0 0-3 0,3-3 1 15,3 1 1-15,4-1-3 0,-2 0 1 0,11 1-11 16,2-6-12-16,-3 3-29 0,6-4-32 0,-2-3-30 16,2-4-38-16,-2-1-25 0,-1 0-26 0,-4-3-31 15,-3 0-36-15,-2-3-35 0,7-8-26 0,-9 8-31 16,1-5-243-16,-3-2-641 0,-2-1 284 0</inkml:trace>
  <inkml:trace contextRef="#ctx0" brushRef="#br0" timeOffset="102479.83">16510 6748 206 0,'-8'-15'289'0,"1"4"8"16,0 0 5-16,2 2 10 0,-2 0 2 0,4 4-1 0,-1-3-5 15,3 4-13-15,-2-1-35 0,0 2-24 16,1-2-23-16,2 5-37 0,0 0-9 0,0 0-11 16,0 0-27-16,0 0-12 0,0 15-9 0,2-4-14 15,1 2-11-15,3 6-1 0,-1-1-12 0,-1 2-5 0,6 7-4 16,-1-1-8-16,2 2-6 0,-3 1-3 0,2 0-6 15,1-1-13-15,-3 0 0 0,4 0-36 16,0-2-30-16,-2 0-25 0,-4-6-25 0,1-1-23 0,0 0-23 16,-3-1-30-16,-1-1-26 0,0-4-23 0,2-2-30 15,-1 0-34-15,-4-5-27 0,0 2-196 0,0-5-545 16,0 3 242-16</inkml:trace>
  <inkml:trace contextRef="#ctx0" brushRef="#br0" timeOffset="102947.21">16510 7089 98 0,'-7'-8'206'0,"-1"-1"6"0,0 4 12 0,1-1-4 16,3 0-6-16,-3 3-14 0,3 0-22 0,1 2-17 16,3 1-2-16,-6-4-19 0,6 4-15 0,0 0-11 15,0 0-3-15,0 0-7 0,0 0-4 0,0 0-6 16,12 14-9-16,-1-6-4 0,0-4-7 0,2 3-7 16,5-1-6-16,1 0-5 0,0-3-5 0,0 2-1 15,3-2-9-15,-5 0-2 0,4-2-2 0,-1-2-8 16,-6-1-1-16,1 1-1 0,-1-2-4 0,0 1-2 0,-3-1 7 15,-1 0 25-15,-1 0 18 0,-2 0 10 16,0-3 22-16,-1 1 5 0,-1 1 1 0,-1 2 10 16,1-3-3-16,-5 1-19 0,3 1-12 0,-3 3-12 15,4-2-20-15,-4 2 3 0,0 0-19 0,0 0 6 0,0 0-6 16,0 11-2-16,-1-6-7 0,1-1-2 0,-2 5-10 16,4 0 4-16,-1 2 8 0,1 1-12 15,0 0-2-15,1 0-3 0,3-1 2 0,0 0 1 0,1-1-1 16,-3 0 0-16,0 1-4 0,3-2 5 0,0 0 0 15,-2-4-2-15,2 0 4 0,-1 0 0 0,2-2 2 16,1-1-4-16,-3-2-8 0,2 0 10 0,-3-2 2 16,5-2 1-16,-4-3 1 0,0 2 0 0,-2-2 7 15,3-2 8-15,-2-3-1 0,-2 1-1 0,0-1 1 16,-1-1 0-16,1-3 3 0,-3 3-2 0,0 0-5 16,0-1-2-16,2 2-7 0,-4 0 3 0,2 0-14 15,0 3 11-15,-1 1-5 0,-1 1-4 0,2 2-24 16,-1-1-40-16,1 1-51 0,0 5-40 0,-1-3-24 15,1 3-23-15,0 0-30 0,0 0-39 0,0 0-53 16,0 0-55-16,5 13-261 0,-1-8-679 0,-1 0 300 16</inkml:trace>
  <inkml:trace contextRef="#ctx0" brushRef="#br0" timeOffset="103265">17068 7021 171 0,'0'0'340'0,"0"0"-15"16,1-5-21-16,-1 5-33 0,0 0-30 0,3-3-21 16,-3 3-24-16,0 0-18 0,0 0-20 0,9 12-16 15,-5-7-13-15,2 0-11 0,-1 1-12 0,1 2-10 16,3 3-8-16,-3-1-14 0,3 1-6 0,0-2-2 16,1 2-3-16,-2 1-7 0,2-1-7 0,-1-2-5 15,0 1-8-15,-4-3-4 0,1-1 1 0,-2 1-5 16,-3-2-2-16,4-1 6 0,-5 0 0 0,4-2 24 15,-4-2 34-15,0 0-8 0,0 0 11 0,0 0 13 16,0 0 13-16,0 0-3 0,-16-7 2 0,12 3-11 16,0-1-6-16,0-3-8 0,1 2-10 0,0-1-7 15,1 1-14-15,-1-2-18 0,3 0-26 0,3 1-42 16,2-4-51-16,1 0-61 0,-1 2-53 0,5-4-65 16,4 0-76-16,2 2-72 0,1-2-211 0,1 3-664 15,2 2 294-15</inkml:trace>
  <inkml:trace contextRef="#ctx0" brushRef="#br0" timeOffset="103616.54">17420 6954 167 0,'0'0'210'0,"0"0"-3"0,0 0-4 15,-11 0-6-15,11 0-13 0,0 0-13 16,-9 5-7-16,7-2-7 0,1 1-3 0,-2 1-12 16,0 0-11-16,2 1-11 0,0 1-5 0,-1 0-7 0,2 3-9 15,0 1-7-15,2 1-5 0,-1-2-5 0,0 0-9 16,1 2-8-16,2-1-6 0,-1 2-5 15,1-3 0-15,0 1-8 0,0-3-6 0,-3-2-3 0,4 1 1 16,-2-3-4-16,0 1-1 0,-2-1 4 0,1-1 6 16,-2-3-1-16,0 0-4 0,9 0-5 0,-9 0 1 15,0 0 10-15,9-10 14 0,-4 4 8 0,-1-1 0 16,3-1 9-16,-2-3 5 0,-1-1 1 0,2 2 12 16,-1-1 15-16,3 0 14 0,-4 2 4 0,3-3 4 15,0 5 19-15,0-3-3 0,-2 5 3 0,-1-1-9 16,0 2-8-16,3 0-17 0,-4-1-10 0,0 3-13 15,-3 2-10-15,5-3-12 0,-5 3-4 0,8 1-11 16,-1 2-6-16,-1-1-6 0,0 3-3 0,5 3-4 16,-4 1-11-16,1 2-25 0,0-4-25 0,2 5-35 0,-2-2-27 15,3 0-43-15,1 6-48 0,-2-6-42 16,2 4-54-16,-4-4-75 0,2-2-87 0,0 1-287 16,0 1-783-16,0-2 348 0</inkml:trace>
  <inkml:trace contextRef="#ctx0" brushRef="#br0" timeOffset="104787.06">18528 6782 215 0,'-5'-8'310'0,"1"-3"-10"0,-3 4-16 16,2-1-8-16,-2 4-21 0,-4 0-25 0,0 2-22 16,0 1-27-16,-1 1-15 0,-2 2-18 0,-2 2-9 15,-2 3-12-15,1 5-10 0,2-1-16 0,-1 3-5 16,0-2-9-16,4 5-5 0,-1 2-6 0,6-1-8 16,0 3-4-16,3 0-7 0,5 1 13 0,5-2-18 15,5 5-6-15,2-1 0 0,6-2-2 0,1 0-7 0,4-2 4 16,3-2-5-16,0-1-5 0,0-6-1 15,3-1-1-15,-4-3-7 0,-4-5 2 0,1 1-3 16,2-4 4-16,-5-3-7 0,-4-1 0 0,3-3 0 0,-4-3 0 16,0-1-1-16,-1-2 7 0,-6-2 6 0,3-2 7 15,-6-2 6-15,-1-1-4 0,-1 0 0 0,-6 0 1 16,-2-7-1-16,-7 3-2 0,1 6-8 0,-1 2-1 16,-3-1-5-16,0 4-4 0,-4 1-1 0,-1 3-31 15,-1 3-29-15,-1 2-23 0,-1 4-32 0,-7 4-29 16,0 2-40-16,-1 2-64 0,6 6-63 0,-5 3-315 15,3 2-658-15,1 3 292 0</inkml:trace>
  <inkml:trace contextRef="#ctx0" brushRef="#br0" timeOffset="108601.72">8975 9349 287 0,'-4'-20'378'0,"1"7"3"0,-1 1 3 15,0-2-14-15,1 4-3 0,0-5-10 0,2 5-11 16,-3 4-18-16,0 0-31 0,1 0-31 0,3 1-32 0,-4 4-32 16,4 1-20-16,0 0-18 0,0 0-19 15,-1 14-13-15,-2-4-12 0,3 7-13 0,-1 2-4 16,-2 9-17-16,2-1-8 0,-1 1-8 0,0 2-4 0,0 0-11 15,2 0 0-15,-3-3-7 0,-3 1-8 0,6-1-1 16,0-7-6-16,0-2-3 0,-3 3-2 0,2-10-3 16,-1 3-1-16,1-1-6 0,1-3-4 0,0-2 3 15,0-2-1-15,-1-1 4 0,1 0 3 0,0-5-2 16,0 0-1-16,0 0-5 0,0 0-1 0,-2-18-1 16,1 6-2-16,2-6 1 0,-2-1-2 0,-2-8-2 15,3-3-3-15,0-3 1 0,0 1 3 0,0-5 4 16,0 0-10-16,0-1 1 0,3 3 3 0,-2 0 12 15,-1-2 8-15,0 5 17 0,3 2 13 0,-2 4 5 16,-1 6 13-16,2 0 2 0,-1 7 13 0,1-2-2 16,-2 5 10-16,1-2-10 0,-1 6-2 0,0-1-8 15,5 1-12-15,-5 3-15 0,0-1-4 0,0 4-9 16,1-6-12-16,-1 6 4 0,0 0-1 0,11 10-9 0,-4-2 1 16,3 4-2-16,-1 3-12 0,2 9 9 15,7 3-1-15,-9-1 0 0,6 2 3 0,-4 0-8 16,3 3-3-16,-2-3-15 0,3 2-15 0,-1-2-30 0,-3 0-20 15,-2-1-23-15,6-1-23 0,-5 2-26 0,-1-4-18 16,-1-5-37-16,-1-1-26 0,1-1-21 0,-2-2-19 16,-1-5-15-16,-4 1-36 0,2-4-28 0,-2-1-37 15,1 1-26-15,-4-3-272 0,1 0-737 0,1-4 327 16</inkml:trace>
  <inkml:trace contextRef="#ctx0" brushRef="#br0" timeOffset="108753.1">8903 9504 145 0,'0'0'185'16,"-7"-2"-9"-16,7 2-17 0,0 0 1 0,-7 0 8 16,7 0 3-16,0 0-6 0,0 0-12 0,0 0-11 15,18 8-11-15,-6-7-12 0,2 0-13 0,6 2-11 16,2-1-10-16,0-1-6 0,2-2-27 0,-1 1-51 16,7 1-64-16,1-2-69 0,-1-1-218 0,-9-2-379 15,1 3 168-15</inkml:trace>
  <inkml:trace contextRef="#ctx0" brushRef="#br0" timeOffset="109353.24">9648 9359 270 0,'3'-4'305'0,"-3"0"-8"0,1 0-2 0,-2-1-6 16,1 5-7-16,-1-6-18 0,-2 2-16 0,0 1-14 16,-1 0-18-16,-1 1-23 0,-1 0-15 0,-6 1-16 15,5-1-15-15,-9 4-11 0,2 0-8 0,0 2-8 16,-3 2-8-16,3 0-5 0,-3 4-15 0,-1 0-6 15,3 2-2-15,-3 3-11 0,5-1 4 0,-3 1-21 16,3 0-11-16,1 3 2 0,0 0-1 0,4-1-6 16,1 0 10-16,1-2-16 0,1-2 3 0,2 1-5 15,2-3-7-15,2 1 2 0,2-1 4 0,2-3-9 16,-1 1-3-16,2-2-2 0,-1-1-6 0,6-2-1 16,0-2-7-16,1-1 1 0,3-1 0 0,-1-1-9 15,1-1 5-15,1-3-3 0,3-6 2 0,-8 5-1 0,4-6 5 16,-3-4-3-16,2-1 0 0,2-6 0 0,-10 3 0 15,6-9-3-15,-7 4 0 0,-3-7 6 16,3-1-6-16,-4 3 7 0,-2 0-6 0,0-3 5 0,-2 2 1 16,0 3 27-16,-5 3 25 0,1 5 16 0,3-1 8 15,-5-4 5-15,3 6 6 0,-2 3 3 0,4-1 2 16,-1 4 9-16,0 3-3 0,0 2-5 0,2 2-5 16,-1 0-12-16,2 1-11 0,0 1-13 0,1 1-10 15,1 3-12-15,0 0-5 0,0 0-13 0,0 0-5 16,0 0-8-16,-6 18-10 0,9-6-10 0,0 5-4 15,1 7-12-15,4 1-12 0,-3 2-7 0,1-1-9 16,2-1-21-16,1 1-20 0,1 0-33 0,1 2-24 16,1-2-21-16,2 0-24 0,-1-3-24 0,4 2-35 15,-1-5-37-15,-1-3-40 0,0-4-24 0,7 7-253 16,-2-9-669-16,-1-2 295 0</inkml:trace>
  <inkml:trace contextRef="#ctx0" brushRef="#br0" timeOffset="109889.47">10168 9328 9 0,'0'-7'311'16,"-4"1"-9"-16,0 0-14 0,1 1-18 0,-4 2-11 0,-5-3-13 15,1 2-11-15,0 3 1 0,-4 1-21 0,-1 2-8 16,-6 3 2-16,3 1-2 0,-11 2-4 0,12 2-6 16,-8 3-18-16,6-1-17 0,-1 1-18 0,4-1-3 15,-2 3-14-15,4-1-11 0,-1 1-16 0,5-1-7 16,1 2-10-16,0-2-6 0,4-3-5 0,2 2-8 15,1-2-4-15,2 0-10 0,1-1-1 0,0-1-5 16,1-2-6-16,5 0 3 0,1-2-8 0,3-2-4 16,0-1-3-16,2-1-4 0,4-2-4 0,2-1-6 15,1-3 0-15,1-3 5 0,0 0-4 0,-3-3-1 16,6-4-4-16,1-3 5 0,-4-2-17 0,0-3-7 16,-3 0-2-16,0-3-8 0,-4 0-4 0,1-3 14 15,-4 1-10-15,-3-3-1 0,-2 3 7 0,-2-1-1 16,1 1 11-16,-8 7 11 0,0 0 16 0,1 1 26 0,-1 0 28 15,-3 3 13-15,0-1 6 0,-2 1 7 16,2 6 1-16,3 0 5 0,-4 1-4 0,0-1 6 16,3 4-7-16,-1-1-11 0,3 3-12 0,-1 1-11 0,0 0-6 15,4 4-13-15,-7-2-6 0,7 2-3 0,0 0-8 16,-11 7-5-16,10-1-3 0,0 1-11 0,-1 3 1 16,4-1 0-16,-1 3-4 0,2 4-3 15,-2 1 3-15,8 3-1 0,-4 0-3 0,4 4-3 0,-5-5 2 16,3 5-3-16,1-4-2 0,-2-1-6 0,3 1-4 15,-3-1-4-15,4-2-4 0,-3 1-3 0,3-1-5 16,-5-6-7-16,5 1-3 0,-5-2-9 0,1-1-7 16,-1 0-5-16,2-1-3 0,-2-3-6 0,-2 0 6 15,1-2-15-15,0 2-2 0,-1-3-20 0,3 1-13 16,-6-3-32-16,10 0-22 0,-10 0-16 0,11-3-16 16,-7 1-22-16,3-1-30 0,-1 0-39 0,-1-1-40 15,0 1-39-15,2-1-255 0,-4 2-671 0,2-2 297 16</inkml:trace>
  <inkml:trace contextRef="#ctx0" brushRef="#br0" timeOffset="112731.85">11637 8872 202 0,'-2'-5'388'0,"1"2"-9"16,0-2-5-16,-1 0-9 0,1 2-14 0,1 3-14 16,-2-7-20-16,2 7-24 0,0-4-29 0,0 4-26 15,0 0-30-15,-5-4-26 0,5 4-17 0,0 0-18 16,0 0-16-16,0 0-14 0,10 10-14 0,-6-7-11 15,0 2-8-15,0 2-3 0,1-1-11 0,0 3-6 0,2 2-10 16,-2-3-4-16,0 2-4 0,2-2-4 0,0 3-3 16,-2-4-8-16,1 3 0 0,0-2-5 0,0 2-5 15,-5-3-15-15,3-2-5 0,-1 0-10 16,2-1-7-16,-2 0-7 0,-2-2 3 0,2 1 3 0,-3-3 3 16,4 4 3-16,-4-4 2 0,0 0-5 0,0 0 8 15,0 0-2-15,4-10-3 0,-4 5 8 0,-1-1-11 16,-2 0 11-16,1-1 1 0,0 0 0 0,-2 2 0 15,-1-6 2-15,-3 4-4 0,2-3-1 0,-2 3 1 16,1 0 4-16,-4-2-4 0,2 5 2 0,0-3-1 16,-1 2 6-16,0 1-6 0,3 3 0 0,-5-2 0 15,3 2 3-15,-2 1-4 0,-3 1 1 0,5 2-3 16,-4-1-2-16,1 2 15 0,0 3-15 0,4-2 0 16,-3 2 5-16,1 1-3 0,-2 0 3 0,1 2-2 15,2-4 2-15,0 5 6 0,-3-4-7 0,4 5-3 16,-3-3 6-16,5 1 1 0,-3-1-5 0,4 0-4 15,-1 1 7-15,2-1-1 0,-1-1-3 0,2-2-1 0,2 2 7 16,-2 0-4-16,5-1 2 0,0 1 0 0,1-2 5 16,2 1 1-16,3 2-3 0,1-3-2 0,0 2 3 15,3 0 3-15,-1-3-2 0,3 1-1 0,-1-2 0 16,-1 2 0-16,5 2-3 0,3 0-1 0,-5-2 12 16,3 0-13-16,-3 4-7 0,0-4 0 0,0 3 6 15,4 0 7-15,-8-3-8 0,0 2-6 0,2-2 2 16,1 6 1-16,-2-3-9 0,-4 1 9 0,2-1 3 15,2 0-1-15,-6 1-1 0,0 1 2 0,1-3 0 16,-3 3-3-16,2-5 12 0,-2 4-12 0,-3-2 0 16,-1 0-1-16,0-2 4 0,-1-1 7 0,-2 2-5 15,0-1 1-15,-2-1 1 0,-2 0 3 0,0-1 2 16,-4-2 4-16,3 2 12 0,-4-1-2 0,1 0 6 0,-2-2 2 16,-3-2 3-16,3 1 6 0,-2-1 0 15,-4-4-6-15,5 3 4 0,-3-2-5 0,-5 0 6 16,8 1-4-16,-2-7 4 0,2 8-1 0,3-3-5 0,-1-1 3 15,1-1 10-15,2 2-5 0,1 1-1 0,2 2 1 16,2-1-1-16,-1 0-3 0,1-1-1 0,4 4-4 16,-8-3-6-16,5 1 7 0,3 2-11 0,0 0-5 15,-4-5-9-15,4 5 2 0,0 0-3 0,0 0 1 16,0 0-3-16,0 0 3 0,0 0 0 0,7 12-3 16,-1-9 4-16,-6 2 1 0,6 0-9 0,-2-2 5 15,4 2 2-15,-2 0 0 0,0 1-1 0,1-1-1 16,0-1 3-16,1 4-2 0,1-2-2 0,1-1 1 15,-2 0 1-15,2 0-1 0,-4-1 0 0,5 1-2 16,3-1-1-16,-6 1-9 0,3-1-9 0,-3 0-20 16,0-4-30-16,3 2-18 0,-1-1-41 0,-1 2-20 15,-2-2-53-15,1-1-42 0,-2 2-70 0,3-2-70 16,-2-2-299-16,1 4-739 0,-2-1 328 0</inkml:trace>
  <inkml:trace contextRef="#ctx0" brushRef="#br0" timeOffset="113249.87">12617 8698 59 0,'-1'-19'379'0,"0"6"2"16,-1-3 1-16,2 3 11 0,0 1 0 0,-4 3 1 16,4 2-8-16,-1-1-20 0,1 0-31 0,-1 5-35 15,1-1-32-15,0 4-33 0,-2-6-27 0,2 6-21 16,0 0-18-16,8 11-12 0,-5-1-23 0,1 1-11 15,4 9-11-15,-1-1-17 0,-3 1-6 0,8 6 0 16,-2-1-18-16,-2 4-6 0,7-1-8 0,-5-1-2 16,-1 0-5-16,6-1-8 0,-4 0-12 0,4 0-26 15,-3-1-38-15,0 1-43 0,2-2-45 0,-3-4-42 16,7 0-36-16,-9-1-36 0,2-5-40 0,-4 3-49 0,0-6-63 16,-2-3-310-16,-1 2-756 0,1-6 334 15</inkml:trace>
  <inkml:trace contextRef="#ctx0" brushRef="#br0" timeOffset="113668.09">12598 8967 298 0,'-8'-4'306'16,"0"1"-7"-16,0 1-1 0,4-1 3 0,-2 0-2 16,2 1-12-16,4 2-12 0,-5-2-12 0,5 2-18 15,0 0-20-15,-3-3-24 0,3 3-19 0,0 0-21 16,14-4-19-16,-2 2-13 0,3-1-11 0,5 2-15 15,-2 1-11-15,13 0-6 0,-9 0-8 0,9 4-8 16,-1-2-8-16,-3 2-1 0,-2-1-11 0,-3 1-6 16,-2 1-8-16,0 0 7 0,0 1-12 0,-7-1-9 15,5 2 0-15,-7-1-6 0,0 2-5 0,-2 1 1 16,-2-3 2-16,2 4-2 0,-2 0-2 0,-4-2-3 16,2 3 9-16,1-3-10 0,-5 1-1 0,3-1-1 15,2 4 1-15,-5-7-2 0,3 1-4 0,-4 2 6 16,4-3 2-16,-1-2 0 0,3-1 6 0,-2 3 7 15,2-2-3-15,2-2-1 0,1-1 4 0,1-2 3 0,1-1-10 16,-1-3 0-16,3 1-2 0,-2-3 14 0,0-1-10 16,1 2 2-16,2-5-1 0,-2 2 0 0,-4-1 4 15,6-3-4-15,-5 0-3 0,-6 3-3 16,1-2 1-16,0 0 4 0,-4 0-4 0,6 1-2 0,-12 1-3 16,5 1-13-16,-6 0-14 0,-1-1-25 0,0 4-21 15,-2-1-10-15,1 1-44 0,-6 4-28 0,-4-2-15 16,4 4-26-16,-4-1-35 0,0 4-35 0,-1-2-54 15,-2 1-299-15,1 3-662 0,1 0 293 0</inkml:trace>
  <inkml:trace contextRef="#ctx0" brushRef="#br0" timeOffset="114153.59">13836 8896 250 0,'12'-1'255'0,"3"1"-12"0,0-3-9 16,3 0-15-16,1-1-18 0,4 0-16 0,-4-2-13 15,11 1-17-15,-1-3-15 0,-1 2-17 0,2 1-7 16,4-3-11-16,-5 0-12 0,-8-1-9 0,6-1-10 16,-6 4-6-16,1-4-4 0,-2 4-10 0,-3-4 1 15,3 0 4-15,-8 1 8 0,3-4 3 0,-3 2-1 16,-2 0-2-16,-1 2 10 0,1-1 0 0,-5-2 17 16,2 4 13-16,-3-3 10 0,-1 2 7 0,-5 1 0 15,2 1-4-15,-5 1-10 0,1-1-7 0,0 2-14 16,-1 1-7-16,-4-1-7 0,5 5-7 0,-8-2-10 15,0 2-2-15,1 2-7 0,-1 1-4 0,-1 0-7 16,1 5 1-16,1 1-9 0,-2 2-1 0,2 0-4 0,3-1 1 16,2 3-4-16,2 0 0 0,0 4-3 15,3 2-3-15,-1-7 6 0,9 5-3 0,1 1-2 16,1-3-7-16,5-1 3 0,7 4-14 0,-1-6-20 0,9 2-30 16,1-4-38-16,5-1-40 0,5-2-32 0,2-1-40 15,12-3-44-15,-12-1-33 0,14-5-49 0,-18-1-281 16,-1 0-656-16,1-5 290 0</inkml:trace>
  <inkml:trace contextRef="#ctx0" brushRef="#br0" timeOffset="114338.71">15048 8670 166 0,'-5'-7'216'0,"3"2"-4"16,-3 2-3-16,-2-1-7 0,-3 3-8 0,-2 1-13 16,-2 1-8-16,1 1-8 0,-3 1-9 0,-3 4-10 15,-2 3-14-15,2 1-12 0,-5 4-10 0,1 1-9 16,6-2-9-16,-2 3-9 0,0 0-8 0,0 4-10 15,5-7-3-15,0 1-4 0,4 2-9 0,-3-1-5 16,3-3-11-16,2-1-18 0,1-2-22 0,-3 1-38 0,5-3-44 16,-1 0-46-16,2-5-42 0,0-1-51 0,-4-1-169 15,8-1-429-15,0 0 190 0</inkml:trace>
  <inkml:trace contextRef="#ctx0" brushRef="#br0" timeOffset="114504.9">14639 8767 51 0,'1'-6'263'0,"-1"-3"3"0,0 5-1 0,-1-3-12 15,2 4-17-15,-1 3-25 0,0-5-22 0,0 5-19 16,9 0-16-16,-9 0-15 0,13 6-8 0,-4 2-18 16,5-1-13-16,-1 6-9 0,5-1-6 0,1-1-15 15,3 7-4-15,2 0-7 0,1-1-2 0,2 1-5 16,-2-3-8-16,2 1-28 0,0-3-38 0,-1-1-47 16,2 1-59-16,2-3-76 0,-1-1-239 0,-6-6-481 15,-4 2 213-15</inkml:trace>
  <inkml:trace contextRef="#ctx0" brushRef="#br0" timeOffset="114755.72">15177 8770 237 0,'-5'-1'228'0,"5"1"5"16,0 0-1-16,-8 10-7 0,6-4 2 0,0 3-7 0,0 4-6 15,2 4-6-15,-1 2-13 0,2 8 1 0,2 1-10 16,2 3-3-16,3 3-19 0,-1 2-13 0,0 0-20 15,5 15-11-15,-1 0-15 0,-4-3-3 0,1-13-7 16,-1 0-13-16,1 0-12 0,0-2-1 0,2-1 5 16,-2-4-16-16,0-1 6 0,-2-8-39 0,2-1-37 15,-2-6-24-15,-3-3-21 0,3-2-18 0,-4-1-44 16,1-5-70-16,-3-1-52 0,0 0-69 0,8-13-200 16,-6 3-551-16,-1-7 244 0</inkml:trace>
  <inkml:trace contextRef="#ctx0" brushRef="#br0" timeOffset="115040.07">15196 8717 124 0,'-16'-14'379'16,"1"4"7"-16,4-3 3 0,0 4 11 0,2 1-3 16,2 1-15-16,1 1-18 0,1 0-21 0,2 2-25 15,-1 1-30-15,0 0-28 0,4 3-29 0,0 0-23 0,12-5-22 16,-1 5-23-16,4 0-23 0,4 5-18 0,0 1-20 15,4 0-15-15,-3 1-16 0,8 6-15 16,-5-5-21-16,-3 4-7 0,-2-1-11 0,1-1-8 0,-4 1-12 16,0 3-6-16,-5-5-8 0,-2 2-7 0,0 0-2 15,-4-2-5-15,-4 3 3 0,0-1 9 0,-6-1-10 16,-3 0-1-16,0-1 4 0,-8 2 0 0,1 1-15 16,-6-3-28-16,-4 1-32 0,6-2-21 0,2-2-25 15,-1 1-23-15,-3-1-31 0,3 0-33 0,2 0-32 16,5-3-41-16,3 0-47 0,1-1-181 0,5-1-578 15,-2 2 256-15</inkml:trace>
  <inkml:trace contextRef="#ctx0" brushRef="#br0" timeOffset="116445.04">15553 8872 262 0,'4'-3'317'0,"-3"-2"-2"15,5-2 5-15,-4 1-15 0,5-4 0 16,-3 0 8-16,1-1-4 0,0-1-10 0,0-6-3 0,7 3-13 16,-6-3-16-16,-1 0-19 0,1 0-24 0,1-2-19 15,2-6-23-15,-2-1-18 0,2 1-18 0,-3-3-15 16,3-1-11-16,-3 3-15 0,-1-1-14 0,-1-5-23 16,0 4-12-16,-4-1-15 0,0 4-9 0,-2 5-8 15,-1 3-10-15,-3 0-6 0,1 5-3 0,-1 0-4 16,0 3-15-16,0 1-3 0,-3 4-7 0,-1 1-3 15,-2 2 0-15,1 2-4 0,-2 2 2 0,0 3 4 16,2 5 13-16,-5 2-12 0,6 4-2 0,1 3 7 16,1 0-1-16,1 10 3 0,4-3 6 0,3 5-3 0,4-3 2 15,5 3 0-15,0-2-2 0,3 0-5 16,3 2-6-16,2-1-1 0,1-2 9 0,0-1-13 16,4-3 0-16,1 0-16 0,-4-4 3 0,0-6 15 0,-4-1-20 15,4 1 2-15,0-4-1 0,-4-2 0 0,1-2 2 16,-2-2 6-16,1-3-1 0,-4-2 12 0,1-2 16 15,2 2-17-15,-3-4 5 0,-3 0 10 0,1-2-4 16,-2 0-4-16,-3 0 14 0,0 0 10 0,1 2 13 16,0-1 10-16,-4-1 8 0,2 2 20 0,-2 1-17 15,1-2-7-15,-1 3 0 0,-1 3-6 0,3-5-11 16,-3 5 4-16,0 0-8 0,0 0 4 0,0 0 1 16,0 0-7-16,12 8-4 0,-8-1 10 0,0-3-16 15,3 2 1-15,-2 1-3 0,4-2-8 0,-1 2 0 16,1 0-4-16,-1-2-10 0,-1 0-3 0,0-2-7 15,-2 0 9-15,1 2-2 0,-3-4 5 0,1 0-5 16,-4-1 0-16,0 0-2 0,7-5 15 0,-7 5-13 0,1-7 7 16,-2 1-4-16,1-1-6 0,0 0 15 0,-5-2 3 15,5 0-2-15,-1 2 3 0,1-5 9 16,0 3-5-16,0-3 13 0,0 5-13 0,1 0-1 0,4 0 6 16,-3 0 3-16,2 1-1 0,0 1-9 0,2 0 4 15,2 2 1-15,0 1 1 0,0-1-1 0,3 4 3 16,0 1 1-16,1 0-4 0,1 3 7 0,0 0-7 15,1 2 5-15,-5-1 3 0,6 2-2 0,-4 0-4 16,0 0 1-16,0 2-1 0,0-3 1 0,-2 5 5 16,-2-5-3-16,1 2 0 0,-1-2-3 0,-3-1 6 15,-2 0-11-15,3-2 9 0,-4 0 0 0,-1 1 6 16,0-5-7-16,0 0 4 0,-4 4 4 0,4-4-4 16,0 0 2-16,-15-8 5 0,11 6 2 0,0-2 11 15,-3-1 0-15,3-3 1 0,2 3 3 0,-1-3-9 16,1 0 6-16,1-3-2 0,2 1-11 0,4-2-2 15,1 0-18-15,5-1-19 0,4-1-23 0,1-1-30 16,1 2-32-16,7-3-27 0,3 2-14 0,2 1-11 0,2 2-6 16,-4 2 14-16,-3 2 12 0,-4 3 12 15,3 0 12-15,-4 0 18 0,0-1 6 0,-4 4 16 16,-4-1 8-16,-3 0 22 0,0 1 20 0,-1 0 19 0,-1 1 30 16,-6 0 20-16,9-1 16 0,-9 1 7 0,7-1 1 15,-7 1 4-15,1-4 6 0,-1 4 6 0,0 0-5 16,0 0-4-16,-8-6-7 0,8 6-1 0,-8-1-6 15,8 1-4-15,0 0-8 0,-7 0-7 0,7 0-1 16,0 0-5-16,-11 7-2 0,10-2 1 0,-2 0-4 16,6 0 1-16,0 3-5 0,2 3-4 0,3-2 4 15,7 5-11-15,0 0-10 0,10 0-12 0,3 2-15 16,1-1-12-16,3-2-18 0,7 1-18 0,-1 0-13 16,17 0-4-16,-2-1 1 0,-12-4 7 0,12 1 11 0,-10-1 0 15,-4-5 11-15,4-1 1 0,-3-3 10 16,-3-2 0-16,-6 1 9 0,-2-3 21 0,-6-2 18 15,-6 0 22-15,-5 2 17 0,-3-4 13 0,0-1 10 16,-5 0 6-16,-4-1 9 0,-3-1 8 0,2 0 5 0,-8 1 13 16,-1 0 6-16,-5-2 4 0,-3 2 1 15,-6-3 4-15,2 4 2 0,-9 0-5 0,1 1 12 16,3 2 0-16,-3 1-6 0,-2 2-5 0,9 3-7 0,2 3-13 16,-1 2-8-16,4 0-8 0,-5 1-8 0,4 4-9 15,4 1-1-15,-1 2-12 0,2-1 1 0,2 3-2 16,1-1-4-16,7-2-6 0,-4 4 3 0,6-2-3 15,1-2-7-15,1 3-1 0,1-2-5 0,2 0 7 16,3-1-2-16,-1 0-1 0,7-3-1 0,-4 0-4 16,5-3 0-16,2 0-4 0,1-1-13 0,-1-2 5 15,3-3-9-15,2-3-10 0,0 0-9 0,1-4-5 16,6-3-13-16,0 1-17 0,2-8-7 0,-5-3-17 16,5-1-8-16,-5-1-6 0,0-3 5 0,-3-2 6 15,1-1 12-15,-4-2 0 0,-5-2 5 0,-2-2 8 16,-1 1 10-16,-4-2 15 0,-2 2 30 0,-1-1 28 15,-3 2 33-15,-3-1 20 0,-1 4 5 0,3-1 5 0,-4 3-2 16,-1 9 16-16,-1 0 4 0,1 1-3 0,-4 3 0 16,2 4-14-16,1 2-7 0,0 3-10 0,0 0-11 15,0 2-6-15,0 0-8 0,-2 5-7 0,2 0-5 16,0 5-2-16,-2 1-5 0,4 4-2 0,1 5-1 16,-2 1-2-16,6 2-5 0,0 9 0 0,6 0-1 15,-4 1-5-15,5-1-7 0,3-2-14 0,3 2-19 16,1-2-52-16,5-2-20 0,0 0-34 0,4-1-42 15,2-1-41-15,-1-3-63 0,2-2-75 0,-4-2-343 16,-2-6-755-16,-1-4 335 0</inkml:trace>
  <inkml:trace contextRef="#ctx0" brushRef="#br0" timeOffset="117498.01">18244 8325 346 0,'14'-12'366'0,"-7"0"6"0,1 2-7 0,-4-3-18 16,1 3-9-16,-3-4-21 0,0 5-29 0,-6-4-26 15,-1 2-22-15,1 2-26 0,-6 0-23 0,1 1-17 16,-5 3-20-16,3 0-18 0,-4 2-11 0,4 1-13 15,-1 3-13-15,0-1-12 0,1 2-8 0,1 2-9 16,1 2-5-16,2 0-12 0,2 1-5 0,1 4-6 16,1 0 0-16,1 4-1 0,4 1-8 0,3 2 0 15,2 0-1-15,8 6-1 0,0 0-3 0,4 2-3 16,0-3 0-16,2 0-5 0,0 1-2 0,4-1 1 16,-5 0-5-16,5 0-2 0,-5-2-1 0,-2 1 8 0,-5-4-13 15,-2-3 2-15,-1 0-1 0,-2-4-5 0,-3 0 1 16,1 0-4-16,-5-3 0 0,-1 0 2 0,-3-1 2 15,1-2 0-15,-2-2 3 0,-6 0-3 0,-1-3 0 16,0 0 2-16,-2-1 0 0,-1-2 0 0,2 2-2 16,2-2 4-16,1 0-2 0,-2-2 5 0,4 2-4 15,0-1-2-15,3 0 2 0,0 0-4 0,4-2-10 16,0 2-12-16,0 4-12 0,7-5-17 0,4 1-24 16,1 3-9-16,5-2-10 0,4 3-13 0,2 0-5 15,-2 3-12-15,10-2-7 0,-4 2-3 0,6-1-1 16,-4 2 0-16,-5-2-4 0,-1-1 1 0,7-5 4 15,-8 2 8-15,-2 0 9 0,3-2 17 0,-12-2 4 16,8 0 11-16,-5-2 8 0,-6 2 12 0,0-8 5 0,0 7 15 16,-8-6 16-16,4 0 16 0,-4 2 17 0,0-2 22 15,-2 3 15-15,-4-2 16 0,2 2 10 16,-4 0 0-16,0-1 10 0,-2 2-4 0,2 1-1 0,-5 3-4 16,2 0-5-16,0 0-8 0,-1 3-9 0,2 2-4 15,-2 1 0-15,4 3-8 0,-2 0-3 0,6 1-5 16,-4 4 1-16,1 0-2 0,4 0-2 0,2 2 1 15,0 1-4-15,3-2 1 0,1 3 0 0,5 4-2 16,2-3 13-16,1 1-19 0,-2-5 5 0,6 3 1 16,2-4-6-16,3 3-2 0,-3-4 4 0,4-1-5 15,3-2-11-15,-2-5-15 0,1 3-1 0,-4-6-21 16,4 2-20-16,-1-5-11 0,-3 1-16 0,3-3-20 16,-2-4-27-16,4-6-23 0,0 1-27 0,-8 4-20 15,6-8-11-15,-7-4 0 0,4 4 4 0,-7-4 20 16,-1-2 16-16,-1-2 15 0,-5 1 14 0,-1-2 32 15,-1 2 21-15,-4 0 31 0,1 0 44 0,-6-3 41 0,1 4 42 16,-3-2 38-16,1 3 25 0,-1-1 17 0,-1 7 17 16,1 0 6-16,0 2 13 0,1-3 15 0,-1 4 9 15,0 1 9-15,1 3 0 0,5 1-6 16,-3 4-16-16,1 0-20 0,0 3-20 0,0 0-22 0,0 2-14 16,4 3-14-16,0 0-12 0,0 0-11 0,-8 11-9 15,8-1-5-15,0 3-5 0,3 4-7 0,-2 4-4 16,3-1-3-16,0 9-5 0,6 0-4 0,-3 2-2 15,2-2-2-15,6 2-4 0,-3-1-5 0,2 7-3 16,-2-3 1-16,4 1 0 0,-2-5-4 0,1 0-14 16,-1-2-21-16,-1-2-26 0,2-2-47 0,-4-5-51 15,2-4-33-15,-3 1-42 0,-2-6-55 0,-1-1-65 16,4-3-60-16,-6-2-247 0,4-1-693 0,-4-3 306 16</inkml:trace>
  <inkml:trace contextRef="#ctx0" brushRef="#br0" timeOffset="117683.76">18979 8247 102 0,'-6'-4'390'15,"-1"3"18"-15,3-1 10 0,0-2-15 16,4 4-28-16,-4-5-32 0,4 5-35 0,0 0-29 0,10-8-26 16,-5 6-29-16,3-1-16 0,4 2-25 0,5 1-19 15,3-1-18-15,-1 2-26 0,5-1-40 0,-1 1-47 16,6 2-62-16,1 0-65 0,-8 1-72 0,0-2-91 15,-2 3-103-15,3-4-229 0,-5 5-638 0,-2-5 283 16</inkml:trace>
  <inkml:trace contextRef="#ctx0" brushRef="#br0" timeOffset="123587.02">9341 10635 222 0,'4'-18'349'0,"-4"0"6"0,0-2-23 0,0-6-12 16,-4 1-12-16,-2-1 0 0,0 6-2 0,-4-7 0 16,3 6 0-16,-1 5-4 0,-1-2-9 0,-2 2-11 15,0 1-11-15,-3 0-17 0,2 2-21 0,1 4-20 16,-5-1-21-16,4 3-18 0,-1 1-19 0,1 1-13 15,3 3-19-15,-4 4-13 0,2 2-12 0,0 1-12 16,-3 7-11-16,3 4-4 0,1 2-11 0,2 2-2 16,1 8-7-16,2-1-7 0,2 7-5 0,4-5-4 15,-1 5-4-15,2-2-2 0,1 1-5 0,2 3 2 16,-1-2-4-16,4 15 1 0,-1-11-1 0,3 16-6 0,-1-3 2 16,3-1-2-16,1-3-4 0,1 2-1 15,-5-13-1-15,2 1 0 0,-1-4 0 0,0 5 8 16,-2-4-14-16,0-1-5 0,-1-3-13 0,-3-1-25 15,0-7-22-15,-2-3-37 0,0-1-36 0,2-4-60 0,-2-2-44 16,-1-1-26-16,-1-3-16 0,0-2-22 0,-1-1-43 16,-1-2-40-16,-2-1-49 0,4-2-231 15,0 0-719-15,0 0 318 0</inkml:trace>
  <inkml:trace contextRef="#ctx0" brushRef="#br0" timeOffset="124189.16">9062 10994 26 0,'-4'-6'354'0,"4"-1"3"0,-1 1-8 0,-1 1-1 15,1-3-7-15,1 0-28 0,0 2-30 0,1-3-19 16,2 0-22-16,1 3-22 0,5-4-25 0,-2 3-19 16,4-1-12-16,0 0-23 0,4-1-12 0,3-1-12 15,-2 4-9-15,3-1-14 0,-2 2-7 0,1 0-14 16,0 4-9-16,-3-1-3 0,0 0 0 0,0 0-15 15,-4 2-6-15,1 1-5 0,0 2-23 0,-1-3-7 16,-1 1-5-16,-3 3-7 0,-1 0-3 0,0 0-1 0,-1 1 7 16,2 0-9-16,-4-2 4 0,1 1-4 15,0 0-1-15,0 1 2 0,-3 0-2 0,1-1 1 16,2 0 0-16,1 2 2 0,-5-1 3 0,0 0 1 16,4-1-2-16,-4 2 5 0,3-1-2 0,0-3-2 0,0 1 2 15,2 0-5-15,-2 0-1 0,2-1 4 0,3-1 2 16,-1-1-1-16,1 1 2 0,1-1-1 0,1-1-2 15,-2 1 0-15,2-1-5 0,1-1 10 0,-3-1 4 16,-2 2-2-16,-1 0-1 0,4 0 4 0,-3-3 5 16,1 1-7-16,-5 2 4 0,4-1-7 0,-2-1 22 15,0 0-18-15,-4 3-1 0,1-5 6 0,-1 5-5 16,4-2-4-16,-1-1 2 0,-3 3-4 0,4-2 5 16,-4 2-2-16,0 0-1 0,7-3 3 0,-7 3 1 15,11 1-5-15,-4 2-3 0,0-2 7 0,2 2-14 16,2-1 11-16,-2 3 2 0,0 1-2 0,1 0 2 15,1 0-5-15,-2 0 6 0,3 0-3 0,-6 0-1 16,1-2 2-16,0 0-2 0,-3 2 3 0,-1-4-2 16,4 0 3-16,-6 2 9 0,3 0 29 0,-4-4 38 15,4 4 41-15,-4-4 35 0,0 0 19 0,0 0 4 16,0 0-3-16,0 0-1 0,0 0 5 0,0 0-2 16,-4-17-11-16,4 8-15 0,2 0-12 0,-2-3-12 15,4 0-13-15,3-5-8 0,-2-2-24 0,11-8-27 0,-2 0-56 16,6-1-65-16,-1-2-105 0,8 0-82 15,-6-1-79-15,6 2-96 0,3 2-106 0,-4-4-286 16,1 3-890-16,1 0 394 0</inkml:trace>
  <inkml:trace contextRef="#ctx0" brushRef="#br0" timeOffset="134776.59">10628 10813 256 0,'-7'-3'380'0,"1"1"-8"0,2 0-22 0,4 2-20 15,-9-1-33-15,6-5-18 0,3 6-35 0,-4-4-23 16,4 4-17-16,0 0-21 0,-3-2-14 0,3 2-22 16,0 0-8-16,0 0-8 0,19 4-16 0,-5-3-10 15,-2 0-14-15,3 2-5 0,5-3-12 0,1 0-8 0,1 0-12 16,-2-3 0-16,0-2-6 0,2 1-5 0,-2 1-2 16,0-5-4-16,-1 0-3 0,-4 1-8 0,2-4 5 15,-6 2-12-15,4-2 0 0,-9 1 4 0,3 2-14 16,-5-3-3-16,-1-4-6 0,-2 4 5 0,-1-2-5 15,-1-1 4-15,-2 3 3 0,-2 0-4 0,-5-1 3 16,3 4-4-16,-5-3 8 0,1 4-4 0,-2-1 9 16,-1 3 3-16,-5 0 4 0,4 1-1 0,-7 3-3 15,3 2-4-15,-1 1 3 0,1 3-1 0,1 3-1 16,1 1-2-16,1 1-3 0,2 4-6 0,1 1 6 16,1-1 2-16,4 2-5 0,1 2-3 0,4 0 5 15,3 1 1-15,6-1 4 0,2 1-5 0,7-2 1 0,4 2-1 16,7-1-3-16,5-2 0 0,3-4 1 0,4 0-1 15,2-5-5-15,2-2-6 0,12-1 0 0,-14-1-14 16,0-5 3-16,1-1-8 0,-4-2-3 0,-3-1 5 16,-1-3 1-16,-3-3-2 0,-2 3 4 0,-8-2 2 15,-3 0 4-15,0 1 5 0,-3-3-2 0,-2-1 3 16,-1 0 3-16,-8 2-8 0,0 0 13 0,-3 0-3 16,-2 2 9-16,0-1 12 0,-4 0 10 0,-5 1 2 15,-1 2-5-15,-4-1 2 0,2 7 1 0,-5-2 3 16,-1 3-9-16,-2 0-7 0,1 3 6 0,-2 2-5 15,3 3-4-15,5 0 0 0,-3 3 8 0,3 2-10 16,3 0 0-16,4 2-4 0,-2 2-3 0,6-5 0 0,4 6-1 16,0-3 2-16,4 4-5 0,2-5 3 0,2 1-3 15,2-2-1-15,4 2-4 0,0-4-3 16,4-2-4-16,2-1 1 0,-2-3-9 0,1-4 9 0,-1 2 0 16,1-6 2-16,0-1-1 0,-4-5 0 0,-1 2 5 15,2-4-10-15,-4 1 10 0,0-2 0 0,-2-5-2 16,-2 2 5-16,-2 1 0 0,1 0 1 0,-5 0-1 15,-1 2 13-15,-1 1 9 0,0 0 19 0,0 1 6 16,0 1 2-16,0 3 3 0,-1-1-3 0,-1 2-10 16,0 4-1-16,2-2-9 0,0 4-7 0,0 0 2 15,0 0-4-15,0 0-7 0,0 0-2 0,2 15-12 16,1-6-17-16,1 1-27 0,3 2-12 0,5 2-51 16,0 1-29-16,5-1-24 0,1-1-29 0,6 3-42 15,0 0-45-15,5-7-43 0,-10-3-43 0,11 5-219 16,-3-5-633-16,3-2 279 0</inkml:trace>
  <inkml:trace contextRef="#ctx0" brushRef="#br0" timeOffset="135362.09">11922 10535 325 0,'-5'-8'332'16,"-2"2"-4"-16,-5 1-1 0,2 0 27 0,-2 3-16 15,-1 1-24-15,0 1-27 0,-3 2-26 0,2 2-20 16,-2 2-20-16,-2 3-15 0,-1-1-17 0,4 4-18 15,-1 1-16-15,2 1-17 0,2 2-11 0,-1 1-17 16,0-1-2-16,7 1-6 0,-1-1-14 0,3 0-9 16,1 1-1-16,3-3-13 0,1 1-9 0,2-2-5 15,1-2-5-15,4-1-5 0,3 1-3 0,-1-2-7 16,3-3-8-16,6 2-5 0,3-6-19 0,-1 0-19 16,0-4-11-16,2 2-18 0,6-9-5 0,-10 2-11 0,8-6-13 15,-1-2-1-15,-3-3-11 0,0 0-7 16,-5-3-10-16,2-4-7 0,-3 0-7 0,0-3-4 0,-3-2 0 15,-1 0 13-15,-3-1 11 0,-3 1 10 0,-1-1 12 16,-3 3 27-16,-3 7 35 0,-3 1 30 0,0-1 26 16,-3 0 25-16,2 3 15 0,0 0 13 0,-3 6 14 15,3 1 2-15,-1-1 11 0,2 3-7 0,-2 1-7 16,3 3-17-16,-2 0-13 0,4 4-7 0,0 1-10 16,0 0-6-16,-11 7-8 0,8 1-4 0,-2 4 0 15,4 4-5-15,-1 4-8 0,0 1 1 0,4 6-2 16,0 2-4-16,-1-2-3 0,4 3 1 0,-2-2-7 15,3 1-2-15,-1-1 2 0,-1-2 0 0,3 4 1 16,-2-5-6-16,-1-5-4 0,0-2-2 0,5-2 0 16,-4 1-6-16,-1-7 5 0,3-3-1 0,-4 2 4 15,-2-5-4-15,2 0 0 0,2 0 3 0,-2-2 0 0,-3-2 3 16,8-5 2-16,0 3-2 0,-1-5 3 0,-1-3 1 16,-1 2 9-16,1-3 16 0,1 0 9 15,0-1 10-15,3 1 5 0,-5-2 6 0,6-1 3 0,-3 5 1 16,2-2-5-16,-4 5-8 0,4-1-4 0,-2 0-5 15,1 2-6-15,-1 1-9 0,4 4 1 0,-1-1-2 16,1 1-9-16,-1 1-2 0,5 3-1 0,-3 1 3 16,-1 3-17-16,4 1-23 0,-2 0-38 0,2 2-35 15,-2 2-42-15,2-2-42 0,-2 1-39 0,0 1-46 16,0-2-66-16,1 0-83 0,-7-3-328 0,6 3-799 16,1-4 354-16</inkml:trace>
  <inkml:trace contextRef="#ctx0" brushRef="#br0" timeOffset="136332.2">13333 10598 90 0,'1'-4'261'15,"3"-1"1"-15,-1 0-3 0,0-3-2 0,2 2-12 16,0-3 2-16,-2 0-6 0,0-1 5 0,1 0-6 16,0-2 8-16,-4 1-8 0,4-2-7 0,-4 0-11 0,0-1-2 15,0 1-22-15,0 0-13 0,-1 1-15 16,-2-1-9-16,-1 2-11 0,0 0-12 0,1 0-8 15,-1 3-15-15,-4 3-13 0,3 0-15 0,-2 0-11 0,-3 4-6 16,-3 4-7-16,-5 0-8 0,-1 3-12 0,1 1 1 16,-1 4-4-16,3 0-6 0,-2 2-3 0,-5 6-4 15,8-3-4-15,-4 3-2 0,7-1 1 0,1-2-8 16,3 1 0-16,2 1-3 0,-3 0 1 0,5-1-1 16,2-1-5-16,4-2-1 0,-1-3 3 0,6 3 0 15,-2-5-4-15,2 2-1 0,1-6-3 0,6 4 4 16,-6-3-8-16,4-4 9 0,3 1-1 0,-1-6 3 15,6 2-5-15,-6-3 2 0,4-1 1 0,-2-3 3 16,-3 2-12-16,3-6 6 0,-4 6 4 0,-1-6-3 16,-3 3 2-16,3-2 12 0,-3 1 18 0,-3-1 19 15,-1 3 19-15,3-2 15 0,-3 3 6 0,-3 0-4 16,2 1 0-16,0 2-13 0,-2 0-2 0,2-1-19 0,0 2-5 16,-3 3-11-16,0-3-7 0,0 3-4 15,0 0 1-15,0 0-4 0,0 0-4 0,8 13-6 0,0-7-12 16,-4 2-12-16,4 0-18 0,2 1-25 0,2 3-28 15,-1-3-39-15,5 1-36 0,2 0-39 0,-2-1-37 16,3 0-40-16,-1-1-53 0,1-3-50 0,-1 0-63 16,-3-2-294-16,2 1-790 0,1-3 349 0</inkml:trace>
  <inkml:trace contextRef="#ctx0" brushRef="#br0" timeOffset="136684.44">14294 10278 330 0,'6'-13'354'0,"-2"2"9"15,1-2-3-15,-8 1 1 0,3-1-12 0,-2 2-25 16,-3-3-15-16,-1 4-27 0,-1 0-26 0,-2 1-19 15,-2 1-18-15,-1 1-30 0,-3 2-20 0,-4 4-17 16,-3 2-11-16,-1 3-17 0,-6 7-13 0,6 3-11 16,-3 2-5-16,2 2-12 0,-1 2-5 0,4 4-4 15,1 3-7-15,1 3-4 0,4-3-1 0,-1 1-10 16,5 3-1-16,4-3-6 0,-2 2-2 0,9-5-3 16,3 5-2-16,2-3-1 0,0-7-1 0,9 4 0 15,-2-4-5-15,6 0-1 0,4-1-3 0,2-3-10 16,3-2-17-16,-1-4-17 0,3-2-29 0,1-3-63 15,0-4-49-15,-9-2-52 0,1 1-63 0,-3-5-73 16,3-3-88-16,-4 1-257 0,-5-5-748 0,1-2 332 16</inkml:trace>
  <inkml:trace contextRef="#ctx0" brushRef="#br0" timeOffset="136867.66">14062 10433 253 0,'-22'-1'280'0,"3"2"-3"0,1-1-8 16,6 1-18-16,-2 2-19 0,6-3-10 0,2 0-24 15,0 1-4-15,2 2-1 0,4-3 6 0,-1 5 1 16,1-5-16-16,11 5-15 0,2-2-16 0,10-1-19 16,-1-1-10-16,12-1-4 0,4 0-24 0,0-2-18 15,2-2-38-15,-2 3-39 0,2-6-39 0,-3 2-47 16,0 0-46-16,-3-1-66 0,0-3-69 0,-4 2-259 16,-1-2-569-16,-8 2 251 0</inkml:trace>
  <inkml:trace contextRef="#ctx0" brushRef="#br0" timeOffset="137335.75">14733 10071 83 0,'5'-3'273'16,"-5"3"-21"-16,8 2-19 0,-8-2-13 0,7 6-17 16,-3-1-16-16,0 4-10 0,0 1-12 0,1 1-13 15,-2 1-14-15,-2 0-8 0,2 5-12 0,1 3-9 16,-5 1-10-16,-2 5 1 0,3 2-14 0,-5-1-11 15,3 1 2-15,-4-2-11 0,3 0-7 0,-2-6-5 16,0 1-4-16,4-1-8 0,-6-1 0 0,4-2-4 16,-2 1-7-16,5-5-1 0,-4-4 0 0,1 0-2 15,2-1 1-15,1-2 4 0,0-2 31 0,0-1 24 16,0-3-12-16,0 0-8 0,0 0-9 0,0 0-5 16,8-20-6-16,-3 7-5 0,2-5 1 0,2-2-8 15,3-6 7-15,-3-3-17 0,2-2-1 0,1-3-4 16,-2-4-3-16,-2 4-13 0,2-2 3 0,-1-2-4 0,-2 4 4 15,-3 2 3-15,0 4 3 0,-1 1 31 16,-3 8 29-16,0 0 7 0,1 3 35 0,-1 2 11 0,2 4 7 16,-4 2 2-16,4 0-7 0,-2 2-13 0,0 0-20 15,-2 2-14-15,2 4-15 0,0 0-2 0,0 0-9 16,0 0-3-16,5 23-7 0,0-5-4 0,0 0-4 16,1 8-2-16,0 3-4 0,5-3-5 0,0 5-2 15,0 2-3-15,3-3 0 0,-1 3-2 0,2 0-3 16,-4 1-3-16,4-3-2 0,3 0-16 0,-1-2-10 15,-3 1-22-15,2-7-35 0,-2 0-33 0,-4-7-31 16,-1-3-31-16,-2-3-28 0,-2-1-26 0,-1-2-19 16,-1-2-65-16,4-3-46 0,-6 0-328 0,-1-2-734 15,0 0 325-15</inkml:trace>
  <inkml:trace contextRef="#ctx0" brushRef="#br0" timeOffset="137503.01">14814 10309 146 0,'-7'-1'166'0,"3"-2"-3"15,4 3 3-15,0 0 10 0,0 0-6 0,0 0-9 16,0 0-15-16,19 12-13 0,-7-9-13 0,6 4-11 16,5-1-10-16,7 2-11 0,3 1-7 0,1-4-8 15,1 1-7-15,1-2-9 0,0 0-7 0,-2-1-27 16,2-1-44-16,-5-2-46 0,0-2-35 0,-1-1-43 16,-6-1-165-16,-2 0-335 0,0-2 147 0</inkml:trace>
  <inkml:trace contextRef="#ctx0" brushRef="#br0" timeOffset="137720.44">15437 10241 104 0,'-8'-3'230'0,"2"1"3"16,-2 1 3-16,-1 2 2 0,-2-2-10 0,1 2 1 0,-5 0-3 15,0 3 12-15,-4 0-5 0,0 1-12 16,6 1-8-16,-4 3-19 0,2 2-14 0,4-3-22 16,-5 2-14-16,8 1-9 0,-3-1-13 0,3 0-9 0,4 1-10 15,-2-1-8-15,5 3-10 0,2-3-9 0,1 0 0 16,2 1-9-16,3-3-1 0,2 2-8 0,6-2-6 15,4 0-4-15,2-3-3 0,7 0-15 0,2-3-26 16,3-2-12-16,-2-2-35 0,2-1-17 0,-1-3-32 16,3 0-27-16,-2-5-33 0,-2-1-39 0,-1-5-43 15,-3-4-42-15,1 0-276 0,-2-4-596 0,-5-1 265 16</inkml:trace>
  <inkml:trace contextRef="#ctx0" brushRef="#br0" timeOffset="138138.6">15720 9971 141 0,'-17'-23'209'16,"3"-2"24"-16,1 7 15 0,1 5 21 0,-3-4 4 15,4 3 1-15,4 3-1 0,-2 1-4 0,2 3-9 16,2 1-18-16,-1 0-24 0,3 1-34 0,-2 0-14 0,1 3-21 16,4 2-14-16,0 0-14 0,-1 16-14 0,5-6-3 15,2 3-23-15,1 6 5 0,1-1-16 16,4 7-10-16,0 9-2 0,-1-6-4 0,2 4-4 0,-2 2-4 16,1 0-9-16,-1 0-7 0,-1 1-14 0,-1 0-11 15,1 0-9-15,-2-4-20 0,-3-1-14 0,2 2-7 16,-3-4-14-16,-4-7-1 0,0-2-12 0,0-2-2 15,0-8-2-15,-1 2 6 0,-3-5 6 0,-2-1 5 16,2-1 7-16,0-4 6 0,4 0 2 0,-12-4 8 16,5-2 5-16,3 0 6 0,-2-6 4 0,2-1 8 15,2-3 10-15,-3-3 8 0,3 1 12 0,2-3 16 16,2 1 3-16,0-1 8 0,6-6-3 0,-4 8 8 16,3-2 1-16,0 4 7 0,0 3 10 0,2-2 7 15,-3 6 0-15,3-2-7 0,2 4-4 0,-3-2-5 16,-1 7-10-16,5-2-1 0,-1 2-9 0,-3 1-8 15,2 2-2-15,2 2 4 0,-2 3-8 0,-1-1 0 0,3 2-2 16,-3 4-8-16,1 1 0 0,-4-1-1 0,7 5-2 16,-2 2-2-16,-3 0 5 0,-1 2-7 0,0-1-19 15,1 1-13-15,0-1-23 0,2 0-5 0,-3 0-30 16,-1-3-24-16,1-2-33 0,0 0-40 0,0-3-43 16,-3 0-45-16,5-1-50 0,-3-4-218 0,1 1-578 15,0-4 255-15</inkml:trace>
  <inkml:trace contextRef="#ctx0" brushRef="#br0" timeOffset="138640.37">16163 10230 135 0,'-3'-6'259'15,"2"1"-8"-15,-2 2-4 0,-2-1-12 0,1-1-17 16,1 3-22-16,3 2-18 0,-11-3-17 0,7 3-17 0,4 0-13 16,-11 5-13-16,9 1-14 0,-2 0-8 15,2 0-10-15,2 2-5 0,0 0-9 0,0 2-5 16,4 0-8-16,-2 0-4 0,2-3-4 0,5 4-5 0,-3-5-3 15,3 3-1-15,-5-4-9 0,4-1-2 0,1 1-3 16,-1-3-10-16,-3 1 2 0,5-2-8 0,-5-2-8 16,-5 1-4-16,8-6-7 0,-4 1-3 0,-1 1 4 15,-1-3 4-15,0-2-5 0,-2 0 0 0,0-2 2 16,0-1 4-16,-2 2 1 0,0-3-4 0,1 3 1 16,-1-1 0-16,1 0 4 0,-2 0 1 0,3 0 5 15,0 5 1-15,0-1-7 0,0 0 5 0,4 2 2 16,-1 1-4-16,0-1 0 0,2 5 0 0,1-2 0 15,-6 2-2-15,9 2 2 0,0 1-4 0,-3 2 2 16,5 0 1-16,-3 1-3 0,4 1-2 0,-1 0 2 16,-1 2-2-16,-2 0 2 0,3-2 1 0,-3 3-2 15,-1-2 3-15,2-1-2 0,-2 1-2 0,0-3 4 16,-4-1 3-16,0 0-3 0,1-2 10 0,1 1 19 0,-5-3 28 16,3 3 27-16,-3-3-4 0,0 0 6 15,0 0 13-15,0 0 5 0,9-10-1 0,-5 6-8 16,-1-2-4-16,1-2-8 0,3 0-4 0,-2 0-2 0,2 0-4 15,1-1-4-15,-1 2-10 0,4-2-12 0,1-3-1 16,0 5-1-16,-2 1-8 0,-2 1-9 0,0 1-3 16,3 1-6-16,-3 3-22 0,3-2-27 0,0 3-21 15,-3 0-21-15,1 1-17 0,3-1-20 0,-3 4-21 16,-1 0-24-16,3-1-24 0,-5 2-27 0,2-3-30 16,-3 1-18-16,6-1-25 0,-6 0-25 0,2 1-156 15,0-1-496-15,2-2 220 0</inkml:trace>
  <inkml:trace contextRef="#ctx0" brushRef="#br0" timeOffset="138858.81">16788 10076 261 0,'1'-3'294'0,"-2"0"-2"0,1 3-12 0,0-6-18 16,0 6-24-16,-5-5-21 0,5 5 2 0,0 0-30 16,-11 1-14-16,11-1-4 0,-9 8-19 15,-2-3-15-15,6 0-18 0,-2 3-1 0,-1 1-16 0,2-1-7 16,-1 2-7-16,3 1-14 0,2-1 0 0,-1 2-13 15,-1 1-7-15,4-2 2 0,-1-1-5 0,1 3-5 16,0-5-1-16,1 3-11 0,-1-3-2 0,5 2-5 16,-3 0-17-16,-1-4-23 0,0 1-28 0,1-4-32 15,-1 2-44-15,-1 2-46 0,0-7-57 0,0 0-88 16,0 0-199-16,0 0-549 0,-7 1 244 0</inkml:trace>
  <inkml:trace contextRef="#ctx0" brushRef="#br0" timeOffset="139008.34">16328 9849 115 0,'-3'-5'148'16,"0"1"-14"-16,3 1-40 0,0 3-44 0,0 0-71 16,0 0-66-16,0 0-94 0,0 0 42 15</inkml:trace>
  <inkml:trace contextRef="#ctx0" brushRef="#br0" timeOffset="139376.31">17453 9749 115 0,'-7'-4'265'0,"7"4"-18"16,-14 0-18-16,6 0-11 0,-5 4-8 0,-1 1-7 16,-4 2-9-16,0 2-11 0,2 0-6 15,-2 2-15-15,2 3 9 0,-7 6 0 0,8-4-2 0,2 2 0 16,-5 5-11-16,4 3-11 0,2 0-9 0,2 3-4 15,5-2-21-15,-2 1 2 0,9 1-8 0,-4 2-8 16,9 0-9-16,1-2-3 0,4 2-8 0,3-4-4 16,3 2-6-16,5-2-8 0,0-2-3 0,4-1-3 15,-5-2-10-15,7-3 1 0,1-2-41 0,-2-4-56 16,2-4-50-16,-3-2-57 0,-2-4-72 0,5-4-72 16,-7 1-319-16,0-5-672 0,-3 0 298 0</inkml:trace>
  <inkml:trace contextRef="#ctx0" brushRef="#br0" timeOffset="139744.29">17770 9894 63 0,'-2'-4'326'0,"-2"0"-8"0,-1 2-8 15,-1-2-4-15,2-1-19 0,-3 1-7 0,0 0-17 16,1 0-15-16,-2-1-14 0,2 4-19 0,-1-1-19 15,0-1-22-15,1 0-21 0,-2-1-15 0,-2 4-20 16,6-1-1-16,4 1-21 0,-15 1-6 0,11 1-1 16,0-1-20-16,4-1-11 0,-7 7-7 0,4-4 4 15,2 2-5-15,-2 0-13 0,3 2 0 0,0-1-2 16,4 5 0-16,-1-4-1 0,1 2-5 0,3 3-1 16,-3-1-6-16,1 3 2 0,6 0-9 0,-4-4 8 15,0 7-13-15,5-3 15 0,-6-2-10 0,3 4-1 0,-2-4-2 16,2 0-1-16,0 0-5 0,0 2-9 0,-1-2 9 15,-2-1 1-15,1 0 0 0,-1-4 3 16,0 4-9-16,-5-4 15 0,3 0-26 0,-4-2 1 0,0 0-8 16,-4 0-1-16,3-1-5 0,-5 0-20 0,2-1-12 15,-3-2-22-15,-1-1-24 0,8 0-27 0,-16 0-35 16,6-3-42-16,-4 2-52 0,1-3-36 0,1 0-268 16,4-1-606-16,1 0 268 0</inkml:trace>
  <inkml:trace contextRef="#ctx0" brushRef="#br0" timeOffset="140045.34">17895 9708 112 0,'0'0'441'16,"-2"-3"4"-16,2 3-19 0,0 0-23 0,0 0-45 15,0 0-20-15,0 0-23 0,13-3-14 16,-3 6-15-16,3 0-26 0,4 3-25 0,1 1-19 0,12 2-22 16,-4 3-16-16,2-2-18 0,2 6-17 0,-4-1-12 15,1 4-14-15,-1-2-13 0,-4 1-10 16,0 1-11-16,-3 1-11 0,-6-3-5 0,-2 0-11 0,-1 7-1 16,-5-4-12-16,-2 3-12 0,-3 4-16 0,-6 0-25 15,-2 1-36-15,-7-1-30 0,-2 1-39 0,-4 0-43 16,-11 11-26-16,4-9-44 0,-8 8-53 0,7-13-82 15,-13 10-340-15,14-11-763 0,1 1 338 0</inkml:trace>
  <inkml:trace contextRef="#ctx0" brushRef="#br0" timeOffset="143791.97">11507 11578 45 0,'-5'-13'328'0,"-3"-4"-14"0,-2 2-8 16,-3 2-3-16,-4 0-6 0,0 1 0 0,-2 3-10 0,0 0-4 16,-3 2-22-16,0 3-12 0,-1-1-12 15,-7 5-17-15,7 5-7 0,-5 0-16 0,0 6-15 16,2 0-18-16,2 6-6 0,1 2-20 0,1 3-1 0,7 4-10 15,-4-2-7-15,9 3-8 0,2 0-11 0,3 3-11 16,4-2-5-16,2 1-12 0,7 0-8 0,3-2-3 16,0 1-3-16,8-3-8 0,3-1-5 0,2-4-5 15,4 0-7-15,1-4-1 0,1-2-4 0,3-1-3 16,-3-3-16-16,1-4-13 0,-4-3-18 0,5-3 0 16,-11-2-1-16,1-1-3 0,-3-1 4 0,0-3 0 15,-1-1 12-15,-6 0-9 0,2-4 1 0,-2 0-6 16,-3-4 12-16,0 5-2 0,-3-2 7 0,-2-2 1 15,-1-3 4-15,0 5 16 0,0 3 14 0,-5-4 12 16,4 5 6-16,-1 1 10 0,-2 4 2 0,2-2-7 16,-1 1-6-16,0 1-9 0,0 4-3 0,0 0-6 15,0 0 0-15,0 0-1 0,0 0-6 0,12 13-3 0,-6-5 0 16,-1 3-4-16,1-1 0 0,-1 3-1 0,2 2-35 16,1-3-28-16,4 5-23 0,-2-2-31 0,2-1-33 15,-4 0-41-15,3 0-32 0,-2-2-33 0,0-3-41 16,0 0-46-16,1-2-44 0,-4-4-316 0,1 0-747 15,-1-2 331-15</inkml:trace>
  <inkml:trace contextRef="#ctx0" brushRef="#br0" timeOffset="144176.67">11846 11743 211 0,'0'0'228'0,"-11"14"-14"0,10-10-10 0,1 2-17 15,0 0-9-15,1 0-14 0,4-1-9 0,-2 1-11 16,0-2-5-16,1 0-11 0,4 0-5 0,-2 1-11 16,5-4-11-16,0 0-5 0,0-2-5 0,1-1-10 15,-3-2-5-15,1 0-10 0,2-1-2 0,-4 0 1 0,3-4-5 16,-4 1 1-16,1-1-11 0,-4-3-2 0,2 2 1 16,-2-1 3-16,-3-1-1 0,2 1 10 0,-3-2 10 15,-3 3 4-15,-2 0 10 0,0 1-4 0,0 0 2 16,-3 3-1-16,-2 5 2 0,1-3-21 0,-1 2-1 15,-2 2 3-15,1 4-7 0,-1-1-8 0,0 2-7 16,2 2 5-16,-2 2-6 0,1 1-1 0,0 3-14 16,3-2 12-16,1 6-3 0,6-4-4 0,0 0-8 15,1 0 6-15,2 1-13 0,5-3 8 0,5 3 2 16,2-1-1-16,2 1-3 0,5-6-12 0,6 3 7 16,4-4-7-16,-1-3-13 0,4-2-20 0,-3-3-27 15,1-1-17-15,-1-5-21 0,0 1-23 0,-2-4-23 16,-1 0-29-16,0-3-20 0,-4 1-27 0,2-5-22 15,-7-5-26-15,-1 1-38 0,-9 3-178 0,7-8-511 16,-7-2 227-16</inkml:trace>
  <inkml:trace contextRef="#ctx0" brushRef="#br0" timeOffset="144360.65">12314 11420 44 0,'-15'-16'192'0,"3"0"28"16,-3 4 18-16,4 1 12 0,3 3 10 0,-2-2 8 16,2 3 2-16,1-1-19 0,3 5-18 0,3-2-29 15,-2 3-27-15,3 2-11 0,0 0-17 0,0 0-14 16,0 10-14-16,4 2-9 0,2-1-12 0,3 4-10 15,5 3-4-15,1 5-9 0,4 0-5 0,-4 4-9 16,4 1-12-16,0 1 5 0,-1 0-11 0,-1-1 3 16,1 2 10-16,1-1-28 0,-7-1-19 0,3 0-34 15,0-3-28-15,-4-1-35 0,-1-5-44 0,-2-3-67 16,-2-4-71-16,-2-1-286 0,1-5-600 0,-4 0 265 16</inkml:trace>
  <inkml:trace contextRef="#ctx0" brushRef="#br0" timeOffset="144528.91">12321 11515 228 0,'-6'-7'331'0,"2"1"-9"15,0 0-19-15,3 2-18 0,-3 1-30 0,3 0-25 0,1 3-24 16,3-8-19-16,3 7-16 0,4 0-22 0,3 1-12 16,9 0-37-16,0 2-38 0,9 3-49 0,2-1-58 15,2-2-73-15,6 2-78 0,-2 2-241 0,18-3-474 16,-19 1 211-16</inkml:trace>
  <inkml:trace contextRef="#ctx0" brushRef="#br0" timeOffset="144947.06">13466 11348 146 0,'-8'-6'344'0,"-4"3"-12"0,2-4 4 16,-1 2-23-16,-3-1-11 0,1-2-4 0,-2 3-17 15,0 2-7-15,0-1-10 0,0 2-23 0,2 2-21 0,1-1-18 16,-1 1-22-16,0 1-17 0,3 1-22 0,3 2-12 16,0 0-13-16,1 0-12 0,2 4-11 15,2-1-8-15,2 4-4 0,2 0-8 0,0 1-6 0,6-1-1 16,3 5-5-16,0 0-6 0,4-1-8 0,-4 1 1 15,5-1-6-15,-1-2-5 0,0 2-5 0,0 1 0 16,1-1-6-16,-2 0-6 0,1-1 5 0,-4-1-5 16,5-1-2-16,-9-4-5 0,0 3 3 0,-3-5 1 15,0 1-7-15,-1 0 3 0,-3 0 4 0,-1 2-2 16,-4-4 8-16,-3 2 8 0,-1 0 1 0,-2-1 0 16,-3-1-4-16,-2 1 0 0,-2 0-6 0,-1-2 4 15,-2-2-7-15,3 1-2 0,3-2-10 0,1 1-11 16,2-1-27-16,4-1-20 0,2 0-50 0,6 0-50 0,-4-4-40 15,4 4-27-15,7-6-41 0,3 2-41 16,7-7-28-16,-2 1-38 0,7 1-248 0,5-5-664 16,0 0 294-16</inkml:trace>
  <inkml:trace contextRef="#ctx0" brushRef="#br0" timeOffset="145280.41">13685 11453 41 0,'8'-3'197'0,"-2"-2"34"15,-5 1 18-15,3 0-2 0,-4 0-5 0,0 4-11 0,0-4-14 16,0 4-14-16,0 0-9 0,0 0-12 0,0 0-9 15,-19 7-11-15,14-2-1 0,-1 0-11 0,1 4-9 16,-2-1-16-16,0 3-6 0,3 1-9 0,0-2-7 16,4 1-11-16,0 1-10 0,0 0-3 0,4-1-2 15,0-2-6-15,4 1 9 0,-1-2-21 0,1-2 3 16,2 2-3-16,2-2-9 0,0 0-4 0,3-4-4 16,-1 1-6-16,1-2 4 0,3-1-7 0,-4-3 10 15,-1 1-15-15,2-2-2 0,-2-1-7 0,-3-2-2 16,3-2-4-16,-2 2 2 0,-4-3-1 0,1-1-3 0,-1 1 0 15,-4-1-2-15,1-3-1 0,-3 2 2 16,-1 2-3-16,0-2 13 0,-1 2 16 0,-1 1 16 16,-2-1 6-16,3 2-14 0,1 1-2 0,-3 2-3 0,2 0-10 15,-2 0-5-15,2 2-17 0,1 3-2 0,-7-2-26 16,7 2-11-16,0 0-52 0,0 0-22 0,0 0-24 16,5 13-24-16,-2-7-33 0,4-1-41 0,-2 1-40 15,5 0-38-15,2 0-271 0,-4 0-623 0,6 0 276 16</inkml:trace>
  <inkml:trace contextRef="#ctx0" brushRef="#br0" timeOffset="145531.44">14263 11341 312 0,'-4'-2'312'0,"1"-1"-10"0,3 3-5 0,-8-5-20 16,8 5-18-16,-9 1-17 0,9-1-17 0,-14 5-13 0,6-2-15 15,1 2-8-15,-1 0-9 0,-2 4-14 16,1-2-9-16,2 3-12 0,0 0-11 0,-1 1-18 16,3-1-8-16,-2 0-13 0,4 1-4 0,-1 1-9 0,4-2-6 15,0 1-3-15,0-2-5 0,3 3-12 0,2-1 0 16,5-3-9-16,-1 1-22 0,2-2-15 0,7-2-18 16,1-2-45-16,0-2-32 0,3 1-32 0,1-2-37 15,0-2-36-15,0 0-38 0,7-2-34 0,0-3-28 16,-3 0-231-16,-4 0-563 0,-2-3 249 0</inkml:trace>
  <inkml:trace contextRef="#ctx0" brushRef="#br0" timeOffset="146837.09">14660 11342 144 0,'0'-5'234'0,"-1"-1"13"0,-2 2 6 16,0 0 6-16,-2-1-3 0,-2 2-15 0,2-1-5 16,-2 3-8-16,-1 1-4 0,-6-1-6 0,5 2-27 15,-4 0 2-15,1 3-12 0,-1 3-6 0,1-1-9 0,-1-2-14 16,1 4-8-16,0 0-9 0,2 2-14 0,-2-2-12 15,1 7-7-15,4-7-10 0,3 3-7 16,-3-1 3-16,2 0-7 0,5 0-7 0,-1 5-5 0,3-5-3 16,4 1-1-16,-1-1-3 0,3 0-9 0,3-3-8 15,5 6 3-15,2-6-10 0,1-1-19 0,6-2-3 16,-2-3-17-16,0 0-19 0,0-1-20 0,7-1-17 16,-8-1-13-16,-2-2-12 0,2-3-5 0,-2 2-4 15,-2-2 2-15,1-3 3 0,-3 0 1 0,-2 1 2 16,0-5-1-16,-1 1 9 0,-6 2 6 0,-3-1 7 15,2 1 6-15,-3-2 13 0,0 1 17 0,0 1 21 16,-3 1 5-16,-1 2 6 0,1 1 7 0,-3 1 9 16,-1 1-11-16,1-1-2 0,-1 3-1 0,0 1 0 15,4 2-4-15,-7-3 2 0,7 3-3 0,-9 4 6 16,9-4-8-16,-6 4-1 0,4 1 2 0,2 0 1 16,0-5 1-16,0 9 1 0,2-2 1 0,2-1-2 15,0-1 16-15,3 1-14 0,-1-1-6 0,3 0 8 0,1 0-2 16,-1 0 2-16,2 0-7 0,3 0 6 15,-2-3-5-15,1 1 3 0,0-2 0 0,-1 0-2 16,2 0 2-16,-1 1 1 0,-3-2 1 0,-1 0 2 0,-2 1 0 16,5-1-2-16,-6 2 1 0,2-1 0 0,-3 0-3 15,4-1-2-15,-3 1 2 0,-2 2-6 0,2-1 0 16,-1 1 1-16,-2 1 13 0,1 0-18 0,-1 1 3 16,1 1 3-16,0 5-9 0,-3-5 7 0,-1 0-3 15,0 0 3-15,0 2 2 0,0-1-1 0,0 1-4 16,-1-3 5-16,-2 1-1 0,0-1-1 0,-5-1 3 15,3 1 2-15,-1-1-3 0,-2-3 2 0,2 1 5 16,-4-2 1-16,3 0 2 0,0 0 15 0,7 0 16 16,-13-5 0-16,7 2 2 0,-1-1 7 0,6-4-4 15,-3 4 9-15,3-1-11 0,2-2-2 0,2 1-16 16,2-4 6-16,-3 1-4 0,6 0-7 0,5-2 1 16,-2-2-18-16,8 0-7 0,3-4-20 0,-4 6-5 0,7-2 2 15,-5 1-15-15,0 3 4 0,0-3-5 16,-2 6 10-16,-6-1 2 0,1-1 4 0,-4 5 2 15,3-2 17-15,-8-1-5 0,3 4 8 0,-1-1 28 0,-2 2-11 16,-4 1-2-16,5-4 2 0,-5 4-5 0,0 0 2 16,0 0-3-16,0 0 11 0,0 0-10 0,0 0-9 15,0 0 2-15,0 0 2 0,0 0-6 0,-17 9 7 16,15-2-3-16,-1-5 8 0,2 3-6 0,1-1-1 16,0 3 1-16,0-2 1 0,4 1 1 0,-2 1-1 15,3-1 8-15,-1-1-6 0,4 3 2 0,2-1-6 16,-3 2 2-16,2-2-2 0,0 0 0 0,1 1 4 15,-2 0 0-15,2-2-6 0,-2 2 7 0,-4-3-10 16,0 0 3-16,0 1-10 0,-4 0 7 0,0-1 4 0,-1 1-2 16,-3-4 2-16,-3 3 14 0,0-2-16 15,-4 4 3-15,0-6-2 0,0 1-7 0,-1-2 7 16,1 2-3-16,3-2 7 0,0 0-2 0,8 0 5 0,-11-2-8 16,11 2-1-16,-7-1-9 0,7 1-11 0,0-4-9 15,0 4-15-15,7-6-17 0,0 4-11 0,5-4-9 16,-2 0-15-16,2 2-8 0,7-4-10 0,1 2-15 15,0-2-22-15,9-1-6 0,-8 0-1 0,0 1 11 16,0 1 15-16,1 1 10 0,-1-1 13 0,-6 1 16 16,0 1 11-16,-5 2 21 0,-5-1 28 0,5 1 20 15,-5 2 7-15,2 0 9 0,-7 1 1 0,7-3 8 16,-7 3 11-16,0 0 10 0,0 0 4 0,3 5-7 16,-3-5 1-16,0 6-1 0,0-6-6 0,-2 7 0 15,2-2 0-15,2 0-1 0,-1 1-1 0,2-1-2 16,0 1-1-16,2 1 3 0,-1-1-7 0,1-1-2 15,4 0 3-15,-4 1-6 0,4-3 3 0,-3 4 3 0,2-6-5 16,-4 3 0-16,2-1 0 0,0-3-2 0,-2 1-2 16,-4-1 6-16,0 0-1 0,11-3-4 0,-11 3 9 15,3-5 6-15,-3 1 12 0,0-1 5 0,2 0 12 16,-2 0 3-16,0 5 5 0,0-10-9 0,0 3 1 16,2-1 7-16,0 2-17 0,2-1-7 0,2 1 0 15,0-1-1-15,-1 2-5 0,2-1-5 0,2 1-4 16,-2 2 0-16,0-1-4 0,0 1 0 0,0 1-2 15,2 1-4-15,-2 1 2 0,-1 3-6 0,3-1 4 16,-1 0-3-16,-1 2 0 0,0-1-4 0,-2 1 3 16,2-1-5-16,-3 2 6 0,2-1-6 0,-1 0 0 15,-2-1 2-15,-2 0-2 0,2 1 3 0,-3-4 1 16,1 4 17-16,-1-4 28 0,0 0 27 0,2 4 23 0,-2-4 19 16,0 0 16-16,0 0 3 0,0 0 3 15,0 0 1-15,-9-13 2 0,8 8-4 0,1 1-9 16,0-2 0-16,3-2-21 0,-3 0-8 0,1-2-11 0,5 0-11 15,0-1-12-15,0-1-13 0,3 3-26 0,-2-1-33 16,1 0-43-16,2-1-70 0,1 2-63 16,2-3-63-16,-2 3-79 0,2-4-97 0,-3 6-339 0,1 0-821 15,3-3 363-15</inkml:trace>
  <inkml:trace contextRef="#ctx0" brushRef="#br0" timeOffset="150783.12">16913 11158 61 0,'5'-8'315'16,"3"-2"-7"-16,-5 5-4 0,1 0-3 0,-1 1-3 15,-2-2-3-15,3 0-2 0,0 2-5 0,-2 1-7 16,-1-1-9-16,-1 4-16 0,0-7-15 0,2 5-26 15,-2 2-25-15,-5-5-16 0,3 2-16 0,2 3-16 0,-14-1-16 16,3 0-7-16,3-1-9 0,-2 4-5 0,0-2-7 16,0 1-11-16,-1 0-6 0,2 0-9 0,-1-1-8 15,2 3-8-15,1-2-5 0,2 0-6 0,-2 1-9 16,3 0-2-16,1 1-5 0,0 0 1 0,-1 0-2 16,4 2-2-16,3 0-3 0,-2 1 1 0,5 3-2 15,2-2-1-15,0 2-2 0,3-1-4 0,5 5-1 16,-5-3 0-16,4 4-1 0,0-2 2 0,-4-1-8 15,2 2 2-15,-3-3-2 0,1 4 0 0,-3-3-1 16,-2-1-1-16,-1 1 0 0,-1 1-3 0,0-1 2 16,-2-2 3-16,-2 3-7 0,-2-3 2 0,-2-1 2 15,-4-2 4-15,1 2-6 0,-5-2 5 0,1 0-1 0,-1-2-1 16,-2-1 3-16,2-2-1 0,-3-1-4 0,1-1-5 16,0 0-13-16,1-4-29 0,1 2-34 15,1-1-45-15,4 0-48 0,0-1-48 0,2 0-54 0,2-1-70 16,3-5-68-16,3 5-290 0,2-6-758 0,2 3 336 15</inkml:trace>
  <inkml:trace contextRef="#ctx0" brushRef="#br0" timeOffset="151051.03">17189 10924 395 0,'1'-5'393'0,"1"2"-19"0,-1-1 2 16,-1 4-16-16,1-5-28 0,-1 5-29 0,-1-5-32 15,1 5-29-15,0 0-22 0,0 0-26 0,0 0-23 0,0 0-16 16,-10 9-14-16,9-4-17 0,-3 0-10 0,1 3-11 16,-2 0-7-16,-2 4-11 0,3-2-12 0,-3 2-23 15,4 1-22-15,-2-1-42 0,1 0-35 0,-3 1-39 16,4-2-38-16,2 2-42 0,0 0-72 0,-1-3-73 15,1 0-288-15,1 1-650 0,0-4 288 0</inkml:trace>
  <inkml:trace contextRef="#ctx0" brushRef="#br0" timeOffset="151602.57">17423 11265 225 0,'0'0'380'0,"-10"2"-3"0,10-2 4 0,0 0 2 16,0 0 2-16,0 0-10 0,0 0-23 0,0 0-32 16,0 0-28-16,29-8-29 0,-7 4-25 0,7-2-22 15,5-1-23-15,6 1-20 0,-2-1-19 0,15-1-18 16,-12 0-12-16,-3 3-9 0,-1-1-14 0,2-1-12 15,-2 2-25-15,-5-1-31 0,-2 1-39 0,-8 1-41 16,-1 1-43-16,-3 0-38 0,-4 2-28 0,-1 0-29 16,-3 0-39-16,-6-1-44 0,2 1-53 0,-6 1-42 15,5-2-235-15,-5 2-646 0,0 0 286 0</inkml:trace>
  <inkml:trace contextRef="#ctx0" brushRef="#br0" timeOffset="152004.43">17587 11103 225 0,'0'-6'253'0,"0"6"-14"0,0 0-13 0,0 0-21 16,0 0-17-16,0 0-22 0,0 0-16 0,0 0-12 16,0 0-15-16,-15 3-15 0,15-3-9 0,-6 5-6 15,0-1-9-15,2 0 11 0,-3 1-7 0,-2 0 9 16,-2 3 4-16,3-2 5 0,-3 2 7 0,-3-2 2 16,3 4 12-16,-1-3 1 0,0 0 9 0,-3 0 4 15,5-1-1-15,-2 1-2 0,1 0-15 0,2-3 9 16,2 0-25-16,0 0-16 0,-1 0-4 0,5-1-8 0,-1 0-7 15,3 1 6-15,-2 1 4 0,3-1-1 16,4 1 0-16,-1 2-3 0,1-2-11 0,7 1-4 16,-4 1-5-16,4 0-8 0,3 0-10 0,3 2 5 0,0-3-7 15,4 3-2-15,-3-3-6 0,3 4-27 0,2-3-28 16,-5 1-42-16,2 0-45 0,0-2-52 0,0 2-54 16,-3-2-72-16,3-1-82 0,-8-1-311 0,0 0-740 15,2-2 328-15</inkml:trace>
  <inkml:trace contextRef="#ctx0" brushRef="#br0" timeOffset="152656.72">18425 10864 73 0,'2'-9'372'0,"-2"5"-6"16,0-1-11-16,0-2-18 0,-2 2-18 0,2-1 1 15,-4 1-30-15,1-2-19 0,-1 2-16 0,0 4-29 16,1-3-15-16,-6 0-23 0,4 0-16 0,-4 1-15 15,0 2-21-15,-3 0-7 0,-1 1-20 0,5 2-11 16,-5 1-7-16,0 1-9 0,3 1-19 0,0-2 3 16,-2 3-9-16,4 3-5 0,-2-4-6 0,6 5-3 0,-2-1-1 15,0 2-8-15,4-1-1 0,2 2-14 0,0-3 1 16,0 3 0-16,6 1-1 0,3 1-2 0,2 1-2 16,3 1 2-16,-1-2-5 0,4 1 2 0,-1-1-6 15,0 0 2-15,2-1-2 0,-2 0 2 0,-2-1 2 16,4 1-8-16,-6-1 2 0,0-2-2 0,-5 1-2 15,1-4 1-15,-4 2-5 0,1-1 0 0,-3-2 0 16,2 1-5-16,-7-1 8 0,0-1-7 0,-2-1 6 16,-2 3-5-16,-4-4 6 0,-1 1 6 0,-1-1-7 15,-6 0 0-15,1-2 1 0,-2-1 2 0,-2 0-21 16,1 0-25-16,2-1-21 0,4-1-18 0,2 1-13 16,3-1-24-16,1 2-40 0,3-2-45 0,6 2-47 15,-4-5-56-15,4 5-72 0,10-8-202 0,-1 3-628 0,5-1 278 16</inkml:trace>
  <inkml:trace contextRef="#ctx0" brushRef="#br0" timeOffset="152974.51">18602 10934 129 0,'0'0'267'0,"0"0"-12"0,0 0-11 0,0 0-12 15,0 0-5-15,0 0-8 0,-14 9-13 0,13-3-9 16,-2-1-5-16,2 3-21 0,-2 1-5 0,3 4-8 15,0-4-13-15,0 4-10 0,4-4-16 0,2 3-3 16,-1-1-11-16,2 0-8 0,-2 1-8 0,4-2-8 16,3-3-2-16,-1 2-9 0,-1-1 10 0,1 0-23 0,3-4-2 15,0-1-6-15,-2-1-2 0,-4-2-14 16,4 0 7-16,-4-3-5 0,2-1-11 0,2-1 7 16,-4-1 6-16,-1-2-8 0,1-1-1 0,-4-1 5 0,2-3 9 15,-3 1 2-15,-2-1 4 0,-1-1 6 0,1 1 8 16,-2-1-2-16,0 1-7 0,-2 3-2 0,1-3-4 15,-2 5-3-15,4 1-7 0,-4 1-7 0,4 1-11 16,-1 0-30-16,-3 1-46 0,4 4-27 0,0 0-20 16,0 0-21-16,0 0-37 0,0 0-45 0,0 13-54 15,4-9-49-15,1 5-282 0,-1 0-640 0,3 1 283 16</inkml:trace>
  <inkml:trace contextRef="#ctx0" brushRef="#br0" timeOffset="153426.12">19144 10876 222 0,'-6'-1'344'16,"0"-2"-19"-16,2 1-12 0,-3 1-16 0,7 1-16 15,-13 0-11-15,5 0-8 0,0 1-27 0,-3-1-10 16,1 2-18-16,2 2-12 0,-2 2-21 0,0 1-16 16,0 0-16-16,3 1-16 0,-1 1-4 0,1 0-15 0,-1 1-8 15,4 1-3-15,3-1-14 0,-2 2-3 16,3-2-6-16,1 1-5 0,2-1-4 0,4 0-9 16,-2-1-6-16,6 1-14 0,3-3-23 0,2 3-34 0,5-6-43 15,0 1-46-15,9 0-44 0,-7-3-46 0,-1 0-51 16,8-4-47-16,0-1-47 0,-10 1-199 0,5-1-589 15,-4-3 260-15</inkml:trace>
  <inkml:trace contextRef="#ctx0" brushRef="#br0" timeOffset="153643.22">19460 10888 145 0,'-5'-2'316'0,"-5"2"-3"0,-1-1-2 0,0 0-2 16,-1 2-5-16,1-1-2 0,0 1-11 0,-1 4-15 15,0-2-24-15,1 1-20 0,0 0-23 0,2 0-19 16,2-1-17-16,-1 2-13 0,1 0-13 0,1 3-16 16,1 0-17-16,-1 0-5 0,6-2-9 0,0 2-6 0,2 1-15 15,3-2-15-15,2 5-9 0,3-6-25 16,6 5-34-16,-1-1-40 0,4-1-51 0,4-3-32 16,2 4-44-16,-2-3-54 0,7-1-54 0,1-2-45 0,-8-3-250 15,8 0-620-15,-1-1 275 0</inkml:trace>
  <inkml:trace contextRef="#ctx0" brushRef="#br0" timeOffset="153911.17">19827 10647 2 0,'-7'-5'363'0,"2"-2"-8"0,4 4-9 16,-5-1-16-16,2 1-19 0,2-1-26 0,2 4-34 15,-5-4-32-15,5 4-17 0,0 0-23 0,0 0-22 16,0 0-11-16,-13 10-18 0,10-5-7 0,-2 6-16 0,2-1-5 16,-2 3-11-16,0 4-8 0,1-2-13 15,-1 4 2-15,2 2-6 0,1-2-9 0,2 1 1 16,-2 0-6-16,2-1-4 0,3 4-8 0,1 3 0 16,1-8 1-16,1 1-4 0,2 0-5 0,0-3-19 0,3 2-29 15,1-1-27-15,10 2-51 0,-6-2-54 0,2-4-67 16,4-2-66-16,-3 0-71 0,7-1-181 0,-3-3-579 15,0-3 256-15</inkml:trace>
  <inkml:trace contextRef="#ctx0" brushRef="#br0" timeOffset="154329.25">20234 10700 211 0,'-7'-2'242'0,"7"2"-15"15,-7-3-13-15,2 2-10 0,5 1-15 16,-11-1-7-16,11 1-7 0,-11-1-3 0,11 1-6 16,-15 1-13-16,9-1 1 0,0 1-8 0,-5 0-2 0,3 1-11 15,4-1-6-15,-3 1-1 0,-1 2-5 0,-1-1-6 16,3 0-1-16,-2 2-19 0,2-4-11 0,0 4-10 15,0-1-1-15,2 1-8 0,0-1-1 0,1 1-5 16,2 2-6-16,1 0-2 0,1 4 2 0,3-1-6 16,-1 1 2-16,7-1 0 0,-1 6 13 0,2-1-23 15,4-1-7-15,-1-1 1 0,-1 1-6 0,2-1 6 16,-4 0-13-16,1-3 0 0,-2-1 3 0,-2 0-11 16,1-1-1-16,-3-1 10 0,-2-1-16 0,0 0 2 15,-1-4 8-15,-2 2-19 0,-1 0 0 0,0-4-12 16,-3 7 11-16,3-7-9 0,-12 1-14 0,3 0-33 15,-1 0-28-15,3 1-27 0,-6-2-32 0,-1 1-38 16,3 3-42-16,-1-2-42 0,2 1-51 0,1 1-180 0,2 0-541 16,0-2 239-16</inkml:trace>
  <inkml:trace contextRef="#ctx0" brushRef="#br0" timeOffset="154546.76">20494 11080 5 0,'0'0'304'16,"0"0"-11"-16,0 0-12 0,0 0-2 0,0 0-25 15,0 0-4-15,-11 7-28 0,6-3-27 0,-2-1-25 16,-3 0-12-16,1 4-11 0,0-1-16 0,1 1-15 16,-2 3-7-16,1-4-27 0,0 6-22 0,-1-4-34 15,5 3-28-15,-1-1-31 0,2 0-41 0,0-1-46 16,4 0-47-16,3-5-53 0,1 3-191 0,2-2-446 15,3 0 197-15</inkml:trace>
  <inkml:trace contextRef="#ctx0" brushRef="#br0" timeOffset="154998.34">20740 10803 7 0,'-1'-13'305'0,"-2"3"-9"0,0 2-12 0,1 1-16 16,-1-1-17-16,0 2-21 0,0-1-22 0,-5 2-10 16,3 0-32-16,-2 2-17 0,0 0-11 0,0 0-15 15,-2 3-13-15,-3 0-11 0,-1 0-14 0,0 4-6 16,-4 1-9-16,1 0 1 0,1 3-13 0,-2-1-7 16,3 4-3-16,-1 0-6 0,5 0-5 0,2-3-2 15,-1 7-4-15,1-2-7 0,2-1 0 0,3 1 0 16,2-1-2-16,0-2-1 0,2 2-4 0,0 0 0 15,2-2-8-15,3-1 5 0,-1 2-5 0,3-4-3 0,4-1 1 16,-3-1 0-16,4-2-2 0,-2 0 0 0,-1-2-1 16,4-2 0-16,-4-3 0 0,1 2 0 0,5-3-4 15,-5-1 2-15,1 0 11 0,-2-3-12 0,0 0 4 16,-3 0 2-16,2 0 11 0,-4 0 14 0,1-2 26 16,-1 1 11-16,-2 2 15 0,2 0 5 0,-5 1 1 15,4 1-5-15,-2 1-15 0,0 1-2 0,-2 4-10 16,0-6-10-16,0 6-9 0,0 0-7 0,0 0-6 15,0 0 2-15,0 0-15 0,-8 13-6 0,8-7 2 16,0 4-3-16,0-3 7 0,4 2-21 0,-2 1-10 16,0-2-6-16,1 3-12 0,3 1-24 0,0-2-18 15,1 0-26-15,1 0-29 0,0-1-45 0,2 0-49 16,2-5-58-16,-1 2-297 0,1 1-629 0,1-5 280 0</inkml:trace>
  <inkml:trace contextRef="#ctx0" brushRef="#br0" timeOffset="155249.24">20843 10586 277 0,'0'-3'438'15,"-4"0"9"-15,4 3-6 0,0 0-29 0,-1-6-35 16,1 6-45-16,0 0-32 0,0 0-27 0,0 0-31 15,19 6-25-15,-3 5-18 0,2-4-19 0,1 5-21 16,-4 2-13-16,10 7-18 0,-6-9-11 0,2 10-15 16,1 4-9-16,-3 2-9 0,-5-2-5 0,-4 4-26 15,-1 2-29-15,-5 0-22 0,-4 0-67 0,-3 1-45 16,-4 2-34-16,-5 2-30 0,-3-2-36 0,-4 0-56 0,5-4-71 16,-9 1-299-16,0-1-689 0,1-3 304 15</inkml:trace>
  <inkml:trace contextRef="#ctx0" brushRef="#br0" timeOffset="158394.51">11555 12891 107 0,'-4'-3'388'0,"0"0"3"0,-3 2-26 0,7 1-19 15,-5-4-46-15,5 4-21 0,0 0-32 0,-11 0-31 16,11 0-10-16,-3 9-21 0,-1-3-25 0,4 2-17 16,-3 2-10-16,2 1-10 0,1 1-13 0,0 1-3 15,1 1-18-15,2 3-11 0,1-1-1 0,3 0-12 16,-3 0-18-16,7 0-22 0,1-2-27 0,-5-4-28 16,5 3-40-16,-1-3-48 0,3-2-60 0,-2-3-67 15,0 0-71-15,3-4-222 0,-1-1-584 0,1 0 259 16</inkml:trace>
  <inkml:trace contextRef="#ctx0" brushRef="#br0" timeOffset="158694.79">11981 12564 319 0,'0'-6'328'0,"-2"1"-29"0,2 5-29 0,-1-5-27 0,1 5-27 16,0 0-16-16,0 0-22 0,-4 14-13 15,4-5-13-15,0 8-9 0,1 2-8 0,3 8-4 0,-1 4-12 16,3 1-5-16,-1 0-12 0,3 4-13 0,3 1-11 16,0 11-6-16,-3-9-5 0,3-2-5 15,1 10-2-15,-4-10-12 0,2 2 8 0,-3-3 0 16,3 12-11-16,-4-12-7 0,2-1 2 0,-5 0-7 0,0-4-5 16,-2 2 1-16,-2-6-1 0,-2 1-1 0,0-7 1 15,-2-5-8-15,-1-1 6 0,-2-5 7 0,0-2-1 16,3-3-8-16,-5 0 0 0,-1-3-11 0,0-4-2 15,0-1-25-15,-3-3-27 0,-2-4-35 0,0-2-33 16,5 0-57-16,-6-13-58 0,0 2-75 0,1-5-243 16,5 2-588-16,-4-4 261 0</inkml:trace>
  <inkml:trace contextRef="#ctx0" brushRef="#br0" timeOffset="158878.76">11812 12986 181 0,'0'0'344'15,"0"0"8"-15,0-3 4 0,0 3-15 0,0 0-26 16,3-6-31-16,1 3-21 0,1 0-26 0,2 0-22 0,4-2-21 16,0 2-19-16,9-4-30 0,-3 3-8 0,11-5-10 15,-5 5-11-15,4-3-32 0,-6 2-37 16,2-1-44-16,-3 1-51 0,-2 1-60 0,3 1-66 0,-3-2-79 16,-8 0-303-16,0 0-602 0,-5 2 266 0</inkml:trace>
  <inkml:trace contextRef="#ctx0" brushRef="#br0" timeOffset="159063.4">11638 12659 54 0,'-15'-1'352'0,"2"-1"-15"0,0-1-32 15,1 1-30-15,4 1-26 0,1-3-22 0,3 3-22 16,-1-2-22-16,5 3-39 0,-4-3-41 0,4 3-50 15,0 0-60-15,14-2-73 0,0 0-91 0,1 2-201 16,4-1-402-16,4 1 177 0</inkml:trace>
  <inkml:trace contextRef="#ctx0" brushRef="#br0" timeOffset="159614.72">12938 12680 160 0,'2'-5'393'0,"-2"0"2"0,1 1-3 16,-1-3-14-16,-1 2-15 0,1 5-14 0,-2-6-20 0,0 1-23 15,0 1-22-15,-2 2-28 0,4 2-25 0,-7-4-22 16,-1 4-24-16,8 0-17 0,-12 1-18 0,5 2-16 15,-1-1-14-15,0 2-9 0,1 4-14 0,-3-2-10 16,6 3-9-16,-5-1-10 0,4 6-6 0,0-4-4 16,3 2-4-16,0 2-4 0,4-2-7 0,-1 3 2 15,6 1 0-15,-2-4-3 0,9 3-8 0,-2 2 3 16,3-4-3-16,0 0-4 0,1 0-1 0,-1 2-7 16,0-5 0-16,2 3 2 0,-3-3-5 0,-1-1-2 15,-2-2-6-15,-2 1 3 0,-1 0-1 0,1-2-7 16,-5 0 4-16,0 0-2 0,-2-2 0 0,0 1-2 15,-6 1 3-15,1-1 0 0,-2-1-1 0,-5 1-1 16,-1-1-1-16,-4 0-3 0,0 1-1 0,-4-4-8 0,0 4-26 16,0-2-22-16,-1-1-31 0,-2-2-53 15,3 0-36-15,4 1-40 0,1-1-33 0,2-1-30 16,-1 1-48-16,6-3-51 0,1-1-308 0,2 0-741 16,3 0 328-16</inkml:trace>
  <inkml:trace contextRef="#ctx0" brushRef="#br0" timeOffset="159882.31">13243 12338 355 0,'-1'-5'408'0,"2"2"-14"0,2-1-20 15,-3-1-37-15,0 5-25 0,0-6-35 0,0 6-30 16,5-2-29-16,-5 2-21 0,0 0-19 0,0 0-30 16,0 0 10-16,-8 18-28 0,7-11-18 0,-2 5-10 15,0-2-22-15,-1 0-35 0,1 6-28 0,3 0-47 16,-5 1-38-16,4 1-46 0,-2-1-61 0,2-3-91 16,-3-3-307-16,4 1-621 0,-2 2 275 0</inkml:trace>
  <inkml:trace contextRef="#ctx0" brushRef="#br0" timeOffset="163260.97">14150 12653 291 0,'-1'-5'325'0,"-2"-1"-18"0,-1 2 1 15,3 0-28-15,1 4-18 0,-3-6-26 0,3 6-27 16,-1-4-26-16,1 4-17 0,0 0-15 0,0 0-16 0,0 0-11 16,-4 15-13-16,6-3-21 0,0-5-2 0,-2 5-3 15,0 2-13-15,1 0-7 0,3-2-9 0,-1 2-2 16,1-2-8-16,-3 1-5 0,5 0-1 0,-4-3-6 15,1 2 1-15,1-3-9 0,-1 0-3 0,-2-4 2 16,2 1-1-16,-2 1-2 0,2-3-3 0,-1 0 28 16,-2-4 18-16,7 2-2 0,-7-2-8 0,0 0-2 15,11-9-7-15,-2 1-12 0,-2 1 3 0,5-7-2 16,-3 5-7-16,5-4 4 0,-2 1-5 0,-1-2-1 16,5 3-8-16,-3 1-3 0,3 0-1 0,0 0 5 15,-4 4-11-15,6-2 3 0,-6 6-8 0,2-1-2 16,-1 2 3-16,-2 1 1 0,2 3-4 0,0-1 3 15,-2 2-5-15,-1 3 0 0,0 1-3 0,0 1 4 16,-2 1-6-16,-1 2 0 0,-3-2 9 0,0 0-10 16,0 2 3-16,-4-2 0 0,0 2-3 0,-4-2 4 15,-1 1 1-15,0-1-5 0,-2-3-21 0,-2 0-20 0,2-1-38 16,-1-3-31-16,0-2-43 0,-4 0-54 0,2-1-62 16,-2-1-64-16,1-3-205 0,-1-4-589 15,0 3 260-15</inkml:trace>
  <inkml:trace contextRef="#ctx0" brushRef="#br0" timeOffset="163412.5">14214 12419 22 0,'0'-8'329'0,"0"-1"-10"0,0 0-32 0,0 3-25 16,3-1-25-16,-2 1-24 0,3 1-24 0,-2 2-23 15,0-2-28-15,3 1-46 0,0 3-56 0,2 1-73 16,2 0-69-16,4 1-83 0,3 1-138 0,-3 0-354 15,12 3 158-15</inkml:trace>
  <inkml:trace contextRef="#ctx0" brushRef="#br0" timeOffset="164230.57">15570 12615 272 0,'1'-8'298'0,"1"-3"-6"0,-1 1-5 0,-2-1-9 16,-2 1-13-16,-1-3-6 0,0 1-18 0,-3 2-19 15,-1-5-21-15,-4 8-19 0,2-5-16 0,-1 7-16 16,-8-3-16-16,-1 5-12 0,2 1-16 0,-2 3-11 16,-1 1-13-16,1 5-7 0,0 2-8 0,1 4-10 15,-3 5 13-15,3 2-24 0,2-4-7 0,5 0-3 0,4 2-2 16,3 0-6-16,1 1 0 0,1 2-13 0,3-3 5 16,3 0 10-16,2 1-21 0,-1-4-3 15,6-3 2-15,-1-3-2 0,2 1-9 0,7-1 5 16,-2-4-6-16,3-1 3 0,-1-3-2 0,-3-2 3 0,0-2-8 15,4-3 9-15,-2-2-2 0,0-1-2 0,0-4 4 16,-4 1-5-16,-1-1 10 0,-1-4-9 0,-3 3 2 16,0 0-1-16,-1-2 7 0,-3-2-2 0,0 1 1 15,-3 6-4-15,1-2 7 0,-1 2 5 0,-1 4 2 16,0 0-4-16,0 2-2 0,-1 1 22 0,-1 0-27 16,2 4-4-16,0 0 4 0,0 0 0 0,-13 7-2 15,10-1-2-15,-1 1-5 0,1 3 2 0,3 0 1 16,3 1 0-16,-3 0-6 0,4 1 4 0,3-2-6 15,-2 3 5-15,5-4 0 0,2 2-8 0,3 2 4 16,0-6 17-16,4 2-18 0,0-3-6 0,0-1-1 16,0-5-6-16,6 1-4 0,-6-6-1 0,1 2 2 15,-1-2 0-15,0-3 4 0,2 2 2 0,-5-6 13 0,2 1-6 16,-5 0 5-16,2-7-11 0,-1 2 3 0,1-7-5 16,-3-1 0-16,0-2 3 0,-2-1 2 15,-1 2 2-15,-2-5-1 0,-3 1 4 0,-4-1 9 0,3 2-6 16,-6-3 4-16,-1 3 8 0,2 8 2 0,-4-1 16 15,-1 3 18-15,0 0 11 0,2 2 12 0,-6 1 3 16,7 0-9-16,-4 6 6 0,2-2 1 0,-2 6-19 16,4-2 7-16,-3 2-9 0,0 4-8 0,7 1-1 15,-12 4-4-15,7 2-3 0,-2 2-3 0,0 6-1 16,2 2-6-16,-3 10 4 0,2-5 12 0,5-1-18 16,-3 8-1-16,2 3 6 0,1-2 3 0,1 1-14 15,3-4 2-15,-1 4-1 0,1 4 1 0,4-6-6 16,0-3 8-16,-2 3-4 0,2-7 5 0,0-2-7 0,5-1-15 15,0-2-2-15,1 0-8 0,0-7-24 16,4 3-25-16,-1-5-21 0,3 0-38 0,-3-4-35 16,4-2-41-16,0-2-29 0,-1-2-19 0,0-5-11 0,1 1-22 15,-1-4-14-15,-2 0-151 0,-3-1-485 0,1 1 215 16</inkml:trace>
  <inkml:trace contextRef="#ctx0" brushRef="#br0" timeOffset="165033.91">16174 12556 555 0,'4'-11'34'0,"-1"1"30"15,1 4 31-15,-4-2 22 0,3 1 26 0,-2 1 0 0,-1 2 11 16,0-3-4-16,1 2-5 0,-1 5-14 0,0-4-13 15,0 4-13-15,0 0-4 0,0 0-7 0,0 0 1 16,0 0-4-16,0 0-5 0,7 9-6 0,-3 0-5 16,3-4-4-16,-3 0-1 0,4 6-6 0,-1-3-4 15,0 2-5-15,1-2-9 0,0 0-2 0,-1 0-9 16,0 1 4-16,-2-3-6 0,0 1-3 0,1-2-5 16,-2 0-2-16,0 0 2 0,-1-1-9 0,-2 0 8 15,1-2 1-15,-2-2 13 0,-2 5 11 0,2-5 9 16,-8 3 2-16,4-2 7 0,4-1 1 0,-11-1 16 0,11 1 1 15,-8-4 6-15,3 0-10 0,-1 0 12 16,5-1-20-16,-2-1-4 0,3-1-12 0,0 1-9 16,4-3-3-16,2 0-14 0,2-1-17 0,5-3-20 0,1 1-16 15,5 3-17-15,0-5-13 0,7 0-11 0,-6 4-3 16,6-3-8-16,0 2 1 0,-5 2-5 0,0 1 0 16,-2 0 7-16,-1 1 3 0,-2 1 7 0,-2 0 6 15,-2 1 6-15,-1 0 6 0,-3 3 9 0,-2-3 9 16,-2 3 9-16,1-1 4 0,-1 1 3 0,-4 2 10 15,0 0 7-15,-8-6 2 0,4 3 6 0,4 3 11 16,-14 1-8-16,5 1 2 0,-1 0 12 0,-2 1-11 16,1 0 4-16,0 1-6 0,0 3-3 0,2-1-3 15,-2 0 0-15,6 2 3 0,-4 0-3 0,4 1 0 16,5-1 0-16,0-1 0 0,3 2 0 0,5 2-2 16,0-1-4-16,11 1 3 0,0-1-6 0,10 4-1 15,2-5-5-15,2-1-9 0,2 0-9 0,2-4-7 16,2 1-12-16,1-4-6 0,-1 3-1 0,5-4 2 0,-5-3 4 15,2 1-1-15,-3-2 3 0,-3-2 5 16,-1-1 6-16,-4 1 0 0,-1-3 4 0,-1-4 0 16,-10 6 3-16,1-8 2 0,-4 5 6 0,1 0 4 0,-6-1 8 15,-1 1 21-15,-2 1 14 0,-3-1 8 0,-1 3 5 16,-3-1 8-16,-3-1 5 0,0 1 5 0,-1 3 7 16,-6-3-13-16,-3 2-4 0,4 2-7 0,-6 0 1 15,0 3-2-15,-4-2-17 0,0 3 9 0,-2 4-9 16,0 1 0-16,0 1-6 0,-1 0 1 0,3 1 0 15,-1 5-6-15,2 1-1 0,-5 2-5 0,9-2 1 16,0 0 1-16,1 0-1 0,6-2-2 0,-2-1-5 16,5 2-1-16,3-1 5 0,-1 0-3 0,4-1 0 15,2-4-2-15,-3 1-5 0,8-2 1 0,1-3 14 16,1 1-12-16,2-3 1 0,-1 0-2 0,1-1 7 16,2-3-9-16,-1 0-2 0,2-6 8 0,-1 1-4 15,-3 1-2-15,-2-1-1 0,-1-1-2 0,2-2 3 0,-3 5 2 16,-1-5 0-16,0 3-1 0,-2 3 18 15,-1-2 27-15,2 2-9 0,-6 2-11 0,1-1-6 16,2 2 4-16,-3 3-12 0,1-5-8 0,-1 5 9 0,0 0-7 16,0 0 4-16,0 0-4 0,0 0-17 0,0 12-12 15,3-6-6-15,-2 0-8 0,2 5-11 0,4-6-18 16,0 3-9-16,4 1-21 0,1-3-20 0,1 7-27 16,8-7-24-16,-2 6-31 0,8-7-20 0,3 2-12 15,0-3-11-15,1-1-13 0,3 1-2 0,-4-2-164 16,4-2-452-16,-2-1 200 0</inkml:trace>
  <inkml:trace contextRef="#ctx0" brushRef="#br0" timeOffset="165836.76">17633 12473 64 0,'16'-14'28'16,"-7"1"25"-16,-2 3 31 0,-3-2 30 0,-1 1 16 15,-2-1 22-15,-2 1 22 0,-4-1 17 0,-1 4 13 16,-1-2 4-16,-3 0 3 0,1 2-7 0,-5-1-5 16,-1 7-7-16,-4-3-10 0,-2-2-5 0,-1 6-8 15,-8 0-9-15,7 2-13 0,-6 2-3 0,-1 4-17 0,9-2-9 16,1 5-13-16,0-3-9 0,1 4-16 15,1 2-1-15,5 1 3 0,-1 0-17 0,3 2-7 16,6-3-6-16,-2 2-4 0,6-2-4 0,1 1-10 0,1 0 6 16,6-3-2-16,-2 1-10 0,6-1-6 0,0 0-8 15,4-4-20-15,1 2-1 0,5-5-13 0,-1 1-18 16,1-5-11-16,-1 1-11 0,2-3-10 0,-3-1-8 16,1-3-1-16,2-2-6 0,-2-2-1 0,3-8-9 15,-4 5-5-15,1-7-16 0,-3 4-16 0,2-5-9 16,-1-2-1-16,-2-3-10 0,-1 1-1 0,-4 1 29 15,1-4 7-15,1 2 10 0,-9 4 22 0,-2-7 35 16,1 9 49-16,-3 1 25 0,-4-1 20 0,1 0 6 16,1 1 12-16,-4 2 20 0,3 5 12 0,-2 1 2 0,1 0 8 15,-4 3-3-15,4 2-16 0,-2 1-12 16,1 0-4-16,-2 4-12 0,7 1-2 0,-15 4-6 16,10 1-4-16,-2 4-7 0,0 3-2 0,0-1 3 0,3 7-2 15,1 0-7-15,2 1-3 0,2 2-2 0,2-1-1 16,6 6 0-16,-5-5-3 0,3 4-4 0,3 1 6 15,2-7-8-15,3 4 0 0,-1-5-3 0,-1-3 0 16,1 1-3-16,1-4-5 0,-1 0-7 0,3-2-1 16,-2-1-4-16,-1-4-5 0,-3-1-10 0,2-1-2 15,-2-3 0-15,2-2 5 0,-3-2 0 0,1 1 0 16,-4-1 4-16,2-2 3 0,1-2-1 0,-3 0 3 16,-3 1 4-16,0 0 0 0,3 1 7 0,-3-1-7 15,0 1 4-15,-1 2 3 0,-1 0-1 0,0 1-2 16,0-1-2-16,-2 4 0 0,3-2-1 0,-3 2-6 15,0 0 4-15,0 0-11 0,8 9-4 0,-4-8-5 16,-4 4-6-16,2 0-9 0,0 0-6 0,3 1-2 0,0 0-6 16,-1-2-8-16,0 1 4 0,1-1 0 0,1 0 3 15,-2-2 5-15,3 2 8 0,1-3 2 16,-1-1-3-16,1 0 13 0,-1-2 9 0,0-1-2 16,-1 0 8-16,2-1 8 0,-2-3 15 0,0 0 15 0,0 2 17 15,1-2 12-15,-3 1 17 0,4-1 13 0,-5 1 8 16,1 1 5-16,3-2 5 0,-2 5 1 0,-2-2-8 15,1 1-4-15,-3 1-6 0,-1 2-9 0,7-3-8 16,-7 3-12-16,7 6-5 0,-4-1-6 0,1 0-2 16,-2 5-5-16,3 1 3 0,-1 5-10 0,1 2 5 15,1 2 6-15,3 6 10 0,-3-1 17 0,2 5-16 16,-1-1-3-16,2 2 1 0,-1-3-2 0,-1 3-4 16,1-1 2-16,0 1-2 0,-1-1 2 0,-1-3 0 15,3 0 4-15,-1-2-12 0,-5-4-4 0,-2-4-4 16,1-1-1-16,-2 2 2 0,-3-6-4 0,-4-2 12 15,3-1-16-15,-5-2 3 0,-1 0-1 0,-1-2-11 0,-2-4-22 16,-2-2-43-16,1-2-47 0,-5-1-60 0,0-2-76 16,1-7-100-16,0 2-307 0,2-3-697 0,4-4 308 15</inkml:trace>
  <inkml:trace contextRef="#ctx0" brushRef="#br0" timeOffset="166455.63">18777 12273 162 0,'-4'-6'389'0,"-1"0"-10"0,5 0-17 15,-3 2-13-15,2 1-14 0,1 3-22 16,-6-6-27-16,6 2-28 0,0 4-33 0,0-5-14 0,0 5-26 16,0 0-12-16,15 3-22 0,-9-1-14 0,6 1-14 15,3 1-9-15,-3 1-9 0,7 0-9 0,0 0-13 16,3 0-12-16,-2-1-5 0,2 0-19 0,0-1 4 16,1 0-17-16,-4 0-8 0,3-3-15 0,-5 1-12 15,0-2-5-15,-2-2-4 0,-1 1-15 0,-1-2-9 16,-1-1-3-16,-3 0-8 0,1-3 2 0,-3 1 10 15,0-3 4-15,-4 2 2 0,1-3 6 0,-3 1-1 16,-1 2 6-16,-1-2 5 0,-2 1 1 0,0 0 10 0,-4 3 9 16,2-3 2-16,-6 3-5 0,3 0 2 15,-2 0 0-15,0 3-7 0,-3 2 8 0,1 2-4 16,-3-1-8-16,4 4 3 0,-2 3 3 0,2-2-2 0,-2 5 8 16,4-2 1-16,0 3 6 0,2-1-14 0,-3 7 2 15,6-1 4-15,0-3 1 0,7 4 1 0,-2 0 8 16,7-2-12-16,0 2-4 0,6-1-2 0,4 0-5 15,0-2-26-15,6 0-16 0,6-1-44 0,0-4-33 16,2 0-43-16,3-3-43 0,-1-4-43 0,3-2-38 16,-3 0-261-16,0-2-596 0,-1-3 265 0</inkml:trace>
  <inkml:trace contextRef="#ctx0" brushRef="#br0" timeOffset="166656.34">19574 12204 223 0,'-9'-4'224'15,"2"1"-7"-15,0 1-6 0,-1-1-14 0,-3 2-14 0,0 1-19 16,3 4-12-16,-4-3-18 0,2 3-11 0,-1 1-14 16,4 0-8-16,-2 2-17 0,1-1-2 15,1 3-7-15,-2-1-7 0,-1 0-6 0,5 3-6 0,-3-3-7 16,2-1 0-16,2 0-19 0,-3-1-17 0,3 2-25 16,0-3-34-16,1 0-33 0,-2 0-31 0,2-1-34 15,1-1-43-15,2-3-151 0,-7 3-367 0,7-3 163 16</inkml:trace>
  <inkml:trace contextRef="#ctx0" brushRef="#br0" timeOffset="166823.6">19319 12291 51 0,'-4'-4'134'0,"0"0"27"0,-1 0 27 16,4 1 27-16,-2-1 21 0,1 0 5 0,2 4-9 15,-3-7-14-15,3 7-22 0,-2-2-11 0,2 2-13 16,0 0-26-16,0 0-13 0,0 0-9 0,14 6-12 16,-4 2-10-16,0-4-8 0,1 3-10 0,8 1-8 15,-3 1-9-15,2 2 4 0,3-3-19 0,6 5-3 16,-8-2-11-16,1-3-6 0,2 1-15 0,6 0-36 15,-11 1-44-15,5-3-57 0,-2 1-40 0,1-6-51 0,-3 1-49 16,-4-2-173-16,0-1-467 0,2-3 207 0</inkml:trace>
  <inkml:trace contextRef="#ctx0" brushRef="#br0" timeOffset="167041.22">19768 12217 163 0,'-3'-2'237'0,"3"2"-14"0,0 0-7 0,-11 0 1 15,11 0-4-15,-8 8-10 0,5-1-3 0,-1 1-1 16,3 5-7-16,-2 4-8 0,1 2-13 0,-2 4-8 16,7 4-9-16,1 3-12 0,0 3-9 0,2 0-10 15,2 2-14-15,3 1-9 0,0-2-8 0,-2 1-9 16,6-2-13-16,-5 3 2 0,2-2-15 0,-3 1 2 16,2-4-10-16,1-4-7 0,-2-1-28 0,-2-5-31 15,-1-6-40-15,-2-2-37 0,-2-3-46 0,1-2-48 16,2-3-60-16,-2-1-64 0,-3-4-159 0,-1 0-510 15,0 0 226-15</inkml:trace>
  <inkml:trace contextRef="#ctx0" brushRef="#br0" timeOffset="167341.68">19785 12232 362 0,'-15'-15'373'0,"-1"-1"-9"0,-2 4-16 15,2-4 5-15,0 3-22 0,2 6-9 0,3 2-10 16,4-3-24-16,2 3-20 0,-2 1-27 0,3 0-22 16,1 3-25-16,3 1-22 0,0 0-20 0,0 0-10 15,15 9-24-15,-2-4-11 0,5 5-16 0,-4-1-11 16,6 3-10-16,-2 0-8 0,0 1-13 0,-2 0-16 16,-1 1-13-16,-1 0-11 0,-5-3-11 0,-2-1-11 15,1 0-3-15,-2 0-7 0,0 1 1 0,-3-4 1 16,-3 1 3-16,0 1-4 0,-3-3-1 0,-5 2-14 0,4-4 5 15,-7 0-15-15,1 2-17 0,-3-4-16 0,1 4-37 16,-7-3-28-16,8 1-31 0,-2 0-29 0,3-2-40 16,0 2-33-16,5-2-33 0,1-1-220 0,4-1-574 15,-3 6 253-15</inkml:trace>
  <inkml:trace contextRef="#ctx0" brushRef="#br0" timeOffset="168161.68">20069 12314 269 0,'3'-4'296'0,"0"-2"-7"0,1-1-4 0,0 1 3 16,0-3-4-16,-1 0-11 0,1-1-12 0,3-2-7 0,-3-1-18 16,-1 0-10-16,2-4-17 0,-4-1-15 15,2-1-20-15,-1 2-19 0,0-2-14 0,2-2-11 16,-4 0-20-16,4-7-8 0,-4 9-12 0,-1-3 0 15,1 3-15-15,-3 0-2 0,1 1-15 0,0 3-11 0,0 3-3 16,0 2-10-16,-2 2-14 0,3 2-10 0,-6 1-11 16,3 2-6-16,-3 1 0 0,-2 3-1 0,0 2-2 15,0 1 8-15,-2 3-7 0,1 4 3 0,1 1 2 16,-2 5-5-16,3 1 6 0,-2 2-7 0,4 6 0 16,-1 0 4-16,3 0 2 0,2-5-7 0,2 1 4 15,2-2 2-15,0 2-4 0,3-2 3 0,2 1-2 16,3-2 5-16,1-1-2 0,0 0-10 0,1-3 6 15,1-2-6-15,1 0 6 0,3-3-8 0,-7-3-1 16,8 3-11-16,-6-6 5 0,2-3 2 0,1 0-3 16,-1-1-3-16,-1 0 6 0,-2-2 6 0,3 1-7 15,-2-5 10-15,-3 0 0 0,0 0 2 0,1 1 3 16,-3-3 3-16,-1 3 6 0,-2 0 3 0,0-1-3 0,-1 2 2 16,1 2-6-16,-3-2 6 0,0 2-4 0,-1 2-9 15,3-4 6-15,-3 4 4 0,0 0-5 16,0 0 20-16,0 0-21 0,0 0 2 0,0 0-1 0,-9 11 0 15,9-7-7-15,0 1 5 0,-2-1 5 0,2-4-2 16,0 6-4-16,2-2 3 0,-1-1 3 0,-1-3 1 16,5 6-3-16,1-6 1 0,-6 0 2 0,8 0 0 15,-8 0 3-15,12-1-1 0,-4-1-1 0,2 0-3 16,-2-1 2-16,4 0 2 0,-1 0-2 0,0-1 1 16,1 2 5-16,-2-2-12 0,-2 1 6 0,4 1-6 15,-1 0 8-15,-1 1 2 0,2 1-2 0,-5 0-4 16,-7 0-3-16,12 1 2 0,-3 2 2 0,-3 1-2 15,2 1-1-15,-4-1-2 0,3 0 4 0,-3-1 0 16,0 2 2-16,0 0-1 0,-1 0-2 0,0-1-4 16,-3 3 4-16,4-4 2 0,-3 1-1 0,-1-1 2 15,2 1-1-15,0 0-8 0,-2-4 10 0,0 0 5 0,0 0-1 16,0 0 0-16,0 0 0 0,0 0-4 0,0 0 0 16,0 0 0-16,0 0 2 0,3-14 0 15,-2 9 3-15,2-4-3 0,-2 0-2 0,2-3 17 0,1 1-20 16,2-2 6-16,-1 1-8 0,3 1 7 0,-4-1 0 15,2 2-4-15,-2 0 2 0,-3 1-2 0,3 2 3 16,-4 1 1-16,2 0-3 0,0 2 5 0,1 0-7 16,-3 0-3-16,0 4 17 0,0 0-17 0,0 0 0 15,0 0-1-15,0 0 6 0,0 0-9 0,-5 13 2 16,7-7-5-16,-2 2 0 0,3 0-5 0,2 1-15 16,2 0-21-16,3 0-20 0,5 2-15 0,1-1-24 15,3 2-35-15,8-3-33 0,-1 3-28 0,8-4-22 16,0 0-23-16,3-3-193 0,0-2-483 0,2-1 213 15</inkml:trace>
  <inkml:trace contextRef="#ctx0" brushRef="#br0" timeOffset="168597.59">21381 12243 70 0,'0'-3'211'0,"-4"-4"-3"16,-3 2-5-16,-2 0-9 0,-4-1-7 0,2 1-10 15,-6 0-8-15,-3 2-1 0,0-1-7 0,-4 4-8 16,-5-3-7-16,-2 5-4 0,2-2-11 0,-1 2-2 15,7 2-10-15,-4 1-11 0,-2 3-11 0,6-1-11 16,0 1-4-16,4 0-9 0,0 1-9 0,5 1-4 16,2-1-7-16,3 1-7 0,0 1 1 0,0-1-7 15,4 3-3-15,2 0 0 0,3-6-6 0,3 4-6 16,-1 1-3-16,5-1 2 0,2-3-19 0,2-1-4 16,3 1-14-16,4-1-15 0,-1-3-10 0,1-5-11 15,1-1-6-15,4-1-5 0,-5-4 1 0,0-1 1 16,-1-2-2-16,4-1-4 0,-4-2-2 0,4-7 3 15,-5 4-5-15,2-8 7 0,-1 2 5 0,2-4 9 16,-8 3 5-16,2-2 7 0,-5-5 6 0,0 1 24 16,-4-1 30-16,-3 2 26 0,-1 1 34 0,-4-1 27 15,3 2 24-15,-3 5 19 0,2 1 4 0,-2 0 12 0,-2 4-5 16,-3 0 0-16,5 6 1 0,-4 0-11 0,0 2-17 16,4 3-14-16,-3 1-14 0,2 1-15 15,-1 3-7-15,6 0-6 0,-15 9-11 0,7-1-4 0,3 3-8 16,-2 6-2-16,0 0-5 0,3 5-2 0,3 5-6 15,2-2 2-15,0 4-3 0,4-3-5 0,3 1-1 16,0-1-8-16,1 0-13 0,3-1-12 0,2-1-27 16,-3-6-40-16,1-1-49 0,3-2-56 0,-3-1-63 15,-1-5-85-15,2-2-98 0,-3-2-263 0,0-1-730 16,1-4 323-16</inkml:trace>
  <inkml:trace contextRef="#ctx0" brushRef="#br0" timeOffset="171423.24">21866 12202 18 0,'-7'-2'329'0,"2"1"-15"0,5 1-27 15,-8-3-29-15,8 3-25 0,-7 0-25 0,7 0-22 16,0 0-18-16,-7 4-10 0,4-2-20 0,3-2-3 0,-1 8-14 15,1-4-14-15,0 1-6 0,1 1-11 0,4 0-10 16,-4 0-7-16,0-1-2 0,2 1-10 0,0-3-7 16,-2 1 1-16,2 0-6 0,-2 0 0 0,-1-4-5 15,2 4 1-15,-2-4 10 0,1 2 8 0,-1-2 8 16,0 0-15-16,0 0-4 0,0 0-6 0,0 0-6 16,0-14-1-16,-3 9-13 0,-1 0-1 0,3 0-4 15,-3 0-1-15,1-2-39 0,-3 2-34 0,2 0-44 16,-2 1-48-16,3 0-61 0,0 1-65 0,-1 0-256 15,1 0-568-15,3 3 251 0</inkml:trace>
  <inkml:trace contextRef="#ctx0" brushRef="#br0" timeOffset="171742.02">21832 12010 42 0,'-4'-5'326'0,"1"3"-18"0,-1-3-27 16,0 1-30-16,4 4-21 0,-4-4-27 0,4 4-20 15,0 0-18-15,0 0-17 0,0 0-12 0,0 0-14 16,-5 11-9-16,6-6-10 0,2 1-11 0,-2 0-8 16,3-1-11-16,2 1-5 0,-2 0-7 0,-2-1-7 15,4 0-3-15,1-1-3 0,-2 0-9 0,2 0 0 16,-3-2-8-16,0-1-2 0,0 2-5 0,-4-3 3 15,9 0-8-15,-9 0 1 0,0 0-1 0,10-5-4 16,-10 2-3-16,3-2-2 0,-4 1-10 0,1-1-5 16,-2 0-12-16,-1-1-6 0,0 2-17 0,0 0-21 15,-1 0-28-15,0 1-33 0,4 3-42 0,-9-4-40 16,5 3-51-16,4 1-153 0,0 0-442 0,0 0 196 0</inkml:trace>
  <inkml:trace contextRef="#ctx0" brushRef="#br0" timeOffset="172611.96">22561 11895 222 0,'-4'-8'286'16,"-4"3"-21"-16,1-2-20 0,-1 0-16 0,-3 1-17 15,3 1-21-15,-6 4-14 0,5 0-14 0,-5 3-14 16,-5-1-11-16,3 3-12 0,-4 3-8 0,1 4-13 0,1-1-16 16,0 2-3-16,2 1-11 0,1 0-6 15,3 4-7-15,-2 1-3 0,5-1-6 0,0 0 1 16,5 1-10-16,0 2 4 0,3-3-2 0,1-1-10 0,5 1-5 15,-1-4-3-15,6 2-5 0,-2-5-3 0,6 4 1 16,-1-1-3-16,6-5 3 0,0 1-19 0,3-4-9 16,-2-1-23-16,2-1 1 0,-1-1-7 0,0-2 1 15,-2 0-1-15,-4-3 1 0,3-2 5 0,0 3 1 16,-3-2 0-16,-3-3 7 0,1 2 4 0,-4-1 2 16,-4 1 7-16,1-2 7 0,2 2 8 0,-3 0 15 15,-2 0 8-15,1 0-3 0,-3 1-1 0,2 0-3 16,-3 4-3-16,3-5-3 0,-3 5 1 0,1-3-6 15,-1 3-1-15,0 0-1 0,0 0-4 0,0 0 0 16,0 0 3-16,-4 13 2 0,4-13-6 0,4 8-1 16,-2-3-2-16,2 0 1 0,0 0-1 0,2 0 0 15,1 2 7-15,0-3-8 0,1 2-1 0,0-1-3 16,-1-1 3-16,-1-1-4 0,2-2 3 0,-3 0 0 0,2 1-1 16,-7-2 6-16,11-3-5 0,-11 3 1 15,7-2 5-15,-6-3-1 0,-1-1 0 0,2 1 1 16,-2 0 0-16,-2-4 3 0,1 1 2 0,-5-2 2 0,6 0 7 15,-1-1 1-15,-2 1 4 0,2 0-1 0,-2 0-5 16,2 2 3-16,1 0-4 0,0 0 5 0,-2 2-4 16,2 1 1-16,-1-1-3 0,2 2-3 0,2-1 0 15,1 3-2-15,-4 2-5 0,8-1-1 0,-8 1-1 16,14 3 0-16,-6 0 2 0,0 2-4 0,4 1 0 16,-1-1-6-16,-1 2 4 0,1 1-7 0,0 0-1 15,0 0-4-15,-1-2 3 0,1 2-1 0,-2-2 2 16,1 1 0-16,-6-2 4 0,2-2-1 0,-1 2 0 15,-2-3 3-15,1 2 3 0,0-3 3 0,-4-1 7 16,8 1 2-16,-8-1 5 0,0 0 8 0,0 0 9 16,7-7-7-16,-3 3 13 0,-1-3 3 0,1 1 4 15,-2 0 7-15,3-1-3 0,0-2-6 0,-1 3 12 16,0-3 9-16,3 1 4 0,-1-2-3 0,0 4-9 16,3-2 0-16,-4 3-7 0,1-1-5 0,-1 2-4 0,0 1-8 15,2 0-3-15,0 1 2 0,-3 0-2 16,4 2-10-16,-8 0 1 0,12 4 0 0,-6 1-8 0,1-3-3 15,-2 4 17-15,2-1-18 0,-2 2 0 0,4 2-3 16,-1-2-6-16,3 2-17 0,-3-1-25 0,-1 0-22 16,2-1-32-16,-1 1-27 0,3-1-34 0,-4-4-45 15,2 2-61-15,2-2-42 0,0-1-287 0,1-2-638 16,-5 0 282-16</inkml:trace>
  <inkml:trace contextRef="#ctx0" brushRef="#br0" timeOffset="172861.39">23217 11642 188 0,'-6'-9'399'0,"2"5"9"0,0-4-7 0,2 3-19 16,2 1-36-16,-3 2-34 0,3 2-22 0,-4-4-32 0,4 4-33 15,0 0-22-15,0 0-23 0,5 18-22 0,1-8-6 16,0 3-16-16,1 2-13 0,-3 2-16 15,3 1-10-15,1 2-10 0,2 5-2 0,-1-1-10 0,5 0-10 16,-5 0-10-16,1 2-1 0,-2-7-18 0,-1 1-41 16,-2 1-29-16,2-1-31 0,-4-2-28 15,4 0-30-15,-6-4-29 0,4-2-36 0,-1 0-42 0,-4 0-48 16,3-1-40-16,-3-4-238 0,0-1-603 0,3 0 267 16</inkml:trace>
  <inkml:trace contextRef="#ctx0" brushRef="#br0" timeOffset="174065.91">23277 11921 263 0,'-2'-3'276'0,"1"0"1"0,-2-1-1 0,3 4-14 16,-1-4-14-16,1 4-17 0,0 0-26 0,0 0-13 16,2-5-26-16,-2 5-12 0,7-2-14 0,-7 2-10 0,11 3-15 15,-1-1-11-15,-1 1-10 0,2 1-11 16,1 0-8-16,2 0-12 0,-4 1-1 0,3 1-10 15,1-1-5-15,-1 2-5 0,-2-1-2 0,0 1-2 0,1-1-6 16,-1 2-2-16,-1 1-3 0,-2-1-7 0,0 0 0 16,2 0-2-16,-1-1-4 0,-3-2 0 15,-2 1-1-15,0-1-4 0,0-1 2 0,-1 0-1 16,1-2-3-16,0 1 10 0,-4-3-12 0,2 5 21 0,1-3-21 16,-2 1 20-16,-1-3 25 0,0 0 29 0,5 3 25 15,-5-3 0-15,0 0-4 0,0 0-5 0,8-7-6 16,-8 7-10-16,5-5 1 0,-1 0-9 0,0 0-1 15,-2-1-8-15,2 1-5 0,1-1-11 0,-1 3 2 16,2-4-10-16,3-1-1 0,-5 3-5 0,3-3-6 16,1 5-2-16,-5-2-2 0,6 1-2 0,-3 0 0 15,-3 0-9-15,2 1-2 0,-1 2-3 0,-1-1-10 16,-3 2-6-16,0 0 2 0,9-2-5 0,-9 2-7 16,0 0-1-16,6 4-11 0,-6-4-3 0,1 4-8 15,2 0-6-15,-2 0-8 0,-1 1-12 0,4-1-2 16,-2-1-13-16,-1 4-4 0,2-4-19 0,0 2-4 15,-2-1-12-15,7 1-9 0,-4 0-13 0,2-3-8 0,-1 3-11 16,1-2 1-16,-1-1-11 0,4-1-5 0,-2 1 9 16,0-1 6-16,1-1 27 0,-8 0 9 15,15-3 13-15,-8 2 13 0,-1-1 9 0,1-2 10 0,0 0 38 16,-3 2 24-16,2-3 27 0,-2 2 25 0,0-3 23 16,-2 2 24-16,1 1 17 0,-1-1 8 0,1-1 16 15,-2 1 1-15,-1 4 4 0,3-5-5 0,-3 5-3 16,1-4-9-16,-1 4-8 0,1-5-16 0,-1 5-8 15,0 0 4-15,0 0-25 0,0 0-1 0,0 0-8 16,0 0-3-16,0 0-5 0,7 11-3 0,-5-8-8 16,3 2-2-16,0 2-1 0,-2-6-14 0,1 4 1 15,2 0-6-15,-1-1-2 0,1-2-15 0,2 2-5 16,-3-3-7-16,-1 0-9 0,3-1 0 0,-7 0-8 16,11-1-1-16,-3 1 1 0,-4-3 2 0,4 0 6 15,-2-2 2-15,-1 0 9 0,1 0-3 0,-4 0 2 16,2-1 4-16,2 1 0 0,-1-1 3 0,-2 1 6 15,0 0 1-15,1-1-1 0,1 0 1 0,-3 3 6 0,0-1 2 16,1 0 2-16,0 2 1 0,1-3-3 0,-4 5 5 16,0 0-5-16,3-3 1 0,-3 3-5 0,0 0 5 15,4-3-1-15,-4 3 1 0,0 0-3 0,0 0 2 16,0 0 1-16,0 0 2 0,8 8-3 0,-8-8-1 16,1 4 3-16,0 0-1 0,-1-4-1 0,3 6 1 15,-3-2 0-15,2 0 2 0,0 0-5 0,-2 1 1 16,2 0 0-16,1-1 1 0,-1 2 4 0,5-2-7 15,-3 1 1-15,0-1-3 0,3-1 0 0,-4 0 2 16,2 0-1-16,2 0-2 0,0-1-2 0,1-1-3 16,-4 0 0-16,-4-1 1 0,12 0 3 0,-5-1-1 15,-2 0 3-15,1-2 2 0,-2-2-1 0,0 0 3 16,0 2 1-16,0-2 2 0,0 2-1 0,0-1 6 16,0-1 5-16,-1 1-6 0,0 0 1 0,-3 4 4 15,3-6 1-15,-2 3-4 0,-1 3-2 0,4-4-5 16,-4 4 3-16,0 0 0 0,0 0 6 0,0 0-10 15,0 0 2-15,0 0-3 0,11 9 0 0,-8-4 3 0,2 0-3 16,1-1 1-16,-1 0 0 0,7 1 0 0,-1 3-2 16,0-4-3-16,1 3 1 0,3-3-2 0,0 0-1 15,3-1 1-15,-2-2-11 0,-2 0-3 16,-1-1 1-16,2-1 4 0,0 0-3 0,-4-2 7 0,5-1 2 16,-3-2-3-16,-1 0 6 0,0-1 1 0,-1-2 2 15,-1-1 2-15,0 0-3 0,1-1 1 0,-5 0 0 16,5-3 4-16,-5 2-1 0,1 2 7 0,0-1 1 15,-5 1 12-15,1 0 18 0,-1 4 9 0,-2-3 3 16,0 2 1-16,-2 1-2 0,2 1-6 0,-3 1 7 16,1 0-15-16,-2 2-4 0,0-2-5 0,4 4-1 15,-10 0-2-15,3 4-1 0,1-2-4 0,0 2 4 16,1 0 0-16,-2 5 2 0,2-1 1 0,-2 3 4 16,3 0-3-16,1 0 1 0,0-1 3 0,-1 3 2 15,4 0 0-15,4-2-3 0,-2 2 0 0,2-1-5 16,0 0 0-16,5-1-2 0,-2-1-6 0,3 4-13 15,3-6-31-15,-2 0-49 0,0-1-70 0,1 0-87 16,2-4-82-16,-3 1-212 0,1-2-573 0,-2 1 253 0</inkml:trace>
  <inkml:trace contextRef="#ctx0" brushRef="#br0" timeOffset="181859.71">11615 14272 99 0,'0'-5'345'16,"-3"1"-13"-16,2-1-10 0,1 5-18 0,-1-8-23 15,-4 6-10-15,5 2-29 0,-1-6-30 0,1 6-24 16,0 0-24-16,0 0-19 0,0 0-14 0,0 0-13 16,-5 12-12-16,3-3-14 0,-2 1-5 0,2 3-15 15,0-1 0-15,2 6-7 0,0 0-5 0,0 2-7 16,2-1-4-16,0 0-3 0,2 0 16 0,0 2-15 15,-1-4 5-15,-2-1-8 0,5 1-6 0,-2-5 10 16,3-1-11-16,1-1-1 0,-1-2-6 0,1 1 4 16,3-4-5-16,1-3 1 0,0 2-7 0,3-4-5 15,-1-6 10-15,3 1-10 0,1-4-2 0,1 0-1 16,0-2 3-16,-4-4-4 0,3 0-5 0,-4-1 3 16,0-2-1-16,0-5 2 0,-4 7-6 0,-1-5 16 15,-2 1-9-15,-2 2-9 0,-1-2 7 0,-2 3 12 16,-1 0-16-16,-2 1 2 0,-1 3-3 0,0 0 3 15,-1 0-5-15,0 4 0 0,-1-1 2 0,1 5-3 16,2 1-10-16,0-3-31 0,1 7-31 0,-7-5-13 0,7 5-16 16,0 0-24-16,0 0-26 0,-8 12-32 15,8-7-36-15,-3 0-44 0,4 3-39 0,-1 1-231 16,2 2-573-16,1 2 255 0</inkml:trace>
  <inkml:trace contextRef="#ctx0" brushRef="#br0" timeOffset="182178.02">12135 14226 180 0,'0'0'266'0,"0"0"-23"0,0 0-3 16,0 0-1-16,0 0-11 0,-2 14-11 0,4-6-10 15,-4 3-5-15,4 2-5 0,-4 4-15 0,4-1-7 16,0 6-13-16,0 3-20 0,-1 2-8 0,3 0-12 15,0 0-5-15,4 0-15 0,-4 1-11 0,2-1-5 16,2 1-9-16,0-2-10 0,0 2-10 0,3-2-1 16,-8-7-5-16,6 1-3 0,2 5-6 0,-5-5-8 15,2-4 0-15,-3-1 1 0,5 0-10 0,-6-3 0 16,0-5-2-16,-4 1-1 0,3-3-14 0,0 1-8 16,-2-1 0-16,-1 0 4 0,0-5-23 0,3 2-20 15,-3-2-20-15,0 0-19 0,0 0-26 0,0 0-29 16,-4-16-33-16,-1 8-40 0,4-1-36 0,1-4-49 0,-3 0-177 15,2-5-506-15,-3 0 225 0</inkml:trace>
  <inkml:trace contextRef="#ctx0" brushRef="#br0" timeOffset="182462.19">12137 14342 95 0,'-5'-11'324'0,"1"1"-3"0,-2 1 4 0,-2-2 15 16,6 2 12-16,-3 0-16 0,3 3-8 0,0 0-15 15,-2 1-23-15,4-1-31 0,0 2-17 0,4 1-34 16,-2-2-15-16,2 2-15 0,1 0-23 0,7 1-13 16,-1 0-15-16,4 2-11 0,-3 2-15 0,2-1-11 15,4 4-8-15,2 2-11 0,-2-2-9 0,1 4-4 16,-4 0-8-16,0-2 7 0,-3 5-24 0,0-3-11 16,-5 1-9-16,0 2-6 0,-3-1-4 0,-1 3-7 15,-6-3 1-15,0 2-1 0,-2 0 2 0,-6 1-2 16,-4 0-1-16,1-2-2 0,-2-1-11 0,-2 0-11 15,-1-3-22-15,0 1-23 0,4-2-23 0,-2-3-20 16,4 0-27-16,0 0-21 0,3-2-29 0,1-1-50 16,3-2-72-16,6 1-321 0,-8-3-688 0,8 3 305 15</inkml:trace>
  <inkml:trace contextRef="#ctx0" brushRef="#br0" timeOffset="182997.59">12677 14200 314 0,'-6'-5'335'0,"0"1"-16"0,3 2-21 0,-5-3-16 15,1 3-20-15,-1 2-25 0,3-1-15 0,-2 1-21 16,-3 0-16-16,2 1-15 0,-4 4-19 0,0-1-10 15,0 4-14-15,1 1-12 0,-3 2-11 0,2 1-6 16,-2 2-12-16,6-4-8 0,-3 6-11 0,0-2-3 16,3 1-7-16,3-2-4 0,-1 2-5 0,2-1-8 15,0-1-2-15,7 1-2 0,-3-4-11 0,1 2-1 16,0-2 1-16,5 0-9 0,-2-3-1 0,3-2-4 16,-1-1 2-16,8-2-5 0,-5 0-7 0,1-4-4 15,5 0 5-15,0-4 0 0,2-1-4 0,0-3 1 16,-2-3 1-16,1-1-2 0,0 2-1 0,-2-4 1 15,-3-2-1-15,7-6 5 0,-9-1-12 0,5-2 7 16,-6 2-6-16,-1-3 1 0,-1 7 6 0,-2-6 1 16,-3 0 0-16,-1 7 10 0,0-1 13 0,0 2 44 15,-5 0 4-15,3 1 24 0,-2 1-3 0,0 4-6 16,0 1-6-16,-3 0 0 0,5 1-8 0,-4 4-4 16,6 1-15-16,-6-1 3 0,4 1-7 0,-1 3-9 15,3 3-11-15,-3-1 3 0,3 1-8 0,0 0 1 16,-4 10-14-16,4-2-9 0,3 2 4 0,-2 2-3 0,2 1-8 15,1 8-1-15,-1 0-10 0,2-3-13 16,2 2-16-16,5 6-8 0,-3-2-22 0,0-4-20 16,2 0-16-16,3 1-22 0,-5-1-17 0,2-2-17 0,1-2-16 15,3 1-28-15,-1-1-26 0,1-4-13 0,1-3-14 16,-3-2-4-16,4-1-10 0,-1-2-168 0,-2 0-484 16,1-4 216-16</inkml:trace>
  <inkml:trace contextRef="#ctx0" brushRef="#br0" timeOffset="183833.89">13129 14196 29 0,'4'-7'186'16,"1"-5"15"-16,-5 6 14 0,-1-5-5 0,-4 4-11 16,-1 2-11-16,-1-1-18 0,0-1-5 0,-2 4-21 15,-1 0-15-15,-2 0-9 0,0 3-10 0,0 0-13 16,-1 1-4-16,0 4-16 0,-1 0-4 0,4 0-8 16,0 2-2-16,-3-1-13 0,6 2-6 0,-3 1-2 15,3 0-7-15,0 1-1 0,2-2-3 0,1 2-4 16,1-4-2-16,3 2-3 0,-1-3-1 0,1-1-3 15,0 4-1-15,1-6 4 0,2 1-6 0,1 1 0 16,1-3-2-16,1 0-1 0,-6-1 0 0,11-3-1 16,-3 0-2-16,1 0 1 0,1-2-2 0,-2-1 2 15,3 2-7-15,-4 0 6 0,0-5 18 0,-1 5 9 16,2 1 3-16,-2-2 5 0,-1 3-3 0,-1-2-4 16,1 3-3-16,-5 1-7 0,6-3-1 0,-6 3-4 15,0 0-1-15,11 7-5 0,-8-4-1 0,1 3-1 16,-1-2-4-16,-1 1 4 0,3 4-2 0,0-2-1 15,2 3-2-15,1 1 4 0,-3-2-7 0,4 0-1 16,0-2 3-16,-4 1-1 0,5-1 0 0,-2-1-6 0,4 1 5 16,2-4 2-16,1 0-3 0,-3-2-8 0,3-2-1 15,4-3-1-15,-3 0-2 0,4-1-7 16,-3-4-3-16,-6 4-1 0,7-4-3 0,-9 1 1 16,2-1-2-16,0 0-1 0,-1-1-6 0,2-3-2 0,-4-5-3 15,0 3-7-15,-4-3-2 0,3 1 1 0,0-2 3 16,-3 0 3-16,-3-2 7 0,2 5 1 0,-4-5 2 15,-1-1 7-15,2 2 2 0,-1 1 6 0,-3-2 10 16,-3-5 15-16,0 8 12 0,3-2 11 0,1 0 5 16,-2 1 9-16,2-1 12 0,-1 4 10 0,0 5 10 15,-1-4 16-15,3 3 10 0,0 3 10 0,0 2 8 16,1 1-3-16,1-1-12 0,-3 4-16 0,3-3-9 16,0 6-3-16,-1-4-20 0,1 4-6 0,0 0-6 15,0 0-9-15,-3 16 6 0,6-6-12 0,-2 3-7 16,-1 0 0-16,4 6-3 0,-2-1-6 0,2 9 2 15,4-7-6-15,-7 1 0 0,3 4-6 0,-2 4 4 16,4-3-4-16,0-5 3 0,2 7 0 0,3-4-3 16,-3 2 3-16,-1-1-12 0,4-7 11 0,-3 0-2 15,3 0-4-15,2 0 3 0,-2-4-8 0,4 0 4 16,-1-1 8-16,-2-5-17 0,0-2-6 0,-1-2-13 16,4 1-3-16,-4-4-6 0,4 1-4 0,-4-4-4 15,1 2-2-15,3-2 3 0,-4-2 2 0,2-3 8 0,-3 0 3 16,-2-2-1-16,-1 1 6 0,1-2 8 0,-1 3-3 15,-3-4 0-15,-1 4 8 0,0-5 18 16,-1 6 24-16,-2-4 7 0,0 5 8 0,-1-2-3 16,0 1 1-16,-5 3 3 0,5-2-7 0,-2 1-1 0,0 2-8 15,3 2-8-15,-9-2 2 0,9 2-5 0,-8 4 2 16,2 0-1-16,2 2-10 0,0 0 4 0,3 0-4 16,-2 1-8-16,3-1 10 0,-2 1-3 15,2 2 3-15,3 0-3 0,0-1-5 0,0 0 3 0,-1-3-2 16,5 2-5-16,0-2-7 0,7-1-20 0,-5 0-27 15,5-4-35-15,-1 0-44 0,0 0-39 0,2-1-43 16,-2-2-48-16,6-5-65 0,-5 2-55 0,-2 1-223 16,-1 0-649-16,1-4 287 0</inkml:trace>
  <inkml:trace contextRef="#ctx0" brushRef="#br0" timeOffset="184051.33">13602 13963 30 0,'-13'0'436'0,"3"1"24"16,3-1 8-16,-1-1-6 0,8 1-7 0,-8-1-18 15,8 1-41-15,-4-5-36 0,4 5-37 0,3-6-33 16,2 1-29-16,6 0-24 0,-2-1-27 0,4 0-21 16,0 0-32-16,5 0-38 0,0 0-40 0,2-1-48 15,-8 3-64-15,11-3-62 0,-5 4-61 0,-3-1-67 16,-1 2-72-16,-1-2-84 0,1 3-325 0,-1-2-762 15,-2 2 338-15</inkml:trace>
  <inkml:trace contextRef="#ctx0" brushRef="#br0" timeOffset="185824.16">14879 13850 106 0,'15'-16'230'15,"3"-7"2"-15,-6 5-1 0,0-8-3 0,-1 1-6 16,-3-2-5-16,-1 3-5 0,-5 3 2 0,0 0 5 16,-2 1 4-16,-2 1-3 0,-4 2 0 0,2 1-18 15,-3 4-6-15,1 2-7 0,-4 1-26 0,2 0-22 16,-6 3-24-16,-1 5-1 0,-4 1-17 0,0 4-6 0,1 4-10 15,0 2-8-15,-2 9 2 0,0 3-18 16,1 4-9-16,5 0-5 0,5 5 0 0,-1 2-12 16,4 2 1-16,3 0 0 0,0 2-5 0,4 13-1 0,4-1-12 15,1 0 7-15,4 3-4 0,2-3 0 0,-5 0 1 16,6 1-1-16,-2-2-5 0,-1-11-6 0,3 10 3 16,0-11-2-16,-4 2 4 0,2-2-1 15,0-2-5-15,-1 0 0 0,3-5 0 0,-6-3 1 0,-3-5 0 16,0-5-7-16,1-3-36 0,-2-1-21 0,-2-2-23 15,1-2-10-15,-2-3-10 0,-3-2-27 0,-2 0-35 16,1-1-35-16,4-2-49 0,0 0-56 0,-15-8-285 16,8-1-636-16,-1 0 282 0</inkml:trace>
  <inkml:trace contextRef="#ctx0" brushRef="#br0" timeOffset="186058.31">14629 14195 346 0,'-3'-5'327'16,"3"-2"-24"-16,0 0-25 0,0-2-29 0,6 2-22 16,1 0-20-16,2-1-24 0,3 3-17 0,7 0-18 15,2-3-19-15,7 0-12 0,1 5-23 0,4 1-34 16,-1 0-50-16,-2-1-47 0,-1 3-59 0,1 0-62 15,0-1-61-15,-9 1-170 0,-3 3-422 0,2-2 186 0</inkml:trace>
  <inkml:trace contextRef="#ctx0" brushRef="#br0" timeOffset="186928.19">15026 14016 140 0,'-5'-2'331'16,"5"2"-13"-16,-5-2-15 0,5 2-10 0,0 0-19 15,0 0-24-15,0 0-19 0,0 0-26 0,0 0-20 16,0 0-20-16,18-1-17 0,-9 1-15 0,1 1-12 16,4 0-13-16,1 0-10 0,-1 3-7 0,6 0-13 15,-5 4-11-15,3-6-2 0,-6 2-9 0,1 4-11 16,-2-2-2-16,0-1-11 0,1 4-12 0,-3 0-8 15,-2-2-19-15,-1-1-3 0,-2 1-10 0,3 0 1 16,-6 1 1-16,-1-2 4 0,0-1-2 0,-1 0 2 16,-2 0-1-16,2-2 4 0,1-3 2 0,-11 4-1 15,6-3 4-15,5-1 0 0,-11 0-2 0,11 0 4 16,-10-3 0-16,6-1 1 0,0-2 0 0,0 1 6 16,4 0-2-16,0-2 0 0,0-1 2 0,4-2-2 15,0-1 2-15,7 1-1 0,-4 0-8 0,5 1 2 0,0-1 0 16,2 1 0-16,-1 0 2 0,1 2-4 0,-3 4-2 15,1-3 1-15,-2 2 1 0,1 3 1 16,-6 1-2-16,5 0-2 0,-3 3 7 0,-5-1-5 16,5 4 2-16,-3-1 2 0,0 0-2 0,2 4-1 0,-4-2 3 15,2 3-2-15,1-2 0 0,1 5 3 0,0-3 3 16,0 2-6-16,1-3 2 0,-1-1-3 0,3-1-1 16,-2 1-5-16,1-4-7 0,-2 1-15 0,3-2-15 15,-1-3-9-15,1 0-13 0,-3 0-8 0,2-2-12 16,-1-1-3-16,0-2 6 0,-1 0 6 0,-1 0 5 15,-3-2 10-15,1-1 7 0,-3 2 3 0,0-5 8 16,-3 0 4-16,1 2 10 0,1 0-2 0,-6 0 9 16,3-1 10-16,-2 2 15 0,2-1 9 0,-4 1 9 15,4 2 12-15,-1-1 2 0,0 3 1 0,1 0 2 16,2-1 0-16,0 2 6 0,-2-1-8 0,4 4 4 16,-3-5-11-16,3 5 0 0,0 0-4 0,0 0-1 15,0 0 1-15,14 0-3 0,-14 0-5 0,11 4-1 16,-2-1-1-16,2 0 1 0,0 1-3 0,1 1 2 15,-2 1-4-15,1-1-1 0,1 3-1 0,-2-3 3 16,-1 3-4-16,2 0 0 0,-4-6 0 0,-2 3 3 16,1 2-6-16,0-2 4 0,-2-2-2 0,1 0 2 15,-4 1-3-15,3-3 1 0,-4-1 0 0,4 4 13 0,-4-4 10 16,3 4 12-16,-3-4 9 0,0 0 7 0,0 0 7 16,0 0 0-16,0 0 1 0,3-10-1 0,0 5-3 15,0 1 1-15,-1-1-2 0,2-4 8 16,1 3 0-16,2-5-5 0,0 4-4 0,2-3-6 0,-3 2 2 15,2-2-8-15,0 3 1 0,2 0-6 0,-1 0-4 16,-2 1 5-16,0 1-5 0,0 0-5 0,-2 3-5 16,1-1-1-16,0 1-2 0,0 2 3 0,-6 0-12 15,0 0 0-15,15 2 1 0,-14 2-2 0,3 2-4 16,-1-1-3-16,2 0 1 0,-2 1 7 0,2 1-6 16,-1-1 2-16,2 0-3 0,-1 3-13 0,2 0-11 15,-3-2-17-15,6-1-9 0,-3-1-20 0,1 2-23 16,3-2-33-16,-2-3-33 0,1 1-36 0,3-1-26 15,-2-2-24-15,0 0-27 0,3-4-183 0,-2 2-490 16,3-2 217-16</inkml:trace>
  <inkml:trace contextRef="#ctx0" brushRef="#br0" timeOffset="187211.65">15917 13607 112 0,'-3'-6'287'0,"2"0"-19"0,-2 0-25 0,-2 1-23 16,4 3-24-16,1 2-19 0,0 0-19 0,0 0-13 15,0 0-13-15,5 18-15 0,0-5-10 16,-2 3-6-16,5 2-15 0,1 7-7 0,4 0-8 16,1 4-5-16,-4 0-7 0,1-3-9 0,-1 3-2 0,-1-3-5 15,1 4-4-15,-3-4-5 0,1 0-1 0,0 0-7 16,-3-6-10-16,2-1-22 0,-4-2-24 0,0 1-32 15,2-2-22-15,-3-3-20 0,1-2-20 0,-1-2-16 16,-1-3-24-16,-1-2-7 0,3 1-10 0,-3-2-128 16,0-3-333-16,0 0 149 0</inkml:trace>
  <inkml:trace contextRef="#ctx0" brushRef="#br0" timeOffset="187966.19">16068 14085 846 0,'1'-15'-52'0,"-1"8"21"16,0-1 18-16,0 0 23 0,0-2 25 0,3 2 27 16,-2-5 13-16,2 0 17 0,-1 3 4 0,-1-2 6 15,3 1 12-15,0 0-1 0,1 1-6 0,1-1-10 16,2 2-10-16,-4 0-3 0,3 1-9 0,2-1-5 15,0 4-10-15,0-3-6 0,3 5-6 0,-1 0-6 16,-4 0-6-16,0 3-6 0,2-1-1 0,-2 2-3 16,1 2-2-16,-1 0-2 0,-2 0-2 0,4 4-1 15,-4 0-4-15,4 0-2 0,-3 2 1 0,-2 0-3 16,3 1-2-16,-1 0-1 0,-4-1-2 0,4 2 0 16,0-3 2-16,-3 3-4 0,1-3-2 0,0-1 0 15,-1 1 1-15,0-5 1 0,-2 1 1 0,2 0-3 0,1 0 0 16,-4-4 1-16,3 4 0 0,-3-4-2 0,6 0 2 15,-6 0 2-15,0 0-2 0,11-8 0 16,-8 3 8-16,3 1-8 0,-1-3 10 0,0 2 22 16,-2 0 4-16,3-1 1 0,-4-1-3 0,2 2 3 0,1 1-3 15,-3-1-1-15,6 0-4 0,-6 2-3 0,2 0-3 16,1 2-1-16,-5 1-6 0,11 1 3 0,-4 0-6 16,1 1-1-16,-1 0-8 0,4 0 0 0,1 4-10 15,-2-2-18-15,4 1-12 0,0 0-21 0,5 0-14 16,-7-1-15-16,7 2-15 0,-1-2-14 0,1 3-10 15,0-7-21-15,0 0-5 0,-4 0-5 0,-3 0-2 16,-1-5 11-16,4 2 4 0,-4-2 13 0,-3 0 12 16,3-2 12-16,-3 1 10 0,-1-2 10 0,0-1 15 15,1-1 7-15,-5 0 17 0,1-2 14 0,-3 2 30 16,2 0 8-16,-3-2 26 0,-3-1 16 0,2 3 8 16,-1 1 6-16,-2-1 1 0,-1 4-3 0,1 3-3 15,-1-2-4-15,-1 1-9 0,-1 3-4 0,7 1-10 16,-12 0 2-16,5 2 5 0,3-1-2 0,-1 6-4 15,-1-3 0-15,5 1 0 0,-2 4-5 0,2-1 1 16,-3-1-2-16,8 2-2 0,-3 0-3 0,3 0-2 16,0 0 2-16,-1-3-4 0,5 1-3 0,2-1-3 15,-2 2 2-15,3-4-4 0,-3-1 0 0,7-2-1 0,-1 1 2 16,-1 0-6-16,2-2 5 0,-3-2 8 0,2 0 24 16,-1-1 17-16,1 2 12 0,0-2 9 15,2 2 8-15,-5-2 1 0,2 1 1 0,-3-1 3 16,0 1-5-16,3 1 1 0,-6-1-12 0,1 2-10 0,4 0-5 15,-5 2-8-15,0-2-3 0,-1 2-3 0,0 1-10 16,1 0-1-16,0 1-1 0,-2 0-5 0,1 1-5 16,-1-1-2-16,-2 2-2 0,2-1-1 0,-3-2-3 15,2 1-4-15,-3-2 1 0,0 2-1 0,1 0 35 16,-2-4 27-16,0 0 42 0,5 4 26 0,-5-4 2 16,0 0-9-16,0 0-1 0,0 0-7 0,3-12-1 15,-2 6-13-15,2-1-6 0,0-2-8 0,1-1-7 16,-2-1-8-16,3-2-9 0,2 2-12 0,3-3-5 15,-3-3-5-15,1 3-21 0,2-1-35 0,-1-2-49 16,2 3-52-16,-4 2-55 0,0 2-56 0,-2 3-67 16,3-3-77-16,-2 5-316 0,-5 0-728 0,2 2 323 15</inkml:trace>
  <inkml:trace contextRef="#ctx0" brushRef="#br0" timeOffset="188216.09">16486 13647 368 0,'-7'-3'490'0,"1"2"-14"15,6 1-28-15,-8-1-26 0,8 1-46 0,-8-3-36 16,8 3-23-16,0 0-30 0,-4-1-24 0,4 1-30 15,0 0-36-15,0 0-34 0,0 0-50 0,0 0-57 16,0 0-77-16,0 0-73 0,22 5-67 0,-17-3-83 16,5 0-89-16,-4 0-283 0,3 3-668 0,-4-2 296 15</inkml:trace>
  <inkml:trace contextRef="#ctx0" brushRef="#br0" timeOffset="-196439.18">17798 13753 249 0,'0'-10'367'16,"-4"2"-4"-16,3-1-2 0,-1-3 10 0,-2 4-11 16,4-1-9-16,-4 3-6 0,4 1-12 0,4-1-26 15,-4 6-26-15,0-6-25 0,0 6-29 0,-4-2-20 16,4 2-20-16,0 0-17 0,0 0-16 0,-4 16-12 16,4-7-15-16,0 0-10 0,0 4-12 0,-3-2-9 15,1 2-10-15,0 4-9 0,2-1-9 0,0-1-6 16,0-3-6-16,2 0-3 0,0-2-7 0,4 3-8 0,-5-3-11 15,4-5-13-15,1 0-6 0,2 1-3 16,-4-3 0-16,5-1-5 0,-3-1-3 0,4-2-4 16,-1-2-1-16,2-2-2 0,0 0-4 0,0 0 5 0,-2-3 2 15,-2 3-3-15,6-1 6 0,-8-4 3 0,3 5-3 16,-1 0 0-16,-2 3 0 0,-2-4-3 0,0 4 1 16,1-3 1-16,0 4-7 0,-4 1-10 0,5-3-1 15,-5 3 4-15,0 0 1 0,9 5 4 0,-7-1 2 16,5 1-5-16,-3 0 0 0,3 0-1 0,1 1-9 15,2 3-2-15,-3-5-5 0,3 1 0 0,0 2-6 16,3-3 4-16,-2 0 3 0,-2-2-1 0,4 1-3 16,-2-3 7-16,-3 0 7 0,1-2-2 0,-2 0 3 15,2-2 9-15,-4 2 9 0,2-5-9 0,-3 1-2 16,1-3 3-16,-3-2 0 0,-1 1 4 0,0-1-3 16,-1-3-1-16,-2 1 7 0,0 0 1 0,1-1 2 15,-2-3-1-15,2 3 8 0,-2 3 10 0,2-2 5 16,-2 0 2-16,3 3 7 0,0 0-11 0,0 2-1 0,3 2-2 15,-2-2-6-15,4 1 2 0,1 4-1 16,2-1-5-16,-2 0 6 0,6 3-5 0,-1 2 1 16,1 0-5-16,2 1 3 0,-1 3-2 0,2-2-2 0,0 7-1 15,-1-3 2-15,4 4-4 0,-4 0-3 0,-4-1 4 16,0 4 0-16,-1-2-1 0,2-1-4 0,-7 2 0 16,0 0-5-16,0 0-7 0,-1-1-21 0,-2 1-8 15,-1 0-36-15,-1-1-20 0,-3-1-19 0,-2-1-22 16,4 2-16-16,-3-2-17 0,1-3-15 0,0 1-30 15,0 0-28-15,0-4-32 0,4 1-40 0,-2-1-219 16,2-4-587-16,0 0 260 0</inkml:trace>
  <inkml:trace contextRef="#ctx0" brushRef="#br0" timeOffset="-196185.17">18522 13330 36 0,'0'-9'363'0,"0"2"3"0,-3 1-23 16,3 2-32-16,0 4-31 0,0-4-14 0,0 4 18 15,0 0-25-15,4 11-5 0,0-3-22 0,0 5-23 0,3 3-20 16,0 4-19-16,0-1-9 0,2 6-23 0,2 1-15 16,-3 2-13-16,7 0 6 0,-8-2-30 0,1 2-46 15,3-1-32-15,-4-6-28 0,4 3-24 0,-4-5-24 16,-1-1-26-16,-2 0-33 0,-2-4-32 0,0-2-41 15,0-2-31-15,-1-4-24 0,3-1-46 0,-5 0-174 16,1-5-513-16,0 0 227 0</inkml:trace>
  <inkml:trace contextRef="#ctx0" brushRef="#br0" timeOffset="-195819.86">18738 13369 189 0,'1'-6'326'0,"-1"-1"-11"0,4 3-29 0,-4 4-32 15,2-5-28-15,-2 5-20 0,0 0-14 0,0 0-9 16,0 0-11-16,4 19-15 0,-3-6-16 0,-1-1-8 16,3 4-13-16,1 4-10 0,-3-1-15 0,5 1-7 15,2 6-13-15,-3 0-4 0,1-5-3 0,-1 6-8 16,-1-8-3-16,2-2-13 0,-3-1-1 0,0-2-5 0,0-2-1 16,0-1-3-16,-3-4-3 0,1 3 2 0,2-7-8 15,0 1 5-15,-3-2-3 0,1 2 6 16,-1-4-16-16,0 0 0 0,0 0 1 0,0 0-2 15,-3-15 2-15,2 7-5 0,1 2-3 0,-1-2 1 0,-2-2 2 16,0 4-9-16,3-2 30 0,-1 2 16 0,2-1 15 16,-1 2-5-16,0 1-4 0,0-1-7 0,0 5-3 15,0-7-10-15,4 6-2 0,-4 1-1 0,0 0-4 16,14 4-5-16,-6-1-4 0,2 2-10 0,1 2 11 16,1 0-7-16,0 1-1 0,3 1-14 0,0 0-17 15,-3-2-29-15,3 0-26 0,-4-1-32 0,4-1-31 16,-7 2-36-16,2-4-41 0,-5 0-51 0,3-2-51 15,-4 0-233-15,-4-1-594 0,0 0 264 0</inkml:trace>
  <inkml:trace contextRef="#ctx0" brushRef="#br0" timeOffset="-195632.91">18492 13496 141 0,'-7'0'351'0,"7"0"5"0,-10-1-9 15,10 1-4-15,-5-1-23 0,5 1-22 0,0 0-16 16,0 0-21-16,0 0-31 0,12-7-19 0,-2 4-18 0,3 1-16 16,0-1-27-16,0 2-18 0,2-1-39 0,1-1-55 15,-2 0-64-15,2-1-67 0,-2 4-86 16,1-2-94-16,-7 1-286 0,0-2-605 0,-1 1 267 16</inkml:trace>
  <inkml:trace contextRef="#ctx0" brushRef="#br0" timeOffset="-195469.16">18172 13339 23 0,'-7'-4'300'0,"2"1"-23"0,2 1-27 0,-5-1-27 16,4-1-25-16,4 4-40 0,-1-4-44 0,1 4-49 15,0 0-50-15,9-3-62 0,5 4-54 0,-2-2-146 16,7 1-265-16,1 2 118 0</inkml:trace>
  <inkml:trace contextRef="#ctx0" brushRef="#br0" timeOffset="-194866.49">19713 13467 42 0,'3'-6'352'0,"0"-1"-11"16,1 1-10-16,-3 0-4 0,-1-1 1 0,0 0-10 15,0-1-4-15,0 2-15 0,-1 1-12 0,-1 0-13 16,0 0-18-16,-1 1-21 0,-3 0-22 0,5-1-16 16,-2 2-25-16,-4 1-17 0,-2 0-17 0,4 1-13 15,5 1-13-15,-17 3-11 0,5-2-9 0,2 1-13 16,2 3-9-16,0 1-5 0,0 0-8 0,0 3-4 15,2-1-8-15,-2-1-1 0,2 1-7 0,1 1-4 16,4 0 0-16,-2 1-3 0,3 0-1 0,0-2-8 16,3 3 4-16,3-1-1 0,4 4 1 0,0 1-4 15,-1-3-1-15,6-2-2 0,-5 3 2 0,7-3-6 0,-3 3 1 16,-3-3-2-16,5 0-4 0,-3 3 3 0,-3-3-3 16,1-1-2-16,-2 0-2 0,0 0-2 15,-2-1 1-15,0 1 2 0,-3-3-5 0,-3 2 0 0,3-3 4 16,-4 3-4-16,0-2 4 0,-4-1-2 0,1 2 2 15,-6-1-5-15,2-2 3 0,-5 0 2 0,-1 0 0 16,-1-1 1-16,-6 1-3 0,-3-3 1 0,3 1 0 16,-2-2 1-16,2 0-20 0,0-3-20 0,0 2-30 15,6-2-27-15,4 0-43 0,-2-1-48 0,5-2-39 16,3 1-46-16,2 0-50 0,4-3-55 0,2 0-329 16,0-2-759-16,4-1 337 0</inkml:trace>
  <inkml:trace contextRef="#ctx0" brushRef="#br0" timeOffset="-194480.81">20002 13168 283 0,'2'-6'311'0,"1"1"-5"0,-2 0-11 0,-1 3-11 15,4-3-7-15,-2 1 2 0,0 1-17 0,-2 3-10 16,3-7-8-16,-1 4-5 0,-2 3-7 0,1-3-17 16,-1 3-16-16,1-4-19 0,-1 4-18 0,0 0-17 15,0 0-11-15,2-4-15 0,-2 4-14 0,0 0-15 16,0 0-7-16,0 0-9 0,0 0-10 0,0 0-13 15,0 0-2-15,0 0-5 0,0 0-2 0,0 0-7 16,0 0-2-16,0 0-4 0,0 0-5 0,-6 14-1 16,3-12-1-16,1 3 1 0,0-2-6 0,-3 2 1 15,2 0-4-15,-2 2 1 0,-1-1-3 0,2 0-1 0,-1-1-9 16,-1 6-40-16,-2-5-48 0,4 2-46 0,-3-2-43 16,3 4-62-16,-1 0-74 0,2-4-77 0,-4 1-268 15,6 0-710-15,0-1 315 0</inkml:trace>
  <inkml:trace contextRef="#ctx0" brushRef="#br0" timeOffset="-192006.4">20899 13603 181 0,'3'-7'289'16,"-2"-4"-4"-16,1 1-8 0,-1 2 2 0,-1 1-11 15,-1-4 0-15,1 4-4 0,-2-2-6 0,1 4-21 16,-2-4-20-16,-2 4-22 0,-1 1-30 0,1-1 2 16,-5 2-28-16,-2 1-13 0,0 2-15 0,-2 2-13 15,-2 3-5-15,-3 2-11 0,4 2-10 0,-3-1-10 16,3 3-8-16,-1-1-4 0,2 3 1 0,1-1-9 15,3-2-16-15,2 0 6 0,4 1-1 0,1 0-16 16,0-3 11-16,3 3-22 0,3-4-8 0,3-1-5 16,-1-1-5-16,5 0-11 0,3 0-2 0,-2-1-11 0,4-4-1 15,-1 0-2-15,5-5 3 0,-6 1 0 16,4-2 4-16,-1-1 6 0,-1 1-3 0,-3-2 5 16,-4 0 0-16,6-2 6 0,-4 1 6 0,-2 0 1 0,0 0 2 15,-1 0 6-15,-3 2 11 0,-3 0 1 0,3 1 6 16,-2-2-2-16,0 4 2 0,0 0-2 0,-2 1 1 15,0 3-5-15,0 0-2 0,-4-5 3 0,4 5-4 16,0 0 1-16,0 0-4 0,0 0-1 0,-7 12-6 16,7-5 11-16,1-2-7 0,-1 2 3 0,0 0-3 15,3-1 8-15,0 1-14 0,-1-1 1 0,2 1 7 16,-1-2-15-16,6 0-6 0,-3-1-8 0,2 0-9 16,4-1-2-16,-1 0 4 0,-2-2-1 0,3-1 2 15,-3 0 2-15,-1 0 5 0,3-1-5 0,-4-2 5 16,1 2 0-16,2 0 8 0,-4 0 0 0,1-2 0 15,0 2 3-15,-3-2 0 0,-4 3 4 0,10-1-2 16,-5-1 3-16,-5 2-5 0,0 0-6 0,0 0 6 16,10 0-4-16,-10 0 4 0,4 3 3 0,-4-3-3 0,4 3 3 15,-4-3 1-15,4 2 4 0,0 1-2 16,-4-3 3-16,7 2 2 0,-7-2 3 0,8 0 0 16,-8 0-3-16,8 0 6 0,-8 0 8 0,7-2 10 0,0-1 4 15,-2 2 12-15,3-1-4 0,-5-3 4 0,0 2 9 16,1-1-7-16,1 0-1 0,-1 0 0 0,-1 0-7 15,1 0 0-15,-1 1-4 0,1-1-3 16,-3 0 0-16,2 1-8 0,0 1-15 0,-3 2-22 0,11-3-28 16,-5 3-29-16,-6 0-35 0,16 3-38 0,-3-1-36 15,-3 0-35-15,4-1-35 0,8 4-185 0,-3-1-480 16,4-2 212-16</inkml:trace>
  <inkml:trace contextRef="#ctx0" brushRef="#br0" timeOffset="-191588.48">21737 13481 8 0,'-6'-4'249'0,"1"1"-8"15,-3-1-7-15,-2 0-9 0,1 2-8 0,-5-1-10 16,3 3-13-16,-5 3-12 0,2-2-12 0,-2 1-10 16,0 7-11-16,-4-3-9 0,2 2-13 0,-1 2-11 15,-2 0-10-15,8-1-11 0,-2 2-7 0,3-2-9 0,3 1-6 16,1 2-6-16,0-2-11 0,5 2-2 0,-1 0-3 15,4-4-8-15,0 3-1 0,4-2-6 16,2 0-3-16,-1-2 11 0,9-2-15 0,-5 0-8 0,2 0-7 16,7-4-5-16,-3-1-8 0,0-1-2 0,5-5-5 15,-1 1 2-15,2-1 0 0,-2-4-3 0,0-1-5 16,5-4-3-16,-1-3-2 0,-1-1-5 0,-3-3 1 16,0-5-7-16,-2 2 4 0,0-2-2 0,-3-3 6 15,-1 2 1-15,-4 2 11 0,-4-2 18 0,-2 7 18 16,-3-1 24-16,-2 2 33 0,0 0 21 0,0 2 14 15,-5 1 16-15,5 1 3 0,-4 4 7 0,1-1-15 16,1 4-10-16,0 1-19 0,1 3-3 0,0 2-15 16,2-1-5-16,1 4-12 0,0 0-10 0,0 0-2 15,-10 9-10-15,7 2-7 0,1-2-19 0,1 5-19 16,4 4-16-16,0 8-27 0,0 1-19 0,4 0-14 16,1-1-14-16,2-1-20 0,0 1-21 0,4-1-33 0,2 1-27 15,1-3-30-15,0 1-45 0,5-2-48 0,-10-5-247 16,13 1-606-16,-6-5 268 0</inkml:trace>
  <inkml:trace contextRef="#ctx0" brushRef="#br0" timeOffset="-191320.65">22461 13150 197 0,'-3'-9'405'15,"3"2"6"-15,-4 1-5 0,4 1-27 0,-2 2-32 16,1-2-26-16,1 5-46 0,0 0-32 0,0 0-19 16,0 0-23-16,0 0-23 0,3 13-21 0,-3-2-11 15,4 0-15-15,0 7-14 0,-1 0-7 0,-2 2-17 16,6 6-3-16,-3 1-10 0,0 0-9 0,0-2-13 16,3-4-27-16,-3-1-34 0,1-2-37 0,-1 3-34 15,1-5-34-15,-1 1-36 0,-2-5-52 0,1-2-40 0,0-2-61 16,1-2-58-16,0-2-182 0,-1-1-581 0,-2-1 257 15</inkml:trace>
  <inkml:trace contextRef="#ctx0" brushRef="#br0" timeOffset="-191036.31">22444 13074 106 0,'-4'-7'338'16,"-4"-1"1"-16,1-1-1 0,-2 3-9 0,3 1 2 15,0-2 2-15,3 5 1 0,0-2-15 0,0 1-16 16,3 3-29-16,0-4-26 0,0 4-26 0,0 0-22 16,6-5-22-16,5 5-15 0,1 1-18 0,-2 3-14 15,7-1-10-15,-3 1-16 0,-1 0-12 0,5 4-6 16,0-2-13-16,-6-1-8 0,6 2-7 0,-1 3-4 16,-6-4-8-16,-3 2-5 0,4 1-2 0,-5 0-9 15,0 0-12-15,-1-1-3 0,-4 0-6 0,0-1-5 0,-2 1-10 16,-2 2-12-16,-2 1-7 0,0-1-20 0,-4-2-36 15,-3 2-29-15,3-2-32 0,-7 5-29 16,0-3-38-16,0 1-41 0,-1 1-40 0,6-3-53 0,-2-1-296 16,3 1-690-16,0-3 306 0</inkml:trace>
  <inkml:trace contextRef="#ctx0" brushRef="#br0" timeOffset="-190601.45">22678 13323 277 0,'0'0'315'0,"3"-4"-12"0,-3 4-29 16,0 0-21-16,0-3-27 0,0 3-11 0,0 0-28 15,9-2-17-15,-9 2-19 0,0 0-11 0,13 2-19 0,-8-1-10 16,-1 0-5-16,6 2-15 0,-5-1-13 0,3 0-5 15,2 2-11-15,1 0-3 0,-2 3-3 16,2-1-11-16,-1 0-2 0,-2 1-7 0,0 0-4 16,1 0 0-16,0 1-3 0,-2-1-7 0,-3 0-1 0,2 0 0 15,-2 0-7-15,-2 3 1 0,-1-4-4 0,0 1 3 16,-1-2 4-16,0 1-10 0,-1-2 10 0,0 1-8 16,-1-1-2-16,-2 0-2 0,-1-3-1 0,5-1 3 15,-5 2 2-15,5-2-1 0,0 0 10 0,-9-5 15 16,4 3 7-16,5 2 3 0,-2-6 0 0,2 2 1 15,0 4-5-15,2-10-8 0,2 4 2 0,-3 0-3 16,3 1-4-16,-1 0-1 0,1 0-7 0,4-2 0 16,-4 4 2-16,2-3-3 0,2 1-9 0,-2 3 4 15,3-1-6-15,-4 3 0 0,4-1 10 0,-9 1-36 16,13 2-9-16,-5 0-19 0,-2-1-21 0,1 1-22 16,-2 0-25-16,4 4-34 0,-2-2-31 0,2 0-35 15,-4 1-36-15,7 0-23 0,-6-1-195 0,2 1-509 0,-1-1 225 16</inkml:trace>
  <inkml:trace contextRef="#ctx0" brushRef="#br0" timeOffset="-189982.59">23089 13379 213 0,'0'0'221'0,"-1"-5"-5"0,1 5-8 16,-2-4-18-16,-1 2-9 0,3 2-13 0,0 0-12 15,-9 0-16-15,9 0-14 0,0 0-5 0,-11 5-7 16,7-1-6-16,0 1-7 0,0 0-11 0,1-1-11 15,2 4-5-15,-3-2-6 0,2 0-9 0,1 1-4 16,1-1-5-16,0 0-1 0,0 1-7 0,1 1-1 16,1-2-3-16,2-1-4 0,-3 0-6 0,4-1-3 15,-2 1-10-15,1-2-10 0,3 0-9 0,-3-3-6 16,-4 0-3-16,7 0-4 0,1-3-6 0,-8 3-3 16,7-7 5-16,-3 4 0 0,0-2 3 0,0-3 2 15,-1 3-1-15,5-5 1 0,-7 2 1 0,4-1 4 16,-3 1 3-16,1-3 7 0,1 1 14 0,-4-1 6 0,4 1 9 15,-4 3 2-15,0-2 7 0,3 4 7 16,-3-1 2-16,0 1 2 0,0-1 9 0,1 3-15 16,-1 3-5-16,0-6-9 0,0 6-2 0,0 0-2 0,0 0-4 15,0 0-2-15,0 0 0 0,0 0-3 0,0 0 1 16,0 0-5-16,8 11 0 0,-8-6-1 16,3 3-2-16,0-3-8 0,-2 0-5 0,3 3-5 0,-1-2-3 15,0-1-9-15,1 3 2 0,0-3-6 0,3 1-4 16,-3 0-5-16,0-3 6 0,1 1-4 0,-2 1 2 15,1-1 0-15,2-2 3 0,-6-2 2 0,6 3 2 16,-2-3 4-16,2 2 5 0,-6-2 0 0,0 0 2 16,10-5 3-16,-8 0 5 0,2 3 4 0,0-2 6 15,0 0 6-15,-1 1 10 0,0-3 4 0,-2 2 9 16,3-1 8-16,-1 0 8 0,1-3 1 0,-1 6 16 16,2-3 3-16,-2-1 12 0,2 1-5 0,-2 3 5 15,1-2 4-15,-1-1 1 0,1 3-1 0,0-1-9 16,1 1-5-16,-5 2-8 0,7-5-8 0,-4 5-7 0,-3 0-7 15,0 0-3-15,11 2-3 0,-7 1-5 16,1 1 1-16,-1-1-10 0,2 3 0 0,-2-2 1 16,2 3-8-16,3 2-2 0,-4-3-4 0,4 3-17 0,-4-1-20 15,3 1-23-15,0-2-24 0,-1 1-25 0,1-3-37 16,-2 0-27-16,2 0-30 0,-3-2-34 0,2 0-34 16,0-1-41-16,0 0-176 0,1-4-518 0,-1 1 229 15</inkml:trace>
  <inkml:trace contextRef="#ctx0" brushRef="#br0" timeOffset="-189363.75">23566 12980 152 0,'-1'-9'300'0,"-2"1"-12"0,1 2-7 15,2-1-24-15,-2 2-29 0,2 2-24 0,0 3-20 16,0 0-15-16,0 0-20 0,0 0-16 0,-9 10-6 0,9-1-16 15,-2 2-10-15,2 3-9 0,0 4-8 16,2 1-6-16,-1 2-9 0,2-1-3 0,2 6-10 16,-3-6-1-16,0 9-13 0,1-9 3 0,0 7-3 15,2-7-10-15,-5 2 4 0,5 5-4 0,-2-6-13 0,-3-5-22 16,4 1-20-16,-4-1-20 0,0-2-29 16,0-2-22-16,0-4-27 0,0 1-16 0,0-7-1 0,3 2-13 15,-3 1 0-15,0-5 5 0,0 0 13 0,0 0 13 16,0 0 14-16,0 0 15 0,0 0 21 0,-11-13 19 15,7 6 20-15,3 0 27 0,-3-3 19 0,0 1 22 16,2 3 16-16,-2-3 9 0,4 1 7 0,-4 1 14 16,3 2 7-16,-1-2 4 0,1 2-4 0,0 2-6 15,1 3-2-15,-2-6-15 0,2 6-6 0,0 0-6 16,0 0-5-16,0 0-7 0,0 0-4 0,0 0 0 16,17 9-7-16,-10-5-4 0,-1 1-3 0,2 1-2 15,2 1-1-15,0 1-4 0,-1-2-7 0,1 1-4 16,-1-3-3-16,0 3-3 0,1-2-4 0,-3-2 0 0,0 0 2 15,1-2-1-15,0 2 1 0,0-3 1 16,-1-2-4-16,2 4 4 0,0-4 1 0,-1 1 2 16,0 0 8-16,1 1 7 0,-3-3 9 0,2 0 9 0,0-1 11 15,0 3 8-15,-2-2 6 0,1 2 6 0,-2 0 4 16,3-1-5-16,-2-1-2 0,-6 3-10 0,9 0-4 16,-9 0-1-16,12 3-7 0,-8 1-4 0,3 0-6 15,-3 3-1-15,3 1-6 0,-1 4 3 0,0-3-5 16,-2 2-4-16,3 2 1 0,-1 4-5 0,-2 0 2 15,4-2-4-15,-5 1 1 0,1 2 1 0,-3-1-4 16,3 0-2-16,-4-5 7 0,0 6-4 0,-1-5-3 16,-2-1 4-16,0-2-4 0,-1-1-1 0,-4 0-6 15,3-2-4-15,-1-1-15 0,-2-2-28 0,-5-3-26 16,2 1-46-16,-8-3-52 0,-2-1-66 0,-1-5-71 16,-6-3-220-16,-1-2-571 0,1 1 253 0</inkml:trace>
  <inkml:trace contextRef="#ctx0" brushRef="#br0" timeOffset="-189129.58">23203 13041 99 0,'0'0'339'0,"-2"-3"-20"16,2 3-34-16,0-6-25 0,0 6-27 0,0 0-22 16,0 0-21-16,0 0-27 0,0 0-24 0,0 0-35 15,0 0-47-15,0 0-55 0,0 0-56 0,0 0-70 16,4 14-67-16,-2-10-148 0,0-1-367 0,2 0 162 16</inkml:trace>
  <inkml:trace contextRef="#ctx0" brushRef="#br0" timeOffset="-188962.33">23010 13027 25 0,'-4'-2'290'0,"-3"0"-25"0,0 0-26 0,4-2-22 16,3 4-23-16,-7-3-23 0,7 3-13 0,-7 0-23 15,7 0-42-15,-3 7-54 0,3-7-63 0,0 0-73 16,4 7-188-16,0-4-307 0,0-1 136 0</inkml:trace>
  <inkml:trace contextRef="#ctx0" brushRef="#br0" timeOffset="-185751">24509 13150 149 0,'0'-12'396'15,"0"1"2"-15,1 1 10 0,-1 0-4 0,0 2-10 16,0 1-12-16,0 2-21 0,0 0-30 0,0 0-35 16,0 1-35-16,0 4-32 0,3-4-26 0,-3 4-19 15,0 0-19-15,0 13-19 0,1-4-10 0,2 3-18 16,0 2-9-16,1 2-13 0,0 3-8 0,1 3-11 15,2 4-6-15,1 3-14 0,-1-4 0 0,1-5-15 16,3 5-25-16,-4-6-24 0,1-1-20 0,2-3-45 16,-1 0-33-16,-2 1-23 0,4-7-32 0,-4 0-28 15,0 0-37-15,-1-4-44 0,0-2-41 0,2-2-42 0,-1-1-270 16,-7 0-675-16,9-4 299 0</inkml:trace>
  <inkml:trace contextRef="#ctx0" brushRef="#br0" timeOffset="-185449.44">24506 13089 221 0,'-3'-8'322'15,"-2"0"-1"-15,0 2-2 0,2 0-7 0,-1-1 2 16,2 1-12-16,1 1-5 0,0-3-16 0,2 4-25 16,0-1-25-16,5 1-21 0,-2-1-23 0,0 1-23 15,4 1-19-15,3 3-8 0,0 0-18 0,4 0-10 16,-3 2-16-16,9-1-7 0,-4 5-7 0,-3-2-8 15,8 3-8-15,-3 2-8 0,0-2-7 0,-3 3-6 16,2 0 0-16,-2 0-6 0,0 0-7 0,-6-1-1 16,1 0-7-16,-3 0-14 0,-1 1-2 0,-3-2-2 15,1 1 0-15,-4 1-5 0,-1-3-6 0,-1 4 4 0,0-6 2 16,-6 5-5-16,0-2-1 0,-1-3-12 16,-3 3 1-16,-4-2-15 0,2-3-23 0,-5 3-4 0,-1-1-41 15,5-2-24-15,-5 1-38 0,4-3-32 0,-1 1-42 16,8 0-57-16,0-1-57 0,2-1-193 0,6 0-588 15,-6 2 261-15</inkml:trace>
  <inkml:trace contextRef="#ctx0" brushRef="#br0" timeOffset="-185165.6">25000 13222 329 0,'0'0'350'0,"0"0"3"0,0 0-3 0,0 0-32 0,0 0-17 16,0 0-34-16,19-3-7 0,-5 3-26 0,-1 0-15 16,3-1-29-16,9 2-14 0,-4-2-32 15,8 0 2-15,-6 1-17 0,7-1-16 0,0-2-5 0,-7 6-13 16,-1-6-22-16,0 1-27 0,-2 1-24 0,-2 1-25 15,2-1-28-15,-6 0-33 0,-2-1-28 0,-1 1-25 16,-4 0-43-16,2 0-45 0,-6-2-37 0,3-1-33 16,-2 0-231-16,-3 2-548 0,-2-3 242 0</inkml:trace>
  <inkml:trace contextRef="#ctx0" brushRef="#br0" timeOffset="-184964.98">25261 13087 179 0,'0'0'274'0,"-7"-3"-2"0,7 3-10 15,-4-2-29-15,4 2-17 0,0 0-28 0,0 0-12 16,0 0-3-16,-9 7-4 0,7-4-3 0,2 3-1 16,2 3 1-16,0-1-5 0,-2 3-18 0,4 2-10 15,-2-2-9-15,3 7-17 0,-1 0-5 0,3 1-13 0,1 7-3 16,-2-6-10-16,2 6-11 0,-4-5-3 0,7-1-19 16,-6-1-34-16,4 2-39 0,-3-1-51 0,-1-2-65 15,-3-5-67-15,5-2-87 0,-4-1-212 0,-1-3-554 16,1-1 245-16</inkml:trace>
  <inkml:trace contextRef="#ctx0" brushRef="#br0" timeOffset="-183241.95">25896 13098 205 0,'2'-4'263'0,"2"0"-2"0,-3 0-7 0,-1-1-4 16,0 5-9-16,4-8-14 0,-4 4-8 0,3 1-11 16,-3 3-3-16,1-7-13 0,2 4-12 0,-3 3 12 15,0-6-28-15,3 4-11 0,-3 2-7 0,4-4-4 16,-4 4-23-16,0-4-12 0,0 4-12 0,0 0-10 15,0-5-12-15,0 5-11 0,0 0-3 0,0 0-9 16,-8-4 4-16,8 4-20 0,0 0 5 0,-10 1-3 16,10-1-4-16,0 0-5 0,-14 0 2 0,6 1-1 0,4 1-10 15,-3-2-1-15,-2 3-5 0,3-2 1 16,-4 1-2-16,1 0 17 0,3-1-20 0,-4 1-5 16,3 2 0-16,1-1 6 0,-3 2-5 0,0-1-1 0,2 0-11 15,0 1 15-15,0-2-2 0,3 2 0 0,-1 0-2 16,0-2-5-16,-1 4 3 0,2-3 0 0,1 2 2 15,-2 0-5-15,2 1-3 0,-2-1 7 0,2 1-4 16,0-1 3-16,2 1-9 0,-2 0 10 0,0 0-13 16,3-1 9-16,0 1-1 0,0 0 8 0,0 3-4 15,3-5-1-15,0 4 5 0,0-1-6 0,1 0 5 16,1 1-4-16,2-2 5 0,0 1 1 0,1-2 1 16,1 4-5-16,2-3 10 0,-1 2-11 0,2-1 0 15,-1-2-4-15,1-2 1 0,0 1-11 0,1 2 2 16,1-5-3-16,0 2 0 0,-3-2 0 0,3-2 3 15,-1 1-3-15,1-2-1 0,-3 1 10 0,-2-2-9 16,5 1 6-16,-5-3-6 0,-2-1 8 0,4 1-9 16,-3-3 20-16,0 1-15 0,0 1 8 0,-1 0 8 0,2-2-5 15,-3 0-3-15,0 1-5 0,-1 0 3 16,-2 0 0-16,2 0 0 0,-1 1 5 0,-2 2-4 16,1-2-4-16,-2 1-1 0,-1 4 5 0,4-7-2 0,-3 3 3 15,-1 4 6-15,0 0-19 0,0-3-7 0,0 3-7 16,0 0 6-16,0 0-1 0,0 0 0 0,-5-4-4 15,5 4 4-15,0 0 4 0,0 0-1 0,0 0 2 16,0 0-1-16,0 0 7 0,0 0-1 0,0 0-4 16,0 0 3-16,0 0 6 0,0 11-5 0,0-11 6 15,0 0 0-15,5 3-1 0,-5-3 3 0,0 0 0 16,0 0 3-16,3 4-3 0,-3-4 2 0,0 0 10 16,5 2-12-16,-5-2 4 0,4 3-2 0,-4-3-1 15,3 2 1-15,1 1 7 0,-4-3-6 0,4 5 0 16,-1-3 3-16,-3-2-1 0,6 5 0 0,-4-2 2 15,2 1-1-15,0-1-5 0,3-1 6 0,-3 1-8 16,-1 1 3-16,3 1 1 0,3-3-3 0,-5 3 3 16,3-1-5-16,-2 0-1 0,2 0 3 0,1-1 0 0,-1-1-7 15,1 1 5-15,-2-3 4 0,2 1-2 16,-8-1 1-16,11 0 0 0,-11 0 2 0,11-4 0 16,-5 0 0-16,-2 2 4 0,1-2-2 0,-3 0 2 0,4 0 3 15,-5 0-6-15,3-1 0 0,-4-1 4 0,3 2 2 16,-2-1-2-16,-1-1 1 0,0 0-3 15,-2 0 2-15,0-2-5 0,-2 0 5 0,0 3-2 0,0 0-2 16,0-3 3-16,-2 3-4 0,1 0 0 0,1-1 2 16,-3 2 2-16,2 1-4 0,0 2 1 0,1-1 1 15,-2-2-4-15,6 4-1 0,-8-2 1 0,8 2 2 16,-5-3 0-16,5 3-1 0,0 0 5 0,0 0-6 16,0 0 6-16,0 0-4 0,0 0 3 0,0 0 5 15,0 0-9-15,0 0 5 0,30 1 6 0,-21-1-5 16,1-1 0-16,1 0 0 0,2-1 0 0,1 1-6 15,-4-2 5-15,3 2-3 0,-3-4 2 0,-2 1 6 16,3 1 0-16,3-1-5 0,-9 2 9 0,5 0 7 16,-1-2 9-16,-3 0 7 0,-1 2 15 0,1-4-8 0,1 2-7 15,-1 2 3-15,-2-1 1 0,0 2-9 16,-4 1-5-16,7-1-1 0,-7 1-2 0,0 0-6 16,15 2-2-16,-8 2-1 0,0 0-2 0,2 1-1 0,2 3 0 15,1 0-5-15,-3 2 5 0,4 1-2 0,1 3 1 16,-1-2-5-16,0 0 3 0,-1 3-6 0,0-1 1 15,-5-4 10-15,1 2-7 0,-1-1 1 0,1 6-1 16,-3-7-8-16,-2 0 2 0,-1-2-5 0,0-3-9 16,-2 0 5-16,0 2-18 0,-1-2-9 0,-2-2-15 15,-1 1-15-15,0-3-26 0,-2-1-33 0,-3 0-36 16,9 0-54-16,-14-5-57 0,8 3-261 0,-4-3-579 16,6 1 256-16</inkml:trace>
  <inkml:trace contextRef="#ctx0" brushRef="#br0" timeOffset="-182924.36">26749 12912 270 0,'1'-9'351'0,"1"-1"-9"0,-2 2-5 0,2-1 9 16,1 3-21-16,-3-1 1 0,2 2-5 0,0-1-27 15,-2 2-26-15,0 4-27 0,0-7-32 16,0 7-19-16,2-5-28 0,-2 5-10 0,0 0-18 0,0 0-16 16,5 13-3-16,-2-9-21 0,-2 6-8 0,2-1-6 15,-2 5-12-15,2 3-7 0,0 0-6 0,-2 2-5 16,-1-1-2-16,1 1-8 0,1 0-5 0,3 3-1 16,-5 0-5-16,2 5-2 0,0-1-4 0,2 0-1 15,-1-5-4-15,5 4 1 0,-2 2-6 0,2-1-16 16,-3-7-18-16,1 2-23 0,3-2-33 0,2-2-21 15,-3 1-27-15,3-6-28 0,-3 2-43 0,2-3-43 16,1-3-53-16,-2 1-52 0,-2-4-275 0,3-2-670 16,-2-2 296-16</inkml:trace>
  <inkml:trace contextRef="#ctx0" brushRef="#br0" timeOffset="-182722.65">26725 13061 270 0,'-7'-3'320'0,"0"0"-9"0,2 1-13 0,2-1-23 16,3 3-32-16,-4-4-22 0,4 4-23 0,0 0-18 15,19 0-8-15,-11 0-27 0,6 2-12 0,5 0-37 16,-6-2-28-16,8 3-47 0,2 0-46 0,5 2-58 16,-6-2-55-16,8-1-59 0,-7 0-221 0,7-1-454 15,-6-1 201-15</inkml:trace>
  <inkml:trace contextRef="#ctx0" brushRef="#br0" timeOffset="-182472.93">27235 12850 174 0,'-2'-1'259'0,"2"1"-7"0,0 0-12 0,0 0-5 0,-9 9-10 16,7-4-6-16,0 2-7 0,-2 3-9 0,-1 0-9 15,0 2-3-15,2 2-5 0,-5 1-6 16,4 2-14-16,1 0 4 0,-1 2-18 0,1-1-6 0,-2 1-10 16,4 0-12-16,0 2-6 0,-1-2-11 0,5 0-12 15,-2-1-9-15,4 1-16 0,1-1 8 0,1 0-2 16,0 0-20-16,3-2-3 0,-1 0-27 0,4-1-33 16,2-2-36-16,0-4-43 0,4 1-47 0,0-3-57 15,0-2-60-15,0-1-58 0,-1-2-261 0,2-3-617 16,-1-2 274-16</inkml:trace>
  <inkml:trace contextRef="#ctx0" brushRef="#br0" timeOffset="-182071.35">27556 12971 315 0,'-2'-3'323'0,"2"3"-2"0,-8-5-2 0,7 2-2 0,1 3-7 15,-6-6-5-15,4 4-3 0,2 2-17 0,-4-4-18 16,4 4-10-16,-2-4-27 0,2 4-12 16,0 0-28-16,-8-2-13 0,8 2-19 0,-7-2-21 0,7 2-10 15,0 0-10-15,-11 3-11 0,7-2-12 0,4-1-11 16,-11 5-4-16,8-2-11 0,-4 2-7 0,1-1-4 16,2 0-4-16,0 2-8 0,1 0-5 0,-1 2 1 15,0-2-3-15,3 2-3 0,1 1 3 0,0-2-8 16,0 5 0-16,4-1-1 0,1-1 2 0,-2 0 0 15,2 0-5-15,2 1 2 0,2-1-5 0,-2 0-3 16,4-1-1-16,-4 0-2 0,4 0-1 0,-3-2-4 16,-2 3 0-16,3-3-4 0,-4 0 5 0,0-2-6 15,1 2 6-15,0-3-4 0,-5 3-3 0,5-1-6 16,-3-2-17-16,0-1-7 0,-3 3-5 0,-1-2-1 16,1-4-10-16,-5 7-27 0,-1-4-27 0,2 1-26 15,-1-2-19-15,-5 1-18 0,-3 1-23 0,4-1-28 0,-4 1-33 16,1-1-38-16,-1 2-8 0,5-2-19 0,0-1-22 15,3 2-231-15,-1-2-603 0,1 1 267 16</inkml:trace>
  <inkml:trace contextRef="#ctx0" brushRef="#br0" timeOffset="-181852.92">27709 13336 153 0,'4'4'293'0,"-4"-4"-3"0,2 5-16 0,-2-5-15 15,1 6-11-15,-1-5-10 0,0-1-22 0,0 6-18 16,1-1-19-16,-1-5-20 0,-2 6-14 0,0-5-11 16,0 6-12-16,0-3-14 0,-2 1-7 0,0 0-15 15,2-1-29-15,-1 0-29 0,1-1-33 0,1 1-36 16,-2-1-34-16,3-3-33 0,0 6-41 0,0-6-42 16,0 0-44-16,9 3-179 0,-9-3-449 0,12 0 198 15</inkml:trace>
  <inkml:trace contextRef="#ctx0" brushRef="#br0" timeOffset="-181419.34">28022 13050 106 0,'-1'-6'303'16,"-3"1"-2"-16,-1-3-18 0,5 4-15 0,-5-1-13 15,4-2-20-15,-3 2-23 0,-2 3-19 16,2-2-21-16,0 1-17 0,-1 1-20 0,-1-1-9 0,6 3-17 15,-13-1-4-15,7 1-14 0,-6 0-10 0,5 1-11 16,-4 2-4-16,-2 2-5 0,0-1-7 0,4 1-4 16,-3 3-9-16,2-2-2 0,1 2-3 0,-2 1-5 15,3 0-3-15,-1 1 2 0,5-1-3 0,2 1-8 16,-2-1-1-16,1 2 0 0,4-1 1 0,5-1-2 16,-4 0-3-16,5-3 0 0,-3 1 0 0,3-2-1 15,2 2-2-15,1-1 1 0,0-3-6 0,-2 0-1 16,1-2 3-16,2 0 4 0,-3-2-9 0,0-3 1 15,1 2 14-15,0-1-11 0,1-1 0 0,-4-1 10 16,1 1 23-16,0-2 15 0,0-2-4 0,-3 3 31 16,-1-1 7-16,2-1 16 0,-2 2 2 0,-2 0-2 15,1 0 0-15,0 1-8 0,-2 1-9 0,0 3-10 16,4-6-13-16,-4 6-14 0,0 0-3 0,0 0-5 16,0 0-5-16,0 0-2 0,0 0-7 0,0 0 0 15,2 13-11-15,1-7-11 0,-2 1-13 0,-1-1-11 16,1 3-5-16,4-2-28 0,0 3-20 0,0-4-25 15,3 3-22-15,-1 1-32 0,1-5-35 0,-1 4-46 0,1-4-46 16,3-1-51-16,0-1-297 0,-4-2-676 0,1 2 299 16</inkml:trace>
  <inkml:trace contextRef="#ctx0" brushRef="#br0" timeOffset="-181184.89">28208 12917 163 0,'0'0'388'0,"-4"-5"1"16,4 5-7-16,-1-4-17 0,1 4-25 0,0 0-33 15,0 0-18-15,0 0-12 0,0 0-20 0,0 0-23 16,18 16-21-16,-7-9-21 0,-2 2-9 0,7 4-29 16,-2 1-7-16,1 0-21 0,0 1-13 0,4 6-12 15,-7-5-11-15,-1 1-5 0,1 4-13 0,-3-3-6 16,-5 2-23-16,0 1-27 0,-6 6-31 0,-2-7-48 15,-5 8-52-15,-9 1-52 0,-1 1-63 0,-20 6-90 16,-4-3-361-16,-5 0-737 0,1-4 326 0</inkml:trace>
  <inkml:trace contextRef="#ctx0" brushRef="#br0" timeOffset="-165931.06">5281 3295 97 0,'-15'-23'197'0,"3"5"4"0,-5 1-4 16,-2-3-11-16,-1 0-10 0,2 6-5 0,-6-3-7 15,6 3-10-15,-11-1-12 0,4 4-9 0,3 1-10 0,-4 1-5 16,-4 2-10-16,0 5-10 0,0-2-11 0,0 4-8 16,-1 2-8-16,-4 3 18 0,4 3-6 0,-2 2-12 15,2 3-6-15,-1 4-4 0,-2 1-4 16,3 5-5-16,-3 1-5 0,4 3-6 0,-12 11 5 15,4 4-2-15,3 4 2 0,2 0 4 0,3 6 5 0,0-1 2 16,4 1-4-16,-1 7-1 0,2-1-1 0,-3 24 5 16,10-24-2-16,5 1-2 0,0 1-1 0,4 3 4 15,5 29 1-15,5 0 11 0,3-3 8 16,2-3 0-16,4-20-1 0,10 26-23 0,3-6 16 0,1 0-6 16,2-2 1-16,2 5-12 0,5 4-6 0,1 0-3 15,0 1-1-15,-3 1-18 0,2-3 11 0,-2 1-1 16,-1-5-2-16,2 6-2 0,-7 0-8 0,1 4 1 15,-7-4 1-15,3 4 6 0,-7 1-12 16,0-2 2-16,-5-5-6 0,3-2 0 0,-3-1-2 0,-2-2-1 16,-2 9 4-16,0-2-2 0,-2-4-4 0,-1-1-1 15,-2-3-2-15,-1-22 3 0,0 23-4 0,0-27 5 16,0 2-5-16,-4 26 2 0,0-25 0 0,0 1-1 16,-3-2 1-16,0 2 0 0,-1-4 0 0,-1 0 7 15,-2-2-12-15,3-5 0 0,-6 1-3 0,-2-6 5 16,-2 1-4-16,7-14 4 0,-7-1 9 0,2 0-9 15,-7-2 2-15,5 0-3 0,-9-3 3 0,0-1-1 16,-11 11 1-16,-4-5-1 0,8-11 3 0,-2-2 2 16,-21 7 1-16,9-5-4 0,-3-3-6 0,-2-2 4 15,-3-5-2-15,2-5-1 0,1 1 0 0,12-3 7 16,-15 0-3-16,16-3-9 0,0-1 2 0,3-1-3 16,4 0 0-16,4-2 8 0,8 0-3 0,9 2 2 15,-1-1 1-15,6-1 2 0,7 1-8 0,-14-2-6 16,14 2 5-16,0 0 0 0,0 0-4 0,0 0 3 15,38 2-2-15,-5-2 3 0,6 2-17 0,2-1 21 16,20 1 0-16,-8 0 1 0,4 4-2 0,-13-3 1 16,14 5-3-16,-3 0 0 0,0 3-3 0,1 0 5 15,-1 1 2-15,2 2-5 0,-5 3 2 0,-12-3-1 16,8 5-2-16,-10-4 13 0,0 3-11 0,-4 2-2 16,-1-1 8-16,-4 1-4 0,0-1 1 0,-3 2 7 15,-7-2-11-15,3 4 1 0,-6-1-1 0,-4-4-3 16,-5 1 5-16,0 2 3 0,0 3 0 0,-7-1-7 15,0 3-9-15,-1 3 12 0,-5 1 5 0,-2 1-4 16,-2-1 3-16,-3 6 8 0,-1 1-6 0,-6 9 9 16,3 2-31-16,-3-2 9 0,1 0 15 0,2 3-3 15,-3-2 3-15,2-1-2 0,4 3 1 0,-2-2 0 16,0-1-2-16,1 4-3 0,3 1 5 0,0 0 0 16,1-2 2-16,4 3-7 0,3 3 0 0,0 2 4 15,-2-2-6-15,4 5 3 0,-2-2 1 0,4 2 2 16,0-1-4-16,1 4 3 0,-1-6-2 0,1 1-2 0,1 0 6 15,-1-1-1-15,-1 3-5 0,1 2 3 16,2 25-1-16,-3-25 1 0,-3-2 2 0,2 5-1 16,0 23 1-16,-2-28 9 0,-1 2-11 0,1 25-3 15,1-29 5-15,0 2-9 0,4 1 6 0,-11 27 4 16,9 0 2-16,0-29-5 0,0 2 2 0,2 27-6 0,-2-25 0 16,0 1 2-16,4 25 1 0,-3-28-3 0,2-1 0 15,1 4 2-15,3 24 2 0,-2-1 0 16,-1-25-3-16,5 24 5 0,-5-24-4 0,4 24-1 15,-3-21 4-15,6 23-1 0,-3-30-3 0,3 27 3 0,-7-25 2 16,3 3-4-16,8 26-1 0,-6 2 0 0,0-26 3 16,1 26 0-16,3-3-3 0,-2-26-1 15,5 23-3-15,-4-23 13 0,-3 0-11 0,9 23 7 16,-4-23-11-16,4 29 3 0,-5-30 5 0,9 22 3 16,-6-24-6-16,-2 2 0 0,2 0 7 0,9 24-5 0,-6-28 9 15,1 1-5-15,2 0 7 0,5-2-1 0,-5 4 2 16,5-2 0-16,9 23 0 0,-12-25 3 0,3 1-3 15,15 19-1-15,-13-23 1 0,2-1 0 16,2 0 8-16,5 0-5 0,1-2 2 0,5-3-5 0,2 2 5 16,0-5-5-16,0-2 2 0,1-1-1 0,3-3-2 15,-5 3 2-15,8-4-2 0,1 0 1 0,2 0 5 16,-1-3 1-16,5 0-2 0,2-6-8 0,24 17 3 16,-25-22-1-16,3-1-2 0,1-3-1 0,2 1-5 15,2-5-14-15,-2-1-23 0,1-3-38 0,0-1-41 16,0-4-39-16,1-4-45 0,-1-3-50 0,-4-3-64 15,6-2-52-15,-8-3-239 0,2-4-654 0,-5-1 290 16</inkml:trace>
  <inkml:trace contextRef="#ctx0" brushRef="#br0" timeOffset="-163840.62">680 1757 199 0,'-2'-18'321'16,"1"0"-15"-16,1 1-5 0,0-1-10 0,0 1-11 16,-2 4 5-16,2 0-10 0,2 0-8 0,-2 5-2 15,0-4-8-15,0 6-16 0,0-1-10 0,0 2-25 16,0 1-26-16,0 4-20 0,-2-6-21 0,2 6-25 16,2-3-17-16,-2 3 1 0,0 0-19 0,-3 13-12 15,0-3-5-15,2 2-8 0,0 1 0 0,-2 6-7 16,-2 10-3-16,5 0-7 0,0 1-2 0,2 3-1 15,5 1-10-15,-3-2 4 0,6 1-6 0,-2-3-2 16,8 4-5-16,-2-3-7 0,5-2 10 0,0 0-2 16,1-7-3-16,3 3 1 0,6-6 5 0,-3 1-14 15,1-7 10-15,1 1-2 0,1-2 0 0,-3-7-3 16,-2 0-3-16,1-2 6 0,-2-3-2 0,5-7-1 16,-7 1 2-16,2-2 5 0,-4-3-3 0,-4-5 17 15,3 1 24-15,-6-3 9 0,3-7 3 0,-7 0 0 16,-5-5-1-16,-2 0-4 0,3-5-7 0,-8 2-6 15,0 1-2-15,-1-3-5 0,-5 4-4 0,2-3-2 16,0 3 5-16,1 2-9 0,-5 2 0 0,6 6-6 16,0 5-2-16,0-2-4 0,2 1 1 0,-3 4-8 15,3 5-1-15,0-3-9 0,4 5-16 0,-4 0-29 16,3 0-54-16,-1 2-63 0,1 2-82 0,1 2-29 16,0 0 0-16,0 0-3 0,0 0-26 0,0 0-32 15,11 15-32-15,-4-6-289 0,1 2-706 0,-3-4 312 16</inkml:trace>
  <inkml:trace contextRef="#ctx0" brushRef="#br0" timeOffset="-163505.84">1690 1646 193 0,'1'-7'310'15,"-1"0"-3"-15,0 0 6 0,0 1-4 0,-1-3-12 16,0 4 13-16,1-4-11 0,-3 2-12 0,2 0-12 16,-2 1-12-16,0 0-16 0,-2 1-17 0,2 1-20 15,0 0-23-15,-2 0-15 0,1 1-23 16,-2 3-20-16,-3-2-18 0,-1 4-7 0,-2 1-14 0,1 2-11 16,0 3-9-16,-6 2-5 0,3 3-13 0,-2 4-5 15,2-4-2-15,2 0-4 0,-2 3-7 0,3 2-6 16,4 2-3-16,1 5-2 0,3-5-4 0,2 1 3 15,1-2-3-15,4-1-1 0,4 3-4 16,4 4 2-16,2-7-2 0,4 2 0 0,3-2-10 16,5-1-19-16,0-3-22 0,4-1-23 0,3-1-38 0,2-6-45 15,-1 1-39-15,0-4-50 0,0-4-54 0,-1 1-62 16,-5-7-326-16,2 0-729 0,-1-2 322 0</inkml:trace>
  <inkml:trace contextRef="#ctx0" brushRef="#br0" timeOffset="-163188.39">2157 1497 270 0,'-3'-4'335'0,"-3"-1"-15"0,2 2-26 0,-1-2-18 16,0 3-25-16,-4-1-26 0,1 3-23 0,-4-1-19 15,1 4-19-15,0-1-21 0,-1 4-11 0,2-1-18 16,-2 1-8-16,-1 1-14 0,6-1-13 0,-3 4-8 15,2 0-4-15,3 1-6 0,2 2-5 0,3 4-6 16,1-4-5-16,3 3-2 0,2 1-11 0,3 1 6 16,4 0-5-16,6 7-2 0,-2-4 8 0,6 1-16 15,-2 1 3-15,1 0-5 0,-2-4-2 0,0 1-6 16,-5-8 2-16,3 4 4 0,-4-1-8 0,-2-1 4 16,-3 1 1-16,-3-2-5 0,2 4-5 0,-5-4-1 15,-1 5-1-15,-7-2 1 0,-2 5-2 0,-4-6-6 16,-12 7-12-16,2-2-28 0,-9-2-32 0,-3 3-43 15,-1-2-39-15,-18 3-54 0,14-7-73 0,-11 4-226 16,-4-1-552-16,-1-2 244 0</inkml:trace>
  <inkml:trace contextRef="#ctx0" brushRef="#br0" timeOffset="-162768.92">813 2981 213 0,'-4'2'261'0,"4"-2"19"0,12 4 7 0,0-3 19 15,21-2-22-15,5-3-12 0,26-3 7 16,32-5-15-16,5-1-9 0,13-5-4 0,6-2-5 16,13 0-14-16,6-1 0 0,9-1-14 0,1-3-12 15,10 1-14-15,-3-1-14 0,8 2-17 0,-2 5-16 16,-11-1-18-16,0-1-10 0,-5 2-12 0,0 0-8 0,-9 2-12 15,-8 4-9-15,-7 0-5 0,-17 5-9 16,-8 0-15-16,-33-1-31 0,-3-2-37 0,-4 9-29 16,-17-4-41-16,-4 3-37 0,-14 1-37 0,0 2-43 15,-13-1-37-15,-4 2-33 0,-5-2-61 0,0 0-335 16,0 0-729-16,-55 3 322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8T09:20:11.6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2463 1446 54 0,'-4'-4'273'0,"2"-4"-10"0,-3 3-8 0,0 0-3 0,-1-1 0 15,2 1-17-15,1 1-12 0,0 0-5 16,1-1-13-16,-1 2-19 0,0-1-14 0,3 4-19 15,0-3-14-15,0 3-17 0,0 0-13 0,-4-5-19 16,4 5-8-16,0 0-8 0,0 0-8 0,0 0-4 16,-5 10-1-16,5-5-11 0,0 1-2 0,0 2-1 15,0-1 0-15,3 4-12 0,-1 2-10 0,-2 1-1 16,4-3 1-16,-2 9-1 0,0-2-1 0,1 1-4 16,0 0-5-16,0 1-2 0,-1 1 3 0,1-1-5 15,-2 8 15-15,-1-7-25 0,3 5-13 0,-3-9-24 16,4 2-23-16,-3-1-31 0,-1 2-36 0,-1-6-43 15,1-1-37-15,1-4-52 0,1 2-246 0,-2-1-545 16,0-3 241-16</inkml:trace>
  <inkml:trace contextRef="#ctx0" brushRef="#br0" timeOffset="451.31">2249 1501 23 0,'-8'-6'295'0,"4"-4"-16"0,-1 0-3 0,3 2-10 16,1-3-20-16,1 1-15 0,3 0-34 0,0 0-23 16,3-1-17-16,2 1-20 0,3-2-12 0,3 4-16 15,-1-4-9-15,6 5-10 0,2-3-9 0,-2 5-8 16,1 0-10-16,3 2-4 0,-1-1-5 0,0 4-7 15,2 3-3-15,-1 0-7 0,6 5 0 0,-9-4-2 16,1 6-1-16,2-3-6 0,-4 5-1 0,4 2 0 16,-1 5-2-16,-6-6-5 0,-1 2 2 0,-4 2-4 15,6 5 1-15,-6-2-3 0,-1-2 0 0,-2 2-6 16,6 5 7-16,-10-5-3 0,3 6-6 0,-6 1 1 16,2-6 1-16,-6 8 2 0,-2-9-3 0,1 1 1 15,-6 6-3-15,-2-2 5 0,-2-4-2 16,-5 2 7-16,4-6-1 0,-2-5 0 0,-8 6 5 0,3-5 10 15,-8 1 3-15,2-1 8 0,2-5-2 0,-3 0 2 16,6-1 7-16,-7-1-2 0,7-4 8 0,3-2-7 16,-2 1 1-16,3-2 0 0,-3 1-3 0,10-2-6 15,1 0 6-15,-3-3-13 0,5 1-15 16,2 0-24-16,3 0-28 0,3-1-45 0,-2-2-51 16,3 1-52-16,4 0-55 0,4-5-52 0,7 0-278 0,-1 2-613 15,6 0 272-15</inkml:trace>
  <inkml:trace contextRef="#ctx0" brushRef="#br0" timeOffset="1020.27">2845 1629 197 0,'0'0'243'0,"0"0"-26"15,0 0-19-15,0 0-22 0,0 0-13 16,0 0-19-16,3 11-9 0,-5-5-13 0,2-4-10 15,0 3-12-15,0 3-10 0,2-1-9 0,0 2-9 16,-2-2-7-16,3 3-3 0,0 0-9 0,1-6-6 16,-3 3-4-16,5-1-2 0,-1-1-6 0,2-1-2 0,4 0-7 15,-3-2-2-15,3 0-1 0,4-5-3 16,-3 1 0-16,3-2-5 0,1-4-2 0,-1 2 0 16,-2 1 0-16,0 0-2 0,2-5 9 0,-1 4-13 15,-2-1 1-15,-1 0 0 0,1 2-1 0,-7-1 0 16,5 0 8-16,-6 1 11 0,4 3 9 0,-2-3 8 0,-1 2 0 15,-5 3 3-15,7-5-7 0,-7 5-1 0,0 0-7 16,7-1-10-16,-7 1 3 0,0 0-1 16,0 0 3-16,12 5-3 0,-8-1-3 0,2-2-2 15,-1 5 5-15,3 1-3 0,0 4-2 0,-4-1 1 16,7 4 2-16,0 1 5 0,1 1 1 0,-1 1 0 0,4 6 2 16,-1 3-1-16,-1-4 8 0,-2 3-4 0,4 1-2 15,-4 1 1-15,1-1-2 0,-1 4 5 16,-3-5 2-16,1 2-2 0,-4-2 3 0,0-5 8 15,-1-2 2-15,1 3 7 0,-5-3-1 0,0 1 12 16,0-2 14-16,-3-3 17 0,-1-4 17 0,-3 5 16 16,-2-1 9-16,-1-7 5 0,-2 0 13 0,1-1 4 0,-3-1 8 15,-5-1 1-15,-1-2-3 0,2-3-3 16,-2-1-7-16,2-5-7 0,-4 0-8 0,5-3-7 16,-1-3-14-16,2-2-11 0,-2-6-11 0,2-2-13 15,5-2-10-15,1-4-15 0,5-3-12 0,-2-1-35 16,6-2-34-16,-1 0-36 0,2-2-34 0,3 1-35 15,1 4-34-15,-1 0-23 0,-2-1-37 0,10 5-27 16,-4 0-33-16,0 8-29 0,-2 2-34 0,4 0-49 16,-3 5-39-16,-3 1-227 0,2 0-712 0,-1 2 316 15</inkml:trace>
  <inkml:trace contextRef="#ctx0" brushRef="#br0" timeOffset="1488.6">3230 1611 132 0,'0'0'248'0,"0"0"-32"15,0 0-22-15,8-1-21 0,-8 1-15 0,0 0-9 0,6 10-6 16,-2-6-12-16,-2 0-8 0,4 5-8 16,-1 1-14-16,2 1-5 0,-2 1-11 0,6 2-7 15,-4 1-7-15,1 1-4 0,0-1-10 0,0-3-4 16,2 3-8-16,-3-6-2 0,1 1-2 0,0 1-7 15,-4-5-1-15,3 4-4 0,-3-5-1 0,2 2-1 0,-1-4-3 16,-2 2 10-16,-3-5 31 0,5 3 28 16,-5-3-4-16,0 0-7 0,0 0-6 0,11-14-9 15,-11 8 0-15,1-3-5 0,2-3 1 0,0 1-1 16,-2-1 0-16,2-1 1 0,1 0-1 0,-4 2 8 16,4-1 24-16,-3 3-14 0,1-2 2 0,-4 5 5 15,6-4-3-15,-2 6-7 0,2-1-6 0,-1 2 1 16,-3 3-13-16,1-7-5 0,-1 7-14 0,3-6-5 15,-3 6 0-15,6-4-10 0,-6 4 6 0,0 0-8 16,20 5 0-16,-15-2-2 0,3 0 1 0,3 3-9 16,0-2 3-16,-3 0-2 0,3-1-5 0,1 3 5 0,-1 0-6 15,1 0-3-15,-1 1-1 0,0 0 1 16,0 1-1-16,-3-1-9 0,4 0-5 0,-3 1-18 16,-1 0-15-16,2 0-13 0,-3 0-20 0,-1 1-16 15,1 2-25-15,-4-3-22 0,3 0-28 0,-3 0-32 16,-2 2-41-16,3-3-45 0,-1-1-35 0,3 0-188 15,-5 0-548-15,4 0 243 0</inkml:trace>
  <inkml:trace contextRef="#ctx0" brushRef="#br0" timeOffset="1973.65">4012 1686 22 0,'0'-9'248'0,"1"2"1"0,-2 0-5 0,-2-1-9 16,2-1-11-16,-1 2-9 0,-2-2-8 0,0 4-9 16,0-1-14-16,-1-1-16 0,-2 2-9 0,0 2-16 15,3-3-18-15,-1 4-11 0,5 2-11 0,-17-2-7 16,17 2-12-16,-20 5-17 0,8 2 1 0,-2-1-9 16,-1 7-2-16,-3-1-6 0,4 2-7 0,-2 1-4 15,2 0-4-15,1 1-3 0,5-2-3 0,-4 0-5 16,2 3-4-16,3-2-1 0,2-3-8 0,4 2-1 15,-2-5-10-15,3 0-5 0,2-2-1 0,0 1 3 16,5-1-2-16,0-4-1 0,1 2-3 0,4-5 0 16,0 0-14-16,9-2-10 0,-3-4-2 0,0-1-1 15,-1-2 1-15,3 0 3 0,1-2 1 0,-4-2 7 16,0 0-2-16,-4 1 8 0,1-1 3 0,-1 1 0 16,-2-1 5-16,-4 4 3 0,-2 0 15 0,-2 2 16 15,3-4 4-15,-3 4 19 0,-2 0 8 0,3 2 9 16,-4 5 4-16,0-10 4 0,0 10-1 0,0-6 0 15,0 6-11-15,0 0-6 0,0-6-12 0,0 6-4 16,0 0 1-16,0 0-7 0,0 0-2 0,0 0-4 16,-10 19-5-16,9-8-3 0,0-2-7 0,1 1-3 15,1 1-6-15,2 2-7 0,1-2-9 0,0 2-19 16,3-2-16-16,-2 0-25 0,2 2-21 0,0-3-21 16,1 1-23-16,0-1-21 0,3-2-20 0,-3-5-15 15,4 4-20-15,-2-6-11 0,-2 0 3 0,4-2-1 16,-12 1 5-16,18-10-114 0,-5 7-360 0,-6-3 159 15</inkml:trace>
  <inkml:trace contextRef="#ctx0" brushRef="#br0" timeOffset="2542.33">4220 1751 920 0,'5'-10'-62'0,"1"-7"32"0,-5 6 26 0,6 2 35 16,-7-3 30-16,1 3 35 0,3-3 16 0,-2 5 7 15,-2-4 23-15,-2 4 13 0,2 0 10 0,-1-2 3 16,-2 6 0-16,3 3-4 0,-1-12-1 0,1 12-12 16,-3-5-17-16,3 5-18 0,0-4-13 0,0 4-13 15,0 0-13-15,0 0-6 0,0 0-5 0,0 0-3 16,0 0-9-16,0 0-2 0,0 22-13 0,3-13 2 15,-3-1-9-15,4 3 2 0,0-2-4 0,-1 2-3 16,0 0-5-16,1 0-2 0,-3-3-4 0,2 1-4 16,2 1-7-16,-1 0-7 0,-1-3-7 0,2-2-6 15,0-1 2-15,0-1 2 0,1 0 1 0,1-2 1 16,-7-1 1-16,11 0 2 0,-2-4-1 0,0-1 5 16,-3 2-2-16,2-5 5 0,-3-1-2 0,6 1 1 15,-7 3 16-15,2-5 14 0,-1 2 9 0,-1-2 6 16,0 4 5-16,0-1 5 0,2 1 6 0,-5 1-4 15,3-1 0-15,-1 3-2 0,-3 3-12 0,1-8-3 16,-1 8-15-16,0 0-4 0,6-2-3 0,-6 2 0 16,0 0-2-16,0 0-1 0,0 0-4 0,13 12 4 15,-9-8 0-15,-2 3-7 0,2-1 1 0,-3 2-5 16,6-2 9-16,-3 3-22 0,2 0 10 0,-1 0-2 16,-1-4-2-16,0 1 0 0,0-2-5 0,-1 1 1 15,1-1 4-15,0 0 5 0,-4-4-5 0,8 3 4 16,-8-3-2-16,0 0 9 0,15-10-1 0,-11 7 5 15,0-2 4-15,2-2 8 0,-1-2 13 0,-1 2 4 16,2-4 2-16,-2 5 12 0,-1-5 4 0,-1 5 0 16,5-2-2-16,-3 0 1 0,-1 0-2 0,1 3 4 15,0 0 0-15,-3-3 2 0,2 6-13 0,0-2-9 16,1 1-7-16,-4 3-4 0,5-5-5 0,-5 5-5 16,4-3 0-16,3 3-6 0,-7 0 1 0,0 0 1 15,18 10-4-15,-13-7-2 0,2 0-1 0,3 6-2 16,-3-1-1-16,2 0 0 0,2 2-5 0,-3 1-9 15,4-1-18-15,-1-1-15 0,-4 2-23 0,4-3-29 16,0 1-29-16,-3 0-35 0,0-3-30 0,0 0-34 16,-2-1-39-16,-1 0-32 0,2-3-36 0,0 0-244 15,-7-2-619-15,0 0 275 0</inkml:trace>
  <inkml:trace contextRef="#ctx0" brushRef="#br0" timeOffset="2743.04">4910 1578 256 0,'1'-3'238'0,"-1"3"-16"16,0 0-24-16,2-5-22 0,-2 5-14 0,0 0-5 15,0 0 5-15,0 0-9 0,-2 17-2 0,2-17-13 16,0 10-1-16,0-2-21 0,2-3-11 0,3 7-6 16,-4-4-13-16,2 5-7 0,1-1-11 0,-3-1-6 15,3 0-5-15,-1 2-10 0,1-1-34 0,4-2-39 16,-1 1-45-16,0-1-38 0,1-7-64 0,1 2-35 15,1 1-175-15,2-4-414 0,-1 1 183 0</inkml:trace>
  <inkml:trace contextRef="#ctx0" brushRef="#br0" timeOffset="3010.66">5338 1625 149 0,'1'-3'262'0,"-2"-4"3"0,1 7 2 16,-4-8 0-16,1 6-2 0,-2-5-12 0,-2 3-4 0,-5 1-6 15,2-1 0-15,-1 0-12 0,-2 4-11 0,-1-3-13 16,-2 3-6-16,-2 2-15 0,3-1-9 0,1 2-15 16,0-2-15-16,1 5-14 0,-1-2-7 0,1 4-17 15,3-6-9-15,0 5-12 0,0 2-4 16,2 0-8-16,4-1-10 0,-5 0-7 0,7 3-7 16,1-1-7-16,2 2-5 0,5-3-3 0,3 2-3 0,1-1-3 15,6 2-1-15,2-2-5 0,1-2 0 0,9 0-29 16,1-3-45-16,2-1-36 0,0-1-31 0,3-3-29 15,-1 0-32-15,-2-7-30 0,2 5-31 0,-3-7-36 16,1 0-32-16,-1-2-29 0,-11 1-202 16,0 3-581-16,-4-5 257 0</inkml:trace>
  <inkml:trace contextRef="#ctx0" brushRef="#br0" timeOffset="3328.16">5052 1366 23 0,'0'0'176'0,"-1"3"2"16,1-3-9-16,0 4-11 0,0 0-9 0,0-4-14 0,0 8-11 15,1-3-9-15,2-2-16 0,0 2-7 0,1-1-11 16,1 0-9-16,-1 1-8 0,2-1-4 0,-2-1-7 15,0-1 0-15,-1 2-10 0,0-2 0 0,-3-2-7 16,1 3 14-16,-1-3 18 0,0 0 15 16,0 0 20-16,0 0-8 0,0 0-9 0,0 0-8 0,0 0-9 15,0 0-8-15,0 0-3 0,3-11-7 0,-3 11-6 16,-4-9-2-16,2 4-13 0,2-1-15 0,-4 3-27 16,4-2-42-16,0 5-52 0,-1-8-71 15,-2 4-242-15,3 4-453 0,-4-6 201 0</inkml:trace>
  <inkml:trace contextRef="#ctx0" brushRef="#br0" timeOffset="5670.07">6289 1308 2 0,'-3'-11'380'0,"2"-1"-22"0,-2 1-18 15,3 4-11-15,-1 1-10 0,1-1-20 0,0 2-27 16,-3 2-20-16,3 3-24 0,-2-6-31 0,2 6-38 16,0 0-11-16,0 0-13 0,0 0-13 0,0 0-13 15,9 15-12-15,-4-3-4 0,-1 2-13 0,7 4-15 16,-4 0-7-16,1 1 9 0,5 6-14 0,-3 1-7 15,1 1-3-15,4 0-8 0,-4-3 0 0,1 2-35 16,-4-8-27-16,2 0-22 0,-3 0-23 0,3 6-23 16,0-7-32-16,-3 1-30 0,-3-7-28 0,3 1-54 15,-2-1-43-15,-2-3-233 0,-2 1-558 0,2-3 248 16</inkml:trace>
  <inkml:trace contextRef="#ctx0" brushRef="#br0" timeOffset="6004.48">6215 1211 145 0,'-1'-14'288'0,"-2"1"-6"0,0 2-11 16,3-2-10-16,0 0-21 0,0 2-16 0,3 1-19 15,1 1-20-15,-4 0-14 0,4 2-22 0,0 0-19 16,5 3-16-16,-1 0-13 0,4 4-12 0,0 0-10 15,5 0-5-15,3 4-12 0,-1 1-7 0,0 5 0 16,4-2-9-16,2 6 0 0,-5-1-4 0,-1-1-4 16,3 8-8-16,-6-6-3 0,4 5-1 0,-6-5-7 15,-1 3 1-15,-3 0-3 0,0-1-3 0,-5 1-5 16,1-2 4-16,-2-1-4 0,-4-2-2 0,-4-1-1 16,1 0 5-16,-2 1-5 0,-4-2 2 0,-4 1-1 15,2-2 0-15,-8 2 1 0,4-2-2 0,-3 0 4 16,0-2-7-16,4-3-14 0,0 1-37 0,2 0-36 15,0-2-37-15,3-1-55 0,4-2-63 0,1 1-251 16,4-1-530-16,0 0 235 0</inkml:trace>
  <inkml:trace contextRef="#ctx0" brushRef="#br0" timeOffset="6974.69">6650 1535 138 0,'5'-3'237'0,"0"0"-14"0,-1 0-15 0,4 1-18 16,-1-1-13-16,3 2-17 0,0 0-17 0,0 2-12 15,-2 2-16-15,7 1-10 0,-5-2-10 0,1 4-6 16,-1 1-11-16,3-1-8 0,-2 2-8 0,-2 0-6 15,1 1-8-15,-1 1 0 0,-1 0-3 0,-2 1-9 16,-4-4 0-16,1 5-4 0,1-5-1 16,-2 2-7-16,-2-2 1 0,0 4-3 0,-2-4 0 0,2-1 1 15,0-6-3-15,-3 11 2 0,-1-9 12 0,0 1 4 16,4-3 5-16,0 0 0 0,0 0 2 0,-15-2-6 16,15 2-4-16,-2-8 1 0,2 1-4 15,1 1-5-15,3-4-17 0,0-1-14 0,3-2-16 16,2-2-13-16,4 0-8 0,2 4-2 0,-2-2-1 0,4 3-1 15,-1 1 7-15,0 0 1 0,-3 1 5 0,0 4 6 16,-5-1-4-16,5 3 4 0,-3 1 1 0,-1 0 1 16,-1 2 6-16,-3 0 0 0,3 0 0 0,-1 2 3 15,-1 0-3-15,-1 2 6 0,6 2 6 16,-7-1-6-16,3 4 2 0,-2-2 3 0,2 1-1 0,1 3 2 16,-1-2 1-16,1-2-1 0,-1 2 6 0,4-2-5 15,0 1 4-15,-4 0 1 0,3-2 2 0,0 1-1 16,2-4 4-16,0 1 1 0,-3-2 6 0,3-3 2 15,-3 0 6-15,-2 0 5 0,-3-3 8 16,3 1 1-16,-1-2 6 0,-4-3-2 0,-1 1-2 0,2 0-1 16,-6-2 3-16,2-2-5 0,-4 3-4 0,-2-3 5 15,0 2-4-15,-4-2 6 0,0 4-5 0,0-4-2 16,2 3-3-16,-2 1-2 0,0 1-4 0,3 2 0 16,-3-2 3-16,0 1-5 0,4 3-7 0,2-2 2 15,0 1-2-15,1 0-10 0,4 2-12 0,0 0-5 16,-6-1-4-16,6 1 1 0,0 0 1 0,0 0-4 15,19 5-4-15,-4-5-9 0,5 0 0 0,1 0-6 16,9-3-4-16,3 3 0 0,-2-2 0 0,0 3 1 16,-1-5 4-16,0 3 12 0,-1-4-7 0,-5 3 7 15,-1-1 6-15,-3-1-3 0,1 0 4 0,-2 2 5 16,-5-2 3-16,-4 1 22 0,1 1 13 0,-4-1 17 16,-1 0 2-16,-4 0 3 0,3 0 2 0,-2 1-10 15,-3 2-7-15,0 0-1 0,-8-7-2 0,4 6-4 16,4 1-5-16,-12 1 0 0,4-1-3 0,-2 3 0 15,2 2-3-15,-2 0 0 0,0 3-1 0,0-2-2 16,0 5-2-16,2 0-3 0,-1 5 0 0,2 1 1 16,3 1 1-16,4 3-1 0,1 3 3 0,6 4-2 15,0-1 2-15,5 2-2 0,1 2 2 0,4 2-1 16,0 1-1-16,10 10 2 0,-8-12-1 0,1 3-2 16,1-2 0-16,0 1 3 0,1-1-2 0,0-1 2 15,-6-1-2-15,1-3 0 0,-1-1-2 0,-8-8 5 16,3-1-6-16,-2-2 2 0,-5-3 1 0,-1-1 13 15,-3-2 30-15,0-4 26 0,-3 2 32 0,-5-3 21 16,-1-1 8-16,-4 0 12 0,-5-4-2 0,-2-3 1 16,-8-1-10-16,5-1-10 0,-6-4 2 0,1-1-6 15,7-2-2-15,3 1-11 0,0-2-6 0,1-2-8 16,2 1-13-16,-1-8-9 0,8 3-17 0,0 0-23 16,2-2-39-16,3-1-50 0,3-7-41 0,7-1-58 15,0-1-61-15,6-3-57 0,0 6-61 0,4 1-40 16,0-1-250-16,-2 3-675 0,1 2 300 0</inkml:trace>
  <inkml:trace contextRef="#ctx0" brushRef="#br0" timeOffset="8312.76">7712 1609 236 0,'5'-3'260'0,"-5"3"-14"16,5-7-13-16,-1 4-17 0,2 1-13 0,1 0-23 15,-3-1-17-15,4 2-17 0,-1 0-16 0,1 1-12 16,0 1-8-16,-1 0-17 0,1 2 0 0,6 2-20 16,-5 0-6-16,2 0-6 0,0 2-7 0,1 1-7 15,-4-1-2-15,-1 4-7 0,0-3-4 0,-2 3 0 16,-1-1-8-16,-1-2 2 0,3 3-8 0,-6-4 2 15,1 3-3-15,-1-3 0 0,0 1-3 0,-1-3 1 16,-4 0 0-16,4 0 2 0,1-5-5 0,-8 3 8 16,8-3 9-16,0 0 14 0,-16-2 0 0,16 2-5 15,-10-8 13-15,3 1-2 0,5-1-11 0,-2 3-4 16,2-5 1-16,-1-1-9 0,6-1-3 0,-3 1-5 16,6-2-13-16,0 1-11 0,5-2-18 0,0-1-19 15,1 7-13-15,5-3-18 0,-1-1-10 0,-1 6-9 16,4-1-18-16,3 1-11 0,-3 1 4 0,3 1-13 15,-2 1-10-15,3 1-4 0,-4 2 1 0,4-1 1 16,-4 2 1-16,4 0 7 0,-4-2 10 0,2 3 5 16,-2 0 17-16,1 0-1 0,-6-2 19 0,2 0 6 15,-5 0 4-15,0-1 25 0,3 0 17 0,-9-1 12 16,2 0 24-16,-3 1 22 0,-4 1 15 0,8-6 7 16,-7 4 13-16,-1-3 8 0,0 5 17 0,-1-8 2 15,-3 3-2-15,0 1 8 0,-1-2-10 0,-4 1 4 16,1-2 6-16,-4 2 0 0,2-2-4 0,-1 4-7 15,-3-2-4-15,1 1-2 0,-7-2-4 0,8 6-6 16,-9-2-4-16,1 2-8 0,2 4-4 0,-2-3-4 16,6 6-5-16,-2 1-7 0,2-2-6 0,-2 1 1 15,2 4-5-15,5-3-3 0,2 3 0 0,0-1-5 16,3 2 5-16,0-1-6 0,4 1 0 0,-1 1 3 16,6-3-4-16,-1 0 1 0,2 0-1 0,3 1-2 15,7 0 3-15,2-2-4 0,0-1 5 0,2-2-5 16,-2-3 3-16,6-1 2 0,-5 0-8 0,1-4 0 15,-6 0 1-15,7-3-3 0,-9-1-1 0,8-1-2 16,-9 1 2-16,-1-4 2 0,-1 4-2 0,0-7-3 16,-4 4-2-16,-1-1 10 0,-2 0 8 0,0 1 15 15,-2-1 3-15,0 0 9 0,0 3 7 0,-1 0 6 16,0 1-2-16,-1 2-7 0,-1 1-8 0,2-2 2 16,-2 1-11-16,3 4-4 0,-7-2-4 0,7 2-7 15,-7 0 2-15,7 0-2 0,-6 6-2 0,3-1-6 16,-1-2 4-16,3 3-6 0,-1 3-8 0,1-2 1 15,1-1-3-15,0 2 3 0,1 0-8 0,3 5 5 16,1-6-9-16,0 5-7 0,2-6 0 0,1 5-3 16,0-6-5-16,2 0-5 0,-1 0-7 0,2-3-5 15,1 2-6-15,-1-2-8 0,0-2 6 0,2-3-7 16,-3 1 2-16,1 1 4 0,1-3 2 0,-1-2 5 16,-3 1 4-16,-1 1 5 0,-2-2 5 0,0-2 1 15,-3 4 11-15,1-5 12 0,1 2 11 0,-1-1 11 16,0 0 12-16,-3 3 8 0,1-3 7 0,0 2 12 15,-1 1 5-15,0-1 4 0,0 1 2 0,0 2 7 16,0 3 1-16,-1-6-13 0,1 6-10 0,0-6-10 16,0 6-6-16,0 0-5 0,1-4-5 0,-1 4-1 15,0 0-6-15,0 0 3 0,2 13-3 0,0-9-11 16,0 2 5-16,0 1 3 0,1 0 7 0,-2 1-16 16,2-1-5-16,-3 0 2 0,7 4-9 0,-3-3-4 15,-1 2-4-15,0-5 0 0,1 0-1 0,-3 3 2 16,0-3 0-16,-1-5 6 0,3 7-1 0,1-4-1 15,-4-3 6-15,0 0 1 0,0 0 0 0,8 0 7 0,-8 0 3 16,0 0 6-16,15-10 6 0,-9 6-7 16,-2-4 21-16,0 3-5 0,1-1 9 0,1-4 0 15,3 2 1-15,-3-2 3 0,-2 4 10 0,1-4 3 16,1 5 7-16,-1 0-5 0,-1 0-5 0,-4 0-3 16,4 2-4-16,-2 0-7 0,-2 3-6 0,5-5-14 0,-5 5 1 15,3-1-7-15,-3 1 5 0,0 0-3 16,0 0-6-16,5 9 0 0,0-6-11 0,-2 4 5 15,0-2-6-15,0 1-2 0,1 2-6 0,1 0 2 16,0 0-7-16,0-1 7 0,2-2-6 0,-2 5 8 0,1-5-2 16,-2 0 1-16,1 1 1 0,-2-3 2 0,-3-3 0 15,11 4 7-15,-6-4-4 0,-5 0 8 16,11 0 15-16,-11 0 10 0,11-3-5 0,-6-1 15 16,-1-2 6-16,1 1 11 0,0 1 4 0,-1-3 6 15,0 3 3-15,1-1-4 0,1-1 2 0,-2 1-2 0,0-2 1 16,-4 4-5-16,6-1-7 0,-5 1-4 0,2-1-5 15,-2 0-5-15,-1 4-11 0,5-3-7 16,-5 3-15-16,0 0-14 0,0 0-11 0,9 1-14 16,-9-1-18-16,0 0-26 0,7 5-12 0,-3-1-26 0,3 1-16 15,-1 0-24-15,1 0-31 0,1 0-25 0,4 2-34 16,-1-1-44-16,0-2-44 0,3 1-46 0,-2-1-196 16,3-1-621-16,3 0 275 0</inkml:trace>
  <inkml:trace contextRef="#ctx0" brushRef="#br0" timeOffset="9450.12">8986 1461 59 0,'0'0'245'0,"0"0"-25"0,0 0-19 15,0 0-19-15,0 0-20 0,0 0-17 0,0 0-11 16,0 0-11-16,-6 12 0 0,6-8-8 0,3 1-11 15,1 1-8-15,-1 1-4 0,-2-1-9 0,2 2-5 16,4 0-8-16,-3-1-4 0,1 3-6 16,3 0-8-16,-5-1-6 0,4 1 0 0,0-3-8 0,-2-1-1 15,2-2-2-15,-3 2-4 0,0-3 0 0,2 0-2 16,-5 1-1-16,-1-4-3 0,9 0-1 0,-9 0 0 16,0 0-6-16,11-2 0 0,-6 0 5 0,-3-2 14 15,1 2-3-15,1-4 8 0,0 1 2 16,1 0 8-16,-2-1 2 0,0-1 10 0,-3 1 0 0,5 0-4 15,0-1 7-15,-3 3-4 0,1-1-4 0,0 2 5 16,-2-2-10-16,3 3 3 0,-4 2-19 0,4-4-4 16,-4 4-3-16,4-2-5 0,-4 2-6 0,0 0 0 15,0 0-1-15,11 6-6 0,-8-2-2 16,1 2 1-16,1-2-4 0,1 5 6 0,-3-4-5 0,2 5-3 16,1-1 2-16,-1 0-9 0,3 2 16 0,-4-4-9 15,2 4 4-15,-1-5-6 0,2-2-8 0,-2 4 2 16,-4-5 2-16,5 0-6 0,-3 1 7 0,2-1-1 15,-3-1 1-15,-2-2 3 0,8 1-1 0,-8-1-1 16,9-6 5-16,-3 2-6 0,-2 1 3 0,0 0-2 16,-3-5 4-16,5 1 9 0,-2 2 10 0,0-3-3 15,1 0 8-15,-1-2 8 0,2 0-9 0,-5 1 8 16,2-1 9-16,1 2-14 0,-1 2 2 0,-2 0-3 16,2 0-3-16,-2 0 3 0,2 2-9 0,-2 1-9 15,2 0-3-15,-3 3-5 0,0 0-6 0,0 0-3 16,0 0-4-16,0 0-8 0,15 8-3 0,-11-5-8 15,0 4-2-15,0-1 5 0,0 3-10 0,3 1 15 16,-3-1-15-16,3 2 0 0,2-1-2 0,-2-1 6 16,0 0-4-16,0 1-1 0,2-4 0 0,-1 4 6 15,2-5 1-15,-4-2 1 0,4 2 10 0,-4-2-3 16,1-2 3-16,-7-1 3 0,13 0 2 0,-13 0 5 16,11-4-2-16,-7 1 0 0,2-1 20 0,-2 1-11 15,-4 3 12-15,6-11 5 0,0 4 5 0,-3 4 10 16,2-5-1-16,-1 1 10 0,-4 0 4 0,0-1 0 15,4 3 3-15,-2-1-4 0,-2 0-8 0,0 6-6 16,0-9 5-16,2 6-5 0,-2 3-5 0,3-6-9 16,-3 6-7-16,0 0-18 0,4-4-7 0,-4 4-4 15,0 0-3-15,0 0-8 0,0 0-7 0,11 9 0 16,-1-5-6-16,-3 1 1 0,3 0-1 0,1 2 0 16,4-1-5-16,3 1-5 0,2 1 0 0,3-2-7 15,7 4 4-15,1-3 1 0,-1-1 6 0,3-2 0 16,-2 0 4-16,7 0 7 0,-4-2 2 0,3-3 3 15,1 0 4-15,-4 1 5 0,1-4 0 0,-1 3 3 16,-1-5 10-16,-3 0-3 0,-7 2 3 0,-1-3 2 16,-2 0 6-16,2 1 8 0,-4-5 1 0,-2 2 4 15,-2-2 6-15,1 0-9 0,-4 1 4 0,1-4 9 16,-5 5-11-16,-1-4 3 0,-3 1 9 0,1 1-2 16,-4 0 12-16,2-1 7 0,-2 4 5 0,-3-4 8 15,2 4 3-15,-4-3-2 0,4 3 0 0,-3 4-4 16,-2-2-8-16,1 2-5 0,1-1-3 0,-3 1-7 15,0 2 2-15,-2 1-10 0,-3 2 5 0,1 1-2 16,-1 2-3-16,-2 1 6 0,2 1-1 0,-5 5-4 16,2 0-9-16,3 2-5 0,-3 1 2 0,0 4 3 15,4-2-7-15,-1 3 2 0,4 6 5 0,1-5-7 16,3 5 1-16,1 2 0 0,3 2 6 0,3 2-4 16,8 0 1-16,1-1 4 0,3 2 8 0,4 3-14 15,-4-3 3-15,12 10 1 0,-2-11-1 0,-1 0 0 16,-2-2 0-16,4 1-5 0,-3-3 6 0,-3-5-1 15,0 4-3-15,-3-6 0 0,-2-3 1 0,-3-3 4 16,1-3 0-16,-8-1-3 0,3-5-5 0,-2 3 6 16,-5-4 7-16,3-2 0 0,-4-2-6 0,0 0-3 15,0 0-2-15,0 0-12 0,-23-9-26 0,8 0-27 16,-4-2-41-16,-7-6-42 0,-5 3-55 0,0-7-83 16,-6 2-286-16,-15-6-616 0,3-4 274 0</inkml:trace>
  <inkml:trace contextRef="#ctx0" brushRef="#br0" timeOffset="9634.1">9886 1285 259 0,'-1'-7'295'0,"-3"-2"-30"16,0 1-29-16,1 1-23 0,-4 2-23 0,3-1-26 15,0 1-46-15,-4 3-51 0,2 1-51 0,-2 1-62 16,8 0-84-16,-15 3-145 0,4 1-297 0,1 0 132 16</inkml:trace>
  <inkml:trace contextRef="#ctx0" brushRef="#br0" timeOffset="10972.18">2495 2541 98 0,'0'0'235'15,"0"0"-13"-15,0 0-13 0,0 0-21 0,0 0-14 0,0 0-15 16,-5 1-18-16,5-1-16 0,0 0-10 0,0 0-15 16,0 0-9-16,0 0-7 0,0 0-4 0,0 0-3 15,0 0-4-15,0 0 0 0,27 0-2 16,-16 2-3-16,5-3-5 0,2 1-3 0,2-5-1 0,6 4 0 15,5-2-4-15,3-1 0 0,2-1-3 0,1 0 1 16,6-1-1-16,-2-2 0 0,0 2-4 0,16 3 4 16,0-6-1-16,0 3-6 0,-3-3-1 0,2 2-6 15,-1-1-1-15,2 0 0 0,-4-1-4 0,0 3-8 16,4 0 0-16,-3 1 2 0,2 0-7 0,-2 0-5 16,-10 4 3-16,9-5 3 0,-12 3-4 0,4 0-7 15,9-2 6-15,-13 4-5 0,15-2-1 0,-14 0-1 16,12 1 3-16,-13-1-7 0,0 3 1 0,18-2 0 15,-20 1-1-15,6 1-1 0,9-2 3 0,-10 1-2 16,-5-4 5-16,18 1-10 0,-17 1 6 0,14 3-6 16,-12-1 4-16,-1-1-3 0,0-1 0 0,2 0-1 15,0 0-1-15,-1 0 3 0,-2 2-1 0,16-6-1 16,-1 4 2-16,-12-1 2 0,-2 0-3 0,15-1 2 16,-14 2 4-16,14 0-10 0,-15-2 5 0,13-1-6 15,-13 2-20-15,15-1 0 0,-13 3 1 0,-1-4 3 16,-1 1 3-16,1 3 1 0,-1-2-1 0,-1-1 3 15,0 1 2-15,-2 1 3 0,-1 0 1 0,4-2 1 16,-6 2 2-16,3 2 2 0,-5-2-3 0,2 0 1 16,-2 1 1-16,2 1 1 0,-2 1 2 15,-3-2-6-15,0 0 4 0,-7 1-1 0,0-1 2 0,-1 1 3 16,1 1-5-16,-1-1 3 0,-2 1-4 0,-2 0-14 16,-3 0-15-16,-2 0-15 0,2 1-23 0,-2-2-21 15,-4 1-31-15,0-1-34 0,-3 1-33 0,2 0-31 16,-8 0-184-16,7 0-440 0,-7 0 196 0</inkml:trace>
  <inkml:trace contextRef="#ctx0" brushRef="#br0" timeOffset="11841.92">6392 2273 25 0,'0'0'139'16,"4"4"-10"-16,0-3-5 0,-4-1-9 0,0 0 1 15,2 5-30-15,0-2-3 0,-2-3-8 0,6 2-5 0,-5 3-15 16,2-2 2-16,1 1-11 0,4-3 4 0,-4 1-9 16,3-2-2-16,1 1-10 0,6-1-11 0,-5 0-14 15,5-1-15-15,2 1-1 0,-2-3-20 16,3-1 7-16,-3 0-4 0,1 0 5 0,0 2 2 16,-3-4-2-16,1 1 5 0,-1-2-3 0,-4 1 9 0,1-1 14 15,-2 3 13-15,1-1 19 0,-5 0 7 0,2-1 19 16,1 0 9-16,-5 3 15 0,2-1 1 0,-1-1 3 15,0 1 6-15,0 0-2 0,-2 4 0 0,1-4-8 16,-1 4-5-16,5-4-4 0,-5 4-12 16,0-3-6-16,0 3-6 0,0 0-6 0,0 0-6 15,0 0-3-15,0 0-7 0,0 0-5 0,0 0-1 0,0 0 2 16,0 0-3-16,0 0-2 0,8 8-2 0,-2-4 0 16,-2-3-3-16,0 4-6 0,3-3-3 0,0 1-3 15,-2-1-2-15,2 1-1 0,0-2-5 0,2 0 4 16,2 2-4-16,0-3 6 0,3 1-4 15,1-1-2-15,-1 0-2 0,0-1 3 0,5-2 2 0,0 1-5 16,0-2 1-16,3 0 3 0,1 3 3 0,-1-3-3 16,8-1 2-16,0 0-2 0,1 0 9 0,0-1-5 15,1 4-2-15,0-2-2 0,2 0 3 16,4 1 2-16,-4-3-3 0,2 2-1 0,-1 2 0 16,6-1 3-16,-2 0-3 0,-1 0 2 0,2 3 1 15,-3-4-1-15,5 2 1 0,-1-1-1 0,3 0 1 0,11 2 1 16,-12-1-4-16,14-2 3 0,-13 1 1 0,13-1 0 15,0 4-3-15,-1-2 0 0,-14 2 1 16,15-3-1-16,2 1 1 0,-5 2 1 0,2-3 3 16,-13 2-4-16,12-2 2 0,-13 1 2 0,15-2-2 15,-16 1 3-15,13 1-2 0,-10-1 9 0,13-2-4 0,-3 4 1 16,2-2-8-16,-15 0 0 0,15 0 3 0,-17 0-6 16,3 1 5-16,13-1 4 0,-14 2-4 15,-1 0 1-15,0 1-1 0,1-3 0 0,-1 1-1 16,-3 1 4-16,1-1-2 0,-4-1-3 0,3 3 2 15,0-1-1-15,-2-3-1 0,-4 2 2 0,2 0-1 16,0 2 3-16,-4-4-5 0,0 2 3 0,2 2-1 0,1-3-1 16,0 3 0-16,-10-2 0 0,9 0 3 0,-1 0-4 15,0-1 2-15,1 2 0 0,-1 0 2 16,0 0 1-16,-2-1-5 0,-4 2 6 0,-1-3-3 16,7 1 1-16,-7 2 4 0,-4-3-2 0,3 2 1 15,0 1 0-15,-4-1 1 0,3 1 3 0,-6-2-2 0,4 0 1 16,-4 2 3-16,-4-1-1 0,4 1-5 0,0-1 0 15,-1 0 0-15,-2-3 0 0,1 4 1 0,-2-1-3 16,1 0 3-16,-3 0-2 0,-1 1 4 16,1 0-5-16,-2-2-1 0,0 1 1 0,1 1-1 15,-8 0 0-15,10 0 0 0,-10 0 3 0,6-1-1 0,-6 1-3 16,0 0 1-16,0 0 1 0,7-1 0 0,-7 1-1 16,0 0-15-16,0 0-21 0,7-1-23 15,-7 1-34-15,0 0-31 0,0 0-82 0,0 0-165 0,0 0-397 16,0 0 175-16</inkml:trace>
  <inkml:trace contextRef="#ctx0" brushRef="#br0" timeOffset="12996.01">10236 1994 174 0,'9'0'178'0,"2"-2"-4"16,-1 4-6-16,3-6-16 0,1 6-5 0,-1-2-15 15,5-1-4-15,3 1-7 0,-1 1-6 0,-6-2-8 16,-1 1-10-16,8 0-8 0,-8 0-10 0,2 1-11 16,-4-2-5-16,4 1-3 0,-3-3-7 0,-1 5-3 15,1-2-8-15,-5-2-4 0,5 0-18 0,-5 2-34 16,1 0-28-16,-1 0-49 0,3-2-31 0,-5-1-58 15,2 2-121-15,-3-1-327 0,-4 2 145 0</inkml:trace>
  <inkml:trace contextRef="#ctx0" brushRef="#br0" timeOffset="42282.55">6894 4224 154 0,'-1'-5'305'0,"2"0"-7"0,-1 1-3 15,0 0-4-15,0-1-14 0,0 5-2 0,0-7-22 16,-1 1-20-16,1 6-15 0,0 0-23 0,0-3-22 16,0 3-18-16,0 0-18 0,0 0-16 0,0 0-5 15,0 0 20-15,5 10-6 0,-2-4-12 0,-2 2-4 16,2 1-5-16,1 1-9 0,-3 3-14 0,2-1-3 16,0 2-9-16,2 1-8 0,-2 3-3 0,-2-5-12 15,-1 6-2-15,3-3-2 0,0 2-4 0,2-1-7 16,-2 0-6-16,-3 0 11 0,4-3-27 0,-4-2-18 15,1 1-21-15,3 0-31 0,-2 0-43 0,-1-1-17 16,0 0-13-16,1-5-24 0,-1 1-15 0,-1-1-23 16,4-1-21-16,-4-1-17 0,3-1-27 0,-3-4-53 15,6 1-182-15,-6-1-529 0,0 0 234 0</inkml:trace>
  <inkml:trace contextRef="#ctx0" brushRef="#br0" timeOffset="42567.37">6887 4186 262 0,'-6'-5'318'0,"1"2"-11"0,1-2-12 0,0 1-17 16,1 2-4-16,1-2-22 0,0 0-15 0,1-1-1 0,1 5-20 15,-3-7-11-15,5 5-16 0,-2 2-19 0,2-9-23 16,0 5-9-16,3 1-14 0,-1-1-18 0,3 0-6 15,5 1-10-15,-1 0-3 0,0-2-13 0,4 2-10 16,0 3-4-16,1-3-30 0,-2 2-18 0,4 0-30 16,-1 1-28-16,-2 0-25 0,0 1-30 0,-3-1-21 15,2 1-28-15,-3 2-31 0,-2-1-30 0,-2 2-37 16,0-1-22-16,0 1-206 0,-3-2-515 0,-3 2 228 16</inkml:trace>
  <inkml:trace contextRef="#ctx0" brushRef="#br0" timeOffset="42784.8">6827 4368 63 0,'-3'5'205'16,"2"-1"-11"-16,-4 1-16 0,5-3-8 0,0-2-1 16,1 8 2-16,1-5-7 0,1-1-10 0,4 0-12 15,0-2-14-15,8 1-11 0,-4 0-16 0,11-3-5 16,-6-1-8-16,7 3-13 0,0-2-10 0,-2-3-8 15,9 0-20-15,-7 3-37 0,-2-4-35 0,2-1-26 16,0 3-27-16,-3-1-28 0,0-2-25 0,-6 2-14 16,-2 3-18-16,2-2-95 0,-3-2-290 0,-6 5 128 15</inkml:trace>
  <inkml:trace contextRef="#ctx0" brushRef="#br0" timeOffset="43185.87">7208 4313 49 0,'0'0'16'0,"0"0"16"0,0 0 6 15,0 0 11-15,0 0 8 0,0 0-2 0,0 0 6 16,0 0 3-16,0 0 10 0,0 0 3 0,0 0 6 15,-9 12-2-15,7-9 13 0,2-3-10 0,2 7 1 16,-4-2 0-16,1 0-8 0,1 0-1 0,0 3-10 16,1-3 5-16,-1-2-11 0,2 7 0 0,-2-4-9 0,1 0 2 15,-1 1-6-15,4-2-3 0,0 0-2 16,0 3-2-16,2-2-2 0,0-1-4 0,1 0-2 16,0-2 4-16,3 2-5 0,-1-1-4 0,3-2-2 15,1 0-5-15,0-1 2 0,-2-2-5 0,1-1-1 16,-1 0 0-16,0-1-1 0,1 0 2 0,-2-1-4 0,-2-3 5 15,0 1 2-15,-1 0 19 0,-2-2 11 0,0 1 10 16,0-2 13-16,-1 0 14 0,-2 3 7 16,1-4 12-16,0 2 11 0,-2 0 14 0,-1 1-4 15,0-1 3-15,2 3 3 0,-1-2 4 0,-1 1 2 0,0-1 4 16,0 3-6-16,0 0-11 0,0 4-7 0,0-5-9 16,3 0-6-16,-3 5-18 0,0 0-12 0,-3-4-13 15,3 4-9-15,0 0 2 0,0 0-16 16,0 0-3-16,0 0-6 0,0 0-2 0,10 14 1 0,-7-9-8 15,-2 1-11-15,3 4-16 0,1-2-7 0,1 0-11 16,-1 2-20-16,-1-3-4 0,2 4-11 0,1-3-5 16,1-1-14-16,0 1-11 0,0-1-10 0,1 0-14 15,-2-3-16-15,3 1-24 0,1-2-27 16,0-2-24-16,-2 0-20 0,2-3-29 0,4 1-16 0,-8-2-193 16,5-1-501-16,-4-1 221 0</inkml:trace>
  <inkml:trace contextRef="#ctx0" brushRef="#br0" timeOffset="43452.74">7655 4118 208 0,'0'-3'247'0,"-1"-3"3"0,2 0 7 0,-1 2-1 16,0 4 3-16,-1-8-6 0,1 4-8 0,-5 1-7 16,5 3-16-16,0-7-15 0,0 7-16 0,0-4-23 15,0 4-13-15,0 0-20 0,0 0-17 0,0 0-16 16,0 0-14-16,0 0-5 0,0 0-10 0,0 0-9 15,0 0-9-15,0 18-4 0,1-10 14 0,3 2-24 16,-3 3-2-16,4 3 1 0,-4-4-15 0,3 5-13 16,0 1-12-16,-1 0-10 0,0-5-14 0,1 3-12 15,0 2-4-15,4-3-12 0,-4-2-6 0,3 4-9 16,-3-5-14-16,2 5-16 0,0-6-21 0,1 0-19 16,0-1-28-16,0 0-44 0,1 1-22 0,-3-4-31 15,1-2-165-15,-2 1-462 0,0-2 204 0</inkml:trace>
  <inkml:trace contextRef="#ctx0" brushRef="#br0" timeOffset="44122.88">7679 4311 56 0,'-4'-4'237'0,"2"1"4"0,2 3-6 0,-4-4-15 16,4 4-11-16,-1-4-17 0,1 4-16 0,0 0-16 15,1-5-16-15,3 2-17 0,-4 3-13 0,9-2-7 16,-6 1-16-16,7-1-6 0,2 2-7 0,-2 0-9 0,-1 0-6 15,2 2-11-15,1 0-3 0,-1-2-6 16,0 4-3-16,1-2-5 0,1 1-1 0,0 1-6 16,-2-1-2-16,0 1-3 0,1 0-2 0,-2 2 0 15,-2 0-5-15,4-2-1 0,-4 1-3 0,2 4-2 16,1-3 2-16,-4 0-2 0,-1 0-1 0,3 1-2 16,-4 0-3-16,0-2 1 0,1-1 7 0,-2 1-9 15,-1-3 3-15,-2 3-2 0,3-2-3 0,-1 0 6 16,-3-3-1-16,5 2 2 0,-5-2 13 0,6 2 10 15,-6-2 3-15,0 0 0 0,0 0-3 0,0 0-1 0,9-5 2 16,-7 1 2-16,0 1 5 0,1-1 15 0,-1-1-10 16,0 0-1-16,2 0-1 0,0-2 3 15,-1 4-3-15,1-2 6 0,-3 0-12 0,2 0 5 16,-1 2-8-16,0-1-1 0,1 0-4 0,-3 4-3 0,4-5-6 16,-4 5-6-16,3-4 7 0,-3 4-12 0,0 0-2 15,3-3 2-15,-3 3-2 0,0 0-5 16,0 0-8-16,14 5-13 0,-11-1-7 0,1-2-15 15,2 3-8-15,-1-3-9 0,-1 2-9 0,2 0-13 0,-1 3-13 16,-1-4-14-16,2 1-11 0,0-1-8 0,-3 1-10 16,1 0 0-16,-1-3 2 0,2 1 6 15,-5-2 4-15,0 0 14 0,0 0 10 0,11-5 21 0,-4 3-5 16,-3-2 13-16,-1 0 6 0,1-2 11 16,0-1-2-16,2-1 28 0,-1 2 25 0,2-3 13 0,-2-1 15 15,-1 5 19-15,0-1 9 0,1-1 1 0,0 1 2 16,2-2-1-16,-2-1-9 0,1 5 1 0,-1-1-8 15,-1 1-1-15,0 2-8 0,3-1-2 16,-2 2-3-16,-5 1-1 0,10 0-3 0,-2 1-2 0,-1 0-1 16,1 3-1-16,-3 0-4 0,5 1 0 0,-3 0 0 15,1 2-4-15,-3-1 2 0,2-1 3 0,0 2-5 16,-2-3-1-16,1 3-4 0,-2 2-3 0,0-4-3 16,-3-1-9-16,2 1-8 0,-3 0-8 0,2-1 2 15,-2-4-5-15,1 4-13 0,-1-4-15 0,0 0-3 16,0 0-25-16,0 0-23 0,0 0-26 0,0 0-40 15,0 0-125-15,0 0-324 0,-1-16 144 0</inkml:trace>
  <inkml:trace contextRef="#ctx0" brushRef="#br0" timeOffset="44942.45">8574 4147 200 0,'0'-6'222'0,"1"0"3"15,-1-1-1-15,0 0-4 0,-1 1-5 0,-2-5-4 16,3 5-8-16,0-1-7 0,-3 1-9 0,2-2-12 15,1 2-8-15,-3-2-8 0,3 3-10 0,-1 1-11 16,-2-1-9-16,2 1-15 0,1 4-4 0,-6-5-23 16,2 4-10-16,4 1-9 0,0 0-8 0,-16 4-6 15,9-1-7-15,0 4-4 0,-2-1-1 0,-1 4-11 16,1 1 9-16,-2 3-18 0,1 0-4 0,-1 1-5 16,2 1-8-16,4-4-17 0,-2 7-7 0,3-2-9 15,-1 0-2-15,0-4-4 0,5-1-2 0,-2 0-2 16,4 1 0-16,3-2 1 0,1 0 2 0,2-4-1 15,4 3 9-15,3-4-16 0,-2 0-10 0,2-4-4 0,6 1-6 16,-4-3-1-16,2 0 8 0,1-1 4 16,-1-3 6-16,-6 2 4 0,1-2 4 0,0-2-1 15,1 0 10-15,-4 0 4 0,-2 1 4 0,-1 0 8 16,-1 2 5-16,-3-1 22 0,2 0 12 0,-3 1 7 16,0-3 3-16,0 4 1 0,0-1-5 0,-3 3-2 0,4-4 3 15,-4 4-12-15,0 0-4 0,0 0-3 16,0 0-5-16,0 0 4 0,0 0-2 0,0 0-2 15,0 0-7-15,-4 16 2 0,4-12-7 0,1 1 0 16,-1-1-5-16,3 2 2 0,-2-1-3 0,4 0 0 0,-3 2 0 16,5-2 0-16,-3 0 0 0,1 0-3 0,2-1-3 15,-3 0 0-15,2-2 4 0,2 2-2 16,-3-3-2-16,2 0 0 0,-1-1 4 0,-6 0-1 16,9-1 9-16,-6-3-5 0,2 2 0 0,-5 2 2 0,0-8 1 15,3 3 0-15,-3 0 5 0,0-2-4 0,0-1 2 16,0 0 1-16,-3-1 1 0,3 1 3 0,0-1 0 15,0 3 5-15,0 0 2 0,0-1-3 0,0-1 5 16,3 2 10-16,-2-1-10 0,4 1-2 16,-4 1-1-16,3 1 0 0,3-1-1 0,-3 1-3 0,4 3 0 15,0-2 0-15,-1 3-1 0,0-1 0 0,5 1 0 16,0 0-1-16,0 1 0 0,-1 3 0 0,0-1-2 16,4 3 2-16,-5-2-3 0,1 1 1 0,2 1 0 15,-2 2-1-15,-1 0 0 0,2 0-1 0,-4 1 2 16,4-3 0-16,-2 2 0 0,-5 1-3 0,4 0-6 15,-5-3 0-15,1 0-4 0,-1 1-7 0,-1-1-1 16,-1 0-7-16,0-2-2 0,-4 1 4 0,4-2-7 16,-2-3-12-16,-4 5-5 0,4-5-13 0,0 0-13 15,0 0-17-15,-12-1-19 0,12 1-19 0,-4-9-8 16,2 4-9-16,-2-1-9 0,4-4-8 0,0-1-7 16,-3-1-94-16,6 1-285 0,3-6 127 0</inkml:trace>
  <inkml:trace contextRef="#ctx0" brushRef="#br0" timeOffset="45142.15">9179 3947 104 0,'3'-7'287'0,"-3"2"1"0,1 0 5 0,-2 1-10 15,1 4-18-15,1-7-23 0,-1 4-26 0,0 3-23 16,0 0-23-16,0 0-18 0,0 0-18 0,0 0-14 16,0 0-10-16,0 14-11 0,0-2-9 0,0-2-9 15,0 6-7-15,4 2-13 0,-2 0-4 0,0 3-6 16,5 5 4-16,1 3-20 0,-2-2-18 0,-1 2-11 15,3 2-22-15,-1-4-25 0,-3 0-22 0,2-2-32 16,0-4-44-16,0-5-57 0,3 0-51 0,-2 1-201 16,-3-8-485-16,6 1 215 0</inkml:trace>
  <inkml:trace contextRef="#ctx0" brushRef="#br0" timeOffset="45328.03">9159 4117 89 0,'-4'-2'255'0,"2"-1"-14"16,2 3-24-16,0 0-21 0,-4-3-18 0,4 3-22 15,0 0-7-15,8-4-17 0,0 3-19 0,1 1-7 16,0 0-7-16,6 3-18 0,-4-2-23 0,5 0-40 16,-1-2-59-16,5 0-57 0,3-2-55 0,-2 2-147 15,1-2-324-15,2 1 144 0</inkml:trace>
  <inkml:trace contextRef="#ctx0" brushRef="#br0" timeOffset="45459.94">9726 3883 171 0,'0'0'276'0,"0"0"-20"0</inkml:trace>
  <inkml:trace contextRef="#ctx0" brushRef="#br0" timeOffset="46832.47">9792 3849 49 0,'-2'-4'232'15,"-1"1"-2"-15,3 3-11 0,-3-3-8 0,3 3-12 16,-4-4-5-16,4 4-17 0,-5-3-8 0,5 3-12 0,0 0-15 16,0 0-15-16,-10-1-12 0,10 1-11 0,-9 1-2 15,3 2-18-15,1 1-10 0,-3 0-4 16,2 0-6-16,-2 3-2 0,-4 1-7 0,0-3 2 16,2 7-5-16,-1-2-4 0,0 3-4 0,2-1-4 0,-3 0-3 15,3 0 2-15,1 2-8 0,-3 1-3 0,3-1 3 16,1-3-4-16,2 2-6 0,3 0 2 0,2 0-5 15,0-1-2-15,2 1 2 0,3 3 1 16,2-2-4-16,3 4 0 0,6-4-1 0,-1 1 0 0,8 4-2 16,-1-2-1-16,2 1 1 0,-7-4-2 0,11 1-1 15,-9-4-18-15,-1-2-12 0,2 0-20 0,-1 3-19 16,-1-5-23-16,-2-1-27 0,-2 1-29 0,-4-3-39 16,3 0-34-16,-6-2-49 0,1-1-137 0,-5 0-430 15,3 1 191-15</inkml:trace>
  <inkml:trace contextRef="#ctx0" brushRef="#br0" timeOffset="47401.15">10139 3944 236 0,'3'-2'256'0,"-3"2"-5"0,0 0-8 0,0 0-13 15,-3-7-11-15,3 7-16 0,0 0-17 0,-4-3-12 16,4 3-17-16,-8-1-15 0,8 1-1 0,-11 0-21 16,4-1-12-16,1 1-6 0,6 0-7 0,-18 1-8 15,6 3-1-15,2-2-9 0,-5 0 0 0,6 2-9 16,-1 0-9-16,-2-1-4 0,4 0-7 0,1 1-2 16,0-1-8-16,-1-1-2 0,1 3-7 0,3-4-3 15,1 3 0-15,0 0 7 0,2 0-11 0,1 2-1 16,1-1-4-16,2 1-2 0,3 0 6 0,2-1-2 15,4 4-4-15,-1-1-1 0,1-2-7 0,3 1 8 16,-1-2 1-16,3 2-5 0,0 0-1 0,-1-1 0 16,-5-2-2-16,4 2-8 0,-3-2 5 0,2 1 0 15,-6-1-1-15,3 1-5 0,-6-1 4 0,2-1-1 16,0 1 2-16,-3-1-1 0,-3 1-1 0,4-1-2 16,-3 0 3-16,-2-3-4 0,-1 6 22 0,1-6-17 15,-6 5-1-15,2-3-4 0,-1 1 3 0,-6 1-1 16,1-3 1-16,-2 2 11 0,-3 1-18 0,-3-2 7 15,0 0-14-15,0-3-13 0,1 2-19 0,3-1-17 16,1 0-18-16,1 0-17 0,0-1-32 0,2 0-31 0,2-1-54 16,4-2-53-16,-1-2-212 0,3 1-516 0,2 0 228 15</inkml:trace>
  <inkml:trace contextRef="#ctx0" brushRef="#br0" timeOffset="47785.85">10205 3812 139 0,'0'0'258'16,"0"0"-25"-16,0 0-19 0,0 0-27 0,0 0-16 0,0 0-13 15,0 0-15-15,6 13 1 0,0-11-9 0,1 3 0 16,-1 2-8-16,5-1-10 0,-3 2-10 0,2 0-11 16,0-2-10-16,2 3-9 0,-1 0-5 0,-2 0-5 15,3-1-10-15,2 4-4 0,-1 1-7 16,1-2 1-16,1 1-12 0,-5-1 0 0,-1 1-7 0,2 0 0 16,-6-1-2-16,4 0-1 0,-4 2-4 0,-1-2 0 15,0 2-4-15,0-1 2 0,-1-2-5 0,-3 4-2 16,3-3 0-16,-6 1 0 0,3 1-1 0,-4-3-1 15,-3 2 3-15,3 2-3 0,-3-1 1 0,0-1-2 16,3-2-1-16,-5 1-2 0,2-4-26 0,3-1-30 16,-3 0-32-16,3-2-41 0,1 1-56 0,-3-4-53 15,3 3-196-15,3-4-464 0,0 0 206 0</inkml:trace>
  <inkml:trace contextRef="#ctx0" brushRef="#br0" timeOffset="48270.89">10819 3926 113 0,'0'0'255'0,"0"0"-6"0,0 0-10 16,0 0-6-16,0 0-11 0,0 0-10 0,-1 5-7 15,1-5-7-15,0 0-18 0,0 0 0 0,0 0-11 16,0 0-11-16,0 0-9 0,0 0-8 0,0 0-12 16,8 1-8-16,-8-1 1 0,5 2-10 0,0-1-8 15,4-1-12-15,-3 0-4 0,7 0-9 0,-2 0-12 16,4 0-4-16,0 0-7 0,-3 2-7 0,9-2-22 15,-4 0-34-15,-6 0-31 0,7-2-41 0,-6 2-40 0,3-1-60 16,-3-1-52-16,-2 1-57 0,-1 0-225 16,-5 1-554-16,-4 0 246 0</inkml:trace>
  <inkml:trace contextRef="#ctx0" brushRef="#br0" timeOffset="48438.16">10890 4043 46 0,'0'0'212'0,"0"0"3"0,0 0 0 0,-1 5-5 0,1-5-9 16,5 3-12-16,-5-3-19 0,12 2-9 0,-5-2-21 15,8 1-17-15,-1 1-11 0,5-1-13 16,1 1-50-16,2-2-69 0,1 0-96 0,-1 2-219 16,8-1-362-16,-7-2 160 0</inkml:trace>
  <inkml:trace contextRef="#ctx0" brushRef="#br0" timeOffset="55044.88">12204 3032 132 0,'0'-6'281'0,"0"-2"-5"15,0 2-7-15,-3-1-8 0,3 0-1 0,-2-2-10 16,-3 3-10-16,3 2-10 0,0-4-14 0,-2 4-2 15,0-2-14-15,-1 1-5 0,1 1-30 0,1 1-11 16,-5 2-25-16,-1 0-23 0,9 1-23 0,-20 2-21 16,5 2-12-16,2 0-8 0,-1 0 4 0,-4 2-16 15,-1 2-2-15,2 4-8 0,-4-4 2 0,5 4-6 16,-3-1 3-16,0-1-6 0,2 2 0 0,0 0-2 16,3 2 8-16,1-2-11 0,3-1-1 0,3-1-4 15,0 2-5-15,3-1 7 0,-1 2-6 0,4-1 3 16,2 2-2-16,4 3 1 0,2-1 0 0,1-1-5 15,2-1 2-15,5 3 6 0,4 2-1 0,-3-4-3 16,7 6 0-16,-2 3 3 0,-4-5-5 0,5 3 0 16,-8-8 3-16,2 3 0 0,-4 0 3 0,1-2 0 15,0 1-4-15,0 1 0 0,-1-3 2 0,-4 2-3 16,-3-4 2-16,1-1-7 0,-2 3 1 0,1-3 3 16,-5 1-1-16,0-1 1 0,-5 1-3 0,2-3 4 0,-1 1 8 15,-1 0-10-15,-2 1 0 0,0-4 3 16,-2 4 4-16,-4-8-2 0,1 5 4 0,0 0-5 15,-5-4 0-15,-2 0 4 0,0 5-2 0,0-6-6 16,-1 0 2-16,1-1 6 0,0 2-4 0,1-3-2 0,4-1 4 16,1 1 1-16,1 1 0 0,-1-2-4 0,4 0 3 15,3 0-2-15,6 0 7 0,-9 0 11 16,9 0-17-16,0 0-1 0,-9 0-2 0,9 0-2 16,0 0 4-16,0 0 2 0,0 0-5 0,0 0 1 0,0 0-4 15,0 0 2-15,0 0 1 0,18-7-1 0,-12 6 2 16,3 0-10-16,-9 1 12 0,17 1-9 0,-10-1 9 15,3 1-4-15,0 2-1 0,0-2 3 0,3 4 12 16,-3-3-18-16,-4 2-1 0,6 1 3 16,-2 1 2-16,1-1-3 0,-2 3-2 0,1-2 4 0,0 3 2 15,3 1-6-15,-5 1 2 0,-1 1 0 0,7 1-1 16,-8 2 4-16,3-2-3 0,-4 0-2 0,4 5 11 16,-4 0-9-16,-1 0 0 0,-3 3 1 15,3-3-1-15,-4 2 6 0,-4 6-5 0,0 0 0 0,1 0 2 16,-5-2 5-16,0 6 3 0,-3-2-2 0,0 6-3 15,-1 0 5-15,1-1 4 0,-2 1 2 0,2 2 1 16,-3 0-1-16,5 0 8 0,-7 12-7 0,7-11 2 16,-3 10-2-16,5-11 16 0,-1 0-16 0,3 0 4 15,3 1 1-15,-2-4 4 0,3 4-9 0,2-1 11 16,5-1-3-16,0-1 5 0,2-3 6 0,6 0-9 16,-2 3 2-16,2-1 4 0,3-1-1 0,3 1 1 15,3-1-5-15,-3 0 6 0,6-3-10 0,0-2 8 16,0-2 4-16,2-1-7 0,2 0 0 0,0-2-3 15,0-4-1-15,5 1-4 0,-3-2-2 0,-1-2 0 16,0-3 4-16,-1-3-7 0,3-2-26 0,-2-2-35 16,0-4-49-16,-2-1-58 0,-7-1-72 0,1-2-97 15,-7-4-315-15,3-2-695 0,0 2 307 0</inkml:trace>
  <inkml:trace contextRef="#ctx0" brushRef="#br0" timeOffset="58155.9">13156 2926 83 0,'0'0'307'0,"-1"-4"-12"0,1 4-13 16,-6-4-11-16,6 4-22 0,0 0-13 0,-3-2-22 16,3 2-6-16,0 0-34 0,0 0-18 0,0 0-21 15,0 0-15-15,0 0-12 0,0 0-10 16,-13 7-9-16,9-2-12 0,1 0-10 0,-1 1-4 16,-1 2 2-16,0 1-13 0,1 0-4 0,-1-2-7 0,2 3-2 15,-1 0 3-15,1 1-15 0,1-2 1 0,0 1-4 16,4-2-4-16,-1 1-6 0,0 1 10 0,4 0-5 15,0-3 2-15,2 0-5 0,0-2 2 16,-2 0-8-16,2 1 6 0,5-2-1 0,0-1-2 0,-1 0 3 16,0-2 6-16,4-1-14 0,-2-1-2 0,-1-3 4 15,1-1-3-15,-2 1 5 0,1-2-3 0,-1-1-3 16,-1-2 22-16,-2 0-6 0,-1-1 8 0,-2-1 5 16,-1 1 10-16,0 0 8 0,0-1 6 0,-2-2 0 15,-2 4-7-15,-2-2-5 0,-2-1 4 0,-1 3-6 16,-3 0-6-16,1 2-8 0,-3-3-5 0,-1 4 8 15,-1 0-11-15,1 2-18 0,-4 1-22 0,3 2-30 16,-1-2-34-16,2 3-36 0,1 2-46 0,-1-1-49 16,2 3-72-16,-2 0-324 0,8 0-658 0,-5 1 292 15</inkml:trace>
  <inkml:trace contextRef="#ctx0" brushRef="#br0" timeOffset="59159.45">16775 2573 303 0,'2'-6'322'0,"-2"3"-9"15,0-2-8-15,0 5-14 0,0 0-18 0,0-5-30 16,0 0-10-16,0 5-32 0,0 0-27 0,0 0-25 16,0 0-12-16,0 0-15 0,0 0-13 0,0 0-14 15,0 0-3-15,-5 15-14 0,5-9-10 0,0 2-1 16,-1-1 2-16,2 3-15 0,1 1-7 0,-1-3-3 15,1 3-7-15,0-2-6 0,1 3-2 0,0-2-11 16,0-1-22-16,2 1-8 0,1-1-39 0,-1 1-29 16,0-2-42-16,-1-2-50 0,3 1-69 0,0-1-63 0,-2-1-183 15,2 1-527-15,0-4 234 0</inkml:trace>
  <inkml:trace contextRef="#ctx0" brushRef="#br0" timeOffset="59694.67">17021 2526 119 0,'2'-2'248'0,"-2"2"-8"0,0 0-11 0,0 0-13 16,0 0-11-16,0 0-12 0,0 0-16 0,0 0-11 0,0 0-8 15,0 0-11-15,0 0-12 0,1-4-10 0,-1 4 5 16,0 0-11-16,0 0-6 0,0 0-4 0,0 0-1 16,0 0-6-16,0 0-5 0,0 0-1 0,0 0-5 15,0 0-6-15,0 0-7 0,0 0-8 0,0 0-3 16,-8-2-13-16,8 2 1 0,0 0 0 0,-11 0-20 16,11 0-3-16,0 0-1 0,0 0-8 0,-11 3-6 15,11-3 8-15,-8 3-4 0,3-1-8 0,5-2 1 16,-6 4-1-16,1 0-2 0,2-1-8 0,0 1 4 15,1-1-6-15,0 2 12 0,-2 0-12 0,4 1 1 16,0-2 2-16,0 2-1 0,3-2-4 0,0 2 3 16,-1-1-3-16,1 3 2 0,1-3-4 0,0 3 7 15,-1-4 0-15,3 4-2 0,0-1 0 0,0-1 1 16,-1 0 4-16,-1 0-4 0,3 0 0 0,0 4-3 16,-2-4 4-16,1-3-5 0,-4 6 1 0,3-5 2 15,-3 3-1-15,2-1-3 0,0-2 1 0,-2 2-7 16,-1 0 10-16,-1-1-4 0,0-5 2 0,-3 7 0 15,-1-3 3-15,3 0-1 0,-4-1 4 0,0 1-1 16,1-2-4-16,-3 1-1 0,2-1 2 0,-2-1 3 16,-1 1-11-16,3-1-7 0,-1 1-15 0,-2-2-10 15,8 0-28-15,-7-3-18 0,7 3-41 0,-8-4-45 16,8 0-46-16,0 4-52 0,8-12-247 0,-2 6-557 16,3-3 247-16</inkml:trace>
  <inkml:trace contextRef="#ctx0" brushRef="#br0" timeOffset="60898.94">17387 2407 163 0,'2'-3'271'0,"-2"3"-2"15,1-7-10-15,-1 4-7 0,0 3-15 0,0-6-17 16,0 6-14-16,0 0-20 0,-3-6-21 0,3 6-14 0,-8-3-16 16,4 1-14-16,4 2-17 0,-14 0-12 0,14 0-6 15,-16 4-10-15,5-2-1 0,-1 2-7 16,1 0-9-16,-3 1-11 0,1-1-4 0,2 1-3 16,-4 1-2-16,3 0-4 0,2 0-2 0,-2 0-5 0,4 1-2 15,0-1-2-15,2 0 0 0,0 0-2 0,2 0 0 16,-5 0-5-16,7-1-3 0,0 1 1 0,-1-1-5 15,3 0 1-15,2 2 6 0,-1-2-17 0,3-1 6 16,3 5-2-16,0-3 3 0,2-1 0 16,1-2-5-16,2 4 1 0,3-2 1 0,-2 1-3 0,0-1-3 15,1 0 3-15,0-2-1 0,0-1-6 0,-3 0-6 16,0 2 7-16,-3-2 1 0,0-2 1 0,0 0-2 16,-4 2 5-16,1 1-1 0,-5-3-2 0,8 1 1 15,-8-1 1-15,5 1-5 0,-5-1-4 16,3 4 5-16,-3-4-1 0,0 0 3 0,-4 6 0 0,4-6-4 15,-8 5 0-15,2-2 2 0,-1 2 0 0,-2 0 0 16,2 0 6-16,-3 2-6 0,1-2 2 0,0 2 1 16,3 1-1-16,-1 0-3 0,3-3 2 0,0 3 0 15,0-3 8-15,0 1-10 0,3 1 1 0,-1-1 2 16,2 0-2-16,3-2 0 0,0 1 4 0,2 2-7 16,0-5 5-16,5 1 0 0,-2-1-3 0,7 1 2 15,-4 1 3-15,7-3-5 0,-6-1 4 0,6-1-1 16,-7 0-2-16,2-2 2 0,1 0 2 0,-2-1-1 15,0 1 2-15,-1-1-1 0,-3-2 0 0,2 0 2 16,-1 2-3-16,-5 0 2 0,3-1 2 0,-4-1 7 16,1 2 8-16,0 1 15 0,0-1 12 0,0-3 7 15,-4 5 19-15,4-2 13 0,-4-1 4 0,0 5-8 16,3-6 15-16,-2 3 4 0,-1 3-9 0,0 0-13 16,0-4-5-16,0 4-8 0,0 0-17 0,0 0 0 15,0 0-10-15,0 0-6 0,0 0 1 0,0 0-12 16,0 0 5-16,0 0-10 0,0 0-3 0,0 0-2 15,7 9 5-15,-4-5-7 0,0 1-12 0,-1 0-6 16,1-3-15-16,1 5-1 0,3-2-8 0,0 0-12 16,6 2-19-16,-3-2-16 0,0 0-15 0,4-3-19 15,4 1-17-15,-2 0-17 0,-3-3-15 0,6 2-14 16,-6-3-16-16,6 1-11 0,4-3-14 0,-3 2 4 16,-1-6-2-16,4 3 8 0,-4-1 8 0,1-2 7 15,-4-1 20-15,-5 2 15 0,4-2 18 0,-1 2 15 16,-5-2 20-16,0 2 30 0,-3-1 26 0,1 1 31 15,-4-1 29-15,0 4 22 0,-1-2 22 0,-2-1 11 16,-2 1 13-16,-3 3 8 0,1-3 16 0,0 3-3 16,-1 0 4-16,-2 1 2 0,-1-1 6 0,0 1-1 15,-7 1 3-15,-3 1-7 0,6 1-1 0,0-1-5 16,-7 4-6-16,5-1-6 0,-5 1-11 0,7 0-4 16,-2 1-9-16,2 2-6 0,1-3-4 0,2 4-5 15,-1 0-7-15,-2-2 0 0,4 1-5 0,2-1-5 16,-2 2-3-16,4-3 1 0,1 2-7 0,0-1 1 15,1-2-4-15,2 3-2 0,2-1 0 0,0-2 0 16,2-1-5-16,1 0 5 0,2-1-4 0,1 0 1 16,4-1-2-16,-2 0-3 0,5-2 0 0,-3 0-6 15,1-3 1-15,6-1 2 0,-6 1-4 0,6-4-2 16,-3 1 0-16,1-3-2 0,-1-2-5 0,1-3-3 16,-4 3-4-16,-1-4-7 0,1-3-8 0,0-2-10 15,-3 1-5-15,-1-5-6 0,-1 3 2 0,2-4 6 16,-5 5 4-16,-2-3 3 0,0 3 15 0,-3 1 20 15,0 1 25-15,0 1 14 0,0-1 20 0,-1 5 21 0,-1-1 25 16,-1 2 7-16,2-1 19 0,1 0 9 16,-4 4 8-16,1 0 9 0,2 1 2 0,-1 3-2 15,0-3-8-15,2 3-27 0,-2 2-2 0,0-2-16 16,2 5-20-16,-2-4-13 0,2 4-6 0,0 0-8 0,0 0-5 16,-13 12-9-16,11-2-6 0,0 0-5 0,-3 4-8 15,4 3-8-15,-2-1-11 0,2 2-6 16,0 9-12-16,1-8-6 0,2 0-25 0,1 2-26 15,1-1-18-15,4 6-17 0,-2-5-25 0,3 0-18 0,-3-3-27 16,2 0-29-16,3 0-28 0,0-3-52 0,2-2-53 16,-2-4-242-16,1-3-625 0,7 2 277 0</inkml:trace>
  <inkml:trace contextRef="#ctx0" brushRef="#br0" timeOffset="61200">18346 2287 278 0,'0'-2'316'16,"0"2"-22"-16,0 0-26 0,-5-2-34 0,5 2-22 16,0 0-24-16,-12 4-13 0,5 0-12 0,1 1-14 15,-3 5-11-15,2-2-10 0,-1 2-10 16,-2 2-10-16,0 2-13 0,1-4-8 0,0 6-6 15,-1 0-11-15,5-1 2 0,-3 2-11 0,3-4-8 0,0 4-2 16,4 0-10-16,-1 2 0 0,2 1-1 0,2-1-4 16,-1-6 0-16,4 4-4 0,2-1 0 0,-1-4-6 15,3-1-11-15,2 2 2 0,2-4-36 16,4-1-27-16,-6 0-41 0,9-1-48 0,-2-3-53 0,4-2-56 16,-2-3-246-16,-2 2-530 0,5-3 235 0</inkml:trace>
  <inkml:trace contextRef="#ctx0" brushRef="#br0" timeOffset="61551.25">18599 2346 250 0,'0'0'268'0,"-11"-1"-9"0,3-1-12 15,3 1-20-15,-2 0-15 0,7 1-16 16,-15 4-18-16,7-2-14 0,1 1-14 0,-3 1-13 0,0 0-13 15,1-1-10-15,3 4-14 0,-1-2-9 0,3 1-12 16,0 1-1-16,1-2-8 0,-1 1 4 0,4 1-14 16,0 0-10-16,1 2 1 0,5-1-4 0,-1 1-3 15,2 1 0-15,2-1-3 0,1 1-10 0,2-3 3 16,2 6-4-16,2-3-6 0,-1 0-1 0,3 4 7 16,-3-1-14-16,-3-4 2 0,0-2 2 0,-2 1-7 15,-1 0 1-15,-1-1-7 0,-1-2 4 0,-3-2-1 16,1 4-6-16,-2-3 1 0,0-2 2 0,-2 2-2 15,-1 0 4-15,0-4 2 0,-6 6 5 0,2-5-10 16,4-1 6-16,-13 2-10 0,0-1 7 0,1 1-2 16,-2-4-24-16,-1 1-29 0,1-2-26 0,-2 2-35 15,1-3-42-15,0 2-53 0,6-2-54 0,0 1-224 16,-1-2-520-16,1 1 230 0</inkml:trace>
  <inkml:trace contextRef="#ctx0" brushRef="#br0" timeOffset="61869.05">18765 2296 264 0,'0'0'343'0,"0"0"-24"0,0 0-26 16,0 0-25-16,3-3-24 0,-3 3-19 0,0 0-27 15,9 8-18-15,-2-4-15 0,-3 0-18 0,3 3-16 16,1 0-9-16,0 2-10 0,-1 0-13 0,0 1-5 16,4 4-16-16,-2 0-7 0,0-2-8 0,-4-1-3 15,4 6-8-15,0-1 1 0,-4-1-9 0,1 1-6 16,-4 1-1-16,6 0-1 0,-5 0-8 0,-2-5-1 16,-1 2-4-16,-1-2-2 0,0 0 2 0,-1 1-1 15,1-2-5-15,-3-1-4 0,1 0-15 0,-1-1-34 16,3-3-30-16,-2 2-26 0,0 0-35 0,-2-3-45 15,2-3-50-15,0 4-71 0,3-6-191 0,-2 1-523 16,2-1 231-16</inkml:trace>
  <inkml:trace contextRef="#ctx0" brushRef="#br0" timeOffset="62103.2">19215 2430 416 0,'0'0'466'0,"0"-5"-14"0,0 5-15 16,0 0-19-16,0-6-31 0,0 6-44 0,0-4-23 15,0 4-33-15,0 0-34 0,0 0-29 0,0 0-38 16,7-4-46-16,-7 4-48 0,6-2-44 0,-6 2-46 16,12 0-46-16,-5-2-48 0,4 4-42 0,-1 0-44 15,1 1-48-15,3-2-58 0,-1 1-46 0,-3-1-201 16,3 3-574-16,1-2 253 0</inkml:trace>
  <inkml:trace contextRef="#ctx0" brushRef="#br0" timeOffset="62287.18">19215 2562 195 0,'-5'4'199'0,"-1"-1"-7"15,1 2-6-15,1-2 2 0,0 0 0 0,0 0-7 16,4-3 2-16,0 0 0 0,7 8-5 0,-5-7-17 15,6 2-11-15,6-2-16 0,5 0-11 0,0 2-14 16,2-2-13-16,2-1-11 0,-1 0-9 0,8-1-23 16,-9-1-42-16,4 1-50 0,3-5-67 0,3-1-81 15,-5-3-237-15,-4 1-458 0,4-4 203 0</inkml:trace>
  <inkml:trace contextRef="#ctx0" brushRef="#br0" timeOffset="62571.53">19827 2318 230 0,'0'0'305'16,"0"0"-17"-16,0 0-25 0,0 0-30 0,0 0-23 15,0 0-24-15,0 0-18 0,0 0-16 0,0 0-16 16,-2 12-13-16,2-6-7 0,0 1-15 0,-2 4-11 15,1-1-5-15,-1 3-9 0,1-2-6 0,1 1-9 16,-2 5-2-16,0-1-7 0,2 1-1 0,0-2-2 16,0 2-10-16,0 1-1 0,0 0-9 0,0-2-8 15,0-4-23-15,0-2-28 0,0 0-29 0,0 1-32 16,2-4-41-16,1-3-56 0,2 0-61 0,-4 0-165 16,2-3-448-16,-3-1 199 0</inkml:trace>
  <inkml:trace contextRef="#ctx0" brushRef="#br0" timeOffset="62822.42">19615 2272 411 0,'-4'-2'480'15,"1"0"20"-15,3 2 9 0,-8-1-8 0,8 1-8 16,-5-3-23-16,5 3-31 0,0 0-19 0,-1-4-38 15,1 4-37-15,0 0-35 0,4-6-40 0,6 3-22 16,-4-1-19-16,6 1-21 0,0 0-33 0,3-1-16 16,4 0-17-16,3-1-17 0,0 0-31 0,8 1-32 15,-7 1-32-15,8-2-42 0,-2 2-43 0,-5 0-45 16,-5 1-50-16,6-1-53 0,-5 0-61 0,2-2-94 0,-2 3-110 16,1-2-431-16,-3-1-974 0,-4 1 432 15</inkml:trace>
  <inkml:trace contextRef="#ctx0" brushRef="#br0" timeOffset="68609.57">12523 4521 208 0,'3'-3'293'15,"-3"3"-6"-15,0-7 2 0,3 3-6 0,-3 4-5 16,0-5-1-16,1 0-17 0,-1 2 3 0,0 3-1 15,2-6-20-15,-2 6-15 0,1-5-18 0,-1 5-19 16,0 0-20-16,0-5-17 0,0 5-22 0,0 0-15 16,0 0-11-16,0 0-15 0,0 0-12 0,0 0-7 15,0 0 2-15,7 10-15 0,-6-4-6 0,3 2-6 16,2 0-8-16,-1 3 3 0,1 1 3 0,0-1-12 16,0 2-6-16,2-1 6 0,-3 1-9 0,2-2-6 15,-3 2 1-15,5 2-4 0,-1-3 8 0,-4-1-9 16,1 0-4-16,1 0 4 0,-2-6-2 0,0 4-10 15,-3-3 4-15,3 0 1 0,0 0-3 0,-2-1 2 16,0-1-4-16,-2-2 6 0,0-2 3 0,3 6 7 0,-3-6-1 16,0 0 0-16,4 1 3 0,-4-1-6 0,0 0-3 15,3-9-1-15,-3 9-2 0,-3-10-2 16,6 1 1-16,-3 4 0 0,1-7 2 0,-1 4-3 16,0-3-6-16,3 1 1 0,-2 0 4 0,2-1-6 0,-1 0 2 15,1 1 2-15,0 1 7 0,1 0-12 0,-1 1 4 16,-2 1-1-16,2 2-1 0,0-1-2 0,1 1 1 15,-3 0-4-15,2 0 0 0,-1 2 3 0,0-1 6 16,-2-1-11-16,4 4-4 0,-4 1 4 0,7-3-7 16,-7 3-7-16,8 0 11 0,-8 0-6 0,11 3 3 15,-6-2-3-15,5 4 4 0,-5 2-5 0,4 2 3 16,0-2 6-16,1 0-4 0,-2 3 0 0,1-1-1 16,-2 0-1-16,1 1 2 0,-1-1 0 0,1 2 0 15,-2 0-1-15,0-2 2 0,0-1 1 0,-1 0 12 16,1 0 2-16,-4-3-12 0,2 3-1 0,-1-4-2 15,0 1 4-15,1-4 4 0,-3 2 7 0,2 1 2 16,-3-4 3-16,2 3 3 0,-2-3-9 0,0 0 9 16,0 0-3-16,0 0-3 0,8-11 4 0,-8 6-1 15,1-2 4-15,3 1 6 0,-4 1 0 0,1-5-2 16,2-1 7-16,1 0-2 0,-2 0-4 0,2 0 4 16,0 0 2-16,-3-1 3 0,3 3 4 0,-1-1-1 15,5 1-1-15,-4 1 3 0,-4 2-8 0,4-2-2 16,-2 3-3-16,2 0-2 0,-3 0-4 0,2 0-1 0,-2 1-2 15,3 1-1-15,-4 3-5 0,7-3-2 0,-7 3-1 16,7 0-1-16,-7 0 2 0,11 5-4 16,-7-3 1-16,2 3 1 0,1 0-2 0,-1-1 2 15,-2 3 3-15,2 1-6 0,3 0-6 0,-4-1-6 0,1 0-12 16,-1 2-3-16,-1-2-8 0,1-1-37 0,0 3-15 16,-1-3-24-16,1 1-20 0,-2-2-20 15,0 1-19-15,0-1-23 0,-1 1-23 0,0-1-28 0,0 0-11 16,2-3-9-16,-1 1-7 0,0 0-22 0,1-1-161 15,-4-2-494-15,8 3 219 0</inkml:trace>
  <inkml:trace contextRef="#ctx0" brushRef="#br0" timeOffset="68843.73">13190 4489 264 0,'-1'-6'275'0,"1"6"2"0,1-5-7 15,-1 5-9-15,0 0-18 0,0-4-20 0,0 4-23 16,0 0-28-16,0 0-17 0,0 0-19 0,0 0-11 16,0 0-16-16,0 0-7 0,0 0-13 0,8 11-9 15,-7-7-6-15,3 2-9 0,-2 1-1 0,1-2-9 16,-1 2-38-16,1 2-18 0,1 1-19 0,0 0-25 16,3 1-26-16,0-3-31 0,-2-1-41 0,1 1-14 15,2-1-40-15,-1 1-27 0,-2-3-159 0,2 0-415 16,-3 0 184-16</inkml:trace>
  <inkml:trace contextRef="#ctx0" brushRef="#br0" timeOffset="69328.56">13387 4508 19 0,'0'0'208'0,"0"0"-16"0,-1-2-21 16,1 2-17-16,0 0-20 0,0 0-8 0,0 0-15 0,0 0-10 15,0 0-12-15,0 0-6 0,0 15-10 0,1-11-6 16,-1 0-7-16,0 4-5 0,0-3-6 16,0 0-2-16,1 0-5 0,-1 2-5 0,3-2-1 15,-3 1-3-15,0-1-6 0,2-2 4 0,-2 1-6 0,0 1 0 16,1-2-3-16,-1-3-4 0,1 5 3 0,-1-5 1 16,6 2 0-16,-6-2-4 0,0 0 0 15,0 0 3-15,0 0 8 0,12-9 0 0,-8 5 6 0,0 0 1 16,0 1 3-16,-1-4-2 0,4 1 10 0,-3-1-4 15,3 1 4-15,1-2 4 0,-3-1-3 0,1 3 6 16,-1-1 4-16,2 1 9 0,-3 1 3 0,0 1 5 16,0 0 4-16,-1-2-3 0,1 2 0 0,0 0-8 15,-2 3-5-15,0-3-8 0,-2 4-4 0,4-4-8 16,-4 4-5-16,0 0-6 0,0 0-4 0,0 0-1 16,13 8-4-16,-11-4-5 0,1 0 4 0,-3 2-2 15,4-1-5-15,0-1-1 0,0 4 0 0,-1-2-1 16,2-1-2-16,-2 3-3 0,0-2 5 0,0 1-9 15,1-2 5-15,-2 0 1 0,6 0-1 0,-6-3 5 16,2 1-6-16,0 0-1 0,0-2 4 0,0 2-4 16,-4-3 3-16,0 0-3 0,15-3 1 0,-8 2-6 15,1-3-7-15,-2 0-13 0,3-1-11 0,-5 1-12 16,2-2-16-16,2-1-11 0,-3 1-21 0,2-3-25 16,-2 1-27-16,-1-2-31 0,2 1-46 0,-1-1-44 15,-2-1-176-15,-3 2-473 0,0-2 211 0</inkml:trace>
  <inkml:trace contextRef="#ctx0" brushRef="#br0" timeOffset="69730.2">13190 4273 202 0,'0'0'214'0,"0"0"-22"0,0 0-23 16,0 0-7-16,0 0-22 0,0 0-17 0,0 0-11 16,0 0-10-16,0 0-12 0,0 0-6 0,0 0-6 15,0 0-9-15,3 15-7 0,-2-12-5 16,-1-3-4-16,2 4-5 0,1-1-5 0,-3-3-1 0,6 2-4 15,-2-1 0-15,-4-1-4 0,0 0 10 0,6 2 2 16,-6-2 5-16,0 0 0 0,9 0 1 0,-9 0 7 16,8-4 2-16,-5 1-4 0,1-2-1 0,-3 2 2 15,2 1-5-15,0-2-2 0,-2 0-1 0,-1 4-7 16,4-8-6-16,-4 5-5 0,0-2 0 0,0 5-3 16,2-7-3-16,-2 7-5 0,0-5-19 0,0 5-23 15,0 0-31-15,0-4-44 0,0 4-46 0,0 0-57 16,0 0-227-16,0 0-461 0,0 0 205 0</inkml:trace>
  <inkml:trace contextRef="#ctx0" brushRef="#br0" timeOffset="73092.11">13224 5199 157 0,'0'0'216'0,"0"0"7"16,0 0 6-16,0 0-4 0,0 0-11 0,0 0-6 16,0 0-2-16,0 0-15 0,0 0 1 0,11-12-12 0,-11 12-8 15,7-3-9-15,-7 3-4 0,0-7 1 16,0 3 0-16,1 0-3 0,2 1-11 0,-2-4-2 16,-1 1-6-16,0 1-8 0,0-2-9 0,0 1-6 15,-4 0-10-15,3 1-12 0,-1-3-15 0,-2-2-3 0,0 0-10 16,0 2 0-16,0 1-9 0,-1-2-4 0,-1 3-8 15,2-2-5-15,-2 2-1 0,1 2-9 16,1-3-2-16,-1 2-3 0,-1 0-8 0,-1 1 2 0,6 3-10 16,-5-2-6-16,-1 2 1 0,7 1-14 0,-10 1-13 15,2 2-9-15,5-2-5 0,-9 4-4 0,5 0-5 16,3 2 6-16,-6 3-8 0,1-1 4 0,1 3 3 16,1-1 3-16,-1 4 5 0,0-3-3 0,2 0-1 15,2 0 3-15,1 0-7 0,-1 0 1 0,3 0 7 16,2 1-4-16,-1-4 2 0,0 3 4 0,4-2-4 15,-4-4 10-15,2 2 2 0,2-2 5 0,0-2 0 16,5 1 1-16,-1-1 7 0,1-1 3 0,-2-2-4 16,3-1 1-16,-3 0 2 0,6-1 2 0,0-1-2 15,-2-1 1-15,-1-1 1 0,3-2 3 0,-2 1 4 16,-4-1 3-16,3 1 2 0,-4-3 6 0,2 1 4 16,-2 0 8-16,0-2 3 0,-3 4 0 0,1-4 9 15,-2 3-1-15,0-2 2 0,0 1 0 0,-1 1 4 16,-1 3 4-16,0-2-8 0,0 0 2 0,0 5-1 15,0-7-9-15,0 4-8 0,0 3 0 0,0 0-8 0,0-5-4 16,0 5-6-16,0 0-1 0,0 0 0 16,0 0-2-16,0 0 0 0,0 15 2 0,-1-10-2 15,2 1-7-15,-1 0 11 0,4 0-12 0,0 2-13 0,-2-3-7 16,0 1-4-16,2 2-9 0,3 0-11 0,0 1-16 16,-3-5-10-16,3 5-29 0,2-3-18 0,2 1-36 15,-5-4-34-15,2 1-36 0,4 0-40 16,-2-1-218-16,-1-1-529 0,-1 0 234 0</inkml:trace>
  <inkml:trace contextRef="#ctx0" brushRef="#br0" timeOffset="73577.16">13697 4994 101 0,'0'0'234'0,"-4"-6"4"0,1 1-5 0,1 2-3 15,2 3-5-15,-3-7-10 0,0 5-13 0,1 0-13 16,2 2-13-16,-9-5-18 0,9 5-13 0,-5-2-21 16,1-1-10-16,4 3-16 0,-15 1-7 0,8 2-13 15,0-2-7-15,-5 4-12 0,4 1-1 0,-3-1-6 16,-1 0-5-16,2 4-6 0,1 1-5 0,-2-2-2 16,1 3-6-16,2-2-4 0,0 3 1 0,0-2-5 15,4 2-2-15,-2-2-2 0,4 0-4 0,-1 2 4 16,0-2-1-16,3 1 4 0,0 0-7 0,0-1 1 15,4 0 0-15,0-1-3 0,2 0 2 0,2 0 4 0,1 0-4 16,1-4 0-16,1 4-19 0,5-2 19 16,-3-2-14-16,0 0-1 0,2 0-1 0,-3 0-1 15,5-2-13-15,-3-1-19 0,0-1-15 0,-3 1-23 0,3 0-24 16,-3-2-36-16,-3 1-32 0,-2-4-41 0,3 1-30 16,-5 0-180-16,-3-2-452 0,3 2 201 0</inkml:trace>
  <inkml:trace contextRef="#ctx0" brushRef="#br0" timeOffset="73777.87">13532 5159 121 0,'0'0'259'0,"0"0"-6"16,-6-1-9-16,6 1-9 0,0 0-16 0,0 0-22 15,0 0-16-15,0 0-15 0,0 0-21 0,11-10-12 16,-7 9-13-16,4-1-11 0,-2-1-14 0,3 1-7 15,2-1-11-15,1 1-8 0,3-1-7 0,-1 3-18 16,2-1-35-16,3 1-45 0,0 1-46 0,-1-2-50 16,2 1-42-16,-5-1-50 0,-1 1-139 0,1 0-394 15,-2-1 174-15</inkml:trace>
  <inkml:trace contextRef="#ctx0" brushRef="#br0" timeOffset="74948.67">14097 4880 143 0,'0'-11'187'0,"-3"5"2"0,2-3 8 0,1 3 2 16,-4-1 6-16,4 1-2 0,0 1-14 0,-1 2-7 15,1 3-18-15,-2-9-12 0,0 6-14 0,2 3-16 16,0 0-20-16,-2-4-16 0,2 4-8 0,0 0-4 16,0 0-16-16,-8 9-4 0,7-1-5 0,-1 0-4 15,2 4-5-15,-4-1-6 0,4 6-1 0,-1 1-6 16,2 1-6-16,-1-2 3 0,0 2-1 0,0 1-7 16,0 0 2-16,4-1-1 0,-1 0 0 0,-3 1-5 15,0-1 1-15,1-1 0 0,2-4-1 0,-3-1 1 16,2 0-6-16,0-1 7 0,0 0-4 0,-2-5-4 15,0 1 1-15,0 0-2 0,0-3 4 0,2 3-4 16,0-5 5-16,-2 2-2 0,0 0 4 0,0-5 1 16,0 6 2-16,0-6-2 0,0 0 0 0,0 0-4 0,0 0-2 15,0 0 2-15,0 0-3 0,-6-14 6 16,6 10-9-16,0-7 3 0,-2 4-1 0,0-6-1 16,2-1-5-16,0-2 0 0,0-2-4 0,0-2 2 15,0 2-2-15,0-1 7 0,0 0-7 0,2 0 1 0,0 1 0 16,0 1 1-16,2 1-2 0,-4 3-2 0,0 0 5 15,0 0 10-15,0 0 8 0,1 2 4 0,-1-1 16 16,0 2 3-16,4-1-1 0,-4 3 6 16,0 1-3-16,1 2 9 0,-1-3 1 0,0 3-5 0,0 2-5 15,0-3-2-15,3 2-4 0,-3 4-7 0,0 0-3 16,0-6-6-16,0 6-7 0,1-2-1 0,-1 2-4 16,0 0-4-16,0 0 1 0,10 11 2 0,-7-4-1 15,1-1 1-15,3 4-2 0,-1-1 0 0,1 4-3 16,3 2 0-16,-5 1 1 0,6 0 1 0,-3 1-3 15,1-1 4-15,1 2-3 0,0 0 2 0,-2 3-5 16,0-3-10-16,2-2-8 0,-1 1-12 0,0-1-4 16,-2-2-3-16,-2-3-2 0,0 0-14 0,-1-1-9 15,-1-2-12-15,1-1-7 0,1-1-18 0,-5 1-11 16,3-3-10-16,0 1-13 0,1-2-11 0,-4-3-39 16,1 4-27-16,-1-4-18 0,0 0-148 0,0 0-409 15,0 0 181-15</inkml:trace>
  <inkml:trace contextRef="#ctx0" brushRef="#br0" timeOffset="75132.53">14066 5027 103 0,'0'0'125'0,"0"0"4"15,0 0-16-15,0 0-10 0,18 9-3 0,-9-9-13 16,2 1-25-16,3 1 11 0,1-1-10 0,6 0-16 15,0 0-40-15,0-2-53 0,1 1-48 0,-1 1-52 16,-1 1-157-16,2-4 69 0</inkml:trace>
  <inkml:trace contextRef="#ctx0" brushRef="#br0" timeOffset="75885.33">14484 4975 41 0,'0'0'243'15,"-13"0"-7"-15,6 1-13 0,-1-1-9 0,0 1-12 16,1 0-16-16,-1 2-14 0,0-2-15 16,0 2-11-16,1 0-15 0,0 0-12 0,-1 2-13 0,3-1-9 15,-2 4-9-15,-3-2-9 0,7 1-7 0,-4-2-8 16,2 0-5-16,4 4-6 0,0-2-5 0,-1-1-5 16,1 0-1-16,1 3-6 0,0-1 0 0,3-2 5 15,-2 1-8-15,5 2 0 0,3-1-9 0,-1-2 1 16,3 0-3-16,4-2 1 0,0 0-6 0,4 0-3 15,1-2-8-15,-2-1-8 0,2 1-13 0,1-2-8 16,-1 0-11-16,-1-3-6 0,-2 1-13 0,-3-2-3 16,0-2-11-16,0 0-9 0,1-2-3 0,-7 0-15 15,3-4-10-15,-3 1-8 0,-1-1-15 0,0-4-4 16,1-4-1-16,-4 4 0 0,-3-2 9 0,-1 5 15 16,0-7 15-16,-1 6 4 0,-1-1 30 0,2 2 17 15,-4 1 21-15,-1-1 30 0,2 1 34 0,-1 0 16 16,3 2 35-16,-3-1 13 0,1 2 15 0,-1 1 7 15,2 5 7-15,1-5 4 0,0 3 2 0,-1 1-8 16,2 4-10-16,-2-7-13 0,2 5 2 0,0 2-27 16,0 0-15-16,-7-3-14 0,7 3-4 0,0 0-3 15,0 0-8-15,0 0-4 0,-3 16-3 0,3-10-1 16,0 4-5-16,2 3-7 0,-1-1 2 0,-1 7-6 16,0-2 1-16,0 2-1 0,5 0-3 0,-2 0 1 15,-2 2-2-15,3-1 1 0,-1 1-7 0,3-2-5 16,-1 3-8-16,1-6-7 0,0 2-13 0,-2-5 4 15,-1 1-19-15,1-3-18 0,0-2-9 0,0 0-12 16,-1-1-13-16,0-2-5 0,1 1-10 0,-2-2-3 16,1-2-18-16,-1-2-5 0,-2-1-11 0,0 0-1 0,0 0 6 15,5-6 3-15,-5-2-2 0,-1 3 11 16,-1-3 26-16,1-2 0 0,-2 4 6 0,0-14 15 16,1 11 13-16,-3-2 19 0,0 0 19 0,4 1 21 15,-4 1 27-15,0-1 20 0,1 2 22 0,4 1 15 0,-4 0 21 16,4-1 5-16,-5 2 14 0,4 1 12 0,1 0-1 15,-2-3 5-15,4 3-7 0,-4 3 5 0,2 2-18 16,2-6-12-16,-1 2-5 0,-1 4-11 16,0 0-10-16,5-6-8 0,-5 6-1 0,4-2-13 0,0 1-4 15,-4 1-7-15,10 0-5 0,-10 0-3 0,12 3-3 16,-4 1 6-16,-1 0-13 0,4-1-5 0,0 3 0 16,-4 0 0-16,1 3-3 0,3-4 1 0,-2 2-4 15,0 2 3-15,1-3-3 0,1 2-24 0,-2 0-21 16,1-1-20-16,-3 1-20 0,3-2-35 0,-5 2-32 15,2-2-23-15,0-2-26 0,-3 1-28 0,-2-1-167 16,4 1-415-16,-3-3 184 0</inkml:trace>
  <inkml:trace contextRef="#ctx0" brushRef="#br0" timeOffset="76454">14904 5036 127 0,'0'-5'116'0,"0"5"-13"0,0 0-13 16,0 0 6-16,0 0 3 0,0 0-14 0,5 13-13 16,-5-9 12-16,2 0-19 0,-1 1-6 0,2 0 3 15,-2 0-11-15,3-1 7 0,0 2-18 0,0 1-4 16,0-2-1-16,2 1-15 0,-1 0 12 0,6 0-5 16,-3-1-3-16,2 0 4 0,-2-2-1 0,0 1-11 15,0-3 4-15,-1 0-3 0,0 0 3 0,2 1-6 16,-9-2-3-16,11-2 0 0,-5 0 3 0,-6 2 1 15,9-6 7-15,-5 3 0 0,-2-1-1 0,0-2 3 16,1-2-1-16,-3 1-3 0,0 1 5 0,0-1 3 0,-3 1 4 16,3 0 4-16,-2-1 12 0,0 0 2 0,2 0 4 15,-1 3 16-15,-2-1-8 0,3 0-3 16,0 5-3-16,0-4-8 0,0 4-6 0,-2-5-9 16,2 5-7-16,-2-5-1 0,2 5-5 0,0 0-1 0,0 0 0 15,0 0-2-15,0 0-1 0,0 0-4 0,7 14-2 16,-2-6-1-16,-5-5 3 0,4 3-4 0,-1 0-3 15,4-1 0-15,-1-1 4 0,-1 3-2 16,0-2 1-16,2 2-2 0,-1-3 1 0,-1 1-1 0,-1-2-3 16,4 1 1-16,-4-2 0 0,2-2 2 0,-1 2-2 15,1 0 1-15,-6-2 1 0,10 0 4 0,-10 0-4 16,0 0 15-16,11-5 6 0,-8 4 11 0,1-3 6 16,-1 0 10-16,2-1 5 0,-1 2 6 0,0-2 6 15,-1 1 7-15,0 1 7 0,1-1 9 0,0 0-7 16,0 0 1-16,-1 0-6 0,-1-1-9 0,1 4 2 15,0-3-11-15,-3 4-3 0,3-4-7 0,-3 4-13 16,2-3-1-16,-2 3-8 0,0 0-4 0,0 0 0 16,0 0-8-16,0 0-1 0,12 4-2 0,-12-4-5 15,6 6-1-15,-2-4-14 0,0 3-16 0,-1-1-19 16,1 0-23-16,0 1-16 0,2-1-27 0,-2 0-34 16,1 1-36-16,2 0-41 0,-2-2-41 0,2-1-249 15,-3 1-546-15,-1-2 242 0</inkml:trace>
  <inkml:trace contextRef="#ctx0" brushRef="#br0" timeOffset="76654.72">15010 4838 299 0,'0'0'286'16,"-3"-4"-25"-16,3 4-25 0,0 0-24 0,0 0-23 15,0 0-19-15,0 0-19 0,0 0-15 0,0 0-4 16,0 0-30-16,0 0-31 0,0 0-34 0,19 10-42 0,-15-6-46 16,5-1-62-16,1 2-60 0,1 1-151 0,2-4-350 15,0 3 155-15</inkml:trace>
  <inkml:trace contextRef="#ctx0" brushRef="#br0" timeOffset="76938.59">15501 4816 187 0,'0'0'303'15,"-6"-4"-14"-15,6 4-13 0,-4-2-24 0,4 2-19 16,-4-1-28-16,4 1-22 0,0 0-14 0,-16 3-20 16,12 0-16-16,-3 2-18 0,2 0-8 0,-1 0-10 15,0 3-11-15,0 1-5 0,-1 0-7 0,2 2-11 16,0-1-5-16,4 1-4 0,-7 0-7 0,7 3-4 15,-1-1-6-15,2 1-1 0,0-2-2 0,0 0-2 16,5 1-3-16,-2 1-6 0,0 1 1 0,5 0 5 16,-1-5-5-16,5 4-4 0,-1-5-17 0,0 0-25 15,7-1-23-15,-4-3-45 0,3 1-41 0,-3-2-52 16,3-2-45-16,-1-1-46 0,-2-1-147 0,0-3-455 16,-1 1 202-16</inkml:trace>
  <inkml:trace contextRef="#ctx0" brushRef="#br0" timeOffset="77307.03">15703 4867 94 0,'-1'-5'253'0,"1"5"-1"16,0 0-2-16,0 0-5 0,1-6-6 0,-1 6-7 15,0 0-14-15,0 0-17 0,-4-3-17 0,4 3-21 16,0 0 0-16,0 0-31 0,-10-1-10 0,10 1-18 15,-10 0-6-15,10 0-14 0,-8 1-10 0,8-1-7 16,-6 3-9-16,2 0-7 0,4-3-8 0,-8 5-3 16,8-2 10-16,-4 0-18 0,4 1-7 0,0-4-3 0,2 7 4 15,-2-3-1-15,2 1-8 0,1 0 0 0,5-1 2 16,-1 3-3-16,1-1 0 0,0 0 9 16,4 2-9-16,-3-1-5 0,3-1-3 0,0 1 2 15,-4-4-1-15,3 4-2 0,-3-1-3 0,3-1 5 0,-3 0 0 16,-1-1-3-16,-3 0-2 0,2-2-1 0,-2 1-3 15,-3 0-1-15,3 0 2 0,-4-3-4 0,0 5 3 16,0-5-3-16,-1 7 1 0,1-7-9 16,-6 6-12-16,-1-4-20 0,0 0-24 0,-3-1-32 0,-4-1-42 15,2 0-58-15,-3-1-47 0,0-1-43 0,0 2-150 16,2-2-473-16,3 0 210 0</inkml:trace>
  <inkml:trace contextRef="#ctx0" brushRef="#br0" timeOffset="77557.92">15829 4750 100 0,'0'0'243'15,"5"3"-1"-15,-1-1-7 0,-1 0-6 0,2 2-2 16,-1 0-18-16,2 0-10 0,1 2-14 0,0 0-19 15,3 2-15-15,-3-1-17 0,4 2-11 0,0-1-13 16,-3 4-6-16,4-2-14 0,2 3-5 0,-5 1-12 16,0 3-6-16,-1-2-5 0,0 2-15 0,-5 0-18 15,-3 1-33-15,-2 0-29 0,-7 9-47 0,-6-1-57 16,0-2-57-16,-6 1-32 0,-6 2-180 0,-7-4-441 16,-12 3 195-16</inkml:trace>
  <inkml:trace contextRef="#ctx0" brushRef="#br0" timeOffset="89199.14">16265 4089 67 0,'3'-7'134'0,"-3"5"-15"0,0 2-3 0,1-5-3 15,-1 5-14-15,2-6-5 0,-2 6-11 0,1-3-5 0,-1 3-7 16,-1-5-4-16,1 5-10 0,0 0 6 0,0 0-19 16,1-5 5-16,-1 5-9 0,0 0 0 0,0 0-10 15,0 0 5-15,0 0-14 0,0 0 3 0,0 0 2 16,0 0-13-16,-1-6 5 0,1 6-7 0,0 0-3 16,0 0 6-16,0 0 10 0,0 0-16 0,0 0-3 15,0 0-7-15,0 0-1 0,0 0-7 0,0 0-2 16,0 0 0-16,0 0 2 0,0 0-14 0,0 0 18 15,0 0-8-15,0 0 4 0,0 0 0 0,0 0-3 16,0 0 4-16,0 0-2 0,0 0-1 0,0 0 0 16,0 0 2-16,0 0 10 0,0 0-6 0,0 0 3 15,0 0 0-15,0 0 2 0,0 0 0 0,0 0-2 16,0 0-4-16,0 0 0 0,0 0 3 0,0 0-5 16,0 0 8-16,0 0-5 0,0 0 6 0,0 0 2 15,0 0-5-15,0 0 7 0,0 0-6 0,0 0-3 16,0 0 0-16,0 0 9 0,0 0-3 0,0 0-5 15,0 0 6-15,0 0-9 0,0 0 8 0,0 0-1 16,0 0 12-16,0 0-18 0,0 0 0 0,0 0 8 16,0 0 2-16,0 0-15 0,0 0-3 0,0 0-4 15,0 0-9-15,0 0-5 0,0 0-1 0,0 0-6 16,0 0-7-16,0 0-13 0,0 0-4 0,0 0-1 16,0 0-7-16,0 0-9 0,0 0-50 0,0 0-141 15,0 0 64-15</inkml:trace>
  <inkml:trace contextRef="#ctx0" brushRef="#br0" timeOffset="91607.66">16355 4003 175 0,'0'-6'250'0,"0"0"-3"0,0 2-10 0,0-2-11 15,0 1-1-15,0 5-8 0,0-8-9 16,0 5-8-16,0-1-17 0,0 4-3 0,0-7-10 15,0 7-19-15,0-5-17 0,0 5-13 0,0 0-14 16,0-4-14-16,0 4-12 0,0 0-12 0,0 0-5 0,0 0-9 16,-14 7-3-16,4-1-6 0,1 3 4 0,-2-3-18 15,-2 8-1-15,-1-1-6 0,-1 4 0 0,2-1-5 16,-6 7-4-16,4 1 4 0,0 4-5 16,1 0-1-16,-1 3-3 0,4 2 3 0,0 3-3 0,-3-1-3 15,5 1 2-15,1 3-3 0,0 10 1 0,5-12 0 16,3 0-4-16,2 13-3 0,2-14 15 0,2 0-10 15,3-1-3-15,3 2 3 0,4-1-2 16,2-1 3-16,2 0 8 0,6 6-6 0,-3-10-2 16,4-2-1-16,-2-1-7 0,1 0 18 0,1-2-8 0,-3-2 0 15,2-1-2-15,-2-3 1 0,3 0-3 0,-4-4-1 16,-6-1 1-16,1-7 2 0,1 3 4 0,-5-5-4 16,1 0-3-16,4-1 3 0,-6-3-3 0,0-2-9 15,0-1-34-15,2-5-51 0,0 1-74 0,2-5-89 16,-1-1-323-16,-3-4-623 0,1-3 276 0</inkml:trace>
  <inkml:trace contextRef="#ctx0" brushRef="#br0" timeOffset="92611.05">16854 4320 146 0,'-2'-3'220'0,"2"-3"3"0,-2 2-7 16,2-3-3-16,-4 2 0 0,4-2-17 0,-4 2-8 15,3-1-13-15,-1 0-9 0,-2 3-19 0,1-2-11 16,-2-1-12-16,1 2-13 0,-2 1-13 0,2 0-10 16,-4 2-12-16,0 0-2 0,-1 1-19 0,0 2-3 15,-3 2-3-15,1 2-9 0,0 1-5 0,-1-1-4 16,0 2-1-16,2 2-3 0,-2 3-18 0,1 2 1 16,4-4 4-16,-1 2-9 0,4-2 1 0,0 3-3 15,0-1 1-15,3 0-1 0,2 0 0 0,5 0 4 16,-5-2-1-16,3 1-1 0,5-3-1 0,-2 3 0 15,6 1 2-15,-3-7-1 0,4 2 10 0,2-1-12 16,2 0-3-16,2-2 3 0,-7-4-4 0,7 2-1 16,-8 1-1-16,2-4 0 0,2 0 2 0,-4 0-4 15,1-1 2-15,-4 0 3 0,2-1-1 0,-7 1 1 16,3-2 5-16,-3 3 2 0,-4 0-2 0,8-2 4 16,-8 2 0-16,5-2-1 0,-5 2-2 0,0 0-3 15,9 0 0-15,-9 0-5 0,0 0 1 0,0 0-4 16,0 0-1-16,5 3 1 0,-5-3-1 0,3 2 2 15,-3-2 1-15,0 7 1 0,3-3-1 0,-2 0 3 0,2-1 0 16,2-1-2-16,1 3 1 0,-1-1-2 16,3-2-5-16,-4 3-3 0,4-2-6 0,-1 0 6 15,0 1-12-15,-3-3 1 0,2 0 5 0,-6-1 0 16,9 0 3-16,-9 0-4 0,0 0 4 0,8-4-3 0,-6-1 1 16,-2 1-1-16,0 4 0 0,-2-12 2 0,-2 7 3 15,0 0 0-15,1-2 1 0,-5-1 2 0,1-1 0 16,-1 0 2-16,0 1 1 0,-1 1 1 15,2-2 0-15,-1 1-2 0,2 5 4 0,2-4 3 0,0 2 2 16,1-1-5-16,1 2 1 0,0 0 0 0,2-1 1 16,0 5-4-16,6-8-1 0,-2 4 4 0,5 1-1 15,1 0 1-15,1-1-2 0,2 3 1 0,-2-2 2 16,4 1-4-16,0 0 4 0,-1 1 2 0,-1 2-1 16,1-1-3-16,-2 2 2 0,-1-2 1 0,4 0-4 15,-3 2 3-15,-3-1-1 0,1 2-1 0,-2-2-1 16,1 2 0-16,-4-2 3 0,3 3-2 0,-1-1 0 15,-3 2 4-15,3-2-6 0,-3 2 1 0,1-1-1 16,-1 3 2-16,-1-2 1 0,0 0 2 0,0 0 0 16,-2-1-1-16,0 2-1 0,2-2-1 0,-3-2 0 15,-1 4 3-15,1-6 1 0,-2 6-1 0,2-6-1 16,-1 8 1-16,1-8 3 0,0 2-2 0,0-2 2 16,-3 3 3-16,3-3-10 0,0 0-16 0,0 0-14 15,0 0-20-15,0 0-19 0,0 0-15 0,0 0-27 16,0 0-9-16,0 0-33 0,-1-12-17 0,1 12-15 15,3-8-109-15,-1 3-323 0,1-1 144 0</inkml:trace>
  <inkml:trace contextRef="#ctx0" brushRef="#br0" timeOffset="92995.9">17389 4109 109 0,'1'-4'246'0,"-1"4"1"0,0 0-14 0,0 0-11 16,0-5-18-16,0 5-18 0,0 0-18 0,0 0-21 15,0 0-15-15,0 0-15 0,0 0-14 0,0 0-12 16,0 0 1-16,-15 9-19 0,11-5-5 15,1 1-8-15,-1 2-7 0,-3 0-4 0,-2 2-6 0,5 0-4 16,0 4-2-16,-3-6-1 0,4 6 0 0,0-2-7 16,-2 1-6-16,5 1 3 0,-1 0-2 0,1 5-2 15,1-4 1-15,3 3 1 0,-3-4-3 16,6 2-1-16,0 0-2 0,0-3-2 0,5 2 2 0,-1 0-2 16,0-1-2-16,1-3 2 0,2 2-3 0,1-2-4 15,0 0-6-15,-2-4-22 0,-2 1-33 0,2-1-44 16,1-1-41-16,-3-2-50 0,3-2-61 0,-5 1-151 15,-3 2-430-15,2-8 190 0</inkml:trace>
  <inkml:trace contextRef="#ctx0" brushRef="#br0" timeOffset="93179.9">17265 4307 244 0,'-5'0'273'0,"5"0"-13"15,0 0-19-15,-6-3-18 0,6 3-22 0,0 0-20 16,0 0-20-16,6-8-15 0,0 7-13 0,2 0-14 16,1 1-14-16,0-3-10 0,3 1-11 0,1 1-36 15,3 0-34-15,-4 0-46 0,4 0-51 0,5-2-67 16,-5 2-53-16,-1 0-141 0,4-3-371 0,-5 3 164 16</inkml:trace>
  <inkml:trace contextRef="#ctx0" brushRef="#br0" timeOffset="93497.69">17721 4139 223 0,'0'0'314'16,"0"0"-18"-16,0 0-9 0,0 0-18 0,0 0-20 0,0 0-24 15,0 0-30-15,5-3-12 0,-5 3-23 16,0 0-18-16,0 0-18 0,0 0-10 0,0 0-12 15,-5 11-8-15,3-6-14 0,0 0-6 0,-4 3-7 16,5 0-8-16,-3 1-2 0,1 0-9 0,1 4-5 0,0-1 0 16,-1 0-6-16,-1 0-1 0,3 2-3 0,-1-1-10 15,4 0 4-15,-1 3-3 0,2-2 1 0,-3 0 6 16,4-2-13-16,-2 0 0 0,4 3-3 16,-2-4 5-16,4 2-7 0,2-3-3 0,3 3-13 0,-3-4-16 15,2 0-22-15,3 0-31 0,0-3-33 0,-1-1-32 16,0 0-35-16,3-3-33 0,-1 1-34 0,-1-3-33 15,-1 0-148-15,-1-3-453 0,-3-1 202 0</inkml:trace>
  <inkml:trace contextRef="#ctx0" brushRef="#br0" timeOffset="93882.38">17990 4169 111 0,'-3'-4'283'0,"3"4"-7"0,-3-3-14 0,1-1-13 16,2 4-10-16,-7-2-17 0,7 2-17 0,-8-5-18 15,2 4-17-15,1 0-16 0,5 1-12 0,-10-2-17 16,10 2-14-16,-9 2-6 0,9-2-16 0,-10 1-8 16,5 0-10-16,5-1-8 0,-7 5-7 0,4-3-7 15,-2 3-5-15,4-3-6 0,-2 2 0 0,3-4-7 16,0 9 0-16,1-4-6 0,2-1 1 0,4 3-5 15,-3-1 3-15,0 0-2 0,4 4 1 0,-1-3-7 16,2 1 0-16,0 0-7 0,-3-1 4 0,4 0-1 0,-1 0 0 16,0 0-2-16,0-1-1 0,-4-1 0 15,2 0-6-15,0 0 6 0,-4-2-7 0,2 2 2 16,-2-2-4-16,0 1 0 0,-1 0 2 0,0-2-4 16,0 2 4-16,-2-4-2 0,0 7-1 0,-2-3 4 0,0-1-2 15,2-3 4-15,-6 5-4 0,0-1-4 16,2 1-2-16,-3-1-27 0,2-2-18 0,-2 2-23 15,3 1-23-15,-3-2-41 0,2 1-30 0,2-2-39 16,-1 1-24-16,1 2-24 0,-1-1-156 0,4 0-443 0,0-4 197 16</inkml:trace>
  <inkml:trace contextRef="#ctx0" brushRef="#br0" timeOffset="94083.09">18176 4423 56 0,'4'1'168'0,"-4"-1"-6"15,3 4-8-15,-3-4 3 0,0 0-3 0,-1 7 5 16,1-7-10-16,-6 6-9 0,4-2-9 16,-4 0-16-16,2 2-8 0,-2 0-12 0,-3 0-9 0,2 4-5 15,-2-2-9-15,-1-1-6 0,1 2-7 0,-1-3-20 16,2 2-25-16,-1 1-40 0,3-4-54 0,2 2-38 16,-2-2-36-16,5-3-144 0,-2 1-322 0,3-3 142 15</inkml:trace>
  <inkml:trace contextRef="#ctx0" brushRef="#br0" timeOffset="94568.15">18425 4214 204 0,'0'-4'246'15,"-3"-1"-5"-15,3 1-14 0,0 4-16 0,-1-10-8 16,-2 6-14-16,1 2-16 0,-1-2-18 0,0 0-13 16,0-1-9-16,3 1-16 0,0 4-12 0,-9-5-13 15,6 4-10-15,1-3-13 0,-4 2-9 0,1 0-4 16,5 2-5-16,-14 3-3 0,7-2-13 0,0 4 1 16,-1-1-3-16,-1-3-5 0,-1 4-5 0,-1 3-1 0,3-2-4 15,0 5-3-15,4-3 0 0,-3 3-1 16,4-5-1-16,-1 3-6 0,1-2 2 0,1 0-7 15,2 1 4-15,0-4-3 0,5 2-1 0,-3-1-2 16,3 2-2-16,-1-2 0 0,0-3-2 0,6 2-5 0,-2-2-2 16,1-2-5-16,-2 0-1 0,5 0 3 0,-1-2 1 15,-1 1 0-15,2-2 2 0,-4-2-2 16,2 0 5-16,-2 1 1 0,-1 0-1 0,-2-1 2 16,2 0 0-16,-3 1 14 0,-1 0 0 0,2-1 9 0,-1 0 8 15,-1 2 2-15,-3-2 9 0,0 5 2 0,1-5 0 16,-1 5-4-16,3-5 1 0,-3 5-5 0,0 0-8 15,0 0-6-15,0 0-2 0,0 0-2 16,0 0-2-16,0 0-2 0,0 0 0 0,0 0-1 0,-1 17-1 16,1-13-8-16,1 2-11 0,1 1-2 0,0-1-14 15,2 0-15-15,1 0-13 0,-1 1-30 0,6 1-31 16,-3 0-37-16,4-3-19 0,-2 0-40 0,1 0-189 16,-2-1-436-16,4-1 192 0</inkml:trace>
  <inkml:trace contextRef="#ctx0" brushRef="#br0" timeOffset="94852.48">18542 4073 36 0,'0'0'229'0,"-1"-2"-23"0,1 2-25 0,0 0-16 16,0 0-20-16,0 0-8 0,0 0-12 0,0 0 1 15,9 13 1-15,-2-8-11 0,-3 1-2 0,4 2-7 16,-2 2-8-16,2-1-9 0,4 4-10 0,-4-2-5 16,3 5-9-16,1-5-7 0,-1 3-4 0,-5-1-6 15,7 1-4-15,-7-1-4 0,2 1-3 0,-1 3-1 16,2-5-4-16,-5 0-6 0,-1 0-1 0,0 1-2 16,2-3-2-16,-5 2-1 0,-1 0-14 0,-3-2-20 0,2 0-27 15,0 1-33-15,-2-4-38 0,2-2-54 16,-1 0-52-16,2 1-132 0,-4-2-376 0,2-1 166 15</inkml:trace>
  <inkml:trace contextRef="#ctx0" brushRef="#br0" timeOffset="95103.37">19029 4240 219 0,'0'0'377'16,"0"0"-23"-16,1-6-19 0,-1 6-20 16,3-6-29-16,0 2-30 0,1 2-33 0,1-2-15 0,2 2-24 15,1-3-21-15,-2 3-14 0,2 2-13 0,4-4-14 16,0 3-14-16,-1 0-23 0,4-2-34 0,-1 2-36 16,-1 0-30-16,1 2-34 0,-2-2-38 0,2-1-40 15,-1 1-42-15,-2 0-44 0,2 1-41 0,-1 0-192 16,-5-3-482-16,-2 2 213 0</inkml:trace>
  <inkml:trace contextRef="#ctx0" brushRef="#br0" timeOffset="95304.08">19094 4125 6 0,'0'0'298'15,"-11"0"-17"-15,11 0-16 0,-8 1-27 0,8-1-24 16,0 0-20-16,-9 1-19 0,6 0-22 0,3-1-15 15,-3 5-15-15,-1-2-8 0,4 1-11 0,-1 1-11 16,-1 0-9-16,2 4 5 0,0-1-19 0,-1 5-9 16,2-5 7-16,2 7-13 0,-3-4-13 0,6 6-31 15,-2-4-49-15,1 2-66 0,6-1-97 0,-6-1-222 16,4-3-458-16,0-1 204 0</inkml:trace>
  <inkml:trace contextRef="#ctx0" brushRef="#br0" timeOffset="95755.68">19555 4007 58 0,'0'-3'348'0,"2"-1"0"16,-1-2 9-16,-1 2 1 0,0 0 0 0,2-1-9 15,-2 5-16-15,1-7-23 0,-1 7-29 0,1-5-27 16,-1 5-29-16,2-2-31 0,-2 2-23 0,0 0-17 16,0 0-18-16,0 0-18 0,5 9-10 0,0-1-10 0,-3-3-14 15,0 3-6-15,3 4-6 0,1 5-7 16,-1-4-6-16,0 4-9 0,2-1-16 0,-2 2-10 16,2-1-20-16,-3 1-10 0,2 2-10 0,3-3-26 15,-4-6-26-15,4 4-19 0,-4 3-21 0,-1-5-24 0,4-3-19 16,-4 0-26-16,0-3-23 0,-1 2-27 0,1-2-40 15,2-4-14-15,-2 0-38 0,2-2-173 0,-6-1-532 16,6 0 236-16</inkml:trace>
  <inkml:trace contextRef="#ctx0" brushRef="#br0" timeOffset="95989.84">19595 3927 287 0,'-3'-2'320'0,"3"2"10"16,-3-5-9-16,3 5-17 0,0 0 3 0,-1-4-17 16,1 4-8-16,0 0-23 0,0 0-22 0,-3-4-30 15,3 4-19-15,0 0-17 0,0 0-20 0,0 0-15 16,7-5-13-16,-7 5-16 0,16 0-23 0,-5 0-27 16,7 1-23-16,-7 0-26 0,9-1-27 0,-2 3-32 15,2-2-29-15,-2 0-34 0,1 5-32 0,3-4-35 16,-6 2-33-16,0-1-31 0,-2-1-48 0,0 2-184 15,-5 0-517-15,-1 0 229 0</inkml:trace>
  <inkml:trace contextRef="#ctx0" brushRef="#br0" timeOffset="96591.97">19651 4099 13 0,'0'0'173'0,"-3"4"7"16,3-4-3-16,0 0-10 0,8 4-14 15,-2-2-11-15,0-1-17 0,2 1-10 0,2 1-15 16,-2-2-8-16,7 1-9 0,-3 0-10 0,3 1-5 0,-1 1-6 16,1-2-9-16,-3 1-7 0,4 0-4 0,-2 1-2 15,-1-2-5-15,1 2-6 0,-3-3-8 0,3 2-9 16,-5-5-5-16,2 4-3 0,-3-1 0 16,-2-1 1-16,-1 1 1 0,-5-1-1 0,11 0 3 0,-11 0 0 15,8-2 10-15,-8 2 8 0,4-2 9 0,-4 2 14 16,6-1 9-16,-6 1 2 0,0 0 24 0,7-3-2 15,-7 3 0-15,0 0-3 0,4-3 1 0,-4 3-6 16,0 0-8-16,0 0-5 0,0 0-8 0,0 0-4 16,0 0-9-16,0 0-7 0,0 0-1 0,0 0-8 15,0 0-2-15,0 0-3 0,0 0 1 0,6 6 1 16,-6-6-4-16,0 0-8 0,0 8 3 0,2-5-3 16,0-1-1-16,-2 4 4 0,4-3-3 0,-1 1 0 15,0 1-4-15,1-1 3 0,0 0-1 0,0-2 5 16,3-1-7-16,0 2 4 0,-2 2-2 0,4-3-4 15,0-1 5-15,-2 0-4 0,4-1 9 0,-4 3-11 16,0-6 4-16,2 3 0 0,-1 1-2 0,-2-4 5 16,1 0 5-16,-2-1-10 0,1 0-1 0,-1 2 4 15,-1-3-1-15,1-2 6 0,0 2 17 0,-5 1-1 16,3-4 9-16,-2 2 9 0,1 1-2 0,-1-2 9 16,1 2 5-16,-2 0 5 0,0 2-3 0,0 3 1 15,0-8-7-15,0 8-7 0,0-4-2 0,0 4-9 16,0 0-4-16,2-5-13 0,-2 5-5 0,0 0-4 15,0 0-2-15,0 0 0 0,0 0-2 0,0 0 4 0,0 0-4 16,0 15-8-16,0-10 13 0,0 0-17 16,2 1-2-16,-1 1-2 0,0-2-4 0,6 3 0 15,-5 0-3-15,4-3-3 0,1 4-4 0,1-3-15 0,-1 1-16 16,4-2-19-16,-3 1-25 0,3-1-25 0,0 2-29 16,-3-5-24-16,4 0-46 0,0-2-35 15,-2-2-31-15,-2 1-151 0,0-1-474 0,0-8 209 16</inkml:trace>
  <inkml:trace contextRef="#ctx0" brushRef="#br0" timeOffset="96859.18">20248 3860 283 0,'0'0'313'0,"-3"-5"-8"16,3 5-21-16,0 0-19 0,0 0-30 0,-7-2-12 15,7 2-37-15,0 0-24 0,0 0-16 0,0 0-20 16,0 0 4-16,-1 12-23 0,1-7-11 0,1 3-9 16,3 2-11-16,-2 1-6 0,0 3-5 0,2-1-6 15,3 5-8-15,-3 0-6 0,0 1-2 0,3 3-8 16,-3-3-5-16,3 0-17 0,1 6-12 0,-4-5-18 16,2-1-18-16,-1 2-23 0,-2-4-25 0,2-1-30 15,-1-3-32-15,-1 0-27 0,4-3-25 0,-6 0-26 16,3-4-177-16,-1 0-431 0,1-2 191 0</inkml:trace>
  <inkml:trace contextRef="#ctx0" brushRef="#br0" timeOffset="97595.2">20295 4092 9 0,'0'-3'182'0,"-2"-2"10"16,2 1-4-16,0 4-2 0,2-8-9 0,-2 5-12 15,0 3-21-15,3-5-17 0,-3 5-9 0,4-2-12 16,-4 2-12-16,7-3-9 0,-7 3-8 0,11 4-7 15,-6-1-8-15,2-1-7 0,1 2-8 0,2 1 3 16,-4-1-9-16,4 1-5 0,1 3-6 0,-3-2-3 16,2 3 1-16,-3-1-5 0,3 0-2 0,0 0-3 15,-2 2 0-15,4-1-3 0,-4 1 0 0,-2-3-1 16,1 2 1-16,1-1-4 0,-4-4-3 0,0 1 4 16,1-1 5-16,0 1-4 0,-1-4 15 0,-1 0 12 15,-3-1 9-15,0 0 10 0,11-3 5 0,-8-1 5 0,0 0 6 16,-2-4-6-16,2 4 16 0,0-4-8 15,-2 1 0-15,3 1 3 0,-1-6-3 0,-1 3 2 16,1 1 2-16,1 1-4 0,-4 1 1 0,3-1-3 16,-2 1-4-16,-1-1 1 0,-1 2-11 0,2 0-10 0,2 1-5 15,-3 0-10-15,0 4-8 0,0-5-18 0,0 5-9 16,0 0-31-16,0 0-8 0,0 0-12 16,0 0-9-16,0 0-5 0,0 0-11 0,0 0-10 15,0 14-13-15,0-8-12 0,2-1-6 0,-1-2-13 0,3 5-3 16,0-3-9-16,1 0 2 0,-3 0-1 0,5-1-4 15,-2 0-8-15,-1 0 19 0,5-1 10 0,-2 0 11 16,0-2 9-16,0 2 18 0,0-2 4 16,4-1 9-16,-6 0 10 0,5 1 15 0,-10-1 13 0,16-2 9 15,-12 1 12-15,4 1 14 0,-1-2 8 0,-7 2 7 16,12 0 7-16,-12 0-4 0,7-1-2 0,-7 1 5 16,8 0-4-16,-8 0 1 0,6 1-9 15,-6-1 0-15,9 2 1 0,-9-2-7 0,2 2 6 0,-2-2-10 16,2 5 6-16,-2-5-2 0,2 3-11 0,-2-3 9 15,-2 5 11-15,2-5-8 0,0 4 2 0,0-4-2 16,-4 4-6-16,4-4 6 0,-4 3 10 0,4-3-2 16,0 0 15-16,0 0 0 0,-4 2 12 0,4-2 3 15,0 0 1-15,0 0-3 0,0 0-3 0,0-10 1 16,0 10-4-16,4-10-4 0,0 4-5 0,0 2 2 16,-1-3 1-16,1 0-8 0,0 1-1 0,2 1-1 15,3-4-5-15,-3 1 2 0,-1 2 3 0,-1-1-4 16,0 1 12-16,1 1 22 0,-2 1 15 0,0-1 17 15,-2 0 12-15,2 1 9 0,0 0-1 0,-2 2-9 16,-1 2-7-16,0-6-14 0,0 6-6 0,0 0-9 16,-1-5-5-16,1 5-5 0,0 0-9 0,0 0-2 15,0 0-3-15,0 0-9 0,0 0-11 0,-13 7-15 16,13-7-4-16,-2 6-16 0,-1-1-13 0,3-5-12 16,3 8-13-16,2-4-13 0,-2 0-33 0,5 1-37 15,1-1-35-15,5 2-30 0,4-1-38 0,2-2-143 16,1 1-421-16,1-4 188 0</inkml:trace>
  <inkml:trace contextRef="#ctx0" brushRef="#br0" timeOffset="98331.47">21072 3839 87 0,'-10'-9'230'0,"2"5"-14"0,0-1-20 0,1 0-20 15,-1 2-18-15,-2 3-19 0,-2 0-11 0,4 3-14 0,-3 2-14 16,1 1-8-16,0 1-7 0,0 3-11 16,-2 4-6-16,1 0-8 0,-1 3-7 0,5 0-2 15,2-1-8-15,-3 2-2 0,2 0-1 0,1 2-6 16,2-1 2-16,2 0-5 0,1-2-2 0,1 1-5 0,2-2 1 16,2-3 2-16,1 4-6 0,-1-6 1 0,5-2-3 15,4 2-2-15,-3-1-4 0,3-3-1 16,2-2-4-16,6-1 0 0,-3-2-1 0,2-2-1 15,0 0-5-15,0-4 2 0,-1 2 6 0,-1-1-6 0,-1-4-3 16,-1 2 3-16,-4 1-1 0,0-4-1 0,-4 3 2 16,-1-1 2-16,-3 1-3 0,0 0 7 0,2 1 9 15,-4-2 6-15,-2 3 1 0,2 0-4 16,-1-1 1-16,-2 4-6 0,0-5-2 0,0 5-3 16,0 0 0-16,0 0-3 0,0 0-1 0,-11 2-2 0,11-2-1 15,-8 6 1-15,2-2-2 0,3-1 3 0,-1 3-3 16,2-1 2-16,0 1-2 0,1 1-2 0,-1-2 2 15,2 1-1-15,0 2 0 0,2-3-2 0,1 1-3 16,-1-2-3-16,2 2 2 0,2 0 0 0,0-1 2 16,1-3-5-16,0 1-1 0,1 0 0 0,3-3 0 15,-3 0 2-15,-1 2 0 0,-7-2 1 0,16-5-1 16,-9 2 3-16,0 1-1 0,0-1-2 0,-3-2 5 16,1-2-3-16,-2 2-1 0,-2-1 1 0,-1 0 0 15,3-2 1-15,-6 1 1 0,3-4 4 0,-1 2 3 16,-3 0 5-16,-1-1 0 0,-1 4 6 0,4-1 2 15,0 1 5-15,-2 0 1 0,1 0 6 0,1 1 3 16,-1 0 10-16,1 3-10 0,0-3 1 0,0-1-6 16,2 6 1-16,0 0-9 0,0-4-4 0,0 4 0 15,0 0-4-15,0 0-5 0,18 4 3 0,-14-3-1 16,3 2 7-16,5 1-5 0,-1 2-6 0,1-3-1 16,-1 1 2-16,0 1-1 0,-2-1-3 0,3 2 1 15,-3 0 0-15,3 1-1 0,-2-1 7 0,-2 1-7 16,1-1-3-16,0 1-1 0,-3-1-10 0,3 1 2 15,-5-4-15-15,0 4-7 0,1-3-13 0,-4 0-5 16,2 2-11-16,-1-2-12 0,0 0-12 0,-2-1-9 16,0-3 0-16,2 6-9 0,-2-6-8 0,-2 3 0 15,2-3-4-15,0 0-13 0,0 0-1 0,0 0 0 16,0 0-2-16,0 0 10 0,0 0 5 0,0 0 7 16,10-9 7-16,-6 6 1 0,0-3-74 0,1 1-189 15,0 0 84-15</inkml:trace>
  <inkml:trace contextRef="#ctx0" brushRef="#br0" timeOffset="98565.63">21593 3795 208 0,'-1'-8'274'16,"1"-4"4"-16,0 4 5 0,0 2 3 16,0-2-8-16,1 3-20 0,-2-1-26 0,-1 2-22 15,2 4-26-15,-1-5-27 0,1 5-19 0,0 0-9 16,0 0-17-16,0 0-14 0,-2 15-7 0,-2-3-7 0,4-1-12 15,0 7-4-15,4 1-7 0,-4 0-4 0,0 1-8 16,0 0 6-16,2 3-15 0,-2 3-4 16,1-4-19-16,2-2-16 0,-2 2-18 0,2-2-19 15,3-2-30-15,0 2-29 0,-2-4-26 0,3 1-44 0,-3-6-42 16,3-1-46-16,2 1-213 0,-5-5-506 0,3 0 224 16</inkml:trace>
  <inkml:trace contextRef="#ctx0" brushRef="#br0" timeOffset="98733.01">21541 3922 219 0,'-7'-2'309'0,"7"2"-21"0,-4-3-19 0,4 3-22 16,-4-4-23-16,4 4-23 0,0 0-22 0,0 0-20 15,0 0-11-15,0 0-41 0,14-2-50 0,-14 2-56 16,19 3-70-16,-7-1-83 0,0 2-213 0,8-3-395 15,-2 0 175-15</inkml:trace>
  <inkml:trace contextRef="#ctx0" brushRef="#br0" timeOffset="99117.59">22103 3739 238 0,'3'-4'305'0,"-3"0"-7"0,1 1-10 0,-1 3-11 15,1-7-11-15,-2 3-15 0,1 4-18 0,0-7-21 16,0 7-14-16,-1-4-36 0,1 4-14 0,0 0-17 15,-10-1-13-15,10 1-16 0,0 0-13 0,-15 8-4 16,8-1-15-16,-3 2-4 0,0 0-8 0,-1 4-6 16,-2 2-7-16,2 1-2 0,-2 0-5 0,3 0-10 15,0 2 5-15,0 0 1 0,2 2-8 0,0-1-6 16,5 0 6-16,-1 0-5 0,3-1-4 0,1 2 4 16,3 1-5-16,3-2 6 0,4 1-7 0,5 3 1 15,5 1-4-15,-1-2-2 0,7-3-18 0,1 0-28 16,2-1-35-16,2 0-47 0,0-1-54 0,2-3-63 15,1-3-79-15,-4-4-209 0,0 0-566 0,-7-3 250 16</inkml:trace>
  <inkml:trace contextRef="#ctx0" brushRef="#br0" timeOffset="102780.55">22538 3854 47 0,'3'-4'257'0,"-3"4"-15"0,0 0-13 0,1-3-13 16,-1 3-16-16,0 0-17 0,0 0-16 0,0 0-13 15,-4-5-14-15,4 5-16 0,0 0-1 0,-11 0-20 16,11 0-2-16,-9 0-17 0,9 0-5 0,-13 0-3 16,8 1-9-16,5-1 3 0,-15 1-18 0,8 0-6 15,3 2 4-15,-4-2-12 0,4 3-6 0,-1-3-2 16,-1 2-2-16,2 0-6 0,1 0-1 0,-1 0-4 0,4-3-2 16,-3 5 1-16,0-1-2 0,1 0-6 0,2-4 7 15,8 9-4-15,-4-6 0 0,0 3 6 16,5-1 0-16,0 0-3 0,3 1-1 0,1 1 0 15,3 2 1-15,-5-4-4 0,2 1-1 0,-2 2 0 0,0-3 2 16,3 2-4-16,-5 0-2 0,2-3-1 0,-1 4 0 16,-1-2-1-16,-3-4 4 0,-1 2-3 0,0 1-1 15,-1-1 1-15,1-1-3 0,-3-1 3 0,1 0-5 16,-3-2 4-16,4 5-1 0,-4-1 3 0,0-4 1 16,0 0-2-16,0 6 1 0,0-6-1 0,-7 4 1 15,3-3-2-15,4-1 1 0,-9 1 2 0,3 2 1 16,0-2-4-16,-3 0 5 0,2 1-2 0,0-2-4 15,-3 3 2-15,2-3-5 0,-2-2-19 0,2 1-11 16,-2-1-24-16,4 1-19 0,-6 0-25 0,2-3-33 16,0 2-39-16,1-1-32 0,2-1-46 0,3-1-135 15,-2 1-416-15,2 2 184 0</inkml:trace>
  <inkml:trace contextRef="#ctx0" brushRef="#br0" timeOffset="103148.52">22822 3725 150 0,'5'-2'302'0,"-5"2"-8"15,0 0-13-15,0 0-10 0,0 0-23 0,0 0-20 16,0 0-19-16,0 0-19 0,0 0-18 0,0 0-21 0,0 0-18 16,0 0-14-16,0 0-14 0,0 0-8 0,0 0-16 15,0 0-9-15,-13 12-1 0,9-8-7 16,-4 0-8-16,0 1-4 0,2 0-7 0,-2 1-8 15,0-1 0-15,0 1-36 0,0 0-32 0,-2 0-31 16,2 0-31-16,0 0-44 0,0 2-54 0,2-3-58 0,1-1-202 16,1-1-488-16,1 2 216 0</inkml:trace>
  <inkml:trace contextRef="#ctx0" brushRef="#br0" timeOffset="103700.48">22965 3607 130 0,'0'0'302'16,"0"0"-17"-16,0 0-19 0,0 0-26 0,0 0-13 15,0 0-31-15,0 0-24 0,8 8-17 0,-6-6-19 16,-2-2-15-16,1 6 0 0,2-2-20 0,0 1-8 16,1 3-10-16,2-1-7 0,1 4-4 0,0-2-13 15,1 3-6-15,2 2 1 0,-1 1-10 0,2 1-4 16,-2 2-3-16,2-1-3 0,-1-1-6 0,-1 1-1 15,-2 0-1-15,0 1-3 0,-1 2-5 0,-2 0 1 16,-1 1 9-16,-1-2-9 0,2 0-5 0,-5 0 0 16,-2 3 0-16,-1-2-2 0,-1 0-3 0,-1-5-12 15,1 4-17-15,-4-1-20 0,0-1-19 0,2-1-17 16,-2-1-35-16,1-4-43 0,1 0-46 0,-1 0-36 16,-1-1-173-16,1-2-441 0,4-2 195 0</inkml:trace>
  <inkml:trace contextRef="#ctx0" brushRef="#br0" timeOffset="104787.42">23108 3359 6 0,'0'0'219'0,"0"0"-20"0,0 0-24 16,0 0-8-16,18 6-5 0,-13-2-12 0,6 2-8 15,3 6-8-15,2-1-5 0,0 5-5 0,9 4 1 0,-3 2-16 16,-1 4-7-16,4-3-7 0,-4 2-9 0,3 5-9 16,-4-1-7-16,0 2-5 0,-2 2-9 0,1 1-4 15,-4-1-4-15,0 1-6 0,-1 2-4 0,-2 1-3 16,-4-1-1-16,2-1-6 0,-6 1 4 0,5-3-8 16,-9 3 1-16,2 0-5 0,-4-2 0 0,-1 1-1 15,-2-4-4-15,1 0 8 0,-3-2-8 0,0-2-5 16,-4-3 3-16,1-5-1 0,-3 6-3 0,1-10 3 15,1 3 6-15,0-4-9 0,-1 0-2 0,4-4 0 16,-2-1-11-16,0 1-20 0,1 0-33 0,5-3-29 16,-1-2-35-16,6 1-51 0,2-1-43 0,1-2-165 15,4 0-412-15,4-1 182 0</inkml:trace>
  <inkml:trace contextRef="#ctx0" brushRef="#br0" timeOffset="106961.48">24750 3754 324 0,'1'-3'325'0,"2"-1"1"0,-3 4 6 0,1-6-12 16,-1 3-23-16,0 3-24 0,1-5-35 0,-1 5-19 0,0 0-24 15,0 0-26-15,2-4-21 0,-2 4-17 0,0 0-12 16,5 14-16-16,-3-8-7 0,2 4-9 0,0 0 0 16,1 3-19-16,-1-2-5 0,0 4-3 0,2 0-9 15,-2 1-5-15,2-5-2 0,-2 4-29 0,2 0-16 16,-2-2-19-16,5 0-27 0,-4-2-27 0,2-1-34 16,-1 1-40-16,1-2-48 0,0-2-61 0,4 0-52 15,-6-1-187-15,6-5-538 0,-4 2 238 0</inkml:trace>
  <inkml:trace contextRef="#ctx0" brushRef="#br0" timeOffset="107296.54">25204 3738 225 0,'-3'-3'253'15,"3"3"-15"-15,-11 0-14 0,3 0-13 0,-1 0-18 16,3 3-15-16,-6-2-21 0,6 3-13 0,-6 0-15 16,6 0-12-16,-4 1-15 0,6 0 1 0,-3 1-18 15,2 1-6-15,2-1-9 0,0 2 2 0,3 0-13 16,0 3-4-16,3-2-6 0,3 1-5 0,0-1 0 16,4 3-3-16,3-1-2 0,2 1-7 0,0-2-1 15,0 0-1-15,-5-1-5 0,2-1 0 0,3 4-5 16,-4-6-1-16,-2 0-1 0,1 2 0 0,-5-3-6 15,4 0 0-15,-5-1-1 0,2-2-1 0,-2 3-2 0,-2-3 3 16,-2-2-3-16,0 5-2 0,0-5 0 16,-9 2-13-16,3 0-25 0,-1-1-29 0,0-1-44 15,-2 0-46-15,-6-3-57 0,4 1-234 0,-4 0-479 16,1-3 213-16</inkml:trace>
  <inkml:trace contextRef="#ctx0" brushRef="#br0" timeOffset="107481.52">25005 3568 52 0,'0'-5'288'16,"0"2"-27"-16,0 3-30 0,3-4-27 0,-3 4-16 0,0 0-30 15,0 0-34-15,0 0-39 0,0 0-54 0,14 7-58 16,-5-4-61-16,1 2-164 0,-1 2-272 0,3-2 121 15</inkml:trace>
  <inkml:trace contextRef="#ctx0" brushRef="#br0" timeOffset="108249.72">25729 3609 242 0,'0'0'250'16,"0"0"-10"-16,0 0-20 0,0 0-24 0,0-4-19 16,0 4-18-16,0 0-15 0,0 0-17 0,-14 0-4 15,14 0-19-15,-16 1-10 0,5 0-12 0,0 2-1 16,-4-1-10-16,4 2-8 0,-3 0-9 0,1 0-2 15,0 2-9-15,0-1 1 0,1 1-8 0,4 0-3 16,-3 0-4-16,4 4-3 0,-1-6-1 0,3 4-4 16,-1-1 5-16,2-2-8 0,4 3 2 0,-1-1-4 15,2 1 0-15,-1-1 4 0,6 1-5 0,2 1-4 16,-1-1 1-16,4 1-3 0,2-1 1 0,2 0-1 16,1 1-6-16,1-1-14 0,-2-3-9 0,-2 0-10 15,6 1-12-15,-5-1-10 0,-1-3-8 0,-2 0 5 16,0 1 1-16,-3-2 6 0,-1 0 5 0,-1 1 3 15,-1-2 6-15,-5 0 7 0,6 2-1 0,-6-2 0 16,0 0 7-16,0 0 13 0,0 0 2 0,0 0 6 16,0 0 3-16,-20 3 6 0,15-1-1 0,-3 0 1 0,-2 0-10 15,5 1 9-15,-6-1-3 0,4 5 0 0,-1-3-1 16,1 1 0-16,-3 4 0 0,5-4 0 16,1 0 1-16,0 4-1 0,3-1 2 0,-1-2 5 15,4 1-6-15,-1 0 3 0,3 1 4 0,0-1 0 0,2 1-2 16,3 0-3-16,2 0 3 0,0-2-2 0,1-1 0 15,1 2 0-15,1-3-1 0,0 0-1 16,-2-1 2-16,3-1 1 0,-2 0-3 0,-1 0 1 0,-1-2 2 16,-1 1 2-16,-1-2-4 0,-2-3 0 0,-1 2-4 15,2-1 6-15,-4 1 10 0,2-4 6 0,-1 2 6 16,-2-1 7-16,-1 0 7 0,0 0 2 0,2 0 7 16,-4 0 8-16,0 0 8 0,3 0-2 0,-3 2-5 15,0 3 6-15,0-8-4 0,0 8-3 16,4-4-5-16,-4 4 2 0,0-5-13 0,0 5-8 0,0 0-8 15,1-4-7-15,-1 4-3 0,0 0 0 0,0 0-4 16,0 0-1-16,0 0-6 0,0 0 3 0,0 0-2 16,0 0-2-16,3 10 3 0,-3-10-9 0,1 6 5 15,2-1-2-15,0-3 0 0,1 2 12 0,-1-2-12 16,1 1-4-16,-1-1 1 0,1 0-4 0,-4-2 0 16,9 3-10-16,-3-2 7 0,-6-1-29 0,12 1-13 15,-4-1-16-15,0-1-27 0,-1 0-23 0,1-1-25 16,3 2-23-16,1-3-32 0,2 1-20 0,0-2-20 15,-2 2-169-15,1-2-435 0,2 0 193 0</inkml:trace>
  <inkml:trace contextRef="#ctx0" brushRef="#br0" timeOffset="108700.74">26274 3855 33 0,'0'0'193'0,"0"0"7"15,0 0 0-15,0 0 5 0,0 0 0 0,-11-7-3 16,6 7-8-16,-3-1-5 0,8 1-11 0,-16 1-10 15,2-2-7-15,3 2-13 0,0 0-7 0,-2 3-7 16,0-2-16-16,-3 1-12 0,4 0-14 0,2 1-11 16,-5 1 8-16,4 0-23 0,2 0-5 0,-2 0-7 15,1 3-6-15,1-3-11 0,2 0 1 0,2 1-3 16,-1 1-4-16,1-2-2 0,2 0-5 0,0 1 1 16,1 0-2-16,2-1-1 0,4 0-5 0,-2-1 0 15,5-1-6-15,0 0-2 0,4 0-2 0,0-1-4 16,0 0-3-16,4-2-3 0,-3 0 6 0,-1-3-13 15,4 1-1-15,-3-1-2 0,3-1 5 0,-3-2-2 0,2-1-4 16,-3-1 0-16,1-3 1 0,3-2-5 16,-3-1-3-16,-1-1-5 0,0-1-7 0,1-2-9 15,-4-1 1-15,0 0 4 0,-1-1-1 0,0-1 8 16,-3-1 4-16,-1 3 2 0,0-1 18 0,-3 2 17 0,0 0 18 16,0 5 12-16,-2 2 21 0,1-2 18 0,-2 4 10 15,2-2 5-15,-2 5 2 0,3 0 0 16,-2 0 8-16,0 3-20 0,1-4-21 0,-1 5-6 15,2 2-4-15,0 0-9 0,0 0-5 0,0 0-1 0,-12 10-9 16,6-2 0-16,1 2-6 0,1 3 2 0,0 4-6 16,1 1-7-16,2 1 1 0,-2 2-19 0,3 0-23 15,-1 6-26-15,1-6-27 0,0 0-35 16,1-1-27-16,-1 1-57 0,4-1-62 0,0 1-70 0,-1-3-200 16,1-3-575-16,1-2 255 0</inkml:trace>
  <inkml:trace contextRef="#ctx0" brushRef="#br0" timeOffset="109203.29">24567 3214 95 0,'-1'-4'399'0,"-3"2"-14"0,4 2-15 16,-4-7-17-16,4 7-19 0,-5-4-32 0,5 4-26 15,0 0-23-15,-2-2-34 0,2 2-26 0,0 0-22 0,0 0-24 16,0 0-5-16,0 0-22 0,0 0-10 0,0 0-12 16,0 0-9-16,0 13-31 0,0-8-18 0,4 1-25 15,-1 1-30-15,2-2-23 0,-1 2-32 0,3 1-36 16,-3 4-42-16,2-4-48 0,5-2-58 0,-7-1-53 16,3 0-200-16,2 0-547 0,0-3 242 0</inkml:trace>
  <inkml:trace contextRef="#ctx0" brushRef="#br0" timeOffset="109587.89">24812 2993 301 0,'-3'-4'290'0,"3"4"-25"0,0 0-23 0,-3-2-27 15,3 2-26-15,0 0-21 0,0 0-20 0,0 0-17 16,0 0-12-16,0 0-14 0,0 13-8 0,2-8-9 16,-2 3-12-16,0 2-7 0,0 1-5 0,1 0-7 15,-1 1-8-15,0 2-4 0,2-2-4 0,-2 5-2 16,1 1-7-16,-1-1-1 0,3 0-4 0,-2 1-1 16,-1 1-2-16,0-1-3 0,0 0 1 0,3-1-5 15,1 0 1-15,-2 2-2 0,2 2-5 0,-2-1 2 16,4-2-2-16,-1-1-1 0,-1 1 1 0,4-2-3 15,-5-3 1-15,4 2 0 0,0-4 2 0,-3-1-4 16,1-1-1-16,-1-1-1 0,-2 0 1 0,0-2-1 16,1-1 1-16,-1-2 1 0,0 3 1 0,0-2 2 15,-2-4 0-15,1 4-3 0,-1-4-19 0,0 0-16 16,0 0-20-16,0 0-23 0,-21-5-24 0,15 0-33 16,-5-2-38-16,1 1-42 0,-3-1-200 0,-2-3-442 15,-3-3 196-15</inkml:trace>
  <inkml:trace contextRef="#ctx0" brushRef="#br0" timeOffset="109788.56">24778 3205 63 0,'4'-1'259'0,"3"-1"-13"16,1 1-17-16,3 1-18 0,-3-1-19 0,5 0-19 15,-1-1-18-15,1 1-16 0,-2 1-15 0,4-1-14 0,-1 0-11 16,2 1-25-16,-2 1-52 0,-1-2-55 16,2-1-68-16,-3 1-74 0,-1 1-124 0,-1-2-321 15,-1 0 142-15</inkml:trace>
  <inkml:trace contextRef="#ctx0" brushRef="#br0" timeOffset="109939.23">24487 2983 28 0,'0'0'13'16,"0"0"-21"-16,11 10-6 0,-3-4 2 0</inkml:trace>
  <inkml:trace contextRef="#ctx0" brushRef="#br0" timeOffset="110574.82">26854 3467 171 0,'0'-4'315'15,"0"-1"-18"-15,1 2-19 0,-1 3-28 0,0 0-27 16,0 0-20-16,-7-3-19 0,7 3-25 0,-13 8-11 16,3 0-17-16,1-1-10 0,-5 6-9 0,2 3-12 15,-6-4-8-15,5 5-9 0,-4 3-7 0,2-2-7 16,-1 5-7-16,5-3-8 0,1 2-4 0,-3 6-1 15,6-8-5-15,3 1-4 0,1-1-2 0,2 1-1 16,2 0-5-16,3-1-1 0,-1-1-3 0,5 0-1 16,-1-1 2-16,5-1-5 0,1-2 0 0,2 1 1 15,0-3-5-15,4-1 1 0,-2-1-11 0,2 0-35 16,0-1-37-16,-1-4-48 0,2 2-48 0,1-3-55 16,-3-4-52-16,-4 0-206 0,0-1-510 0,1-2 226 15</inkml:trace>
  <inkml:trace contextRef="#ctx0" brushRef="#br0" timeOffset="110976.24">27090 3627 165 0,'0'-7'292'15,"0"2"4"-15,0 0-3 0,-5-1-10 0,5 2-14 16,-1 0-19-16,-1 0-12 0,-2 0-16 0,2 0-26 16,0 1-19-16,2 3-23 0,-5-2-19 0,5 2-14 15,0 0-14-15,-13 2-11 0,13-2-3 0,-9 6-18 16,4-1-7-16,0 0-12 0,1 2-3 0,2-1-7 16,-3 2-5-16,5 1-6 0,-3-2 1 0,1 6-2 0,2-4-4 15,2 1-2-15,1 1-2 0,2-1-5 16,0 0 0-16,-1 1 0 0,3 0-1 0,2-2-2 15,0 1 6-15,0 0-13 0,-1-1 3 0,3 0 2 16,-1-1-4-16,-2 1 7 0,1-2-6 0,-2-1-5 0,0 3 0 16,-1-7-2-16,-4 2 1 0,5-1 1 0,-3 1-12 15,-1 1 7-15,-2-3-1 0,-1-2-1 0,3 2 1 16,-3-2-5-16,0 0-2 0,0 0-9 16,-6 5-21-16,6-5-20 0,-9 0-31 0,1 0-28 0,0 0-33 15,-1 0-41-15,0 0-49 0,-2-3-46 0,0 1-218 16,0-2-541-16,-2-3 241 0</inkml:trace>
  <inkml:trace contextRef="#ctx0" brushRef="#br0" timeOffset="111277.19">27256 3478 222 0,'0'0'237'0,"0"0"-19"0,0 0-9 16,10 9-6-16,-6-6-1 0,-1 0-12 0,1 7-7 16,4-6-12-16,-1 6-14 0,2 2-12 0,3 1-13 15,2 1-11-15,-2-1-13 0,1 1-8 0,-1 0-12 16,-3 1-7-16,4 1-10 0,-3 1-6 0,-1-1-4 16,-1 2-4-16,-3-3-10 0,1 3-1 0,0-1-7 15,-3-2-2-15,-1 2-6 0,-4-4-3 0,2 3 1 16,-3 0-4-16,3-4-1 0,-4 0-7 0,-1 0-12 15,0-1-18-15,-1 1-21 0,1-2-26 0,-1-1-23 16,3-3-36-16,-3 1-45 0,2-2-35 0,1-1-41 16,-1-2-167-16,4-2-440 0,0 0 195 0</inkml:trace>
  <inkml:trace contextRef="#ctx0" brushRef="#br0" timeOffset="111494.62">27790 3616 74 0,'0'0'380'15,"5"-2"-18"-15,-5 2-18 0,1-3-32 0,-1 3-27 0,4-4-26 16,-4 4-25-16,4-2-20 0,-4 2-26 16,5-4-23-16,-1 3-9 0,-4 1-24 0,9-3-19 15,-1 2-34-15,-8 1-39 0,13 0-36 0,-5 0-40 16,0 0-45-16,-1 1-51 0,2 2-50 0,-2-2-42 15,0 2-42-15,-2-2-138 0,2 1-436 0,-3 0 193 16</inkml:trace>
  <inkml:trace contextRef="#ctx0" brushRef="#br0" timeOffset="111678.72">27752 3793 14 0,'-3'2'205'0,"1"1"15"0,-2 0 11 16,4-3 3-16,3 6 4 0,-3-6 3 0,4 1-28 15,-4-1-18-15,13 0-21 0,-4 0-16 16,3 0-21-16,4 0-9 0,2 0-16 0,4-1-11 0,1 1-19 16,5-1-48-16,-7 0-48 0,5-3-67 0,-4 1-59 15,10-1-55-15,-9 2-187 0,-1-2-412 0,5-5 182 16</inkml:trace>
  <inkml:trace contextRef="#ctx0" brushRef="#br0" timeOffset="111896.16">28243 3594 200 0,'0'0'258'0,"-2"-3"-19"0,2 3-21 0,0 0-20 15,0 0-17-15,0 0-20 0,0 0-9 0,0 0-16 16,-5 11-4-16,3-7-17 0,1 1-8 0,1 2-8 16,0 2-11-16,0-1-9 0,-1 4-5 0,1-1-8 15,1 1-6-15,-1 2-5 0,1 4-4 0,-1-4-5 16,0 0-2-16,4 3-2 0,-4 0-8 0,3-3-9 15,-1-2-26-15,3 0-30 0,-1-2-39 0,1 2-45 16,-1-6-39-16,3 2-52 0,-3-4-175 0,1 1-412 16,1-4 182-16</inkml:trace>
  <inkml:trace contextRef="#ctx0" brushRef="#br0" timeOffset="112130.32">28227 3537 244 0,'0'0'387'0,"-5"-4"-5"0,5 4-6 0,-1-4-14 15,1 4-22-15,1-5-28 0,-1 5-23 0,5-5-31 16,-3 1-28-16,3 1-19 0,-1 0-35 0,3 1-9 16,0 2-18-16,2-3-17 0,5 2-19 0,-3 1-21 15,-2 1-32-15,5 0-42 0,2 0-45 0,-3-1-34 16,0 1-42-16,-2 1-46 0,3-1-53 0,-2 3-49 15,0-2-42-15,-6 1-243 0,3 0-579 0,-5-2 256 16</inkml:trace>
  <inkml:trace contextRef="#ctx0" brushRef="#br0" timeOffset="112314">28290 3656 56 0,'-1'5'233'0,"-2"-1"1"16,2-2 5-16,1-2 12 0,-2 8-12 0,4-4-5 15,-2-4-6-15,4 5-5 0,-3-2-10 0,4-2-13 0,0 3-21 16,0-2-18-16,3-1-16 0,3 4-18 16,1-3 5-16,2 2-25 0,0 0-12 0,-1-3-27 15,2 1-53-15,4 2-58 0,-5-2-78 0,0 0-82 16,4 0-96-16,-4-1-154 0,1-1-489 0,-4-1 216 0</inkml:trace>
  <inkml:trace contextRef="#ctx0" brushRef="#br0" timeOffset="113518.92">22614 4388 1 0,'-4'-4'316'0,"0"-1"-16"16,1 2-10-16,1 0-19 0,2 3-27 0,-3-7-28 16,3 7-24-16,-6 0-25 0,6 0-17 0,0 0-18 15,-5 11-12-15,1-4-11 0,1 5-10 0,-1 4-11 16,3 1-10-16,-2 2-5 0,0 7-8 0,3 3 3 16,-2 4-19-16,-1-2 0 0,4 0 5 0,-4 3-17 15,3-3-4-15,0 2 4 0,-1 0-11 0,0-1-1 16,2-1-6-16,-2-1 3 0,2 1-5 0,2 1 1 15,-3-4-5-15,0-2 1 0,3 2-1 0,-2-1 3 16,3-8-6-16,-4-1 1 0,0 0-4 0,3-4-2 16,0 0 4-16,1-3 7 0,1-1-2 0,0-1 3 0,-2-2 9 15,5 1 9-15,1-1 4 0,4-4 17 0,6 0-14 16,2 0-3-16,11-1-2 0,1-4-4 16,1 4-9-16,1-2 5 0,3-3 3 0,0-1-15 15,-4 3 3-15,5-1-12 0,-3 1 9 0,4-1-8 0,-6 4 3 16,-3-6 2-16,2 3-4 0,-9 1-2 0,7-4-10 15,-9 4-19-15,1-1-6 0,0 2-35 0,-5-1-29 16,-4-1-26-16,-2-1-40 0,1 2-48 16,-3-4-45-16,-2-1-265 0,-1 3-557 0,-3-3 247 0</inkml:trace>
  <inkml:trace contextRef="#ctx0" brushRef="#br0" timeOffset="114221.06">22576 4347 171 0,'0'0'246'0,"0"0"-4"0,4-4-6 0,-4 4-27 15,0 0-18-15,0 0-21 0,0 0-16 0,0 0-17 16,0 0-16-16,0 0-14 0,0 0-10 0,-13 10-9 15,10-4-11-15,-1 0-1 0,-1 1-14 0,-1 3-2 0,1-1-10 16,-1 0 4-16,2 1-13 0,0 0-4 16,-3-1-4-16,5 0-4 0,-3 0-4 0,3-1-1 15,2-2-2-15,-2 0-1 0,1 1-2 0,0-3 0 16,-1 0-1-16,2 1 3 0,0-5 2 0,0 0-1 0,0 4 2 16,0-4-2-16,0 0 0 0,0 0 8 0,13-13-12 15,-8 6 7-15,3-2 3 0,-1 2 1 16,1-3 7-16,0 0 6 0,0 0-3 0,0 0 4 15,-1 0 13-15,0 0 5 0,1 1 17 0,-1 2-15 0,-3 1-1 16,0-1-4-16,-2 2-8 0,0 3-9 0,1-1-3 16,2 0-6-16,-5 3-8 0,7-2-3 0,-7 2 2 15,13 8-10-15,-1-2 7 0,-1 2-4 0,2 2-7 16,6 4 2-16,4 4 2 0,-1 2-1 0,4 1-23 16,3 0-28-16,-2 0-35 0,1 6-44 0,5-5-58 15,0-2-96-15,-1 5-274 0,2-3-590 0,-2-3 261 16</inkml:trace>
  <inkml:trace contextRef="#ctx0" brushRef="#br0" timeOffset="114990.42">23994 5133 242 0,'5'-4'305'0,"-4"-1"-4"0,-1-2-16 0,0 1-9 16,-1 2-18-16,-2-2-8 0,2 3-26 0,0-2-16 15,1 5-24-15,-5-7-20 0,1 6-15 0,4 1-15 16,-13-3-14-16,13 3-10 0,-13 3-9 0,5-2-9 16,0 1-24-16,3 0-6 0,-2 2 5 0,0 1-20 15,2 2 0-15,-1-2-8 0,2 1-2 0,0 3 2 16,1-2-12-16,2 4 1 0,1-1-3 0,3 2 3 16,0-2-4-16,3 1 8 0,2 2-18 0,3 2-1 15,3 0 2-15,-2-2-1 0,3-1-2 0,1 1-2 16,-2-2 2-16,2 3-3 0,-2 0 8 0,-1-5-14 15,-2 4 5-15,-1-4 0 0,1 0-7 0,-3-1 8 16,-2 1-4-16,-1-4-6 0,-1 1 0 0,0-2 2 16,-3 0 2-16,2 0 0 0,-2-1 0 0,-1-3 4 15,-4 7-6-15,-4-6 7 0,2 1-4 0,-3-1-2 16,0-1-2-16,-3-1 4 0,-1-1 1 0,-2 0-6 16,4-1-4-16,-5-2-24 0,4 4-23 0,2-3-14 15,-2 0-20-15,5 0-19 0,0 1-34 0,5-1-46 16,-1-1-52-16,4-2-43 0,2 1-217 0,4 2-537 0,1-5 238 15</inkml:trace>
  <inkml:trace contextRef="#ctx0" brushRef="#br0" timeOffset="115324.97">24268 5156 236 0,'0'0'268'15,"0"-5"-7"-15,0 5-14 0,0-3-20 16,0 3-24-16,0 0-23 0,0-4-18 0,0 4-17 0,0 0-16 15,0 0-13-15,0 0-10 0,-5 14-13 0,5-5-11 16,0-3-3-16,1 6-9 0,-1-3-8 0,0 2 3 16,4 2-12-16,-2-1-5 0,0-2-4 0,4 3 5 15,-1 0-12-15,0-4-5 0,2 1 2 0,0 0-7 16,-1-2-2-16,4-1 3 0,-3-2-5 0,-1 0-1 16,-1-1 1-16,2-2-3 0,0 0 3 0,-2-2-2 15,-5 0 13-15,14-5-8 0,-6 1 9 0,-3-1-4 16,2-4 1-16,0 0 2 0,-3-1-3 0,0 2-1 15,2-3 1-15,-2-1-2 0,1 1-4 0,-1-1 1 16,0 2 0-16,-4-2-5 0,5 5 1 0,-5-1-4 16,1 2 1-16,0 2-2 0,1-3-11 0,-2 2-22 15,0 5-34-15,0-5-26 0,0 5-17 0,0 0-29 16,0 0-28-16,0 0-28 0,0 0-37 0,2 14-34 16,2-9-182-16,-4 0-467 0,0 4 207 0</inkml:trace>
  <inkml:trace contextRef="#ctx0" brushRef="#br0" timeOffset="115692.93">24710 5142 50 0,'-2'-6'259'0,"2"6"0"0,0-3 1 15,0 3 1-15,0 0-8 0,0 0-6 0,-2-4-1 16,2 4 3-16,0 0-9 0,-1-5-20 16,1 5-16-16,0 0-2 0,-3-4-35 0,3 4-16 15,0 0-8-15,0 0-21 0,0 0-18 0,0 0-11 0,0 0-8 16,-14 11-15-16,8-7 1 0,2 1-9 0,-2-1-11 16,1 2-5-16,-2 0-1 0,-1 1-16 0,1 1 5 15,0-2 0-15,0 4-3 0,2-3 1 16,0 0-9-16,-1-1-3 0,3 1 1 0,-1-1-7 0,3 1-1 15,0-1 5-15,-1 1 1 0,4-1-1 0,2 1-8 16,1-1-1-16,4 1-1 0,0-1 1 0,4-1-15 16,6 0-19-16,2-1-18 0,-1 0-30 0,3-1-28 15,-1 0-32-15,1-2-35 0,0 0-36 0,0 1-40 16,7-5-37-16,-5 2-257 0,-7 0-582 0,1-3 258 16</inkml:trace>
  <inkml:trace contextRef="#ctx0" brushRef="#br0" timeOffset="115993.75">25079 5133 282 0,'0'0'289'0,"1"-4"-2"0,-1 4-6 16,0 0-10-16,-1-5-16 0,1 5-17 0,0 0-23 15,0 0-22-15,-8-5-14 0,8 5-14 0,-10 0-16 16,10 0 0-16,-12 1-27 0,4 1-10 0,-2 3-9 16,1-2-1-16,-3 2-10 0,3 0-8 0,-3 2-7 15,1-1-4-15,3-1-12 0,-3 4-8 0,3-4-2 16,0 0-10-16,1 4 2 0,0-4-4 0,2 3-6 16,5-2-2-16,-3-2-2 0,3 5-6 0,2-2 6 15,0-2-13-15,6 2-2 0,0 0-18 0,3-1-21 16,4-1-30-16,2 3-41 0,2-3-48 0,-3-1-56 15,14-2-59-15,0-1-48 0,-7 1-209 0,8-2-558 0,-1-3 248 16</inkml:trace>
  <inkml:trace contextRef="#ctx0" brushRef="#br0" timeOffset="116295.07">25455 4920 147 0,'-3'-3'357'0,"3"3"-14"0,-2-6-11 16,2 6-4-16,0-7-28 0,0 7-18 0,0-5-30 15,0 5-33-15,-4-2-30 0,4 2-13 16,0 0-20-16,0 0-19 0,-14 11-11 0,4-4-13 0,2 0-10 16,1 4-15-16,0 0-4 0,-4 3-16 0,4 1-3 15,0 2-4-15,0 0-1 0,3-1-15 0,-2 1 0 16,3 0-7-16,2 1 0 0,2-4-6 0,2 4-1 15,3-1-8-15,0-3 5 0,2-2-2 0,2 6-2 16,5-4-18-16,0-2-22 0,5 2-28 0,6-2-29 16,-6-1-37-16,1-5-38 0,7 2-50 0,-5-3-46 15,7-4-46-15,-7 1-244 0,-2-1-577 0,0-1 255 16</inkml:trace>
  <inkml:trace contextRef="#ctx0" brushRef="#br0" timeOffset="116746.66">25839 4897 91 0,'-3'-7'300'15,"3"7"-16"-15,0 0-11 0,-4-5-23 0,4 5-12 0,-5-4-22 16,3 2-13-16,2 2-19 0,-12-3-16 16,7 3-16-16,5 0-16 0,-13-1-16 0,6 1-6 15,0 2-14-15,-2-2-12 0,1 2-6 0,2-1-7 16,6-1-9-16,-11 4-5 0,5-1-8 0,1 0-5 0,-2 1-6 16,3 0-5-16,3 1-2 0,-1-1-5 15,-2 2 0-15,4-1 8 0,3 3-10 0,-3-1-6 0,4 1 0 16,0 3 11-16,3-4-18 0,1 3 0 0,2-2-1 15,-1 3-6-15,0-3 7 0,1 3-2 0,0-4-1 16,0 4 2-16,3-5-1 0,-3 2-6 0,-3-2 2 16,0 3-2-16,-1-4-1 0,-1-1-1 0,0 0-3 15,-1 1 0-15,-1-2 3 0,0-1-3 0,-3 2 1 16,1 0 0-16,-1-4 0 0,-5 5 0 0,2-4 1 16,-5 2-2-16,1-1 1 0,0 1 2 0,2 0-5 15,-6 1-1-15,2-1 2 0,-1 0-28 0,-1 2-19 16,2-3-28-16,2 3-28 0,-3-2-37 0,4 1-43 15,2 0-44-15,2 1-42 0,-1 0-190 0,3-1-496 16,6 1 220-16</inkml:trace>
  <inkml:trace contextRef="#ctx0" brushRef="#br0" timeOffset="116964.1">26176 5204 278 0,'0'0'305'0,"0"0"-19"15,0 0-9-15,0 0-19 0,0 0-22 0,0 0-20 16,9 0-25-16,-9 0-14 0,0 0-20 0,0 4-16 16,0-4-11-16,-2 6-15 0,2-6-13 0,-2 9-9 15,-3-2-6-15,0-1-10 0,1 2-5 0,0-1-10 0,-3 4-3 16,4-2-28-16,-2 0-28 0,-1 2-37 16,2-2-33-16,0 1-47 0,-1-4-41 0,4 1-39 15,2-2-46-15,3-1-186 0,-3 0-460 0,3-2 205 16</inkml:trace>
  <inkml:trace contextRef="#ctx0" brushRef="#br0" timeOffset="117431.79">26512 4988 102 0,'-4'-7'332'0,"1"-1"0"0,1 1-13 0,-2-2-13 0,0 1-14 15,-2 1-17-15,2 3-17 0,-1-3-30 0,1 1-20 16,-4 2-19-16,-1-1-20 0,0 0-19 0,-5 1-13 16,5 3-15-16,-4 1-13 0,-3 0-13 0,2 4-8 15,-2-1-14-15,-2 2-7 0,6 3-7 0,0-1-11 16,1 0-3-16,-1 2-5 0,5 1-6 0,-3 0-9 16,3-1-6-16,2-2-3 0,1 2-3 0,0 4 5 15,3-4-9-15,1-2-5 0,0 0-1 0,4 3 1 16,-1-5-4-16,1-1-1 0,1 4 12 0,3-5-15 15,0 2 4-15,1-3-2 0,3-2 0 0,0 0-1 16,-2-1 5-16,3-2-1 0,-2-1-1 0,4-1 4 16,-3 0 0-16,-1 0-1 0,3 0 9 0,-5-3-11 15,1 2-3-15,1-3 4 0,-3 1-3 0,-3 3 11 16,2-3 13-16,-2 3 8 0,-2-2 15 0,1 4 10 16,0-1 8-16,-1-1-1 0,-1 1 6 0,0 0-17 15,1 1-11-15,-3 3-14 0,0 0-2 0,0 0-8 16,0 0 4-16,0 0-3 0,0 0-2 0,-7 11-5 15,7-6-1-15,-3 0-3 0,2 3-11 0,0-1 6 16,-1 5-1-16,2-1-3 0,2 0-10 0,0 3-13 0,4-3-8 16,-1 1-15-16,2-1-16 0,3 1-20 0,-1-3-34 15,6 3-32-15,0-3-36 0,-2 0-54 0,5-2-51 16,1-1-62-16,-5 0-196 0,6-4-593 16,-3-1 263-16</inkml:trace>
  <inkml:trace contextRef="#ctx0" brushRef="#br0" timeOffset="117700.04">26700 4745 326 0,'0'0'377'15,"-3"-2"-21"-15,3 2-38 0,0 0-36 0,0 0-28 16,-2-4-28-16,2 4-26 0,0 0-17 0,0 0-22 15,5 16-19-15,3-9-6 0,-2 5-17 0,5 3-13 16,-3-1-11-16,3 4-11 0,2 6-5 0,2 0-10 16,-4-5-7-16,-1 8-2 0,2-2-7 0,-3 2-2 15,-2 1-6-15,0 2-7 0,-7 0-37 0,1 3-33 16,-5-4-33-16,-4 4-46 0,-4 2-50 0,-9-5-72 16,-2-1-79-16,-15 7-174 0,-5-5-525 0,9-9 234 15</inkml:trace>
  <inkml:trace contextRef="#ctx0" brushRef="#br0" timeOffset="118703.59">22957 5390 50 0,'0'-5'276'0,"0"5"0"0,0-7-6 15,0 7-9-15,-1-6-12 0,-2 2-4 0,3 4-14 0,-1-4-20 16,1 4-16-16,-3-4-9 0,3 4-23 16,-3-5-21-16,3 5-10 0,-4-3-13 0,4 3-12 15,0 0-22-15,-12 3 2 0,5 2-11 0,2-2-7 16,2 1-15-16,-4-2 1 0,0 4-8 0,3 0-7 0,-2-1 0 15,1-1-7-15,0 2-2 0,2-1-2 0,0 2-1 16,3-1-8-16,-4 1-3 0,4-1-1 16,4 0 16-16,-4 0-14 0,6 4 0 0,-1-4-4 15,2 2-3-15,5-2 0 0,1 1 17 0,-4 1-16 0,10 1-1 16,-3-1-2-16,2-2-1 0,-3 1 2 0,-1-2-5 16,2 4 0-16,-4-5 0 0,1 2 0 15,0-1-12-15,-5-1 14 0,2-1-6 0,-3 2 0 0,-3-3 6 16,1 1-7-16,-1-2 0 0,-4-1 11 0,6 4-8 15,-5-3 1-15,-1-1-5 0,0 4 1 0,0-4 12 16,-7 4-7-16,3-3-1 0,-4 2-3 0,-4-2-1 16,2 1 16-16,-1 0-17 0,-4-1-3 0,4 1 7 15,-5 0-30-15,3-2-24 0,-1 0-19 0,2 1-12 16,-1 2-21-16,3-3-31 0,0 0-33 0,6 0-37 16,4 0-42-16,-8-3-43 0,8 3-167 0,-3-5-493 15,3 5 219-15</inkml:trace>
  <inkml:trace contextRef="#ctx0" brushRef="#br0" timeOffset="119037.84">23279 5227 180 0,'0'0'229'0,"0"0"-1"0,2-2-8 16,-2 2-11-16,0 0-17 0,0 0-20 0,0 0-18 16,0 0-19-16,0 0-14 0,0 0-13 0,0 0-7 15,0 0-11-15,-2 11-9 0,-3-7-7 0,2 1-9 16,2 1 0-16,-4-1-11 0,0 2-4 0,0 2-4 15,1-3-7-15,-2 3-3 0,2-3-2 0,0 4-2 16,-2-4-6-16,3 0-5 0,-3 2-21 0,2 0-35 16,0-2-39-16,-3 2-58 0,7-6-36 0,0 3-61 15,0-5-125-15,0 8-384 0,6-5 170 0</inkml:trace>
  <inkml:trace contextRef="#ctx0" brushRef="#br0" timeOffset="119372.63">23543 5368 43 0,'0'0'357'0,"0"0"3"0,0 0 6 16,0 0 5-16,0 0 1 0,0 0-10 0,0 0-13 16,0 0-18-16,0 0-28 0,0 0-29 0,0 0-26 15,0 0-26-15,15-5-19 0,-11 2-23 0,-4 3-22 16,11-3-14-16,-6 2-35 0,2 0-27 0,-1 0-36 16,2 1-36-16,1-2-40 0,-2 2-40 0,3-1-29 15,-2 0-36-15,3 1-29 0,-3 1-33 0,-1 0-34 16,0-1-32-16,2 3-37 0,-2-2-29 0,-3 0-183 15,0 4-555-15,-4-5 245 0</inkml:trace>
  <inkml:trace contextRef="#ctx0" brushRef="#br0" timeOffset="119539.85">23542 5483 157 0,'-5'4'187'16,"0"1"17"-16,1-3 11 0,0 1 11 0,4-3 9 15,-4 4 4-15,4-4 12 0,-3 3-1 0,3-3 10 16,0 0-12-16,0 0-15 0,0 0-20 0,17-2-28 15,-8 1-11-15,2-2-20 0,1 2-14 0,3 0-12 16,3-2-26-16,2 2-32 0,1-3-70 0,-2 2-54 16,0 0-60-16,0 1-75 0,4 0-90 0,-3 0-261 15,-2-2-584-15,-3 0 259 0</inkml:trace>
  <inkml:trace contextRef="#ctx0" brushRef="#br0" timeOffset="139828.38">14078 7346 166 0,'0'-5'327'0,"0"-2"-2"16,0 2-4-16,0 0-1 0,2 2-8 0,-2-3-2 16,0 2-1-16,0 4-10 0,-2-5-14 0,2 5-18 15,0 0-21-15,0-6-18 0,0 6-21 0,0 0-19 16,0 0-25-16,0-4-23 0,0 4-12 0,0 0-16 16,0 0-15-16,0 0-10 0,0 0-11 0,0 0-8 15,0 0-7-15,0 0-2 0,0 0-5 0,4 14-10 16,-4-8-6-16,0 1-5 0,4 3 1 0,-1-1-5 0,-3 1-2 15,5 1-1-15,-5-1-6 0,3 3-2 16,-2-2 0-16,5 3-4 0,-6-1 0 0,4 2-3 16,0-1-17-16,-1 3-10 0,-2-4-21 0,6 1-16 0,-6-1-18 15,2 0-20-15,-2-2-21 0,2 2-11 0,-1-6-17 16,2 5-20-16,-2-3-30 0,0 0-33 0,-1-3-30 16,-1 1-44-16,0-2-39 0,0 1-227 0,3-3-609 15,-3-3 270-15</inkml:trace>
  <inkml:trace contextRef="#ctx0" brushRef="#br0" timeOffset="141751.84">14464 7445 236 0,'0'0'244'0,"0"0"-11"0,0 0-16 0,-9 0-14 16,9 0-15-16,0 0-17 0,0 0-15 0,0 0-11 16,0 0 7-16,0 0 1 0,27 0 2 0,-8 0-7 15,11-2-8-15,7 0-1 0,1 1-11 0,18 0 2 16,2-4-6-16,2-1-5 0,1 5-12 0,-2-3 9 15,5 0-23-15,-2-1-6 0,2 2-5 0,-3 1-9 16,-1-1-8-16,-1 0-7 0,-17-1-10 0,14-2-2 16,-16 6-5-16,4-1-4 0,-6-1-3 0,-4 0 0 15,-3 2-8-15,-8 0 2 0,-3-1-2 0,-7 1-2 0,1-1-1 16,-2 1-8-16,-5 0-1 0,0-1-1 16,-7 1-3-16,13-3-4 0,-9 3-4 0,-4 0-14 15,0 0-19-15,7 0-20 0,-7 0-19 0,0 0-21 16,0 0-15-16,0 0-18 0,0 0-23 0,0 0-29 0,0 0-18 15,0 0-36-15,-14 6-38 0,14-6-198 16,-8 0-503-16,8 0 223 0</inkml:trace>
  <inkml:trace contextRef="#ctx0" brushRef="#br0" timeOffset="142103.1">15483 7324 210 0,'0'0'296'15,"0"0"-10"-15,0 0-13 0,-3-3-18 0,3 3-17 16,0 0-20-16,0 0-21 0,0 0-19 0,0 0-20 16,0 0-13-16,0 0-10 0,0 0-13 0,22 0-6 15,-14 1-11-15,0 0-8 0,5 0-6 0,0 2-12 16,0-2-4-16,1 3-10 0,0 0-6 0,2 0-7 15,-2-2-5-15,-3 3-5 0,4-1-6 0,-3 2-1 16,3-1-8-16,0 1 1 0,-6-2-2 0,1 2-8 16,1 2 3-16,-4-6-9 0,-3 2 2 0,4 3 0 15,-4 0 2-15,0-4-1 0,-2 0 0 0,2 6-5 16,-3-3-4-16,-1 0 1 0,0 1 3 0,-1-1-8 0,-1 0-1 16,-4-1-15-16,0 4-16 0,-2-1-24 0,-3 0-27 15,1 1-36-15,-1-1-34 0,2 0-59 16,0 0-49-16,0-1-231 0,0-2-530 0,2 0 235 15</inkml:trace>
  <inkml:trace contextRef="#ctx0" brushRef="#br0" timeOffset="143775.69">16075 7259 59 0,'0'0'301'0,"-2"-8"5"16,2 8-7-16,2-3-11 0,1 0-12 0,-3 3-23 15,0 0-20-15,0 0-28 0,-3-6-27 16,3 6-15-16,0 0-16 0,0 0-25 0,0 0-10 0,0 0-11 15,0 0-13-15,4 11-7 0,-3-2-8 0,2-1-2 16,-2-2-12-16,1 2-3 0,4 2-9 0,-6-1-6 16,3 1-4-16,0 1-4 0,0 0 1 0,-1-1-6 15,1-1 1-15,1 0-3 0,-2 1-5 0,0-2-6 16,0 1 6-16,0-4-4 0,1 2-2 0,1-2-1 16,-3-1-2-16,2-3 0 0,-3 2 2 0,0-3 3 15,3 7 0-15,-2-4 26 0,-1-3 24 0,0 0 21 16,0 0 5-16,0 0-5 0,0 0-5 0,0 0 5 15,11-10-3-15,-8 7 4 0,1-2 3 0,1-3-1 16,-1 0-5-16,1 0-6 0,-3 0-4 0,5-1-2 16,-3-2 0-16,-1 1 3 0,5 2-3 0,-4-2-5 15,0 1-2-15,0 3-1 0,2 0-3 0,-2-2-4 16,-3 3-6-16,3 0-3 0,0 1-4 0,-1 0-7 16,1 0-4-16,-1-1-7 0,-2 4-1 0,2-2-4 0,-3 3-6 15,8-2-3-15,-4 1-2 0,-4 1 0 16,12 0-5-16,-12 0 0 0,13 2 3 0,-5-1-6 15,-3 2-1-15,3-2-5 0,2 5 4 0,-3-1-3 0,2-1 4 16,-1 3 1-16,2-1-8 0,-2 1-1 0,0-1 3 16,1 1-4-16,-4 1 2 0,0-1-2 0,2 2 3 15,0-2-2-15,-3 0 2 0,0-1-6 0,-2 2 9 16,3-2-3-16,0 1 1 0,-1 0-1 0,2 0 2 16,-2 1 0-16,-1-3-3 0,-2-1 4 0,3 3 3 15,0-2-7-15,2-1-6 0,-1 1-1 0,-1 1-3 16,3-4-7-16,6 0-12 0,-3 1-17 0,4-2-27 15,2 0-35-15,3-2-35 0,-3-1-45 0,-1 0-44 16,3-1-59-16,1-2-77 0,-3-2-371 0,3 1-804 16,-2-6 356-16</inkml:trace>
  <inkml:trace contextRef="#ctx0" brushRef="#br0" timeOffset="146351.47">15416 8493 120 0,'3'-6'293'16,"-3"-1"3"-16,0 2-4 0,0-1-8 0,0 1-3 16,0 0-5-16,0 1-15 0,0 4-13 0,0-6-17 15,0 1-22-15,0 5-20 0,0 0-23 0,0-6-20 16,0 6-20-16,0 0-20 0,0 0-7 0,0 0 2 15,0 0-27-15,1 16 0 0,2-10-13 0,-1 3-9 16,-1 1-3-16,2 3 0 0,2 0-8 0,-2 0-4 16,1 2-6-16,3 1-2 0,-2-4 2 0,-1 3-6 15,0-1 2-15,1-2-5 0,-3 1 2 0,2-1-16 16,2 0-11-16,-1-1-22 0,-2 0-2 0,-2-2-26 16,3 0-21-16,-4-1-11 0,3-1-30 0,-2 1-33 0,1-1-31 15,-4-2-31-15,7-1-40 0,-4-1-29 16,-1 1-206-16,0-4-526 0,0 0 232 0</inkml:trace>
  <inkml:trace contextRef="#ctx0" brushRef="#br0" timeOffset="146853.26">15194 8333 22 0,'0'0'270'0,"-2"-3"-8"15,2 3-8-15,0 0-14 0,0 0-14 0,0 0-17 16,0 0-18-16,-3-5-16 0,3 5-20 0,0 0-16 16,0 0-15-16,11-2-11 0,7 1 77 15,-2-1-106-15,2 2-7 0,5-2-5 0,10 1 1 16,-3 2-4-16,2-1-4 0,2-1-6 0,-1 1-4 15,-2 0-4-15,1-3-5 0,-1 1-5 0,-9 0-4 16,-1 1-5-16,0-1-2 0,-1 1 1 0,-4-1-7 16,-3 0-1-16,-2 1 0 0,2 1-5 0,-6-1 1 15,1 0-3-15,-4-1-1 0,-4 2 0 0,12 0-3 16,-12 0-2-16,7 0-3 0,-7 0 1 0,0 0-22 0,7-2-25 16,-7 2-30-16,0 0-30 0,0 0-35 0,0 0-37 15,0 0-36-15,0 0-27 0,4 5-22 16,-4-5-138-16,0 0-425 0,-11 6 188 0</inkml:trace>
  <inkml:trace contextRef="#ctx0" brushRef="#br0" timeOffset="147572.16">15135 8395 133 0,'0'0'151'0,"0"0"-19"16,0 0-14-16,0 0-8 0,0 0 3 0,0 11-2 15,3-7-2-15,-3 1 0 0,0 3-1 0,2 0-2 16,0 3-4-16,-1-2-7 0,2 5-5 0,-2-1-2 16,2 4-5-16,1 1-6 0,-3 0-5 0,1 0-3 15,-2 1-7-15,1-3 0 0,1 3 2 0,-1 0-5 16,-1-1-4-16,-1 0 6 0,-1 0-8 0,2 0-1 16,0-1-5-16,2-3-2 0,-2 7-3 0,0-11-1 15,0 3-4-15,0-2-2 0,0-2 0 0,-2 4 4 16,4-5-4-16,-1-2 3 0,-1-1 0 0,0 2-2 15,0-5 4-15,0 2 2 0,0-4 8 0,0 7 3 0,1-4 7 16,-1-3 7-16,0 4-6 0,0-4 5 16,0 0 5-16,0 0-3 0,4 4-5 0,-4-4-6 15,8 0-4-15,-8 0 0 0,10 0-12 0,-10 0-2 16,12-3-5-16,-1 3-4 0,-3 0-5 0,3-1-2 0,4 1 0 16,-4 0-1-16,4 0-5 0,-1 1 2 0,4-1-3 15,2 2-1-15,1-1-3 0,0 0-3 16,-1 0 0-16,3 2 1 0,-1-2-7 0,1 3 1 0,8-2 3 15,-9-1 4-15,0 0-4 0,1 0 5 0,-4-1-14 16,2 2 1-16,-7-2 2 0,0 1 2 0,2-2-1 16,-5 1 3-16,0-2 1 0,1 1 10 0,-3 1-6 15,-1-2 27-15,-3 2 17 0,2-2 16 0,-2-1 11 16,-1 1 10-16,1-2-6 0,0 2 5 0,2-3 2 16,-2-1-4-16,1 1 1 0,-2 0 2 0,-3-1-4 15,1-2 3-15,2-1-1 0,0-1-4 0,-1-3-6 16,-1-1-7-16,2-3-6 0,-4-1-9 0,4-1-1 15,-4 1-7-15,0-1-5 0,3 1-5 0,-2-1-6 16,-1-1-1-16,-4 1-3 0,4 3-2 0,-3-2-7 16,2 4-3-16,1 0-9 0,-4 1-22 0,4-1-22 15,-1 2-32-15,0 1-41 0,1 0-33 0,-2 5-46 16,1-2-34-16,1 3-50 0,-2 1-59 0,2 4-60 16,0-7-312-16,0 7-763 0,0 0 338 0</inkml:trace>
  <inkml:trace contextRef="#ctx0" brushRef="#br0" timeOffset="148576.01">15059 8858 58 0,'-8'1'138'0,"-3"2"-4"0,0 0 4 0,-3 1-1 16,-1-1-1-16,-4 2-5 0,0 2 0 0,-4-1-6 16,-7 3-3-16,-8 1 6 0,1 0-9 15,-16 5 3-15,-4 0-2 0,-7 2 0 0,0 0 0 16,-27 4-6-16,25-4-6 0,-30 6 0 0,1-1-5 0,27-7-4 16,-30 3-3-16,3 4-5 0,27-5-5 0,-35 9 2 15,-1 1-4-15,4 2-8 0,2-4-1 16,1 2-2-16,-2-3 1 0,9 2-6 0,22-7-6 0,-31 11-7 15,-2-1 0-15,4-2-2 0,5-1 4 0,-5 2-15 16,5 0 3-16,26-9 0 0,-27 6-6 0,28-6-2 16,-3 1-2-16,-26 9 3 0,27-9-8 0,-25 4-1 15,26-5-9-15,-3 0 5 0,5-1-8 0,0-1 1 16,-1 0 1-16,0 0-5 0,2 1 4 0,3-1-10 16,0-3 5-16,6 2 0 0,1-4 1 0,0 1-4 15,10-1 1-15,-8 1-6 0,11-1 3 0,0-3 2 16,-12 3-6-16,10-1 6 0,2-2-7 0,2 0 0 15,-4 1 6-15,3-1-3 0,-1 2-2 0,5-1 0 16,-2-2 1-16,1 2-2 0,4-2-3 0,4-2 2 16,7-1 1-16,4-2-16 0,0 3-14 0,2-3-22 15,4-1-20-15,7 0-27 0,-5 1-37 0,3-2-33 16,4 0-38-16,2-1-48 0,0 0-59 0,0 0-174 0,0 0-523 16,21-7 232-16</inkml:trace>
  <inkml:trace contextRef="#ctx0" brushRef="#br0" timeOffset="149178.15">10322 10306 157 0,'0'0'303'15,"0"0"-19"-15,0 0-22 0,0 0-20 0,-6-1-22 0,6 1-13 16,0 0-20-16,0 0-5 0,0 0-14 16,0 0-13-16,0 0-16 0,0 0-12 0,27 3-9 15,-20-3-13-15,0 1-10 0,2-1-6 0,-1 1-10 0,4 2-12 16,1 1-4-16,-5-1-10 0,2 0 2 0,-1 1-10 15,2 1-4-15,1-1-4 0,-4 1-6 0,2-3-3 16,-6 4-1-16,0-1-6 0,5-1 0 16,-4 0-2-16,0 1-5 0,-3-1 5 0,-1 0-2 0,0 1-6 15,-1 0 11-15,-2 2-4 0,0-1 11 0,-7 3 5 16,2-2 12-16,-1 0 2 0,-1 1 9 0,-1-3 0 16,0 3 3-16,2-1-3 0,1-5-3 0,-1 2-4 15,4-2 1-15,1 3-9 0,-1-3-5 0,0 1-5 16,4-3 1-16,-3 2 0 0,3-2-2 0,0 0-2 15,0 0-1-15,18 0-3 0,0-4-2 0,1 0-10 16,1-1-22-16,3 0-26 0,0 1-23 0,-1-1-17 16,1 0-16-16,-2 0-39 0,1-2-34 0,-2 2-38 15,-4 0-40-15,-1 1-53 0,-3 1-255 0,-1-2-595 0,-2 0 264 16</inkml:trace>
  <inkml:trace contextRef="#ctx0" brushRef="#br0" timeOffset="150014.44">10168 10152 152 0,'-8'0'214'0,"8"0"-23"16,0 0-10-16,0 0 3 0,-2 3 6 0,2-3 2 16,0 0-4-16,14 3-8 0,-2-3-13 0,-1 0-7 15,5 0-17-15,2 1-9 0,2-2-14 0,1-2-9 16,2 2-12-16,6-4-14 0,3 2-9 0,-2-1-3 16,0 1-7-16,-1-1-7 0,2 0-6 0,-9 3-4 15,1-2-5-15,-4-1-4 0,4 0-1 0,-11 2-9 16,4 1-4-16,-3-2 1 0,-4 2-8 0,-1 0 3 15,1-1 0-15,-4 2-4 0,-5 0-1 0,12 0-1 16,-8-1-2-16,-4 1-2 0,7-2-4 0,-7 2 0 16,0 0-3-16,0 0-1 0,7 2-2 0,-7-2-4 15,0 0 4-15,3 3 0 0,-3-3-1 0,-3 6 5 16,3-1-6-16,0-5 3 0,-1 8-6 0,1-3 3 16,0 2 0-16,0 0-2 0,-2 3 1 0,2-2 1 0,2 3-1 15,-1 0 2-15,-1-1-4 0,3 0 5 0,-2 3-1 16,4 0-3-16,-1 2 3 0,-1-2 0 15,1 0-4-15,-1 3 3 0,-2-2-1 0,4 0 2 0,-1-1 0 16,-3-2-2-16,3 4 0 0,-4-3 0 0,5-1 0 16,-5-1 0-16,2 0 1 0,0-1 2 0,-2-1 0 15,0 0-2-15,2-2 1 0,-2 0 4 0,0 1-3 16,0-3-5-16,0 0 1 0,0-1 6 0,0 2-1 16,0-5-4-16,1 6 1 0,-1-6 4 0,0 2-1 15,0-2-4-15,0 0 2 0,0 0 0 0,0 5-2 16,0-5 2-16,0 0-4 0,0 0 5 0,2 5-1 15,-2-5 3-15,0 0-5 0,1 3 5 0,-1-3-6 16,0 0 1-16,1 4 0 0,-1-4 0 0,0 0 1 16,0 0-2-16,2 4 2 0,-2-4 0 0,0 0 0 15,-3 6 3-15,3-6-2 0,0 0 1 0,-3 5 5 16,3-5-6-16,-4 3 4 0,4-3-7 0,-8 3 5 16,8-3 1-16,-8 2-3 0,1-1 1 0,0 1 2 15,-4 0 0-15,0-1-1 0,-1 2 11 0,-7 0 2 0,-4 1 2 16,2-2 3-16,-8 2 5 0,-3-2 3 15,5 2 5-15,-6 0 5 0,1-3 12 0,-5 1 13 16,2 0 3-16,1 1 10 0,1-3 12 0,-2 0 8 16,4-1 13-16,-1 1 2 0,9-2 11 0,4 0 3 0,-1-4 15 15,6 5 7-15,1-2 9 0,3-1-4 16,2 1-7-16,1-3-13 0,2 2-12 0,3-3-9 16,-2-1-12-16,5-4-10 0,2-1-10 0,4-3-10 0,5 0-14 15,-1-1-11-15,0-1-14 0,4 2-19 0,-4 1-10 16,1 3-18-16,-4 2-28 0,6-5-30 0,-9 8-30 15,6-4-43-15,-7 5-51 0,0 0-36 0,2 2-53 16,-3-1-61-16,-2-2-77 0,3 4-298 0,-4-1-781 16,0 0 346-16</inkml:trace>
  <inkml:trace contextRef="#ctx0" brushRef="#br0" timeOffset="150917.65">15083 8935 4 0,'0'0'291'0,"4"-4"-4"15,-4 4-10-15,0 0-21 0,3-2-21 0,-3 2-24 16,0 0-23-16,0 0-20 0,0 0-19 0,0 0-14 15,0 0-16-15,-8 11-12 0,4-3-7 0,-6 2-7 16,2 5-16-16,-3 3-8 0,-2 4-4 0,-4 3-5 16,0 6-2-16,0-3-7 0,-2 8-2 0,-8 7-4 15,7-9-6-15,-6 11-5 0,0 0-3 0,-3-3-3 16,5 2 3-16,-6-2-8 0,7-11 2 0,1-1 15 16,-12 10 2-16,12-10-1 0,-1-1-4 0,-1 1 0 15,-1-2-4-15,2-2 1 0,0 2-5 0,-3-4-2 16,6-1-4-16,-2 0-5 0,3-4-2 0,8-4 1 15,-4 2 1-15,6-3-1 0,0-4-4 0,0 1-10 16,5-2-23-16,0-3-19 0,3 1-26 0,-1-3-32 16,2 1-48-16,2 0-64 0,-2-5-71 0,6 1-203 0,-6-1-522 15,0 0 230-15</inkml:trace>
  <inkml:trace contextRef="#ctx0" brushRef="#br0" timeOffset="151503.04">14232 10047 277 0,'0'0'282'16,"-7"-1"-18"-16,7 1-21 0,0 0-22 0,0 0-16 16,0 0-23-16,0 0-18 0,0 0-14 0,0 0-14 15,0 0-15-15,0 0-4 0,0 0-13 0,22-1-10 16,-15 1-13-16,1 0-9 0,0 0-6 0,4 1-6 15,-4-1-8-15,2 1-4 0,-1-2-5 0,2 2-5 0,-2 3-3 16,0-3-7-16,-2 0 6 0,0 0-12 0,-2 2-1 16,1-2-4-16,0 1-3 0,-2 0-1 15,0 0 2-15,-1 1-5 0,0 1 1 0,0 1-2 16,-2-3-2-16,-1 3 0 0,0 2-3 0,0-3 6 0,0 1-5 16,1 2 1-16,-1-2-3 0,2 1-2 0,-2 0 1 15,1 1 0-15,-1-2-1 0,3 1 2 16,-2 0-2-16,3-1 0 0,0 2 1 0,2-1 0 0,-4 1 3 15,5 1-3-15,-3-2-2 0,4 1 1 0,-1-1-3 16,-1-1 5-16,-1 2-2 0,-1-2 0 0,4-2 1 16,-4 1-3-16,0 0 1 0,-1 0 3 0,0-2 1 15,0 1-4-15,-3-3 14 0,1 5 8 0,-1-5 10 16,-1 6 7-16,-3-3 9 0,-2 0-7 0,1-2-4 16,-3 0 1-16,-2 0-3 0,0 3-9 0,-3-3-1 15,-1 2-2-15,1-2 0 0,-4 2-18 0,5-3-28 16,-1 0-30-16,-1-3-37 0,-4 3-54 0,4 0-59 15,0-2-61-15,1-1-229 0,4-1-534 0,-3-1 237 16</inkml:trace>
  <inkml:trace contextRef="#ctx0" brushRef="#br0" timeOffset="152389.51">14082 9963 64 0,'7'-2'204'0,"5"0"-10"0,2-1-18 15,2 3-12-15,-1-2-11 0,4 0-12 0,3-1-12 16,-2 3-11-16,4-1-14 0,-1-2-7 0,0 3-9 15,0-4-8-15,0 1-8 0,7 3-9 0,-10-2-3 16,1 0-9-16,1-1-2 0,-4 2-5 0,0-1-3 16,-3 1-4-16,0-4-4 0,-1 4-5 0,-2-3 0 15,0 2-4-15,2 0 20 0,-6-2 3 0,0 3 8 16,0-3 3-16,-1 3 5 0,1-3 4 0,-5 3 3 16,5-1 1-16,-4 0-1 0,0 0 3 0,0-1-3 15,-4 3-5-15,6-2-7 0,-2 0 0 0,-4 2-11 16,4-3-6-16,-4 3-2 0,0 0-3 0,0 0-8 15,8 0-3-15,-8 0-1 0,0 0-5 0,0 0-3 16,11 2-2-16,-11-2-1 0,4 2-2 0,-1 1 0 16,0 0-5-16,-2 1 2 0,4 2-3 0,-3-1-2 15,-1 1 0-15,2 2 0 0,-1 2 2 0,1 5-2 16,0-4 3-16,-2 3-3 0,2 4 0 0,-2 1-3 16,1-2 3-16,-2 0-1 0,1 1 4 0,-1 0-5 15,0 2 0-15,0-2 4 0,0 0-6 0,0 0 3 0,2 1-1 16,-2-3 0-16,0 1 3 0,0-4-4 0,1 1 8 15,-1-3-5-15,1 2-3 0,2-3 0 0,-3 2 2 16,0-3-3-16,0-1 1 0,0-1 2 16,5-2 1-16,-5-1-3 0,2 3 2 0,-2-2 2 0,2-3 8 15,-2 2 2-15,0-4 12 0,0 0-2 0,0 5 6 16,0-5-9-16,0 0 0 0,2 4-3 0,-2-4-1 16,2 3 5-16,-2-3-8 0,0 0-3 0,0 0-4 15,0 0 4-15,0 0-3 0,0 0 0 0,0 0-2 16,0 4 2-16,0-4-3 0,0 0 1 0,-1 5-3 15,1-5 0-15,0 0-1 0,-1 6 1 0,-1-2 3 16,2-4-5-16,-2 6 1 0,0-2 3 0,-3 0-2 16,0 0 1-16,-1-1-2 0,-1 1 2 0,3 1 2 15,-7-1 3-15,5 0 5 0,-4 1 9 0,-5 0 3 16,3-2 2-16,-2 0 10 0,-5 0 11 0,-4 1 0 16,0-1 7-16,0-2-1 0,-9 0 6 0,-2-2 8 15,3 1 2-15,-3-1 0 0,2-2 3 0,-2 1 0 16,1-1 5-16,3-2 9 0,-1 2 4 0,-1-3 9 15,9 1 3-15,4 1 5 0,0-3 11 0,0 1 6 0,4-1 8 16,6 0 9-16,0 1 1 0,0 1-1 16,-1 0-7-16,6-2-7 0,0 2-13 0,0 0-10 15,2-2-13-15,0 2 3 0,2-2-19 0,0 2-8 0,2-2-5 16,1 1-7-16,0 1-9 0,0-2-4 0,1 1-3 16,0 0-5-16,0 0-3 0,3 1-7 0,-2 0 0 15,-3 0-7-15,0-2-13 0,1 1-21 0,1 0-24 16,-1-1-37-16,-2-1-41 0,2-3-48 0,1 2-63 15,-4-3-55-15,0 1-50 0,0 0-57 0,0-2-58 16,0-1-65-16,-4 2-259 0,4-6-836 0,2 0 370 16</inkml:trace>
  <inkml:trace contextRef="#ctx0" brushRef="#br0" timeOffset="153041.81">15804 8918 165 0,'0'0'280'0,"4"-2"-27"0,-4 2-26 0,0 0-23 15,0 0-24-15,0 0-17 0,0 0-16 0,4 13-14 0,2-8-15 16,-2 6-10-16,3 1-13 0,4 4-2 0,6 6 2 16,6 2-2-16,-1 2-9 0,4 1 0 0,12 11 4 15,4 2-2-15,-1-1-1 0,4-2-5 0,1 2-10 16,-5 0 0-16,9-1-7 0,-1 1-5 0,2-2-7 16,-4 0-6-16,1-1-3 0,-3-3-2 0,0 1-10 15,-15-12 2-15,-1 1-1 0,1-2-1 0,-4-2-3 16,-3 0-4-16,-8-6-2 0,0-1-1 0,-1-1 7 15,-6-3-15-15,1 0 2 0,-3-4 0 0,-2-1-1 16,-3 1-3-16,2-2 4 0,-3-2-16 0,0 0-28 16,0 0-34-16,0 0-43 0,-19-3-67 0,12-1-69 15,2 0-257-15,-2-3-542 0,0 3 241 0</inkml:trace>
  <inkml:trace contextRef="#ctx0" brushRef="#br0" timeOffset="153543.6">16830 9806 104 0,'0'0'231'0,"0"0"-25"0,0 0-17 16,0 0-18-16,0 0-5 0,0 0-14 0,-3 15-6 15,3-10-5-15,0 2-12 0,0 0-5 0,0 1-11 16,0 2-11-16,0 0-6 0,0 2-11 0,3 0-8 16,-1-1-3-16,1 2-7 0,0 1-3 0,5-4-4 15,-4 3-5-15,0-3-7 0,2 1-2 0,0 0 0 16,-2-3-3-16,6-1-2 0,-2 0-5 0,2-1-2 15,-4-2 2-15,3-1-2 0,0-2-2 0,5 0 4 16,-6-2 1-16,0 0 1 0,0-2 1 0,2-2 8 16,-2-2 1-16,3 2 5 0,-4-1 8 0,-2-1 4 0,-1 1 0 15,0 1 9-15,3-2 7 0,-3 2 7 16,0 2 11-16,0-2-1 0,-2 2-9 0,-2 3-6 16,2-5-12-16,-2 5-3 0,3-3-18 0,-3 3-10 0,0 0-2 15,0 0-7-15,0 0-10 0,12 9 6 0,-10-2-5 16,0 0-5-16,1 2-2 0,1 1 3 0,0 2-2 15,-1 0-3-15,1-2-2 0,3 2 1 0,-2 0-11 16,-1 0-16-16,2-1-24 0,-1-1-32 0,-2-3-13 16,0 1-42-16,1-2-35 0,0 0-40 0,-3-2-39 15,-1-4-53-15,0 0-256 0,0 0-594 0,0 0 263 16</inkml:trace>
  <inkml:trace contextRef="#ctx0" brushRef="#br0" timeOffset="154312.88">16658 9803 250 0,'0'0'290'0,"0"0"-18"15,0 0-21-15,0 0-13 0,-4 1-11 0,4-1-13 0,0 0-9 16,0 0-18-16,33-3-21 0,-21 1-15 0,7 2-9 15,-1-3-6-15,4 1-25 0,-1-1-9 0,9 1-9 16,-1-1-10-16,2 2-7 0,-1-1-8 0,1-2-8 16,-1 0-3-16,-1 3-7 0,-6-2-7 0,7 2 1 15,-7-2-13-15,-1-1-3 0,-2 2 1 0,1 1-4 16,-4-1-4-16,-3 1-1 0,-1-1-1 0,-2 1-1 16,-2 1-2-16,-4-2-1 0,4 0-2 0,-9 2-7 15,10 2 1-15,-10-2-2 0,7 0-6 0,-7 0-1 16,5 3 3-16,-5-3-6 0,2 5 6 0,0-3 3 15,-2 4-4-15,0-2-1 0,-2 5 3 0,0-2-3 16,2 1-2-16,-1 3 1 0,1-1 1 0,-1 4 0 16,2-1 1-16,-1 5-2 0,1-1 3 0,-1 0-1 15,0 0 5-15,4 1-8 0,-1 0-2 0,-2 1 5 0,2-1-1 16,0 1 2-16,0-2-6 0,1 0 7 16,-3 1 0-16,3-2-4 0,0-2 3 0,-2-1-2 15,1-1 0-15,0 2 0 0,1-5 6 0,-1 2-4 0,1-5 0 16,-2 2 0-16,0-1 1 0,0-1-3 0,-1-1 7 15,2-1-6-15,-3-4-1 0,1 7 3 0,-1-3-1 16,0-4 5-16,3 5-4 0,-3-5 3 16,0 0 0-16,1 3 11 0,-1-3 14 0,0 3-7 0,0-3 1 15,0 0 13-15,0 0 1 0,0 0 0 0,0 0 18 16,0 0-18-16,0 0 6 0,-4 3-9 0,4-3-8 16,-9 2 4-16,9-2-5 0,-13 0-3 0,5 0-1 15,-4 0-1-15,-4 0-10 0,2 0 2 0,-6-3 2 16,-1 2-6-16,-2 0 6 0,-10-1-2 0,2-1 12 15,-2 0-7-15,-1 0 18 0,-3-1 4 0,3 1 1 16,-2 0 6-16,2-2-3 0,4 4 8 0,0-4 10 16,7 3-1-16,3-3 4 0,-1 3 0 0,1-2 0 15,6 2-1-15,3 0 3 0,2 1 4 0,-1-1 0 16,5 0-8-16,-1 1 6 0,1-1-6 0,-2 0-3 16,5-1-6-16,-4 0-3 0,6 3-8 0,-3-8-2 15,1 3-5-15,2 1-2 0,0-4-5 0,0 3 0 0,0-4-4 16,-2 4-3-16,4-5-1 0,-2-2-5 0,0 2-1 15,0 0 1-15,-2-2 2 0,2 0-8 0,-1 1-1 16,-2 0-1-16,-2 1 0 0,2-1-2 16,3 1-5-16,-3 2-1 0,2 3-17 0,-2-4-9 0,2 4-25 15,-2-3-27-15,0 5-33 0,1-1-46 0,0 0-41 16,2-3-42-16,-3 5-63 0,3 2-74 16,0-6-369-16,0 6-808 0,3-5 357 0</inkml:trace>
  <inkml:trace contextRef="#ctx0" brushRef="#br0" timeOffset="157523.97">15888 8843 37 0,'0'0'255'0,"2"-4"-10"0,-2 4-13 16,0 0-16-16,4-4-16 0,-4 4-15 0,1-2-16 15,-1 2-17-15,4-3-13 0,-4 3-15 0,11-1-12 16,-4 0-8-16,-7 1-13 0,19 1-5 0,-4-1-9 15,0 0-2-15,4 2-9 0,4 0-3 0,0 1-5 16,5 1-5-16,0 0-6 0,3 3-1 0,2-2-5 16,5 1-4-16,-4-1 1 0,6 4-5 0,-1-1-6 15,17 1 7-15,-1-1 0 0,4 5 0 0,-2 0 2 16,0-4-4-16,-1 4-6 0,0 0-2 0,1 0 1 16,1 0-2-16,1-3 3 0,3 4 2 0,2 0 6 15,2-2-8-15,3 3-1 0,0-1 2 0,26 6-5 16,-28-5-1-16,0 0-8 0,2-1 7 0,2 3-4 15,25 2-3-15,-32-4 2 0,30 5-2 0,-26-6-4 0,26 6 1 16,-26-6 8-16,29 6-7 0,-29-4-2 16,30 4-3-16,-32-4 5 0,28 2-5 0,-26-4 2 15,0 1 0-15,37 3-4 0,-38-2 1 0,26 1-1 0,-27-3 4 16,2 2-1-16,27 4-2 0,-30-3-3 0,0-4-3 16,-1 1 4-16,-1 2 0 0,-2-1-1 0,0 0-1 15,-4-1 0-15,-1 1 2 0,0 1-5 0,-3-3 2 16,-13-2 3-16,13 3-3 0,-15-1-2 0,4-2 4 15,-4 0 1-15,0 1 8 0,2 0-12 0,-1 0-2 16,-2 0 2-16,-1 0 1 0,-4 0 0 0,0 0 2 16,-2-2 0-16,0 3 5 0,-1-2-6 0,-8-3 6 15,-1-1-10-15,0 3 2 0,-1-4-2 0,-3 1 3 16,-5-1-4-16,1-2 3 0,-1 2 2 0,-2-1-4 16,0 0 0-16,-4-2 3 0,2 1-1 0,-1 0 0 15,0-1 6-15,0 1-8 0,-2-3 6 0,0 1-3 16,0 1 9-16,-4-3-13 0,6 2 5 0,-2-1-18 15,-4-1-10-15,0 0-24 0,8 3-37 0,-8-3-34 0,0 0-46 16,8-4-56-16,-8 4-62 0,5-4-174 16,-2 2-497-16,-3 2 219 0</inkml:trace>
  <inkml:trace contextRef="#ctx0" brushRef="#br0" timeOffset="158009.41">20635 9908 186 0,'0'0'287'15,"0"0"-14"-15,-4-3-14 0,4 3-19 0,0 0-18 0,0 0-20 16,0 0-17-16,0 0-23 0,0 0-16 0,0 0-14 16,0 0-13-16,0 0-12 0,-4 11-10 0,4-11-6 15,0 9-2-15,1-4-13 0,2-1-1 0,-1 3 2 16,4 2-2-16,0 2 3 0,0-1-1 0,1 1-2 15,2 0 1-15,-1 0-4 0,4 1-5 0,0 0-6 16,-2-2-1-16,-1-1-4 0,-1 1-9 0,2-4-1 16,-1 2-7-16,-2 1-2 0,0-2-4 0,0 0 0 15,-3-2-4-15,1 2-8 0,-2-2-4 0,1-2 4 16,-1 1 3-16,-2 1-11 0,2-2 6 0,-3 1-7 16,0-4 2-16,-3 5 0 0,3-5-2 0,-4 5-4 15,-3-3 5-15,2 1-3 0,-2-2-2 0,0 0-11 16,-5 1-20-16,1-2-24 0,-4 0-23 0,2 0-25 0,0 0-25 15,0 0-35-15,1-2-43 0,1 0-45 16,-3-3-46-16,3 0-203 0,-5 0-532 0,5 1 235 16</inkml:trace>
  <inkml:trace contextRef="#ctx0" brushRef="#br0" timeOffset="158243.57">20559 9855 8 0,'0'0'282'0,"1"-7"-12"0,-1 7-18 16,0-5-23-16,0 5-17 0,6-4-18 0,2 2-20 15,-2 0-16-15,4-2-16 0,3 2-14 0,-4 0-12 16,5 1-11-16,-1 0-13 0,2 0-5 0,0-1-11 16,-3 2-8-16,2-1-6 0,4 1-13 0,-5 0-25 15,-2 0-32-15,4 1-40 0,-5-1-40 0,-2 0-39 16,1-1-43-16,-2 2-46 0,-7-1-130 0,9-1-373 0,-9 1 165 15</inkml:trace>
  <inkml:trace contextRef="#ctx0" brushRef="#br0" timeOffset="159079.84">20345 9814 270 0,'-1'-5'259'0,"1"5"-21"0,0 0-12 0,0 0-14 16,0 0-18-16,15-5-11 0,-8 4-17 0,2 0-11 15,2-2-11-15,3 3-9 0,5-1-11 0,1-1-12 16,-2 2-10-16,3-2-8 0,2 2-10 0,5 0-9 0,-6 2-7 15,1 0-6-15,0-1-8 0,3 1-6 0,2-1-1 16,2 1-5-16,-8 1-6 0,0-1-4 16,2 0 0-16,-1 1-4 0,-2-3-1 0,1 1-6 15,-4 0-2-15,-4 2-2 0,0-5-1 0,-2 2 0 0,1 2-2 16,-5-2-3-16,1 0 10 0,-3-2 5 0,-1 4 4 16,-5-2 4-16,10 1 7 0,-10-1-10 0,8 0 1 15,-8 0-6-15,0 0-8 0,0 0 0 0,8-1-3 16,-8 1-4-16,0 0-5 0,3 3 3 0,-3-3 2 15,-2 5-4-15,2-5 5 0,-1 8-6 0,0-3-4 16,-1-1 1-16,1 2-5 0,-1 1 6 0,2 3 5 16,-2-1-7-16,0 4 5 0,2-2-10 0,-5 2 4 15,4 5-1-15,1-4 3 0,-2 4-4 0,2 0-2 16,2 0 4-16,-2-1-2 0,-2 1 2 0,5-1 3 16,-3 0-4-16,5 0 9 0,-2-1-12 0,-2-1 6 15,1-1-3-15,-1 0 11 0,1-1-13 0,-1 0 4 16,0-3-4-16,1 1 8 0,-1-3-2 0,-1-1-4 15,1 0-1-15,-1-1 0 0,0-1 2 0,0 0-2 0,0-2 2 16,0 1 7-16,0 1 25 0,0-5 23 16,3 4 14-16,-3-4 16 0,0 0 22 0,0 4 0 15,0-4 15-15,0 0 0 0,0 0-10 0,0 0-10 0,0 0-7 16,0 0-15-16,0 0-5 0,0 0-7 0,0 0-14 16,-15-8-4-16,7 7-6 0,8 1-5 0,-11-3-4 15,4 2-5-15,0 0-2 0,-3-1-6 0,-3 2-2 16,2-1-1-16,-5 1-3 0,-3 0 0 0,0 0 3 15,0 1-6-15,1 1-2 0,-3-1 0 0,-2 0-2 16,2-1-1-16,3 1-3 0,0 2 0 0,-2-2-2 16,-3 0 8-16,7 2-8 0,4-3-1 0,-2-1 1 15,1 1-1-15,2 0 5 0,1 0-6 0,2-3 1 16,1 2 5-16,-1 0 6 0,1-2-5 0,2 1 12 16,-3-1 11-16,3 1 11 0,0-4 5 0,1 2 6 15,-1-2 4-15,1-1-1 0,2 1 7 0,-2-4-1 16,0 0 3-16,1 1-3 0,0-4 1 0,1-2-1 0,-5-7-8 15,4 1-2-15,1 1-4 0,0-1-9 0,-2-5-1 16,1-1-8-16,-1 1-4 0,1 7-2 16,-1-2-15-16,0 3-9 0,4 2-16 0,-8 1-15 15,6 2-24-15,-3 2-34 0,1 3-43 0,3-2-48 0,-2 3-63 16,0 1-50-16,-1 2-58 0,-1 1-56 0,1 2-54 16,1-2-266-16,3 3-785 0,-11 0 347 0</inkml:trace>
  <inkml:trace contextRef="#ctx0" brushRef="#br0" timeOffset="161573.17">10331 10658 207 0,'0'0'205'0,"0"0"-10"16,0 0-11-16,0 0-15 0,0 0-17 0,0 0-10 16,0 0-8-16,0 0-7 0,-20 11-1 0,10-4-7 15,-1 3-4-15,-4 2-3 0,-2 1 1 0,-9 9 1 16,-3 1-1-16,-2 2 4 0,-11 10-4 0,-6 1-1 16,-1 1-4-16,-4 3 5 0,-4-2-14 0,-18 15-6 15,-5-1-8-15,27-16-9 0,-25 15-5 0,23-17-8 16,-1 4-9-16,1-1 17 0,0-1 0 0,2 0-18 0,4-6-2 15,0 1-5-15,1 0-2 0,14-10-7 0,4 0-6 16,0-3-4-16,3 0 3 0,7-2-3 16,2-4 8-16,7-4-19 0,-1-2 2 0,6-1-20 15,1-1-14-15,2 0-10 0,2-3-10 0,1-1-26 0,0 0-42 16,14-9-48-16,-4 1-54 0,8-2-69 0,2-3-244 16,5-7-561-16,-2 0 249 0</inkml:trace>
  <inkml:trace contextRef="#ctx0" brushRef="#br0" timeOffset="162776.22">10338 10680 56 0,'0'0'241'0,"0"0"7"0,-2-5 5 0,2 5-11 0,3-5-14 16,-3 5-20-16,0 0-20 0,0 0-19 0,0 0-20 16,0 0-17-16,0 0-14 0,0 0-15 0,0 0-10 15,0 0-10-15,-1 19-6 0,-1-9-4 0,0 7 6 16,-1 3-9-16,2 6-3 0,-3 1-2 0,-2 4-5 15,2 0-4-15,-3 1-7 0,-1 2-1 0,0 1-5 16,4 2-3-16,-3 1-9 0,-5 11-2 0,1-13 2 16,1 13-5-16,0-14 0 0,1-2-1 0,0 1-8 15,-1-2-1-15,5 0-1 0,-6-1 1 0,3-3-3 16,-3-2 1-16,3 0 0 0,-2-6-2 0,5-2-2 16,-6 1-1-16,4-4 2 0,0-1-3 0,3-5 1 15,0 0 5-15,0-2-8 0,0 0 2 0,1-3 0 16,1 1 2-16,0-1 6 0,2-4-8 0,0 2-13 15,0-2-25-15,0 0-24 0,0 0-28 0,6-10-38 0,-3 6-41 16,-1-2-42-16,8-3-43 0,-5 0-211 16,2 0-495-16,0-5 220 0</inkml:trace>
  <inkml:trace contextRef="#ctx0" brushRef="#br0" timeOffset="163579.04">10346 10675 12 0,'0'0'216'0,"0"0"-8"15,0 0-8-15,0-5-13 0,0 5-15 0,0 0-16 16,5 0-6-16,-5 0-7 0,0 0-4 0,10 5-5 0,-2-2-10 16,-4 2-5-16,3 0-1 0,4 1-14 0,2 2 1 15,5 3-5-15,1 1-1 0,11 3 0 16,0 2 1-16,0 1-9 0,1 2-4 0,2-2-8 15,1 4-6-15,12 7-8 0,-12-7-2 0,0 1-9 0,10 10-2 16,-1-4-9-16,-9-4-3 0,10 8-3 0,-1 0-4 16,-2 1-5-16,-11-8-1 0,8 10 0 0,-9-10-7 15,-2 1 1-15,0 2-1 0,3-2-5 0,0-3-1 16,-3 2 1-16,0-1-3 0,-2-2 4 0,-1-2-10 16,1-2 3-16,-1-1 10 0,-6-4 12 0,-2-1 6 15,2-4 0-15,-2 2 5 0,-1-3 0 0,-4 0 11 16,-1-5 12-16,-4 0 17 0,2 1 17 0,-1-1 23 15,-3-1 9-15,2 1 12 0,-3-2 2 0,2 1 6 16,-5-2-2-16,0 0-13 0,8 0-12 0,-8 0-14 16,0 0-9-16,8-2-9 0,-8 2-12 0,0 0-6 15,7-3-13-15,-5 1-29 0,-2 2-34 0,0 0-39 16,1-8-52-16,-1 8-40 0,4-3-53 0,-4 3-45 16,0 0-59-16,0-3-56 0,0 3-59 0,4-3-273 15,-4 3-733-15,5-5 324 0</inkml:trace>
  <inkml:trace contextRef="#ctx0" brushRef="#br0" timeOffset="164415.07">14339 10501 166 0,'0'0'244'15,"0"0"-16"-15,0 0-19 0,0-4-29 0,0 4-9 16,0 0-11-16,0 0-9 0,0 0-4 0,-5 18-4 15,5-12-3-15,-1 6-10 0,-3 1-4 0,-2 4-8 16,1 4-4-16,-4 0-8 0,-3 7-6 0,1 1-9 16,0 3-3-16,-5 3-3 0,-4 10-4 0,5-9-6 15,-7 8-3-15,5-9 4 0,-8 8 0 0,7-7-11 16,2-2-3-16,-3-1-5 0,0-1-3 0,-2-2-4 16,4 3-6-16,0-8-3 0,1 2-1 0,2-3-7 0,-1-1-5 15,3-6 2-15,1-1-7 0,3-3 2 16,0-2-3-16,2-1-5 0,1 0-3 0,0-5-2 0,2 2-11 15,2-1-8-15,-2-2-10 0,3-1-6 0,0-3-12 16,1 5-23-16,-1-5-32 0,7 0-30 0,-7 0-33 16,12-7-38-16,-6 6-35 0,2-4-33 0,1-1-194 15,1-1-491-15,-1-2 217 0</inkml:trace>
  <inkml:trace contextRef="#ctx0" brushRef="#br0" timeOffset="165151.09">14346 10501 16 0,'0'0'251'0,"0"0"-23"0,-1-5-26 0,1 5-16 0,0 0-20 16,0 0-5-16,0 0-10 0,12 12 0 16,-4-5-4-16,0 2-6 0,7 5 0 0,-1 1-5 15,1 2-1-15,7 5 0 0,3 0-1 0,-1 1-4 0,4 4-9 16,1-3-2-16,2 1-2 0,11 9-12 0,-12-9-6 15,11 13-2-15,-10-13-10 0,-1 0-3 0,0 1-14 16,-3 1 4-16,3 0-7 0,-1 1-3 0,0-3-7 16,0 3-7-16,0-3 0 0,-2 0-2 0,0-2-6 15,-1-3 2-15,-3 1-10 0,-1-3 6 0,-7-4-10 16,1-1-4-16,-2-1-3 0,-6-2-3 0,3-3-6 16,-4 0 10-16,1 0-4 0,-3-3-3 0,2 0-4 15,-2-1-1-15,-2 0 5 0,0 0-3 0,0-1-2 16,2 0 5-16,-5-2 11 0,8 1-21 0,-8-1-15 15,11-3-35-15,-11 3-30 0,8-3-43 0,-1-2-56 16,-3 3-63-16,4-4-73 0,-1 1-263 0,-3-1-616 16,6 0 273-16</inkml:trace>
  <inkml:trace contextRef="#ctx0" brushRef="#br0" timeOffset="167593.12">17095 10291 44 0,'-3'-2'250'0,"3"2"-11"0,0 0-21 0,0-5-18 15,0 5-20-15,0 0-23 0,0 0-16 0,0 0-14 0,0 0-13 16,0 0-11-16,-1 16-10 0,2-7-12 0,2 1-4 16,1 3 4-16,-1 4-4 0,5 2 2 0,-3 6-6 15,3-5-1-15,-1 5-2 0,4 4 2 0,-3-1 1 16,1-1 6-16,-1 2-8 0,1-1 1 0,-3 2-3 16,-1-2 0-16,1 3-6 0,-1-1 1 0,4 0-2 15,-6-1 4-15,4 2 0 0,-3-3-4 0,0 3-2 16,-1-2-4-16,0-2-7 0,2 0 0 0,-5-2-2 15,3-3-2-15,1 5-3 0,-1-7 1 0,-2-1-1 16,0 0 12-16,1 0-22 0,-1-3-3 0,3 1-2 16,-4-1 4-16,4-7-10 0,-1 2 12 0,-1 1-9 15,3-5-3-15,-4 3-2 0,3-4 15 0,-3 0-20 16,4-1 0-16,-3 2 1 0,1-4-1 0,1 0 6 16,0 1-12-16,1-3-20 0,-5-1-27 0,10 0-46 0,-10 0-53 15,6-4-64-15,-2 2-82 0,-6-3-291 16,2-2-622-16,0 1 275 0</inkml:trace>
  <inkml:trace contextRef="#ctx0" brushRef="#br0" timeOffset="170369.52">8694 11781 79 0,'0'0'290'0,"-2"-2"-4"0,2 2-4 0,-3-4-9 16,3 4-1-16,-1-4-21 0,1 4-5 0,0 0-14 15,0 0-13-15,-1-5-9 0,1 5-8 0,0 0-18 16,1-5-21-16,-1 5-7 0,0 0-21 0,0 0-11 15,0 0-19-15,0 0-7 0,0 0-11 0,0 0-8 0,4-4-20 16,-4 4 7-16,0 0-13 0,15-1 1 16,-10 1-13-16,2-1 4 0,0 1-18 0,2 0 12 15,2 0-14-15,-1 0-3 0,-2 0-3 0,2 0 4 0,-3 1-7 16,2 0 3-16,-1-1-13 0,-1 1 0 0,0 1-9 16,-7-2-3-16,12 2-3 0,-8-1-4 0,-1 2-4 15,-3-3 5-15,7 2-8 0,-5 3-1 0,0-2 11 16,-2 2-2-16,0-1 3 0,0 1 12 0,-3-1-12 15,0 3 4-15,-1-2-4 0,0 0 1 0,-3 1 1 16,2 2 0-16,-2-3 7 0,3 0-7 0,-3 3 2 16,3-3 0-16,-1-1 2 0,1 2-4 0,2-1 0 15,2-1-1-15,-4 0 1 0,6 1 0 0,-2-5 7 16,2 6-4-16,0-2-1 0,3-1 4 0,0 2-4 16,2-1 3-16,0-2-1 0,0 2 2 0,1-1-3 15,-1-1 3-15,1 2 1 0,-1-2-3 0,0 1 4 16,1 0-7-16,-3 1 3 0,2-2 4 0,-1 2 1 0,-4 0-5 15,3 0 11-15,0-2-10 0,-4 1-7 0,2-1 9 16,-2 3-3-16,-1-5 3 0,3 6 0 16,-3-4 0-16,0-2 20 0,-6 9-17 0,2-6-6 15,-4 1 5-15,3 2-3 0,-5 0 1 0,3-1 0 0,-5 0-3 16,3-1 8-16,-1 0-3 0,-2 2-3 0,1-4 0 16,1 3 1-16,0-2 0 0,4-1-20 0,1-1-8 15,-4-1-17-15,4 2-25 0,0 1-24 0,5-3-35 16,-13-3-47-16,8 1-70 0,5 2-37 0,-3-3-243 15,2-1-569-15,1 4 252 0</inkml:trace>
  <inkml:trace contextRef="#ctx0" brushRef="#br0" timeOffset="171205.17">10006 11724 228 0,'0'0'324'0,"0"-4"-1"15,0 4-9-15,0 0-7 0,-3-4-13 0,3 4-26 16,0 0-32-16,0 0-18 0,0 0-28 16,0 0-22-16,0 0-18 0,0 0-14 0,-12 6-11 0,9-1-14 15,1 2-9-15,-2-2-15 0,2 3-6 0,-2 1-12 16,4-2-2-16,-1 3-8 0,-1-3-3 0,2 3-8 15,-1-2-3-15,2 1-11 0,1 0-1 0,-1-1-1 16,2-2-4-16,-2-2 2 0,3 2-2 0,0-1-2 16,3-2-6-16,0 0 0 0,-2-3-3 0,2 1 0 15,4 2-1-15,0-6 0 0,-3 2-2 0,0-1 6 16,3-1-9-16,-1-1 2 0,-2 1-3 0,1-2 2 16,-3 1 18-16,-1 0-23 0,2 0 1 0,-3-1-2 15,0 3-7-15,0-1 8 0,0 0 5 0,-2 1 12 16,0-2-3-16,-2 4-3 0,6-4 0 0,-6 4 7 15,0 0-16-15,0 0-7 0,4-1-1 0,-4 1 3 16,0 0-8-16,0 11 0 0,0-5 7 0,0 1 0 16,0-1 0-16,0 1-1 0,0 4-4 0,0 0-1 15,0-4 6-15,4 4-22 0,-4 0-4 0,4 0-20 0,3-3-21 16,-3 2-25-16,-1-2-38 0,5 0-46 16,-3 0-57-16,6-2-68 0,-3 1-291 0,1-5-636 15,-4 1 281-15</inkml:trace>
  <inkml:trace contextRef="#ctx0" brushRef="#br0" timeOffset="171841.18">11359 11738 160 0,'0'0'250'0,"0"0"-17"0,0 0-2 0,7 5-13 16,-7-5-10-16,4 4-14 0,-1-1-8 0,-3 2-12 16,4-2-12-16,-4 4-10 0,8-2-13 0,-4 1-4 15,4 2-7-15,-2-2-5 0,2 1-6 0,-1 3 1 16,1-2-8-16,0 1-6 0,4-3-10 0,-4 3 6 16,2-3-20-16,-1 1-8 0,0 2-6 0,-1-2-5 15,0 1-11-15,-4-3-7 0,3 0-1 0,-2 1-5 16,-1-3 2-16,-1 2-6 0,1-2 0 0,-1-1-6 15,1 1-2-15,-4-3-5 0,5 3 6 0,-5-3 1 0,2 5 2 16,-2-5-4-16,0 0-3 0,-7 4-2 16,7-4-5-16,-8 2 4 0,1-1-5 0,0 1-6 15,-1-1 1-15,-3-1-22 0,0 0-22 0,-1 0-21 0,-3 1-28 16,0-1-24-16,2-1-27 0,-1 0-33 0,0-1-39 16,3 0-32-16,2 1-41 0,4-4-196 0,-2 1-515 15,1-3 228-15</inkml:trace>
  <inkml:trace contextRef="#ctx0" brushRef="#br0" timeOffset="172024.96">11460 11726 166 0,'0'0'309'16,"4"-5"0"-16,-4 5 2 0,3-4-7 0,-3 4-23 16,3-3-3-16,2 0-26 0,-1 0-16 0,-1 1-30 15,-3 2-15-15,8-7-15 0,0 5-20 0,-1-2-16 16,5 1-15-16,-1-2-5 0,1 2-16 0,0-1-4 15,6-3-43-15,1 2-48 0,0-1-50 0,3 1-62 16,0-1-72-16,8 3-88 0,0-1-279 0,1 0-586 16,-3 0 259-16</inkml:trace>
  <inkml:trace contextRef="#ctx0" brushRef="#br0" timeOffset="173246.44">13821 11555 301 0,'0'0'323'15,"1"-6"-2"-15,-1 6-12 0,3-3-15 0,-3 3-21 16,0 0-22-16,0 0-30 0,-3-5-20 0,3 5-23 15,0 0-18-15,0 0-2 0,0 0-30 0,-6 11-12 16,4-4-11-16,-3-1-9 0,2 0-12 0,0 2-8 16,2 2-11-16,-2 1-5 0,3-3-7 0,0 3-4 15,2-1-8-15,-1-3 1 0,0 4-4 0,5-2-11 16,-1 0 9-16,2-3-5 0,1 2-5 0,-1-4-4 16,5 1 1-16,-2-3 5 0,-1 1-6 0,2-1-8 15,1-2 0-15,-2-2-2 0,2-1 13 0,-1 1-18 16,-1-2 3-16,0-1-4 0,-3 0 2 0,-1 1 1 15,-1 1-2-15,2-3-2 0,-2 0-4 0,-1 0 8 16,-1 3-9-16,0-2 17 0,0 0 25 0,-1-1 6 0,1 4 11 16,-3-3 3-16,0 1-6 0,0 4-7 0,2-4-7 15,-2 4-3-15,0 0-6 0,0 0-12 0,0 0-3 16,0 0 1-16,0 0-14 0,0 0 10 0,1 14-1 16,0-9-4-16,-1 2-15 0,3 1-12 0,-2-1-20 15,2 3-9-15,2-2-18 0,1 3-15 0,1-1-30 16,6 2-28-16,-2-3-33 0,5 2-44 0,2 0-61 15,2-2-62-15,4 0-221 0,-4-3-604 0,3 2 268 16</inkml:trace>
  <inkml:trace contextRef="#ctx0" brushRef="#br0" timeOffset="173731.2">15170 11501 101 0,'4'-2'360'15,"-4"2"-8"-15,0 0-11 0,0 0-38 0,0 0-22 16,2-6-34-16,-2 6-22 0,0 0-26 0,0 0-17 16,0 0-17-16,0 0-13 0,4 9-16 0,-3-5-9 0,1 0 2 15,-1 4-15-15,3-3-1 0,0 1-6 16,4 3-6-16,0-1-11 0,-2 0 3 0,4 0-14 15,-3 1 4-15,3 0-7 0,1 0-13 0,-2-1-10 0,1 1-6 16,-2-1 6-16,0-1-9 0,0 2-5 0,-1-2 0 16,-1 0-14-16,-2-2 3 0,0 1-3 0,-1-1 0 15,1 0-2-15,-3-3-9 0,2 1 3 0,-3-3-10 16,0 0 6-16,-4 7-3 0,0-5-24 0,4-2-27 16,-10 3-20-16,5-3-42 0,-4 1-30 0,1-1-39 15,-4 0-41-15,1 1-57 0,-4-2-42 0,3 0-249 16,-4-2-607-16,2-2 269 0</inkml:trace>
  <inkml:trace contextRef="#ctx0" brushRef="#br0" timeOffset="173915.2">15140 11456 147 0,'4'-5'255'0,"1"-1"-13"16,3-2-16-16,-1 1-18 0,3 1-10 0,-1 0-22 15,0-1-15-15,0 2-18 0,1 0-15 0,1 0-12 0,0 0-13 16,-3 2-11-16,3 1-18 0,-2-1-41 0,0 1-45 16,-4 2-43-16,1-2-48 0,-6 2-42 0,13 2-187 15,-13-2-359-15,1 3 160 0</inkml:trace>
  <inkml:trace contextRef="#ctx0" brushRef="#br0" timeOffset="175002.63">13666 11555 185 0,'0'0'319'0,"-3"-4"-14"16,3 4-14-16,0 0-17 0,0 0-18 0,0 0-25 15,0 0-7-15,14-4-16 0,-3 1-11 0,9 1-10 16,1-2-15-16,-1 2-17 0,11-1-11 0,3-1-20 16,0 0-6-16,0 1-13 0,0 0-8 0,2-3-9 15,0 1-10-15,-1 2-8 0,0-1-8 0,-13 3 6 16,9-6-19-16,-11 6-5 0,3-2-4 0,-5 2-4 16,-3 1-4-16,-3-1-13 0,-1 1-13 0,-3-1-22 15,0 1-19-15,-8 0-20 0,10 0-13 0,-10 0-19 16,6 1-18-16,-6-1-20 0,0 0-21 0,0 0-27 0,0 0-31 15,-16 4-25-15,10-3-44 0,-5 2-172 0,-3-2-482 16,-2 2 214-16</inkml:trace>
  <inkml:trace contextRef="#ctx0" brushRef="#br0" timeOffset="175537.84">13666 11544 68 0,'-3'3'172'0,"0"1"-6"0,-2 1-17 16,4 1-7-16,-2 1-3 0,2 3-18 0,-3 7 3 16,1-6-10-16,3 3-11 0,0 6-9 0,-1 1-4 15,1 0-10-15,1 0 2 0,-1 0 2 0,3-1-2 16,-2 1 0-16,2-1-4 0,-2 2-2 0,3-3-5 0,-2-1-6 15,3-2-6-15,-2-3 4 0,-2-1-6 0,0-1-4 16,1-1-2-16,-2-2 3 0,1-2 3 16,0 0 14-16,2 0 13 0,-3-3 14 0,4 0 32 15,-4-3-6-15,7 2-9 0,4-3-7 0,-3-1-11 0,7-2-13 16,4-2-4-16,4 1-13 0,0-1 8 0,7-4-22 16,0 1 11-16,3 3-19 0,-2-1-3 0,0 2-6 15,-1 0-10-15,4 1 0 0,-4 1 0 0,0 2-2 16,-7 0-1-16,-1-1-10 0,1 2 4 0,2 3-3 15,-8-2-6-15,-2 0 5 0,-1 3-4 0,-2-2-6 16,-2 0 3-16,-2 1-2 0,0-2 0 0,-1 0-3 16,-2 1 3-16,-1-1 4 0,0 0-2 0,-4-1-1 15,6 1 22-15,-6-1 28 0,0 0 10 0,0 0 4 16,9-6 0-16,-9 6 10 0,-5-6 7 0,5 0 0 16,-3-1 6-16,1 0 3 0,-1-5 1 0,0-1-9 15,-2-1-4-15,3-3-10 0,-3-2-8 0,0 6-6 16,-1-7-9-16,1-6-18 0,0 1-16 0,1 3-27 15,2 2-28-15,-4 0-20 0,6 4-31 0,-2-1-20 0,-1 5-22 16,1 1-23-16,1 3-41 0,-2 2-47 16,-1 1-46-16,4 0-44 0,-1 2-40 0,1 3-202 15,0 0-620-15,-8 0 274 0</inkml:trace>
  <inkml:trace contextRef="#ctx0" brushRef="#br0" timeOffset="175922.54">13964 12023 34 0,'5'-4'340'16,"-1"2"-8"-16,-1-2-22 0,0 2-15 0,-3 2-34 15,4-1-28-15,-4 1-27 0,0 0-21 0,0 0-19 16,0 0-19-16,10 9-15 0,-9-1-10 0,3 4-12 0,-2 1-8 16,1 3-10-16,0 3-6 0,-2 2 4 0,4 6-21 15,-1 2-8-15,-2-1-3 0,1 4-1 16,1-1-4-16,0 0-11 0,0 1-5 0,-1 2 0 0,5-1-2 15,-4-2-5-15,2 2 1 0,2-3-10 0,-3-3 0 16,2-3-1-16,1-4-3 0,-2-2-18 0,-1-7-27 16,0 1-35-16,4-2-52 0,-4-2-69 0,5-5-77 15,-5 0-269-15,3-3-575 0,3-1 255 0</inkml:trace>
  <inkml:trace contextRef="#ctx0" brushRef="#br0" timeOffset="180338.1">8519 11693 211 0,'0'0'290'0,"0"0"-11"0,0 0-18 16,0 0-24-16,0 0-19 0,0 0-21 0,0 0-17 15,0 0-21-15,0 0-15 0,10-11-15 0,-6 8-18 16,4 1-7-16,4-4-11 0,2 3-11 0,6 0-5 16,2 0-9-16,0-2-8 0,1 3-4 0,10-3-5 15,-2 3-10-15,0 1-1 0,-8 1-3 0,7-3-1 16,-5 3 1-16,-5 2-12 0,5-2-2 0,-4 0-4 16,0 2-5-16,2-2 6 0,-3 0 0 0,-2 1-7 15,-3-1-1-15,0 3-1 0,4-5 0 0,-5 6-2 16,0-8-4-16,0 3 4 0,1 1-2 0,-1-2 1 15,1 2-3-15,-2 0 1 0,2-3 0 0,-4 3-3 16,1-3-1-16,1 1 4 0,0 0 2 0,-1-1-6 16,-2 2 2-16,1-2-2 0,-5 2-2 0,4 0 1 0,-3-3-1 15,0 3 5-15,-3-1-5 0,-4 2-1 0,12-1 2 16,-12 1 2-16,8-1-5 0,-5 0 1 16,-3 1-1-16,0 0 3 0,12 1-2 0,-12-1-2 0,4-1 2 15,-4 1-2-15,0 0-1 0,0 0 3 0,10 2 1 16,-10-2-5-16,1 3 2 0,-1-3 1 0,7 5 1 15,-7-5-3-15,3 2 4 0,-2 1-2 16,-1-3-3-16,4 5 5 0,0 1-3 0,-4-3 2 0,0-1-1 16,3 4 5-16,-2 1 2 0,1-2-9 0,0 1 2 15,-2 3 0-15,2-3 3 0,-1 2 1 0,-1 0-2 16,0 3 0-16,-1 0-2 0,2 1 4 0,-1 0-2 16,0 4 0-16,0-2 3 0,0 4-6 0,1-1 2 15,-1 0 1-15,2 0 12 0,-1 0-3 0,-1-3-1 16,0 3 1-16,0-1-2 0,0 1 2 0,0-1-3 0,0-1 1 15,2 0-4-15,-2-1 0 0,0 0 0 0,1-3 6 16,-1 1-6-16,4 0-2 0,-4-1 3 16,1 1 0-16,2-2-2 0,-3-2-1 0,3-1 4 15,-2 1-2-15,-1 1-1 0,1-1-2 0,2-1 0 0,-2 0-1 16,1 1 3-16,-1-3-1 0,1 2-2 0,-1-3 5 16,0 3-3-16,1-4 0 0,-2 4-1 15,0-3 1-15,0 0 3 0,1 0-4 0,-1 0 2 0,0-4 3 16,0 0-3-16,1 7-1 0,-1-7 6 0,0 0 0 15,0 5 8-15,0-5 9 0,0 0-5 0,0 0 10 16,0 4-2-16,0-4 2 0,0 0 12 16,0 0-1-16,0 0 1 0,-4 2 0 0,4-2-7 0,-4 3 3 15,4-3-5-15,0 0-2 0,-9 1-4 0,3 1-2 16,6-2 1-16,-8 2-3 0,1 1-3 0,-1-1 0 16,3 1-3-16,-9-2-1 0,5 1 13 0,-2 1-17 15,-3 1 0-15,3-3-1 0,-5 3 2 0,1-1-2 16,-4-2 11-16,-1 1 2 0,-1 0 1 0,-2-2 12 15,0 1 2-15,-3 0 4 0,4-1-7 0,-8 0 19 16,7-1 3-16,-7 0-3 0,0-2 1 0,7 2-3 16,-7-3 6-16,8 2 1 0,-6-1 2 0,3-1 4 15,4 0 0-15,-1 0 0 0,-8-2 5 0,8-1 6 16,1 2 10-16,0-2-4 0,2 1 7 0,0-2 2 16,3 0 1-16,-1-1 0 0,6 3 1 0,-2-3-3 15,5 0-3-15,-2-3-8 0,1-2-7 0,2 1-5 16,4-2-6-16,-1-1-8 0,1-3-4 0,5 3-8 0,-1-2-4 15,2 0-2-15,1 3-4 0,0 2-7 0,4 0-1 16,-4 1-1-16,0 1-2 0,-2 1-1 16,3-1-4-16,-3 2-16 0,-1 3-10 0,-1-2-16 15,3 2-19-15,-3 0-30 0,-3 0-36 0,2 0-47 0,1 2-38 16,-3-2-47-16,-3 5-20 0,6 1-18 0,-9 0-23 16,9 0-15-16,-14 5-30 0,10-2-24 0,-3 1-283 15,3 2-711-15,-1 2 314 0</inkml:trace>
  <inkml:trace contextRef="#ctx0" brushRef="#br0" timeOffset="180973.29">8866 12362 180 0,'0'0'203'15,"0"0"-8"-15,-7-2-4 0,7 2-7 0,-9 0-6 16,9 0-6-16,-8 2-9 0,2 2-7 0,-2-1-8 16,-3 3-15-16,2 2-9 0,-4 4-4 0,-3 2-5 15,1 1 2-15,-4 6 3 0,0 1 4 0,-4 2-5 16,3-1-6-16,-6 3-4 0,3 2-6 0,2 0-6 15,-6 0-6-15,-9 11-8 0,11-12-7 0,-11 14-7 16,9-11-7-16,-7 10-1 0,10-11-8 0,-2-1-5 16,0-1-5-16,3-3 8 0,0 1-19 0,2-4-2 15,3 0-2-15,2-7 1 0,4 1-6 0,0-7 1 16,4 2 6-16,-1-2-12 0,2 0-13 0,1-4-22 16,2 1-11-16,1-3-19 0,3-2-21 0,-4 0-38 15,4 0-52-15,0 0-46 0,12-11-58 0,-2 2-260 16,-2 0-565-16,3-4 250 0</inkml:trace>
  <inkml:trace contextRef="#ctx0" brushRef="#br0" timeOffset="181777.5">8870 12352 82 0,'0'0'247'0,"0"0"-21"15,0 0-25-15,0-3-18 0,0 3-13 16,0 0-24-16,0 0-11 0,0 0-8 0,3 11 0 15,0-5 0-15,2-2-5 0,2 5-5 0,0 2-8 0,2 2-6 16,6 3-4-16,-4-1-3 0,7 7-7 0,-1 0-6 16,5 2-5-16,1 0-9 0,2-2-1 0,1 4-1 15,1-1-9-15,-1 3-3 0,2-1-4 0,1 3-6 16,-1-1 0-16,9 7-3 0,-13-9-6 0,4-1-2 16,-4 2 5-16,5-5-2 0,-2 4 0 0,-2-5 1 15,-2 0-3-15,-1-3-1 0,-5-5-3 0,1-1 0 16,-2-2-5-16,-5-2-1 0,3 0-2 0,-5-1-3 15,3-2-1-15,-5-2-3 0,0 2 2 0,-3-2-4 16,2-1-3-16,-1-2-16 0,-5-1-35 0,7 0-57 16,-7 0-64-16,0 0-75 0,5-9-290 0,-9 1-569 15,4 3 252-15</inkml:trace>
  <inkml:trace contextRef="#ctx0" brushRef="#br0" timeOffset="182846.94">13694 9945 306 0,'-4'-5'333'15,"2"3"-17"-15,-1-2-26 0,3 4-21 0,0 0-27 16,-3-4-29-16,3 4-20 0,0 0-21 0,0 0-21 0,0 0-12 16,0 0-12-16,8 15-17 0,-1-8-12 0,0 3-8 15,0-1-7-15,1 2-8 0,2 0-5 16,-2 0-13-16,1-2-1 0,1 0-4 0,-1 0-4 0,2 0 4 16,-1-2 9-16,1 2 10 0,-2-3 16 0,3-4 16 15,-1 1 14-15,4-3 15 0,-1-3 8 0,-2-1-1 16,0-2 2-16,10-3-3 0,-3-2 3 0,-1-2 0 15,-2-3-4-15,4-3-10 0,-2-1-9 0,3-2-5 16,-2-1-9-16,-4 0-11 0,4-2-16 0,-2 2-1 16,-2-1-11-16,-1 1-4 0,-3 4-8 0,-2 1-7 15,-2-3-16-15,1 6-13 0,-1 5-16 0,-3-1-18 16,0 2-32-16,-4 2-39 0,4 2-49 0,-2-1-48 16,-2 2-48-16,2 1-39 0,-2 3-15 0,0 0-23 15,0 0-19-15,0 0-27 0,-4 14-21 0,0-7-196 0,0 3-619 16,0 2 275-16</inkml:trace>
  <inkml:trace contextRef="#ctx0" brushRef="#br0" timeOffset="184318.79">14724 9727 12 0,'-7'-3'161'0,"3"-1"-4"0,-4-1-6 16,0-1-7-16,-3 0-7 0,-1 0-4 0,2-1-4 15,-1 2-4-15,-3 0-2 0,1 0-2 0,-6-1-7 16,0 1-5-16,0-2-11 0,0 2-5 0,-3 1-3 16,-1 0-2-16,0 1-8 0,1 0-2 0,-1 1-8 15,-5-3-7-15,-1 3-5 0,5 3-3 0,1-2-8 16,-11 1-3-16,5 1-3 0,-1 0 2 0,10 1-3 15,-12 1-9-15,9-1 1 0,0 1-7 0,-1 0 1 0,4 1-2 16,0 1-3-16,2-1-1 0,-2 3-2 16,1-1-4-16,7 1-2 0,-6-1-1 0,0 1 0 15,2 4 1-15,0-3-2 0,2 3-5 0,-2-1 5 0,1 2-3 16,0 0-1-16,-3 1 0 0,3-1 0 0,-1 2-5 16,0 1 6-16,-1 1-1 0,-3 2-1 0,6-2-1 15,-6 4-1-15,2 2 1 0,1 1 1 16,3-6-3-16,-4 9 8 0,6-8-5 0,-3 5 5 0,4-4-1 15,0 6-1-15,-1-3 0 0,1-2 2 0,3-2-1 16,-3 1 0-16,3 0-3 0,1 2 3 0,-1-2 5 16,1 1-4-16,0 1-2 0,3-2 3 0,-1 1-3 15,2 1 0-15,-1-1-1 0,2 0 3 0,0 1-3 16,4 0 3-16,0-2 4 0,2-1-5 0,0 2 4 16,3-2 3-16,-1 2 2 0,3-4-1 0,6 3 1 15,-4-2 4-15,8 3 4 0,1-1-4 0,-3-3 3 16,0-2 0-16,5 3 2 0,1-1-2 0,3 0 3 15,-3-2 0-15,3 1-1 0,-6-3 6 0,2-3 1 0,5 3-4 16,-7-2 2-16,8 1-3 0,-2-1-9 0,1 0 7 16,2-1-2-16,-8-1-2 0,8-3 3 15,2 3-1-15,0-3-3 0,2 0 7 0,0 2-10 16,1-5 3-16,-2-2-1 0,1 1 4 0,2 2-1 0,0-2 1 16,-3-3 2-16,2 2 0 0,0-2-1 0,-1-1 5 15,1-4 6-15,-2 3 0 0,0-2 10 16,-3 0 3-16,3-1 7 0,-2-1-4 0,-2-1-1 0,1 0 7 15,-2-4-1-15,-1 4 3 0,-2-5 0 0,5 0 1 16,-5 1 3-16,4-5-3 0,-3 0 0 0,-1-3-4 16,-1 1-5-16,1-2 5 0,-2-2-9 0,-3-1-4 15,4 0-4-15,-1-2-5 0,-6-3-2 0,2 2 0 16,-3-2-5-16,-3 3-2 0,0-1-8 0,-2 0 2 16,-1 2-2-16,-2 0 5 0,-3 5 3 0,-1 1 0 15,-3-1 2-15,0 1-5 0,-3-2 0 0,2-6 1 16,-5 2-9-16,2 7 5 0,-5-8-7 0,4 7-2 15,-7-4 0-15,-2-2-2 0,0 3 1 0,-5-2 1 16,3 5-4-16,-5-1-5 0,6 6-1 0,-8-5-2 16,-1 3 2-16,-1-2-9 0,-2 4 1 0,4 0-5 15,-4 1-1-15,-5-1-3 0,1 0-9 0,-2 4 9 16,2-1-5-16,-3 1-1 0,0 3-3 0,0 0-3 0,0-1 2 16,0 1 4-16,0 2-3 0,4-1-1 0,2-1 8 15,5 5-3-15,3-1 3 0,0 0 0 0,5 3 2 16,-7-3-9-16,3 1 5 0,0 3-18 0,4-1 16 15,-3 1-1-15,4 1-10 0,0 0 6 0,-5 4-1 16,0-3 1-16,1 3-2 0,-2-1 0 0,-2 2 0 16,3 0 12-16,-1 0-13 0,-3 1 1 0,-2 4 23 15,-2-3-15-15,1 3 4 0,-4 1-4 0,0-1 8 16,2 1-4-16,-4 0 4 0,5 1 1 0,-3-1-1 16,-1 2-1-16,1 0 2 0,2-1 1 0,-1 2-2 15,2-1-1-15,-1 2 8 0,3 2 4 0,0 0-1 16,2-2 1-16,0 3-7 0,8-4 3 0,0 2 0 15,-3 5 2-15,6-4-12 0,1-1-16 0,2 1 11 16,-2 1-16-16,4-1 5 0,2 2-2 0,-2-1-10 16,4 2 1-16,3 1 1 0,0 4-25 0,3-5-21 15,1-1-15-15,0 7-30 0,6 0-37 0,-1 0-46 16,1-8-54-16,3 6-75 0,-5-6-173 0,3-3-561 0,0 1 248 16</inkml:trace>
  <inkml:trace contextRef="#ctx0" brushRef="#br0" timeOffset="186109.43">8728 11368 70 0,'-20'0'114'16,"-1"1"-5"-16,2 0-9 0,-2 3-3 0,2-1-8 0,5 1-11 15,-3-2 1-15,3 2-7 0,2 2-8 0,-6 1-4 16,6-1-10-16,0 0-4 0,-3 2-14 0,3-1 8 16,-2 3 4-16,3-1 8 0,-4 4 0 0,3-1 3 15,0 4-7-15,-2-2-3 0,2-2-3 0,1 5 2 16,-1 1 4-16,-5 5 8 0,8-4-7 0,-2 1-2 15,-4 4 1-15,2-1 1 0,2 3-2 0,1-7-1 16,-1 0-1-16,3 2 3 0,0-2-7 0,2 1 1 16,-4 0-8-16,3-1 4 0,1 3-5 0,1-2-2 15,-2 0 0-15,3 0 6 0,-1-1 0 0,2 1 1 16,-3-2-3-16,4 0 7 0,-3 2-7 0,3 0 1 16,-2-2-3-16,1 0 4 0,2-1 0 0,-2 0-1 15,3 1 3-15,-4-1-5 0,4-4-1 0,0 1-4 16,0-3-4-16,0 4 3 0,4-1-4 0,-4 2-1 0,1-3-3 15,2-1-3-15,1 0 4 0,3 1 3 0,-3-1-1 16,3 0 6-16,-3 0-4 0,4-1 4 16,0 1-3-16,2 2-2 0,2 1-1 0,-3-6 1 15,5 5 4-15,1-2 1 0,0 0 0 0,-3 0 4 0,6 1 2 16,-2-2-4-16,1-1 3 0,2 0 1 0,-2 0 5 16,4-1-4-16,-1-1 0 0,2-1-3 0,0 1 0 15,6-1-3-15,-5 0-1 0,7-3-3 0,0 0 1 16,0 2 0-16,1-1-3 0,-2 0-1 0,-6-3-5 15,7 0 0-15,-7 0 1 0,7-2-5 0,-7 5 1 16,3-5-2-16,4 2 0 0,1-1 0 0,-9-1-5 16,5-1-3-16,3 0 3 0,0 0-3 0,-6-1 4 15,5-3 0-15,-7 5-2 0,0-4-2 0,6-2 0 16,-6 2 2-16,2-1 1 0,-3 0-5 0,-1-3 3 16,0 3 0-16,3-1-1 0,-3-6 6 0,0 5 3 15,7-6-4-15,-8 4 12 0,2-3-5 0,-5 2 3 16,6-3-4-16,1-2 6 0,-7 1 2 0,2 0 5 15,-3-2-2-15,4 2-2 0,4-5 2 0,-9 4-7 16,2-2 4-16,3-5 0 0,-9 5-8 0,2-1 0 16,4-5-3-16,-5-1 9 0,-3 5-11 0,4-8 8 15,-5 8-4-15,3 0-4 0,-3 0-3 0,1-1 4 16,-3 1 0-16,-1 0-2 0,2 0 2 0,-5-2 10 16,2 3-8-16,-3 0 7 0,0 2-3 0,0-2 6 0,0 0-1 15,-3 0 2-15,0 1-5 0,-1 1 5 16,-1-2-8-16,-3 1 5 0,-2-1 3 0,1 2-2 15,-1-1-7-15,-5 0 3 0,-4-3-3 0,4 4 4 0,0 0-12 16,-8-2 9-16,0-2-3 0,4 8-3 0,-6-5 11 16,1 1-16-16,-2 0 4 0,7 4-5 0,-7-3 1 15,2-1 0-15,-2 1-2 0,1 2 1 0,-3 0 2 16,9 1 0-16,-9 2-6 0,4-3 2 0,4 3-1 16,-7-3 4-16,6 6-5 0,-2-3 4 0,4 3-4 15,-2-1 1-15,-7-1-3 0,8 3 1 0,-2 0 0 16,3 1 2-16,0 0-1 0,-3 2 0 0,4-1 2 15,-2 0-4-15,-3 1 6 0,5 1-3 0,-2-1-2 16,-1 2-1-16,-2 0 1 0,0 0-4 0,3 1 3 16,-2 0-1-16,0 1 1 0,-1 0-1 0,0 1 11 15,0 1-10-15,1 1-2 0,-1 0-3 0,1 2 4 16,-1-1-3-16,1 3 6 0,2 0-7 0,1 0 2 16,-3 2 0-16,3 0-5 0,1 0-24 0,2 3-45 0,-2 1-31 15,1 1-39-15,2 1-28 0,-2-1-48 16,1 7-52-16,5-3-67 0,2-1-252 0,-1-2-644 15,7 1 285-15</inkml:trace>
  <inkml:trace contextRef="#ctx0" brushRef="#br0" timeOffset="199071.47">8749 13424 205 0,'-4'-2'352'16,"4"2"-11"-16,-7-4-17 0,3 0-12 0,0 1-16 0,0 1-2 15,0-1-46-15,4 3-19 0,-4-5-16 0,4 5-34 16,0 0-12-16,-3-4-24 0,3 4-19 0,0 0-15 15,0 0-8-15,0 0 1 0,0 0-40 0,0 0-34 16,15 9-28-16,-7-4-28 0,3 2-23 0,-4 0-20 16,-3 3-32-16,4-3-29 0,-2 2-27 0,-1 1-30 15,-3 2-29-15,0-1-9 0,-2 2-9 0,-2 4-167 16,-1 0-436-16,-3 3 193 0</inkml:trace>
  <inkml:trace contextRef="#ctx0" brushRef="#br0" timeOffset="199488.91">8614 13821 26 0,'0'2'99'0,"0"4"1"0,-1-3-1 16,0 0 7-16,1-3-14 0,1 5-7 0,-1-5-8 15,1 6-4-15,-1-6-6 0,0 6-7 0,3-2 0 0,-3-1-14 16,3 1-5-16,-2 2-3 0,5-4-4 16,-3 3-6-16,1 1 3 0,5 1-8 0,-4-1 6 15,2 2-7-15,-1-3-9 0,3 3 7 0,-2-2-9 16,0 3 1-16,1-1-4 0,-1-1 3 0,1 3 2 0,-4-2-6 15,3 0-4-15,-3-2 0 0,0 4 5 0,0-4 3 16,1 1-10-16,-2 1 6 0,1-3-5 16,-1 0 3-16,-2 2 3 0,-1-2 7 0,3 0 12 0,-3 1 4 15,0 2 5-15,-3-4-1 0,-1 4 4 0,3-2 2 16,-3 1 1-16,0-2-4 0,-1 4-4 0,-1-2-3 16,2 2-3-16,0-1-1 0,1-2-3 0,-1 4 1 15,-2-4-2-15,6 1-9 0,-3 3 3 0,1-3-3 16,2 1 2-16,3 2-4 0,2 0 4 0,-1-2-4 15,3 2-1-15,4-3 1 0,-3 3-3 0,3-1-3 16,-1 0-1-16,-1 0 0 0,2 1 1 0,-3-2 2 16,3 2-5-16,-6-1 1 0,4 1-4 0,-5 1 3 15,-3 0-2-15,-1 0 1 0,0 2 0 0,-4 0-2 16,0 0 5-16,-3 2 0 0,-2 2-2 0,-1-6 3 16,1 2-2-16,-1-1-1 0,5-2 2 0,-5 2-2 15,3-1 1-15,2-2-2 0,-2 0 4 0,3-2-3 16,0 2-17-16,4-3-27 0,1-1-60 0,5-2-81 15,-3 0-112-15,4 0-319 0,3-2 141 0</inkml:trace>
  <inkml:trace contextRef="#ctx0" brushRef="#br0" timeOffset="212517.69">8005 11397 26 0,'-3'-4'307'0,"3"4"-10"15,-1-5-12-15,1 5-13 0,-4-5-12 0,4 5-21 16,0-2-23-16,0 2-20 0,0 0-20 0,0 0-14 16,0 0-21-16,0 0-13 0,0 0-8 0,0 0-16 15,0 0-5-15,0 0-13 0,0 0-2 0,14 6-9 16,-12-2-6-16,4 1-2 0,-5 0-5 0,4 0 2 16,0 0 2-16,0 2-8 0,-1-1-2 0,-1 0-7 15,1 1-2-15,0-1-1 0,1 1-1 0,-1-2 8 0,-1 1-14 16,3 1-8-16,-5-2 1 0,3 0-9 15,-1 1 13-15,0-1-14 0,1-2-2 0,0 0 1 16,-3 1 6-16,3-2 11 0,-4-2 26 0,4 3 19 16,-4-3 19-16,7 0 24 0,-7 0 7 0,14-8 14 0,-9 4 10 15,5-1 8-15,-3-4 4 0,2 0-1 16,2-5 6-16,-1-3-13 0,2 1-9 0,-3-2-12 16,2-7-17-16,0-4-6 0,0 5-14 0,-2-7-9 0,1 3-9 15,-1 2-9-15,1 0-11 0,-6 9-11 0,3-1-2 16,-3 5-20-16,1-1-30 0,-2 4-38 0,1-2-50 15,-4 4-57-15,3 0-67 0,1 2-80 0,-1 2-59 16,-2 2-66-16,6-1-60 0,-7 3-356 0,11 3-900 16,-6-1 398-16</inkml:trace>
  <inkml:trace contextRef="#ctx0" brushRef="#br0" timeOffset="214625.58">13255 9763 165 0,'4'-3'208'0,"-4"3"-19"0,0 0-19 0,0 0-24 0,0 0-11 16,7 11-6-16,-6-1 0 0,4-2-7 0,-1 2-10 15,-3 0-11-15,5 3-8 0,-2 0-4 0,5 1 5 16,-1-3-3-16,-2 2-11 0,3 0 8 0,2 0 3 15,-3-3-3-15,-1 1 5 0,2-4 8 0,0 1 3 16,-1-2 10-16,-4-1 25 0,4-2 17 0,-4-2 32 16,3-2 21-16,1 0 16 0,3-3-5 0,0-4-2 15,1 2-10-15,2-7-11 0,1-1-8 0,1-2-23 16,3-4-18-16,-1-2-13 0,1-1-15 0,0-3-13 0,-2 0-12 16,1-1-9-16,4-1-29 0,-6 1-29 0,2 0-37 15,0 3-33-15,-3-1-42 0,1 3-58 16,-4 6-48-16,-2 2-64 0,-1 3-76 0,-1 3-78 15,-1 3-286-15,-1-1-753 0,2 3 333 0</inkml:trace>
  <inkml:trace contextRef="#ctx0" brushRef="#br0" timeOffset="-188227.27">13361 14689 182 0,'6'-19'302'0,"-1"2"0"16,-5 3 1-16,4-2 1 0,-1 3-1 15,4-4 1-15,-5 6-2 0,3 0 5 0,0 1-4 0,-2 0-10 16,-2 6-11-16,2 0-19 0,-2-2-27 0,2 2-25 16,-1 1-21-16,-2 3-19 0,6-1-13 0,-6 1-17 15,0 0-11-15,8 6-13 0,-6-1-8 16,-1 5-14-16,5 0-8 0,-1 1-10 0,0 1-9 0,2 4-6 16,-3 0-6-16,0 0-9 0,2 1 0 0,-2 0-5 15,0 0-5-15,1-5-37 0,1 5-44 0,-2-4-33 16,0-3-10-16,-3 3-28 0,5-3-30 0,-2 0-20 15,1-1-24-15,-1-1-20 0,-1-3-24 0,-2 2-33 16,2-2-30-16,-1-1-43 0,-2-4-272 0,2 2-663 16,-2-2 294-16</inkml:trace>
  <inkml:trace contextRef="#ctx0" brushRef="#br0" timeOffset="-187976.67">13428 14528 321 0,'-1'-6'323'0,"1"0"-12"0,0 1-15 16,1-1-14-16,3 0-15 0,-2 0-15 0,0 1-15 15,1 0-18-15,2-2-23 0,1 1-25 0,-2 0-12 0,1 0-15 16,2 2-15-16,4-3-20 0,0 0-8 16,0 1-8-16,2 0-9 0,1-1-8 0,-1 2-11 15,7-1-32-15,-7 2-21 0,2 0-26 0,0 0-26 0,-4 1-37 16,0 0-19-16,2 2-27 0,0 1-17 0,-6 0-26 15,2 0-29-15,-1 1-19 0,-2 4-13 0,-1-1-2 16,-2 1-165-16,2 0-425 0,-4 2 188 0</inkml:trace>
  <inkml:trace contextRef="#ctx0" brushRef="#br0" timeOffset="-187357.54">13530 14601 40 0,'-8'6'137'0,"1"-2"-9"0,0 1-7 16,3-1-6-16,2 0 10 0,-1-1 13 0,3-3 8 15,-3 4 16-15,3-4 10 0,3 5 5 0,2-3-9 16,5-1-12-16,1 1-17 0,1-4-11 0,6 2-12 16,3-3-15-16,1 2-7 0,-3 0-13 0,4 0-5 15,0-3-12-15,-4 4-18 0,2-2-21 0,-1 2-22 16,-6-3-29-16,1 3-24 0,-4 0-28 0,0 1-27 16,-1-1-23-16,-2 0-15 0,1 0-17 0,-4 2-3 15,3-1 5-15,-4 0 6 0,-4-1 5 0,3 5 15 16,1-3 14-16,-4-2 11 0,0 7 14 0,0-4 11 15,0-3 6-15,0 6 23 0,-3-2 12 0,3-4 20 16,-2 6 10-16,2-2 25 0,-2 0 6 0,2-4 14 16,0 7 6-16,-2-2 4 0,2-2 10 0,-2 2 1 15,2-5 12-15,0 7 7 0,0-3-2 0,0 2 4 16,2-2 4-16,0 1-1 0,-2 0 0 0,2-1 3 16,0 1-4-16,1-1-5 0,4 3-7 0,-4-4-2 15,4 2-3-15,-1-1-4 0,-2 0-2 0,3 0-7 0,0 0 4 16,2-2-2-16,-2 0-6 0,1-1 3 15,-2 0-2-15,2 0 2 0,-8-1-2 0,15-3 1 16,-7 0-2-16,-1-1 6 0,5-2-1 0,-5-1-1 16,0 4 1-16,2-5 1 0,-5 1 10 0,0 1 4 0,1-3 4 15,-1 4 8-15,1 0 9 0,-3-1-1 0,3 0 1 16,-3 2 1-16,1-1-1 0,0 2-1 16,-2 0-11-16,-1 3-3 0,3-5-10 0,-3 5-11 15,2-4-5-15,-2 4-9 0,0 0-7 0,0 0-9 0,0 0 15 16,0 0-14-16,0 0-2 0,0 0-3 0,9 9-7 15,-9-4 7-15,2 0-5 0,0-1 0 0,0 3 0 16,0-4-1-16,1 2 0 0,2-1 1 16,-2 1-1-16,1 2-2 0,0-3-2 0,-1-2 2 0,1 1 1 15,1-1-4-15,1 2 3 0,-1-2-2 0,-1-1 0 16,-4-1 2-16,14-1-5 0,-6-1-6 0,-1-2 1 16,0 2-5-16,0 0-6 0,1-3-7 0,-1 0-8 15,-1-1-2-15,0 2-15 0,-2 0-19 0,4-3-8 16,-4 0-24-16,0 3-17 0,-1-2-32 0,0 0-29 15,-3 1-38-15,2-1-26 0,1 1-35 0,-3 1-142 16,0-1-448-16,0 0 198 0</inkml:trace>
  <inkml:trace contextRef="#ctx0" brushRef="#br0" timeOffset="-186738.69">14195 14276 201 0,'0'0'271'16,"-3"-4"-34"-16,3 4-25 0,0 0-19 0,0 0-18 15,0 0-22-15,0 0-11 0,4 19-19 0,-1-10-13 16,1 7-13-16,-1 2-3 0,1 2-10 0,0 0-9 16,4 8-10-16,-5 1-3 0,1 1-10 0,0-4-4 15,-1-4-2-15,3-2-5 0,1 6-8 0,0 1 1 0,-3-8-3 16,3 0-6-16,1-3 1 0,-4 0-4 15,3-1-5-15,-4-2 1 0,1-1-14 0,0-4-26 16,-1-1-15-16,1-2-15 0,-2 0-10 0,1 1-30 16,-1-5-15-16,-2-1-22 0,0 0-11 0,0 0-7 0,2-12-8 15,-2 12 13-15,-4-11 12 0,1 3 14 0,0 0 17 16,-4-1 27-16,0 0 28 0,4 3 30 0,-5-2 23 16,5 2 30-16,-5 0 14 0,4-1 13 15,-1 2 20-15,1 0 12 0,2 1 2 0,-2-1 0 0,1 1-3 16,3 4-13-16,-3-5-7 0,3 5-8 0,0 0-6 15,7-4-11-15,-7 4 1 0,10 2-8 0,-10-2-5 16,19 5-3-16,-8-3-5 0,-1 3-6 16,2 1-1-16,0-1-4 0,-1 1-3 0,0 0 1 0,1 1-5 15,1-2-2-15,-3 2 2 0,-2 0-2 0,3-2-1 16,-3 1-4-16,-1 1 3 0,0-1-5 0,-3-3 4 16,1 2-5-16,1-1 0 0,-1-2 2 0,-2 2-1 15,1-1-2-15,0-2 7 0,-4-1 12 0,4 2 25 16,-4-2 15-16,0 0-14 0,0 0 0 0,0 0 2 15,14-5-2-15,-10-1 5 0,-1 1 3 0,1 0 4 16,-1-3 3-16,-1 0 7 0,5-1 3 0,-3 3 10 16,0-3-3-16,0-1-1 0,-1 3-1 0,1 0-10 15,3 1-3-15,-6 0-5 0,2 1-10 0,-2 0-3 16,2 1-7-16,-3 4-9 0,4-4-8 0,-4 4-2 16,0 0-9-16,0 0-12 0,0 0-12 0,10 7-21 15,-8-3-10-15,0 1-18 0,2-1-8 0,-3 3-24 16,3-1-21-16,-4 1-17 0,4 0-22 0,-1 0-27 15,1 1-19-15,3-3-35 0,-3 0-32 0,4 0-137 16,-4-1-436-16,4-1 193 0</inkml:trace>
  <inkml:trace contextRef="#ctx0" brushRef="#br0" timeOffset="-186505.53">14830 14492 92 0,'-6'-3'219'0,"6"3"-21"0,-7-1-19 0,7 1-12 0,-13 1-16 16,8 3-17-16,-4 0-13 0,3 0-11 0,-1 2-11 15,-2 3-10-15,2 0-9 0,-3 1-7 0,5 3-12 16,-1-1-1-16,1-1-6 0,1 2-3 0,1 0-2 16,2 0-6-16,-2 0-7 0,3-2-4 0,3 1-13 15,1-2-22-15,3 1-21 0,-3-2-31 0,4-1-6 16,3 0-48-16,0-5-25 0,1-1-27 0,4 1-101 15,-5-3-283-15,4 0 124 0</inkml:trace>
  <inkml:trace contextRef="#ctx0" brushRef="#br0" timeOffset="-186136.65">14977 14596 28 0,'3'-5'187'0,"-2"0"3"0,3 1-10 0,-2 0-10 16,-2 4-18-16,1-7-20 0,-1 7-10 0,0 0-16 15,0 0-8-15,0 0-13 0,0 0-10 0,0 0-4 16,0 0-7-16,-4 16-10 0,1-11-5 0,3 1-5 15,-1 2-4-15,1 0-4 0,1 0-16 0,2-1-12 16,1 2-16-16,0-2-15 0,-4-1-5 0,4 1-8 16,0-1-14-16,-2-3-7 0,2 1-1 0,0-1-3 15,1-2-3-15,1 0 11 0,-1 0 4 0,-5-1-1 16,0 0 2-16,14-5 11 0,-9 2 16 0,3-1 14 16,-2 0 26-16,-1-1 4 0,-1 0 18 0,4-1 20 15,-2 0 17-15,2-3 15 0,0 3 18 0,-5-1 3 16,6 2 5-16,-3 0 1 0,-1-1-9 0,1 2-1 15,1 0-9-15,-1 0-10 0,0 1-9 0,-1 1-7 16,1 1-6-16,1 1-7 0,3 0-8 0,-4 1-6 16,2 2-5-16,3-2-6 0,-3 3-3 0,0 1-4 15,3 0-3-15,-3 0 0 0,3 2-6 0,-1-1 0 16,-4 2-7-16,5-1-3 0,-7-1-14 0,1 1-16 16,0-2-10-16,-2 0-13 0,-2 1-6 0,4-3 3 0,-5 1-9 15,0-1-13-15,0-3-20 0,-5 5-23 0,5-5-22 16,0 0-47-16,0 0-26 0,-11-3-143 15,11 3-377-15,-8-5 166 0</inkml:trace>
  <inkml:trace contextRef="#ctx0" brushRef="#br0" timeOffset="-185902.41">15420 14292 136 0,'3'-5'369'0,"0"1"-10"0,-2 1-24 15,2 0-31-15,-3 3-28 0,4-4-29 0,-4 4-20 16,0 0-32-16,0 0-18 0,0 0-21 0,0 10-12 16,0-2-12-16,0 1-21 0,0 3-5 0,-1 1-11 15,2 3-13-15,-2 0-13 0,1 4 3 0,1 0-14 16,-1-1-9-16,3-1-27 0,0 2-26 0,0-4-32 16,0 2-42-16,3-5-57 0,-3-2-75 0,2 1-78 15,1-2-207-15,-1 1-537 0,2-6 237 0</inkml:trace>
  <inkml:trace contextRef="#ctx0" brushRef="#br0" timeOffset="-185735.16">15368 14468 254 0,'-7'-4'360'0,"0"1"-13"16,0-1-22-16,3 3-26 0,1-1-17 0,3 2-41 15,-1-5-16-15,1 5-32 0,12-4-17 0,-1 1-38 16,12 0-36-16,7 0-41 0,8 1-46 0,2 1-61 15,17 0-69-15,4 0-70 0,3-2-66 0,-1 3-153 16,-2 0-437-16,4-1 194 0</inkml:trace>
  <inkml:trace contextRef="#ctx0" brushRef="#br0" timeOffset="-184999.36">16665 14465 14 0,'-11'-2'245'0,"-1"-1"-15"0,-2 1-18 16,-5 1-15-16,4 2-10 0,-4 1-11 16,2 1-16-16,-4 2-8 0,2 0-19 0,1 1-13 0,1 2-10 15,2 2-12-15,-1 0-13 0,2 2-7 0,3-1-3 16,4-1-11-16,0 1-7 0,3 1-5 0,3-2-3 16,-2 1-4-16,3 1-4 0,4-3-6 0,0 0 5 15,5-1-7-15,-2-2-2 0,3 0-3 0,4-4-2 16,2 1-3-16,2-3-1 0,2-1 4 0,2-3-1 15,-3-1-14-15,4-2 9 0,-5-4-7 0,7-3-4 16,-4-3 4-16,2-3-3 0,-2-3-2 0,-2-2-5 16,-2-2-5-16,1-2-2 0,-3 0-4 0,-4-1 1 15,0 1 3-15,0 3 15 0,-7 5 19 0,-1 1 16 16,-2 1 14-16,-1 3 17 0,0 3 9 0,-3-2 1 16,5 5 9-16,-4 2-5 0,1 0-10 0,-1 4 3 15,0-2-23-15,0 3-4 0,2 3-12 0,0 0-9 16,0 0-2-16,-13 10-2 0,10 0-8 0,-1 2 8 15,1 2-10-15,1 4-2 0,-3-1-9 0,4 4 6 16,1-2-2-16,0 3-2 0,7 4-7 0,-6-6 6 16,6-2-5-16,-3 3 3 0,3-3-4 0,2 0-5 0,1-2 4 15,5-1-2-15,-1-3 12 0,0-1-15 16,4-3-1-16,0-3-9 0,3-1-10 0,-3-1-4 16,3-5 0-16,-3 1-1 0,-2-1 1 0,4-2 3 15,-4-5-1-15,1 1 4 0,-6 0 4 0,1-3 0 16,-3 2-1-16,1-3 12 0,-5 1-4 0,1 2 10 15,-2-3 12-15,1 4 18 0,-5-3 9 0,0 5 0 16,0 0-1-16,-5-1-6 0,4 1 2 0,-5 2-10 16,1 3 10-16,-1-1-18 0,1 1-2 0,5 1-8 0,-16 3 3 15,7-2 0-15,2 6-4 0,-2 1 3 16,6-3-14-16,-2 7-10 0,2-3-8 0,2 1-12 16,1 2-9-16,2-2-10 0,1 1-8 0,5-1-15 15,7 1-23-15,-1 0-24 0,2-2-37 0,2-2-33 0,2-1-34 16,1-3-32-16,2-1-21 0,-1-1-170 0,-1 1-485 15,-2-2 215-15</inkml:trace>
  <inkml:trace contextRef="#ctx0" brushRef="#br0" timeOffset="-184781.8">17317 14509 265 0,'10'-3'68'0,"-6"0"48"0,3-2 34 0,-4 5 23 15,1-2 12-15,3-1-12 0,-7 3-16 0,5-1-20 16,-5 1-13-16,0 0-14 0,7 4-7 0,-5 1-7 16,0 1-6-16,1 2-10 0,-3 5 1 0,3 5-8 15,-3 1-2-15,0 2-8 0,4 7-8 0,-3 0-5 16,-1 1-4-16,3 1-2 0,5 0-3 0,-4 1-8 15,2-2 0-15,0 1-7 0,0 1 0 0,2 1-1 16,0-7-2-16,-4-4 3 0,7 3-7 0,-3-7-2 16,-1-3-2-16,-3-4 3 0,0-1-1 0,-1-3 3 15,1-3 0-15,-1-3 0 0,-3 0-2 0,0 0-10 16,5-11-11-16,-5-1-25 0,0 0-25 0,4-9-30 16,-4-6-33-16,2-1-30 0,0-3-40 0,-2-4-39 15,0 4-122-15,0-4-373 0,-2-1 165 0</inkml:trace>
  <inkml:trace contextRef="#ctx0" brushRef="#br0" timeOffset="-184062.6">17469 14579 169 0,'-5'-22'39'0,"-5"-2"31"0,-1 5 32 0,4 1 26 16,-4 2 12-16,-1 0 7 0,5 1 10 0,-1 3 5 16,1 2 4-16,2 1-4 0,-2 0 3 0,2 2-7 15,1 0-5-15,2 2-10 0,-2 1-9 0,4-3-15 16,-3 5-13-16,3 2 0 0,5-5-19 0,0 3-9 16,-1 0-3-16,3 2-14 0,4 0-7 0,-4 1-7 0,4-1-5 15,1 1-6-15,-3 2-2 0,5 1-5 0,-2 1 0 16,-2 0-4-16,-2-1-5 0,1 3-4 15,-1 0-3-15,-1-1-1 0,0 3-4 0,0-1-2 16,-3 0-2-16,-3-2-2 0,1 2-2 0,0-1 1 0,-4 1 1 16,0-2-2-16,-2 1 0 0,0 0 2 0,-4-1-2 15,1-3 0-15,0 4 5 0,-4-2-1 0,2 0-4 16,1-2 3-16,-3 0-4 0,3 0-1 16,2 0 4-16,-2-2-2 0,3 0 1 0,-1 2-16 0,6-3-12 15,-8 0-19-15,8 0-20 0,0 0-15 0,0 0-5 16,0 0-8-16,14-12-12 0,-5 7-6 0,4 0 0 15,1-4-1-15,7-3-13 0,-3 1-12 0,9-5-4 16,-3 3 20-16,2-4 13 0,-1 3 10 0,-5 2 12 16,-1 1 15-16,-4-2 26 0,3 3 33 0,-5-3 32 15,-3 7 47-15,-1-5 30 0,-2 4 17 0,-3 1 8 16,0-1 1-16,0 1 0 0,0 1-5 0,-2 0-13 16,0 0-4-16,-2 5-14 0,-2-5-13 0,2 5-5 15,-10 0-8-15,10 0-5 0,-11 5-8 0,6 0-5 16,-3 3 1-16,-2 1-9 0,2 3-3 0,4-1-9 15,-3 1 4-15,-1 2-4 0,4 1-2 0,1-1 0 16,1-1-3-16,-3 0 0 0,5 0-3 0,3-2-1 16,-1-1 0-16,2 1 1 0,0-4-4 0,2 1-2 15,0-4 4-15,1-2-5 0,4 2 3 0,-3-4-1 16,4 0-1-16,-2-2-5 0,4-2 9 0,-3-1-5 16,6-4-1-16,-2-1 2 0,-1 1-1 0,2-1-2 15,-7 0-2-15,0 2 2 0,1-2 21 0,-3 3 10 16,-3 0 12-16,4-2 5 0,-4 6 7 0,0-2-1 15,-4-2-3-15,4 3-4 0,-1 2-11 0,-3 2-7 16,3-4-3-16,-3 4-5 0,0 0-5 0,0 0-4 16,0 0-3-16,0 0 0 0,0 11-5 0,0-4-2 15,0-2 5-15,0 1-4 0,-1-1-2 0,2 2 5 16,-1-1-7-16,1 0 6 0,-1-1-3 0,3 0 1 16,-3-2 0-16,4 1-4 0,-4-4 6 0,8 4 3 0,-4-2-3 15,4-2 1-15,-8 0-5 0,15-6 3 0,-8 5-1 16,4-3-11-16,0-1 8 0,1 3-2 15,-1-5 1-15,4 2 4 0,-4-1-5 0,8-2 11 16,-3 0-30-16,2 3-18 0,-2 0-21 0,-1 0-22 0,3 0-21 16,2 3-22-16,-1 0-22 0,1-1-14 0,1 3-33 15,2 0-18-15,-2-3-20 0,2 3-1 0,0 0 4 16,-3 0 1-16,2 0-117 0,0-1-366 16,-2 1 162-16</inkml:trace>
  <inkml:trace contextRef="#ctx0" brushRef="#br0" timeOffset="-183677.91">18433 14352 794 0,'11'-1'-43'0,"0"-4"34"0,-2 1 35 16,-2-1 31-16,0 1 25 0,-3-1 25 0,-1 2 18 15,1-4 3-15,-4 1 10 0,0 1 5 0,0 5-1 16,-4-12-3-16,0 7-5 0,-2 1-8 0,-2 0-2 16,-2-1-7-16,-3 2-9 0,0 2-6 0,-5 1-11 15,3 1-6-15,-4 2-7 0,0 3-8 0,0 1-7 16,1 1-7-16,-1 1-4 0,3 0-5 0,-3 3-7 16,4 1-3-16,1 0-5 0,0 2-2 0,8-5-4 15,-4 6 0-15,6-2-3 0,0-3 7 0,3 2-13 16,1 0 1-16,2-3-2 0,1 1 0 0,4-3-1 15,5 0 1-15,-4-2-1 0,3 1-4 0,4-4 3 16,0 1-1-16,4-6-2 0,3 0-8 0,-3 0-1 16,1-4-7-16,1-2-1 0,-2-1-9 0,0-4-3 15,5-3-13-15,-2-5-18 0,-1-1-23 0,-1-3-13 16,-2-1-8-16,-1-2-10 0,-6 0 1 0,4 0 9 16,-7 1 25-16,-1-1 29 0,-3 7 40 0,3 1 40 15,-7-1 8-15,1 2 12 0,-5 2 2 0,0 4 1 16,3 1 7-16,-3 1 0 0,0 3-5 0,-2-2-4 15,1 4-8-15,2 2-7 0,-2 1-4 0,-1 1-8 0,6 2-3 16,0 0-3-16,-15 5-2 0,7 3-5 0,4 1-10 16,-1 0-8-16,0 4-21 0,3 2-11 15,0 3-27-15,1 0-15 0,1-2-17 0,1 4-19 16,2-5-23-16,5 4-26 0,-1-3-38 0,1-2-33 0,3 1-191 16,-5-4-452-16,7 1 200 0</inkml:trace>
  <inkml:trace contextRef="#ctx0" brushRef="#br0" timeOffset="-183427.02">18784 14227 115 0,'-7'-7'305'0,"7"7"-18"0,0-3-23 16,0 3-25-16,-4-4-21 0,4 4-8 16,0 0-27-16,0 0-12 0,-6 11-12 0,4-5-9 0,1-3-13 15,-2 5-13-15,6-1-13 0,-3 3-4 0,-3 0-9 16,7 1-6-16,-2 1-14 0,3 1-3 0,-4-1-8 15,3 1-2-15,2 2-9 0,-2-4 6 0,-1 2-17 16,-2-3-3-16,3 2-6 0,-1-5-4 0,0 2-4 16,-3-1-2-16,-2-2-1 0,1 1-3 0,0-2-5 15,-5-1-10-15,2-1-17 0,-6 0-29 0,-2 0-29 16,1-2-40-16,-5 0-63 0,-2-3-89 0,-2-1-240 16,-1 0-541-16,4 0 240 0</inkml:trace>
  <inkml:trace contextRef="#ctx0" brushRef="#br0" timeOffset="-182606.34">19739 14181 152 0,'0'0'284'0,"-7"-4"-28"0,3 3-24 0,4 1-24 15,-11 0-17-15,11 0-12 0,-9 3-17 0,3 0-9 16,-2 2-12-16,4-1-13 0,0 0-12 0,1 3-12 15,-1-1-6-15,1-1-11 0,-1 1-7 0,4 1-7 16,0-1-12-16,-1 2-2 0,-2-2-7 0,6-1 0 16,-2 0-8-16,2 0 0 0,-2 0-4 0,-1-3-4 15,5 2 5-15,0-3-7 0,-5-1-5 0,7 1-3 16,-7-1-1-16,8-5-5 0,-5 2 1 0,1-2-3 16,-2 0 1-16,5-1-3 0,-3-3-2 0,-1-1 2 15,2-1-5-15,-1-1 6 0,1-1-5 0,-3 0-6 0,1 2 1 16,1-2 2-16,-1 2-1 0,1-1-2 15,0 6-3-15,0-5 3 0,-1 5-4 0,1 2-2 16,-1 0 0-16,1 1-2 0,1 1 3 0,2 2 0 0,-7 0-4 16,14 2-2-16,-5 5 3 0,2-1 0 0,1 2 0 15,2 4 2-15,1 1 0 0,-1-1-3 0,0 1 0 16,-3 4 12-16,4-4-3 0,-1 2 1 0,-1 0 0 16,-3-1-3-16,0 0 0 0,-4-2-4 0,2-2 6 15,-2 0-2-15,-2-1-2 0,0-2 3 0,-1-3-2 16,0 0 3-16,-2 0 29 0,2 1 38 0,-3-5 42 15,3 2 20-15,-3-2-7 0,0 0-4 0,0 0 7 16,0 0-4-16,0-15 4 0,2 7-13 0,-1 0-2 16,3-1-2-16,-2-1-3 0,0-1-1 0,1 0 7 15,1-1-6-15,-1 1 7 0,1 1-1 0,3 0-3 16,-6 3-6-16,7-2-13 0,-6 4-11 0,3-3-7 16,2 3-7-16,0 0-8 0,1 3-7 0,0-3-8 15,2 2-6-15,2 1-5 0,0 2-4 0,4 2-21 0,-6 3-28 16,2-1-31-16,2 0-29 0,-2 1-38 15,4 3-44-15,1-3-49 0,0 6-49 0,-2-2-64 16,3 3-77-16,0-1-386 0,-2 1-850 0,0-1 376 16</inkml:trace>
  <inkml:trace contextRef="#ctx0" brushRef="#br0" timeOffset="-181386.5">21519 14045 270 0,'-8'-10'273'0,"3"4"-15"0,-5-2-9 16,3 4-17-16,-5-1-9 0,-3 2-22 0,6-1-16 15,-5 4-18-15,-1-1-13 0,0 6-17 0,3-2-12 16,-3 3-12-16,0 2-14 0,-1 2-9 0,5 1-11 0,1-3-2 16,0 8-11-16,3-2-7 0,-2 1-5 15,5 2-1-15,3-3-8 0,-3-2-1 0,4 1-6 16,4-1-2-16,-3-1-2 0,3 1-4 0,3-3 4 0,-1 1-3 15,2-3-4-15,1 0-3 0,2-1-4 0,0-5 1 16,3 0 0-16,-3-2-3 0,2 1 1 16,2-4-4-16,0-3-1 0,-4 1 5 0,7 0-7 15,-2-5 7-15,-5 5-7 0,1-6-4 0,-2 4 3 0,-1 0 20 16,1 0 18-16,-2 2 22 0,-4-1 12 0,4 0 15 16,-4 1 0-16,0 1-1 0,0 2-10 0,-2 0-16 15,-2 3-8-15,2-5-10 0,-2 5-12 0,0 0 1 16,0 0-8-16,0 0 2 0,0 0-6 0,3 13-3 15,-3-7-6-15,-1 2 9 0,2 0-13 0,-1-1 0 16,0 4-3-16,0-3-2 0,3 0 4 0,-2 2-5 16,5 0 6-16,-5-2-5 0,4-4-3 0,-2 4-1 15,1-2 3-15,3-2-3 0,-1 2 4 0,-1-3 1 16,3 1-2-16,-1-3-2 0,3-1 13 0,2-1-14 16,-1-2-1-16,1-1 1 0,-1-1 0 0,-2 2 10 15,4-5-14-15,0 0-4 0,-3 1 4 0,-1-4 1 16,2 4-3-16,-3-4-1 0,-1 4 4 0,1-4 2 0,-5 4-5 15,5-3 1-15,-4 4-2 0,-2 0 2 0,0-1-1 16,2 4 0-16,-2-1-3 0,-1 0-9 16,-1 4-7-16,4-4-20 0,-4 0-17 0,0 4-7 0,0 0-3 15,0 0-7-15,0 0-6 0,0 0-9 0,0 0-8 16,-2 16-6-16,2-13-9 0,0 3-10 0,0-1-9 16,0 1-1-16,2-2-14 0,-1 3 1 0,3-3-6 15,1 1 1-15,-3 1 1 0,5-2-3 0,-3-1 1 16,4 0 3-16,-1 1 9 0,-3-3 10 0,4 0 10 15,-1 0 12-15,1-2 9 0,-8 1 10 0,11-2 8 16,-5-1 25-16,-1-1 26 0,3 1 19 0,-4-4 20 16,2 2 17-16,-1 0 16 0,2-2 14 0,1 1 12 15,-4 1 12-15,0 0 6 0,0 0 1 0,6-3 4 16,-7 3-2-16,5 0 1 0,-4-2 1 0,-1 4-2 16,1-1-11-16,3 0-6 0,-5 2-8 0,6-1-9 15,-8 3-5-15,7-3-8 0,-3 3-3 0,-4 0-5 16,13 4-8-16,-9-1-1 0,0-1 0 0,1 5-5 0,3-1-1 15,-5-1-7-15,3 2 3 0,-4-1-4 0,6 3-4 16,-4-2 2-16,-1 0-1 0,1 2-1 16,-1-3-2-16,-2 1-4 0,1-1-13 0,-1-1-3 15,-1-1 2-15,0 3-2 0,0-5 3 0,0-2 4 0,4 5-3 16,-4-5 2-16,0 0 2 0,0 0 2 0,0 0 1 16,0 0 0-16,0 0 1 0,0 0 4 0,0-17-8 15,2 11 4-15,1-4 1 0,0 1-3 0,1-2 1 16,2 0 1-16,-1 2 1 0,1-1 1 0,2 0-2 15,-1 1 3-15,-1 1 2 0,-1 2 4 0,3-1 9 16,-2 2-1-16,-2 1-5 0,1 0 3 0,0 2-3 16,-4-3-3-16,6 4-4 0,-7 1 2 0,11-2-1 15,-11 2-4-15,10 2 8 0,-5 0-9 0,-1 2-2 16,3 1-1-16,-2 0-1 0,-1 3 4 0,1 2 0 16,-3 0 5-16,4-1-6 0,-5 0-2 0,3-1 1 15,0 2 0-15,-3-1-3 0,1-2 0 0,2 0 3 16,-5-1 1-16,1 0-5 0,0-2 5 0,0 1 3 15,0-5-2-15,-3 3 4 0,3-3-1 0,0 0 11 0,0 0 23 16,0 0-4-16,0 0 4 0,0 0-1 16,-11-13 5-16,15 6 0 0,-4 0-4 0,5-3 6 15,0 0-11-15,-1 0 3 0,1-1-15 0,3 0 1 16,0 1-25-16,2 0-20 0,4-3-18 0,-1 0-19 0,1 4-23 16,-2 1-25-16,0 2-23 0,2 1-26 0,-1-2-17 15,0 5-16-15,0-3-21 0,2 4-19 0,-3-1-11 16,-1 2-4-16,-1-3-137 0,-1 3-413 0,-2 3 183 15</inkml:trace>
  <inkml:trace contextRef="#ctx0" brushRef="#br0" timeOffset="-180716.48">22533 13992 76 0,'1'-4'143'16,"-1"4"7"-16,-1-8 6 0,-1 4-6 0,2 4-2 15,-4-6 0-15,0 1-10 0,2 2-11 0,-4 0-9 16,1 2-3-16,-4 1-5 0,3-1-2 0,-7 0-13 15,4 2-5-15,-5 1-4 0,3 2-7 0,-3 0-3 16,3 3-9-16,0-1-7 0,-1 0-3 0,3 2-9 16,0 1-3-16,-2-1-5 0,5 0-2 0,2 3-2 15,2-4-2-15,-1 5-1 0,3-3 0 0,0 1 4 16,3-3 0-16,1 3-1 0,4-4-5 0,3 1 3 16,1-2-8-16,1 0-2 0,-2 0 0 0,3-2-4 0,5-2 0 15,-4 0-3-15,4-3-2 0,-3 2-1 0,-2-2-1 16,4-4-1-16,-3 2-1 0,2-2 0 15,-4-1-2-15,4-1 0 0,-6 2-2 0,0 0 0 16,0-2 1-16,-3-1 0 0,0 4-1 0,-4 0 18 0,3 0 9 16,-3 0 7-16,0 1 0 0,-4 0 0 0,2 0-7 15,-2 4 0-15,5-4-8 0,-5 4-5 0,0 0 7 16,0 0-12-16,0 0 3 0,0 0-2 0,0 0-2 16,0 0-5-16,-20 12 3 0,17-8-6 0,2 1 4 15,-1 1-5-15,0-1-1 0,2 3 3 0,-2-2-2 16,4 1-1-16,0-1-1 0,-2-1 11 0,4 2-8 15,2-1 0-15,-4 0-1 0,5-2 1 0,0 0 0 16,-3 1-2-16,3-1 3 0,4-3-5 0,-4 1 5 16,2-1-5-16,2-4 5 0,0 2 1 0,0-1-6 15,0-5 2-15,-3 2-2 0,1 0 3 0,2-3 1 16,0 2-4-16,0-2 1 0,-2 1-4 0,0-3 1 16,-1 0 1-16,3 2 1 0,-5-2 1 0,1 0-2 15,0 1 2-15,0 0 16 0,-2 3 15 0,-1-2 11 16,-1 1 9-16,0 4-2 0,1-2 10 0,-3 1-12 15,2 2-13-15,-3-3-1 0,0 5-12 0,4-2-2 16,-4 2-5-16,0 0 3 0,0 0 2 0,0 0-11 16,8 9 0-16,-5-4-1 0,-2 1 0 0,2 2-2 0,0 2 2 15,4 1 0-15,-3-1-7 0,1 1 3 0,2 2-3 16,1 0 5-16,2-1 2 0,0-4-8 16,4 7 3-16,1-5-4 0,-4-2 2 0,5 0-5 0,-4 0-11 15,1-5-10-15,2 1-14 0,2-2-19 0,0-1-13 16,-4-3-15-16,2-2-21 0,-4-1-22 0,0 1-24 15,5-2-23-15,-2-5-19 0,-3 2-14 0,1-4-6 16,-2 5-9-16,0-7 2 0,-3 4 12 0,6-7 4 16,-3 1 4-16,-4-1-100 0,1-1-325 0,-2 1 144 15</inkml:trace>
  <inkml:trace contextRef="#ctx0" brushRef="#br0" timeOffset="-180533.49">23275 13886 889 0,'0'-20'-51'16,"-1"-2"35"-16,-1 3 40 0,0 1 36 0,-3 2 28 16,0 4 23-16,3-1 21 0,-2 4 13 0,-1 3 8 15,1-2-5-15,0 2-13 0,3 2-14 0,-6-2-12 16,5 5-12-16,2 1-2 0,-10 4-4 0,6 3-1 15,-2-1 0-15,2 6-7 0,-1 0-2 0,1 5-5 16,0 1 0-16,1 0 0 0,0-2-9 0,3 2-2 16,3 0-9-16,1 0-4 0,-1 2-3 0,2-4-4 15,-1 3-4-15,-2-2 0 0,4-1-8 0,1 0-1 16,-1 1-7-16,1-6-19 0,-4-1-29 0,4 0-30 16,-4-2-39-16,0-3-43 0,1 2-52 0,-1-6-55 15,-1 0-206-15,-2-1-484 0,0 0 214 0</inkml:trace>
  <inkml:trace contextRef="#ctx0" brushRef="#br0" timeOffset="-180399.69">23138 13890 193 0,'-8'-6'227'15,"-2"-4"-2"-15,5 5-4 0,-3-3-16 0,6 4-22 0,0-1-18 16,4 1-19-16,3-1-23 0,5 2-35 0,5 2-45 16,4 1-51-16,15 0-66 0,0 0-73 0,7 4-118 15,1-1-288-15,14 3 128 0</inkml:trace>
  <inkml:trace contextRef="#ctx0" brushRef="#br0" timeOffset="-179948.1">24066 13730 174 0,'-6'-9'312'0,"-5"-6"-17"0,0 0-15 0,-1 0-15 16,-2 2-16-16,-2 1-13 0,1 0-15 0,-1 2-20 15,-1 2-12-15,5 2-14 0,0 1-22 0,-1 1-14 16,3 3-13-16,-1 2-12 0,0 1-14 0,7 4-11 15,-1 0-6-15,3 6-9 0,1-1-10 0,4 6-2 16,2 3-9-16,4 1-2 0,1 4-5 0,4 1-5 16,2 0 4-16,1-2-14 0,0-1-3 0,-5-4-2 0,5 6-6 15,-4-8 9-15,-1 1-10 0,-1-1-3 0,-1 1-2 16,-1-1-3-16,-2-6 1 0,-3 0-2 16,-1-3 1-16,-3 1 4 0,0-3 2 0,-3 2-1 15,2-4 13-15,-3 0-3 0,-2 0 7 0,-2-1-4 0,-1-1 4 16,3-2-5-16,-8-2-6 0,1 0 2 0,1-3-2 15,-2 0-5-15,3-2-17 0,-1 1-19 0,3 0-21 16,0-2-24-16,3 0-25 0,0 1-39 16,4 0-39-16,3 0-40 0,0 0-39 0,7-3-48 0,-1 0-227 15,4 1-563-15,7-6 250 0</inkml:trace>
  <inkml:trace contextRef="#ctx0" brushRef="#br0" timeOffset="-179729.8">24268 13619 137 0,'-3'-5'347'0,"6"-1"-5"16,-3 4-16-16,0 2-4 0,2-5-44 0,0 2-26 16,-2 3-30-16,0 0-27 0,0 0-12 0,0 0-25 15,0 0-15-15,-2 18-15 0,4-7-11 0,-2 3-9 16,0 3-12-16,4 3-6 0,2 0-12 0,-1 2-8 16,-2-2-5-16,5 6-6 0,2 0-8 0,-5-4-3 15,3-2-6-15,2 4-4 0,-5-2 1 0,6-4-15 16,-3-1-18-16,0-2-26 0,-2-2-19 0,-1-3-31 15,2 1-33-15,-3-4-34 0,0-1-19 0,0-1-34 0,-2-1-33 16,-1-2-34-16,-1-2-18 0,0 0-141 16,0 0-451-16,-3-13 200 0</inkml:trace>
  <inkml:trace contextRef="#ctx0" brushRef="#br0" timeOffset="-178794.03">24370 13935 844 0,'-7'-9'-55'0,"-1"0"39"16,-4-1 34-16,1 0 34 0,2 0 25 0,-1 2 23 0,-1-1 18 16,-1 0 19-16,0 2 5 0,2 1 1 0,5 1-4 15,-4 1-14-15,4 1-10 0,1 2-11 0,4 1-9 16,0 0-6-16,0 0-4 0,0 0-4 15,9 9-8-15,2-2-8 0,3-2-8 0,4 3-3 0,2 0-6 16,-1 4-6-16,10-4-1 0,-1 2-6 0,1-1-1 16,1-2-5-16,1 0-3 0,0-1-4 0,-8-4 0 15,2 1-1-15,-6-1-2 0,6-1-2 0,-5-1 0 16,-4-3-2-16,3 1-2 0,-4-2-1 0,-3-1 7 16,-3-2-10-16,0 1 1 0,-3-2 2 0,-1 2-3 15,-1-2 5-15,-3 2 4 0,-1-2 10 0,-1 3-4 16,-3-3 1-16,-3 2 1 0,3 1 2 0,-4-1-5 15,-2-1-5-15,-2 4 2 0,0 1-1 0,-3 1 0 16,4 0-3-16,-3 2-4 0,1 0 1 0,1 3-3 16,-2-1-2-16,6 4-1 0,-2-2 6 0,2 3 0 15,2 0-4-15,1-3 0 0,4 5-1 0,-2-4-2 16,2 2 5-16,2 2-2 0,1-3 3 0,0-2-2 16,1 1-2-16,4-1 0 0,-2-1-1 0,5 0 1 15,-2-2 0-15,6 0-1 0,-3-1 0 0,1-2 1 16,1-1-3-16,0 1 16 0,1-3-20 0,0 1 5 15,2-4-4-15,-3-1 0 0,-1 3-5 0,0-3-2 16,-1 1 2-16,1-1-3 0,-1-2 5 0,-4 1 0 0,1-1 9 16,0 2 9-16,-4 5 17 0,-1-6 5 0,1 6 3 15,-1-1-4-15,-2 2-1 0,4-3-7 0,-3 3-5 16,-2 2-5-16,0 0 0 0,0 0-7 16,0 0-1-16,0 0-4 0,0 0 2 0,-4 13 8 0,4-7-7 15,0 1-5-15,0-2-3 0,2 2 0 0,0 1-6 16,3 0-1-16,1-1-4 0,2 2-3 0,0-2-6 15,2 1-6-15,-1-3-12 0,1 0-9 0,3-2-11 16,0 1-16-16,2-2-10 0,-3-2 1 0,2-2-19 16,0 1-5-16,0-3-7 0,5-1-6 0,-4 1-4 15,1-5-2-15,-2 0-8 0,5-1 1 0,-3-4-3 16,-1 0 3-16,-1 0 4 0,2-2 6 0,2-7 12 16,-2-1 10-16,-7 5 13 0,1 0 6 0,-3-8 22 15,1 1 32-15,-6 7 22 0,0-2 30 0,-2 2 18 16,-2 3 17-16,0-2 21 0,2 4 12 0,-4 2 11 15,1 1 10-15,2 0 0 0,-2 4-7 0,1-3-5 16,0 7-5-16,2-2-16 0,-3 1-10 0,-2 0-10 16,5 4-4-16,0 0-4 0,0 0-8 0,-7 11-6 15,5-7-1-15,0 7-6 0,2-1 0 0,0 1-8 16,-2 2-4-16,4 5-1 0,-2 2-2 0,4 0-1 16,-1-4-1-16,-1 7-1 0,4-3 4 0,-5 0-6 15,2 1 2-15,0-1-3 0,2 6-3 0,-2-8-2 16,0 0 1-16,0 0 2 0,1-3-2 0,1-4 1 0,-1 6-2 15,2-4 1-15,-1-2-2 0,3 0-1 0,-3-2 2 16,5 0 3-16,-2-3-1 0,2 0-3 16,2-1 3-16,-1 0-1 0,0-4 0 0,2 0 0 15,1-2 1-15,-2-2-1 0,3 0 0 0,-1-2 1 0,-2-1 3 16,2 0 19-16,-3-2 10 0,-2 0 14 0,3-1 17 16,-3-2 15-16,0 3-4 0,-5-3-2 0,0 3 7 15,2 0-3-15,-4 2-9 0,-2 2-1 0,3-3-4 16,-3 4-8-16,0-1-12 0,0 4-7 0,-3-5-7 15,3 5-8-15,0 0-2 0,0 0-1 0,0 0-8 16,0 0 0-16,-8 12-6 0,6-3-6 0,4-6-10 16,-2 5 9-16,6 0-23 0,-1-1-6 0,-1 2-26 15,0-4-20-15,6 4-24 0,1-1-25 0,-2-2-30 16,2 1-39-16,4-4-38 0,-1 0-36 0,2-2-49 16,-4 1-239-16,6-4-593 0,2 0 262 0</inkml:trace>
  <inkml:trace contextRef="#ctx0" brushRef="#br0" timeOffset="-178643.59">25768 13662 351 0,'4'-13'363'0,"-8"1"4"0,8-1-21 0,-2 3-24 16,-2-3-29-16,1 1-32 0,2 3-21 0,1 0-30 16,0 3-18-16,2 1-26 0,0 1-46 0,-2-1-54 0,1 5-62 15,-5 0-62-15,0 0-68 0,6 8-67 0,-6-5-68 16,-2 4-184-16,-2-1-480 0,-5 3 213 15</inkml:trace>
  <inkml:trace contextRef="#ctx0" brushRef="#br0" timeOffset="-178091.56">18590 15244 76 0,'0'-9'396'0,"-2"2"23"0,4 0 7 0,-1-1 12 16,-2 3-7-16,2-2-10 0,-1 2-29 0,0 1-34 16,1 0-38-16,-1 4-34 0,3-5-33 0,-3 5-27 15,0 0-22-15,0 0-19 0,7 9-21 0,-3-3-15 16,3 5-9-16,1-1-23 0,0 7-11 0,0-1-27 15,4 3-34-15,2 6-42 0,2-2-42 0,-1-1-59 16,-5-3-44-16,9 7-44 0,-4-3-58 0,0 0-78 16,-1-7-100-16,-2 0-276 0,4-2-754 0,0-2 334 15</inkml:trace>
  <inkml:trace contextRef="#ctx0" brushRef="#br0" timeOffset="-177906.58">19082 15546 104 0,'4'2'252'0,"-4"-2"-9"0,1 3-14 16,1 1-13-16,-2 1-16 0,0 1-11 0,0-6-18 15,-3 8-11-15,2 1-16 0,-2-1-13 0,2-2-10 16,-5 5-15-16,2 1-8 0,-1-1-9 0,-1 0-8 16,-1 0-9-16,-3 4-28 0,0-4-49 0,3 1-70 15,-1-4-88-15,-3 3-239 0,7-5-434 0,-1-2 192 16</inkml:trace>
  <inkml:trace contextRef="#ctx0" brushRef="#br0" timeOffset="-177406.81">19478 15087 306 0,'0'-2'374'0,"0"2"-34"0,-4-5-31 0,4 5-30 16,0 0-26-16,0 0-27 0,0 0-21 0,0 0-17 15,0 0-16-15,28 7-21 0,-21-3-12 0,5 3-9 16,-3-1-15-16,3 1-16 0,-4 3-5 0,0 0-12 16,0 0-8-16,0 0-7 0,1 1-10 0,-1 0-1 15,-5-1-13-15,-2 3 1 0,0 0-6 0,-2-1 0 16,-3 0 5-16,1 2 11 0,0-3 7 0,-5 0 4 15,2 0 3-15,-1-2 0 0,1 1 0 0,1-3-6 0,-1 3-4 16,2-6-7-16,-1 0-1 0,2 1-8 16,-1 1 0-16,3-3-6 0,-2 0 2 0,3-3-1 15,4 6-1-15,0 0 5 0,7-4-20 0,0 1-21 16,3-1-37-16,7 1-44 0,1-1-44 0,2-2-63 0,-2 1-57 16,8 2-68-16,-1-3-65 0,-8 2-198 0,4-2-623 15,-2 2 275-15</inkml:trace>
  <inkml:trace contextRef="#ctx0" brushRef="#br0" timeOffset="-177238.61">19946 15467 30 0,'-6'5'263'0,"5"0"5"16,-2-2 9-16,-1 2-16 0,-1-1-10 0,-1 0-15 16,2 1-16-16,0 2-15 0,-4 1-18 0,1-2-20 15,-2 1-10-15,3 1-17 0,-5 0-12 0,2 1-10 16,-1 0-20-16,-3 0-4 0,2 0-21 0,-3 2-46 15,5-2-47-15,0-1-58 0,3 0-64 0,-1-4-79 16,4-1-236-16,-2 0-495 0,5 0 220 0</inkml:trace>
  <inkml:trace contextRef="#ctx0" brushRef="#br0" timeOffset="-176686.61">20446 15073 174 0,'-3'-2'293'0,"2"-3"-20"0,1-3-20 15,-1 4-16-15,2 0-23 0,-1 4-17 0,4-5-21 16,0-1-17-16,3 3-15 0,0 2-18 0,2-1-11 16,-3 2-12-16,6-1-11 0,-1 2-9 0,1 2-8 0,2 0 2 15,-2 1-14-15,-1-1-12 0,3 1-4 16,-6-3-5-16,1 5-5 0,-2 0-3 0,1 0-6 15,-2-2-3-15,-5 3-1 0,3-1-3 0,0 1-3 16,-4 0 2-16,0 0-4 0,0 0-5 0,-4 0 12 0,0 1-13 16,-1 2 0-16,0-3-4 0,0 1 4 15,-2-3-2-15,1 5-3 0,1-2 9 0,0-2-9 16,1 3-2-16,2 0 7 0,-3 1-6 0,9 0 1 0,-4-2 1 16,1 3-7-16,1 0 8 0,2-2 3 0,3 2 4 15,-2 0 0-15,2-1 12 0,1 0-4 0,-2 2 0 16,-1-3 0-16,3-2-1 0,-2 3-3 0,0-4-1 15,-4-2-2-15,-1 2 2 0,0-1-1 0,2-1 6 16,-3 2 9-16,-4-3 9 0,1 1 8 0,1-1-3 16,-8-1 0-16,2 3-8 0,-3-2-1 0,-2 0-4 15,2-1-9-15,-4 1-30 0,-3-2-44 0,-2 3-60 16,0-2-69-16,0-1-85 0,1-1-291 0,-3 2-601 16,6-2 265-16</inkml:trace>
  <inkml:trace contextRef="#ctx0" brushRef="#br0" timeOffset="-174562.46">20155 14936 24 0,'-5'-4'285'0,"-1"1"1"0,2-1-1 0,-3-1 1 0,3 2 4 15,3-1-14-15,-4 2-12 0,1-1-12 0,4 3-8 16,-2-4-21-16,2 4-16 0,0 0-21 16,-4-3-12-16,4 3-14 0,0 0-17 0,0 0-14 15,0 0-8-15,16-6-17 0,-3 6 2 0,8 0-36 0,9-1 5 16,3 0-5-16,2 2-7 0,-1-2-8 0,6 1-2 16,-1 0-8-16,-1-2-2 0,3 2-7 0,-3-2-2 15,1-1-4-15,-3-2-4 0,-1 3-4 0,-5 1-1 16,-1-2-2-16,-11 0 1 0,3 1-6 0,-6 0 0 15,-1 1-2-15,-3-1 2 0,2-1-3 0,-7 2 6 16,2 0-6-16,-2 1-2 0,-6 0-2 0,10-2 0 16,-10 2 2-16,8-1-4 0,-8 1 6 0,0 0-9 15,6 0-4-15,-6 0-4 0,0 0-6 0,9-2-4 16,-9 2 7-16,0 0-4 0,0 0 6 0,0 0-3 16,2 7 1-16,-2-2-2 0,0-5 4 0,0 4-2 15,0 0 1-15,0 1 1 0,0 0 1 0,0 0 3 16,-2 0-4-16,2 2 1 0,0-1 0 0,2 5 0 15,-2-1 0-15,0 1 8 0,0 0-3 0,0 3-4 0,0-3 1 16,0 7-1-16,0 0 2 0,2 1 11 16,-2-2-11-16,2 2 0 0,-1 1 3 0,2-2-8 15,0 4 2-15,-1 3 3 0,1-2-2 0,-2-3-3 0,2 1 10 16,1-1-4-16,-2 1-3 0,3-5 4 0,-1 2-4 16,-1 1-19-16,1-6-1 0,-3 0 2 0,2-2 4 15,-2 1 1-15,2-1 6 0,-3-3-1 0,4 3 7 16,-1-4-9-16,1 1 3 0,-1-1 2 0,-1 0-5 15,2-2 14-15,2 1-8 0,-2 0 6 0,3 0 1 16,-2 0-3-16,1-2 2 0,-1 1 15 0,2 0-16 16,-2-1-5-16,3 1 10 0,-1 0 10 0,-1-1-16 15,1 1 6-15,-2 0-2 0,0-1-2 0,1 1-2 16,-2 0 4-16,0 0-3 0,0 1 0 0,0-1 4 16,0 0-2-16,0-1 1 0,-1 1-1 0,1-1 1 15,-3 0-4-15,2-1 5 0,-3 2-2 0,0-5 0 16,4 2 0-16,-4 2-1 0,0-4 1 0,0 0 0 15,0 5-4-15,0-5 2 0,0 0 0 0,3 4 0 16,-3-4 7-16,0 0-11 0,0 0 7 0,0 0 0 16,0 0-1-16,0 0-3 0,-10 1 2 0,10-1 4 15,0 0 2-15,0 0-6 0,-12-1 6 0,12 1-1 16,-9 1-8-16,1-2 6 0,8 1-3 0,-13-3 4 16,7 3-11-16,-3-1 11 0,1 1-3 0,0 1-5 15,-4-2 5-15,1 2 0 0,-3 2 3 0,-1-2-1 16,-1-1 0-16,1 1-9 0,-4 2 24 0,-4 0-15 15,5-2 0-15,-4 1-2 0,5 1 9 0,-6 1-9 16,-6-1 0-16,7 0 4 0,-9 0-5 0,7-2 0 16,3-1 5-16,-10 5-1 0,9-4-4 0,-2 1 6 0,1 0 0 15,3 0 0-15,0 0-1 0,2 0-2 0,-1 0-5 16,3-2 4-16,5 0-1 0,-3 1-2 16,2-1 10-16,-1 2-4 0,2-2-5 0,0 0 2 15,1 0 1-15,-2 1-2 0,3-1 0 0,2 0 2 0,-4 0 1 16,4 0-3-16,7 0-1 0,-14-1 5 0,9 1-2 15,5 0 0-15,-11 0 0 0,4-2 1 0,7 2-4 16,-8-3 22-16,8 3-13 0,-8-1 0 16,3 0 4-16,5 1 1 0,-6-3 13 0,1 1 0 0,2-2 7 15,0 0 3-15,-1 0-7 0,0 0-3 0,-1-3 5 16,1 1 5-16,1 0 8 0,-4-6-6 0,3-1-3 16,-1 0 5-16,-5-4-7 0,5-4 5 0,-5-4-3 15,-1 0-3-15,3-4-3 0,-4-1-5 0,1-1 3 16,4-1-7-16,-4 1 4 0,2-2-10 0,2 3 3 15,-3-2 1-15,2 4-1 0,3 0 0 0,-2 8-1 16,2 1 2-16,1 2-5 0,-1 3-1 0,4 2-6 16,-2 3 1-16,3 2-31 0,-4 0-58 0,4 2-54 15,0 5-29-15,0 0-42 0,0 0-65 0,0 0-91 16,15 20-283-16,-6-7-700 0,4 2 311 0</inkml:trace>
  <inkml:trace contextRef="#ctx0" brushRef="#br0" timeOffset="-166684.71">19935 14772 77 0,'0'0'172'15,"1"-3"-4"-15,-1 3-1 0,0 0-6 0,2-5-8 0,-2 5-4 16,0 0-6-16,1-4-7 0,-1 4-7 16,0 0-8-16,0 0-8 0,0-4-5 0,0 4-10 15,0 0-6-15,0 0-6 0,0 0-9 0,0 0-6 16,0 0-4-16,0 0-7 0,0 0-7 0,0 0-4 0,0 0-4 15,0 0-2-15,0 0-5 0,0 0 1 0,0 0-6 16,0 0 2-16,0 0-7 0,0 0-4 16,0 0-3-16,0 0-4 0,0 0 0 0,0 0 0 15,0 0-5-15,0 0 0 0,-14 8-2 0,6-5 0 0,-3 2 3 16,3 0-3-16,-7 5 9 0,-4-1 5 0,-1 2 7 16,-5 6 8-16,-2-2 3 0,-4 1 0 0,-6 4 1 15,-11 8 4-15,0-4 1 0,0 3 5 0,-2 1 7 16,-2-2-4-16,0 1 1 0,-5 2 7 0,-1 0-3 15,-1-2-15-15,3 2-6 0,-2-2 8 0,5-2 4 16,-3 2-5-16,2-3 6 0,-1 2 0 0,3-3 6 16,4-1-6-16,-4 0-4 0,12-4 9 0,2-3-4 15,-11 9 3-15,13-8 3 0,0 1-4 0,-1-1-3 16,2-1 4-16,0 1-8 0,1-1 2 0,3-2-2 16,-2 0 1-16,3 0-8 0,4-1 0 0,0-1-5 15,6 0 0-15,-2-3-2 0,3 2-3 0,0-5-10 16,8 3 4-16,-4-2-1 0,2 0 3 0,2-1-13 15,1-3 7-15,3 3-5 0,0-3-3 0,1 2 0 16,-1-2-10-16,4 2 6 0,-4-4-1 0,7 0-3 16,-4 3 3-16,4-3-2 0,-5 3-15 0,1-1-32 15,4-2-41-15,-1 5-46 0,1-5-45 0,0 0-61 16,0 0-97-16,0 0-356 0,0 0-744 0,0 0 330 16</inkml:trace>
  <inkml:trace contextRef="#ctx0" brushRef="#br0" timeOffset="-164945.37">19883 15057 121 0,'-1'-6'191'0,"1"6"-6"0,1-2-10 0,-1 2-13 15,0 0-11-15,0 0-14 0,0 0-15 0,0 0-12 0,0 0-12 16,-16 4-3-16,8 0-8 0,-1 5-1 15,-3-4 5-15,1 5 1 0,-6 0 4 0,0 4 4 16,-8 4 4-16,-1 1-1 0,-3 2 1 0,-1-1 0 16,-7 1 4-16,-5 8-19 0,9-4 16 0,-14 6-11 0,0-1-1 15,0-1 1-15,-4 2-9 0,0 0 4 16,-2-3 0-16,0-2-9 0,-1 2-6 0,1-2 0 16,-2-1-5-16,5 2 10 0,-3-4-21 0,14-5 1 15,-11 5-7-15,13-6 1 0,1-1-3 0,2 0-4 0,6-1-13 16,-1-1 2-16,8-2-4 0,1-3 0 0,1 2-6 15,4-2-3-15,5 0 1 0,0-4-7 0,2 3 2 16,2-4-12-16,1-1-15 0,-1 0 1 0,2 1-15 16,3-2-11-16,1-2-11 0,0 0-24 0,0 0-47 15,0 0-51-15,0 0-65 0,11-12-64 0,-6 4-254 16,5-2-594-16,1 1 263 0</inkml:trace>
  <inkml:trace contextRef="#ctx0" brushRef="#br0" timeOffset="-156615.89">20650 16007 62 0,'0'-7'287'0,"1"3"3"0,-1-1-17 0,2 2 0 16,-2-2-6-16,1 2-11 0,-1 3-8 0,3-7-17 15,-3 7-18-15,1-3-22 0,-1 3-22 0,2-3-12 0,-2 3-22 16,0 0-2-16,0 0-26 0,0 0-12 0,0 0-15 15,-6 13-6-15,6-7-12 0,0 2 0 0,0 5-8 16,0 4-7-16,0 0 0 0,-1 2-15 16,-1 3 4-16,1-2-4 0,-3 3 2 0,4-3-7 0,0 8 11 15,0-7-13-15,4 0-7 0,-1 5 12 0,0-4-16 16,-2-1 0-16,0-2-2 0,2-2-4 0,-3 0 2 16,3-4 0-16,-3 0-7 0,3-1 5 0,-3-1-27 15,2-4-27-15,-2 1-20 0,0-1-23 0,2-4-15 16,-1 2-8-16,-1 1-41 0,0-6-67 0,0 0-64 15,0 0-229-15,0 0-554 0,-8-11 246 0</inkml:trace>
  <inkml:trace contextRef="#ctx0" brushRef="#br0" timeOffset="-155980.33">20555 15912 286 0,'0'0'283'0,"0"-4"-22"0,0 4-21 16,0-6-24-16,0 6-23 0,0 0-24 0,0 0-17 15,0 0-15-15,0 0-14 0,0 0-15 0,0 0-11 16,-4 18-10-16,1-8-7 0,3 0-7 0,-2 3-10 16,0 0-4-16,-1-2-6 0,2 3-8 0,1-2-3 15,-3 2-5-15,3-2-6 0,-1-1-2 0,-2 1-2 16,2-6 0-16,-2 3-5 0,3-4-1 0,0 0 1 16,0 1 13-16,0-1 30 0,0-5 23 0,0 0-7 15,0 0 0-15,0 0 10 0,0 0-13 0,8-18-7 16,-5 5-4-16,1 0 6 0,0-4-5 0,3-1 3 15,0-2-4-15,2-5-11 0,-2 6-5 0,0 2 14 16,1-3-6-16,-2 4 17 0,-1 3-6 0,-1 1 20 16,0-1 3-16,-1 3-14 0,2 2-1 0,-2 3-7 15,1-6-6-15,-4 6-13 0,4 0-4 0,-4 5-12 16,4-6-4-16,-4 6-5 0,0 0-2 0,0 0-11 16,0 0 6-16,16 9-2 0,-10-5-3 0,1 5-1 15,0-1-2-15,1 2-1 0,-1-1-5 0,1 1 3 0,3 3-2 16,-2 3 1-16,2-8-4 0,0 4-1 0,0 0 11 15,0-2-12-15,-2-2 3 0,1 2-2 16,-1-5 1-16,-3 0-4 0,2 2 2 0,1-4 10 16,-3 1-8-16,-2-2-1 0,-3 2 0 0,3-3 3 15,-4-1-2-15,7 5 6 0,-7-5-1 0,4 1-5 0,-1 1 9 16,-3-2-3-16,0 0 0 0,0 0 10 16,0 0-6-16,0 0-7 0,0 0 0 0,0 0-3 15,0 0-5-15,-20 0 4 0,11 0 0 0,-4 0-1 16,2 2-1-16,-4-2-8 0,-1 1-31 0,-2 0-19 0,0 0-62 15,-2 2-40-15,6-1-43 0,-1 3-50 0,-3-2-59 16,5 1-85-16,-1 0-233 0,-2 0-680 16,5-1 301-16</inkml:trace>
  <inkml:trace contextRef="#ctx0" brushRef="#br0" timeOffset="-140676.39">7944 11474 287 0,'-3'-4'268'0,"3"4"-24"0,0 0-24 15,0 0-25-15,0 0-20 0,0 0-16 0,0 0-14 16,0 0-17-16,0 0-7 0,0 0-14 0,11 9-8 16,-11-2-4-16,2-4-11 0,0 3-5 0,1 1-5 15,1-1-5-15,0 1-4 0,2 2-5 0,-4-3-3 16,4 3-4-16,-2 0-3 0,4 0-4 0,-4 0-1 15,1-1-1-15,1-2-8 0,-2-1 3 0,3 2 3 16,-4-2 0-16,2 0-1 0,3 3 5 0,-4-3 4 16,0 0 1-16,3-1 0 0,-3 1 11 0,1-4 11 15,4 3 9-15,-4-2 17 0,1-2 9 0,-6 0 13 16,17-6 12-16,-7 4 9 0,2-5 3 0,0 1 7 16,2-3-7-16,2-1 0 0,3-3-4 0,-1 0 1 15,-2-1-4-15,2-6-5 0,2-1 24 0,1-2-11 16,-3 1-9-16,5-2-9 0,-6 0-12 0,4-2-8 15,0 0-14-15,-3 1-6 0,1 2-7 0,0-1-11 0,-8 0-11 16,0 5-2-16,1 4-3 0,-2-2-5 0,-2 5-9 16,0-3-23-16,-1 5-31 0,-4 1-33 15,1 1-44-15,3 1-47 0,-6 3-70 0,0-1-69 0,2 2-66 16,-3 3-59-16,5-2-46 0,-5 2-346 0,0 0-860 16,0 0 381-16</inkml:trace>
  <inkml:trace contextRef="#ctx0" brushRef="#br0" timeOffset="-139874.05">13228 9912 166 0,'-7'-5'312'0,"1"1"-13"0,0 1-11 0,3 0-15 16,0 0-25-16,-1-1-24 0,1 1-29 0,3 3-16 16,0 0-24-16,0 0-19 0,0 0-8 0,0 0-18 15,7 16-8-15,-2-11-10 0,0 5-8 0,6 0-9 16,7 2 3-16,-6 2-9 0,6-2-1 0,-6 1-2 15,0-5-7-15,3 4 4 0,-3-4-5 0,1-2 9 0,0 1-2 16,-1-2 12-16,-1-1 1 0,0 1 17 0,-1-4 19 16,2 2 12-16,-4-5 16 0,3 1 4 15,1-3-2-15,0-2-1 0,-1-2-6 0,3-4-10 0,2 0-10 16,-1-2-9-16,0-3-12 0,4-5-8 0,-4 0-11 16,1 1-7-16,2-2-8 0,-2-1-17 0,0 0-29 15,1 1-22-15,-6 5-33 0,-1 0-35 0,2 0-15 16,-1 1-56-16,-3 4-46 0,0 1-46 0,-1 5-55 15,-2-3-57-15,-1 4-359 0,2 2-766 0,-1 1 338 16</inkml:trace>
  <inkml:trace contextRef="#ctx0" brushRef="#br0" timeOffset="-57299.28">5901 3867 143 0,'0'-2'289'0,"0"2"-25"0,4-3-23 0,-4 3-23 16,0 0-23-16,3-4-19 0,-3 4-20 0,0 0-18 15,0 0-15-15,0 0-11 0,0 0-12 0,12 8-14 16,-10-3-4-16,2 0-11 0,1 2-6 0,-1 1-1 15,0 2-11-15,2 0-8 0,-1-1-3 0,-2 1-5 16,0 0-2-16,2 2-5 0,-2-2-2 0,1-1-4 16,-3 4 1-16,3-3-6 0,-2-2 0 0,0-3-1 15,2 0-4-15,-1 0 6 0,-3 0 22 0,3-1 20 16,-2-3 32-16,-1-1 30 0,7 4 31 0,-7-4 14 16,12-5 4-16,1-1 1 0,3-7 3 0,-1 0-1 0,9-3-6 15,2-7 0-15,1 0-5 0,3-2-12 0,10-11-11 16,-1-3-10-16,-4 1 13 0,6-2-15 15,-4 3-15-15,-10 7-8 0,10-7-12 0,-13 10-12 16,1 1-5-16,-4-1-10 0,-4 7-6 0,-1 3-8 16,-5 3-27-16,-4 2-21 0,1 4-38 0,0-1-35 0,-2 6-42 15,-1-4-46-15,1 1-70 0,-5 1-64 0,3 3-73 16,3-3-78-16,-6 1-311 0,-1 4-812 16,0 0 359-16</inkml:trace>
  <inkml:trace contextRef="#ctx0" brushRef="#br0" timeOffset="-38132.26">7527 11305 151 0,'-21'-1'189'0,"-2"1"0"0,0-3 11 16,2 6-4-16,1-3-4 0,5 0-10 0,6 1-8 15,-4-1-9-15,8 0-10 0,-5 0-12 0,10 0-12 16,-9 0-11-16,9 0-10 0,-10 1-10 0,10-1-11 15,0 0-14-15,0 0 7 0,0 0-3 0,0 0 3 16,0 0 36-16,47-5-2 0,-16 4-13 0,2-1-10 16,3-1-11-16,6-1-1 0,15-2-11 0,4-1-3 15,-3-1-6-15,8 3-5 0,1 0-2 0,0-1-2 16,1 2-8-16,1 0-2 0,-1 0-8 0,-3 1 1 16,-1-3-4-16,-5 5-1 0,-2-3 0 0,-16 4-2 15,13-1-3-15,-14 0-4 0,-1-1 1 0,2 0-3 0,-6 0-1 16,0 2-5-16,1-2 0 0,-3 0 3 15,-1 2-5-15,-2 2 0 0,0-2 0 0,1-2 1 16,1 2-1-16,-4-1-2 0,2 2-8 0,4-1 6 16,-4 0 2-16,0-1-4 0,3 1 1 0,1-1-1 0,0 2-4 15,0-2 1-15,1 2 1 0,2 0 2 0,-5-1-3 16,2 0 2-16,-1 0 0 0,4 0-2 16,-6-1-2-16,-1 1-3 0,0-1 5 0,-2 1-2 0,-3-1 4 15,-5 1 2-15,1 0 6 0,-1 0-14 0,-5-2 4 16,0 2 3-16,-1-1-4 0,-1 0-3 0,-2 0 4 15,-3 1-1-15,-4-2-2 0,7 2 0 0,-7-1 2 16,3-1 4-16,0 2-5 0,-3-1 3 0,-4 1-1 16,8-2-2-16,-8 2 5 0,10-2-2 0,-10 2-5 15,9-2 1-15,-9 2 1 0,8-1-1 0,-2-1-1 16,-2 1 3-16,-4 1-1 0,9 0 0 0,-3-1 0 16,-6 1-3-16,11 1 1 0,-11-1 0 0,9 0 5 15,-5 0-6-15,-4 0 2 0,11 0-7 0,-11 0 2 16,7 1-12-16,-7-1-4 0,4 2-2 0,-4-2 4 15,0 0 5-15,0 0-3 0,6 3 0 0,-6-3 4 16,1 4 2-16,-1-4-4 0,3 2 4 0,-3-2 0 16,1 5 5-16,-1-5 6 0,0 6-8 0,0-1 4 15,0-1-3-15,0 1 4 0,-1 2-3 0,1-1 1 0,-2 2 14 16,0 2-16-16,2 0 3 0,-3 2-4 0,1 1 7 16,0 1-3-16,-1 3-3 0,0 1 7 15,-1-2-3-15,0 3 1 0,0 1 0 0,0-1 0 16,1 0 3-16,-1 0-1 0,1 1 1 0,1 3 0 0,-3-3-3 15,3 0 4-15,-3 8-6 0,3 2 4 0,1-2 5 16,-3-6-2-16,1 4-5 0,0 3-1 16,3-9 1-16,-1 7-1 0,1-5 9 0,-3 4-2 0,3 1-1 15,0 0 5-15,0-1 2 0,0-4 4 0,-1 5-5 16,-1-1 2-16,-2-1-1 0,4 3 0 0,-4 1 6 16,4-4-2-16,-1 1 0 0,1 1 1 0,0 0 0 15,-4 1-3-15,4-4 0 0,1 4 2 0,-1-1 1 16,4 1 5-16,-4-2-4 0,0-5 3 0,4 8-7 15,-1-1 8-15,-2 0 0 0,2 0 3 0,-3 0 6 16,4 1-4-16,-1 0-3 0,-3-2 0 0,1-1-1 16,3 2 4-16,-2-1-9 0,-1-5 12 0,-1 2-11 15,0 5-2-15,3-3-2 0,-3-1 21 0,0-3-18 16,0 0 2-16,-1 4-3 0,-1 0-3 0,2-5 3 0,0-1-4 16,0 1 1-16,0-1-4 0,-1 1-1 15,1-1 13-15,-2 1-11 0,2-2-4 0,-2 0 2 16,2 2 0-16,0-3-1 0,-2 0-3 0,2 0 6 15,0 0-1-15,0-4 1 0,0 2 1 0,0-1 3 0,0-2-7 16,2-1 2-16,-2 1-1 0,0-2 9 0,0 2-8 16,-2-3-2-16,2 0 0 0,2 1 10 15,-2-2-9-15,2-1 0 0,0 2-3 0,-2-4-1 0,1-1-6 16,-1 2 6-16,0-3 6 0,2 3-7 0,-2-2 4 16,1 0 1-16,-1-1-3 0,0-4-6 0,0 6 7 15,0 0 1-15,0-3-2 0,0-3 3 0,0 4-4 16,0-4 4-16,4 6-5 0,-4-3 0 0,0-3-1 15,1 5-1-15,-1-5 1 0,0 4-3 0,0-4 5 16,0 7-11-16,0-7 12 0,1 5-6 0,-1-5 7 16,3 6 0-16,-3-1-1 0,2-1-5 0,-1 1 4 15,0 0 7-15,-1 2-6 0,2-2 6 0,-2 1-12 16,2 1-3-16,0 1 2 0,-1-1 5 0,-1 0-1 16,0-1 9-16,3 1-13 0,-3 3 13 0,0-3-9 15,1 1-3-15,2-1 0 0,-2 1 13 0,1-1-12 16,-1 2 0-16,-1-3 1 0,3-1 11 0,-2 2-13 15,-1-1 1-15,0-2-6 0,3 2 4 0,-2-1 2 0,-1 0 7 16,0 1-8-16,0-6 12 0,0 6-9 0,0-2-1 16,3-2 1-16,-3-2-3 0,1 7 0 15,-1-7 0-15,0 3 0 0,0-3 1 0,2 3 2 16,-2-3 0-16,1 4 2 0,-1-4-4 0,0 4 2 0,0-4-1 16,0 0 0-16,1 4 4 0,-1-4-6 0,0 0 5 15,0 0-5-15,0 0 9 0,0 0-5 0,0 0 0 16,0 0-1-16,0 5 7 0,0-5-2 0,0 0 3 15,-8 1 6-15,8-1-9 0,-8 2-7 0,1-1 9 16,0-1-5-16,-4 1 0 0,-1 0 2 0,0-1-7 16,-3 2 5-16,-4-1-2 0,-5 1-3 0,-5 1 5 15,-1 1 8-15,0 0-14 0,-1 0 2 0,1 0 3 16,-3 3 1-16,-1-1-8 0,-1 4 8 0,2-3 19 16,-6 1-27-16,-2 1 4 0,-12 3-2 0,12-2 1 15,2 1 2-15,-2 1 3 0,3-2-3 0,1 3 0 16,-2-2-2-16,1 1 5 0,1-1-12 0,-1 2 11 15,0-2-14-15,1 3 15 0,1 0-3 0,-4-3 2 16,5 2 1-16,-1-1 2 0,-1-1 2 0,2 1 2 0,0 1-3 16,2 0 6-16,-2-3 1 0,2 2 4 15,-1-2 9-15,4-1-8 0,-1 2 7 0,1 0-8 16,1-4 2-16,8 1 0 0,-1-3 2 0,-4 5-3 0,3-3 7 16,5-2-10-16,-1 3 3 0,-1-2 2 0,2-3-5 15,3 2 2-15,4-1-4 0,-4-1 5 0,6 0-9 16,-5 2 6-16,2-1 5 0,1 0-8 0,0 0-4 15,0-1 2-15,3-1 5 0,-2 2-8 0,4-2 0 16,-4 1 2-16,3-1-3 0,2 1 4 0,-3 0-1 16,-2 1-2-16,4-3 7 0,0 1 3 0,-2-2 6 15,8 0 4-15,-12 0 4 0,6 0 2 0,6 0 4 16,-12 0 0-16,12 0 5 0,-11-1 8 0,6-3 1 16,-1 2 3-16,1-1-1 0,-2-1-1 0,-1 0-1 15,1-1-1-15,0-4 0 0,-3 2-3 0,4-6 2 16,-4-1-6-16,2-3-3 0,0-2-3 0,-3-7-3 15,0 1-1-15,1-1-2 0,3-2-4 0,0-3-2 16,1-1-2-16,-2 2-1 0,2-5-3 0,-3-1-1 0,2 0 3 16,1-1-3-16,-2-13-3 0,-1 15-2 15,5-2 0-15,-8 0 1 0,4-13-2 0,1 13 4 16,-5-14 1-16,5 14-2 0,3-12-1 0,1 12-4 16,-2-2 6-16,-2 2-4 0,4 2 3 0,-2-1 2 0,2-3-6 15,0 2-2-15,-1 0 1 0,2 2-2 0,0 0 5 16,-2 1 2-16,4-2 3 0,-1 4 2 15,-2 2-5-15,0-4-5 0,-2 4 8 0,5-2-2 0,-3 3 3 16,2-2-4-16,1 0-3 0,0 1 0 0,0-1 3 16,0 1-3-16,0 0-1 0,0 2-3 0,0 2-2 15,1 5 3-15,-1 1-2 0,2-8 0 0,3 7-7 16,-4 0 8-16,1 0 2 0,-1-8-3 0,2 10 11 16,-3-3-6-16,1 3 3 0,-1-2 0 0,0 1-2 15,1-8 0-15,-2-2 4 0,-3 4-5 0,4-1 2 16,-1 0-2-16,-1-2 2 0,-4 2 3 0,3 0-6 15,0 0-2-15,-1-2-3 0,-1 3-7 0,-1-3 10 16,2 3 1-16,-3 3-4 0,5-3 4 0,-4 1-5 16,2-3 3-16,0 10-1 0,0-3 0 0,1-7-2 15,3 10 7-15,-4 1-6 0,0 0-3 0,1 4 1 16,2 2-14-16,-2-1-24 0,3 2-36 0,0 2-30 16,-3-1-36-16,3 0-41 0,3 3-40 0,-3 0-53 15,2 0-34-15,2 2-41 0,0 2-36 0,2 2-41 0,-6 0-382 16,14 6-871-16,-7-1 386 0</inkml:trace>
  <inkml:trace contextRef="#ctx0" brushRef="#br0" timeOffset="-28313.81">13318 9867 73 0,'-18'-6'262'0,"-1"0"-3"0,5-1 0 0,1 2 0 16,2 0-5-16,3-2-5 0,1 5-5 0,-1-2-10 16,3 1-13-16,0 1 0 0,3-1-18 15,2 3-6-15,-9-3-31 0,9 3-18 0,-3-5-22 0,3 5-11 16,0 0-13-16,0 0 5 0,13-2-25 0,-1 2-9 15,9 0 6-15,10 2-20 0,3 3-6 0,6-3-7 16,18 2-2-16,2 2-13 0,1-5 2 0,11 2 0 16,-1 1-1-16,25 0 6 0,-29-3-16 0,2 0-7 15,3 2 21-15,24 1-25 0,-34-4-2 0,1 1 3 16,-3 3-2-16,-1-3 0 0,0 2 4 0,-17-3-9 16,12 0 0-16,-14-1-1 0,0-1-1 0,-1 5 0 15,-4-4 2-15,-1 2 3 0,0-2-7 0,-1-1 6 16,-3 1-1-16,-2-2 1 0,-6 2-3 0,-3 1 2 15,-4-1-5-15,4 1 3 0,-5 0-5 0,-1-2 3 16,1 2 4-16,0-1-5 0,0 2-1 0,-3-1-2 16,3 2 4-16,2 0-3 0,-5-1 2 0,4 1-4 0,3 1 3 15,2-2 3-15,-1 1-7 0,-5 0-2 0,1-2 2 16,0 2 1-16,0-1 1 0,-3 2 4 0,2-2-1 16,-1 1 3-16,1 2-2 0,-1-3-1 0,1 0 1 15,-2 2-3-15,0-2-3 0,0 0 3 0,2 0-1 16,-3-1 0-16,-1 0 3 0,-4 0 4 0,4 1-2 15,-4-2-1-15,-6 1-3 0,14 0 1 0,-11-1 2 16,-3 1 2-16,10 0-2 0,-10 0-1 0,5-1 1 16,-5 1-11-16,10 1 8 0,-10-1 0 0,0 0-7 15,8-1 13-15,-8 1-3 0,0 0-1 0,8 0-3 16,-8 0 3-16,0 0-1 0,8 1-4 0,-8-1 6 16,0 0 0-16,10 0-4 0,-10 0 2 0,5 0 0 15,-5 0 2-15,8 2-1 0,-8-2-3 0,4 2 2 0,1-1 0 16,-5-1 0-16,9 2-3 0,-5 1-5 15,0-1 8-15,-4-2-3 0,8 5-8 0,-4-3 6 16,1 3 5-16,1-1 9 0,-2 0-10 0,0 1-6 0,-2 0 24 16,3 3-23-16,1 0-2 0,0 3-1 0,0 1 4 15,-3-1-2-15,2 6-4 0,1 1 8 0,-4 1-1 16,1 1-3-16,1 6 7 0,1 3-2 0,-5 0-4 16,3 3 0-16,-3 1-1 0,3 1-2 0,-3 0 5 15,1 3 5-15,-1-1 1 0,0 1-6 0,0 1 6 16,0 0 14-16,3 0-24 0,-2-3 3 0,-1 3 2 15,0-2-5-15,2 1 10 0,0 13 3 0,3-17-11 16,-4 4 0-16,0-1 4 0,2-1 0 0,-1-4 0 16,1 4 4-16,1 1-3 0,-4-1-1 0,4 0 3 15,-2 2-3-15,-1-2-3 0,2 0 5 0,-2 1-3 16,2-4-2-16,1 1 5 0,-2-3-2 0,3 1 2 16,-4 3-1-16,6-5 4 0,-4 1-3 0,2-2-6 0,-2-2-2 15,4 2 7-15,-2 0 3 0,-1-8 1 0,0 5-6 16,2-5 9-16,1 6-4 0,-2-7 0 15,0 1 23-15,2 1-23 0,0-2-2 0,-1 3 10 0,1-3-6 16,-1-1-9-16,1-1 6 0,-2 1-2 0,2-3 4 16,1 0-6-16,-1 1 5 0,-3-1 2 0,0-1 3 15,-1-4-13-15,1 3 4 0,0-3 4 0,-1 1 1 16,4-1-7-16,-5 2 4 0,1-4 4 0,-2 3-8 16,2-5 1-16,-3 1-2 0,2-1 2 0,-1 0 4 15,3-1 1-15,-4 1 0 0,0-1 1 0,0-2 0 16,3 1 17-16,-3-4-22 0,1 5-2 0,-1-5 3 15,0 4 3-15,0-4-2 0,0 4 5 0,0-4-1 16,0 0-3-16,0 0 5 0,3 4-1 0,-3-4-2 16,0 0 0-16,0 0-4 0,0 0-1 0,0 0 5 15,0 0-2-15,0 0-2 0,0 0 8 0,0 0 7 16,0 0-12-16,0 0 4 0,-7 4-3 0,7-4 1 0,-7 1-1 16,0-1 2-16,7 0-10 0,-16 1 6 0,4-1 1 15,-4 1-1-15,-4-1-4 0,-4 2 9 0,-3-2-1 16,-3 4-3-16,-3-4 3 0,-1 2-13 0,0 1 4 15,-3-2 8-15,-2 3-3 0,1-2 2 0,-2 5-9 16,2-3 8-16,-5 0-3 0,-10 3 11 0,14-3-7 16,-16 1-5-16,13 1 1 0,0-1 6 0,-13 4-7 15,14-3 5-15,-2 0-3 0,2 1 0 0,-1 0 2 16,1 1-5-16,2 1 3 0,-1-2-2 0,-2 1 1 16,3 1 1-16,-2 0-2 0,0 0 4 0,2 0 0 15,-1-1-1-15,-2 1-3 0,4-1 2 0,-3 3 2 16,-1-3-1-16,1-3-3 0,-1 5 5 0,1-5-3 15,3 3 5-15,0-2 8 0,0 1-12 0,-1-2-2 0,2 0-4 16,-1-2 8-16,4 3 0 0,2-2-5 16,0-1-3-16,3 1 7 0,-1 0 0 0,7-1-3 15,-7-2 4-15,9 0-5 0,0 1 2 0,2-1 3 0,1 0-4 16,-1-1-1-16,8 0-1 0,-3 0 6 0,1 0-5 16,1 0 1-16,1 1-2 0,0-2 8 0,2 1-7 15,2 0 3-15,7 0 5 0,-14 0-7 0,14 0 6 16,-10 0-2-16,4-1 3 0,6 1-9 0,-8-1 10 15,8 1-4-15,-10-2-4 0,10 2-2 0,-8-1 4 16,8 1 11-16,-8-1 8 0,8 1-6 0,-7-1 17 16,7 1 12-16,-5-2-2 0,5 2 6 0,-7-5 5 15,3 2-2-15,1 1 7 0,2-2 10 0,-2 0-5 16,-1-2-5-16,1-2 4 0,-1-1-3 0,0-4 1 0,-1-4-6 16,2-3-2-16,0-6-6 0,-1-5-2 15,0-4-6-15,0-4-4 0,3-11-2 0,2-3-3 16,2 0 3-16,-3-3 5 0,4 0 14 0,-4 1 4 0,0 1 9 15,-4-3 9-15,2 5 5 0,-2 1 7 0,0 0 6 16,0 1 2-16,-1-4-4 0,2 5 2 16,-2 0-6-16,-1 1-5 0,1 12-9 0,-1-1-1 0,2 2-9 15,-3 1-5-15,3-1-6 0,0 2 1 0,0 1-7 16,1 2 1-16,-2 4-7 0,2-3-4 0,2 0-5 16,1 9-5-16,-1 0 0 0,2 4-4 0,0-4-2 15,-1 7 3-15,3 1 1 0,2-5-8 0,-3 5-6 16,3 1-2-16,-1-2-6 0,-1 2-7 0,0-2-3 15,2 4-14-15,-2-4-4 0,4 2-19 0,-3 2-9 16,1 0-27-16,-1 2-18 0,0-1-25 0,-1 1-31 16,5 1-28-16,-4 0-29 0,0-3-34 0,-1 3-36 15,1 0-44-15,-4-2-70 0,3 1-32 0,-6-2-326 16,3 2-819-16,0 0 363 0</inkml:trace>
  <inkml:trace contextRef="#ctx0" brushRef="#br0" timeOffset="-24951.97">8068 10883 208 0,'-3'-1'263'0,"3"1"-31"0,-3-5-21 16,3 5-26-16,0 0-18 0,0 0-20 0,0 0-14 15,0 0-14-15,-4 13-11 0,5-7-11 0,2 1-10 16,0 2-10-16,1 1-12 0,0 2-5 0,0-3-2 16,2 0-6-16,0 1-1 0,0 0 9 0,1 1 4 15,-3-4 6-15,1-3 4 0,2 3 12 0,0-4 19 16,-3 1 24-16,0-3 33 0,2-1 34 0,-6 0 6 16,14-5 0-16,-7-5-6 0,7 0 1 0,-1-4 10 15,8-12-3-15,-5 3-8 0,3 0-12 0,2-5-10 16,-1-3-18-16,-1-1-10 0,0-1-20 0,0 0-10 15,0 1-12-15,-1 1-5 0,-1 0-18 0,-1 1-10 16,-3 5-26-16,-1 0-31 0,-3 7-46 0,-1 0-51 0,2 2-92 16,-4 4-70-16,-3 0-75 0,2 3-90 15,-2 2-378-15,-2 2-851 0,1 3 376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8T09:27:22.1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4906 956 81 0,'1'-8'261'0,"-1"5"-4"0,3 1-18 0,-3 2-23 16,1-5-18-16,-1 5-24 0,0 0-19 15,0 0-14-15,5-4-18 0,-5 4-4 0,0 0 3 16,7 14-9-16,-3-6-9 0,-1 0 3 0,0 5-6 16,2 3-5-16,-2-4-3 0,2 6-6 0,-1 0-5 15,-2 0-6-15,2 4-9 0,0 4-5 0,0 1-5 0,0-6-9 16,-2 6 2-16,4 0-8 0,-2-8-2 15,0 8-4-15,-1-8-3 0,-2 3-2 0,2-4-1 16,0 1-1-16,-3-2-11 0,4 0-21 0,-4-5-22 16,4 0-28-16,-4-1-28 0,2-4-28 0,1 3-25 15,-3-3-32-15,3-2-40 0,1-3-35 0,-1 1-171 16,-3-3-446-16,10-2 198 0</inkml:trace>
  <inkml:trace contextRef="#ctx0" brushRef="#br0" timeOffset="267.6">5224 922 186 0,'0'0'320'0,"0"-7"-19"0,0 7-19 16,0-4-28-16,0 4-32 0,0 0-24 0,0-6-20 15,0 6-19-15,0 0-15 0,9 11-17 0,-3-2-9 16,-1-1-10-16,3 3-15 0,-1 1-3 0,1 4-7 15,2 2-7-15,-1 2-9 0,2 3-8 0,2 1-2 16,-7-4-7-16,1-1-7 0,4 7-2 0,-7-7-1 16,7 0-3-16,-6 0-6 0,1 1 0 0,-2-1-7 15,0-2-26-15,3 1-26 0,-5-5-30 0,1 0-26 16,-3-3-30-16,1 2-23 0,1-1-37 0,-1-5-41 16,2-1-30-16,-3 0-149 0,0-1-426 0,0-4 188 15</inkml:trace>
  <inkml:trace contextRef="#ctx0" brushRef="#br0" timeOffset="518.47">5146 1227 223 0,'-8'0'283'0,"1"0"5"0,-1 1-8 15,8-1-13-15,-8 0-16 0,8 0-18 0,-7-1-16 16,7 1-17-16,0 0-19 0,0 0-12 0,-5-3-19 15,5 3-11-15,0 0-17 0,0 0-14 0,0 0-8 16,0 0-14-16,16-4-5 0,-3 3-12 0,-3-1-21 16,12-1-15-16,-4 3-25 0,2-2-15 0,0 2-25 15,5 0-25-15,4 0-21 0,0 0-24 0,4 0-19 16,0 2-22-16,-2-1-26 0,4 1-18 0,-1-2-18 16,2 0-13-16,-7 1 5 0,1 1-121 0,-1-4-363 15,-7 2 161-15</inkml:trace>
  <inkml:trace contextRef="#ctx0" brushRef="#br0" timeOffset="1103.87">5762 1202 464 0,'9'-2'13'0,"-3"-2"26"0,2-1 39 16,-3 0 10-16,-3 1 21 0,1-1 17 0,-2 1 15 16,2-2 3-16,-3 1 4 0,0 5 8 0,-3-9 2 15,2 3-4-15,-3 3-4 0,1-1-7 0,-4 0-4 16,2 2-2-16,-3-2-6 0,1 1-11 0,-1 3-10 16,-3-1-11-16,-1 2-5 0,-1 4-12 0,0-1-3 15,1 1-13-15,-2 1-5 0,-1 5-5 0,-1-2-8 16,2 3-5-16,3-2-5 0,-2 1 0 15,-1 1-10-15,3-1-4 0,6-2-8 0,-5 2-8 0,6 0-10 16,1 1-7-16,2-4-11 0,1 4-11 0,1-3-13 16,2-3-9-16,5 3-6 0,2-2-9 0,1-1-5 15,-2-3-10-15,4 1-9 0,8-3-16 0,-8-1-1 16,1-3-2-16,2 2 4 0,2-3 8 0,-4 0 13 16,1-1 6-16,-3-2 4 0,3 0 11 15,-7-3 9-15,2 3 15 0,-1-4 12 0,0 3 34 16,-4-1 21-16,1 3 19 0,0-2 17 0,-2 3 19 0,-1-1 13 15,-3 2 7-15,5-2 2 0,-3 3 0 0,-1 0-14 16,-1 3-5-16,3-6-15 0,-3 6-2 0,0-3-19 16,0 3-1-16,0 0-7 0,0 0-3 15,0 0-3-15,4 10-1 0,-4-5-7 0,3 2-1 16,-3 1-4-16,5-2-4 0,-4 3 0 0,3-1-3 16,-1 1-1-16,0-3-4 0,4 3-1 0,0-2-8 0,-1-1-2 15,1 1-4-15,0-2-3 0,0-2 4 0,0 1-6 16,1-1 2-16,-1-2 4 0,-1-2-2 15,1-1-1-15,1 1 4 0,0 0 6 0,2-5-4 16,-6 1 1-16,4-3-3 0,-1-1 5 0,-3-2 4 16,0 3 0-16,3-3 5 0,-3 2 11 0,1-1 5 15,1 1 11-15,-3 1 12 0,-2 1 10 0,3 0 7 0,-2 2-1 16,0 0 2-16,1 0-6 0,-2 1-12 0,-1 4-5 16,3-5-4-16,-3 5-12 0,4-3 1 15,-4 3-7-15,0 0 3 0,0 0-8 0,5 10-1 16,1-5 5-16,-2 1-22 0,0 0-15 0,6 2-17 15,-1 1-5-15,2 1-23 0,4 0-14 0,0 2-12 16,3 0-27-16,1-5-16 0,3 2-32 0,6-2-24 0,3 0-45 16,3-2-28-16,-1-2-182 0,1-2-478 15,-1 1 212-15</inkml:trace>
  <inkml:trace contextRef="#ctx0" brushRef="#br0" timeOffset="2458.5">6633 1194 32 0,'-3'-5'203'0,"0"2"-6"15,-2-2 0-15,-3 3 1 0,-2 1-1 16,-1-1-10-16,0 2 2 0,-2 0-13 0,-2 1-12 16,-7 1-2-16,7 1-1 0,-4 4 0 0,-1 0-6 15,2-1-15-15,-1 5-12 0,-3-4-14 0,3 4-9 16,2 0-11-16,-1 0-8 0,0 2-7 0,4-3-11 16,0 1-3-16,1 1-8 0,3 1-11 0,0-3 0 15,6 0-1-15,0-1-9 0,-2-1-3 0,5 2-14 16,2-3-9-16,2 0-10 0,1-1-3 0,3 2 7 15,1-4-9-15,3 1 0 0,3-3-15 0,5 0-10 16,1-4-18-16,1 0-11 0,0-2-7 0,1-1-6 16,0-3 2-16,5-3 1 0,-5 2 11 0,-6-4-2 15,0-1 2-15,5-6-1 0,-5-5-6 0,-2 2-10 16,-2-4-8-16,0 1-6 0,-2-3 12 0,-5 2 4 16,-2 7 2-16,1-10 7 0,-8 2 19 0,0 2 28 15,0 5 31-15,-3-4 27 0,0 6 23 0,0-1 14 16,0 3 16-16,-2 2 7 0,5 4 11 0,-3-2 0 15,-4-2 5-15,6 5-3 0,-2 1 4 0,2 0-4 16,3 4-8-16,-2 0-16 0,1 1-6 0,-1 2-10 16,3-3-18-16,1 5-35 0,0 0-25 0,-9 9-3 15,6-3-15-15,0-1 3 0,0 9 3 0,2 3 2 16,1 2 5-16,0-1-2 0,4 10-1 0,-1-8-3 16,1 8-10-16,4-2-8 0,1-2-8 0,-3 4-7 15,6-3-5-15,-1 3-9 0,-1-9-8 0,3 4 2 16,-2-4-9-16,7 3-5 0,-1 0 2 0,0-9-15 15,-1 2-5-15,3-3-9 0,-1 1 5 0,2-5-6 16,0-2-2-16,-2-4-3 0,3 0-13 0,-9-4-5 16,8-1 11-16,-2-2 7 0,0-2 14 0,-1-4 13 15,-2 0 0-15,2-3 7 0,-4-4 10 0,5-5-5 16,-6-1-4-16,2 0-16 0,-5-4-6 0,0-2-54 16,-5 2-167-16,-3 1 537 0,3 5-255 0,-4 2 35 15,0-6 16-15,-4 6 25 0,0 3 21 0,1 0 16 16,-4 0 25-16,3 5 17 0,-1-4 0 0,-2 7 2 15,3 0-5-15,-2 0-7 0,0 4-7 0,0 0-10 16,-6 2-6-16,5 1-12 0,-2 4-6 0,-3 1-5 16,-1 3-3-16,2 4-4 0,-1-3-11 0,1 10 3 15,0 1-7-15,0 7 0 0,5 0-3 0,-4 3-2 16,7-6-5-16,-1-2-2 0,3 11-3 0,0-4-1 16,7 2 0-16,0-3-4 0,-4-4-1 0,7-3-4 15,0 5 3-15,2-5 0 0,1-1-8 0,3-1 1 16,-1-2-6-16,1-1 5 0,1-4-8 0,2-2-11 15,1-1-4-15,-3-3-9 0,1-3-2 0,3-3-7 16,-1-1 4-16,0-4 1 0,1 0 6 0,-3-1-4 16,0-3 3-16,1 1 2 0,-4-1 3 0,-1-1 5 15,-2 2 3-15,-4 1 9 0,1-2 7 0,-1 2 11 16,0-1 10-16,-6 3 10 0,3 0 6 0,-2 0 7 16,-1 2 3-16,3 0-1 0,-1 0-7 0,-3 1 4 15,0 4-14-15,1-5-6 0,-1 1-2 0,0 4-6 16,0 0-1-16,0 0-2 0,0 0 7 0,0 0-14 15,-1 18 1-15,1-12-2 0,1 2-1 0,-1-1-7 16,4 4-3-16,0-4-2 0,0 2-7 0,2 3-1 16,-1-2-5-16,3 0-4 0,-1 0-1 0,3 0-7 15,-2-3-2-15,0-1-3 0,3 1-8 0,-2-3 1 16,1 0 1-16,-2-3-2 0,2 1 8 16,-4-5-4-16,4 1 8 0,-3-1 1 0,2-1 5 0,-1-5 0 15,3 2 1-15,-5-3 3 0,-1 2-4 0,2-2 9 16,-3 1 8-16,3 0 6 0,-3-1 13 0,-3 4 16 15,2-4 5-15,-2 2 6 0,1 2 3 0,3 1 0 16,-3-1-1-16,-2 2-1 0,1 2-6 16,-1 2-7-16,0-5 2 0,0 5-6 0,3-4-4 15,-3 4-2-15,0 0-4 0,0 0 2 0,0 0-8 0,12 9-1 16,-8-7-2-16,0 2-7 0,7 3-7 0,-2-1-10 16,4-1-4-16,4 2-9 0,1 1-11 0,4-1-7 15,6-1-6-15,4 1-3 0,0-1-2 0,8-1 3 16,-5-3 5-16,2 1 7 0,3-3 13 15,1 3-5-15,2-4 1 0,11-1 9 0,-16 0-1 16,18-1 9-16,-16-3-1 0,0-1 0 0,-2 0 2 0,-1-4-2 16,-3 5 7-16,-3-4-1 0,-1-1 12 0,-10 0-8 15,1 1 6-15,-5 1 16 0,-1-2 17 16,-5 1 16-16,-5-1 13 0,2 1 0 0,-3-1 15 16,-4 0 0-16,-4 2-3 0,-3-3-2 0,2-4-6 0,-5 8 2 15,1-2-5-15,-4 2-1 0,-2-1-10 16,3 5-3-16,1 2-5 0,-5 1-6 0,1 2 0 0,-4 1-10 15,7 3 1-15,-7 2-3 0,4 4 0 0,-2 3 1 16,4 1-8-16,-5 6 4 0,3 4-2 16,3 1 1-16,4 2 5 0,-2 2-4 0,2 2-2 15,1 2 3-15,3 1-1 0,1 1-3 0,2 0 9 16,0 1 3-16,1 0-1 0,1-1-3 0,0 2 2 16,4-4 0-16,0 16 2 0,-2-16-7 0,3 1 2 0,-2-3-5 15,-1-2 2-15,3-4-3 0,-5-4 1 0,2-4 8 16,-3-5-8-16,1-3-6 0,-1-2 7 15,0-2 2-15,0-2-2 0,0-4-30 0,0 0-43 16,0 0-47-16,-8-17-81 0,5 4-267 0,-5-6-487 16,-7-8 215-16</inkml:trace>
  <inkml:trace contextRef="#ctx0" brushRef="#br0" timeOffset="3962.96">9187 796 184 0,'0'-11'371'0,"-2"4"-17"0,0-1-21 0,2 1-8 16,0 1-14-16,-1-2-16 0,-2 6-37 0,3-3-6 0,0 5-30 15,-3-5-24-15,3 5-26 0,3-4-22 0,-3 4-19 16,0 0-13-16,0 0-7 0,3 20-16 15,-3-7-5-15,1 5-14 0,1 10-7 0,0 0-17 0,1 0 16 16,1 4-8-16,0-1-10 0,-3 4-12 16,-1-1-5-16,0-1-4 0,0-4-5 0,0 2-11 0,-1-2-7 15,-3-2 3-15,0-1-10 0,-1-7-2 0,3-2-4 16,-3-1-8-16,2-3 1 0,0-3-3 0,0-4 2 16,2 4 2-16,1-8 4 0,-4-1 1 15,4-1 1-15,0 0-3 0,0 0 10 0,-7-15 0 16,7 2 0-16,0-6-6 0,0-2 7 0,2-8 0 0,-2-3-3 15,6-5-6-15,-3-14-1 0,1 14 2 0,-1-2-2 16,4 3-3-16,-6-1 4 0,3 5 4 0,-1-1 11 16,1 3 6-16,0 7 9 0,-3-2 25 15,2 4-2-15,-2 3 8 0,2 5 12 0,-3 0 7 16,2 1 8-16,-2 2-1 0,0 3-1 0,1 2-17 0,-1-1-1 16,0 2-14-16,0 4-9 0,0 0-4 0,0 0 1 15,0 0-6-15,12 10-3 0,-2 3-2 0,-4 2-5 16,7 3 6-16,-3 9-12 0,4 0 6 15,-2 5-3-15,2 1 1 0,1 1-6 0,-1-3-13 16,-2 3 0-16,3 0-9 0,-2-1-2 0,2-4-11 0,-4 2-17 16,0-6-11-16,0 2-3 0,0-8-3 0,-3 0-19 15,0-2-11-15,-4-1-15 0,-1-3-12 0,0-4-11 16,-2-1-16-16,0 0-6 0,1-3 9 0,-2-3-9 16,3 2-25-16,-3-4-11 0,0 0-26 15,0 0-33-15,0 0-8 0,-13-10 2 0,6 5 16 0,2-3 20 16,-6 2 17-16,3 0 21 0,-1-4 22 0,-1 4 18 15,0 0 30-15,-3-1 21 0,5 1 33 0,-3 2 22 16,0-1 34-16,0 0 22 0,4 1 21 16,-1 2 23-16,0-2 12 0,1 3 7 0,3-2 1 15,4 3-1-15,-7-2-2 0,7 2-1 0,0 0 5 16,0 0 1-16,0 0 2 0,21 0-7 0,-5 2-8 0,6-2-7 16,0-2-6-16,10 2-7 0,6-1-8 0,0 1-8 15,-1-1 3-15,1 0-8 0,3-2-13 16,-3 2-26-16,19-4-30 0,-16 4-24 0,1-5-26 15,0 4-45-15,-1-5-24 0,-3 2-31 0,-4-1-13 16,0-1-2-16,-3 2-100 0,-13-1-319 0,1 1 141 0</inkml:trace>
  <inkml:trace contextRef="#ctx0" brushRef="#br0" timeOffset="4331.92">10063 1049 919 0,'4'-3'-68'0,"-4"1"22"15,0 2 27-15,-8-8 27 0,0 6 20 0,-2-2 35 16,-3 0 6-16,-5 0 16 0,-2 3 18 0,-5 1 2 16,3 1 10-16,-9 1 7 0,8 1 7 15,-7 4 6-15,-1 0-3 0,2 0-2 0,6 0-13 16,3 1-2-16,-2 1-12 0,0 2-7 0,7 0-9 0,0 0-9 15,7 0-6-15,-2-1-8 0,4-1-3 0,-4 6-7 16,6-5-5-16,3 2-4 0,1 0-3 0,0-1 4 16,5-1-5-16,1-1-1 0,4 1-5 15,3-3-4-15,3 2-3 0,2-3-2 0,-3-4 1 16,4 0-9-16,1-3 2 0,3-2 0 0,-1-7-6 0,-3 4 5 16,7-9-10-16,-2-1-6 0,2-2-9 0,-8-5-10 15,5-3-16-15,-4-1-24 0,-4-5-18 0,1 1-8 16,-3-3-2-16,-4-2 13 0,-5 3 5 15,-1 1 15-15,-2 2 25 0,-2 5 29 0,-4-1 23 16,-1 6 22-16,-2 0 11 0,-2 2 12 0,1 5 12 16,2 3 9-16,0-1 16 0,-1 2-10 0,0 0-13 0,4 4-11 15,-2 0-6-15,1 2-11 0,1 2-10 0,4 1-8 16,-11 6 0-16,7 1-11 0,0 3 4 16,1 7-7-16,3 3-3 0,3-2-10 0,1 8-7 15,3 1-11-15,2 2-17 0,2 1-6 0,4 0-15 16,0-1-18-16,7-3-15 0,2 2-17 0,-2-4-32 0,8-2-23 15,1-2-26-15,2-5-49 0,-3 0-38 0,3-4-181 16,-3 0-480-16,-9-7 213 0</inkml:trace>
  <inkml:trace contextRef="#ctx0" brushRef="#br0" timeOffset="4967.5">10466 1078 54 0,'0'-6'176'16,"-3"-1"18"-16,-5 0 5 0,1 0 0 0,-4-2 6 0,0 4-3 15,-2 1-5-15,-9-3 3 0,1 2-1 0,-2 4-12 16,-5-2-17-16,-1 7-9 0,5-3-10 15,-6 3-10-15,9 0-19 0,1 2-14 0,1 2-6 16,1-1-9-16,2 2-11 0,4-1-7 0,3 2-9 16,0 2-6-16,2-1-8 0,2-1-6 0,-2 3-2 15,6-1 2-15,-1 1-8 0,5-2-9 0,5 0 2 0,-2 0-2 16,3-2-2-16,3-1-11 0,5-2-5 16,4 2-10-16,0-6-10 0,2 0-11 0,-1-5-4 15,1 1-5-15,0-3-4 0,-2-3-1 0,10-5-5 16,-5-3-11-16,1-4-16 0,-3 2-14 0,-1-9-21 15,-6 7-15-15,3-10-19 0,-2-3-10 0,-1 1-2 0,-4 0 4 16,-4 0 14-16,-2 0-2 0,-2 4 61 0,-3 0 39 16,-2 7 41-16,-2 2 33 0,1 0 26 15,-6 1 21-15,2-1 28 0,-2 2 7 0,0 1 12 16,2 7 17-16,-1-3-10 0,-2 2-3 0,7 2-4 16,-4-1-18-16,0 4-8 0,1 1-13 0,0 1-16 15,0 1-13-15,4 2-1 0,0 0-13 0,-15 7 3 0,11 0-12 16,1-1-5-16,1 7-10 0,0 5-7 15,-2-1 0-15,4 1 3 0,3 10-9 0,-2-3-4 16,5 6 3-16,-4 0-8 0,4-2-7 0,6 1-2 16,-4 1-1-16,4-6-12 0,1 4-7 0,-1-4-4 15,4-2-3-15,-2 0-3 0,-1-6 3 0,2-1-7 0,0-1 3 16,0-2-1-16,2-3 7 0,-5-5 2 0,4 0 2 16,-1-2 0-16,0-3-1 0,-3-5 7 15,6-2 4-15,-3-2-3 0,0-1 3 0,-3-2 8 16,2-6-1-16,-1 3-6 0,0-3 13 0,0-5 1 15,-2 6 3-15,-3-9 18 0,3 6 9 0,-5-1 6 16,2 4 15-16,-3-2 5 0,1 1 12 0,-2 6-4 0,-2 0 1 16,1 2 3-16,-3 4 5 0,4-4-1 15,-4 5-6-15,2 0-11 0,0 0-10 0,-2 5-14 16,0 0-3-16,0 0-4 0,0 0-6 0,0 0 1 16,0 0-1-16,-4 23-7 0,4-12 7 0,0 7-6 15,0-4-10-15,2 3 1 0,2 2-11 0,-3-3-1 0,3 2-9 16,0-1-17-16,4-5-2 0,-1 2-14 15,3 2-14-15,-2-4-13 0,4 0-22 0,-1-4-16 16,5 2-36-16,-2-6-40 0,1-1-47 0,-1-3-65 16,0-3-295-16,0-1-642 0,4-6 284 0</inkml:trace>
  <inkml:trace contextRef="#ctx0" brushRef="#br0" timeOffset="5402.36">11167 470 87 0,'0'0'203'0,"-9"4"-16"0,8 0 0 15,-3 4-5-15,-2 2-6 0,6 3-16 0,-4 4-8 16,8 1-8-16,-1 4-12 0,-3 4-11 0,1 3-10 16,2-1-11-16,-2 3-6 0,5 0-13 0,-5 2-3 15,7 2-4-15,-4-3-13 0,2 2-1 0,-1 0-7 16,1 0-2-16,0-2-11 0,-3-3-7 0,3-3-18 15,-2-6-24-15,-3-4-25 0,3-4-25 0,0-1-20 16,-4 0-25-16,2-5-1 0,-2-1-21 0,2-1-23 16,-2-4 9-16,0 0 6 0,0 0 14 0,0 0 10 15,0 0 16-15,-4-25 12 0,2 14 11 0,0 1 25 16,-2-3 30-16,4-5 30 0,-1 3 17 0,-2-3 28 16,3 0 31-16,-3 6 13 0,2 0 16 0,1-5 14 15,0 6 11-15,-2-3 14 0,4 2 15 0,-2 1 11 16,1 0-2-16,1 4 5 0,0-3-17 0,0 4-15 15,-1-2-7-15,-1 3-10 0,6 0-26 0,-2 0-8 16,0 0-11-16,-4 5-9 0,10 0-13 0,-3-2 0 16,-7 2-15-16,18 4 6 0,-9 0-18 0,4 3 7 15,-2-2-15-15,2 1-4 0,-2 2-28 0,3-2-12 16,2 2-28-16,4 1-29 0,-10-2-27 0,5 6-39 16,-4-3-37-16,1-2-45 0,3 1-61 0,-5-1-248 15,-2 2-564-15,-2-6 251 0</inkml:trace>
  <inkml:trace contextRef="#ctx0" brushRef="#br0" timeOffset="6522.55">11471 970 182 0,'0'0'200'0,"0"0"-17"16,-4 5-16-16,4-5-9 0,0 0-3 0,0 9-1 16,0-9-1-16,4 10 2 0,0-4-8 0,1 0-3 15,-1 4-17-15,5 0-2 0,-2 0-13 0,3 0-11 16,1-1-5-16,0 0-10 0,0-1-8 0,1 0-7 15,0-2-4-15,2-2-9 0,-4 1-8 0,3 0 0 16,-2-4-3-16,4-2-4 0,-4-3-5 0,-2 1-1 16,1-4-7-16,-1-1-7 0,-2 1-11 0,-1-2-15 15,-2-1-2-15,0-2-1 0,-4-1-2 0,0 2 1 16,-4-3 0-16,0-3 7 0,0 6-6 0,-2-6-1 16,3-1 4-16,-1 5-7 0,-1 2 13 0,1-1 0 15,0 0 6-15,0 0 5 0,1 4 10 0,0-1 4 16,3 3-2-16,-4 0 0 0,7 0-14 0,-3 2 14 15,0 4-8-15,4-6 1 0,1 4-3 0,0 0-3 16,-5 2 1-16,13 2-4 0,-5-1 3 0,2 3-5 16,1-1-4-16,2 2 4 0,-2 2-3 0,3 3 2 15,-1 3-6-15,2-3 3 0,-1 3 1 0,1 0-3 16,-3 2 1-16,0 0 2 0,2-2-2 0,-6-3-1 16,4 5 1-16,-2-5-2 0,-2 0 5 0,0-1-13 15,-4-2 2-15,2-1 7 0,-4-3 1 0,2 2 6 16,-1-1 2-16,-1-2 14 0,-1 0 7 0,-1-2-2 15,0 0 3-15,0 0 2 0,4-8-3 0,-4 8 24 16,5-11 3-16,-3 4-3 0,0-2 13 0,0-1 4 16,2-3 1-16,0 0-8 0,2 1-4 0,0-3-6 15,2-2-2-15,-1 0 2 0,0 6-4 0,-3 1-12 16,3 1-4-16,-2 2-9 0,-1 2-5 0,2 0 0 16,-2 2-1-16,4 3 7 0,-1-3-18 0,-7 3-12 15,16 3-3-15,-9 2-9 0,1-3-17 0,3 4-5 16,0 5-12-16,-2-3-8 0,5 5-2 0,2-1-9 15,-2 3-4-15,1 1-16 0,1-3-6 0,0 1-8 16,1 0-9-16,3-3-4 0,-2 0-7 0,1-2 1 16,1-1-3-16,0-1 2 0,-2-2 7 0,-1-1 8 15,-2-4 10-15,-3 0 9 0,2-4 5 0,-5 2 11 16,-2-2 12-16,4-3 0 0,-4 0 11 0,-2-3-1 16,-4 0 6-16,2 2 3 0,-3-4 23 0,0 3 7 15,-4-5 21-15,0 3 9 0,0-3 10 0,0 3-2 16,-7 0-3-16,1-1 1 0,5 4-1 0,-3 0-5 15,-3 4-2-15,-3-2-5 0,2 3 4 0,0 2-3 16,-3 1-3-16,4 0-2 0,-3 3 4 0,2 2-7 16,1 3 2-16,0-2-5 0,3 3 3 0,2 0 0 15,-1 0 4-15,2 2-7 0,4-1 1 0,1-2-1 16,0-1 1-16,0 4 1 0,4-4-10 0,0 2 8 16,3-2-4-16,0 0 1 0,5 1 1 0,-4-5-1 15,3 0 1-15,3-2 1 0,-5-1-1 0,6 1 2 16,-2-3-3-16,-2 2 3 0,-1-3-4 0,3 1 6 15,-1-1-2-15,0 1 4 0,-5 2-5 0,4-6 5 16,-5 6-1-16,0-2-5 0,-6 2 4 0,0 0-4 16,16 0 1-16,-8 1 0 0,-8-1 0 0,14 7-2 15,-4-3 1-15,-1 1 0 0,1-1 2 0,1 3 1 16,3 4-1-16,-1-4 3 0,3 1-4 0,2-1 0 16,1 1 1-16,1 0-2 0,-2-2 2 0,5 1-1 15,0-2-2-15,-2 0 0 0,3-4 3 0,-4-1-4 16,2-1 3-16,-1-3-4 0,0 0 3 0,-2-1-4 15,3-3 1-15,-1-1 3 0,-4-2-1 0,1-2-6 16,-2-1-10-16,3-8-16 0,0 1-13 0,-4-8-15 16,2-1-9-16,-5 0-11 0,-3 1 5 0,2-1 5 15,-5-2 11-15,1 3 17 0,-6-2 25 0,-1 3 38 16,0 1 35-16,-3-1 25 0,-5 1 17 0,5 6 15 16,-1 1 11-16,-8-7 5 0,5 8 5 0,-4 0 8 15,6 2-1-15,-7 2-10 0,2-1-5 0,4 7-11 16,-3 0-12-16,2 3-9 0,-1 3-14 0,-4 2-22 15,0 2 0-15,1 3-3 0,-1 5 0 0,2 0-6 16,-2 9-2-16,1 1-13 0,-1 5 0 0,2 5 2 16,2 0-13-16,5 1 5 0,1-1-4 0,2 5 3 15,4-4-7-15,2 2-8 0,8 2-26 0,8 12 1 16,-6-14-38-16,7-1-43 0,2 0-53 0,3-3-62 16,6-5-95-16,0 2-275 0,3-9-626 0,1-4 276 15</inkml:trace>
  <inkml:trace contextRef="#ctx0" brushRef="#br0" timeOffset="7476.34">14199 905 70 0,'10'-16'194'16,"-2"0"-4"-16,-1-4 3 0,-3 2 9 0,0-1 10 15,-3 1 8-15,2 0 4 0,-6-1-9 0,2 2-14 16,-3-2-9-16,-2 2-13 0,-2 4-13 0,1 0-16 15,-1 3-16-15,1 0-16 0,-7 0-5 0,1 4-6 16,-2 1-17-16,0 0-24 0,-5 5 0 16,-1 0-4-16,1 3-7 0,0 4-10 0,-1 1 0 0,-2 7 0 15,4-2-11-15,4 2-1 0,-4 5-2 0,5-2-6 16,-2 4-1-16,5-1-3 0,4-2 1 0,-1 6-4 16,7 5-7-16,2-3 1 0,2-7-2 0,5 7-2 15,3-1-5-15,4 1-5 0,0-4-4 0,5-2-6 16,2-2-13-16,3-2-10 0,-1-1-8 0,3-3-16 15,0-5-5-15,6 3-8 0,-3-9-6 0,-6 0-1 16,5-4-3-16,-4 0 6 0,-2-1 8 0,8-7 7 16,-11 5 5-16,1-3 6 0,-9 2 6 0,3-5 6 15,-3 4 19-15,1 1 20 0,-8-5 21 0,4 2 15 16,-5 2 8-16,1 1 11 0,-3 0 6 0,3-2 1 16,-4 3 1-16,2 0-6 0,-2 3-3 0,-1-4-5 15,1 2-4-15,-1 4-12 0,2-3-7 0,-2 3-2 16,0 0-5-16,0 0 1 0,0 0-6 0,0 0 2 15,0 0-2-15,0 15-1 0,1-9-7 0,3 2 3 16,-3-1-5-16,6 4 3 0,-3-3-1 16,-1 2-4-16,5 0 0 0,-2-1-7 0,3 1 6 0,-3 0-3 15,2-3 1-15,-3-1-6 0,2 1 4 0,-3-2-2 16,1-2 0-16,0-2 6 0,-3 0-3 0,-2-1-1 16,0 0-1-16,10-5 0 0,-9 2-1 0,2-4 2 15,-3-1-1-15,0 1-1 0,0-5 1 0,0 1 4 16,1-1-4-16,-1-1 2 0,2 0 0 0,-1-1 4 15,3-2-4-15,-1-1 1 0,-2-2 1 0,1 1 0 16,2 6 3-16,-2-2 6 0,3 1-7 0,-3 3 6 16,2 2-2-16,0 3 5 0,2-4-5 0,-1 4-5 15,-2 0 2-15,1 3-4 0,4 2 2 16,-8 0-4-16,8 2 2 0,-1 1-11 0,0 1 10 0,4 5 2 16,-3 0 0-16,2 2-14 0,-4 3 13 0,5-3-2 15,-3 1 7-15,3 3-3 0,-3-4-3 0,0 4 0 16,-1-5 2-16,2 2-4 0,-2-3 1 0,0 1 1 15,-1 0 1-15,-2-3 1 0,0-2 0 0,0 0-1 16,-1 0 9-16,-2-4 10 0,2 3 16 16,-3-4-1-16,0 0 7 0,0 0 3 0,0 0 14 0,11-9 4 15,-11 9 4-15,3-10 9 0,1 0 1 0,-3 3-9 16,3 2 2-16,-1-4 0 0,-1 4-1 0,2-4-18 16,-1 1 4-16,4 3 6 0,-6-1-7 0,4 1-17 15,-1 0-2-15,-3-2 5 0,4 3-5 0,-5 4-3 16,7-2-7-16,-7 2-10 0,11 0-1 0,-11 0-19 15,15 2-1-15,-10-1-29 0,-5-1-31 0,14 11-8 16,-5-7-19-16,1 2-23 0,1 1-30 0,0-1-26 16,-3 1-37-16,4-2-55 0,0-2-49 0,2 0-244 15,-4 1-603-15,3-4 267 0</inkml:trace>
  <inkml:trace contextRef="#ctx0" brushRef="#br0" timeOffset="7777.4">15147 815 158 0,'-5'-4'332'0,"-6"-3"0"16,6 2-6-16,2 2-12 0,-8-1-15 15,0 0-18-15,3 1-17 0,1 1-27 0,-1-1-24 0,8 3-19 16,-14 0-26-16,14 0-9 0,-11 4-21 0,7-2-20 16,-2 6-14-16,3-1-8 0,2 0-3 0,1 4-8 15,0 0-9-15,2 2-3 0,5 6-11 0,-4-2-5 16,5 3-7-16,-3-4-2 0,7 2-12 15,-5-3-22-15,3 3 26 0,-2-2-12 0,1 0 1 0,1 1 2 16,-2-2-7-16,-2-5-9 0,0 2-4 0,0-4-11 16,-2 3-9-16,0-5-15 0,-4 3-2 0,3-5-8 15,-2 1-2-15,-1 1-3 0,0-6 0 0,-3 7-14 16,3-7-17-16,0 0-25 0,-9 1-32 16,9-1-37-16,0 0-51 0,-16-11-89 0,9 2-241 15,-2-2-591-15,4 0 261 0</inkml:trace>
  <inkml:trace contextRef="#ctx0" brushRef="#br0" timeOffset="8028.28">15366 487 12 0,'4'-6'418'0,"-4"-5"-1"15,2 5-6-15,-1 0-14 0,-1 0-34 0,1 2-33 16,-1 2-41-16,0 2-34 0,0 0-27 15,0 0-25-15,0 0-21 0,7 9-13 0,-3 1-22 16,-4 3-15-16,1 4-11 0,2 2-9 0,0 2-10 16,-2 6-14-16,1 1-4 0,-1 2-8 0,0 1-10 0,2 0-12 15,-1 2-31-15,0-4-12 0,0 0-29 0,0 4-23 16,3 4-15-16,1-6-30 0,-2 0-23 16,0-5-34-16,3-6-29 0,-1 0-30 0,0-4-49 15,1-3-50-15,0-2-252 0,0-2-597 0,1-3 265 16</inkml:trace>
  <inkml:trace contextRef="#ctx0" brushRef="#br0" timeOffset="8813.91">15319 747 83 0,'-6'-2'252'0,"2"1"-15"0,4 1-17 0,-4-5-10 16,4 5-21-16,0 0-15 0,0 0-12 15,0 0-16-15,0 0-9 0,0 0-22 0,0 0-2 16,23 5-14-16,-12-4-6 0,4-1-12 0,-1 3-7 16,-1 0-8-16,10-3-6 0,-4 1-6 0,1-1-5 15,-2 1-3-15,4-1-3 0,-4 0-10 0,-2 0 2 0,2-1-6 16,-5 2-8-16,1-2 2 0,1 1-2 0,-3 0-4 16,0-1-2-16,-2 1-1 0,2 0-3 15,0 0-5-15,-5 2 2 0,4 2 2 0,0 1-3 16,-4-1 1-16,1 3-2 0,2 0 0 0,-1 1 0 15,-1 2-4-15,-1-2-1 0,-3 2 4 0,3 0-5 16,1 2 4-16,-2 1 0 0,-2-4-1 0,1 2 0 0,-1 2-2 16,0-2 1-16,-3-1-2 0,2 0 5 15,0-3-2-15,-3-3-3 0,1 1 5 0,-2-1 4 16,-2 1 15-16,3-5 7 0,0 0 8 0,0 0 5 16,0 0 10-16,0 0 8 0,-19-13 0 0,15 6 2 15,0-1-7-15,1-4 3 0,-1 3-8 0,-1-3-5 0,5 0-2 16,1 2-7-16,3-3-12 0,6-1-15 15,-1 0-14-15,3 0-29 0,5-2-15 0,3 6-18 16,5-4-13-16,7 3-2 0,-11 2-10 0,10 1 2 16,1 1-3-16,-4 1 9 0,2 1 6 0,-7 3 11 15,-3-1 1-15,-2 0 15 0,-2 2-5 0,-3 0 10 0,-6 1 6 16,6-2 4-16,-5 2 1 0,-4-1 3 0,-4 1 5 16,0 0 5-16,0 0 4 0,0 0 9 15,0 0 4-15,-18 8 2 0,6-4 5 0,1 1-3 16,-5 2 9-16,1-1 6 0,-4 5 6 0,0-3-1 15,0 3-1-15,3 2 1 0,-2-4-3 0,3 0 2 16,4 1-3-16,-1 1 1 0,0-1 0 0,5-1-7 0,1 1 3 16,2 3 1-16,2-3 4 0,0 3 4 15,2-4 2-15,0 1 8 0,4-2 2 0,0 0 7 16,3-5-2-16,-1 4-1 0,7-3-2 0,1-3-6 16,-2 0 0-16,2-3-7 0,1-1 0 0,2-1 0 15,2-2-6-15,-1-3 0 0,1-1-3 0,1 0 3 16,-2-1-8-16,1-2 5 0,-2 3-14 0,-1-3-2 15,-2 3 14-15,-1 0 12 0,-5 1 18 0,-1 0 21 16,1 1 13-16,-1 2 13 0,-3 2 9 0,0-1-4 16,0 0-1-16,-4 5-13 0,4-6-21 0,-4 4-16 15,0 2 4-15,0 0-11 0,0 0-2 0,0 0-4 0,0 0 2 16,-9 19-2-16,5-11-6 0,1 0-3 0,-1-1-1 16,0 2-8-16,1 1-1 0,6 3 3 15,-3 4-14-15,1-6-16 0,5 1-18 0,-2 0-9 16,1 3-29-16,3-5-32 0,-1-1-48 0,4-2-54 15,3-2-82-15,-1-2-296 0,0-1-631 0,1-2 278 16</inkml:trace>
  <inkml:trace contextRef="#ctx0" brushRef="#br0" timeOffset="9031.82">16422 721 55 0,'0'0'325'0,"-4"-2"-20"15,4 2-24-15,0 0-25 0,0 0-39 0,0 0-8 16,0 0-18-16,0 0-9 0,-9 8-21 0,8-2-16 16,1 0-6-16,1 0-20 0,2 1-5 0,0 4-9 15,2 0-8-15,-2 0-17 0,3 1-4 0,4-1-15 16,-3 0-16-16,4 3-33 0,0 1-39 0,0-2-38 16,-2-4-37-16,3-3-46 0,-2-1-55 0,2-1-46 15,1 2-149-15,-2-6-429 0,1-2 191 0</inkml:trace>
  <inkml:trace contextRef="#ctx0" brushRef="#br0" timeOffset="9399.78">16644 776 180 0,'-2'-5'167'0,"2"5"-16"0,0 0-14 16,0 0-17-16,0 0-7 0,0 0-8 0,0 0-6 16,-7 10-14-16,7-5 5 0,0 3-11 0,0-1 0 15,0 0-10-15,0 4-6 0,3-1 2 0,1-2-14 16,-2 3-2-16,4-2-6 0,0 0-1 0,-2 1-3 15,0-4 1-15,1 3-2 0,-2-6-4 0,4 2-7 16,-2-4 5-16,-5-1 3 0,14 5 8 0,-7-7 6 16,-7 2 12-16,16-1 6 0,-7-6 9 0,1 1 9 15,-2-2 11-15,-1 0 16 0,1-1 15 0,1 2 4 16,-2-4 11-16,0 4 15 0,1-3 2 0,0 1 1 16,-2 0-3-16,-1 2 7 0,-1 1-1 0,2 1-5 15,-5-2-16-15,2 5-9 0,0-3-18 0,-3 5-12 16,5-5-15-16,-5 5-15 0,0 0-4 0,0 0-14 15,0 0-1-15,0 0-5 0,7 11-4 0,-4-4-5 16,-2 0-5-16,3 2-15 0,0 0-10 0,-1-1-5 16,5 2-13-16,-3 3-3 0,4 1-16 0,0-2-17 15,1-4-12-15,5 3-20 0,-6-5-29 0,10 2-20 16,-8-3-26-16,4-2-31 0,5-2-25 0,-2 0-28 16,1-5-25-16,0 1-25 0,0-5-31 0,0 3-199 15,-1-1-557-15,2-4 247 0</inkml:trace>
  <inkml:trace contextRef="#ctx0" brushRef="#br0" timeOffset="9700.79">17163 340 88 0,'-10'-19'314'16,"2"3"7"-16,5-2 4 0,3 18-4 0,-12-22-15 15,12 22-7-15,-5-18-27 0,5 18-23 0,-6-13-36 16,6 13-29-16,0 0-23 0,0 0-19 0,0 0-6 15,0 0-15-15,0 0-17 0,-2 24-5 0,4-8-14 16,2 3-2-16,1 9-11 0,-3 0-11 0,1 3-5 16,6-1-3-16,-3 3-3 0,-5 0-4 0,3 0-4 15,3-1-9-15,-4 0 2 0,4 1-2 0,-1 0-3 16,-1 0-11-16,-3-5-14 0,4 1-27 0,-3-10-8 16,2 7-9-16,-1-3-17 0,-3-6-11 0,3-2-9 15,-1-2-16-15,0 0-10 0,0-4-10 0,-1-2-4 16,0-1-10-16,-1-1-29 0,-1-5-23 0,7 2-3 15,-7-2-27-15,8-9 0 0,-3 0-13 0,1 1-9 16,-2-4-127-16,0 0-386 0,-2-1 170 0</inkml:trace>
  <inkml:trace contextRef="#ctx0" brushRef="#br0" timeOffset="10068.79">17296 678 205 0,'6'-11'17'0,"-1"3"22"0,3-2 19 0,-5 2 11 16,6 0 13-16,-5 0 2 0,3 6 11 0,-4-3-7 15,4 1 8-15,1-2 1 0,-4 4 2 0,0 1-7 16,3-1 5-16,0 2-16 0,-7 0 6 0,11 0 0 15,-11 0-2-15,9 3-2 0,-5-3-7 0,0 1-3 16,2 0-2-16,-6-1-2 0,11 6-5 0,-7-5-6 16,0 0-2-16,-4-1-4 0,7 3-3 0,-7-3-6 15,0 0 4-15,7 0-7 0,-7 0 13 0,0 0-10 16,0 0-5-16,0 0 5 0,0 0-10 0,0 0 0 16,0 0-6-16,0 0-3 0,0 0-4 0,0 0 0 15,-2 5-1-15,2-5-6 0,0 0 2 0,0 0-4 16,-5 8 3-16,3-6-3 0,-2 2-2 0,4 0 2 15,-1 0-5-15,1 1 7 0,0 0-7 0,1 1 4 16,3 2 8-16,-1 0 1 0,1 2 7 0,3 0 0 16,0 0 4-16,2 4 1 0,1 1-3 0,3-4-2 15,1 6 2-15,2-4-5 0,-2-3-1 0,-3 1-2 16,2 1 1-16,2-1-2 0,-4-1-7 16,-3-3 4-16,3-1-2 0,-7 0-3 0,3-1-4 0,-3-1-6 15,-1 2-1-15,-2-2-9 0,1 0-8 0,-4-1-15 16,-2 1-19-16,-4-1-24 0,-5-2-25 0,-5 0-44 15,-3-2-68-15,1 1-217 0,-13-8-463 0,-2 1 205 16</inkml:trace>
  <inkml:trace contextRef="#ctx0" brushRef="#br0" timeOffset="11908.08">4964 2040 31 0,'24'-1'202'15,"-2"0"-9"-15,-1-1-10 0,3-1-7 0,9 1-8 16,2-1-6-16,6 0-30 0,1-1-7 0,14 2-11 16,-17-2-5-16,17 2-9 0,-16-1-12 0,1 1-6 15,14 0-9-15,-13 0-3 0,-1 2-10 0,0 0-3 16,13-2-6-16,-13 1-5 0,15 1-5 0,-17 0-4 16,-1-2-3-16,5 2 0 0,-2-3-4 0,0 1-5 15,3 2-1-15,12-3-2 0,-15 3-4 0,14-3 1 16,-13 3 0-16,16-3-8 0,-18 1 6 0,4 0-7 15,10 0 6-15,-13 1 10 0,1-1 5 0,13-6-4 16,-13 6 2-16,-3-1-1 0,17-2-2 0,-2-1 2 16,-11 2-3-16,11-1 2 0,-12 5-4 0,13-7-3 15,2 6 1-15,-5-4-3 0,2 1 3 0,3 2-9 16,-16-1 0-16,19-2 2 0,-3 0-3 0,1 2 0 16,-2 1-3-16,4-2 2 0,-2 1-3 0,2-2-1 15,-2 4 1-15,0-4 1 0,3 2-1 0,-1 1-4 16,1 0 5-16,2-2-2 0,-1 4-3 0,5-4 1 15,-3 3 2-15,0 0-4 0,-5-4 0 0,4 4 3 16,1-2-5-16,-6-4-1 0,4 5 3 0,0 2 1 16,1-1-1-16,-2-1-1 0,0 0 1 0,-1-2 1 15,4 3-1-15,-3 1-5 0,-1-6 4 0,5 6 0 16,-6-1-1-16,2 0 0 0,-5 0 2 0,4 3-1 16,0-4-4-16,-2 3 6 0,1-5-4 0,-1 6 2 15,6-5 3-15,-3 3-2 0,-1 0 2 0,4 1-4 16,-3-1 1-16,3 4 1 0,0-5-1 0,-4 2-1 15,1-3-1-15,0 4 1 0,0-4-1 0,-5-1 0 16,1 4 1-16,-1-3 2 0,0 3-2 0,0-7 7 16,1 5-7-16,-3-2 0 0,-13 0-1 0,20-1-1 15,-5 7 2-15,0-6-3 0,2-3 3 0,-1 5 1 16,-13-4-2-16,9 4 1 0,-11-5 3 0,15 2-1 16,-1 1-1-16,-1-1 1 0,3-3-1 0,-19 6-2 15,17-4 1-15,-15 4 1 0,17-3 2 0,-17 0-5 16,4 1 6-16,9 2-5 0,2-7 1 0,0 6 1 15,-17-4-2-15,6 3-1 0,11-5-1 0,-15 7 2 16,1-2 2-16,12 1-2 0,-13-2 0 0,1 1 1 16,13 1 0-16,-12-1 2 0,-2 1 1 0,16-2-2 15,-3 0-1-15,-14 1 0 0,2-1 0 0,15-1-1 16,-2 1 3-16,-13 0-3 0,15-2 0 0,-4 3 0 16,1-1 0-16,2-4 1 0,-1 3 1 0,0-4 5 15,0 2-8-15,-13 2 1 0,14-3 1 0,2 3 1 16,-1-2-1-16,0 2-2 0,-1 1 4 0,3-4-4 15,1-1 1-15,-1 6 0 0,3-4 1 0,-4 2-1 16,5 1 3-16,-5-1-6 0,5 1 2 0,-2-1 2 16,-4 0-2-16,3 1-1 0,-3 1 1 0,1-4-2 15,-3 0 5-15,6 5-2 0,-1-3 6 0,1-1-4 16,-1 4-1-16,4-5-4 0,0 0-1 0,2 4 4 16,-4-5-2-16,4 4 6 0,-2-2-8 0,0 1 6 15,0-1-3-15,7 1 4 0,-2 1-2 0,-2-2-2 16,1 1 7-16,1 2 1 0,29 2-5 0,-34-5-3 15,8 1 6-15,-11 3-7 0,6-3 0 0,-2 2 4 16,5-2-5-16,-4 1 1 0,-3 2 0 0,2-5 6 16,-4 5-6-16,2-4-3 0,-6 5 3 0,3 0 0 15,1-2 2-15,-4 0 1 0,2 0-1 0,-4 1 5 16,3 0 7-16,-4-1 2 0,-12 1-2 0,15 1 0 0,-5-2-1 16,4 2 1-16,0 0 0 0,-17 0-1 15,18-2-1-15,-19 3 0 0,4-1-1 0,13 1-3 16,-12-1 0-16,10-5 1 0,-12 6-2 0,0-1 1 15,0-1 1-15,0 1 0 0,-3 1 0 0,2-2-4 16,-4 2 10-16,-1-1-4 0,-2-1-1 0,-3 2 5 0,-9-2-3 16,1 1 0-16,-3-1 2 0,-5-1-4 15,-1 3 3-15,-2-1-5 0,3 0 7 0,-9-1-9 16,4 2 4-16,-9 0-3 0,9-1-8 0,-9 1-15 16,11-1-38-16,-11 1-38 0,4-1-53 0,-4 1-70 15,0 0-252-15,0 0-509 0,0 0 225 0</inkml:trace>
  <inkml:trace contextRef="#ctx0" brushRef="#br0" timeOffset="13447.37">16303 526 68 0,'-4'3'158'0,"0"-2"-16"16,4-1-18-16,-4 3-11 0,4-3-15 0,-1 4-12 15,1-4-1-15,0 0-11 0,0 0 1 0,0 0 2 16,5 7 7-16,-1-7 7 0,-4 0 8 0,7 2 5 16,-7-2 17-16,0 0 8 0,12-2 14 0,-12 2 7 15,0 0 2-15,7-3-8 0,-4 0 5 0,-3 3-5 16,0-5-14-16,0 1-6 0,0 4-8 0,-2-6-15 16,2 6-11-16,-2-5-12 0,2 5-22 0,-4-4-43 15,4 4-56-15,-9-4-65 0,1 4-83 0,8 0-96 16,-13 0-162-16,3 2-485 0,1 0 215 15</inkml:trace>
  <inkml:trace contextRef="#ctx0" brushRef="#br0" timeOffset="16257.27">2208 3075 346 0,'-4'-12'457'0,"4"2"-24"15,-4-1-16-15,0 1-7 0,1 4-11 0,2-1-14 16,-3 2-21-16,4-1-38 0,0 3-27 0,-3-1-36 16,3 4-33-16,-3-3-26 0,3 3-20 0,0 0-21 15,0 0-9-15,6 16-16 0,-2-4-11 0,0 1-17 16,3 3-7-16,-3 1-13 0,3 0-8 0,-2 2-11 15,2 0-4-15,1 1-3 0,-1-2-6 0,-3-1-10 16,0 1-3-16,-1 0-6 0,-2-5-16 0,-1 4-11 16,3-6-12-16,1-1-10 0,-1 2-15 0,-3-6-12 15,0-2-2-15,0 2 2 0,0 1 2 0,0-4 10 16,0-3 7-16,0 5 6 0,0-5 1 0,0 0-4 16,0 0 3-16,0 0-6 0,-8-12 1 0,4 6-6 15,-1-4-5-15,0-6 2 0,1 3-1 0,-3-6-5 0,3 0 4 16,-4-8-5-16,2 0-1 0,1-1 0 15,1-1 3-15,0 0 3 0,3 2 0 0,-2 0 8 16,1 0 3-16,1 7-2 0,1-2-1 0,0 3 2 16,0 0 2-16,0 0 8 0,0 2-4 0,0 6 4 15,1-4-6-15,1 5 2 0,-1 1 4 0,1 0 2 0,-1 3-6 16,3-2 2-16,1 3 1 0,-1 0-4 0,5 0-4 16,-2 4-13-16,2-1-23 0,0 2 23 15,4 3-8-15,-3 2-3 0,1 0-4 0,4 7 2 16,-2-5 12-16,-5 5-2 0,4 2 5 0,-1 1 3 0,-3 0-2 15,-4 1 4-15,0 1-5 0,2-1 9 0,-5-3 13 16,-1 4-17-16,0-6 5 0,-1 4 0 0,-5-3 20 16,1 1 0-16,-2-2 12 0,-4 3-2 15,-2-2 10-15,3-2 6 0,-1 1 3 0,0-3 11 16,3-1 6-16,-2 1 1 0,1-2-7 0,4-1-3 0,-1 0-6 16,2-1-1-16,0 0-7 0,0-2-6 0,1 3-5 15,-1 0 2-15,3 0-4 0,2 2 3 0,3-1-5 16,0-3-1-16,3 6 4 0,1-1 0 15,4 2-8-15,1-2 4 0,-1 4-4 0,4-4 1 0,-1 1 2 16,3 2-7-16,-2 0-32 0,2-2-11 0,1 0-27 16,-1 0-30-16,1 1-29 0,-3-2-34 0,0 0-23 15,-1 0-26-15,-1-1-38 0,-5-3-57 0,1 1-65 16,-3-4-192-16,0 0-609 0,-7-1 270 16</inkml:trace>
  <inkml:trace contextRef="#ctx0" brushRef="#br0" timeOffset="17411.34">2509 3179 150 0,'0'6'274'0,"0"-1"-12"0,-1 0-9 0,1 1-9 16,-3 1-15-16,3 0-15 0,3 0-21 0,-2-1-15 15,1 2-17-15,1-3-16 0,0 2-10 0,3-2-14 16,-1-2-8-16,1 1-12 0,3 0-8 15,0-1-11-15,1 1-4 0,2-2-12 0,0-3-4 0,1 1-5 16,-1 0-11-16,0-3-6 0,-1 1-3 0,-1-2-10 16,-1 1-2-16,-2-3-9 0,1 1-6 0,-7-2-4 15,3 2 0-15,-2-1-1 0,-4-2-2 0,1 2 0 16,-3-2-3-16,-3 1 3 0,-1 0-3 0,0-1 0 16,-7 2 4-16,6-1 1 0,-3 0 7 0,-6 1-3 15,5 3 4-15,1-3 5 0,0 4-5 0,2-1 1 16,0 3-5-16,4-4 1 0,-1 2-5 0,0 0-4 15,2 0-13-15,5 2-10 0,0 0 4 0,0 0 2 16,0 0 2-16,0 0-1 0,0 0 1 0,25 4-2 16,-5-3 0-16,-1-1-7 0,0 0 5 0,3-1 1 15,-2 1 5-15,1 1-1 0,-1-1-1 0,-2 0 3 16,-2 1 2-16,-1-2 1 0,-3 1 1 0,0 1-3 16,-6-1 3-16,3 2-4 0,-2 0 1 0,-3-2 4 15,2 2 0-15,-1-1 3 0,-1 2-1 0,0 2 3 16,-3 0 1-16,-1-1 2 0,3 2 2 0,-3 0-1 15,0 0 1-15,2 0-1 0,-1 2 1 0,-1-2 1 16,-1-1 1-16,2 3-1 0,0-1-2 0,-1-1 5 16,2-2-4-16,-2-1 1 0,1 3 1 0,2-2 2 15,-2-1 0-15,-1-3 4 0,7 2-6 0,0-1 0 16,-7-1 2-16,11-6 6 0,-4 4-9 0,-1-3 3 16,4-1-6-16,-2 1 6 0,0-2 3 0,1 1 1 15,0-1 4-15,-1-2 2 0,-3 3 1 0,3-3 6 16,-1 0 10-16,-1-1 8 0,-2 4 4 0,0 1 11 15,0-2 7-15,-4 5 24 0,3-4-18 0,1 1 13 16,-4 1-28-16,5 2 19 0,-5 2-31 0,0-4-7 16,0 4-15-16,0 0 2 0,0 0 9 0,0 0-14 15,7 9-4-15,-7-2-4 0,1-2 0 0,2 2-3 16,3 4 3-16,-5-8 4 0,6 8-19 0,-3-3-4 16,4 1-5-16,-3-1-6 0,1-2-3 0,2 1-17 15,3 1-8-15,-3-3-7 0,4 0-14 0,-2-3-10 16,-2 1-9-16,0-1-9 0,2-2-6 0,-2-1 0 15,-3-2-4-15,2 0-5 0,0-2 9 0,-3 0 5 16,0-5 4-16,1 4 7 0,0-6 7 0,-1 1 6 16,1-2 7-16,-1-6 4 0,-3 0-1 0,2 1-3 15,0-9-6-15,-4 7 6 0,1-9 5 0,-2 2 5 16,-1 0 8-16,2 7 17 0,-3 0 28 0,-4-17 60 16,4 20 7-16,1 4 18 0,-1 2 18 15,1 0 24-15,-1-1 8 0,1 7 14 0,-2-2 0 16,4-1 1-16,-2 5-12 0,0-1-17 0,1-1-12 15,2 5-17-15,-2-4-8 0,2 4-16 0,0 0-7 16,0 0-4-16,-5 11-4 0,5-5-6 0,0 7-4 16,1 0-4-16,0 4 5 0,2 1-16 0,0 1 6 15,-2 2-8-15,2-1 2 0,1 7-9 0,1-1 3 16,-2-5-8-16,4-1 12 0,-3 1-4 0,3-2-7 16,-2 7-1-16,5 0 1 0,1-1-6 0,-4-7 4 15,6 0 2-15,-3-3 0 0,2 1-4 0,0-1 5 16,2-2-3-16,-5 1 3 0,2-5-4 0,0 1-2 15,1-5 5-15,2 0-1 0,-3 0 1 0,2-2-21 16,0-1 16-16,0-4 3 0,0 1 1 0,-1-3-9 16,1 0 6-16,-2-2-6 0,1-2 10 0,-1 0-9 15,-1-2-6-15,3-1 2 0,-3 0-2 0,-4 0 0 16,0 0 6-16,0 0-4 0,-4 2 12 0,1 1-22 16,-3 2 25-16,0-1 12 0,1 1 5 0,-2 0 1 15,-2 0-2-15,2 4 2 0,-5-1-4 0,6 3-4 16,-9-3-10-16,9 3-13 0,-12 5 9 0,5-4 3 15,-1 3-3-15,2 0-23 0,1-1 22 0,-2 5 4 16,2-1-11-16,2-1 2 0,-1 2 3 0,1-3-6 16,1 3 8-16,2-1-5 0,1 0-5 0,3-2-16 15,1 1 19-15,1-2-19 0,-1 0 19 0,6-1-24 16,4-1-1-16,0-1-40 0,4-1-13 0,1 0-43 16,2-2-35-16,0-2-42 0,1-1-44 0,4-4-65 15,-6 1-303-15,-2-1-659 0,-4-3 292 0</inkml:trace>
  <inkml:trace contextRef="#ctx0" brushRef="#br0" timeOffset="17578.59">3178 3013 176 0,'-11'1'297'0,"4"-1"-26"0,-1 0-26 15,8 0-21-15,-6-1-27 0,6 1-18 0,0 0-17 16,0 0-19-16,21-6-10 0,-10 4-16 0,9 1-9 15,2 1-35-15,0-3-43 0,8 2-48 0,0 0-60 16,3-2-73-16,1 0-201 0,-4 2-380 0,6-2 168 16</inkml:trace>
  <inkml:trace contextRef="#ctx0" brushRef="#br0" timeOffset="17846.21">3978 2794 47 0,'-3'-3'397'0,"-1"-2"2"0,4 5 0 0,-1-6-7 16,1 6-14-16,-3-4-41 0,3 4-34 0,-3-2-29 15,3 2-36-15,0 0-26 0,0 0-20 0,0 0-21 16,0 12-19-16,2-5-16 0,-1 4-12 0,2 0-9 16,-2 4-12-16,6 6-8 0,-3-3-12 0,3 3-13 15,-3 0-4-15,3 6 3 0,-1-1-21 0,3-1 3 16,-1 2-5-16,-2-7-14 0,0-1-13 0,0 1-20 15,2-4-22-15,0 1-32 0,-1-1-32 0,-2-4-24 16,1 0-30-16,-1-1-28 0,0-4-40 0,-1-2-24 0,3-2-74 16,-3 1-53-16,0-5-182 0,-4 1-588 15,11-6 261-15</inkml:trace>
  <inkml:trace contextRef="#ctx0" brushRef="#br0" timeOffset="18063.64">3941 2826 109 0,'-4'-1'383'0,"0"-2"-5"0,4 3-17 0,-7-5-15 15,7 0-23-15,0 5-29 0,6-5-28 0,-2 1-26 0,-3-2-29 16,3 2-12-16,3-1-29 0,0 3-12 0,4-5-18 16,-3 2-16-16,3 1-13 0,2-1-11 15,-2 2-8-15,3 1-37 0,2-2-39 0,3 1-50 16,-1 2-47-16,-5 1-47 0,1-1-46 0,-1 2-66 15,0 0-51-15,-1 1-231 0,-1 0-565 0,-3 2 250 0</inkml:trace>
  <inkml:trace contextRef="#ctx0" brushRef="#br0" timeOffset="18264.34">4006 3023 42 0,'-5'7'246'0,"1"-1"-8"0,0 0-13 0,1 0-6 0,2 0-9 15,1-1-6-15,-3 2-9 0,3-2-4 16,3-1-19-16,-2 1-14 0,6-2-15 0,0 2-13 16,-2-3-9-16,9 2-14 0,1 0-6 0,2-1-10 0,3 2-24 15,1-4-33-15,4 1-48 0,-1-2-50 0,-2 0-59 16,1-1-62-16,1-3-57 0,-2 0-136 16,-1-1-409-16,-1-1 181 0</inkml:trace>
  <inkml:trace contextRef="#ctx0" brushRef="#br0" timeOffset="19786.38">4386 3008 230 0,'-3'-4'260'0,"6"0"-1"16,-3 4-6-16,0 0-17 0,0 0-19 0,0 0-19 16,0-5-19-16,0 5-20 0,0 0-18 15,0 0-12-15,0 0-17 0,0 0-6 0,0 0-9 16,7 12-9-16,-7-12-6 0,4 6-1 0,-3-1-8 0,3 0-3 16,2 1-9-16,-4-1-4 0,4 2-2 0,2 1-2 15,-4-3-9-15,3 1-3 0,1 1-6 0,0 1-9 16,0-2-7-16,-1-2-13 0,1 0-12 15,-2 0 0-15,3-2-10 0,-2 1 1 0,0-2-2 16,-2-1 2-16,-5 0 1 0,15-3 2 0,-11 1 4 0,2-2-2 16,-1-1 3-16,1 1 0 0,-1-2 0 0,-2-1 2 15,2-2 10-15,-2 0 19 0,0 1 16 0,0 1 14 16,1 1 17-16,-3-1 17 0,3 2 7 16,-3-1 2-16,1 0 2 0,0 1-4 0,0 1-10 15,-1 1-9-15,-1 3-19 0,1-5-4 0,-1 5-9 0,0 0-1 16,0 0-3-16,0 0-7 0,0 0 0 0,11 11-11 15,-8-6-15-15,4-1 17 0,-6 4-10 0,3-1 2 16,3 2-2-16,-1-1 0 0,-2 2 3 0,1-1-8 16,3-1-1-16,-5-2 1 0,2 2 1 15,2-3-1-15,-1 2 10 0,-2-4 0 0,4 1 0 0,-5 0-9 16,1-1 8-16,-3-2-1 0,5 0 12 0,-6-1 12 16,0 0 7-16,13-2-5 0,-9-1 13 0,-4 3 9 15,6-6 3-15,-5 3-3 0,3-1-2 0,0-1-2 16,-1 0-9-16,1 0-13 0,0 1 2 0,1 0-10 15,0-1-12-15,-1 1-5 0,1-1-2 0,3 3-12 16,3-1-20-16,-3 1-20 0,7 0-29 0,-1 2-20 16,0-1-22-16,6 2-14 0,2-1-25 0,2 0-8 15,-2 2-11-15,12 0-13 0,-4-1-3 0,1 2-5 16,-6-3-5-16,5 1-1 0,-6-2-1 0,4 0 15 16,-5-2 17-16,-2-1 16 0,-2 0 21 0,-7 0 8 15,0-2 16-15,-3 1 41 0,-2 0 29 0,-3 1 33 16,-2-2 15-16,1-1 15 0,-2 2 19 0,-5-2 8 15,0 2 10-15,-1-6 10 0,-5 5 6 0,2 1 10 16,-4-2 5-16,0 3-3 0,-3 1 6 0,-3-1 3 16,-2 1 2-16,-3 3-4 0,2 3 0 0,-10-1 2 15,9 2 3-15,-8 2-8 0,8 2-5 0,2-3-9 16,-2 3-15-16,2 1-15 0,5 2 0 0,-3 0 1 16,6 1-12-16,0-1-2 0,5-1 1 0,1 0-5 15,2-1 0-15,4 3-5 0,0-2-2 0,2 0-7 16,2-2 2-16,0 1-2 0,6-2-4 0,0 0 0 15,3-2-5-15,0 0-13 0,5 1-7 0,3-1-16 16,1-5-11-16,2 0-6 0,4-5-11 0,-5 2-7 16,-1-4-7-16,0 2-7 0,2-8-7 0,-4 2-10 15,5-4-7-15,-9 0-15 0,3-5-22 0,-2-1-23 16,0-3-8-16,-7 6-2 0,3-7-2 0,-6-1 6 16,-1 5 19-16,-2 1 22 0,0 2 34 0,-4 0 45 15,0 0 38-15,-3 3 32 0,2 3 28 0,-2 2 18 16,0-1 17-16,-1 1 22 0,1 4-4 0,2-1 8 15,-3 1 6-15,0 1-21 0,0 1-14 0,1 1-14 16,-2 1-4-16,5 2-3 0,0 0-12 0,0 0-10 16,-14 9 0-16,10-2-9 0,0-1 2 0,3 2-6 15,-2 3-6-15,0 6 13 0,2-1-18 0,2 2 1 16,-1 0-2-16,4 1 0 0,2-1-7 0,-1 2 0 16,2-1-7-16,0-1-1 0,1 1-5 0,4-2 3 15,-1-2-12-15,4 0-7 0,-1-2-1 0,3 0-2 16,-3-4-8-16,5-1-1 0,-4-1-2 0,0-3 3 15,-3-1 5-15,2-2-4 0,-2-2 7 0,-1-2-1 16,1-1 2-16,-5 1 7 0,2-4-1 0,0-1 3 16,0 0-3-16,-2-2 0 0,1-1 8 0,-4-1 2 15,1 1 10-15,1-2 12 0,-5 2 10 0,3-1 1 16,-1-1 5-16,0 3 13 0,1-1-4 0,-4 3-2 16,3 1 2-16,-2 1 9 0,-1-1-9 0,2 2-5 15,-2 2-6-15,1-1-16 0,-1 4-1 0,0 0-6 16,0 0 1-16,0 0-1 0,0 0-4 0,5 10 0 15,-4-5 3-15,1 3-1 0,1-1-5 0,-2 3 3 16,3 1-15-16,0-1 0 0,-2 1 13 0,3-1-4 16,-1 2 6-16,0-3-7 0,0 0-4 0,2-2 0 15,-2 0-4-15,0-2 0 0,1 1 1 0,-2-2 4 16,2-2-2-16,-2 1 5 0,4-2 2 0,-7-1-6 16,0 0 0-16,11-4 4 0,-7 2 3 0,1-2 8 15,1-2 8-15,-1 1 2 0,-1-1 17 0,0 0-4 0,1-1 8 16,-4 0 5-16,5 1-3 0,-3-2 1 15,0 0-7-15,1 1 1 0,0 0-3 0,-2 2-6 16,0 0-8-16,1-1-1 0,-1 1-19 0,-1 3 12 16,8-1-1-16,-5 2-7 0,3 0-8 0,4 2 4 15,1-1-13-15,2 1-6 0,2-1-2 0,3 2-7 0,0-1-3 16,2 1-8-16,11 1-17 0,-1 1 7 16,1 0-1-16,2-4 4 0,0 0-3 0,0 0 3 15,4-3 4-15,-2 2-6 0,-3-3 2 0,3-1 0 16,-4-1-3-16,-3-1 4 0,-10-1 8 0,1-2-8 15,-1 1 3-15,-1 1 6 0,-6-1 4 0,-2 1-3 0,-3-2 8 16,-3 2-2-16,-3 0 10 0,-2-1-4 16,-3 0 10-16,0 3 4 0,-6-6 4 0,1 6 9 15,-1-2 11-15,-4 3 6 0,1 0 14 0,-1 1-6 16,-2 1-4-16,-3 2 1 0,0 0 1 0,1 2-17 16,-1 2 17-16,0 4-24 0,3 0 11 0,-3 3 10 0,1 0-3 15,3 4-12-15,4 3-13 0,-4 1 12 0,4 0 7 16,3 8 8-16,3-1 2 0,-1 3-10 15,5 1 2-15,2 1 2 0,3-3 0 0,-1 1 2 16,5 3-5-16,-1-2 0 0,1 4 4 0,3-7-3 0,-2 2-3 16,4 1 5-16,-2-5-28 0,2 1 37 0,-4-6-15 15,1 1-1-15,0 0-4 0,-3-8-8 0,-2-2-15 16,1 2-34-16,0-7-10 0,-3-2-29 0,2-1-59 16,-5-2-71-16,0 0-72 0,9-10-68 15,-8-1-229-15,0-1-632 0,-2-8 280 0</inkml:trace>
  <inkml:trace contextRef="#ctx0" brushRef="#br0" timeOffset="19953.62">5920 2688 351 0,'-8'-8'350'0,"1"3"-28"0,3-2-34 15,-3 4-27-15,2-1-23 0,2 0-27 0,-2 2-25 16,2-1-37-16,-1 0-50 0,4 3-56 15,-11 0-61-15,11 0-75 0,-12 7-80 0,2-4-196 16,-2 1-400-16,4-1 177 0</inkml:trace>
  <inkml:trace contextRef="#ctx0" brushRef="#br0" timeOffset="20572.48">6753 3008 234 0,'0'0'421'0,"0"-3"-11"0,1-1-4 0,-1 4-17 16,0 0-17-16,1-5-25 0,-1 5-35 0,0 0-30 15,0 0-28-15,2-3-35 0,-2 3-24 0,0 0-21 0,0 0-16 16,0 0-19-16,0 0-14 0,5 11-9 15,-2-8-13-15,-1 2-12 0,3 0-7 0,-1 0-17 16,0-3-13-16,3 4-9 0,-1 0-14 0,1-3-11 16,0 0-9-16,-2 2-12 0,1-4 2 0,0 0 1 15,-1 0 1-15,0 1-4 0,-5-2 1 0,0 0-3 0,11-5-14 16,-10 2-5-16,2-1-1 0,-3 0-14 0,4 0 5 16,-4-2 5-16,-5-1-24 0,3 1-14 15,-2-2-9-15,2-1-21 0,-4 2-12 0,-2 0-11 16,5 0-14-16,-8-1-21 0,5 0-30 0,-4 2-42 0,2 0-56 15,0-1-44-15,-2 3-191 0,2-1-558 0,-1-1 246 16</inkml:trace>
  <inkml:trace contextRef="#ctx0" brushRef="#br0" timeOffset="20906.99">6793 2767 239 0,'0'0'329'0,"-5"-4"-3"0,5 4 0 0,-4-3-3 16,4 3-2-16,-3-4-13 0,3 4-12 0,0 0-23 15,0 0-15-15,0-4-32 0,0 4-22 0,0 0-22 16,0 0-24-16,0 0-11 0,0 0-22 0,0 0-15 16,0 0-17-16,0 0-17 0,0 0-10 0,-4-2-10 15,4 2-6-15,0 0 5 0,0 0-21 0,0 0-3 16,0 0-3-16,0 0 0 0,0 0-1 0,0 0-2 15,0 0-1-15,0 0-8 0,0 0 4 0,0 0-2 16,0 0 2-16,0 0 2 0,0 0-10 0,0 0 4 16,15 0-8-16,-15 0-5 0,-3-6 4 0,3 6 3 15,0 0-17-15,0 0-28 0,-5-5-23 0,5 5-24 16,0 0-33-16,0 0-34 0,0 0-33 0,-12 1-32 16,12-1-71-16,-9 4-52 0,7-1-235 0,-2 1-620 15,4-4 274-15</inkml:trace>
  <inkml:trace contextRef="#ctx0" brushRef="#br0" timeOffset="24535.96">7593 2829 366 0,'1'-9'410'0,"2"-1"6"0,-2 1-1 0,-1 0 7 16,3 3 2-16,-3-2-4 0,0 0-12 0,0 3-21 15,0 0-26-15,0 1-23 0,0 4-31 0,0-9-26 16,2 7-27-16,-2 2-31 0,0 0-29 0,0 0-30 15,0 0-18-15,0 0-12 0,0 0-11 0,0 0-15 16,1 13-6-16,3-2-15 0,0 0-8 0,-1 3-2 16,5 4-12-16,-4 0-8 0,1 2-21 0,2-1-26 15,-1 0-27-15,-2 0-23 0,5-1-27 0,-6 0-21 16,0-2-35-16,1 1-27 0,3-4-26 0,-4-1-34 16,1 0-21-16,-3-2-25 0,4-1-28 0,-2-2-37 15,0-1-36-15,-1-2-40 0,1-1-287 0,-3-1-739 16,0-2 328-16</inkml:trace>
  <inkml:trace contextRef="#ctx0" brushRef="#br0" timeOffset="24770.6">7578 2693 113 0,'0'0'360'0,"2"-5"-16"16,-4 1-17-16,2 4-24 0,2-5-21 0,-1 1-22 15,0 1-28-15,3-2-24 0,3 4-27 0,1-3-7 16,-1 2-22-16,8-3-13 0,3-1-16 0,1 4-12 16,-4 1-10-16,4-1-16 0,0 1-13 0,1 0-40 15,-1 0-30-15,0 1-44 0,0 0-40 0,-5 2-44 16,-1-1-49-16,3 2-55 0,-3-2-39 0,-2 2-178 16,-3 2-483-16,-1-2 215 0</inkml:trace>
  <inkml:trace contextRef="#ctx0" brushRef="#br0" timeOffset="24971.31">7741 2804 30 0,'-6'5'260'0,"3"0"-9"0,-3 1-7 0,2-1-10 16,-1-1-13-16,0 1-16 0,2 0-20 0,0-1-14 16,-1-1-15-16,1 3-13 0,3-2-16 0,-1 1-12 15,2-2-8-15,-1-3-8 0,6 10-6 0,-4-7-9 16,9 2-9-16,-1-1-6 0,2 0-5 0,4 0-7 15,-2-1-4-15,8 0-28 0,1 0-30 0,1-3-48 16,-2 1-54-16,3-1-69 0,3-1-65 0,-5-2-174 16,-1-2-449-16,7-1 199 0</inkml:trace>
  <inkml:trace contextRef="#ctx0" brushRef="#br0" timeOffset="25539.98">8111 2794 11 0,'-1'4'230'0,"1"-4"-5"0,0 6-16 0,0-3-12 16,-3 1-18-16,2 2-12 0,1-1-13 0,0 0-14 16,0 3-10-16,0 0-11 0,0-1-13 0,4 2-8 15,-4 1-10-15,7 1-9 0,-6-2-6 0,6 0-6 16,-3-2-9-16,1 3-2 0,1-2-4 0,2 0-6 15,-1-1 0-15,-2-1-6 0,5-2-3 0,1 1-3 16,-5-2-3-16,5-1-3 0,-4-2-2 0,3 0-2 16,-2-1 1-16,0-3-3 0,4-1-3 0,-1 0 1 15,-4-2-5-15,2 1 6 0,-3-2 25 0,2-1 12 16,-2 1 5-16,-4 2 10 0,4 0 8 0,-1 1 6 16,-2-3 5-16,1 3 4 0,0-1 4 0,-1 0-11 15,-2 1-2-15,-1 3-12 0,4-2-11 0,-4 4-10 16,0-6 6-16,0 6-32 0,0 0 5 0,0 0-1 15,0 0 1-15,12 10-7 0,-9-7-7 0,-2 5-3 16,2-3 2-16,3 4-5 0,-5-1 0 0,3-2 2 0,0 4 13 16,4-2-8-16,-4-1-1 0,-1-1-8 15,1 1-10-15,0-1 2 0,0-2 5 0,-1 0-1 16,1 0-3-16,0-3 3 0,2 0 0 0,-2 0 5 16,-4-1-6-16,9-5-1 0,-6 3 3 0,3-2-16 15,0-1 22-15,-3-2 3 0,2 2 5 0,2-4 12 0,-3 0 4 16,2 1 0-16,0 0 0 0,1-2 0 15,-3 2-4-15,3-2-1 0,-3 5-1 0,3-2-9 16,-3 1-1-16,0 3 0 0,0-1-5 0,-1 2-8 16,3-1-1-16,-1 2 4 0,0-2-2 0,2 2-5 0,-7 1-12 15,12 5-16-15,-2-2-22 0,-3-2-19 0,5 4-24 16,0-2-24-16,6 4-24 0,-1 1-27 0,3 0-30 16,0-3-36-16,2 0-33 0,-2 1-25 15,10-1-23-15,-7-2-178 0,7 1-529 0,-5-4 233 16</inkml:trace>
  <inkml:trace contextRef="#ctx0" brushRef="#br0" timeOffset="25991.79">9028 2837 152 0,'0'-7'192'15,"-4"3"13"-15,1 0 10 0,0-1 0 0,-2 2-4 16,-3-2-3-16,-3 1-6 0,0 2-3 0,-1 0-8 0,0 2-6 16,1 0-7-16,-4-3-8 0,1 6-13 0,-2-1-13 15,2 2-11-15,-1-1-11 0,-3 4-13 0,2 2-11 16,4-1-10-16,0-1-8 0,0 3-11 15,2-2-3-15,-1 3-6 0,7-1-7 0,-5 2-5 16,3-2-3-16,2 0-3 0,3 1-5 0,-2-1 0 0,3 0-5 16,3-1-9-16,-2-2 9 0,6 1-9 0,0-1 3 15,-2-1 1-15,5-3-5 0,3 1 1 0,-2-2 1 16,9-2-3-16,-6 0-9 0,9-2 1 0,-4-4-2 16,0-1-5-16,0-2-3 0,-4 0-3 15,6-4-4-15,-4-1-7 0,4-5-13 0,-2-2-12 0,-4-1-13 16,0-2-16-16,-4 0-25 0,-1-6-11 0,-4 3-9 15,-5 0 2-15,-1-5 11 0,-1 4 9 0,-5-1 13 16,-3 2 24-16,1 0 26 0,-3 0 19 0,-4 3 29 16,5 7 29-16,-4-6 5 0,1 6 36 0,4 2 20 15,-2 0 16-15,1 3 17 0,2 2 3 0,0 1 1 16,1 0-2-16,0 5-6 0,2-2-16 0,2 2-18 16,-1 1-14-16,-1 1-14 0,5 2-7 0,0 0-9 15,-8 7-7-15,6 0-5 0,1 3-8 0,1 0-4 16,3 7-5-16,1 10-4 0,0 2-2 0,1-2 3 15,1 0-8-15,-1 2-4 0,3-1-13 0,2 1-18 16,-1-4-16-16,2 4-20 0,3-4-27 0,-2 1-39 16,3-2-13-16,-4-6-34 0,4 5-37 0,-3-8-57 15,-1 1-61-15,0-7-63 0,-2-3-237 0,2 0-665 16,-4-4 295-16</inkml:trace>
  <inkml:trace contextRef="#ctx0" brushRef="#br0" timeOffset="26158.8">8657 2473 71 0,'-19'-4'275'0,"5"1"-27"16,2 2-27-16,0-1-24 0,5 2-22 0,0 0-22 16,7 0-35-16,-11 3-44 0,7-3-75 0,4 0-83 15,0 7-158-15,0-7-261 0,8 9 116 0</inkml:trace>
  <inkml:trace contextRef="#ctx0" brushRef="#br0" timeOffset="26978.38">10021 2668 191 0,'0'0'338'0,"-3"-2"-18"0,3 2-21 0,0 0-26 0,0 0-25 15,0-5-28-15,0 5-26 0,0 0-20 0,0 0-18 16,0 0-16-16,0 0-15 0,0 0-13 0,3 14-12 16,-2-9-11-16,3 1-5 0,-1 1-11 15,0-1-7-15,-1 5 29 0,1-2-13 0,1-2-6 0,-1 2-6 16,1 0-7-16,-1-2 1 0,2 3-9 0,-1-2-14 15,-1-1 4-15,0 0-7 0,-1-1-3 0,1-2-5 16,0 1-1-16,0-1-5 0,0-2-4 0,-1 1-2 16,-2-3-2-16,5 2-1 0,-5-2 3 15,0 0-2-15,0 0 0 0,14-4 3 0,-10 1-9 0,-1-3 4 16,1 1 0-16,4-5 4 0,-4 4-6 0,0 0-1 16,3-3 12-16,-3 0-17 0,3 1-9 0,0 3 27 15,-3-3-3-15,-1 3 9 0,-1-3-6 0,5 3 0 16,-4 3-6-16,-2-4 2 0,2 1 2 0,2 3-10 15,-5 2 12-15,6-3-20 0,-6 3-1 0,0 0-1 16,0 0-17-16,9 4 18 0,-4 1-5 0,-1-1 7 16,1 1 0-16,-2 3-4 0,3-3-4 0,0 2 2 15,-1 1-3-15,1 2-2 0,-1-4 5 0,-1 1-5 16,3 1-7-16,-1-3 1 0,-2 0 3 0,0 0 2 16,-1 0-4-16,2-2 3 0,-1 0-9 0,-1 1 17 15,1-3 0-15,-4-1-1 0,0 0 3 0,12-5-5 16,-10 1 10-16,3 0 20 0,-3 0 6 0,1-2 7 15,1 0 6-15,0-1 17 0,3-2-6 0,0 0 10 16,-4 3 7-16,2-3 5 0,1 0 4 0,-4 2 2 16,2 0 0-16,-1-1 4 0,1 2-3 0,4-1 1 15,-5 2-4-15,1 1-4 0,-3-1-9 0,1 3-7 16,2-4-8-16,0 5-8 0,-4 1-6 0,4-1-7 16,-4 1-6-16,0 0-1 0,12 3-4 0,-8 2-5 15,3 0-5-15,-4 0 3 0,1 1 0 0,7 1-3 16,-3 1-1-16,2 3-9 0,-2-2-20 0,3 0-28 15,-2 0-24-15,3-1-25 0,-1-1-30 0,0 1-34 16,0-2-38-16,-1-1-36 0,-2 2-44 0,0-4-55 16,4 0-53-16,-5 0-290 0,0-3-729 0,2-1 322 15</inkml:trace>
  <inkml:trace contextRef="#ctx0" brushRef="#br0" timeOffset="27195.81">10609 2613 66 0,'0'0'307'0,"0"0"-18"0,0 0-28 16,0 0-26-16,0 0-25 0,0 0-22 0,0 0-17 15,0 0-14-15,0 0-11 0,0 0-14 0,5 16-13 16,-4-9-8-16,3 4-13 0,-2-3-10 0,2 0-6 16,0 3-8-16,0 0-6 0,2 2-3 0,3-1-6 15,-4 2-1-15,4-1-6 0,-4-3-25 0,6 0-35 16,-3 0-41-16,0-2-45 0,-1 0-53 0,5-2-59 0,-1-2-221 15,-4-1-462-15,1-2 204 0</inkml:trace>
  <inkml:trace contextRef="#ctx0" brushRef="#br0" timeOffset="27580.32">10808 2641 96 0,'0'0'227'0,"0"0"-25"16,0 0-23-16,0 0-16 0,0 0-19 0,0 0-12 15,0 0-14-15,0 0-10 0,0 0-5 0,3 14-3 16,-1-9-6-16,0 1-9 0,-2 2-4 0,3-1-10 0,1 3-4 16,1 0-10-16,-1 0-2 0,1-1-6 15,0 0-3-15,-1 0-5 0,0-2-1 0,4 3-7 16,-5-4 1-16,1-1-1 0,0 2-7 0,3-4 2 16,-3 0-3-16,6-1-1 0,-5 2-1 0,-5-4-1 15,11-2-5-15,-5-1 2 0,-1 1 2 0,2-2 10 0,-2-1 18 16,-1-1 13-16,3 0 4 0,0-3 10 15,2 1 11-15,-3 1 11 0,-1-1 15 0,2-1 11 16,0 1 18-16,-3 1 7 0,1 0 7 0,-2 2-2 16,0 1-3-16,1 0-1 0,0 1-11 0,-4 3-12 0,4-4-14 15,-2 2-20-15,-2 2-9 0,6-4-10 0,-6 4-7 16,0 0-5-16,10 7-10 0,-5-4-3 0,2 2-7 16,-2 0-7-16,1 3 2 0,-1-3-4 15,2 2-2-15,0 1-10 0,2 1-13 0,-5-1-26 16,5-1-22-16,-4 0-22 0,6 1-44 0,-6-5-26 0,-1 2-31 15,2-1-36-15,-2-2-42 0,0 0-63 0,-4-2-60 16,12-1-238-16,-12 1-652 0,3-5 289 0</inkml:trace>
  <inkml:trace contextRef="#ctx0" brushRef="#br0" timeOffset="27797.77">10738 2465 388 0,'-2'-1'482'0,"2"1"-9"16,-8-3-5-16,8 3-11 0,0 0-25 0,-4-1-13 15,4 1-29-15,-4-4-36 0,4 4-31 0,0 0-38 16,0 0-26-16,0 0-31 0,0 0-28 0,-3-3-33 16,3 3-48-16,0 0-53 0,0 0-44 0,0 0-55 15,0 0-57-15,0 0-69 0,0 0-63 0,0 0-76 16,0 0-107-16,0 0-317 0,14 7-780 0,-14-7 346 15</inkml:trace>
  <inkml:trace contextRef="#ctx0" brushRef="#br0" timeOffset="30306.76">11997 2616 107 0,'4'-9'317'16,"2"0"2"-16,-5 2-7 0,3 0-10 0,-2 0-14 16,0 0-2-16,-2 1-16 0,0 2-16 0,2-1-12 15,-2 1-21-15,0 4-17 0,-2-8-21 0,2 4-20 16,0 4-19-16,-7-2-18 0,5-1-9 0,-7 3-16 0,3 4-14 16,-7 0-7-16,1 1-4 0,0 2-12 15,1 0-5-15,-1 2-8 0,-2 1-9 0,3 3-4 16,-4 0-7-16,7-4 9 0,1 2-16 0,-2-1-14 15,5 1-18-15,0 2-2 0,0-1-17 0,4-3 0 0,1 2 0 16,3-1-4-16,2 0 1 0,2-1-2 0,3 0-7 16,0-1-1-16,8-2-8 0,1 1 33 15,-2-2-11-15,2-1-4 0,-1-2-4 0,4-2 0 16,-2 1 2-16,-4-1-5 0,2-2 8 0,0 1 5 16,-5-3 2-16,-2 3 1 0,-1-2 2 0,0-1 7 0,-4 0-1 15,2 0 15-15,-5 2 18 0,-1-1 20 16,1 0 9-16,2 0 8 0,-2 0-10 0,-4 3 3 15,5-4-7-15,-5 4-4 0,5-1-23 0,-5 1 4 16,0 0 0-16,0 0 2 0,0 0-8 0,12 6-1 0,-10-1-5 16,1-2-1-16,1 2 7 0,1 0 6 0,2 1-13 15,0 1-19-15,1-2 16 0,0 2-3 0,3 1 4 16,-1-1-10-16,3-3-2 0,-2 1-4 0,-2 2-5 16,1-4-4-16,-2 0 9 0,1-1-2 15,-4-1 4-15,2-1 3 0,0-3-3 0,-7 3 9 0,5-3 0 16,-2 0-3-16,-2-2-2 0,1 1 5 0,-2 4-1 15,-5-13 2-15,4 7-8 0,-2-2 17 0,-1-2-4 16,-1 0-1-16,-2 2 1 0,3-2-1 0,-3 3 1 16,3-1-2-16,0 2 6 0,0-1-2 0,-1 1 1 15,1-1 6-15,2 2-2 0,-2-1-2 0,4 3 1 16,-1-3-1-16,1 6 6 0,1-7-9 0,0 4-7 16,6-2 4-16,0 3 6 0,-2 0-9 0,5-1 3 15,1 3-6-15,2-1 0 0,0 0 2 0,1 1 2 16,6 0-3-16,-5 0 3 0,4 1-3 0,-6 0 8 15,6 2-7-15,-4 1-6 0,-1-3 8 0,-2 4 0 16,3 0-7-16,-3 0 3 0,-1 3 1 0,0-3-3 16,-3 4-4-16,2-2 3 0,-2 0-2 0,0 2 1 15,-4-2 3-15,0-1-9 0,2 3 1 0,-1-1-9 16,-2 0-1-16,0-2-19 0,-1 0-5 0,2 1-8 16,-4-2-13-16,2 0-8 0,-1-1-6 0,0 2-9 15,-1-3-9-15,0-3-18 0,0 0-30 0,0 0-32 16,0 0-24-16,0 0-23 0,0 0-26 0,0 0-206 15,-14-11-492-15,11 4 219 0</inkml:trace>
  <inkml:trace contextRef="#ctx0" brushRef="#br0" timeOffset="30574.37">12715 2346 124 0,'0'0'337'0,"0"-4"-27"16,0 4-29-16,0 0-27 0,0 0-32 0,0 0-22 16,0 0-19-16,0 0-19 0,7 9-19 0,-5 0-15 15,2-1-12-15,0 2-7 0,1 3-13 0,2 3-6 16,-2 0-9-16,4 2-3 0,1 7-6 0,1 3-13 16,0-2-3-16,1 2-7 0,-2-1-3 0,4-4 0 15,-2 4-7-15,-1-5-1 0,1-3-7 0,-3 0-34 16,1-3-33-16,-5-3-42 0,3-2-52 0,-1-1-66 15,3-2-46-15,-7-3-203 0,1-2-480 0,2-2 213 16</inkml:trace>
  <inkml:trace contextRef="#ctx0" brushRef="#br0" timeOffset="30741.62">12771 2543 25 0,'-4'-1'266'0,"4"1"-28"0,-4-3-24 0,4 3-18 15,0 0-14-15,0 0-18 0,0 0-12 0,19 5-18 16,-8-1-11-16,1 0-12 0,2 1-10 0,3 2-12 16,6-4-23-16,-5 5-40 0,1-3-72 0,2 0-73 15,2 1-202-15,-6-1-347 0,4-3 154 0</inkml:trace>
  <inkml:trace contextRef="#ctx0" brushRef="#br0" timeOffset="31025.96">13386 2588 104 0,'1'13'264'15,"3"-1"-7"-15,3 4-10 0,-3 2-13 0,3 1-11 0,0 1-13 16,1 8-15-16,0-3-16 0,-1 2-16 15,2-1-13-15,-2 1-17 0,4-1-13 0,-4 1-10 16,6 0-10-16,-3-3-7 0,-2-4-9 0,3-2-10 16,-3 2-3-16,-1-2-8 0,2-4-5 0,1 2-3 15,-6-5-9-15,3-2-16 0,0 0-23 0,-2 0-24 0,2-4-23 16,-3 0-23-16,0-2-35 0,-1-1-49 0,1-1-46 16,-4-1-42-16,0 0-179 0,8-7-447 15,-7 1 199-15</inkml:trace>
  <inkml:trace contextRef="#ctx0" brushRef="#br0" timeOffset="31377.19">13360 2569 253 0,'-3'-5'314'0,"-1"0"-14"0,0-2-13 15,0 2-12-15,3 0-26 0,-1 0-30 0,1 1-22 16,1 4-20-16,1-8-16 0,-1 8-14 15,7-4-17-15,-3 3-11 0,2-1-11 0,2 2-12 16,-1-1-19-16,5 2 0 0,-4-1-11 0,3 3-5 16,5 0-4-16,-3-1-6 0,4 4-4 0,1 4-7 0,1-3-4 15,-3 0 0-15,-2 1-9 0,2 0-7 0,-4-2-3 16,1 1 2-16,-1 1-6 0,-4-1-6 16,2 0-7-16,-1 1-1 0,-5 0-6 0,-1-5-2 15,0 3 1-15,-2 1 9 0,-1-3-11 0,-3 0 7 0,-1 1 0 16,0 0-3-16,-7 1 3 0,3-2-1 0,-4 2 3 15,-3-2 0-15,2-2-2 0,0 0 1 0,1 1 0 16,-2-1-17-16,3 1-15 0,4-1-20 0,-2-1-21 16,4 0-24-16,0 0-24 0,5-1-31 15,0 0-26-15,0 0-23 0,0 0-30 0,0 0-176 0,29-5-441 16,-9 2 196-16</inkml:trace>
  <inkml:trace contextRef="#ctx0" brushRef="#br0" timeOffset="31795.32">13930 2572 74 0,'4'-5'221'0,"-4"0"4"0,0 2-5 0,0-1-3 16,0 4-10-16,-5-8-5 0,1 3-6 0,-2 1-8 15,-1 2-13-15,-5-4-9 0,5 5-11 0,-4 0-9 16,-4-2-1-16,3 3-19 0,1 0-17 0,-5 1-2 16,2 3-8-16,1 2-11 0,-1-3 2 0,3 5-25 15,0-3 1-15,0 4-8 0,2 0-6 0,1 0-2 16,1 0-6-16,1 0 1 0,5 1-9 0,-3-2 0 15,4 2-6-15,3-3-1 0,-2 2-7 0,5-2-6 16,-2 1-2-16,1-3-3 0,6 0-3 0,1 1-2 16,-1-4-14-16,9 2-9 0,-10-3-8 0,6-1 1 15,-5-1-5-15,4-2 3 0,0 1 3 0,-4-5 1 16,4 3 5-16,-4 1-1 0,2-5 4 0,-3 1 2 16,0-1-2-16,-1 0 5 0,-4 0 7 0,2 1 14 15,-4 1 17-15,1 0 13 0,-1 1 21 0,0 0 11 16,-2-1 11-16,0 1 11 0,2 2 2 0,-2-1-7 15,-1 4-9-15,0-7-12 0,4 5-8 0,-4 2-11 16,0 0-4-16,0 0-6 0,0 0-6 0,0 0 1 16,0 0-24-16,2 11-6 0,-2-4 18 0,2 0 0 15,4 1-3-15,-2 2-2 0,3 2-8 0,1-2 2 16,2 2-14-16,1-1-11 0,3 2-8 0,3-3-36 16,0 1-13-16,-6-1-31 0,1-4-36 0,6 0-45 15,-4 0-57-15,2-3-66 0,-1 0-282 0,-4-4-633 16,0-1 280-16</inkml:trace>
  <inkml:trace contextRef="#ctx0" brushRef="#br0" timeOffset="32079.66">14108 2269 28 0,'-4'-2'386'0,"1"-1"-16"0,3 3-14 15,0 0-32-15,0-5-36 0,0 5-30 0,0 0-28 16,0 0-27-16,0 0-16 0,0 0-17 0,0 13-18 16,3-7-18-16,1 3-14 0,0 3-11 0,0-1-8 15,4 2-9-15,-1 6-8 0,3-1-8 0,-2 1-12 16,4 4-1-16,-1-3-6 0,4 4 6 0,-3-1-21 16,-4 3 4-16,3 0-5 0,-3-6-9 0,2-2-14 15,1-2-19-15,-2 1-22 0,2-3-32 0,-3-2-26 16,-2-4-24-16,-1-1-26 0,1 1-23 0,-1-5-32 15,2 0-36-15,-2-3-26 0,4-1-25 0,-9 1-164 16,9-5-471-16,-5-3 209 0</inkml:trace>
  <inkml:trace contextRef="#ctx0" brushRef="#br0" timeOffset="32480.84">14334 2342 268 0,'-1'-5'277'0,"-1"-2"6"16,0 4-14-16,2 3-22 0,-2-5-24 0,2 5-25 0,0-4-22 15,0 4-16-15,0 0-22 0,0 0-13 16,0 0-9-16,0 0-15 0,-4 14-8 0,4-6-11 16,0-2-6-16,0 5-6 0,0 0-8 0,1-1-8 15,2 4-5-15,-3-1-5 0,4 0-2 0,-1-1-2 0,1 4-3 16,1-1-8-16,-2 3 2 0,4-1-2 16,-3 1 8-16,0-6-8 0,3 1-11 0,-3-3 2 15,0 2 0-15,0-3-2 0,2 0 4 0,-5-4-6 16,3 2-1-16,-4-5 1 0,4 2-4 0,3-3 0 15,-3 1 3-15,-4-2-5 0,0 0 6 0,11-4-5 0,-8 0 1 16,1 1-3-16,1-2-5 0,-1-1 15 0,0-2 23 16,2 0 5-16,-1 2 4 0,-3-2 19 15,2-1 2-15,0 3 14 0,1 1-8 0,-1-2 9 16,-1 4-7-16,1-1-4 0,-1 0-3 0,1 0-6 0,-3 1-23 16,3 1 5-16,-4 2-12 0,0 0-2 0,0 0-11 15,15 2 3-15,-11 1 2 0,2 4-1 16,-1-2-8-16,5 2-3 0,-1 2 3 0,-2 0-3 15,1-1-13-15,2 1-25 0,-2 0-27 0,-3 0-33 16,5-4-24-16,-5 0-39 0,-1 0-35 0,2 0-37 0,-2-1-49 16,0-3-57-16,0 2-254 0,-4-3-622 0,0 0 276 15</inkml:trace>
  <inkml:trace contextRef="#ctx0" brushRef="#br0" timeOffset="32648.33">14154 2423 179 0,'-12'-1'286'0,"3"-1"-5"0,3 1-19 0,2-1-21 16,4 2-16-16,-8-2-21 0,8 2-21 15,0 0-16-15,0 0-18 0,24-1-14 0,-5 0-29 0,3 1-41 16,12 0-64-16,1-3-77 0,2 2-92 0,4 1-206 16,0 0-404-16,11-5 179 0</inkml:trace>
  <inkml:trace contextRef="#ctx0" brushRef="#br0" timeOffset="33216.85">15633 2335 53 0,'11'-14'272'0,"-2"2"-3"16,-3 2-1-16,0-3-5 0,-2 2 0 0,1-1-27 15,-5-1-2-15,1 0-14 0,-4 0-15 0,-1 0-23 16,0 2-6-16,-5 1-12 0,3 1-10 0,-5 1-13 16,-1 1-20-16,-3 2-12 0,5 0-17 0,-4 1-5 15,0 4-12-15,-2 0-6 0,-2 0-10 0,-1 6-2 16,4-2-10-16,0 6-6 0,-4 1-2 0,5 3-13 15,1-1 5-15,-1 4-3 0,4-3-4 0,1 4 2 16,4 3-6-16,-1-2 0 0,3 1 2 0,3 1-7 16,3-1 5-16,-1 7-7 0,3 0 2 0,3 0 1 15,3 2-7-15,0 4 6 0,4 0 2 0,0-4-6 16,1 4 3-16,1-3-18 0,0 2 17 0,0-1-1 16,-1-3 0-16,-1 3 1 0,-2-1-6 0,1-3 9 15,-1-1-4-15,-2-2 3 0,-4-5-8 0,1 0-13 16,-4-2 12-16,-1-6 6 0,0 1-24 0,0 0-27 15,-2-3-23-15,-1-2-11 0,1-3-13 0,-1 1-14 16,0-5-30-16,-4 3-50 0,4-3-47 0,0 0-60 16,-9-11-240-16,2 1-570 0,2-1 253 0</inkml:trace>
  <inkml:trace contextRef="#ctx0" brushRef="#br0" timeOffset="33434.43">15357 2548 322 0,'-7'-2'370'16,"7"2"-4"-16,-3-3-11 0,3 3-13 0,0 0-20 15,-5-4-15-15,5 4-29 0,0 0-21 0,0 0-20 16,15-3-32-16,-7 1-17 0,0 1-9 0,7 0-33 16,3-2-11-16,1 2-14 0,-3-1-22 0,9 0-34 15,-4 2-46-15,-1-3-57 0,4 3-63 0,-2-2-67 16,-2 0-96-16,-1 2-105 0,4-2-194 0,-7-3-609 15,-2 1 270-15</inkml:trace>
  <inkml:trace contextRef="#ctx0" brushRef="#br0" timeOffset="34504.85">15699 2466 340 0,'0'0'361'0,"7"-13"-12"0,-5 10-21 16,2 0-25-16,-4 3-17 0,8-1-23 0,-4 0-35 15,1-2-15-15,1 2-35 0,-6 1-16 0,11 0-20 16,-6 0-17-16,3 4-6 0,3-3-17 0,2 4-4 16,-1-1-11-16,-3 4-8 0,3-2-6 0,-1 2 4 15,-1-2-34-15,-1 1 16 0,6 5-13 0,-8-1-5 0,2-1-8 16,-2 0-4-16,0-1-10 0,0 0-4 15,-3-1-15-15,-1-1-11 0,1-1 0 0,-3 0 11 16,-1-1-12-16,3-1 1 0,-3 0-2 0,0-4 3 16,-8 5 2-16,7-3 0 0,-4 2-2 0,5-4 3 15,0 0 7-15,0 0-3 0,0 0 8 0,-11-6 4 0,9 3-4 16,2 3 1-16,-2-8 2 0,0 5 4 0,2-2-7 16,2-3 4-16,0 0 1 0,0-1-1 15,5 0-3-15,-1 2-4 0,3-3 3 0,-1 2 2 16,-1 0-5-16,0 0 4 0,0 5-3 0,-2-2 0 15,2-2-5-15,0 7 0 0,0-1-17 0,-3-1 15 0,-4 2 0 16,11 0 2-16,-11 0-1 0,5 2 0 16,3-1 4-16,-5 1-4 0,9 6 4 0,-6-3-3 15,3-1-12-15,1 5 17 0,-2 1-6 0,0 1 6 16,5-3-6-16,1 3-2 0,-3-4 0 0,-2-2-5 0,2 2-3 16,-1-3-9-16,2-2 3 0,-1 2 3 0,-1-3 4 15,-1-1 4-15,-3 0-20 0,2-1 7 0,-3-3 0 16,2-1-2-16,-2 0 3 0,-2 0 3 15,0-3 1-15,-2 2 2 0,-1-2-1 0,-4 1 9 16,3-4-5-16,-6 3-2 0,3-3 7 0,0 5 3 0,-6-5 6 16,6 5 6-16,-3-3 0 0,-2 1 3 0,2 3-2 15,3-2 2-15,-3 1 3 0,3 4-4 0,-3-2-6 16,3 2-1-16,-3-1 4 0,3 1-9 0,4 2-1 16,0 0-4-16,-9-2-10 0,9 2 2 0,0 0-9 15,0 0-2-15,0 0 3 0,0 0-1 0,0 0-2 16,12 9 2-16,-8-6 2 0,2-2 0 0,3-1-1 15,2 2 5-15,0 3 2 0,1-4 5 0,2 0-2 16,-5 0 2-16,5 1-3 0,-3-2-1 0,-2 2 6 16,2-2 1-16,-4 1 2 0,1 1-2 0,0-2 1 15,-1 1 7-15,-3 0-5 0,-4-1-2 0,10 0-2 16,-6 1 2-16,-4-1 1 0,8 2-2 0,-7 0 2 16,-1-2-2-16,7 4 3 0,-4 0 1 0,-2 1 0 15,2-1-2-15,-2-3 3 0,-1-1 1 0,4 9-1 16,-2-6 4-16,2 0-4 0,-4-3 2 0,5 3 2 15,-2-3 10-15,-3 0 9 0,5 2 11 0,-5-2 1 16,0 0 2-16,9 2 7 0,-9-2 0 0,0 0 4 16,8-4 1-16,-8 4 1 0,0 0 0 0,9-1-1 15,-9 1-1-15,4-3-6 0,-4 3-5 0,3-1-6 16,-3 1-7-16,0 0-1 0,0 0-2 0,4-2-5 16,-4 2-6-16,0 0 2 0,0 0-17 0,12 3 17 15,-12-3-3-15,4 6-3 0,-1-2 1 0,0-2 5 16,1 2-7-16,0-2 7 0,0 2-6 0,0 0-1 15,0 1-5-15,0-1-3 0,0-2 15 0,-1 2 2 16,0-1 3-16,-3-3-1 0,7 2-8 0,-7-2 5 16,0 0 1-16,12-5 12 0,-8 0 10 0,0 3-1 15,2-5 4-15,-1 1 8 0,-1 1 8 0,1 0 6 16,1-2 2-16,-2 2 5 0,0-1 1 0,-1-2 4 16,1 5 2-16,-1-2-4 0,-1-1 7 0,1 2-18 15,1 1 6-15,-4 3-8 0,1-5-6 0,2 2-9 16,-3 3-6-16,3-3-5 0,-3 3-8 0,3-2-4 15,-3 2-2-15,0 0 2 0,0 0 1 0,0 0-6 16,11 5-13-16,-9 0 10 0,2-2-3 0,2 0-13 16,-1 1-19-16,-3 1-9 0,3-1-28 0,-1-2-31 15,2 1-37-15,0 0-30 0,1 3-41 0,-3-2-51 16,3-1-80-16,0 0-73 0,-1-1-235 0,1 2-692 16,0-4 306-16</inkml:trace>
  <inkml:trace contextRef="#ctx0" brushRef="#br0" timeOffset="35224.05">17277 2309 132 0,'4'-6'348'16,"-1"-4"5"-16,0 2 2 0,-2-1 2 15,-1 2-10-15,0 0-23 0,3-1-17 0,-6 0-29 16,3 3-15-16,0-1-19 0,-1 0-22 0,-3 0-18 16,0 2-19-16,2 2-21 0,-5-2-20 0,2 4-16 0,5 0-15 15,-19 4-13-15,9 0-8 0,-3 2-8 0,-1 4-12 16,-1 2-7-16,0-1-7 0,2 4-3 15,0 0-12-15,8-2-4 0,-6 2-1 0,7-5-8 16,0 8-2-16,1-4-7 0,3 2-5 0,3-4-7 0,1 1 1 16,-4 0-7-16,12 3-6 0,-4-6 0 0,6 1 0 15,2 2-13-15,3-6-6 0,0 1-6 0,2-1-2 16,2-6-11-16,0 0-5 0,0-2-4 0,-4 0-4 16,6-2 8-16,-5-2-1 0,2-3 4 15,-2 3 3-15,-5-4 2 0,4 0 9 0,-6 2 0 0,1-4 9 16,-3 2 1-16,-2 2 3 0,0-2 3 0,-2 1 15 15,-2 3 13-15,-1 0 13 0,-2 0 14 0,2 1 3 16,-3 0 1-16,3 0-3 0,-4 4-7 16,0-5-3-16,3 2-10 0,-3 3-7 0,0 0 2 0,0 0-2 15,0 0-5-15,0 0-2 0,0 0-4 0,0 14 3 16,0-10 1-16,0 1-3 0,3 2-3 0,-1 1 1 16,1-2-3-16,0 0-1 0,2 3-2 0,2-1-7 15,0 0-11-15,2-2-5 0,1 2-6 0,0-2-19 16,3-1-15-16,-1-1-17 0,2-3-22 0,0 1-17 15,-2-1-13-15,3-2-21 0,-4-1-23 0,3 1-18 16,0-3-20-16,-2-3-20 0,3-1-12 0,2-2-8 16,-2-1-9-16,-6 3-173 0,6-5-473 0,-7-2 211 15</inkml:trace>
  <inkml:trace contextRef="#ctx0" brushRef="#br0" timeOffset="35441.48">17836 2118 136 0,'-4'-11'202'16,"1"-2"19"-16,-4 3 6 0,6-1 2 0,-2 5 0 15,2 0 1-15,-3-1-9 0,3 2-19 0,-2 2-21 16,2 0-24-16,1 3-24 0,0 0-12 0,0 0-12 16,0 0-10-16,-6 8-10 0,6 0-8 0,0 4-10 15,0-1-5-15,0 4-5 0,2 2-3 0,0 2-11 16,1 4-3-16,3 3-2 0,0-7-6 0,-5 3-2 16,2 5-3-16,3-7-1 0,-2 5-7 0,1-4-23 15,0-2-26-15,0-2-31 0,-1 1-32 0,-3-4-42 16,6 2-45-16,-3-5-44 0,0 0-42 0,-1-3-147 15,1-1-441-15,-1 1 195 0</inkml:trace>
  <inkml:trace contextRef="#ctx0" brushRef="#br0" timeOffset="35893.07">17802 2291 168 0,'0'-5'267'16,"0"5"-19"-16,0-3-19 0,0 3-23 0,4-3-19 15,-4 3-20-15,0 0-15 0,11 0-15 0,-11 0-13 16,12 5-15-16,-5-4-12 0,2 1-6 0,1 2-14 16,1 0-5-16,0 3-5 0,1-4-8 0,6 2-6 15,-5 3-3-15,4 0-7 0,-4-1-5 0,3 0-4 16,-2-1-9-16,-1-2-14 0,-1 3-15 0,-3-2-9 16,2 0-6-16,-1 0-4 0,-4-2-8 0,1-1 4 15,-4 1 3-15,1-2 2 0,-4-1 5 0,11 1-4 16,-11-1 4-16,0 0 3 0,10-4 6 0,-6 1 6 15,0 0 8-15,-1-1 18 0,2 0 6 0,0 0 7 16,-1 1 4-16,-1-3 12 0,3 2 4 0,-2-1 1 16,1 2 1-16,2-1-6 0,-2 0-4 0,-1 2-5 15,3 0-3-15,-1 1-3 0,-6 1-7 0,12 0-6 16,-7 0 0-16,2 5-1 0,0-2-4 0,2 3-5 0,0 1 2 16,0 3-7-16,-1-2-1 0,3 3 2 15,0 3-2-15,1 0 0 0,-2 3 2 0,-3 1-1 16,2-2 2-16,-4 5-1 0,2-1 3 0,-1 0 0 15,-5 0 1-15,2 5 1 0,-3-4 1 0,0-3 2 0,-3 1-4 16,2-2 2-16,-3 1-2 0,-5-5 1 16,2 2-1-16,-2-1-1 0,2-5 4 0,-5 0-7 15,1 0 4-15,-1-4-1 0,0 1-11 0,-6-2-31 16,-2-3-48-16,-2-1-65 0,3-2-92 0,-3-3-280 16,-6-4-556-16,-1-4 246 0</inkml:trace>
  <inkml:trace contextRef="#ctx0" brushRef="#br0" timeOffset="36093.78">17412 2021 124 0,'-3'-2'316'16,"3"2"-30"-16,0 0-30 0,0 0-27 0,0 0-26 0,0 0-21 15,0 0-19-15,0 0-17 0,0 0-26 0,-3 8-50 16,3-8-51-16,5 9-63 0,-3-4-75 0,2 0-207 16,2 0-352-16,-2-1 156 0</inkml:trace>
  <inkml:trace contextRef="#ctx0" brushRef="#br0" timeOffset="37063.86">18913 2280 328 0,'0'-5'342'0,"3"-1"-6"16,-1 0-3-16,0-2-4 0,1-1-12 0,1-1-11 15,1 0-10-15,-2 0-23 0,1-2-24 0,-1 0-17 16,1 0-21-16,0-1-29 0,4 0-8 0,-2 0-13 15,-1 2-13-15,-1-1-15 0,0 1-9 0,-1 2-13 16,1 2-11-16,0 1-5 0,0 1-13 0,-1-1-15 16,-2 3-12-16,1-1-22 0,-2 4 4 0,0 0-1 15,0 0-2-15,0 0-10 0,5 14-2 0,-1-5-3 16,-1 5 1-16,0-4-6 0,2 8 0 0,-1 0 2 16,-3 0-5-16,5 2-9 0,-2 0 11 0,3-1-4 15,-2 0 0-15,2 2 1 0,1-2-1 0,-4 0-4 16,2 0 3-16,-2-3-4 0,3-4-9 0,-3 2-4 15,0-2-6-15,-1-1-1 0,1 1-4 0,-2-2-5 16,1-1-9-16,0-2-7 0,-2-2 6 0,2 0 6 16,-2 0 7-16,3-1-2 0,-4-4-3 0,2 2 3 15,-2-2 13-15,0 0 1 0,0 6 4 0,0-6-8 16,0 0 0-16,0 0 12 0,0 0-9 0,0 0-3 16,0 0 2-16,0 0-1 0,0 0 1 0,-12-9-2 15,12 9-3-15,-9-3 4 0,5 2-2 0,4 1 3 16,-13-1-3-16,7-1 5 0,6 2-1 0,-11-1 1 15,3 2-1-15,8-1 8 0,-15 2-7 0,10-4-2 16,-4 4 7-16,9-2-3 0,-7 1-1 0,7-1 8 16,-6 1-1-16,6-1-6 0,-3 4 4 0,3-4 4 15,0 0-21-15,0 0 34 0,15 4-9 0,-7-3 6 16,6-1-6-16,6 2-3 0,3 0 1 0,-1-2 3 16,11 1-23-16,-7 1 4 0,5-2 1 0,-8 2-30 15,0-2-7-15,-1-2-27 0,-3 0-30 0,1 2-33 16,-4-1-38-16,-4 1-53 0,1-2-66 0,-2 2-295 15,-7-5-640-15,0 3 283 0</inkml:trace>
  <inkml:trace contextRef="#ctx0" brushRef="#br0" timeOffset="39120.87">19841 2057 285 0,'-3'-6'351'0,"3"0"3"16,-2 2 6-16,0 1 12 0,2-3-6 0,-3 2 3 16,3 4-8-16,-1-7-8 0,1 7-15 0,0-6-17 15,0 6-28-15,0 0-32 0,-1-5-29 0,1 5-22 16,0 0-21-16,0 0-23 0,0-4-21 0,0 4-19 16,0 0-13-16,0 0-9 0,0 0-10 0,9 13-6 15,-7-7-12-15,0 1-9 0,1 4-8 0,5 0 0 16,-2 6-13-16,-1-2-14 0,3 3-22 0,-3 0-24 15,1 0-22-15,0 0-25 0,0 1-26 0,-3 1-22 16,1-3-29-16,-1 4-30 0,1-4-24 0,0 3-20 16,-1-1-28-16,-2-2-27 0,3-3-39 0,-4 0-48 15,4-2-33-15,-4-1-219 0,0-1-655 0,4-2 291 16</inkml:trace>
  <inkml:trace contextRef="#ctx0" brushRef="#br0" timeOffset="39572.68">19789 2244 88 0,'0'0'287'0,"-5"-2"-21"16,5 2-21-16,0 0-26 0,0 0-20 0,0 0-22 16,0 0-17-16,0 0-19 0,0 0-11 0,0 0-10 15,0 0-5-15,0 0-7 0,20 5-7 0,-14-2-8 16,6-2-8-16,0 3-12 0,4-1-3 0,2-1-8 15,1 2-4-15,3 0-8 0,-2-2-5 0,1 4-5 16,-1-4-3-16,-1 3-6 0,0-2-2 0,-5-1-3 16,-1 3-3-16,1-2 0 0,-3 2-5 0,3-1-3 15,-5-1 1-15,1 0-2 0,-4 3-7 0,0-2 1 16,1 1 0-16,-2-3-1 0,-1 4 2 0,3-1-3 16,-6 1 0-16,3-3 0 0,-1 3-3 0,3-1 2 15,-4-1-1-15,1-1 2 0,1 2 5 0,-1-1 13 16,2-2 7-16,-1 0 6 0,-1 1 8 0,1-2 3 15,2 0-3-15,-1 1 5 0,3-2-7 0,2 0-2 16,-1-3-3-16,0 1-3 0,1-2 0 0,-2 0-1 16,1-1-4-16,-1 1-2 0,-3-1 3 0,1-2-5 15,-1 2-1-15,-1-2-4 0,0 1-4 0,-4-5-1 16,0 4-1-16,0-1 0 0,-4 0-5 0,0-2 3 16,-1 3-7-16,-1-1-2 0,-3 2 2 0,-1-1-17 15,2 2-21-15,-2 0-12 0,0 2-25 0,-1 0-25 16,-3 2-26-16,6-2-41 0,-3 5-42 0,0-2-57 15,7 2-245-15,-4-1-545 0,1 2 241 0</inkml:trace>
  <inkml:trace contextRef="#ctx0" brushRef="#br0" timeOffset="40159.06">20974 2073 101 0,'-1'-7'302'15,"1"0"-12"-15,1 1-16 0,-2-2-5 0,-2 1-9 0,2 0-14 16,-1 1-12-16,1 0-18 0,-1 0-11 0,1 2-24 15,-3 1-17-15,0 0-18 0,4 3-15 0,-10-2-18 16,10 2-10-16,-13 3-13 0,2 3-8 0,0 1-11 16,1 2-6-16,-3 4-1 0,-1-1-10 15,2 3-4-15,0 1-8 0,1 0-5 0,-3 0-1 0,6 1-5 16,1-2 0-16,3 5-11 0,-1-4 4 0,5-1-3 16,0-3-7-16,5 1 13 0,-3 1-20 0,2-3 3 15,5 5-12-15,-2-7 5 0,5 1-11 0,5-1-12 16,-4 0-14-16,5-3-5 0,1-2-9 15,0 0-4-15,1-1-3 0,2-3-1 0,0 0 5 0,-3-3 5 16,3-1 5-16,-6 3 3 0,0-3 2 0,-5-1 5 16,4-2 3-16,-2 0 6 0,-4 3 3 0,2-5 7 15,-3 0 13-15,-1 0 13 0,-3 0 14 0,4 0 19 16,-5 3 11-16,-1-1 0 0,0 1 25 16,-2-1-4-16,1 0 21 0,-1 2-22 0,4-2 29 0,-4 3-23 15,0 1-8-15,0 3-4 0,2-5-11 0,-2 5-11 16,0 0-7-16,0 0-3 0,0 0-10 0,0 0 4 15,0 0-8-15,0 0-2 0,-6 12-3 0,6-6 1 16,-1 0-5-16,2 0 1 0,-2 2-8 16,2-2 1-16,-1 3-6 0,6 0-3 0,-5-1-9 0,6 2 8 15,0-1-18-15,1-1-8 0,1 0-5 0,2-3-18 16,0 1-20-16,6 3-25 0,-3-6-22 0,0 0-24 16,1 2-16-16,-3-4-33 0,4-2-18 0,2-1-41 15,-3-1-19-15,-1 0-12 0,-1-2-188 16,-2-2-504-16,0-1 222 0</inkml:trace>
  <inkml:trace contextRef="#ctx0" brushRef="#br0" timeOffset="40392.22">21428 1934 194 0,'-3'-5'290'0,"2"0"2"0,1 0-13 0,0 0-17 15,-3 2-24-15,3 3-25 0,-1-4-30 0,1 4-17 16,0 0-15-16,0 0-19 0,0 0-10 0,-7 14-15 15,9-6-11-15,1 6-8 0,-5-3-5 0,6 3-4 16,0 4-16-16,-3 4-4 0,4-3-3 0,-1 3-9 16,1 3-3-16,1 0-3 0,0-3 2 0,1 3-12 15,1-4-26-15,-1-2-28 0,0 0-36 0,2 0-40 16,-2-2-46-16,3 0-61 0,-5-6-57 0,5 2-166 16,-6-5-463-16,1 1 205 0</inkml:trace>
  <inkml:trace contextRef="#ctx0" brushRef="#br0" timeOffset="40877.25">21411 2192 100 0,'0'0'237'0,"-6"-2"-22"0,6 2-21 0,0 0-21 16,0 0-14-16,0 0-15 0,0 0-15 0,0 0-10 15,22 8-13-15,-13-6-11 0,2 3-7 0,1 0-3 16,2 1-12-16,1 0-12 0,-3-2-4 0,3 2-3 15,-4 1-8-15,7-1-5 0,-5-1-2 0,1 0-9 16,-2 2-3-16,1-2-19 0,0 0-12 16,-2-1-10-16,0 0-14 0,0-1-5 0,-4 0-1 0,-1-3-2 15,1 0-3-15,1 0-1 0,-8 0 4 0,7-3 9 16,-4 0 0-16,0-1 3 0,-1 0 0 0,1-1 9 16,-3-2 10-16,4 1 11 0,-2 1 11 0,0-2 18 15,5 0 15-15,-6 0 12 0,3 2 10 0,-2-1 6 16,2 0 3-16,3 1 0 0,-4 2-4 0,2-1-4 15,-3 0-6-15,4 1-7 0,-5 1-12 0,-1 2 4 16,7-3-13-16,-7 3-3 0,0 0-3 0,15 6-5 16,-12-1-3-16,2 1-3 0,1 0-2 0,-1 3-3 15,1 1 2-15,0 3-2 0,-2 0-2 0,6 4-1 16,-3 1 0-16,0-2-3 0,2 2 0 0,1 1 1 16,-2 1-1-16,3 4-2 0,-2-6-1 0,-3 0 0 15,1 1 1-15,1 0-1 0,-3-2 1 0,-1 0-1 16,0 1 3-16,0-5-5 0,-4 0 2 0,2-1 0 15,-4-1 1-15,2 1 6 0,-2-4 7 0,-1-2 8 16,-3 1 16-16,2-1 8 0,-3-1 2 0,0-3-5 16,-2 1-12-16,1 0 6 0,-3-2-4 0,0 0-8 15,-1-2-28-15,-3-1-40 0,-4-4-56 0,-3 1-76 16,-5-10-99-16,-3 2-247 0,4-1-556 0,-5-5 246 16</inkml:trace>
  <inkml:trace contextRef="#ctx0" brushRef="#br0" timeOffset="41078.97">21094 1926 332 0,'0'0'346'15,"-4"-4"-33"-15,4 4-27 0,0 0-35 0,0 0-31 16,0 0-20-16,0 0-23 0,0 0-26 0,0 0-36 15,0 0-40-15,0 0-58 0,8 14-71 0,-3-7-95 16,-1-3-231-16,7 2-412 0,-7 1 182 0</inkml:trace>
  <inkml:trace contextRef="#ctx0" brushRef="#br0" timeOffset="41997.89">22190 2038 45 0,'4'3'220'0,"-3"2"-17"0,3 0-6 0,-1 2-16 15,3 1-13-15,-1 3-8 0,-2 1-5 0,3-1-11 16,-1 6-4-16,0-2-19 0,-1-1-9 0,2-1-10 16,-4 4-10-16,3-3-10 0,-2-3-6 0,0 2-6 15,1-3-7-15,0 1-5 0,-1-2-6 0,0-3-7 16,-2 1 0-16,-1-2-3 0,4 0 20 0,-2-2 22 15,-2-3 18-15,1 6 27 0,1-4 21 0,-2-2 15 16,0 0-18-16,0 0-6 0,0 0-9 0,0 0-13 16,0 0-10-16,13-10-22 0,-12 5 12 0,1 0-20 15,0-2 0-15,1 1-11 0,1-6-6 0,0 2-4 16,2 1 0-16,-4-1-27 0,9-6 19 0,-9 7-5 16,2-3-7-16,1-1-3 0,2-1 9 0,0 2 5 15,-2 1 4-15,-1 2 8 0,-1-1-3 0,1 4 10 16,-1-1 0-16,2 2-8 0,-1-2 4 0,-4 3-8 15,2-1-8-15,2 3 0 0,0-2-6 0,-4 4-8 16,4-5-10-16,-4 5-2 0,0 0-5 0,4-2 0 16,-4 2-5-16,9 7-3 0,-4-3 4 0,-1 2-8 15,4 2 1-15,-4 1 1 0,5 1-1 0,-2 2-2 16,0-2 1-16,0 1-1 0,0 2 3 0,1-2-1 16,0 5 0-16,-2-1-6 0,2-3 5 0,-2-1-2 15,0 1-2-15,-1-1 6 0,-2-1-5 0,0 0 2 0,1-4 0 16,0 1 0-16,0-1-4 0,-1-1 4 15,-2 0 1-15,0 0-1 0,3-2-6 0,-4-3-2 16,3 5-17-16,-1-3-7 0,-2-2-17 0,5 6-26 16,1-6-32-16,-6 0-54 0,10 0-38 0,-10 0-36 15,11-4-45-15,-5 2-54 0,4-1-57 0,-3 0-250 0,4-1-689 16,1-2 305-16</inkml:trace>
  <inkml:trace contextRef="#ctx0" brushRef="#br0" timeOffset="42417.01">22983 2250 134 0,'0'0'290'0,"0"0"-19"0,0 0-18 0,0 0-13 0,0 0-18 15,-10 10-27-15,10-10-13 0,-4 4-20 0,1-1-17 16,-1-1-12-16,4-2-13 0,0 6-12 16,0-6-8-16,-1 5-7 0,1-5-5 0,0 5-9 15,0-5-9-15,0 0-2 0,1 3-2 0,-1-3 2 0,6 3-2 16,-6-3 5-16,7 2-12 0,-7-2-7 0,7 0 1 15,-7 0-5-15,10-1-1 0,-6-1-5 0,-4 2-6 16,10-4 6-16,-7 3-8 0,2-4 9 0,-1 1 1 16,-2 0 1-16,2-1-2 0,-2 1-7 15,2-1 2-15,-4-1-1 0,0 3-7 0,0-2-1 0,0 0 2 16,0 5-8-16,0-7-8 0,-2 2-18 0,2 5-25 16,-8-4-28-16,4 2-32 0,-2 0-36 0,6 2-57 15,-11 0-62-15,11 0-75 0,-13 0-184 0,3 2-543 16,6-1 239-16</inkml:trace>
  <inkml:trace contextRef="#ctx0" brushRef="#br0" timeOffset="64711.02">23007 2309 222 0,'0'0'439'0,"7"-1"-27"0,-7 1-24 0,0 0-37 15,0 0-32-15,0 0-26 0,0 0-31 0,8 2-19 16,-8-2-19-16,3 4-25 0,-3-4-15 0,8 3-22 0,-5 1-15 16,2 1-18-16,1-1-11 0,0 2-7 15,0-1-12-15,2 1-8 0,-4-1-10 0,2 3-13 16,0-3-2-16,-3 3-9 0,0-3-3 0,0 1-9 16,1-1-4-16,-3 2-5 0,2-2-7 0,-6 0 5 0,3 0-4 15,-1 1-9-15,-5-1 1 0,2 0-2 0,-4-2-20 16,-1 4-20-16,-1-3-39 0,1 2-42 15,0-2-35-15,3-2-37 0,-4 1-46 0,3 2-48 16,3-2-84-16,-3-2-262 0,7-1-662 0,-4 1 293 0</inkml:trace>
  <inkml:trace contextRef="#ctx0" brushRef="#br0" timeOffset="66182.92">23625 2167 168 0,'0'-6'357'16,"0"-1"2"-16,0-1-13 0,0 3 3 0,-1 0-19 15,-2-1-11-15,4 2-11 0,-1 4-26 0,-3-8-26 16,3 8-22-16,0-4-26 0,0 4-26 15,0 0-24-15,0 0-13 0,0 0-14 0,0 0-18 16,0 0-8-16,-9 11-14 0,6-8-4 0,-3 7-30 0,1-2 9 16,1 2-9-16,-3 0-2 0,5 1-6 0,0 0-4 15,-1 0-7-15,2 1-11 0,1-1-2 0,1-1-8 16,2 0-10-16,1 0-4 0,3 1 4 0,0-2-10 16,1 1 0-16,0-5-9 0,3 1-7 0,4 1 3 15,-3-3-13-15,-2-3 1 0,5 0-6 0,-5 1 4 16,3-2 1-16,-5 0 12 0,3-2-4 0,-4 2 11 15,2-2-4-15,-5-3 11 0,3-1-14 0,0 1-10 16,-3 0 19-16,1-2-1 0,-3-1 5 0,-2 0-1 16,1-1 1-16,-2 2 5 0,1-4 10 0,-3 1-30 15,-1-2 13-15,2 4-11 0,-4-3 25 0,3 1 1 16,1 4 1-16,-3-2 2 0,3-3 5 0,0 3 0 16,-2 3-12-16,0 0 18 0,3-2-6 0,0 2 3 15,-1 3-9-15,2 2 0 0,2-11-6 0,-1 9 5 16,3-1-8-16,-4 3 1 0,9-2-2 0,-2 2-2 15,2 0 2-15,0 1-5 0,0 1-3 0,4 2 0 16,-2 3-1-16,-2-3-1 0,2 1-10 0,1 4 0 16,2-2-5-16,-3 1-4 0,-2 0-20 0,2 0 3 15,1 2 0-15,-5-3-9 0,4 3-10 0,-4-2-1 16,0 3 1-16,-2-4 0 0,-1 1 3 0,2-2-2 16,-4 1 8-16,0-1 5 0,2-2 2 0,-3 0 6 15,-1 0 5-15,3 1 5 0,-3-5 8 0,2 2 9 16,-2-2 5-16,0 0 15 0,0 0 10 0,0 0 6 15,0 0 5-15,0 0 9 0,0 0 1 0,0-17 3 16,3 11 5-16,-3 0-12 0,3-2-1 0,1-2 5 16,3-1-6-16,-3 3 4 0,2-2 1 0,1 0-8 15,0 1 8-15,0 1-1 0,0-1 1 0,2-2-1 16,-2 4-5-16,-3 0-9 0,-1 2-1 0,4 1 5 16,-2-1-7-16,-1 3 2 0,2 0-15 0,-6 2 5 15,8 0 0-15,-8 0-5 0,10 4-1 0,-4 3-1 16,-2-4 3-16,3 5-6 0,-3 1 1 0,5 0 3 15,-3 1-2-15,2 0-20 0,1 1 27 0,-4 1-18 16,4-3 7-16,-3 2-3 0,-2-1-3 0,3 0 0 16,0-1 3-16,-1 0-1 0,1-4-1 0,-1 2 9 15,3-2-7-15,-2-2 7 0,-2 0-2 0,2-1 2 16,2 0-1-16,-3-2-6 0,6-4 3 0,1 3 5 16,-3-4 5-16,0 0-6 0,-2-2-3 0,3-1-14 15,4 1 22-15,-1-6 1 0,-5 3-7 0,1-1-2 16,1-3 0-16,1-2 3 0,-3-2 6 0,-2 0-13 15,5-1-5-15,-1-7-5 0,-4 7-6 0,3-8 0 16,-5 6 2-16,-2 0 1 0,-2 0 5 0,1 1 1 16,-4 1 8-16,-1-1-10 0,2 2 17 0,-2 0 12 15,-5 6 9-15,4 0-1 0,-3-5 6 0,-1 8 0 16,5-2 1-16,-1 1-4 0,-4 3-1 0,6 1-6 16,-3 1-3-16,-1 3-4 0,1-1-3 0,0 3-6 15,5 0 4-15,-16 5 0 0,6 3 0 0,2 0 1 16,-1 2-10-16,3 7 1 0,-2 0-4 0,5 1-1 15,-1 3-24-15,0-1 5 0,4 6 16 0,4 1-3 0,0-8 3 16,0 3-13-16,3-2-3 0,1-2-3 16,2 3-2-16,-1-3 0 0,1-2-15 0,2 1-2 15,-2-2 0-15,3-3 3 0,1-1-2 0,-3-3 2 16,0-1 6-16,1-2 1 0,0 0 6 0,2-1-1 0,-2-2 9 16,1-3 0-16,0-2 1 0,-1 1 4 15,-1-1-3-15,-2-2 8 0,1 0 0 0,-1 1 13 16,0-2 13-16,-3 0 1 0,-1 1 7 0,-1 0 18 15,2-1 5-15,-2 3-1 0,-1-1-4 0,0 2-7 16,-3 2-1-16,3-7-6 0,-3 7-12 0,0 0 0 0,0 0-4 16,0 0 0-16,0 0-7 0,0 0-11 15,0 0-5-15,0 0-8 0,1 14-5 0,-1-14-7 16,1 8 4-16,1-4-6 0,-1 0-1 0,3 1 0 16,0-3-8-16,0 2 0 0,0-1 0 0,0 0 1 15,3-1 0-15,0 0 3 0,2-2 3 0,-3 2 7 0,-6-2 2 16,15-4 1-16,-8 2 7 0,1-1-1 15,0-3 8-15,2 2 4 0,-2 0 17 0,-2-1 8 16,0 0 26-16,1-1 5 0,-2 3 16 0,1-2 29 16,0-1 3-16,-1 2-23 0,-3 2 11 0,2-2-1 0,-2 0-17 15,2 2-9-15,-4 2-5 0,4-3-21 0,-4 3 15 16,0 0-6-16,11 8-12 0,-9-3 0 0,1 0-4 16,4 8 7-16,0-1-11 0,-1 2-1 15,3 3-3-15,-4 2 2 0,2 6-4 0,-3-5-2 16,3 7 2-16,-2 1 3 0,2 0-3 0,0 1-3 0,2-3-17 15,-3 2 16-15,-2 2-2 0,1 1-2 0,-5-3 0 16,3 0-2-16,-1-1 4 0,0 0 5 0,0-8 0 16,-4 0 8-16,-3-2-3 0,3-3 9 15,-2-4 12-15,-1 3 27 0,-3-2 37 0,2-4 37 16,-3 1 33-16,-1-2 20 0,-5-2 11 0,4-1-8 0,-2-1-12 16,-5-2-17-16,-2-4-20 0,1-1-14 0,-2 0-10 15,2-1-16-15,1-3-36 0,-2-3-53 0,0-1-75 16,3 2-73-16,1-2-83 0,4-2-97 15,1-3-109-15,2 0-479 0,7-2-977 0,4-8 432 16</inkml:trace>
  <inkml:trace contextRef="#ctx0" brushRef="#br0" timeOffset="68072.89">25394 2084 56 0,'0'-7'372'0,"0"2"-15"0,-4 0-10 0,4-1-12 16,0 0-18-16,0 2-13 0,0 4-24 0,4-7-22 15,-4 4-32-15,0 3-18 0,3-3-26 0,-3 3-21 16,0 0-18-16,0 0-35 0,0 0 8 0,12 10-10 16,-7-1-15-16,3 0-9 0,1 1-4 0,-1-1-9 15,3 4-12-15,0-2-13 0,-3 3-5 0,3 1-6 16,1-3-16-16,-5 1-1 0,-1-3-10 0,2 0-2 15,-2 0-7-15,1 0-5 0,-1-3 2 0,-5 0 0 16,3-2-3-16,0 0-4 0,-1-1 14 0,1 0 3 16,-3 0 3-16,-1-4 3 0,4 1 2 0,-4-1 6 15,0 0 5-15,0 0 6 0,9-9 3 0,-8 5-2 16,0-2 6-16,2-1 1 0,-1-1 9 0,0 0 9 0,2-4-14 16,0 0 1-16,2 1-18 0,-1-2 14 15,1 2-4-15,-1-2-1 0,3 3 3 0,-2 1 5 16,2-3-3-16,-3 4-15 0,-2 1-7 0,1 1 10 15,3 1-1-15,-6 0 0 0,3 3-8 0,0-1-7 0,-4 3 0 16,6-1-6-16,-6 1 2 0,8 6-3 16,-5-2-2-16,5 1-2 0,-7 3-5 0,5 1-1 15,-1 1-4-15,-1 0-1 0,-1 3 1 0,1-4-10 16,1 5 0-16,-2-3 1 0,0 0 3 0,-2-2-1 16,3 1 2-16,-1-4-6 0,-3 1 18 0,3-1-6 0,-2-3-3 15,1 1 5-15,-2-4 4 0,5 4 16 0,-5-4 2 16,5 0 3-16,-5 0 6 0,11-7 6 15,-7 5 6-15,2-5-2 0,2-2 7 0,-3 2 1 16,5-2 5-16,-2-1 6 0,1 0 8 0,0-1 5 0,-1-1 0 16,0 5 5-16,0-5 1 0,0 3 0 0,-3-1-3 15,0 2-9-15,-1 2-2 0,1 1-8 0,-1 0-6 16,-1 1-5-16,0 0-9 0,-2 2-8 0,-1 2-16 16,4-3-16-16,-4 3-10 0,0 0-20 15,11 4-22-15,-9 0-17 0,3 1-16 0,-1 0-27 0,-3 1-23 16,4 3-24-16,3 0-27 0,-4 0-29 0,3 0-36 15,-2 1-33-15,3 1-41 0,-1-4-43 0,-3 3-229 16,6-3-658-16,-4-2 291 0</inkml:trace>
  <inkml:trace contextRef="#ctx0" brushRef="#br0" timeOffset="68390.67">26108 2131 13 0,'0'0'190'0,"-4"-3"-15"15,4 3-16-15,0 0-16 0,0 0-7 0,0 0-4 16,-9 11-12-16,9-7-9 0,-3-1-4 0,3 1-10 16,0 2-2-16,-1-1-8 0,2 0-6 0,2 1-4 15,1-1-7-15,1 0-8 0,-1 0-2 0,3-1-3 16,-3 2-8-16,3-4-3 0,1-1-7 16,2 2 0-16,-2-2 3 0,0-1-11 0,0 0 0 0,0-1-5 15,2-3-2-15,1 0 2 0,-4 0 9 0,-3 0 9 16,-1-2-1-16,2-1 0 0,-2 0-2 0,-2 1-4 15,-2-6-1-15,-1 7 0 0,0-3 1 0,-2-2-2 16,1 2-5-16,-1 2-1 0,-1 1-4 0,-4-4-3 16,5 5-1-16,-1-1-1 0,-4 1-6 0,5 1 0 15,-1-2-15-15,0 4-25 0,0-1-35 0,5 2-43 16,-9-3-35-16,7 1-33 0,2 2-32 0,0 0-160 16,0 0-393-16,0 0 173 0</inkml:trace>
  <inkml:trace contextRef="#ctx0" brushRef="#br0" timeOffset="68725.05">26315 2026 183 0,'0'0'177'0,"0"0"-14"0,0 0-5 0,0 0-3 16,0 12-5-16,0-7-8 0,0 1-6 0,0-1-7 15,0 3-10-15,0 1-1 0,0-1-14 0,4 0-4 16,-1 3-7-16,1-2-1 0,0 1-9 0,0 0-4 15,0 1-7-15,-1-3-3 0,5-2-8 0,-4 4-3 16,0-6-5-16,2 2-3 0,-2-1 5 0,1-2 3 16,0-1 9-16,2-1 0 0,-7-1 10 0,11 0-8 15,-11 0 1-15,10-4 3 0,-3 1-1 0,-3-3-5 16,1 2 8-16,-1-3 9 0,2-3-16 0,-1 4-7 16,1-7 0-16,0 4-13 0,-3-5 4 0,1 2 13 15,0-1 8-15,-2 2-1 0,1 1 3 0,-2-1-1 16,0 1-4-16,1 5-12 0,-1-3 1 0,1 2-14 15,0 0 1-15,-1 1-23 0,1 1-41 0,-2 4-45 16,0-4-23-16,0 4-22 0,0 0-26 0,0 0-41 16,0 0-39-16,-8 10-42 0,6-7-45 0,2 3-195 15,-1-1-537-15,0 1 238 0</inkml:trace>
  <inkml:trace contextRef="#ctx0" brushRef="#br0" timeOffset="69578.05">26629 2027 109 0,'0'0'270'15,"0"0"-18"-15,0 0-19 0,0 0-27 0,-6-3-19 16,6 3-18-16,0 0-18 0,0 0-14 0,-13 8-12 16,11-4-16-16,-3 1-7 0,1 0-6 0,3 0-14 15,-2 2-8-15,-1 1-7 0,4 2-4 0,-1-4-7 16,1 6-3-16,1-2-7 0,3-5-2 0,-1 3-2 15,0-2-7-15,1-1 4 0,4 5-9 0,-2-5 3 16,4-2-4-16,-1 1 4 0,3 2-9 0,0-5-7 16,-4 0-3-16,2-1-5 0,2 0 3 0,-4-4-1 15,3 0-5-15,1 0 2 0,-5 2-4 0,1-3 1 16,-1-3-1-16,0 3 4 0,0-4-5 0,-1 1 3 16,1 1 3-16,0-3 12 0,-3 3 11 0,-1 2 12 15,1-2 10-15,-4 1 7 0,1 1 6 0,-1 0-5 16,2 1 1-16,-2-1-9 0,0 5-8 0,2-4-3 15,-2 4-6-15,0 0-5 0,0 0-8 0,0 0 1 16,0 0-4-16,0 0 1 0,0 0-10 0,-12 10-5 16,11-3-7-16,-1-1-5 0,2 1-6 0,0 4-5 15,0-2-2-15,2 1-4 0,-1 0 1 0,0 1-4 16,3-4 1-16,-1 1-2 0,-1-2 5 0,2 0-3 16,1 0 3-16,-1-1-1 0,4 0 11 0,-1-3-7 15,-3 1 1-15,6 0 12 0,-1-3-11 0,-1 0 5 16,-1-2 0-16,3 0 1 0,3-2 1 0,-3 0 2 15,5 1 3-15,-6-6-4 0,5 3 3 0,2-1-2 16,2-4 1-16,-2 4 2 0,0-5 0 0,-3 5-1 16,4-3-3-16,-1 3 7 0,1-4-2 0,-3 1 2 15,-2 5 0-15,0-3 1 0,-1 3 1 0,3 2-3 16,-3-1 6-16,2 0-10 0,-1 1 3 0,1 2 3 16,-1 0-4-16,0-1 3 0,3 4 0 0,-3-4-1 15,2 4 1-15,2-2-1 0,2 1-1 0,-2 0-7 16,3 0-1-16,-4 1-5 0,3-2-3 0,0 1-4 15,-3-2 0-15,-2-2 3 0,2 3-3 0,-3-4 4 16,1 1 0-16,-2-1-1 0,0-2 8 16,-5 3-2-16,5-5 5 0,-7 3-3 0,3-4 0 0,-3 4 4 15,-2-2-2-15,-2-3 6 0,0 3 3 0,-2-5 4 16,-2 3 9-16,-3 0 2 0,3 0 6 0,-7 1 8 16,3 1 7-16,-1 1 6 0,-3-4-10 0,2 5-5 15,-3 2-2-15,1 1-2 0,1 1-7 0,-1 1 2 16,-3 3-3-16,3 0-1 0,-3 5 1 0,1 2-2 15,2 3 1-15,1 4-2 0,2 2-2 0,-1 0-2 16,4 11 7-16,1-2 3 0,3 3 5 0,4 0 12 16,-2 3 3-16,3-1 7 0,1 1 2 0,0 0-7 15,2 2 5-15,2 2-9 0,-4 0 2 0,1-1-5 16,-2 1-5-16,5 12 6 0,0-13-7 0,-8 0 1 16,4-2-3-16,-1-1-2 0,-4-4 3 0,1 0-10 15,0-3-16-15,0-7-16 0,-2-2-18 0,-2-6-21 16,4-1-21-16,-2-4-9 0,0-2-37 0,2-2-74 15,0-3-88-15,0 0-234 0,0 0-562 0,-9-20 250 16</inkml:trace>
  <inkml:trace contextRef="#ctx0" brushRef="#br0" timeOffset="69745.43">27140 1803 48 0,'-6'-10'362'0,"1"1"-30"0,3 2-33 16,-1 2-31-16,1-1-22 0,0 1-31 0,0 1-42 16,-1-1-41-16,3 5-55 0,0-5-60 0,0 5-63 15,0 0-104-15,0 0-180 0,26 6-356 0,-13-1 159 16</inkml:trace>
  <inkml:trace contextRef="#ctx0" brushRef="#br0" timeOffset="70246.28">28238 1847 185 0,'11'-16'262'0,"0"-2"-5"0,-1-2-9 0,-3 1-11 16,2 1-5-16,-4 1-7 0,-1-2-5 0,1 3-4 15,-5 2 0-15,-2-2-23 0,-1 3-17 0,-1-1-11 16,-1 5-20-16,-4-2-17 0,3 3-10 0,-4-1-8 15,0 1-14-15,-3 2-21 0,-1 2 4 0,0 3-15 16,0 1-9-16,-1 3 0 0,-4 5-12 0,3 0-2 16,1 6-8-16,1-3 7 0,-5 10-10 0,8 5-1 15,3 3 1-15,0 3-5 0,4 0 0 0,1 6-4 16,6-4-1-16,-1 3 2 0,5 11-8 0,-4-9 6 16,10 12-7-16,-7-14-4 0,5 1-9 0,4 10 16 15,-5-13-6-15,-2-1 0 0,1-1 1 0,-2 2-3 16,3-3-3-16,-4-1 4 0,0-1 3 0,-1-10-1 15,-2 7 4-15,1-2 2 0,-4-4-15 0,2-2 2 16,-2-6-29-16,0 0-11 0,0-6-35 0,0 1-18 16,-2 0-15-16,2-5-25 0,-2 1-56 0,2-4-82 15,0 0-72-15,0 0-171 0,-9-10-552 0,4-2 245 16</inkml:trace>
  <inkml:trace contextRef="#ctx0" brushRef="#br0" timeOffset="70882.78">28042 2076 99 0,'-2'-7'304'0,"2"7"-19"16,2-6-18-16,1 4-12 0,-3 2-24 0,6-6-20 16,-2 2-22-16,1 2-20 0,4-2-11 0,1 0-23 15,4 2-15-15,-1-1-12 0,5-2-7 0,1 2-12 16,-2 2-12-16,-1 0-32 0,4 0-4 0,-1-2-2 15,0 3-8-15,-1 0-1 0,-2 0-2 0,-2 0-8 16,2-1 2-16,-5 1-13 0,3 0-5 0,-7 0-2 16,1 1 0-16,-3-1-4 0,2 2-3 0,-7-2-4 15,8 3 0-15,-4-3 0 0,-4 0 1 0,2 4 3 16,-2-4-4-16,-2 5 4 0,1 0-1 0,-2-1 2 16,2 0-1-16,-2 1 1 0,0 2-1 0,2 0 0 15,1 1 3-15,-3-2-1 0,3 4 3 0,0-2 0 16,3 2 3-16,0-2-3 0,1 0 3 0,1-1-2 15,1 4 0-15,2-6 8 0,1 3-9 0,2-2-5 16,-3-1 2-16,-1-1-3 0,5-2-1 0,-5 1-2 16,0-3-2-16,2 2-5 0,-2-5 1 0,-1 1 0 15,-1 0-5-15,-1-3 4 0,2 2 3 0,-4-3-4 16,0-3 6-16,-1 0 0 0,-2 0 3 0,-3 0-3 16,1-3 4-16,0 4-1 0,2-4 7 0,-2 3 5 15,1-1 5-15,-1 3 12 0,1 0 0 0,-2-1 8 16,4 2 8-16,-1-1 3 0,-2 2 3 0,3 1 4 15,-1 1-1-15,1 3-9 0,-3-7-5 0,3 7-6 16,0 0-4-16,0 0-2 0,0 0-2 0,0 0-2 16,19 9 0-16,-12-4 0 0,4 4-5 0,-3-1-2 15,2 1 4-15,3 3-5 0,-2 1 2 0,1 2 1 16,2-3-8-16,-2 5 4 0,2-4-5 0,-3 0 2 16,-1-2-1-16,-3-4 3 0,1 3-6 0,-2-2-1 15,3 1 4-15,-5-5-1 0,-2 1 1 0,2-1 1 16,1 0 27-16,-2-2 2 0,-3-2-1 0,0 0-1 15,0 0-4-15,0 0 0 0,6-11 3 0,-6 6 3 16,0-3-3-16,0 1 7 0,0-4 6 0,0 0 2 16,2-3-11-16,-2 4-5 0,0-3-1 0,3-1-4 15,-3 1-11-15,5 0-25 0,-2 0-36 0,1 3-46 16,-2-2-48-16,-1 2-58 0,4 1-71 0,-2 4-253 16,1 0-567-16,0 0 251 0</inkml:trace>
  <inkml:trace contextRef="#ctx0" brushRef="#br0" timeOffset="71451.43">28795 1984 276 0,'2'-3'289'15,"-2"3"-32"-15,0 0-26 0,0 0-29 0,0 0-17 16,0 0-18-16,0 0-18 0,-1 13-12 0,0-5-17 15,2-1-13-15,0 1-10 0,2 2-9 0,-3 3-7 16,2-3-7-16,-1 3-9 0,0-2-6 0,3 1-3 16,-4 1-7-16,2-2 0 0,2 1 0 0,-3-6-12 15,2 4-1-15,-1-4-6 0,1-1-2 0,-3 0-6 16,4-1 0-16,1 0 2 0,-5-4-7 0,6 1 1 16,-6-1-4-16,11-2 0 0,-4-1 0 0,-2 1-4 15,-2-5 7-15,6 2-9 0,-2-1-1 0,-1-2-1 16,2 0-2-16,-2-1 6 0,1 3 9 0,-2-3 15 15,1 0 5-15,1 1 7 0,-2 1 1 0,0 4 1 16,-1-1-8-16,-3 0-5 0,3 0-6 0,0 3-4 16,-1-2-4-16,-3 3-2 0,0 0-3 0,0 0 0 15,8 6-2-15,-5-3 0 0,2 2-3 0,-5 2 0 16,4 1-3-16,-1-2-1 0,1 3 4 0,-1-1-4 16,1 1 0-16,0 1-2 0,0-5 4 0,0 4-1 15,0-3-3-15,0 0-2 0,2 1 0 0,-2-3 5 16,0 0-1-16,2-2 1 0,0 2 0 0,0-4-3 15,-1 1 3-15,-5-1 10 0,11-2-12 0,-4 0 1 16,-3-1 0-16,1-1 4 0,1-2 14 0,-3-1 10 16,1 2 2-16,0-7 1 0,-3 5 2 0,4-6 8 15,-3 4-4-15,-2-4 2 0,0 1 0 0,-2 0-11 16,2 0 0-16,0 2-5 0,-2 0-1 0,-1 2-2 16,3 2 1-16,0 0-13 0,-4 0-24 0,3 0-27 15,1 2-31-15,0 4-38 0,-2-5-30 0,2 5-15 16,0 0-21-16,0 0-11 0,0 0-11 0,0 0-15 15,0 0-13-15,0 0-25 0,22 13-189 0,-14-8-472 16,7 2 209-16</inkml:trace>
  <inkml:trace contextRef="#ctx0" brushRef="#br0" timeOffset="71837.25">29448 2049 22 0,'5'-5'172'15,"0"0"9"-15,-1-1-7 0,-1-3 6 0,-1 2 0 0,-2-1-2 16,-2 2 2-16,1-5-5 0,-5 5-5 0,1 0-12 15,1-3-11-15,-1 4-12 0,-1 2-15 0,-1 0-13 16,-1-2-14-16,0 4-6 0,-2 1-9 0,-2 0-9 16,1 4-6-16,-1-2-7 0,-3 3-5 15,3-2-5-15,4 7-5 0,-5-3-6 0,2 2-3 0,2 4-2 16,0-3 6-16,4-1-9 0,-1 3-2 0,1-1-3 16,3-1 0-16,-2-2-1 0,4 2-1 0,0-2-3 15,4-2-1-15,-2 1 2 0,1-1-2 0,3-2-1 16,1 0-3-16,-1-2 2 0,4 0 1 0,-1-2-5 15,0 1 1-15,1-2-5 0,1-3 5 16,-2 0 2-16,1 1-8 0,3-3 11 0,-7 1 15 0,1-3 12 16,1 3 7-16,-4-2 12 0,2 2 6 0,-1 0 10 15,-1 0 4-15,-1 0 3 0,-1 0-13 0,3 0-4 16,-1 1-8-16,-3 2-7 0,1-1-9 0,-2 3-5 16,2-3-16-16,-2 3-12 0,0 0-8 15,0 0-11-15,0 0-14 0,0 11-13 0,0-8-6 0,0 4-16 16,0-1-10-16,3 2-15 0,-1-1-15 0,-2 0-18 15,4 2-15-15,-2 0-21 0,4 0-12 0,-1 0-26 16,2 1-18-16,-3-4-6 0,3 0-20 0,-2-4-166 16,3 2-432-16,1-3 193 0</inkml:trace>
  <inkml:trace contextRef="#ctx0" brushRef="#br0" timeOffset="72638.95">29571 2055 50 0,'3'-6'128'0,"1"-2"14"0,0 0 22 0,-3 1 4 16,-1-4 12-16,3 5 2 0,-1 0 1 0,0 1-6 15,2-1-3-15,-2 2-11 0,-1 0-11 16,-1 4-14-16,3-6-18 0,-3 6-3 0,1-3-24 16,-1 3-14-16,0 0-1 0,0 0-10 0,12 8-5 0,-5-5-9 15,-3 2-6-15,0 2-2 0,2-1-5 0,0 0-3 16,0 4-5-16,-2-2 1 0,4 2-9 0,-1-2-1 16,-3 1-2-16,-1-2-1 0,2-1-5 15,-3-1 2-15,0 2-2 0,1-2-2 0,0 0-3 16,-2-1-2-16,-1-4 2 0,0 6-3 0,0-6 2 0,0 4-2 15,0-4-3-15,0 0 3 0,-8 1-2 0,8-1-2 16,0 0 3-16,0 0-2 0,-8-8 3 0,8 8-4 16,-3-7-2-16,3 7-7 0,3-6-8 15,4 3-8-15,-3-2-14 0,1 0-8 0,6 0-11 16,3-2-16-16,2 1-9 0,3-1-25 0,3-1-6 16,8 1-14-16,-2 0-9 0,1 0-5 0,2 0 4 0,-1 1 10 15,-1 1 13-15,1 2 17 0,-9 2-2 0,2-3 15 16,-5-1 11-16,1 4 20 0,-5-1 44 0,-3 0 4 15,-2 2 33-15,-5-2 20 0,3 1 2 16,0-2-4-16,-4-1-10 0,-3 4 2 0,0 0-8 16,0 0-1-16,0 0 4 0,-14-6 4 0,7 6 3 0,-2-2 5 15,0 4 6-15,-7-2 0 0,3 1 5 0,-2 0-4 16,-4 2-5-16,4-1 1 0,-3 4-8 0,0-1-1 16,5 0-5-16,-4 2-4 0,4 1-1 15,3-2-6-15,-1 2 0 0,1 0 5 0,3-1-8 16,-1 4-3-16,3-5-1 0,1 0 2 0,-1 0-7 15,4 0 4-15,-3 1 1 0,4 1-3 0,0-1 1 0,2-2-1 16,1 0 0-16,6 1-1 0,-4-3-4 0,4-1 4 16,3 2-4-16,1-2 0 0,0-1-1 15,2-2-2-15,4 2 0 0,0-5-11 0,-5 1-3 16,5-2-9-16,-2-2-3 0,1 0-1 0,0-4-10 16,-3 0 3-16,1 0-7 0,-5-2-3 0,5-1 1 0,-5-3 1 15,0 4 3-15,-3-4 5 0,1-1 1 0,-5-1 13 16,-2-1 10-16,0 1 19 0,-1 1 16 15,-2-1 21-15,-1 1 11 0,1 1 11 0,-2-1 17 16,1 5-2-16,2-3 4 0,-5 3 12 0,1 2 8 16,2-1 1-16,-1 1-2 0,0 4-9 0,-1 1-1 0,4 0-13 15,-3 0-12-15,3 2-12 0,0 4-7 0,-4-3-9 16,4 3-9-16,0 0-4 0,0 0-2 0,-7 7-9 16,3 2 1-16,2-1-3 0,0 2-8 15,1 2 7-15,-1 1-5 0,0 5-5 0,-2-3 0 16,4 4-2-16,-3-1-2 0,3-2 7 0,0 2-10 0,0 2 4 15,4-2-5-15,-4 1 7 0,3-1-5 0,-1 0 1 16,1-1 0-16,-1-5-8 0,0 1 2 0,5 3-5 16,-4-4-13-16,2-2-3 0,1 1-11 15,2-2-16-15,-3-1-18 0,4 0-22 0,1-1-35 16,0-1-41-16,1-2-37 0,2-1-56 0,-3-1-49 16,2-1-220-16,2-1-566 0,0 0 250 0</inkml:trace>
  <inkml:trace contextRef="#ctx0" brushRef="#br0" timeOffset="74763.08">30624 2210 24 0,'0'0'437'0,"0"0"-9"15,9-1-23-15,-9 1-32 0,0 0-31 0,0 0-35 16,0 0-26-16,0 0-28 0,0 0-34 0,0 0-25 16,0 0-32-16,6 2-2 0,-6-2-16 0,-1 7-14 15,1-7-26-15,-3 8-38 0,3-3-57 0,0 0-55 16,0 0-47-16,-2 3-56 0,2-2-85 0,2 2-89 16,-2-2-210-16,3 1-576 0,4-1 255 0</inkml:trace>
  <inkml:trace contextRef="#ctx0" brushRef="#br0" timeOffset="75331.32">31309 1980 295 0,'3'-4'310'15,"-3"0"-19"-15,0 4-19 0,6-4-29 0,-6 4-27 0,0 0-27 16,1-2-20-16,-1 2-20 0,0 0-14 16,0 0-12-16,0 0-11 0,-10 13-9 0,4-8-13 15,0-3-7-15,-2 7-4 0,-1-6-16 0,-2 5-1 16,1-4-8-16,-1 1-7 0,2 1 1 0,-5-2-2 16,3-1-7-16,-1 0-10 0,1-3 3 0,-2 1-8 15,2-2 2-15,3 0-6 0,-4-3 2 0,3-1-1 16,0-2-1-16,-1 0 4 0,5-1-4 0,1-3-7 15,1 1 3-15,3-3-4 0,1-2 2 0,1-1-5 16,2-1-1-16,1 1 1 0,2 0 2 0,0-1-1 16,1 2-2-16,4-1 3 0,-6 5-4 0,5-5 6 15,-5 7 11-15,-1-3 2 0,2 6-4 0,-1-5-8 16,-2 8 5-16,0 0-6 0,2-1-4 0,0 3 0 16,-6 1-7-16,13 5 4 0,-7-2-5 0,1 5 10 15,4 3-11-15,-3 2 3 0,1 2-6 0,1 2 5 16,-3 0 2-16,0 4-2 0,3 3 2 0,-4-3-1 15,-2 6-4-15,0-7 1 0,-1 2 0 0,0-1 1 16,-3-1 3-16,-2 7-3 0,0-8-1 0,2 1 1 16,-3-3-1-16,-1 1 1 0,0 0-2 0,-3-2 2 15,0-4-3-15,3 1 3 0,-1-4-1 0,-5 1 0 16,4 1 1-16,-4-4 2 0,0-2 5 0,-3 0-9 16,3 1 5-16,-5-4-1 0,4-1 6 0,0 2-3 15,-1-2-1-15,1-2 3 0,0 1 10 0,-1-1-10 16,1-1-6-16,4-1-2 0,2 0-14 0,-3-1-19 15,4-1-25-15,0-1-37 0,1 1-40 0,3-2-49 16,3-2-60-16,2-1-60 0,6-3-160 0,1-2-502 16,4-1 222-16</inkml:trace>
  <inkml:trace contextRef="#ctx0" brushRef="#br0" timeOffset="75616.09">31576 1752 306 0,'0'0'306'0,"0"0"-34"15,0 0-20-15,0-4-31 0,0 4-25 0,0 0-22 16,0 0-19-16,-9 10-14 0,6-2-13 0,-3 1-10 16,4 4-14-16,-3 5-6 0,-4 0-14 0,2 0-2 15,3 1-10-15,-3 5-8 0,2-2-3 0,1-2-11 16,-1 6 2-16,3 2-9 0,2-8 0 0,0 6-3 15,2-5-5-15,2-1-1 0,-2 1-6 0,1-2 1 16,6-1-3-16,0 1-16 0,-4-2-25 0,1-6-27 16,2 1-31-16,-1-5-39 0,-1 1-50 0,1-4-51 15,4 1-222-15,-4-3-470 0,1-2 207 0</inkml:trace>
  <inkml:trace contextRef="#ctx0" brushRef="#br0" timeOffset="75783.34">31595 1986 174 0,'-3'0'320'16,"3"0"14"-16,-1-5-24 0,-2 3-17 0,3 2-17 15,0 0-27-15,-1-7-19 0,1 7-33 0,0 0-12 16,8-1-20-16,-8 1-35 0,11 1-33 0,1 3-42 16,-1 0-52-16,-1-1-55 0,3 0-65 0,2 1-77 15,4-2-249-15,-1 2-479 0,2 1 212 0</inkml:trace>
  <inkml:trace contextRef="#ctx0" brushRef="#br0" timeOffset="76586.16">32167 1943 200 0,'0'-8'278'0,"0"-1"-6"0,-2 0-14 0,2 4-19 0,-2 0-17 16,2-1-26-16,-5 0-22 0,1 2-18 0,-1 2-18 15,5 2-13-15,-16 0-13 0,6 4-10 0,-4 1-12 16,1 1-9-16,-4 6-7 0,1 1-9 0,0 3-4 16,-2 5-7-16,1 1-3 0,3 2-6 15,1 0-3-15,3 2-8 0,2-1 8 0,5-4-11 0,0 1-4 16,4 6-6-16,4-7-2 0,-3-2-3 0,7 1-8 16,-2-2-11-16,4 1-8 0,3-4-5 0,1 1-12 15,-1-3-14-15,3-4-1 0,-2 1-3 0,4-4-5 16,0-3 0-16,-8 0 3 0,7-3 9 0,-5-2-3 15,1 1 10-15,-2-3 2 0,-1-1 4 16,-4-2 13-16,4 2 17 0,-6 0 17 0,2-3 14 0,-4 1 14 16,0 3 10-16,1-3 4 0,-2 1 7 0,2 1-1 15,-4 1 9-15,3 1-13 0,-3 3-10 0,1-6-6 16,-1 6-10-16,-2-4-2 0,2 4-7 0,0 0-2 16,0 0 0-16,0 0-6 0,0 0-5 15,-12 10-1-15,9-7 2 0,2 1-8 0,-1 1-2 0,2 1-9 16,-3 1-1-16,6-2-4 0,-3 0-6 0,3 2-6 15,0-2-8-15,-1-1-4 0,2 4-6 0,3-3-9 16,-1 0-4-16,-1-3-9 0,2 2 5 0,1-2-9 16,-3 0 9-16,2-2 0 0,0 0 5 15,-7 0 6-15,12-2 0 0,-5-4 4 0,-4 4 7 16,0-3 2-16,1 0 4 0,-2-3 3 0,0 3 2 0,1-5 4 16,-3 0 10-16,0-1 5 0,-2 1 8 0,2-1 6 15,-1 1 5-15,-1 0 14 0,2 0 3 0,0-1 7 16,0 1-1-16,0 3 0 0,0 0-6 15,2 0 0-15,1 1-7 0,-1 0-4 0,3 1-2 16,0 0-5-16,1 0-3 0,0 3 0 0,2 1-1 0,2 1-6 16,1 3 1-16,2 1-1 0,-3-1-1 0,-1 2 0 15,6 0-5-15,-7 2 2 0,3 0-1 0,-2 1 1 16,1 1 1-16,0 0 1 0,-1 0-6 0,-1-1 2 16,-1 1-1-16,1 2-1 0,-5-2-2 15,1 3-6-15,0-7-9 0,-1 5-8 0,-2-4-5 0,1 1-11 16,-4 1-6-16,2-3-11 0,-3 1-14 0,2-2-20 15,0 2-14-15,-2-3-20 0,2 0-11 0,0 2-9 16,1-5-15-16,-3 2-10 0,3-2-3 16,0 0-127-16,0 0-327 0,0 0 144 0</inkml:trace>
  <inkml:trace contextRef="#ctx0" brushRef="#br0" timeOffset="76870.5">32664 1831 48 0,'-3'-11'333'0,"-2"-2"-5"15,2 9-13-15,3-1-17 0,-2-3-32 0,0 5-24 16,1-1-31-16,1 4-24 0,0 0-18 0,0 0-18 16,0 0-13-16,-4 18-12 0,4-7-17 0,0 2-9 15,-2 8-11-15,4-2-9 0,-2 6 4 0,3 4-17 16,-2-1-10-16,2-3-5 0,-2 5-3 0,0-4-6 15,2 0-1-15,-3-4-14 0,5-1-24 0,-3-1-17 16,-1 1-23-16,-1-3-23 0,0-5-34 0,3 0-28 16,-3 0-31-16,1-4-38 0,2 1-20 0,-2-3-26 15,2-1-182-15,-3-2-452 0,2 0 199 0</inkml:trace>
  <inkml:trace contextRef="#ctx0" brushRef="#br0" timeOffset="77188.28">32690 2084 64 0,'5'-4'164'0,"-2"1"-12"0,3 0-12 16,1 2-17-16,1 1-12 0,-2-1-15 0,8 3-1 15,1 0-12-15,-1 1-13 0,5 0 0 0,-6 0-7 16,6 1-5-16,0-1-10 0,-7 2 2 0,2-3-7 16,1 3-6-16,-3-4-9 0,-1 2-1 0,-1-3 4 15,-5 1 14-15,-1 0 12 0,0 1 6 0,-4-2-4 16,0 0-6-16,0 0-5 0,0 0 28 0,0 0 4 15,0 0 6-15,0 0 7 0,0 0 9 0,-15-10 0 16,7 8-4-16,4 1-9 0,4 1-5 0,-13 0-8 16,13 0-13-16,-10 3-4 0,3 0 3 0,3 1-9 15,2 0-1-15,-4 6 5 0,3-5-3 0,0 6 0 16,3-4-2-16,-1 5-6 0,1-2-1 0,1 2 0 16,-1-1-5-16,0 1-3 0,3 1-4 0,-1-2 1 15,-1 2-9-15,3-1-10 0,-2 0-38 0,-1 0-60 16,-2 0-59-16,1-4-99 0,-6 2-277 0,-1 1-559 15,-4-4 248-15</inkml:trace>
  <inkml:trace contextRef="#ctx0" brushRef="#br0" timeOffset="80382.85">7505 3784 225 0,'5'-6'311'0,"1"2"1"0,-4-3-6 15,1 0-5-15,1 1 1 0,4-1 11 0,-4 1-24 16,-2-1 2-16,-1 2 1 0,3-1 1 0,-4 0-10 15,0 1-8-15,1 1-11 0,-1 1-18 0,0 3-16 16,0-7-19-16,0 7-21 0,-1-5-16 0,1 5-19 16,-3-5-12-16,3 5-19 0,0 0-12 0,0 0-11 15,-13 1-13-15,6 4-10 0,-1 2-9 0,-2 0-6 16,0 2-5-16,3 2-8 0,-4 2 1 0,-3 2-15 0,5 0 1 16,-4 2-9-16,4-3-2 0,2 3-2 15,0-2 0-15,3 4-7 0,-2-6-2 0,4 4-5 16,2-1 3-16,0-3-5 0,5 0-1 0,-2 0-9 15,1-2-13-15,3 1-10 0,0-1-8 0,6 2-11 0,-3-4-18 16,2 0-23-16,6-3-12 0,5 5-22 0,-4-9-26 16,4 2-12-16,-2-4-31 0,-1-1-20 15,-1-2-20-15,4-1-21 0,1-1-20 0,-6-1-22 16,1-2-26-16,1-4-12 0,-2 4-10 0,-1-3-202 16,-4 1-586-16,-3 0 260 0</inkml:trace>
  <inkml:trace contextRef="#ctx0" brushRef="#br0" timeOffset="80633.73">7828 3849 78 0,'0'0'161'15,"0"0"11"-15,0 0 11 0,0 0 6 0,0 0 2 16,0 0-3-16,0 0-5 0,0 0-1 0,0 0-17 16,0 0-12-16,0 0-8 0,0 0-6 15,0 0-10-15,0 0-3 0,-1 16-8 0,1-16 2 0,0 6-17 16,0-2-8-16,-3 0-7 0,3 1-11 0,3 0-3 15,-3 1-5-15,1 1-8 0,-2 0-7 0,2 1-4 16,-1 2-4-16,3-2-2 0,-3 2-3 0,0 0-2 16,2 2-4-16,-1-7-13 0,2 3-9 15,-1-1-38-15,2-2-33 0,-1 3-42 0,0-3-56 0,2-3-59 16,2-1-73-16,-7-1-161 0,7-1-486 0,-7 1 215 16</inkml:trace>
  <inkml:trace contextRef="#ctx0" brushRef="#br0" timeOffset="80834.43">7853 3754 115 0,'0'0'360'0,"-7"-1"-11"0,7 1-8 16,0 0-15-16,-4-2-28 0,4 2-21 0,0 0-38 15,0 0-13-15,-8-3-24 0,8 3-19 0,0 0-44 16,0 0-30-16,0 0-41 0,0 0-37 0,0 0-46 15,0 0-55-15,0 0-72 0,0 0-81 0,0 0-247 16,19 5-507-16,-19-5 225 0</inkml:trace>
  <inkml:trace contextRef="#ctx0" brushRef="#br0" timeOffset="81352.92">8027 3943 76 0,'0'0'255'0,"3"2"-1"0,-3-2-5 16,0 0-6-16,0 0-5 0,0 0-19 0,9-1-21 15,-9 1-17-15,6-4-16 0,-2 2-13 0,-3-2-14 16,7 1-11-16,-7-1-12 0,5-1-14 0,-2 2-9 15,0-3-7-15,0 1-7 0,2 0-5 0,-1 0-7 16,-1 0 1-16,-1 0-3 0,1 0 9 0,0 1-11 16,-1 0-4-16,1 1-1 0,-3-2-1 0,2 4-8 15,-3 1-11-15,4-4 2 0,-4 4-12 0,0 0-6 16,4-2-2-16,-4 2-8 0,0 0 6 0,10 5-3 16,-8-3 0-16,0 6-5 0,2-3 4 0,-1 3-6 15,3 2 1-15,0 0 12 0,-1 3-15 0,4 1 1 16,-4 3 1-16,6 0 3 0,-3 1-7 0,0 2 0 15,1-1 2-15,0 0 1 0,-1 2-5 0,0 4 2 16,1 2-4-16,0 1 6 0,-4-4-5 0,1 0 3 16,-5-7 2-16,4 3 1 0,-5-2-3 0,0-2 2 15,0-1 7-15,-3-2 11 0,0-3 19 0,-3-2 40 16,3 0 39-16,-2-2 24 0,-2-2 28 0,-1 1 24 16,-1-2 10-16,-2 0 3 0,-3-7 3 0,2 3-1 15,-8-6-2-15,4-1-6 0,0-3-2 0,1 1-17 16,-1-3-17-16,4-4-11 0,1-1-14 0,1-1-19 15,-4-7-25-15,9 1-30 0,-3-2-39 0,5 1-49 16,2 0-51-16,4 5-57 0,-2 1-54 0,8-8-63 16,-2 8-65-16,3 4-59 0,-3-1-59 0,6 4-79 15,-2-5-311-15,0 7-884 0,0 0 392 0</inkml:trace>
  <inkml:trace contextRef="#ctx0" brushRef="#br0" timeOffset="81704.16">8163 3684 95 0,'0'0'343'0,"0"0"-26"15,0 0-31-15,0 0-23 0,0 0-31 0,0 0-25 16,0 0-16-16,0 0-19 0,0 0-17 0,-3 8-17 15,3-8-15-15,0 6-12 0,3-2-11 0,-3-4-11 0,4 5-6 16,-1-1-8-16,1 0-6 0,0 0-6 0,-1 0-9 16,-1-2 1-16,1 1-7 0,0-1-6 15,-3-2-3-15,3 4-1 0,-3-4-3 0,5 2-3 16,-5-2 3-16,4 2 0 0,-4-2-8 0,0 0 2 16,7-7 3-16,-7 7 1 0,1-5-2 0,-1 5-6 0,-1-6 2 15,1 6-6-15,-4-5-9 0,3 1 2 0,-1 0-1 16,-1 0-10-16,3 4-28 0,-5-5-30 0,5 5-39 15,-4-3-39-15,4 3-54 0,-6-1-57 16,6 1-56-16,0 0-159 0,-9 4-498 0,9-4 220 16</inkml:trace>
  <inkml:trace contextRef="#ctx0" brushRef="#br0" timeOffset="84681.3">8789 3587 309 0,'1'-19'353'0,"1"2"13"0,0 0 9 0,-2 6-5 16,1 0 10-16,-2 2-11 0,2 0-19 0,-1 5-12 15,3-1-26-15,-3-2-31 0,0 3-30 0,0 4-35 16,0-5-26-16,0 5-21 0,0 0-18 0,0 0-15 16,14 16-13-16,-10-7-12 0,1 4-11 0,2 5-11 15,3 0-5-15,-4 3-13 0,0-1-2 0,5 6-5 16,-6-1-8-16,3 3-7 0,-3-7-16 0,0 0-28 16,3-1-32-16,-1-1-34 0,-3 1-34 0,3-4-38 15,-3 2-24-15,7-2-36 0,-7 0-46 0,-2-2-46 16,4-3-55-16,-1-1-50 0,-2-3-252 0,4-1-695 15,-5-1 307-15</inkml:trace>
  <inkml:trace contextRef="#ctx0" brushRef="#br0" timeOffset="85082.71">8764 3776 94 0,'-5'-4'305'0,"5"4"-6"0,-3-2-9 0,3 2-19 15,-5-3-22-15,5 3-26 0,0 0-9 0,0 0-26 16,9-6-22-16,-2 5-15 0,0 0-15 0,-2-2-16 16,3 1 2-16,0 2-20 0,5-1-10 0,-1 2-17 15,0-1-3-15,2 2-5 0,-2-1-6 0,2 1-11 16,0 0-3-16,4 1-4 0,1 2 2 0,-1-2-14 16,-2 4 2-16,-2-3-6 0,1 0-4 0,-4 2-4 15,2-1-6-15,-2 3 13 0,2-3-14 0,-3 3 2 16,1-2 0-16,-3-2-2 0,2 1-1 0,-1 0-2 0,-2-2-5 15,0 0 14-15,0 0-11 0,-3-1-1 16,0 2 6-16,3-1-1 0,-3-2 17 0,-4-1 26 16,5 3 24-16,-5-3 7 0,8 1-1 0,-8-1 8 15,6-5 6-15,-2 2-3 0,0-2 3 0,-3 3 6 0,2-2-2 16,0-1-4-16,-3-3-6 0,1 3-5 16,1-4-5-16,-1 1-5 0,0 1-4 0,-1-2-10 15,0 0-4-15,-2-2-4 0,-1 5-10 0,0-4-15 16,-1 5-16-16,-1-2-25 0,3 1-41 0,-3 1-41 0,-5-3-52 15,4 4-39-15,-1 3-39 0,-2 0-36 0,0 1-39 16,9 0-46-16,-14 1-301 0,6 4-699 16,-3 0 309-16</inkml:trace>
  <inkml:trace contextRef="#ctx0" brushRef="#br0" timeOffset="85935.71">9831 3772 96 0,'1'-7'279'0,"-1"-5"-17"0,0 2-11 0,-1 0-10 15,-1 0-10-15,-1-2-24 0,-1 2-15 0,0 3-17 16,1-3-19-16,-1 1-14 0,-2 0-11 0,2 4-12 15,-5-4-14-15,1 5-10 0,-1 2-12 0,-1-1-10 16,-1 1-3-16,1 2-11 0,-4 0 5 0,-1 4-12 16,1-2-13-16,5 1-2 0,-5 3-2 0,3 2-5 15,-4-2-6-15,7 3 0 0,-1-1 0 0,0 2-6 16,0 0-1-16,4-1-2 0,0 0 0 0,4-1-3 16,0-2-1-16,1 2 0 0,0-3-1 0,2 2-5 15,4-1 4-15,-2-1 0 0,4 0-3 0,-4 0 0 16,4-1 1-16,2 0 0 0,3 1-7 0,1 0 2 15,-3 2-1-15,1-5 3 0,2 3-5 0,2-1 4 16,-4 3 2-16,7-1-6 0,-2 3 3 0,0 0-3 16,-1-1-1-16,1 3 1 0,1 1-2 0,-2 1 0 15,0 0 2-15,-2 4 2 0,2-1-5 0,-2 1 5 16,3 5-1-16,-7-2 7 0,4 4-10 0,-2 0 1 16,-4-5 1-16,0 7-1 0,-3-6 2 0,-2 0 1 15,0 0-3-15,-3-1 4 0,0 0-1 0,0-6 2 16,0 0 1-16,0 1 6 0,-3-2 19 0,-2-1 12 15,1-1 14-15,-3-2 28 0,3-1 36 0,1-1 28 16,-5-2 27-16,0-1 17 0,1 0 15 0,-2-3 3 16,-5 0 1-16,0-2-3 0,5-4-18 0,-6 0-15 15,3-2-13-15,-6-4-18 0,4-1-1 0,1-3-23 16,-1-1-9-16,4-3-14 0,-3-4-9 0,2-3-28 16,7 0-25-16,-1-4-30 0,2-1-33 0,6 2-40 15,1-4-36-15,7 2-13 0,0 3-2 0,-1 2-15 0,4 4-1 16,2-2-1-16,-2 10 5 0,-2 3 8 0,3-4 8 15,0 5 12-15,1 3 2 0,1 2 13 16,3 0 10-16,-1 2 3 0,-6 2 7 0,0 1 7 16,-1 1 7-16,-1-2 3 0,0 4 7 0,-1 0 4 0,-2 2-3 15,1 3 7-15,-2-1 7 0,1-1 1 0,-2 3 3 16,-1 0-1-16,3 1 4 0,-5 0 14 0,5 2-16 16,-4-2 5-16,3 2 6 0,1 1 3 15,-2-3-1-15,2 1 3 0,0-1 0 0,0 0 5 0,0-2-2 16,-2 1 0-16,-1-3 4 0,2-1 11 0,1 0-8 15,0-1-1-15,-1-2 1 0,0-1 4 0,-7 0 15 16,19-4-6-16,-12 1-9 0,0 0-2 0,-1-5 5 16,0 1 4-16,-1 0-1 0,1-2 2 15,-4-1-5-15,0 0 1 0,-2-3-2 0,-2 1 5 0,-3 0-12 16,2-2 12-16,-4 1-10 0,-6 1 3 0,2-2-4 16,3 6-7-16,-4-1 9 0,-1 0-4 0,-3-1-4 15,4 5-9-15,1-1-33 0,-4 3-34 0,4 0-32 16,0 3-37-16,0 0-40 0,2 0-61 0,3 1-47 15,-3 1-224-15,3 1-565 0,4-1 250 0</inkml:trace>
  <inkml:trace contextRef="#ctx0" brushRef="#br0" timeOffset="86437.48">10879 3688 2 0,'10'-5'235'0,"-1"-2"-5"0,-1 0-2 0,-1-1-12 15,4-3-13-15,0-4-14 0,-3 0-6 0,0 0-13 16,0-1-16-16,-1 1-8 0,-1-3-6 0,-2 0-7 15,1 0-8-15,-2-1-4 0,0 3-10 0,-3-2-3 16,0 3-2-16,-2 1-1 0,1 2-3 0,-2 0-15 16,-1 1 0-16,0-1-2 0,0 3-9 0,0 1-4 15,-3 1 11-15,4 0-24 0,-7 1-7 0,3-1-14 16,-3 6 1-16,-1-1-3 0,2 3-6 0,-2 1-5 16,-1 6-4-16,2 0-4 0,-5 2-2 0,2 5-4 15,6 3 12-15,-3 0-9 0,-1 7-2 0,3 1-5 16,4 4 0-16,4-1-2 0,1 1 1 0,2 0 5 15,3 3-6-15,4 1 2 0,-1 3 0 0,3-1 4 16,1 1-3-16,1-1-4 0,1 1 2 0,6 9 0 16,-5-14 1-16,0 3 0 0,0 0 1 0,-2-2 3 15,2-2-9-15,-5 2-1 0,1-4 7 0,-1 0 0 16,0-4-2-16,-1-3 0 0,-2-6-3 0,-4-3 0 16,0 0 2-16,-3-2-3 0,2-1-5 0,-1-3-16 15,-2-1-6-15,1-3-14 0,2 1-42 0,-3-4-43 0,0 0-51 16,0 0-62-16,-14-9-53 0,6 1-221 0,2-3-553 15,-4-4 245-15</inkml:trace>
  <inkml:trace contextRef="#ctx0" brushRef="#br0" timeOffset="86638.18">10870 3867 264 0,'-6'-4'388'0,"6"4"-1"0,-4-2 5 0,4 2-4 15,-1-4-17-15,1 4-13 0,-7-3-20 0,7 3-21 16,0 0-37-16,3-6-25 0,-3 6-27 0,9-3-24 16,-5 1-26-16,3 1-31 0,1-2-30 15,6 2-36-15,0-3-47 0,6 0-42 0,-5 3-59 0,5-2-50 16,3 2-63-16,-5-1-73 0,4-3-85 0,-3 1-290 16,0 2-679-16,1-2 300 0</inkml:trace>
  <inkml:trace contextRef="#ctx0" brushRef="#br0" timeOffset="87758.79">11087 3754 92 0,'-7'-1'339'15,"7"1"-17"-15,0 0-22 0,0 0-25 0,0 0-15 16,0 0-35-16,0 0-25 0,0 0-20 0,0 0-19 15,21 3-18-15,-12-2-13 0,0 2-13 0,0 1-13 16,5 1-19-16,-3-2 11 0,2 4-17 0,3 1-14 16,-2-3 3-16,0 5-14 0,-3-4-4 0,2 0-5 15,-2 4-3-15,1-4-6 0,3 6-3 0,-9-6-13 16,2 1-10-16,-1 0-7 0,-2-2-6 0,-1 1 0 16,-1 0-3-16,0-1-5 0,-2 0 5 0,0-1-2 15,-2 0-1-15,1-4 0 0,-3 5 3 0,-1-4 0 16,4-1 2-16,-7 3 1 0,7-3 6 0,-9 0 0 15,9 0-1-15,0 0 5 0,0 0 1 0,-4-5 1 16,-2 1 1-16,5-2-1 0,0 1 1 0,2 0-3 16,-1 0 1-16,3-1-5 0,1-2 3 0,0-4-1 15,1 5-2-15,2-4 3 0,0 4-6 0,-2-2 0 16,6 0 4-16,-3 0-1 0,-2 4-2 0,-1 1 3 16,-1-1-4-16,6 3 2 0,-6-2-1 0,-1 2-3 15,2 0-4-15,-5 2 1 0,7-3 0 0,-7 3 1 16,0 0-5-16,13 3 4 0,-10 1 1 0,1 0 0 15,0-1-1-15,-1 1 6 0,1 2-3 0,3 0 3 16,-3 0-3-16,3 0-6 0,0 2-1 0,-2-3-6 0,3 1-5 16,3 1-5-16,0-2-3 0,-4-2-5 15,6 0 2-15,-3 2-3 0,3-2 8 0,-2-1-5 16,2-1 1-16,-5-4 3 0,0 3 2 0,0-3 3 16,-2-2 0-16,-1 2 4 0,-1-1 1 0,-3-1 1 0,2-2-1 15,-3 3 4-15,0-2-1 0,-4-2 4 0,0 1 2 16,-3-4-2-16,-1 5 5 0,-4-1 1 15,4-1 2-15,-9 1 3 0,5 1 1 0,0 1-3 16,1 1 2-16,-4 1 0 0,3 1-2 0,-3 1 2 0,1 1 1 16,6-2-3-16,-3 2 3 0,3 0-4 0,1 2-1 15,7-2-9-15,-12 2-12 0,12-2-9 0,-4 3-6 16,4 0-8-16,0-3-13 0,0 0-20 0,13 7 2 16,-6-4-12-16,4-1-7 0,3-1 2 15,-1 2 5-15,6-3 3 0,1 0 3 0,-2 0 16 0,1-1 4 16,-1 1 0-16,-2-2 12 0,-2 0 6 0,1 1 14 15,-1-2 19-15,-2 1 29 0,-4 0 17 0,0 2 20 16,-1-1 12-16,1-2 8 0,-8 3 0 16,8 0-1-16,-8 0-8 0,6-2-6 0,-6 2-7 0,0 0-8 15,7 2-4-15,-7-2 0 0,2 4-9 0,-2-4-3 16,3 4-2-16,-3 1-2 0,2-2-3 0,-1 3-2 16,-1-1-3-16,0 0-4 0,5 2 5 0,-4-3-3 15,2 5-2-15,1-5-1 0,-1 3 4 0,1 1-4 16,-1-5-2-16,2 4 1 0,-1-2-4 0,0-1 3 15,1 0 2-15,-1-4 11 0,0 2 11 0,1-1 4 16,-5-1-1-16,0 0 1 0,12-2-5 0,-8 1 0 16,1-3 6-16,-1 0-6 0,-2-3 2 0,4 4 3 15,-5-2 9-15,3 0 1 0,2-2 6 0,-2 2 2 16,-3 0-4-16,3-1 0 0,-1 3 0 0,-2-2-5 16,3 1 0-16,-1 0-4 0,-1 2-8 0,-1-2 1 15,-1 4-7-15,5-4-13 0,-5 4 3 0,1-3-1 16,-1 3 0-16,0 0-9 0,0 0 13 0,0 0-9 15,10 7-4-15,-6-5 0 0,-4-2-1 0,4 4 10 16,-1 0-12-16,3 0-1 0,-4 1-1 0,2-3 3 16,0 3 0-16,0-3-1 0,-1 2-1 0,-3-4 2 15,4 3-4-15,-4-3 2 0,3 2 1 0,-3-2-1 16,6 2 6-16,-6-2 29 0,0 0 20 0,6 1 30 16,-6-1-15-16,0 0-2 0,0 0 13 0,7-6 1 15,-7 6 2-15,3-3 3 0,-1-1-1 0,0-1 1 16,2 3-7-16,-4 2-10 0,9-5-6 0,-6 1-7 0,0 3-7 15,1-1-2-15,0-1-10 0,-4 3-1 16,8-4-8-16,-5 3-3 0,-3 1-3 0,15 1-23 16,-8-1-14-16,0 1-27 0,2-1-36 0,-1 3-33 15,3 0-31-15,0-1-45 0,-3 2-45 0,2 1-67 0,2-2-77 16,-3 1-261-16,0-2-686 0,-1 2 304 0</inkml:trace>
  <inkml:trace contextRef="#ctx0" brushRef="#br0" timeOffset="88494.71">12496 3578 250 0,'0'0'353'0,"-3"-4"-11"16,3 4-12-16,0 0-27 0,0 0 0 0,0 0-22 15,0 0-32-15,0 0-17 0,0 0-29 0,6-5-28 16,-6 5-9-16,0 0-25 0,8 1-12 0,-8-1-6 16,10 3-19-16,-5-2-11 0,3 1-11 0,-2 1-9 15,-1 1-11-15,5 1 2 0,-5-1-14 0,3 2-1 16,1 1-11-16,-3-2-7 0,0 0 3 0,-2 2-7 15,1-1 3-15,-1 0-8 0,-1 1-5 0,0-1 2 0,0 1 4 16,-3 5-8-16,1-7 5 0,-1 5-1 0,1-2-7 16,-1 4 13-16,-1-2-15 0,0-2-4 15,-1 2-1-15,0-1 1 0,0-1 5 0,1 0-5 16,1 2-5-16,-2 0 4 0,2-4 0 0,0 2-2 0,2-1 17 16,-2 0-4-16,3-1 5 0,-2-1 23 0,3 1-1 15,1 0 1-15,-1-4 14 0,2 2-7 0,1-1 0 16,1 1-5-16,5-3-2 0,-3 1-8 0,3-2 1 15,0-2-5-15,-1 1-3 0,3-3-7 0,-3 1-19 16,0-1-23-16,1 0-32 0,-1-3-35 0,1 0-39 16,-3-1-47-16,1-1-42 0,-4 0-65 0,1-2-64 15,-1 1-298-15,-6 0-694 0,-1-3 307 0</inkml:trace>
  <inkml:trace contextRef="#ctx0" brushRef="#br0" timeOffset="88862.16">12537 3427 274 0,'0'0'292'0,"-4"2"-14"15,4-2-17-15,0 0-25 0,0 0-23 0,0 0-21 16,0 0-7-16,0 0-32 0,-7 4-13 0,7-4-12 15,0 4-18-15,0-4-7 0,0 4-6 0,-3 0-3 16,3-4-18-16,3 6-5 0,0-2-7 0,-2-1-5 16,2 2-3-16,-2-1-7 0,2-3-9 0,-3-1 1 15,7 5 0-15,-4-4-5 0,2 0 0 0,-1 0-6 16,-4-1-1-16,8 0 1 0,-8 0-2 0,9-2-4 16,-9 2-1-16,5-4 3 0,0 1-5 0,-2 1-4 15,0-3 0-15,-2-1-6 0,-1-1 0 0,0 2-2 16,-1-1-3-16,1-2 2 0,-2 4-4 0,1-1 3 15,-3 1-2-15,0-1-6 0,1 1-6 0,1 2-18 16,-3-2-23-16,5 4-17 0,-8-3-23 0,3 3-26 0,5 0-41 16,-15 3-52-16,11 0-56 0,-2 2-180 15,-1-2-481-15,6 1 213 0</inkml:trace>
  <inkml:trace contextRef="#ctx0" brushRef="#br0" timeOffset="89481.38">13439 3337 129 0,'-4'-5'322'0,"1"0"7"16,-1 1 11-16,1-3 12 0,2 3 4 0,-2-1 1 15,2 0-4-15,-2-2-7 0,3 1-13 0,-4 2-14 16,4-2-14-16,-2 3-21 0,0-1-11 0,2 4-23 16,0-6-24-16,0 6-25 0,0-6-25 0,0 6-22 15,0 0-18-15,0 0-18 0,0 0-13 0,0 0-10 16,0 0-8-16,7 12-8 0,-6-2-1 0,3 3-18 16,2 4-4-16,1 2-3 0,-2 2-7 0,2 0-5 15,2 6-6-15,-1 0 2 0,-1 0-5 0,0-7-7 0,1 9-17 16,-1-5-20-16,1 1-24 0,0-6-31 15,-1 1-33-15,-1-1-29 0,-1-1-40 0,3 1-26 16,0-3-28-16,-4-4-28 0,0-2-36 0,1 0-35 16,-1-3-47-16,-2-1-30 0,1-2-258 0,-3 0-710 0,5-1 314 15</inkml:trace>
  <inkml:trace contextRef="#ctx0" brushRef="#br0" timeOffset="89949.83">13342 3517 194 0,'0'0'288'0,"0"0"-5"0,-8-2-15 15,8 2-18-15,0 0-24 0,0 0-20 0,0 0-18 0,0 0-18 16,13-6-21-16,-13 6-11 0,20 0-15 0,-11 0-10 16,6 3-10-16,3 0-10 0,5-1-2 0,-1 3-16 15,1-2-7-15,0 2-12 0,-1-1-4 0,6 4-8 16,-5-4 2-16,-2 2-1 0,2-1-11 0,-4 1-4 15,0 0-6-15,-4-2-3 0,-3-2 2 0,2 2-3 16,-6-1-1-16,2-1-3 0,-2 1-4 0,-3-2 2 16,1 0-8-16,-1 1 15 0,-5-2-14 0,6 2 4 15,-6-2 5-15,5 3 2 0,-5-3 16 0,5 1 4 16,-5-1-1-16,0 0 0 0,0 0 9 0,7 3 3 16,-7-3-2-16,0 0 1 0,0 0-3 0,4 0 2 15,-4 0-5-15,0 0-7 0,0 0 2 0,11-2-6 16,-11 2-1-16,11-4-6 0,-3 3 1 0,-4 1 5 15,3-1-12-15,1-2 1 0,-2 1 3 0,-1-1-5 16,2 1-3-16,-3-1 0 0,4-1 8 0,-4 2-5 16,0-1 1-16,-4-2 1 0,3 3 5 0,1-3 3 15,-4 5-4-15,-5-7-12 0,3 2 9 0,-2 0-6 16,-2 1 16-16,-3 1-13 0,1-1-2 0,-3 1 0 16,-1 0 6-16,0-1-16 0,-2 0 2 0,3 2 1 15,-2 0-2-15,-1 0 1 0,3 2-35 0,1-3-36 0,1 3-42 16,1 0-40-16,5 2-39 0,-4 1-53 0,7-3-54 15,0 0-59-15,3 5-194 0,-3-5-588 16,11 3 261-16</inkml:trace>
  <inkml:trace contextRef="#ctx0" brushRef="#br0" timeOffset="90802.82">14279 3546 81 0,'0'0'265'16,"0"0"-19"-16,0 0-13 0,0 0-18 0,0 0-16 16,7 1-17-16,-7-1-15 0,0 0-13 0,0 0-15 15,0 0-13-15,0 0-10 0,0 0-4 0,0 0-8 16,0 0 2-16,0 0-4 0,0 0-5 0,0 0 7 16,0 0 3-16,0 0 8 0,0 0 9 0,0 0 4 15,0 0 1-15,6-2-12 0,-6 2-10 0,5-4-4 16,-2-2-13-16,1 4-9 0,3-2-7 0,0-1-8 15,-1 0-6-15,1 0-8 0,1-2 3 0,0-1-9 16,1-1-6-16,-4 2-4 0,3-1 8 0,-1 1-16 16,-3 2 2-16,4-4 12 0,-1 1-4 0,0 0 7 15,-3 2 3-15,0 0 2 0,0 2 1 0,0 0 5 16,0 0-2-16,-2 1-6 0,-1 0-4 0,-1 3-2 16,5-4-7-16,-5 4-10 0,0 0-8 0,0 0-1 15,0 0-1-15,0 0-4 0,0 0-2 0,6 10 7 16,-6-4-8-16,1 2 0 0,1 1-9 0,-1 4 6 15,2 0-2-15,-2 6 0 0,3-3 1 0,-2 1 0 0,2 3-6 16,4 6 7-16,-3 0 1 0,2 2-3 16,1 0 5-16,1-1-8 0,1 4 5 0,1-3-2 15,1 2 2-15,-1-1-8 0,3 2 7 0,-2-3 1 16,0 3-1-16,3-3-1 0,-4-2-1 0,-4 2 0 0,5-2-1 16,-5-2 5-16,-2-6 2 0,0 2-7 0,-3-6-5 15,1 3 7-15,-3-5-5 0,0-1 14 0,0 0 1 16,-1-2 18-16,-2-2 19 0,0 0 38 0,-1 0 36 15,-3-3 25-15,0 0 24 0,-2-1 7 0,-1 0 12 16,-1-4-8-16,-1-1-4 0,0-1 11 0,1-1-10 16,-2-2 0-16,2-3-2 0,0 2-13 0,1-3-13 15,1-1-13-15,-1-3-10 0,1-1-17 0,2-2-11 16,0 0-6-16,4-2-52 0,-1 0-44 0,3-10 0 16,1 3 0-16,3-3 0 0,2-1-65 0,-1 1-97 15,2-2-65-15,-2 2-55 0,1 0-50 0,2 2-48 16,1 0-47-16,-4 8-58 0,0-2-42 0,-2 2-357 15,0 2-958-15,-2 0 423 0</inkml:trace>
  <inkml:trace contextRef="#ctx0" brushRef="#br0" timeOffset="91271.14">14452 3194 297 0,'0'0'319'0,"0"-8"-16"0,0 4-8 16,0 4-13-16,-2-6-17 0,2 6-17 0,-2-6-25 16,-2 3-25-16,4 3-19 0,0 0-22 15,0 0-17-15,0 0-12 0,0 0-14 0,0 0-13 16,0 0-6-16,0 0-18 0,-7 12-4 0,7-8-11 16,-1 2-6-16,1-1 2 0,0 0-20 0,0 0-8 0,1 0-4 15,-1-1-3-15,0 0-9 0,-1-1-3 0,2 2 1 16,1 0 1-16,-2-5 1 0,2 3 1 15,-2-3-2-15,3 3 0 0,-3-3-3 0,0 0-1 16,0 0-2-16,12-5-2 0,-8 2 3 0,-4 3 0 0,7-6 0 16,-4 3-2-16,1-1 1 0,-1 1 6 0,2-1-11 15,-5 4-1-15,4-7-9 0,-4 5-20 0,0 2-21 16,5-4-50-16,-5 4-54 0,0 0-58 0,0 0-46 16,0 0-31-16,0 0-193 0,0 0-521 0,0 0 232 15</inkml:trace>
  <inkml:trace contextRef="#ctx0" brushRef="#br0" timeOffset="91639.1">14988 3524 340 0,'0'0'328'0,"0"0"-25"0,-7 1-27 16,7-1-28-16,0 0-25 0,0 0-24 0,0 0-20 15,0 0-20-15,0 0-10 0,-4 4-17 0,4-4-14 16,0 5-15-16,0-5-7 0,0 0-7 0,3 5-10 16,-3-5-6-16,4 6-10 0,-3-4 1 0,-1-2-8 15,3 5-8-15,0-2-3 0,-3-3 4 0,0 0 4 16,1 3 7-16,-1-3 14 0,0 0 14 0,0 0 13 15,0 0 5-15,0 0-6 0,0 0-5 0,0 0-6 16,0 0-3-16,8-11-10 0,-8 6-8 0,0 1-7 16,0 4-6-16,0-8-5 0,0 3-16 0,0 2-32 15,0 3-35-15,-4-8-46 0,4 3-54 0,-3 1-58 16,-2 3-67-16,5 1-81 0,-7-3-259 0,7 3-647 16,-9-2 287-16</inkml:trace>
  <inkml:trace contextRef="#ctx0" brushRef="#br0" timeOffset="94649.69">5328 5030 67 0,'0'-5'284'0,"0"-3"-8"0,0 3-21 15,0-1-4-15,-2-1-13 0,-1 1-12 0,2 1-10 16,-1-1-9-16,-3 2-20 0,0 1-15 15,-1-1-12-15,-1 2-13 0,-7-1-10 0,1 0-8 0,-2 4-4 16,-5-1-7-16,-2 3-8 0,0 3-3 0,-7 2-14 16,1 1 0-16,2 1-11 0,-1 4-6 0,-2-1-8 15,4 2 1-15,5-3-9 0,-3 6-9 0,7-4-1 16,2 1-7-16,1 2-3 0,2 0-13 0,1-1-4 16,3 1 15-16,4 1-14 0,3-1-9 0,1-3 9 15,4 2-2-15,3 0-5 0,3-1-1 0,4-2-3 16,3 0 4-16,8 1-7 0,4 0 1 0,1-1-13 15,-1-3-15-15,1-1-16 0,2-2 4 0,-3 1-27 16,1-5-12-16,-1 1-5 0,-7-3 9 0,-3-1-8 16,1 2 6-16,-2-4 6 0,-4 1 6 0,0-2 7 15,-1 1 3-15,-2-2 6 0,-4-3 6 0,0 2 2 16,-1-1 14-16,0-1 20 0,-3 1-2 0,1-3 8 16,-2 1 10-16,1 0 4 0,-3-2 5 0,2 0 0 15,-1 0 2-15,-1 2 0 0,2-1 0 0,-3 2-1 16,2-2 1-16,2 1 0 0,-4 2-7 0,3-1-2 15,-2 2-11-15,1-1 0 0,-1 2-1 0,-1 4-5 16,3-4 2-16,0 0-6 0,-3 4 13 0,0 0-16 16,8 1-13-16,-8-1-5 0,9 6-3 0,-5-4-6 15,3 3-5-15,-3 0-5 0,3 2-6 0,-2-2-5 16,4 2 0-16,-4 1-4 0,-1-1 1 0,2-2-4 16,-2 1 4-16,-3-1 1 0,3 1 4 0,0-1 4 15,-3 0 11-15,4-1-4 0,-4-2 2 0,-1-2 9 16,0 5 4-16,0-5 4 0,0 0 4 0,0 0 13 15,0 0 11-15,0 0 8 0,0 0 8 0,0 0 7 16,-7-16 8-16,3 11 1 0,4-2 3 0,0-1 4 0,0 2-3 16,0-4-8-16,1-2 3 0,2 0-4 15,3 0 1-15,-2 1-6 0,0 1-7 0,4-3 2 16,0 5-1-16,0-3 0 0,-1 3-9 0,0-2-3 16,1 4 3-16,-1 1-6 0,0 1 1 0,-2 1-5 0,3 3 1 15,-1-1-4-15,-7 1 9 0,17 4-10 0,-7-1-4 16,-3 1 0-16,1 3 2 0,1-1-1 0,1 2 12 15,-3 2-10-15,1 1-7 0,2 0 3 16,-2-2 0-16,-5 4 5 0,2-3-3 0,2-1 7 0,-3 0-5 16,0-3-3-16,1 2 3 0,-2-1-4 0,0-4 8 15,1 3-3-15,-3-4 1 0,2 1 27 0,-3-3 29 16,3 4 18-16,-3-4-9 0,0 0 20 16,0 0-14-16,0 0 4 0,4-11-5 0,-4 11 0 0,0-9 11 15,0 4-9-15,0 2 3 0,4-4-3 0,-3-2-7 16,-1 1-7-16,0-1-2 0,3 4-12 0,0-1-1 15,1-2-7-15,-3 3-2 0,2-3-6 0,-2 3-7 16,2 1-1-16,3 2-9 0,-1-2-9 0,0 2-13 16,-1 0-7-16,-4 2-10 0,14 1-14 0,-6 0-19 15,-1-1-5-15,0 5-18 0,4-3-14 0,-2-1-4 16,1 4-35-16,-3-1-16 0,1 4-29 0,1-3-30 16,-1 4-37-16,-1-4-45 0,-1-1-37 0,-1 5-221 15,-1-2-594-15,0-1 262 0</inkml:trace>
  <inkml:trace contextRef="#ctx0" brushRef="#br0" timeOffset="95084.55">6033 5008 90 0,'0'0'357'0,"0"-2"-10"16,0 2-15-16,0 0-14 0,-1-7-16 0,1 7-26 15,0 0-15-15,0 0-40 0,0 0-23 0,0 0-21 16,0 0-23-16,0 0-16 0,0 0-10 0,0 0-16 16,0 0-9-16,2 15-11 0,0-8 4 0,-1-1-20 15,-1-2-8-15,0 5-9 0,4-1-6 0,-1 1-2 0,0 0-9 16,0 2-3-16,-2 0 1 0,7 0-6 15,-3-1-9-15,1 1 1 0,-1 0 0 0,7 0-1 16,-1 2-8-16,-1 1 16 0,-1-4-17 0,5 2 6 16,-6 0-9-16,2-5-1 0,-4 3-5 0,1 0 0 0,0-2 2 15,0-2 3-15,-2 0-3 0,-2-1 1 0,0 0-3 16,-2-1 4-16,-1 1 1 0,0-1 2 0,0-4 4 16,-4 7 6-16,0-3-7 0,-4-2 2 15,1-1-4-15,-1 2 4 0,0-1-5 0,-3 1-5 0,0-2-6 16,1 0-22-16,-2 2-33 0,1-1-28 0,4-2-23 15,-2 0-27-15,2-2-24 0,0-1-32 0,3 1-42 16,0-1-43-16,3-2-36 0,1 0-208 0,0-2-557 16,1 0 247-16</inkml:trace>
  <inkml:trace contextRef="#ctx0" brushRef="#br0" timeOffset="95335.2">6260 4831 295 0,'-2'-3'355'0,"2"0"-3"0,0 3-11 0,0-8-15 16,0 8-21-16,0-6-32 0,0 6-26 0,0 0-30 15,0-4-25-15,0 4-27 0,0 0-11 0,0 0-17 16,6 11-11-16,-2-4-12 0,-1 2-8 0,2 2-16 16,0-2-12-16,0 3-7 0,2 1-12 0,1 2 1 15,0 2-4-15,-1 0-4 0,0 2-9 0,1-2 13 16,0 1-17-16,-3 3-23 0,2-3-29 0,-1 2-27 15,2-1-32-15,-1-1-28 0,-2 0-27 0,-2-1-30 16,0 0-41-16,1-6-39 0,0 1-35 0,-2-2-247 16,1 0-561-16,-3-4 249 0</inkml:trace>
  <inkml:trace contextRef="#ctx0" brushRef="#br0" timeOffset="95536.14">6272 5080 99 0,'-1'-4'295'0,"1"4"-15"0,0 0-3 0,-3-5-37 16,3 5-21-16,0-5-24 0,0 5-24 0,0 0-14 15,10-3-15-15,-10 3-16 0,8 0-13 0,-1-1-11 16,2 1-13-16,2 1-29 0,0 2-29 0,3-4-35 0,-1 4-32 16,4-1-47-16,-4-1-42 0,8 0-30 15,-1-1-29-15,-1 3-152 0,-5-3-362 0,-1 2 161 16</inkml:trace>
  <inkml:trace contextRef="#ctx0" brushRef="#br0" timeOffset="96840.72">6536 5045 82 0,'0'0'199'0,"0"0"6"15,-1-4 0-15,1 4-4 0,0 0-12 16,0 0-16-16,0 0-17 0,0 0-15 0,0 0-15 0,0 0-14 16,0 0-9-16,0 0-8 0,12 13-4 0,-8-10-3 15,2 3-4-15,-2 3 7 0,3-1-12 0,-2 2-5 16,3 0-5-16,0 1-2 0,-1-2-7 0,0 3-6 15,1 0-2-15,-1-1-10 0,-2 2 1 0,2-3-5 16,-3 1-6-16,3 0 2 0,-6-4-5 0,2 0-2 16,0-1 1-16,-2 1 4 0,0-2 12 0,-1 0 17 15,0-1 28-15,0-4 23 0,0 5 28 0,-2-2 2 16,2-3 3-16,0 0-7 0,0 0-5 0,-12-6-4 16,9 0 0-16,0 1-9 0,0-1-11 0,2-2-8 15,-3-2-11-15,4-3-10 0,0 3-14 0,4-8-28 16,0-1-38-16,4 1-29 0,2-1-24 0,4 3-20 15,0-1-23-15,3 4-8 0,-1-3-16 0,2 4-14 16,1 2-3-16,1 2-14 0,-1 1-9 0,2 3-6 16,-1 2 2-16,-6 0-4 0,0 2-3 0,0 2 6 15,-1-1 14-15,-3 0 5 0,-3-1 23 0,1 4 6 16,-1-2 11-16,-4 1 9 0,2 2 16 0,-2-2 5 16,-3-3 10-16,1 4 8 0,-1-4 24 0,0 0 14 15,0 0 19-15,0 0 22 0,-12 3 16 0,12-3 11 16,-7 0 14-16,2 0 13 0,5 0 11 0,-14 0 9 15,5 2 9-15,-1-2 3 0,2 0 1 0,-4 2-6 16,2-1-2-16,-2 1-4 0,0 0-8 0,2 1-9 16,-2 1-10-16,1 3-7 0,0 0 7 0,-1-1-21 15,1 2-6-15,3 1-4 0,-3 1 9 0,3 1-16 16,1-1-1-16,0 3-3 0,0-2-4 0,5-1-6 0,-1 1 6 16,3 1-4-16,0 0-6 0,0-3 6 15,3 1-2-15,5-2-2 0,-4-1 9 0,4 0-12 16,3-3-9-16,4-2 3 0,-3 1-2 0,5-3-3 15,-4-2 0-15,2 1-2 0,-1-4 0 0,3-2 0 0,-4 2 5 16,3-5-3-16,-5 0-5 0,-1 2 7 0,4-3-4 16,-4 3 5-16,-2-2-2 0,0 0 2 15,-4 0 14-15,0 2 19 0,0 2 5 0,-1-1 16 16,-1 1 0-16,-1-1 5 0,-1 2 7 0,4 1-17 0,-4 0-2 16,0 4-12-16,1-5-7 0,-1 5-1 0,0 0-4 15,0 0-8-15,0 0 4 0,0 0-6 0,0 0 0 16,-4 14-1-16,4-7-4 0,3-1-8 0,-2 0 0 15,5 5-10-15,-4-5-4 0,1 5 4 0,4-3 8 16,-1 4-17-16,-1-6-7 0,4 6-5 0,1-6 5 16,0 3-9-16,3-2 1 0,-3-5-2 0,3 4-7 15,-2-3-1-15,-1-2 3 0,2-1-2 0,0-2 14 16,-5 0-9-16,5-1 0 0,-7-1 5 0,5-3 4 16,-3 1 0-16,1 1 4 0,-3-3 0 0,1-3 6 15,-2 6 1-15,0-7 0 0,-1 5 3 0,-2-4 6 16,1 4 7-16,-1 0 7 0,0-1 3 0,2 2 2 15,0-1-1-15,-6 1 4 0,6 2-5 0,-3 1 10 16,0-3-17-16,0 6-4 0,0 0-1 0,1-4 2 16,-1 4-2-16,0 0 2 0,0 0-2 0,0 0 0 15,0 0 2-15,0 0-4 0,-7 16 4 0,10-11-1 16,-3-2-3-16,0 4-1 0,3-2 3 0,-1 0-2 16,0 1-6-16,-1-1 15 0,0 0-13 0,2 0 1 15,3-1-3-15,-5 0 2 0,2-1 3 0,-3-3 1 16,4 3-6-16,-4-3 10 0,11 0-6 0,-11 0 1 0,9-1 2 15,-3-2 6-15,-2 0-7 0,1-2 0 16,3 1 3-16,-1 2-2 0,1-4 5 0,2 0-1 16,-3 1 0-16,-1 0 8 0,0-2 1 0,1 4 0 15,1-2-5-15,-3 2-3 0,1 0 0 0,-1 1 2 0,2 0-8 16,-2 1 0-16,1-1 2 0,-6 2-1 16,11 0 0-16,-3 2-1 0,-3 0 2 0,2 2-3 15,1 0-1-15,1 0 2 0,1 2 1 0,1-1 2 16,0 1-1-16,1 1-3 0,-2-1 3 0,1-1-4 0,2-1-4 15,-3 2-7-15,3-2-4 0,0 0-12 0,-4-3-13 16,3 1-3-16,-1-1-7 0,3-2-7 0,-5-2-12 16,0 1-3-16,-1-2-10 0,0-3-12 15,0 0-3-15,-4-2-7 0,2-3-3 0,-1 4-9 0,-1-5 5 16,-3 1-1-16,2-1 10 0,1-2-2 0,-4-4 13 16,2 1 10-16,-4-2 9 0,-1 1 9 0,2 0 2 15,-3-8 17-15,0 6 12 0,1-1 21 0,-1 1 32 16,0 2 29-16,0-1 26 0,0 1 28 0,1 2 12 15,0 0 16-15,-2 4 16 0,4 2 6 0,-3 0 18 16,2 1 10-16,1 4-4 0,0-1-6 0,-1 2-15 16,2 0-19-16,-3 1-22 0,3 4-17 0,0 0-14 15,0 0-3-15,0 0-11 0,0 0-5 0,9 13 2 16,-4-4-13-16,0 1-6 0,1 3-4 0,2 2-8 16,-1 3 6-16,2 1-3 0,1 1-13 0,1 7 3 15,0-10-17-15,0 7-22 0,-2 1-7 0,0-5-34 16,0-1-13-16,-1 1-22 0,3-2-17 0,-4 0-27 15,1 0-22-15,0 0-34 0,-1-3-23 0,-3-3-34 16,-3-6-31-16,3-1-26 0,-2 2-165 0,-2-3-506 16,0-2 223-16</inkml:trace>
  <inkml:trace contextRef="#ctx0" brushRef="#br0" timeOffset="97225.4">7548 4903 81 0,'6'-3'181'16,"3"2"-11"-16,-2 0-8 0,5 0-8 0,3 1-4 16,3 0-8-16,4 1-17 0,2 0-8 0,0-1-8 15,8 1-13-15,-1 1-11 0,-2-1-5 0,-6 0-10 16,5-1-10-16,-3 2-6 0,-5-2-7 0,1 0-16 0,-2 0-10 16,-6 0-6-16,2 0-13 0,-4-2 8 0,-3 2-2 15,0 0 1-15,-2-1-1 0,-6 1-5 16,5-3-1-16,-5 3 2 0,0 0-1 0,0 0 16 15,0 0 5-15,0 0 10 0,-13-5 12 0,13 5 11 0,-11 0 8 16,11 0 2-16,-11 0 1 0,7 3-4 0,-2-1-4 16,6-2-9-16,-8 3-6 0,4 0 8 15,2 2-11-15,-3-1 6 0,4 1 5 0,1 1 1 0,0-1 3 16,0 2 1-16,4 2 12 0,0 0-13 0,-1-1-1 16,0 0-2-16,3 2-9 0,-2-1 0 0,2 3-2 15,-2-2-4-15,3 3-4 0,-2-3-3 0,1-1-6 16,-2 0 2-16,-1-1-7 0,-1-2-3 0,0 1 4 15,0-1-4-15,-2 1-6 0,0-2-17 0,-1 1-28 16,-2-1-36-16,1 0-49 0,-4-1-66 0,-1-3-77 16,1 2-226-16,-1-2-525 0,0 0 233 0</inkml:trace>
  <inkml:trace contextRef="#ctx0" brushRef="#br0" timeOffset="97626.82">8601 5136 469 0,'0'0'488'0,"0"0"-25"0,0 0-28 0,-5 0-19 16,5 0-22-16,0 0-33 0,0 0-37 0,0 0-31 15,0 0-32-15,0 0-28 0,-7 2-26 0,7-2-23 16,-2 3-17-16,2-3-16 0,-1 6-17 0,-2-3-10 16,3 1-19-16,0 2-5 0,0 0-15 0,0-1-9 15,3 0-19-15,-3 1-9 0,0-2-11 0,1 0-11 16,1 0-10-16,0 1-4 0,-2-5-6 0,3 4-2 16,0-2-6-16,-3-2 5 0,3 3-3 0,-3-3 0 15,0 0-3-15,10-1-5 0,-10 1 7 0,7-4 1 16,-4 0-9-16,2-1-2 0,0 0-10 0,-4 0-11 15,3-3-9-15,3 3-12 0,-5-3-5 0,1 0-10 16,0 2-13-16,-2-1-24 0,-1 1-11 0,0 0-21 16,-1 0-21-16,-3-2-18 0,1 4-16 0,-5-1-18 15,4-1-18-15,-7 1-32 0,3 0-36 0,-4 3-39 16,-1-2-178-16,0 0-556 0,-1 1 246 0</inkml:trace>
  <inkml:trace contextRef="#ctx0" brushRef="#br0" timeOffset="97944.61">8469 4867 194 0,'0'0'260'0,"0"0"-20"16,-12 4-19-16,8 0-24 0,0-3-16 0,1 4-15 15,0-2-17-15,3 1-3 0,0 0-17 0,-4 1-6 16,8 0-3-16,-4-1-2 0,3 1-3 0,1-1-5 16,3 1-12-16,-2-2-2 0,2 2-8 0,1-3-10 15,-1 2-7-15,5-2-5 0,-5 1-5 0,1-3-8 16,2 1-2-16,-2-1-5 0,-3 0-5 0,-5 0-2 16,10-2-3-16,-5 0-2 0,-5 2-7 0,8-3-1 15,-5-1-8-15,-2 0-10 0,-1 4-24 0,0-7-27 16,-2 4-27-16,0-2-32 0,-2 2-47 0,-1-1-49 15,0 0-48-15,-2 0-185 0,0 2-466 0,-1-1 206 16</inkml:trace>
  <inkml:trace contextRef="#ctx0" brushRef="#br0" timeOffset="100486.88">9768 4944 134 0,'11'-10'282'16,"1"-3"-16"-16,-4 2-4 0,-1-1-7 0,1-4-4 16,-4 3-8-16,0 2-7 0,-1 0 1 0,-2-2-7 15,-1 0-2-15,0 1-12 0,0 1 4 0,-2-1-14 16,-1 4-4-16,-1 0-13 0,-2-1-11 0,0 0-23 16,-2 1-5-16,-2 1-20 0,3 0-15 0,-4 1-9 0,3 1-15 15,-3 2-6-15,-2 1-13 0,2-2-8 0,-4 4-10 16,1 0-6-16,-1 5-5 0,-3 0-9 15,2 3 1-15,1 2-4 0,-1 0-3 0,2 3-5 16,-2 1-1-16,5 2-6 0,-1-2-1 0,-3 8-2 0,8-2 0 16,-1-1-8-16,0 0 1 0,1 7-4 0,6 1 7 15,-2 1-3-15,3-3-2 0,3-4 0 0,2 7 1 16,1-9-3-16,7 6-3 0,-2-8 4 0,8 7-17 16,5-4-7-16,1 1-6 0,2-5-14 0,6-3-6 15,-2 1-13-15,6-3-14 0,1-4-10 0,1 1-14 16,1-6-9-16,3-1-1 0,-5 1-1 0,5-5 5 15,-5-1 2-15,-3-2 12 0,2-2 8 0,-7-1 7 16,0 0 11-16,-2-3 4 0,-6 1 8 0,1-1 4 16,2-7 11-16,-11 5 9 0,-1-2 17 0,-5-1 10 15,5 2 10-15,-6-2 8 0,0 2 12 0,-4 2 12 16,0 0 19-16,1 2 1 0,-4 1 18 0,-3-2 13 16,2 0 2-16,-2 3 0 0,0 2-3 0,-1-1-7 15,0 3-10-15,-2-2-1 0,-1 2-14 0,-2 0-6 16,0 3-7-16,-3-1-5 0,-1 3-3 0,2 3-1 15,-4-2-8-15,-2 5 4 0,0 2-12 0,2-1-4 16,-4 3 3-16,2 0-4 0,0 2-6 0,1-1 5 16,1 6-7-16,0-3 1 0,1-2 1 0,2 4-1 15,1-1-4-15,2 1 0 0,1-1-3 0,1-3-3 0,3 1-2 16,4-2-11-16,-3-1 1 0,6 0-13 0,-2-2 7 16,7 2 1-16,0-2-3 0,2-4-5 15,2 3-4-15,3-4 1 0,4 0-4 0,0-2 4 16,3-4 0-16,1-1 7 0,-8-2-1 0,7 2 1 0,-3-5-6 15,-4 0 9-15,1-4 0 0,1 2 9 0,-3 1-4 16,-1-3 11-16,-5-1 15 0,4 0 5 16,-8 4 19-16,3-2 6 0,-4 0 17 0,0 1 11 15,1 3 15-15,-3-1 8 0,2 4 0 0,-3-3 8 0,0 2 0 16,1 1-14-16,-1 3-2 0,0-5-12 0,0 7-16 16,0-4-7-16,0 4-8 0,0 0-11 0,0 0 1 15,0 0-3-15,0 0 2 0,0 0-10 0,-1 14-4 16,1-6 0-16,0 2-9 0,1-3-13 0,2 4-19 15,1-1-10-15,0 0-18 0,0 1-16 0,4-1-30 16,3-1-19-16,-3 0-28 0,3-1-19 0,5 0-27 16,-3-1-35-16,0-1-37 0,-2 1-44 0,12-6-43 15,-5 2-16-15,-2-2-216 0,-3-1-630 0,1-1 279 16</inkml:trace>
  <inkml:trace contextRef="#ctx0" brushRef="#br0" timeOffset="100871.4">10554 4953 166 0,'-1'-4'230'0,"-2"2"-14"0,3 2-22 16,0 0-18-16,0 0-23 0,0 0-15 0,0 0-18 15,0 0-7-15,0 0-10 0,0 0-3 0,-4 15-3 16,5-8-6-16,3 1-2 0,-1 3-5 0,0-1-7 16,1 3-11-16,-3-2-4 0,1 1-4 0,2-1-4 15,0-1-3-15,0 1-6 0,1-1-3 0,-1 2-5 0,-2-5-3 16,2 0-3-16,-3 2-3 0,2-6 2 0,-2 1 3 15,2 0 14-15,-2-1 18 0,2-1 17 16,-3-2-1-16,0 0-5 0,0 0-6 0,16-7-6 16,-10 3-1-16,-2-3 4 0,1-3 1 0,3 2 3 0,-5-3 7 15,4 2 5-15,0-2 9 0,-3-1 9 0,1 3 13 16,3-1 9-16,-2 2 2 0,-2-1 8 0,0 3 6 16,-1-1-2-16,1 1-13 0,0 2-11 15,-4-2-15-15,5 4-12 0,-5 2-11 0,6-4-5 0,-3 3-14 16,-3 1-7-16,0 0-4 0,11 5-6 0,-6-1-7 15,0 1-13-15,2 4-21 0,-1 0-21 0,-1-1-24 16,3 3-28-16,0-4-31 0,0 4-24 0,-2-2-28 16,2 0-28-16,0-2-42 0,-2 0-43 0,-1-3-50 15,-1 3-43-15,0-2-218 0,3-3-631 0,-3 2 279 16</inkml:trace>
  <inkml:trace contextRef="#ctx0" brushRef="#br0" timeOffset="101122.45">10830 4698 164 0,'0'0'349'16,"0"-5"-28"-16,0 5-28 0,0 0-34 0,-3-5-25 15,3 5-30-15,0 0-10 0,0 0-29 0,0 0-14 16,0 0-15-16,7 15-24 0,-1-11-31 0,-1 6-36 16,-1 1-38-16,2-1-39 0,0 2-49 0,1-2-49 15,0 0-59-15,1 0-192 0,0 2-412 0,-1-2 182 16</inkml:trace>
  <inkml:trace contextRef="#ctx0" brushRef="#br0" timeOffset="101507.13">11110 4557 348 0,'0'-7'339'0,"0"0"-2"0,0 3 4 16,-1-1-14-16,2 0-3 0,-1 1-11 0,0 4-18 0,-1-5-22 15,1 5-30-15,-3-6-23 0,3 6-24 0,0 0-27 16,0 0-15-16,0 0-19 0,0 0-14 16,0 0-16-16,0 0-10 0,-1 23-5 0,1-13-13 15,-4 2-7-15,4 1-3 0,0 2-15 0,0 3 4 0,4-1-15 16,-4 1 0-16,0 0 1 0,1-1-8 0,-1 1-12 16,4 1 6-16,-1 1-2 0,-2-1-7 0,1-1 0 15,2 1 0-15,0-3-1 0,0 2-3 0,4 1-3 16,-2-4 1-16,-4 3 0 0,8-4 2 0,-3-2-1 15,2 3 0-15,-2-4-1 0,4 3-3 0,-2-5 5 16,2 0-8-16,0-1 2 0,0 2-18 0,1-6-6 16,-1-1-38-16,4 2-28 0,-4-3-32 0,1-2-32 15,3 0-36-15,-9-1-38 0,7 0-44 0,-2-7-42 16,3 3-46-16,-5-3-228 0,-1 0-626 0,-2-2 276 16</inkml:trace>
  <inkml:trace contextRef="#ctx0" brushRef="#br0" timeOffset="101673.83">11130 4792 229 0,'-9'-1'317'0,"1"1"-2"15,1 0-4-15,7 0-14 0,-12-2-6 0,8 1-20 16,4 1-15-16,-10 0-21 0,10 0-24 0,0 0-20 16,0 0-15-16,0 0-21 0,29-2-16 0,-14 2-31 15,1-1-50-15,2 1-43 0,5 0-51 0,0 0-62 16,0-1-71-16,8-1-79 0,-7 4-256 0,-1-2-546 0,7 0 241 15</inkml:trace>
  <inkml:trace contextRef="#ctx0" brushRef="#br0" timeOffset="102125.97">11863 4632 338 0,'1'-6'376'0,"2"4"-23"16,-2-1-34-16,-1 3-29 0,5-3-24 0,-5 3-34 0,0 0-22 16,0 0-27-16,15 6-17 0,-9 1-19 0,2 1-3 15,0 2-25-15,2-1-11 0,-1 6-10 0,6 1-9 16,-4 2-13-16,1 0 0 0,0 0-13 0,1-1-5 15,2 1-6-15,-2-3-10 0,-1 2-4 0,2-2 2 16,1-1-5-16,-4-1-4 0,0-2-5 0,-2-3-3 16,2 2 5-16,-5-3-4 0,-1-2 3 0,2 0 6 15,-3-3 37-15,0 1 22 0,0-2 6 0,-4-1 2 16,8-4 4-16,-3 2-9 0,-3-2 1 0,2-2-3 16,-3-1-1-16,2 1-5 0,-3-5-3 0,0-1-9 15,3 1-6-15,-2-2-5 0,2-5-5 0,-2 1-7 16,1-1-5-16,-1-2-2 0,2 2-8 0,-3-2-5 15,3 1-6-15,-2 2-12 0,-1-1-10 0,1 5-10 16,1 0-10-16,-1 1-27 0,2 2-25 0,-3 2-23 16,0 2-47-16,0 1-40 0,1 0-53 0,-1 5-42 15,0 0-20-15,0 0-34 0,0 0-32 0,0 0-245 16,0 0-654-16,0 0 290 0</inkml:trace>
  <inkml:trace contextRef="#ctx0" brushRef="#br0" timeOffset="102343.4">12280 4732 169 0,'0'0'309'0,"0"0"-5"0,5 2-15 15,-5-2-20-15,0 0-21 0,0 0-26 0,0 0-21 16,3 4-19-16,-3-4-22 0,2 6-11 0,-2-3-13 0,0 2-11 16,1 0-5-16,-1 0-18 0,1 3-10 15,2 0-10-15,-3 2-6 0,2-1-8 0,2-1-6 16,-1 3-5-16,0 0-8 0,4-3-21 0,-3 4-25 15,-1-3-31-15,1 1-35 0,0-2-40 0,0-1-49 0,3 0-53 16,-2-2-41-16,2-3-206 0,0 2-487 0,2-4 215 16</inkml:trace>
  <inkml:trace contextRef="#ctx0" brushRef="#br0" timeOffset="102728.09">12607 4673 7 0,'-3'-6'342'0,"2"5"-2"0,-2-4-6 0,-1 2-5 0,1 0-15 16,3 3-13-16,-7-4-19 0,3 3-22 0,4 1-21 15,-8-3-24-15,8 3-19 0,0 0-23 0,-7 0-17 16,7 0-15-16,-4 4-17 0,4-4-4 0,-3 6-20 16,2 0-13-16,1-2-8 0,0 3-3 0,-3 0-6 15,7 0-11-15,-2-2-4 0,2 6-5 0,-2-3-1 16,3 1-3-16,-3 0-6 0,6 1-2 0,-4 0-12 15,3-2 0-15,-3 2 2 0,3-2-7 0,1 1 0 16,-1 0 13-16,1 0-12 0,-1-1-2 0,-1-1-5 16,2 3-5-16,-3-5-1 0,-1 0-2 0,0 1-11 15,0-2 1-15,-1 0-4 0,0 0 0 0,-1 1-2 16,-2-2 2-16,3 0 4 0,-3-3 1 0,-6 8 0 16,4-4 3-16,-5-3-4 0,2 0 2 0,-1 0 3 15,-2 1-1-15,-4-2-17 0,2 0-10 0,2 0-27 16,-1 0 7-16,2 0-24 0,0 0-10 0,2-3-9 0,5 3-7 15,-11-2-19-15,10-1-22 0,1 3-19 16,1-7-22-16,3 2-21 0,3 2-31 0,2-5-22 16,5-1-25-16,2-1-190 0,-1 1-505 0,7-4 224 15</inkml:trace>
  <inkml:trace contextRef="#ctx0" brushRef="#br0" timeOffset="102912.49">12857 4667 22 0,'2'-2'218'0,"0"-3"15"16,0 1 12-16,-2 4-1 0,2-5-1 0,-1 3-20 15,-1 2-22-15,0 0-22 0,0 0-14 0,0 0-17 0,0 0-18 16,0 0-13-16,0 0-5 0,-7 14 4 0,7-10-18 16,-2 5-11-16,-1 1-6 0,3-3-7 0,3 4-1 15,-1-1-9-15,0 1 5 0,-1-1-14 16,2 0-6-16,1 3 0 0,0-1-4 0,3-1-7 0,-2 1-8 16,6-2-26-16,-1-1-38 0,-2 0-47 0,3-1-61 15,-2-2-65-15,5 2-86 0,-2-4-150 0,0-2-479 16,-1 1 212-16</inkml:trace>
  <inkml:trace contextRef="#ctx0" brushRef="#br0" timeOffset="103263.24">13013 4348 306 0,'-4'-11'371'0,"2"-1"-6"0,-4 0 3 0,3 2-8 16,-1 1-14-16,4 1 0 0,-3 2-25 0,2 2-30 16,0-2-32-16,-1 0-31 0,2 6-25 0,0 0-26 15,0 0-17-15,0 0-16 0,0 0-15 0,3 22-15 16,0-10-10-16,1 6-9 0,0 0-12 0,3 9-8 16,-2 0-4-16,3 0-9 0,-2 0-7 0,-2 0-1 15,1 1-10-15,1-6-1 0,-1 6-6 0,3-1-1 16,-4-1-4-16,1-6-6 0,0-1-5 0,0 0-10 15,-2-1-13-15,1-1-12 0,-1-4-11 0,-2 0-10 16,2-3-12-16,0-1-20 0,-2-2-9 0,0 0-8 16,2-2 12-16,0-1-6 0,-2 0 0 0,2 0-10 15,-3-4-15-15,5 1-33 0,-5-1-17 0,0 0-23 16,0 0-26-16,9-9-30 0,-7 3-30 0,1 1-34 0,-3-3-223 16,0 1-561-16,0-2 248 0</inkml:trace>
  <inkml:trace contextRef="#ctx0" brushRef="#br0" timeOffset="103430.56">13093 4619 156 0,'0'0'237'16,"-2"-4"20"-16,2 4 15 0,0 0 10 0,-2-5 6 16,2 5 6-16,0 0 0 0,0 0-5 15,2-5-14-15,-2 5-27 0,2-4-24 0,-2 4-20 16,7-4-19-16,1 3-17 0,-4-2-19 0,6 1-17 0,-2 1-14 16,3 1-13-16,1-3-17 0,-1 3-39 0,1-3-44 15,2 2-61-15,2 0-50 0,-3 1-66 0,0-2-71 16,1 0-77-16,-1 1-251 0,-2-1-618 15,-4 1 274-15</inkml:trace>
  <inkml:trace contextRef="#ctx0" brushRef="#br0" timeOffset="103831.97">12710 4394 308 0,'0'0'381'0,"0"0"-29"0,0 0-6 15,0 0-13-15,0 0-40 0,0 0-25 0,0 0-25 16,0 0-27-16,0 0-22 0,0 0-20 0,0 0-21 15,0 0-19-15,0 0-13 0,5 5-8 0,-5-5-13 16,0 0-11-16,0 3-14 0,0-3 2 0,0 0-6 16,0 5 2-16,0-5-23 0,3 3-2 0,-3-3-16 15,0 0 23-15,0 0-19 0,0 4-1 0,0-4-1 16,0 0 2-16,0 0 0 0,0 0-1 0,0 0 4 16,0 0-7-16,0 0 1 0,0 0-2 0,0 0-5 15,8-10 0-15,-8 10 6 0,0-5-20 0,0 1 0 16,0 4-23-16,0-7-33 0,-2 3-46 0,2-1-35 15,-2 0-49-15,2 5-64 0,-8-8-87 0,1 7-300 16,-1-3-677-16,-2 3 301 0</inkml:trace>
  <inkml:trace contextRef="#ctx0" brushRef="#br0" timeOffset="104116.31">12393 4379 73 0,'0'0'339'15,"0"0"-22"-15,0 0-19 0,0 0-22 0,0 0-27 16,-3 3-18-16,3-3-27 0,0 0-18 0,0 0-18 16,0 0-15-16,0 0-18 0,0 0-8 15,0 0-14-15,3 6-12 0,-3-6-13 0,5 3 0 0,-5-3-12 16,3 3-4-16,-3-3-13 0,6 2-1 0,-6-2-12 15,0 0-4-15,4 1-5 0,-4-1-13 0,0 0-10 16,5 2-11-16,-5-2-21 0,0 0-25 0,0 0-34 16,0 0-49-16,0 0-70 0,0 0-56 0,0 0-226 15,0 0-518-15,0 0 230 0</inkml:trace>
  <inkml:trace contextRef="#ctx0" brushRef="#br0" timeOffset="107394.5">14025 4397 221 0,'0'-10'388'0,"0"-1"9"15,0 0-1-15,-2 4-5 0,0-4-4 0,6 5-7 16,-6-1-15-16,4 1-16 0,-4 3-19 0,2-2-26 16,0 5-30-16,-2-6-30 0,2 6-33 0,2-4-25 15,-2 4-23-15,0 0-17 0,0 0-17 0,6 14-11 16,-3-4-12-16,2 4-11 0,-1 6-6 0,3 0-10 15,5 9-7-15,-5-4-9 0,0 5-7 0,1 0-4 16,3-3-14-16,-6 4-28 0,5-3-25 0,-3-1-29 16,2-2-32-16,-2 2-34 0,1-8-28 0,-1 1-24 15,-3-4-22-15,6 1-24 0,-5 0-27 0,1-4-34 16,-1-2-35-16,-1-2-39 0,0-1-37 0,-1-3-216 16,0 2-645-16,-2-5 286 0</inkml:trace>
  <inkml:trace contextRef="#ctx0" brushRef="#br0" timeOffset="107829.26">14199 4405 18 0,'0'-8'357'0,"0"3"1"0,0-1-9 16,0 2-15-16,3-1-23 0,-3 5-32 15,-3-8-29-15,3 8-36 0,0 0-24 0,0 0-18 16,0 0-11-16,0 0-19 0,10 17-13 0,-5-7-12 0,-1 3-15 15,0 3-10-15,3 4-10 0,0-1-9 0,2 2 8 16,2 2-25-16,-5 6-2 0,-1-10-8 0,3 0-1 16,-1 2-4-16,0-2 0 0,0 0-7 0,0 1 2 15,-1-3-5-15,-2 0-6 0,3-2-6 0,-3-2 6 16,1-3-7-16,0-1-1 0,-5-1 3 0,5 0-3 16,-1-2 0-16,-4-2 0 0,2 0 3 0,0-1 28 15,-2-3 31-15,3 5 16 0,-3-5-7 0,0 0-2 16,0 0-6-16,0 0 0 0,7-11-3 0,-6 5 2 15,4 0-25-15,1-5 1 0,-2 2 1 0,3 0 9 16,-1-2 3-16,-1 2 2 0,4-3-4 0,-2 3-2 16,0-2-3-16,1 2 0 0,0-1-6 0,1 2-7 15,-4 3-3-15,3-3-8 0,0 3-3 0,-1 1-8 16,0 2-2-16,1 0-5 0,-1 2-4 0,1 0-4 16,0 3-22-16,-1 0-20 0,1 2-17 0,3 1-22 15,-3 3-33-15,-2-1-28 0,3 2-24 0,-3-1-19 16,3 3-18-16,-5-1-23 0,3 0-19 0,0 1-29 15,-2-1-41-15,1 1-29 0,-2-2-38 0,0 2-197 16,0-3-613-16,1-2 272 0</inkml:trace>
  <inkml:trace contextRef="#ctx0" brushRef="#br0" timeOffset="108582.01">14662 4624 199 0,'0'0'201'0,"1"-4"-19"16,-1 4-1-16,0 0-7 0,0 0-2 0,0 0-6 15,11 7-5-15,-4-2-5 0,-2 0-8 0,2 1-10 16,0 0-12-16,-2-1-9 0,3-1-12 0,-2 3-9 16,-1-2-11-16,2 1-5 0,-3 1-8 0,1-2-7 15,2-2-7-15,-3 2-7 0,-1 1-2 0,0-4-7 16,1 1-3-16,-1-1-1 0,-3-2-3 0,1 5 11 15,-1-5 15-15,5 2 15 0,-5-2 6 0,0 0 2 16,0 0-1-16,0 0 1 0,0 0 11 0,0 0 1 16,0 0 0-16,-10-10 1 0,7 6-4 0,3-2-10 15,-1-1-1-15,2 2-10 0,-1-3-12 0,4-1-3 16,0 0-15-16,1 0-6 0,5-1-15 0,-2 0-11 16,7-1-12-16,0 0-17 0,1 1-2 0,2 1-2 15,-2 1-1-15,2 3-9 0,0-1 7 0,-4 2-3 16,0 1 3-16,0 2-2 0,-1-1 7 0,-2 0 6 15,0 2-3-15,-1 0 1 0,-5 0-2 0,5 0 5 16,-6 2 0-16,-4-2-2 0,11 1 1 0,-6 1 3 16,-5-2 2-16,4 3-2 0,-1-1 4 0,-3-2 0 15,-3 7 2-15,3-7 0 0,-1 8-2 0,-2-3-1 16,2 0 5-16,-5-1-3 0,3 2 6 0,2-1-2 16,-4 2 3-16,2-2-6 0,2 2 5 0,-3-1-2 15,4 0 3-15,-2 0-3 0,2 1 0 0,0-1-4 16,0 0 19-16,3-2-14 0,1 3-1 0,0-1 3 15,6-1 1-15,2-2 0 0,0 1 5 0,7 0-5 16,0-4 2-16,-1 2 0 0,4-2 2 0,-1 0-2 0,0-2-1 16,-1-3 1-16,2 0-3 0,-3 3-10 15,2-6 6-15,-1 1 1 0,0-1-2 0,-1-1-1 16,-1-1-4-16,0 0-2 0,-3-2-4 0,-2 1 2 16,-2-3 3-16,-1 4 3 0,-4-1-3 0,1-1 17 0,-4 1-9 15,0 1 5-15,-2-2 8 0,-1 7 12 0,2-5 9 16,-4 3 5-16,1 2 2 0,-1-1-5 0,0 1 6 15,-2 1-4-15,-2 2-6 0,-1-1-6 16,-2 3 2-16,9 0 2 0,-18 5-4 0,7-1-5 0,-1 1 2 16,1 2-2-16,2-2-3 0,-1 5-1 0,0-2-3 15,1 4-8-15,5-4 8 0,-3 1 3 0,3 1 5 16,3 0 6-16,1 0 5 0,0 1-13 16,1-1-3-16,0-1 9 0,6 1-1 0,0-2-3 0,1-1-3 15,3 3-2-15,7-3-6 0,0 3-21 0,2-4-5 16,0 0-36-16,-1-2-30 0,4-1-37 0,-1-1-34 15,-3-2-40-15,3 1-41 0,-2-2-34 0,-2-3-47 16,-6 1-194-16,2-2-553 0,-3 2 244 0</inkml:trace>
  <inkml:trace contextRef="#ctx0" brushRef="#br0" timeOffset="109000.15">13934 4569 313 0,'0'0'486'16,"-8"-3"4"-16,1 2-10 0,4-2-18 0,3 3-26 0,-5-2-23 15,5 2-33-15,0 0-38 0,-2-5-33 16,2 5-36-16,0 0-39 0,11-9-45 0,2 6-58 16,6-1-72-16,4 2-73 0,9-4-76 0,5 3-81 15,1 0-75-15,18-2-100 0,0 5-343 0,-2-1-745 0,1 0 329 16</inkml:trace>
  <inkml:trace contextRef="#ctx0" brushRef="#br0" timeOffset="109603.26">16271 4520 54 0,'0'0'367'0,"0"0"-20"0,0 0-32 0,8-1-22 16,-8 1-28-16,0 0-28 0,0 0-23 0,0 0-21 16,0 0-20-16,0 7-17 0,0-7-21 0,-8 8-7 15,6-3-19-15,-2 2-7 0,4 1-12 0,0-1-9 16,-1 2-6-16,1-1-8 0,0 1-3 0,0 1-10 16,1-2 0-16,5 0-3 0,-2 0-9 0,4 0 3 15,0 1-6-15,3-3-5 0,0 1-4 0,2-2-4 16,2 0 3-16,-1-1-4 0,4-2-2 0,-5 1-1 15,2-3-3-15,2 0-5 0,-6 0 1 0,8-3 2 16,-7 2-1-16,0-4-2 0,-4 1-3 0,2-2-5 16,-1 2 6-16,-2-3-7 0,0-1 0 0,-4 1 9 15,-1 0-2-15,-2-4-3 0,2 4-3 0,-6-3 10 16,-2-1 4-16,3-1 2 0,-8-1 1 0,2 2 4 0,-2 1 2 16,-3-2 14-16,-2 1-11 0,7 4 5 15,-5-1-7-15,3 2 0 0,0 0 7 0,0 1-18 16,2 1-8-16,1 2-15 0,1-1-24 0,0 1-24 15,3 1-30-15,4 1-15 0,0 0-10 0,-8 6-11 0,8-6-12 16,8 7-20-16,2-1-27 0,3 0-23 0,6 1-17 16,4 1-17-16,7-1-2 0,3 3-12 15,2-5-154-15,-2 3-435 0,3-3 192 0</inkml:trace>
  <inkml:trace contextRef="#ctx0" brushRef="#br0" timeOffset="110070.58">16936 4552 44 0,'11'-2'91'0,"1"-2"27"16,-7 0 12-16,2 0 13 0,-3-1 6 0,-1 0 10 15,-3 1 4-15,1-2 2 0,-2 1 5 0,-2-1 6 16,-1 1-1-16,0 0 8 0,-1 0-7 0,-1 1-1 16,-6 1-6-16,2 0-8 0,-3-1-9 0,5 2 2 15,-5-1-21-15,-3 3-6 0,-2 0-13 0,-2 1-2 16,6 1-9-16,-5 1-10 0,3 3-7 0,-2-2-12 16,2 3-4-16,0 3-15 0,2-3-1 0,3 3-4 15,0-2-15-15,-1 5 8 0,1-2-8 0,6-2 5 16,-2 1-9-16,3 0 0 0,1-1-10 0,2 0-6 15,0 0 7-15,3-1-7 0,1-1 1 0,-2 1-2 16,10-3-6-16,-3 3-11 0,5-4-8 0,0-1-5 16,-1-1-3-16,3-2-9 0,3 0 8 0,-2 0-8 15,-3-4-6-15,1 1 4 0,0-3 3 0,1 1 1 16,2-4 14-16,0-1-11 0,-6 1-2 0,-1-1 5 16,3-3 5-16,-2-2-7 0,-3-1 20 0,3-1-13 15,-5-1 2-15,0 3 0 0,-1-4 2 0,-4 1 8 16,0-2 12-16,-1 4 14 0,0 0 18 0,0-1 13 0,-1 3 16 15,-2 2 18-15,0-1 13 0,1 0 8 16,-4 5 5-16,5-4 1 0,-3 3-12 0,2 0 1 16,-2 4-8-16,0 0-10 0,3 1-9 0,-2 2-11 15,-1-4-10-15,4 6-9 0,-7-1-9 0,7 1-10 0,0 0-14 16,-7 9-24-16,6-2-16 0,-2 0-4 0,5 6-19 16,-2-2-6-16,2 5-15 0,1 0-6 15,1 2-14-15,6 0-13 0,-1 0-20 0,1-1-22 16,2 1-23-16,6 4-22 0,-3-7-28 0,5 4-25 0,3-2-36 15,-4-4-21-15,2-3-217 0,7 3-559 0,-9-4 248 16</inkml:trace>
  <inkml:trace contextRef="#ctx0" brushRef="#br0" timeOffset="110505.28">17413 4541 92 0,'4'-4'223'0,"-4"-4"13"0,0 4 15 0,-4-1-1 15,2-1-1-15,-3-1-4 0,-1 5-6 0,-1-6-13 16,-4 5 5-16,0 0-20 0,-1 0-13 0,-2 3 0 15,-1-1-9-15,-7 1-16 0,5 2-9 0,-1 1-3 16,-1 1-19-16,0 1-20 0,4 0-1 0,1-1-22 16,1 1-11-16,3 3-7 0,1-2-3 0,-2 3-9 15,1-1-8-15,6-2-10 0,0 1 0 0,0-1-13 16,3 1-3-16,-2 0-7 0,3-2-1 0,0 2-10 16,4-2-5-16,0 0-8 0,3 0 7 0,3 2-17 15,2-4-14-15,-3 0 5 0,5-3-6 0,1 1-10 16,3-2-4-16,2-2-7 0,0 1 3 0,2-2-6 15,-3-3 21-15,1 1-15 0,1-3-1 0,-2 0-8 16,0-3 4-16,-3 1 2 0,1-2 3 0,-4-2 2 16,-3 0-4-16,5-2 7 0,-7 0 6 0,-2-2 0 15,0 0 7-15,-2 0 1 0,-4-8 22 0,0 8 20 16,-4-1 17-16,3-1 28 0,-4 2 16 0,0-2 12 16,0 3 17-16,-1-1 8 0,0 2 12 0,-1 2 4 15,0 2 3-15,0 1-5 0,3-1-4 0,-1 6-15 0,0-4-12 16,0 8-10-16,3-1-15 0,-1-1-13 0,-1 4-8 15,4 1-11-15,0 0-11 0,-10 10-19 16,9-5-9-16,-1 9-12 0,2 0-17 0,-1 3-17 16,1 2-22-16,1 2-31 0,1-1-24 0,2 7-30 0,-1-2-32 15,6 4-34-15,0-3-38 0,1 0-54 0,3-1-59 16,1-2-299-16,-1-5-717 0,4-3 317 0</inkml:trace>
  <inkml:trace contextRef="#ctx0" brushRef="#br0" timeOffset="111174.46">18595 4307 221 0,'0'-7'280'15,"0"0"0"-15,0-3-3 0,0 4 2 0,-3-4-11 16,1 2-16-16,-5-1-9 0,3 1-19 0,-3 1-20 15,0-1-22-15,-1 2-15 0,-3 1-8 0,2-1-25 16,-5 6-15-16,3-1-9 0,-3 1-11 0,1 4 8 16,-1 0-30-16,-2 3-6 0,2 4-13 0,-2 0-4 15,1 2-9-15,3-1-1 0,1 4-9 0,3-4-2 16,2 0-1-16,1 2-4 0,1-3 4 0,1 1-5 16,2 3-3-16,2-2-2 0,2 0-6 0,3 0 4 15,1-2-6-15,6 3 2 0,-1-5-3 0,3 1-13 16,4-1-4-16,-3-3-7 0,6-1-3 0,-4-2-23 15,2 0-4-15,0-2-5 0,1-3-6 0,1 2 4 16,-2-5 2-16,-1 1 4 0,0 0 3 0,-9-1 5 16,9-3 3-16,-7 3 0 0,4-4 4 0,-5 1 8 15,3-1 4-15,-6-1 16 0,0 1 18 0,-1 0 19 0,-2 0 22 16,1 1 17-16,-5 3 28 0,3-3 8 16,-1 0 4-16,-2 5 8 0,2-2-7 0,0 0-2 15,-3 5-13-15,1-7-12 0,-1 7-13 0,3-1-10 16,-3 1-11-16,0 0-7 0,0 0 3 0,0 0-13 0,0 0-7 15,4 10-1-15,-3-4-4 0,-1-1-12 0,3 3 1 16,0 0-9-16,4 0-2 0,-2 1-9 0,5-2 2 16,-1 2-5-16,1-1-6 0,3 0-16 15,-2-1-17-15,1-2-17 0,6 3-26 0,0-4-21 0,2 1-19 16,-8-2-13-16,9-2-15 0,-8-2-13 0,2-2-14 16,0 1-17-16,-1-2-17 0,-2-3-14 0,2 1-22 15,-5-2-15-15,5-1-16 0,-3-1-169 0,-4-2-490 16,1-4 217-16</inkml:trace>
  <inkml:trace contextRef="#ctx0" brushRef="#br0" timeOffset="112244.89">19028 3965 216 0,'-6'-7'231'0,"3"3"-9"0,-3 0-21 0,0 2-22 15,2-1-17-15,4 3-14 0,-8 0-15 0,8 0-13 16,-12 5-11-16,8 2-12 0,-2-1-10 0,4 5-9 15,0 2-9-15,-1 5-1 0,3 0-7 0,-1 0-6 16,1 2-5-16,0-1-2 0,1 8-5 0,2-7-5 16,-3 0-2-16,4 2-2 0,0-3-3 0,-1 2 1 15,1-1-6-15,0-2-4 0,2-1 1 0,-4 0-11 16,0-5-11-16,-1-2-15 0,2-3 3 0,-2 0-7 16,-1 0 2-16,0-4 3 0,3 0 1 0,-3-3 3 15,0 0 1-15,0 0 2 0,0 0 0 0,0 0 4 16,0 0 5-16,-7-12 0 0,6 5 14 0,-1 0 8 0,4-1 9 15,-4 1 6-15,4 0 7 0,-1-2 7 16,-1 3 2-16,4-2 2 0,0-1 4 0,3 0-1 16,1 0-4-16,-2 1-1 0,3 2-4 0,1-1-4 15,-1 2-3-15,4 2-3 0,-4 0-5 0,5 1-6 0,-3 0-6 16,2 2-5-16,-1 3 5 0,2-1-5 0,-3 3-1 16,3-1-4-16,3 3-1 0,-5-1-1 0,3 2-2 15,0 2-3-15,-3-2 1 0,2 2 9 16,-4-1-13-16,0 3 2 0,0-4-1 0,0 2-5 0,-1-1 6 15,-1-2-3-15,-1 2-2 0,1-4 0 0,-3 2 1 16,-2-1-1-16,1-2 1 0,-1-2 14 0,1 2-12 16,-2 0 1-16,2-3-2 0,-4-1 14 15,5 5 22-15,-5-5 12 0,5 2-5 0,-5-2 0 0,0 0-1 16,0 0-8-16,7-7-1 0,-4 1-5 0,1 3-6 16,0 1 2-16,-2-3 0 0,3-1-12 0,0-1 7 15,2 0-2-15,-1 0-3 0,2 1-1 0,-3-2-6 16,5 0 3-16,-5 3 0 0,-1-1-4 0,2-1-6 15,-2 2 3-15,1 1 4 0,-1 0 2 0,-1 3 0 16,0-1-7-16,-3 2-7 0,4-3 3 0,-4 3-8 16,0 0 6-16,0 0-3 0,0 0 5 0,0 0-3 15,1 9 0-15,-1-4-4 0,0 0 4 0,0 3 2 16,2-2-1-16,2 1 3 0,-1 0 2 0,-1 1-7 16,1 2-4-16,5-2 19 0,0 1-10 0,0 1-3 15,3-3 3-15,3 1-2 0,1-3-3 0,1 2 6 16,3 1-7-16,-1-2-1 0,2-5-3 0,-1 2 1 15,0-2-13-15,-4-2-1 0,3-2-3 0,-2 1-10 16,-2-2-11-16,-1-1-1 0,0 0-1 0,-1-1 1 16,-1 0 3-16,-3-4 11 0,0 3-6 0,0-2 1 15,-2 2 4-15,-1-4 3 0,-3-1 6 0,0 4-1 16,-2-1 9-16,0-1 7 0,0 2 10 0,0-2 5 16,-4 1 12-16,-1 3 6 0,1-4-4 0,-3 0 7 15,0 3 5-15,2 3 2 0,-5-3 4 0,2 4-1 16,-3-1-5-16,1-1-3 0,0 1-6 0,0 2 2 0,3 1-5 15,-5 2 1-15,4 1-6 0,-2 2 6 16,2 0-11-16,0 3-3 0,1 1 0 0,2 1 6 16,-1-2 5-16,6 5-15 0,-4 1 4 0,4-2-2 15,0 4 5-15,0-6-3 0,4 9-6 0,0-7 8 0,3 1-11 16,0 1-1-16,1 2-5 0,3-4-1 16,0-1 5-16,0 0-10 0,-2-2 0 0,5 0 1 15,4-1-3-15,-6-1-4 0,7-4-1 0,-4 1 1 16,4-4 2-16,-4 1 8 0,3-4-1 0,-1 1-2 0,-2-2 6 15,4-3 0-15,-5 0-1 0,5 0 3 0,-9 0-1 16,7-4-1-16,-2 4 5 0,-1-5 8 0,-1-2 16 16,1-1 8-16,-7 6 12 0,5-5 17 15,-3 1 15-15,2-2 14 0,-4 6 15 0,0 0 8 0,-2-1 5 16,-1 2 3-16,-1 3 0 0,1-1-5 0,-1 1-7 16,-2 1-9-16,2 1-14 0,-3 0-18 0,0 4-11 15,0 0-5-15,0 0-3 0,0 0-7 0,0 0-5 16,0 0-2-16,-3 13-5 0,2-7-4 0,-2 4 0 15,1 0-5-15,-1 1-2 0,1 1-12 0,2-2-20 16,-2 2-24-16,2-1-20 0,-2 0-26 0,2-4-30 16,0 3-36-16,0-1-34 0,0-1-34 0,0 0-40 15,2-1-63-15,-2-2-41 0,0-2-303 0,2 0-721 16,-2-3 320-16</inkml:trace>
  <inkml:trace contextRef="#ctx0" brushRef="#br0" timeOffset="112445.6">19445 3996 249 0,'-7'-4'378'0,"-1"3"-33"0,4 0-31 16,-1-2-31-16,5 3-25 0,-11 0-28 0,7-1-26 15,4 1-22-15,-7-1-46 0,7 1-42 0,0 0-48 16,-7 2-51-16,7-2-51 0,-11 5-75 0,9-3-68 0,-2 3-189 15,2-2-421-15,-2 0 186 0</inkml:trace>
  <inkml:trace contextRef="#ctx0" brushRef="#br0" timeOffset="112813.15">18728 4067 318 0,'0'0'327'15,"0"0"-17"-15,-5 0-20 0,5 0-21 0,0 0-21 16,0 0-20-16,-3 2-19 0,3-2-25 15,0 0-18-15,0 0-18 0,0 0-10 0,0 0-6 16,0 0-5-16,0 0-8 0,0 0-2 0,0 0-6 0,0 0 13 16,0 0-18-16,0 0 1 0,0 0 3 0,14 4-16 15,-14-4-11-15,5 0-2 0,5 0-5 0,-10 0-10 16,8-2 0-16,-4-1-13 0,2 1-3 0,-1 0-4 16,-4-1-8-16,3 0 2 0,-4-1 3 0,6 0-16 15,-6 0-20-15,0 4-13 0,0-7-45 0,-4 1-33 16,2 1-35-16,-2 3-36 0,-1-2-33 0,1 3-47 15,-2-2-57-15,1 1-296 0,-5-1-637 0,5 2 281 16</inkml:trace>
  <inkml:trace contextRef="#ctx0" brushRef="#br0" timeOffset="113683.28">20623 4165 230 0,'0'0'338'0,"0"0"-24"16,1-3-33-16,-1 3-34 0,0 0-25 0,0 0-22 16,0 0-22-16,0 0-10 0,0 0-24 0,3 13-7 0,-3-6-24 15,0-1-8-15,1 4-9 0,2-2-10 0,-1 5-7 16,3-4-10-16,-1 0-2 0,0 3-6 0,3-3-5 16,0 0-4-16,0 0-6 0,2-2 0 0,1 1-5 15,-1 0-2-15,2-3-7 0,1 0-3 0,1-3 0 16,0 3-5-16,-1-4-1 0,2 0-1 0,2 0-1 15,-3-1 0-15,0 1-7 0,-2-3-2 0,1-2 0 16,2 0 0-16,-6-1-5 0,4 1-2 0,-5-1 1 16,1-2 8-16,-1 0-7 0,1 2 2 0,-2-2 2 15,-2 2 22-15,0 2 16 0,-1-2 16 0,-1-1 22 16,0 2-6-16,-1 1 0 0,0-1-1 0,-1 4-17 16,3-6-7-16,-3 6-9 0,0 0-7 0,0 0-4 15,0 0-15-15,0 0 6 0,0 0-4 0,0 0-6 16,-7 13 5-16,6-6-6 0,0-1-1 0,-1-1 7 0,2 3-13 15,0 0 26-15,2-1-27 0,-1 1-6 16,2-1 3-16,-1-1 1 0,1 1-3 0,5-3 1 16,-2 3 1-16,0-5 1 0,3 1 1 0,-3 0-2 0,5-3 7 15,0 0-9-15,0-3 1 0,1-1-1 0,-2 0 0 16,1-3 4-16,-2-1-6 0,2 2 7 0,1-3-10 16,-1-2 2-16,-5 3-1 0,7-3 8 15,-6 2 1-15,1-1 29 0,2 0 13 0,-5-1 33 0,2 3 12 16,-2-2 24-16,1 2 11 0,-2 0 9 0,0 4 5 15,0-2 13-15,-3 3-15 0,1-2-12 0,-1 1-14 16,-1 4-18-16,3-4-13 0,-2 2-14 0,-1 2-6 16,0 0-14-16,0 0-2 0,0 0 2 0,0 0-7 15,0 16-8-15,4-7-1 0,-4 0-6 0,0 0-2 16,3-1-12-16,0-2-13 0,1 4-16 0,1 0-22 16,1-2-24-16,-1 0-24 0,3 0-31 0,-3-4-42 15,5 0-57-15,0 1-60 0,-2-3-63 0,4-2-72 16,-1 0-70-16,0-1-284 0,4-3-826 0,-7-1 365 15</inkml:trace>
  <inkml:trace contextRef="#ctx0" brushRef="#br0" timeOffset="113850.54">20854 3842 53 0,'-7'-3'222'0,"-1"2"-20"0,4-2-23 0,4 3-27 0,0 0-42 16,-8 6-45-16,8-6-57 0,0 0-69 0,23 6-94 16,-5 1-169-16,1-1 75 0</inkml:trace>
  <inkml:trace contextRef="#ctx0" brushRef="#br0" timeOffset="114419.2">22025 4190 125 0,'7'-7'239'0,"-3"1"8"16,3-4 3-16,-3 0 6 0,-1 0-2 0,0 1 3 15,1-2-6-15,-3 0 6 0,0-1-4 0,-1 2 7 16,3 1 0-16,-3-1-13 0,-4-1-9 0,3 1-18 16,-2 1-22-16,0 3-18 0,-1-1-16 0,1 2-17 15,-2 0-16-15,0 0-15 0,-1 4-19 0,-1-2-8 16,7 3-7-16,-19 5-13 0,8 2-10 0,2-4-4 15,-2 8-7-15,0-1-13 0,0 3-3 0,0 1-9 16,3 1-10-16,3-2-10 0,-1 3-3 0,3 0-7 16,2-1-6-16,2 3-3 0,-1-4-5 0,3-2 1 15,3-1-3-15,-1 0-1 0,2-1-7 0,5-1 12 16,-4-3 0-16,3 2-3 0,4-3 2 0,-2-2-2 16,-1-1 4-16,1-3 3 0,2-1-2 0,-3-2 2 15,-1-2 3-15,4-1 3 0,-4-1-13 0,3-3 23 16,-5 1-1-16,1-1 1 0,-2-2 6 0,0 3 20 15,0 0 16-15,-4-3 15 0,3 2 24 0,-5 0 22 0,0 2 17 16,2 2 16-16,-1 0 0 0,-2 2-3 0,-1 1-8 16,3-1-16-16,-3 1-16 0,1 0-9 15,-1 4-13-15,0 0-12 0,0 0-9 0,0 0 1 16,0 0-12-16,0 0-23 0,3 13-25 0,-1-5-27 0,-1 0-35 16,3 2-23-16,0-3-33 0,0 5-32 0,4-3-39 15,1 2-37-15,-1-3-45 0,2 4-64 0,4-2-69 16,-4 0-321-16,6 1-793 0,-1-3 351 0</inkml:trace>
  <inkml:trace contextRef="#ctx0" brushRef="#br0" timeOffset="114820.62">22663 3980 42 0,'0'-4'359'0,"0"4"-28"0,4-4-29 0,-4 4-27 15,7 0-28-15,-7 0-24 0,12 1-20 0,-5 0-18 16,3 4-14-16,-1 1-18 0,5-2-15 0,-3 3-14 16,5 4-15-16,-5-5-6 0,5 7-16 0,-3 0-3 15,0-1-10-15,-2-1-8 0,1 2-4 0,0-1-10 16,-2 0-3-16,0 1-3 0,-5-3-7 0,2-3-3 15,-3 3 0-15,-2-3-6 0,0-2-4 0,2 1 1 16,-3 0-3-16,-1-2 12 0,0-2 20 0,0-2 33 16,0 0 14-16,0 0 5 0,0 0 17 0,0 0 12 15,0 0 2-15,-15-6-6 0,10 0 2 0,1 0-4 16,1 1 6-16,-1-5-4 0,1 1-4 0,-1 2-7 16,1-3-7-16,2-1-9 0,1-1-10 0,1 1-12 15,2-1-14-15,1 1-18 0,3-1-28 0,5-2-45 16,2 0-44-16,1 3-49 0,1-4-55 0,3 4-55 15,-1 0-47-15,2 1-55 0,2 2-50 0,-1 1-26 0,-2 4-265 16,-6 0-720-16,3 0 319 0</inkml:trace>
  <inkml:trace contextRef="#ctx0" brushRef="#br0" timeOffset="115188.58">23138 3972 133 0,'0'0'164'0,"-4"6"11"0,4-6 12 16,-3 6 15-16,-2-4 5 0,3 1 7 0,-2-1-4 15,1 3 1-15,1-1-6 0,-5 0-8 16,4 0-12-16,-2 1-17 0,1 2-14 0,-2-2-18 0,4 2-11 16,-3 0-9-16,3-1-11 0,-4 0-7 0,5 2-9 15,0 0-10-15,-1-2-7 0,2 2-5 0,2 0 2 16,0-2-10-16,6 1-2 0,-3-1-2 0,4 3-8 16,-1-4-1-16,4 0-5 0,2-1-1 0,-3 0-9 15,3 0-2-15,-1-4-3 0,5 0-9 0,-7 0 2 16,2-1 2-16,1-2-13 0,-1-3-1 0,-3 3 2 15,0-2-12-15,2-3 1 0,-7 0 1 0,2 0-7 16,-3-3-5-16,-1 1 5 0,-3 0-8 0,0-2 0 16,-3 1-3-16,-1-1 3 0,-3-1 0 0,-2 2 1 15,1 3 7-15,-3-2-4 0,-1 2 1 0,-1 0 2 16,2 3-1-16,-2 2-1 0,-1-1 1 0,2 1 1 16,-2 0-1-16,5 3-27 0,-5 2-22 0,6-1-17 15,1 1-17-15,2 1-25 0,-2 1-35 0,4 0-41 16,3 1-28-16,0 0-41 0,3 1-178 0,4-2-477 15,-2 2 211-15</inkml:trace>
  <inkml:trace contextRef="#ctx0" brushRef="#br0" timeOffset="115723.79">23409 3968 163 0,'0'0'363'0,"0"0"5"0,2-5-12 0,-2 5 4 15,0 0-14-15,3-2-21 0,-3 2-41 0,0 0-26 16,0 0-29-16,0 0-26 0,0 0-22 0,0 0-16 0,0 0-21 16,0 0-13-16,-1 15-15 0,-1-10-7 15,2 1-16-15,2 6-12 0,-2-4-2 0,1 1-9 16,2 1-4-16,-2-3 2 0,3 4-13 0,0-1-10 16,-1 0-8-16,0-1-21 0,1 2 3 0,0-3-10 0,0-1 6 15,3 2-25-15,-1-4-7 0,0 0-3 0,-2-1-1 16,4-1-10-16,-1 0 5 0,1-2-10 0,-2-1-2 15,-6 0-5-15,13-3 5 0,-5 2-2 16,-1-3 7-16,-1 0 1 0,-1-1 3 0,2 0 6 0,-2-3 0 16,-2 3 0-16,1 0 3 0,0-2 3 0,-2 1 19 15,0-1 5-15,0 2 14 0,-1 2 12 0,0-2 9 16,1 0 12-16,1 2-13 0,-3-1-4 0,0 4-6 16,0 0-6-16,1-5-3 0,-1 5-6 0,0 0 1 15,0 0-4-15,0 0-1 0,0 0-6 0,0 0-2 16,6 14 2-16,-1-8 2 0,0 1-1 0,-1 0-1 15,3 2-3-15,2-1 4 0,0 1 1 0,3 0 1 16,0-1-3-16,3 2 10 0,1 0-11 0,1-1-4 16,0-4 10-16,-1 3-8 0,2-2 7 0,-4-2-1 15,-2-2-5-15,1 1 7 0,1-1 8 0,-3-5 9 16,2 0 11-16,-3 1 3 0,1-2 2 0,-5-2 1 16,3 1 5-16,-5-1 3 0,0-1-1 0,-1-4 2 15,0 3-7-15,-6-4 1 0,0 1-5 0,-1-5-5 16,-4 1-7-16,-4-3 0 0,-2 1-6 0,2-1-9 0,-9-3-9 15,5 5-12-15,3 1-26 0,-2 1-29 16,3 1-40-16,1 4-44 0,0 0-40 0,1 2-44 16,0 1-54-16,1 2-59 0,5 2-340 0,-3 0-738 15,1 2 327-15</inkml:trace>
  <inkml:trace contextRef="#ctx0" brushRef="#br0" timeOffset="116208.83">24261 4132 291 0,'0'0'365'15,"-2"-5"-5"-15,2 5-3 0,-3-4-16 0,3 4-9 16,0 0-34-16,-7-5-14 0,7 5-36 0,-1-2-19 16,1 2-27-16,0 0-22 0,-10 0-15 0,10 0-22 15,0 0-9-15,-11 4-17 0,5-2-10 0,4 2-14 16,-2-1-9-16,0 1-5 0,1 3-5 0,3-1-12 15,-1-3-7-15,1 0-6 0,4 3-8 0,-4 0-1 16,0-1-5-16,2-1-2 0,2 3-2 0,-2-4-5 16,4 0 2-16,-1-2-9 0,1 3 6 0,2-1-5 15,-4-3 2-15,-4 0-3 0,13-4-7 0,-10 1 7 16,3 2-6-16,-2-3 12 0,1 0-11 0,-1-2-3 16,0 1 0-16,-3 0-2 0,1 0 3 0,-1-2-7 15,3 3 0-15,-4-3-2 0,-1 3 0 0,1-3-13 16,-3 2-27-16,3-1-34 0,-1 2-40 0,-2 0-40 15,-1 2-38-15,4 2-42 0,-7-2-52 0,1 1-63 16,6 1-272-16,-14 1-668 0,14-1 297 0</inkml:trace>
  <inkml:trace contextRef="#ctx0" brushRef="#br0" timeOffset="123066.28">9835 6436 362 0,'2'-3'414'0,"-2"3"-6"0,4-3-20 15,-4 3-23-15,0 0-28 0,2-4-32 0,-2 4-29 16,0 0-29-16,0 0-33 0,0 0-22 0,0 0-22 0,0 0-13 15,0 0-22-15,0 0-13 0,2 12-13 16,0-6-9-16,-1 0-16 0,2 1-6 0,-2 2-3 16,2 3-4-16,-3-2-9 0,4 2-11 0,-4-1-3 0,3 2-5 15,-2 1-7-15,2-2 0 0,-2 3-12 0,3 0 5 16,-1-2-3-16,-2 0-1 0,1 0-2 16,-1-3-5-16,0 3 0 0,1-3 0 0,-2 0 0 0,3-2-24 15,-3-2-38-15,1 2-38 0,0-1-42 0,-1-2-32 16,3 0-39-16,-3 1-42 0,0-3-47 0,0-3-68 15,4 2-249-15,-4-2-651 0,0 0 288 0</inkml:trace>
  <inkml:trace contextRef="#ctx0" brushRef="#br0" timeOffset="124287.24">9841 6269 129 0,'0'0'167'0,"-15"1"-10"0,15-1-3 0,-9 0-8 16,9 0-4-16,-11 5 2 0,7-4-7 0,-1 1-11 16,-1 1 1-16,-1-1-6 0,-1 2 0 0,1 0-5 15,2 0-1-15,-2 2-5 0,-5-1-5 0,4 2 4 16,2-1-10-16,-2 3-4 0,-3-1-1 0,2 1-9 16,-1-1 5-16,1 0-11 0,-1 3-4 0,0-1-2 15,4 0 1-15,-6 4-4 0,-1-1-5 0,5-2-3 16,-1-2 0-16,-1 6-3 0,2-2-5 0,-3-1-4 15,4-1 2-15,-1 4-1 0,2-4-5 0,-1 1-4 16,1-1-2-16,2 2-1 0,1 1 0 0,-1-1-1 16,0-1 4-16,0-1-7 0,-1 2 3 0,2 4-4 15,-3-5 0-15,5 0-4 0,0 1-6 0,-2-1-1 16,2 1 5-16,1 2-2 0,-2-3-3 0,2-3 1 16,2 5 13-16,-5-1-17 0,3-2 0 0,0 0 2 15,1 0-1-15,2-1-1 0,-3 2-1 0,0-2 1 16,3 2 0-16,-2-2-17 0,0 0 12 0,6-1-2 15,-4-1 4-15,-2 0-5 0,3 1 4 0,0 2-2 16,-1-4 8-16,0-1 4 0,1 6-6 0,0-3-5 16,4-3 23-16,-1 3-15 0,1-2 2 0,-4-2 7 15,3 2-2-15,0-1 6 0,-2-1 3 0,3 2 0 16,-1-2-1-16,-1 0 6 0,4 0-1 0,-3-1 2 16,4 1 3-16,0-1-3 0,-3 0 0 0,2-3 2 0,1 3-1 15,-2-2 5-15,2-1-6 0,-3 0 0 0,6 2-6 16,-2-3-2-16,2 1-2 0,-2-1 3 15,0 1-1-15,0-1-1 0,-2-1 1 0,5 0 1 16,-3-2 4-16,0 2-2 0,-1-2 3 0,-1 0 1 0,3 1 4 16,-2-1-2-16,2 0 2 0,0-1 1 0,-2 0 8 15,-3-1-8-15,4 2-1 0,-2-1 1 0,-2 1-3 16,3-3-3-16,-3 4-1 0,-1-2-7 0,1 0 8 16,-1-1 4-16,0 3-4 0,-2-4 3 0,2 2-2 15,1-2 1-15,2 1 1 0,-2-2 3 0,1 1 1 16,-3 1-1-16,3-4 3 0,-3 0 1 0,2 2-7 15,0-1 6-15,0 0-2 0,-1-2 13 0,1 2-9 16,0-3-3-16,-2 1 4 0,2 0-3 0,-4 0 2 16,4-1-1-16,-4-1 0 0,0 1-2 0,0-1 2 15,2 3-6-15,-2-3 2 0,-3 1-1 0,2-3-10 16,-2 4 3-16,5-3-1 0,-5 1-4 0,-1 1-9 16,4-3-1-16,-4 2 3 0,3 1-4 0,-2-3 0 15,-1 2-4-15,0 1 0 0,-1-2 0 0,-2 0-2 16,2 0-5-16,-2 2 6 0,-4-6-5 0,3 4 13 0,0 0-16 15,-3 2-5-15,-1-4-1 0,0 3-6 16,0-4 0-16,-6 3 0 0,-1-2 0 0,3 2 0 16,-3 1 0-16,-1 0 0 0,-2 0 0 0,-1 0 0 15,0 0-6-15,2 0-33 0,0 3-12 0,-2 0-23 0,3 0-21 16,-2 0-32-16,0 2-39 0,6 2-54 0,1-2-61 16,0 2-75-16,3 2-50 0,0 0-58 15,2-1-66-15,0 2-366 0,6 2-971 0,-11 0 429 16</inkml:trace>
  <inkml:trace contextRef="#ctx0" brushRef="#br0" timeOffset="125357.36">10285 6663 36 0,'0'0'262'0,"0"0"-12"16,-7 0-9-16,7 0-9 0,0 0-15 0,-6 3-14 16,6-3-19-16,0 0-10 0,0 0-11 15,0 0-13-15,0 0-1 0,0 0 13 0,0 0 9 0,11 7 0 16,-1-4 6-16,3-3-5 0,5 3 5 0,5-3 0 16,10-1-24-16,4 1-1 0,3 0-6 0,4 0-7 15,16-2-9-15,-4 4-8 0,2-2 0 0,-2-3-10 16,0 1-9-16,2-1-9 0,-5 2-7 0,4 1-10 15,-19 1-4-15,3-3-12 0,1 0-1 0,-2 1-7 16,2-1-5-16,-6 2-7 0,4 0-3 0,-2 0-2 16,-8 2-6-16,3-2 3 0,-13 0-7 0,2-2-2 15,0 2-3-15,-3 0-10 0,-6 0 8 0,4-1-1 16,-5 0 1-16,1 1-6 0,-4 0 2 0,-1 0-4 16,0-1 3-16,-1 1-3 0,-7 0 2 0,12-3-6 15,-8 2 7-15,-4 1-6 0,7 0 4 0,-7 0-1 16,4-3 1-16,-4 3-4 0,5-1-1 0,-5 1-4 15,3-2-16-15,-3 2-20 0,0 0-34 0,0 0-45 0,0 0-40 16,1-5-37-16,-1 5-47 0,0 0-46 0,0 0-59 16,0 0-49-16,0 0-254 0,0 0-696 15,0 0 308-15</inkml:trace>
  <inkml:trace contextRef="#ctx0" brushRef="#br0" timeOffset="126161.49">11384 6561 173 0,'-7'-6'291'0,"7"6"-5"15,0 0-12-15,-3-3-12 0,3 3-17 0,0 0-18 16,0 0-23-16,0 0-18 0,0 0-21 0,0 0-15 15,0 0-15-15,0 0-13 0,0 0-12 0,0 0-11 16,12 10-5-16,-5-7-1 0,-3 0 0 0,2 1-7 16,-2 1-5-16,5-2-3 0,0 3-10 0,3 0-6 15,0-1-1-15,0 0-10 0,2 1 0 0,-1-1-3 16,6-1-5-16,-5 1-4 0,0-2-8 0,-2 1 6 16,0 1-9-16,-1-1-3 0,-3-3-3 0,-1 2-8 15,-1-1 4-15,2-1-5 0,-3 1-1 0,-1-1 1 16,0 2-4-16,-4-3 4 0,6 2-6 0,-5 1-1 15,-1 1-2-15,3-1 0 0,-3 3 4 0,-3-1 4 16,-1 1-1-16,1 2 2 0,-4-2 5 0,2 4-5 16,-6-2-1-16,3 5 4 0,1-5-3 0,0 3 1 0,-1 0-3 15,-3-2 0-15,3 1-5 0,0 0 2 16,-1-1 1-16,3-2 0 0,-2 3-4 0,1-4-10 16,3-1-27-16,0 0-35 0,3 0-29 0,-4 0-31 15,4-2-48-15,1-3-61 0,3 5-70 0,-3-5-241 0,0 0-592 16,16-5 263-16</inkml:trace>
  <inkml:trace contextRef="#ctx0" brushRef="#br0" timeOffset="127180.75">11909 6469 132 0,'0'0'329'16,"0"0"-11"-16,0 0-2 0,0 0-15 0,2-7-16 15,-2 7 2-15,3-3-34 0,0 0-12 0,-3 3-14 16,4-3-17-16,-4 3-15 0,8-5-12 0,-1 4-16 16,-2 0-18-16,-5 1-16 0,13-3-10 0,-6 2-11 15,0 0-11-15,4 1-11 0,2-2-10 0,0 2-9 16,-2 2-8-16,1-2-8 0,2 2-2 0,-6-1-8 15,4 3-9-15,-2-2 0 0,-2 1-6 0,3-1-1 16,-4 2-11-16,0-2 4 0,0 2 13 0,-1 0-22 16,0 1 2-16,-1-1-3 0,-2 0-2 0,0 2-8 15,-1-2 4-15,-2 4-1 0,0-5-7 0,0 3 10 16,-2-1-2-16,0 0 2 0,-2 0-4 0,-1-1 4 16,-2 1 6-16,2-2-17 0,-2 3 4 0,1-2 1 15,1-1-2-15,-2-1 1 0,0 1 3 0,2-1-4 16,-1 3 1-16,2-2 4 0,-1-2-7 0,1 2 1 0,4-3-7 15,-8 2 7-15,8-2-5 0,-2 4 0 16,2-4 4-16,-4 3-5 0,4-3 4 0,0 0-3 16,0 5 6-16,0-5-1 0,8 3 4 0,-8-3-5 0,11 3 8 15,-7 0-8-15,6-1-3 0,1 2 9 0,2-3-2 16,-3 3-6-16,3-2 3 0,0 3 4 0,-2-1-4 16,2 0-1-16,-1 1 1 0,-1-2 2 15,1 1 0-15,-2-1 1 0,-1 0-9 0,-2 1 3 0,0 0 4 16,1-2-3-16,-5 1 5 0,4 2-6 0,-2-1 0 15,-2 1 4-15,-2 1-3 0,2-3-2 0,-3 2 0 16,0-1 8-16,0 1-1 0,-3-1-6 0,0 1 9 16,-1-1-7-16,-4 0 9 0,3 1 1 0,-3-2-6 15,-3 2 1-15,0 0-1 0,-3-1 2 0,-1 0-5 16,2-3 2-16,-2 2 2 0,1-1 14 0,-5 1-30 16,4-2-27-16,-4 0-20 0,4-2-34 0,0 2-24 15,3-2-28-15,-3 0-22 0,1 1-26 0,3-3-37 16,5 1-40-16,-4-1-33 0,6 2-227 0,0-2-575 15,-2-2 254-15</inkml:trace>
  <inkml:trace contextRef="#ctx0" brushRef="#br0" timeOffset="127883.22">12079 6250 39 0,'-3'-5'251'0,"0"0"-4"0,1 0-15 16,-4-1-9-16,3 4-12 0,2-1-29 0,-4 0-14 0,-1 0-11 15,2-1-12-15,4 4-10 0,-11-2-13 0,4 0-6 16,1 1-9-16,6 1-15 0,-17 1 3 0,5 2-7 15,1 2-5-15,0-4-3 0,-1 3-4 16,0 1-3-16,-2-1-6 0,2 4-7 0,-2-1-4 0,1 4-3 16,-2 0-8-16,0-2-3 0,1 4-4 0,2 1 1 15,0 0-4-15,1 0-2 0,-4 1 2 0,7 1-2 16,-2 1-3-16,-2-4 2 0,5 0-1 0,-2 4 1 16,-1 0 8-16,3-1-6 0,1 1-3 0,0-1-3 15,1-5-1-15,-2 3 0 0,6-1 3 0,-2 1 7 16,-1-2-15-16,4 2 1 0,-2 0 15 0,2-1-9 15,2 3-3-15,-1-3 2 0,3 3 4 0,-2-3 3 16,2 4-5-16,1-4 10 0,-1 2 3 0,2-1 4 16,0-1-3-16,1 2-3 0,3 1 5 0,-1-2 2 15,2 2-5-15,1-3 4 0,-1 0 1 0,2-2-3 16,-3 4 2-16,4-2-3 0,1-1 2 0,-3 0 0 16,3 1 4-16,0 0-1 0,1-3 1 0,-3 1 5 15,3 0 3-15,-4-5 6 0,3 4 4 0,1-2 6 16,2-1 5-16,-1-3-1 0,1 3-1 0,3-6 1 15,-2 0-2-15,1 0 1 0,0-2 1 0,3 0 1 16,-2-2-11-16,9-3 2 0,-11 1-2 0,2-3 0 16,10 0-2-16,-11-2-2 0,0 2-1 0,11-8-3 15,-14 4 1-15,9-3 2 0,1-3-1 0,-7-5-4 0,1 4-7 16,-2-3-1-16,-1-2-5 0,-1 1-4 0,-1-3 0 16,-3 5 3-16,-2 0 8 0,-3 2 4 15,-1 0-5-15,0-1 0 0,-3 0-2 0,-3 1-1 16,-2-3-3-16,-2 2-7 0,0 0 1 0,-5 0-3 0,0 2-4 15,0-1-1-15,-8-3-11 0,2 5-5 0,-6-2-3 16,2 5-15-16,-1 1-11 0,-5-2-7 0,-2 2-22 16,0 2-26-16,4 5-28 0,0 1-37 15,-1 1-47-15,3 2-66 0,-1 3-58 0,1 2-50 0,1 2-36 16,-3 0-56-16,11 0-42 0,-5 4-293 0,4-2-846 16,1 1 375-16</inkml:trace>
  <inkml:trace contextRef="#ctx0" brushRef="#br0" timeOffset="128418.43">12613 6565 242 0,'-5'3'304'0,"5"-3"-19"0,0 0-10 15,0 0-20-15,0 0-7 0,0 0-17 16,0 0-19-16,0 0-14 0,0 0-4 0,0 0-7 16,0 0-6-16,24 0-12 0,-12 0-1 0,1 0-3 15,7 0-23-15,2 1-3 0,8-2-9 0,4 1-9 0,2 0-11 16,3 0-5-16,15-2-3 0,-12 2-8 0,18-5-6 16,-3 4-7-16,7-4-8 0,-3 1 0 15,6 3 5-15,-4 0-18 0,5-2 6 0,-2-4-19 16,2 2 0-16,-3 3-3 0,-2-6-6 0,0 2-4 0,-6-1-1 15,-16 2-3-15,0 1-1 0,-2-1-1 0,-7 0-4 16,0-2-1-16,-12 1-3 0,1 4 3 0,-3-4 5 16,-4 1 2-16,-3 0 6 0,-3 3-3 15,0-2-2-15,-3 2-8 0,0-1 3 0,-5 3-6 0,9-3-12 16,-6 2-30-16,-3 1-26 0,0 0-29 0,1-4-40 16,-1 4-21-16,0 0-31 0,0 0-24 0,0 0-23 15,0 0-29-15,0 0-35 0,0 0-30 0,-16 6-41 16,12-4-194-16,4-2-589 0,0 0 261 0</inkml:trace>
  <inkml:trace contextRef="#ctx0" brushRef="#br0" timeOffset="128769.38">13929 6368 4 0,'-10'3'331'0,"10"-3"-8"16,0 0-13-16,-4 0-17 0,4 0-18 0,0 0 0 0,0 0 6 15,0 0-11-15,14 10 4 0,-5-8-16 16,3 3-18-16,1-2-9 0,4 5-16 0,1-2-10 16,1-1-19-16,-1 3-16 0,2-2-15 0,0 1-17 15,-1-2-14-15,2 1-16 0,-5 0-6 0,2 2-11 0,-6-3-8 16,-1 1-11-16,0 1-4 0,-3-1-12 0,-3 1-3 15,1-2-6-15,-3 3-4 0,-1-2-3 16,0 1-6-16,-4 0-3 0,0 4-4 0,-1-3-1 0,-4 2-22 16,-1 1-26-16,-4-3-28 0,-2 6-44 0,-1-3-43 15,0 0-17-15,-4 1-41 0,4 0-21 0,-2-1-24 16,3 0-44-16,3-6-48 0,2 2-289 0,-1 1-671 16,1-2 298-16</inkml:trace>
  <inkml:trace contextRef="#ctx0" brushRef="#br0" timeOffset="129388.51">14611 6283 118 0,'4'-4'328'16,"-4"4"11"-16,0 0-15 0,0 0 1 0,2-3-4 16,-2 3-15-16,0 0-22 0,0 0-16 0,0 0-32 15,0 0-22-15,-10-4-21 0,10 4-25 0,0 0-11 0,0 0-22 16,-5 9-11-16,5-9-13 0,-3 7-11 0,2-2-12 15,-1-1-4-15,4 1-10 0,-1 0-1 16,3 3-2-16,-1 1-2 0,5 0 5 0,0-1-3 16,2 1-4-16,3 2 2 0,2 0-9 0,-1 1-1 0,1-2-8 15,0 1 1-15,1 1-8 0,-1-1-5 0,3-1-3 16,-1 0-2-16,-3 2-7 0,-4-3 0 0,2 0-2 16,-1 0-2-16,-2 1-4 0,2-1-2 15,-4-1-1-15,0-1-3 0,-2 0 0 0,2 1-1 0,-3-1-5 16,-1-1 6-16,-3-4-1 0,1 2-2 0,-1 1 3 15,-3-1-1-15,1 0 0 0,-5-4 5 0,0 2-10 16,0 2 0-16,-4-3 0 0,-1-2-14 0,1 2-17 16,-5-2-40-16,2-1-29 0,-3-2-32 0,-4 1-34 15,0-2-22-15,0-3-30 0,3 3-39 0,-3-3-40 16,0 1-50-16,6-1-283 0,-1 0-672 0,2-2 297 16</inkml:trace>
  <inkml:trace contextRef="#ctx0" brushRef="#br0" timeOffset="129639.39">14527 6214 278 0,'-3'-4'321'16,"3"4"-11"-16,0 0-17 0,0 0-14 0,0 0-19 15,7-5-19-15,-3 4-21 0,3 1-21 0,5-1-8 16,-1 1-32-16,9-3-10 0,2 7-18 0,0-5-8 15,2 2-12-15,6-1-9 0,-9 1-12 0,2 0-12 16,6-1 4-16,-8 2-18 0,5-1-18 0,-7-1-24 0,3 1-30 16,0-2-26-16,-5 0-38 0,-3 1-35 15,-2-3-34-15,-2 1-30 0,3-2-27 0,-2 0-17 16,-1-1-20-16,-5 2-18 0,-1-3-134 0,0 1-417 16,-2-1 185-16</inkml:trace>
  <inkml:trace contextRef="#ctx0" brushRef="#br0" timeOffset="130207.9">14871 6031 61 0,'-8'-1'163'0,"-4"-2"10"0,-2 3 4 15,-1-1-6-15,0-2 5 0,-4 1 3 0,-1 2-4 16,-1 2-5-16,1-2-2 0,1 2-2 0,-3-2-8 16,0 1-3-16,-1 0-2 0,4 2-5 15,-3-1-10-15,1 2-6 0,0 0-8 0,-2 0-4 0,4 0-8 16,-3 5-12-16,3-3-4 0,-1-1-11 0,2 4-9 15,-1 0-9-15,3 0-5 0,0 1-6 0,2 1-6 16,0-3-1-16,1 4-4 0,1 2-4 0,-1-1-4 16,2 1 4-16,-1 0-2 0,4 3 2 0,-3-3-5 15,3-4 0-15,0 8-6 0,2-2-4 0,-3 0 10 16,1-1-2-16,1 2-7 0,0-2 1 0,4-2 2 16,-2 0 1-16,2 0-1 0,-1 1-7 0,1 0 2 15,1-3 2-15,-1 4-3 0,3-1 12 0,0 3 0 16,1-3 12-16,1-1-6 0,2-1 2 0,1 5 16 15,3 0-13-15,-1-1 10 0,3 1 4 0,3 1 1 16,0-3 4-16,0 1 1 0,8 2 2 0,-1-4 3 16,3 4 3-16,3-2 1 0,1-2-3 0,0 5-6 15,3-5-1-15,4-3-2 0,-1 3-2 0,2-4-5 16,3-3-4-16,0-2 1 0,-1 1-7 0,-1-3 2 16,0 2-8-16,-1-1-1 0,-3-6 2 0,0 4-1 15,1-2 0-15,0-6 9 0,-10 5 10 0,-3-2 7 16,2 0 8-16,7-4 3 0,-8-1 6 0,0 2 4 15,-1-6-2-15,-4-1-1 0,6-5-4 0,1-2 7 0,-4-3-14 16,-8 7-10-16,4-6 6 0,-1-2-20 0,-5 4-6 16,3-4 5-16,-5-4-10 0,-1 2-1 15,-5 5-2-15,1 0-8 0,-2-6 1 0,-6-3-10 16,2 7 12-16,-7-5-17 0,0 0-6 0,0 2-7 0,-8 2-8 16,-2 0-7-16,-1-1-7 0,-7 5-5 0,3 2-19 15,-5 0-14-15,-3 4-27 0,1 0-31 0,-2 4-36 16,-3 2-46-16,4 2-54 0,-1 2-46 15,-1 5-36-15,2 3-37 0,0 0-57 0,4 1-56 0,2 3-282 16,6-1-830-16,0 0 367 0</inkml:trace>
  <inkml:trace contextRef="#ctx0" brushRef="#br0" timeOffset="130843.4">15210 5857 194 0,'0'0'280'16,"0"0"-18"-16,1-4-17 0,-1 4-28 0,0 0-22 15,0 0-17-15,0 0-18 0,0 0-18 0,-10 12-11 16,3-6-15-16,-2 4-6 0,-2 5-9 0,-1 1 0 0,-6 7-2 15,-6 3-3-15,2 2 0 0,-9 11-4 16,-3 1 18-16,-3 5-8 0,-5 1-7 0,-3 1-4 16,-3 0-4-16,0-3 2 0,-4 0-6 0,4 1 5 15,-1-1-4-15,2-3 3 0,-2 1-5 0,0 0-7 0,5 1-3 16,3 1-4-16,2-7-5 0,1-1-12 16,10-7-1-16,2 0-8 0,1-2 0 0,3-4-2 15,-3 2-5-15,4-3-4 0,6 0-6 0,3-6-3 0,0-3-6 16,2-1-10-16,5-5-17 0,-2 2-23 0,4-4-8 15,2 0-11-15,-2-2-27 0,3-3-46 0,12 2-51 16,-12-2-57-16,17-9-56 0,-5 4-278 0,1-5-614 16,5-2 271-16</inkml:trace>
  <inkml:trace contextRef="#ctx0" brushRef="#br0" timeOffset="131228.31">14312 5937 164 0,'0'0'266'0,"0"0"-28"0,0 0-4 15,0 0 1-15,8 16-6 0,1-6-11 0,5 4-5 16,4 8-14-16,5 2-8 0,3 3-9 0,12 11-17 0,0 1-10 16,-1 1-8-16,4 1-12 0,-2-3-12 15,-1 3-3-15,6-5-3 0,-2 1 4 0,-5 3-4 0,3-3-10 16,-3 0-7-16,-10-10-6 0,9 11-11 16,-1 1-10-16,-8-9 2 0,0-1-9 0,1 0-6 0,-4-1-8 15,-2 2-1-15,2-6-6 0,-5 2-8 0,-2-3 0 16,-4-5-9-16,-3-4 3 0,-2 0-9 0,-1-3 2 15,0 1 1-15,-3-4-7 0,0-2 5 0,-1 1-14 16,2-5-12-16,-1 2-19 0,0-2-21 0,-4-2-59 16,0 0-75-16,8 0-85 0,-8 0-101 0,8-7-247 15,-5-1-661-15,4-1 294 0</inkml:trace>
  <inkml:trace contextRef="#ctx0" brushRef="#br0" timeOffset="199972.46">4911 8231 84 0,'-1'-4'224'0,"-2"-4"0"16,-1 5-2-16,0-4 4 0,1 2-1 0,-4-1-9 15,4 1-13-15,-1 0-11 0,-1 2-7 0,0-1-4 16,-1 0-7-16,-1 2-13 0,2-1-16 0,-3 0-6 16,1 2-12-16,-1 1-7 0,-1 0-8 0,-1 1-6 15,0 5-6-15,-5-1-9 0,3 0-1 0,-2 4 3 16,1-3-22-16,-2 7-5 0,1-2-10 0,-2 1 6 15,2 0-4-15,2 4-8 0,0-1-7 0,2 0 20 16,-1-2-27-16,4 3 4 0,-1-1-2 0,7 0-8 16,-3-4-6-16,4 2-3 0,4 4 3 0,-3-5-7 15,4 5 3-15,4-7-7 0,2 4 21 0,2 0-17 16,1 0-3-16,5-4 2 0,0 2-5 0,0-1-4 16,3-4 15-16,0 1-15 0,6 0-2 0,-5-2 3 15,-1-1-9-15,0-3 19 0,1-1-15 0,-1 3-6 16,-3-3 3-16,4-1-3 0,-4-1 3 0,-4-1-2 15,-3-2 1-15,0 2 7 0,2-3-3 0,-3-2 0 0,-3 1 0 16,4-2 5-16,-5-1-9 0,3-1 7 0,-5-1 1 16,4 0 13-16,-3-1 17 0,-1 0 4 15,1 1 11-15,-2 0 3 0,0-3 9 0,0 2-1 0,0 4 7 16,-1-1-2-16,-2 3-1 0,2-2 2 0,0 0-6 16,-2 3 1-16,-1 2-12 0,4-2-9 0,-4 1-7 15,0 0-11-15,0 4 0 0,0 0-2 0,0 0-5 16,0 0 0-16,10 11-1 0,-10-6-1 0,5 2-1 15,-4 0-1-15,2 0-4 0,1 4 1 0,-1-1-6 16,3 3 6-16,-1-3-3 0,2-1-5 0,-1 1 0 16,3-1-5-16,-1 1-1 0,1-1-1 0,2 0-5 15,-1-3 2-15,2 0-3 0,0-1 0 0,2-1 2 16,-2-1-4-16,0 0 6 0,3-1-2 0,-2-2 3 0,-1 0-2 16,-4-3 2-16,3-1 2 0,1 1 3 15,-2 1-2-15,-4-4 1 0,0 1 1 0,-2 2 1 16,3-2 3-16,-3-4 1 0,0 2 7 0,-3 0 10 15,1-1 17-15,-1 1 4 0,-1-1 9 0,0 1 7 0,-1-1-2 16,1 4 2-16,1-2 9 0,-2 0-7 0,-1 2-4 16,2-1-10-16,0 5 3 0,-1-6-11 15,1 6-3-15,1-4-9 0,-1 4-8 0,0 0 0 0,0 0-7 16,0 0 2-16,0 0-4 0,0 0 3 0,0 0-4 16,3 14-9-16,-3-9-18 0,4 4-18 0,-1-5-22 15,0 2-22-15,4 3-18 0,-1-3-20 0,0 2-6 16,5-1-20-16,-2 1-21 0,0-1-11 0,1-1-18 15,2-1-17-15,0 0-18 0,1-1-20 0,-4-1-16 16,1-2-21-16,2 1-16 0,-4-2 5 0,0-2-9 16,-1-1-198-16,4 1-545 0,-7-3 241 0</inkml:trace>
  <inkml:trace contextRef="#ctx0" brushRef="#br0" timeOffset="200340.44">5639 8396 433 0,'2'-6'7'16,"1"-5"9"-16,0 4 33 0,-3 0 26 0,0 0 23 15,3 0 21-15,-1 1 27 0,-1 1 9 0,-1 1 8 16,0 0 2-16,3 0 5 0,-3 4-8 0,2-5-11 15,-2 1-13-15,0 4-19 0,4-2-7 0,-4 2 0 16,0 0-1-16,0 0-2 0,0 0-8 0,12 8-4 0,-8-3-20 16,-1 0 1-16,3 1-9 0,0-1-2 15,-2 2-9-15,3 1 2 0,1 2-14 0,0-2-1 16,-4 2-3-16,3-3-7 0,0 3-4 0,-2-3-4 0,3 4 1 16,-5-3-1-16,4 1-2 0,-6-1-6 0,2-2 2 15,0-1-2-15,-3-1 1 0,3 0 13 0,-2 0 12 16,3 1 19-16,-4-3 18 0,0-2 14 0,0 0 2 15,0 0 7-15,0 0 2 0,0 0-2 0,0 0-5 16,-15-9-1-16,11 4-6 0,1 0-3 0,0-1-6 16,-1-2-4-16,0-4-8 0,3 3-7 0,1-4-12 15,-3 2-1-15,6 1-7 0,-3 0-6 0,1-4-1 16,2 5-7-16,-2-2-2 0,1 1-7 0,3 3-4 16,-2 0-10-16,-2 2-20 0,2 0-33 0,1 1-26 15,-1-1-29-15,1 2-7 0,1 1-37 0,-1 0-17 16,-4 2-18-16,9 0-21 0,-9 0-18 0,6 3-20 15,1-1-23-15,0 0-9 0,-3-1-5 0,-4-1 1 16,8 4-2-16,-5-3-145 0,4 2-456 0,-7-3 202 16</inkml:trace>
  <inkml:trace contextRef="#ctx0" brushRef="#br0" timeOffset="202064.41">5848 8318 928 0,'0'0'-47'0,"0"0"29"0,11-3 33 16,-11 3 32-16,4-3 32 0,-4 3 26 0,8-3 19 16,-8 3 17-16,6-4 6 0,-5 3 7 0,-1 1 4 0,4-7-4 15,-3 5 1-15,-1 2-8 0,7-3-12 0,-7 3-9 16,7-1-10-16,-7 1-3 0,11 0-15 15,-7 3 0-15,-4-3-9 0,10 3-6 0,-5 1-6 16,3 0-2-16,-4 1-13 0,6 4 3 0,-3-1-15 0,1 0-7 16,-2 2 0-16,3 0-6 0,-1-1-5 0,-2 1-3 15,4 1-4-15,-7-1 1 0,1 1-4 0,4-2-1 16,-4 0-1-16,-3-2-5 0,2 0 0 0,1-1 1 16,-2 0-1-16,0-1 1 0,-2-3 3 0,0-2 5 15,-2 5 11-15,2-5 6 0,0 0-6 0,0 0 10 16,0 0-4-16,-15-6 12 0,9-1 4 0,4 0-4 15,-1-1-3-15,-1 0 4 0,1-4 0 0,0 3-4 16,2-5-7-16,1 4-6 0,0-2 0 0,4 1-12 16,0-2 0-16,0 4 3 0,3-2-11 0,-1 3-1 15,1 0 1-15,3-1-2 0,0 3-10 0,-1-1 3 16,3 1-12-16,-1 2-19 0,0-1-3 0,4 4 1 16,0 0-21-16,-4-3-8 0,0 3-9 0,5 0-8 15,-3 1 0-15,0 1-10 0,1-2 3 0,-1 1-1 0,-1 0 0 16,2-1 1-16,-3 1 6 0,-1 0 9 0,0 0 3 15,-3 0 8-15,0 0 6 0,-3-2 3 16,3 1 3-16,-1 0 8 0,-6 1 3 0,7-4 7 16,-3 3 2-16,-4 1 9 0,5-4 4 0,-5 4 10 0,2-4 10 15,-2 4 8-15,3-4 9 0,-3 4 8 0,-1-5 6 16,1 5 6-16,-4-3-7 0,4 3 1 0,-6-3-3 16,6 3 0-16,-10-3 2 0,10 3-2 0,-13 2-3 15,3-1 2-15,2 2 3 0,-4 0-2 0,1 3-10 16,-1-1-3-16,1 2-2 0,0 2-2 0,3-1 0 15,-4 6-4-15,5-4 21 0,3 1-29 0,-3 0 0 16,5 1-1-16,0-2 2 0,2 0 1 0,3-1-9 16,2 1 4-16,2-1-2 0,-2-3-2 0,6 1-2 15,4-2-4-15,-1-4-2 0,8 3-5 0,-2-4-9 16,3 0-11-16,-1-1 4 0,1-2 1 0,0-3-4 16,-1 4 8-16,-3-6 1 0,3 0-1 0,-6 0 3 15,2-2 4-15,-2 0-4 0,-4 1 10 0,-2 0-2 16,-1 1 6-16,1 1 5 0,-5 1 10 0,1 0 13 0,-2 1 4 15,-1-2 12-15,-2 5 3 0,3-2-12 16,-1 1 0-16,-3 3-9 0,0 0-7 0,0 0 5 16,0 0-7-16,0 0 2 0,8 8-5 0,-10-4-8 15,2 2 2-15,0 4 2 0,0 0 1 0,2 0 4 0,-2 1-5 16,1 0 0-16,3-1-6 0,2 2 6 0,-2-1 1 16,0-1-2-16,7-1 0 0,-4 2 0 15,-1-2 0-15,4-2-1 0,2-3-3 0,-5 2-1 0,1-2-5 16,3-3 9-16,-4-1-6 0,1-1 5 0,2-2-5 15,0-2-8-15,0 1 10 0,-2-3 0 0,3-2 1 16,-3 3 2-16,-1-7 2 0,1 2-1 0,4-4-5 16,-6 4 7-16,-1-1 15 0,1-1-7 0,0 3 26 15,-3-1 13-15,3 0 9 0,-4 2 11 0,1 4 14 16,0-1 2-16,-2 1 7 0,2 0-15 0,-2 0-7 16,1 2-16-16,-2 3-13 0,1-3-3 0,-1 3-5 15,0 0-1-15,0 0-7 0,0 0-5 0,8 10 0 16,-8-4-2-16,8-1-4 0,-5 1 1 0,2 2-5 15,2-1 1-15,3 4-2 0,-1-4-3 0,-1 4-8 16,3-2-11-16,4 1-12 0,0 0-12 0,-1-5-14 16,-2 1 0-16,6-1-13 0,-5-3 4 0,2-1-3 15,-1 1-10-15,-1-2-4 0,1 0 6 0,-2-3-8 0,-1 1 4 16,0-3 5-16,-3-3-3 0,2-1 3 16,-5 0 5-16,2-3 1 0,1-3 0 0,-4 3 7 15,3-6 1-15,-6 1 1 0,-1-2 5 0,3-2 0 16,-6-5 0-16,2 4 8 0,-2-4 0 0,-1-2 4 0,0 8 5 15,-1-2 7-15,2 3-2 0,-2 0 10 0,-2 0 14 16,1 2 14-16,2 4 10 0,0 2 17 0,0-2 10 16,0 3 7-16,3 2-2 0,-2 0-4 0,0 3-1 15,2 0-24-15,-1 3 6 0,2 2-8 0,0 0 2 16,0 0-5-16,0 0-1 0,-1 15-1 0,1-4-2 16,1 1-9-16,4 5 5 0,-4 2-12 0,-1 2 11 15,4-1 2-15,0 8-9 0,-2-1-11 0,0-7-11 16,2 9-17-16,0-3-25 0,3 2-15 0,-3-7-16 15,3 6-12-15,-2-8-10 0,1 2-10 0,2-3-14 16,-4-3-16-16,2 2-6 0,-1-6-9 0,-1 0-7 16,0-3-3-16,-3-2 13 0,2 0 9 0,0-2 10 15,0 0 14-15,-3-4 14 0,0 0 10 0,0 0 12 16,0 0 22-16,0 0 34 0,-7-18 32 0,4 13 30 0,-1 0 27 16,0-2 14-16,3 2 15 0,-5-1 24 15,4-1 19-15,-3 2 9 0,4 1 5 0,-2-1 20 16,1 0-7-16,-1 1-4 0,1-1-1 0,2 5-3 0,-1-6-7 15,1 6-18-15,3-8-8 0,0 5-15 0,2-1-7 16,1 1-13-16,3-3-7 0,6 5-10 0,-1-2-2 16,9-2-3-16,-2-2-6 0,8 3-6 0,4-3-2 15,-3-1-5-15,2 1-17 0,-6-3 2 0,5 1-3 16,-5-2-23-16,2-2-9 0,-1-2-23 0,0 0-11 16,-4-4-21-16,0 1-15 0,-4-4-19 0,-4-2-17 15,-3 1-11-15,0-4-8 0,-6 8 9 0,-2 0 15 16,0-1 10-16,-4 0 12 0,-3 3 12 0,2 3 23 15,-4 4 18-15,0-2 15 0,-4 4 8 0,2-1 8 16,-1 5 9-16,-3-1 21 0,0 3 4 0,0 2 0 16,-1 5 5-16,0-2-3 0,1 4 2 0,-1 2-5 15,1 2 2-15,1 4-3 0,1 0 1 0,2 3-3 16,4-1 1-16,2 1 4 0,1-1-9 0,1 1 0 16,2 1-4-16,4-2 2 0,2 1-6 0,1 2 5 0,1-4-1 15,4 0-6-15,-4-2 0 0,3 0 3 16,2-1-1-16,0-1-8 0,0-2-13 0,-1-4-8 15,2 2-2-15,-4-4-1 0,2-2-8 0,0 2-2 0,-3-4 0 16,2 0 8-16,-2-3-2 0,3 2 0 0,-3 0 4 16,-1-2 5-16,0 0 5 0,1-1-1 15,-2 0 5-15,-1-1 17 0,-1 1 8 0,-1 0 15 16,0 0 12-16,0 0 19 0,-3 2 25 0,1-1-10 0,1 1-4 16,-2 0-7-16,-4 2-3 0,10 0 4 0,-10 0 0 15,12 2 5-15,-6 1 7 0,0 1 6 0,-2 2 14 16,3 2 5-16,1 4 3 0,-1 3-2 0,1 3 4 15,0 9 9-15,4 2 2 0,-2 4 6 0,-2-1 4 16,1 6 2-16,-3-1-2 0,4 0-4 0,-1 16 3 16,0-1 1-16,0-3-4 0,-2-2-20 0,-2-10-9 15,0 0-7-15,4 2 0 0,-5-3-18 0,4-4-7 16,-3 3-5-16,1-4-4 0,-1-10-5 0,-1-1-8 16,0-5-3-16,3 1-4 0,-4-4-5 0,0-5-11 15,0-1-19-15,2-1-38 0,0-5-51 0,3-2-51 16,-1-3-65-16,5-4-65 0,-1-5-79 0,8-8-79 15,3-3-104-15,-2-8-304 0,1 3-904 0,10-19 400 16</inkml:trace>
  <inkml:trace contextRef="#ctx0" brushRef="#br0" timeOffset="202397.81">8557 8322 352 0,'0'0'337'16,"0"0"-14"-16,0-7-11 0,0 7-12 0,0 0-17 15,0 0-28-15,0 0-24 0,0 0-28 0,0 0-23 16,0 0-16-16,0 0-21 0,0 0-11 0,2 15-11 16,0-12-14-16,-2 5-3 0,3-2-15 0,0 1-10 15,-3-2-7-15,1 2-2 0,6 0-11 0,-4-2-5 16,1 1 0-16,0 0-8 0,-3-1-7 0,5-3 8 15,-2 3-7-15,0-2 6 0,0-2-9 0,-4-1-8 16,0 0-3-16,12-4-2 0,-9 2-1 0,4-3-1 16,-4-1-2-16,1-5-1 0,-3 2-8 0,4-1 1 15,-5-3-3-15,2 2-9 0,-1-1-17 0,-2-1-28 16,-3 2-31-16,0-2-31 0,-5-2-30 0,1 5-42 16,1-1-49-16,-3 1-42 0,-1 1-51 0,1 1-195 15,-2 1-559-15,4 2 247 0</inkml:trace>
  <inkml:trace contextRef="#ctx0" brushRef="#br0" timeOffset="202715.11">8561 8141 122 0,'0'0'334'0,"0"0"-12"0,0 0-7 16,0 0-7-16,0 0-17 0,0 0-25 0,0 0-22 15,0 0-28-15,0 0-23 0,-17-1-13 0,17 1-22 16,0 0-13-16,0 0-14 0,0 0-14 0,0 0-13 16,0 0-8-16,0 0-8 0,0 0-1 0,0 0-12 15,0 0-4-15,0 0-7 0,20 0-4 0,-13-1-3 16,0-2-7-16,-2 1-3 0,5-1-10 0,-6-1-1 16,4 0-4-16,0-1-3 0,-5 1-4 0,1-1-5 15,1 1 3-15,-2-1 2 0,-1-1-7 0,-1 0 0 16,-1 4-3-16,0-3-7 0,0 5-5 0,-4-11-15 0,1 9-17 15,-1-1-26-15,1 0-29 0,-2 0-28 0,-2 2-37 16,7 1-38-16,-12 3-31 0,6 0-55 16,1 1-280-16,-6-3-597 0,4 2 265 0</inkml:trace>
  <inkml:trace contextRef="#ctx0" brushRef="#br0" timeOffset="205659.11">10224 7781 233 0,'0'-6'380'0,"0"1"-4"0,0 1-9 0,0-2-6 15,1-1-16-15,-1 3-6 0,0 1-12 0,0 3-22 0,0-8-16 16,1 6-33-16,-1 2-26 0,0 0-26 16,3-5-21-16,-3 5-24 0,0 0-17 0,0 0-11 15,10 7-13-15,-4-1-12 0,1-1-13 0,0 3-8 0,1 1-6 16,0-2-8-16,3 8-7 0,-4-5-10 15,4-1-1-15,-4 1-6 0,2 2-4 0,-2-2-10 16,1-1-13-16,-1 0-19 0,-2 0-16 0,2-1-25 0,-3-3-15 16,3 0-14-16,-3 0-13 0,0 0-13 0,-3-1 6 15,4-1 4-15,-5-3 8 0,4 4 30 0,-4-4-23 16,0 0 9-16,0 0-13 0,0 0 6 0,0 0 0 16,0 0 3-16,-9-13 7 0,8 10 2 0,1-5 0 15,-4 3 3-15,4 0 8 0,-3-1 0 0,3-1 6 16,-1 1 4-16,-3-1 4 0,3 2 2 0,-2-1 1 15,2 1 4-15,1 0 6 0,-2 1-1 0,2 4 4 16,-3-9 1-16,3 5 4 0,-1 0 0 0,1 4-2 16,0-6 1-16,-4 3 6 0,1-1-4 0,3 4 6 15,-3-6-1-15,2 2 3 0,1 4 0 0,-5-5 2 16,5 5 5-16,-8-5 6 0,4 3 1 0,-2 1 4 16,1-1 4-16,5 2 14 0,-12-2-2 0,6 1 2 15,-2 1 6-15,-3 0 18 0,-1 0-16 0,1 0 18 0,-4 0-12 16,3 1 0-16,-1 1 19 0,-2 0-15 0,-4 1 2 15,6 2-2-15,-6-1 7 0,2 3-6 16,0 0-3-16,3-1-4 0,-2 3-8 0,1-1 1 0,1 0-4 16,3-2-5-16,2 3 0 0,-2 0-2 0,3 0-4 15,1 0-1-15,0 1-2 0,1 0-12 0,3 0 8 16,1-1 0-16,1 1 2 0,1 1-6 0,3 0 3 16,3-2-1-16,-3 2 1 0,7-1-3 0,-2 0-5 15,1-1 2-15,2 2-1 0,0 1-3 0,3-3-1 16,-1 0 4-16,4 2-2 0,-6-3 0 0,6 3-1 15,-3 0-2-15,2-3 2 0,-2 2-3 0,-2-4 1 16,3 1 3-16,-4-1-4 0,0-1-2 0,2 3 2 16,2-2 0-16,-4 1-2 0,0-1-1 0,0-1 5 15,-2-1-6-15,1 3 0 0,2-2 3 0,-4-1-2 16,2 1 3-16,1 0-2 0,-6-1-1 0,2-2 0 16,1 3-5-16,-2-1 5 0,0 0-1 0,-2 0 2 15,0 0 0-15,1 0-4 0,-4-1 2 0,3 2 3 0,-4 0-1 16,2-2-3-16,-2-3 2 0,0 8 5 15,0-5-4-15,0-3-5 0,-2 6 8 0,-2-2-2 16,0 1-6-16,1-2 10 0,-4 2-1 0,-2-2 1 0,2 4 1 16,-1-5-3-16,-3 3 0 0,2-3 4 0,-2 2-1 15,-1-3-5-15,1 3 4 0,-1-2 0 0,0-1 2 16,1 1-4-16,-1-1 1 0,3 0 2 0,-1-1 19 16,-1 0 1-16,3 0-1 0,0 0 1 0,8 0-5 15,-14 0 5-15,6-1-2 0,3 0 1 0,5 1 3 16,-14-3-6-16,10 1-2 0,-3 0 7 0,7 2-7 15,-5-3 2-15,-2-2-5 0,4 4 1 0,-1-4 4 16,1 3-4-16,3 2 3 0,-5-7-9 0,1 5 0 16,1 0-2-16,3 2 1 0,-4-4-2 0,4 4 1 0,-2-5 2 15,2 5-6-15,-2-4 4 0,2 4-4 16,0 0 0-16,0 0-2 0,-7-2 2 0,7 2-4 16,0 0 4-16,0 0-7 0,0 0 0 0,0 0 0 0,0 0-4 15,0 0 3-15,0 0-3 0,-2-3-1 0,2 3-1 16,0 0-3-16,0 0 3 0,0 0 2 15,0 0 3-15,0 0-4 0,0 0 0 0,4 13-1 0,-4-13 3 16,1 3 0-16,3 0-1 0,-2 0 5 0,0 1-1 16,0 0-1-16,2 2-2 0,1-4 1 0,-1 5 5 15,0-3-5-15,-1 0 0 0,1 3-1 0,0-1 3 16,3 0 0-16,-3 0-6 0,3-1 6 0,0 1 0 16,-1 1 2-16,0-1 0 0,-1 0-2 0,2-1 0 15,1 1-2-15,-1-3 5 0,-1 2 0 0,0 0-4 16,1 0 0-16,0 2 3 0,0-4 2 0,-3-1-3 15,4 4-2-15,-4-5 4 0,0 0-1 0,-1 2 1 16,-3-3 2-16,4 2-2 0,-4-2 3 0,0 0 0 16,5 1 1-16,-5-1-3 0,0 0 2 0,5 3-1 0,-5-3-6 15,0 0-23-15,0 0-35 0,0 0-42 16,0 0-38-16,0 0-56 0,-3-11-46 0,3 11-52 16,-7-5-60-16,7 5-68 0,-1-6-287 0,1 2-765 0,0-1 339 15</inkml:trace>
  <inkml:trace contextRef="#ctx0" brushRef="#br0" timeOffset="206244.37">10962 7969 107 0,'0'0'408'0,"0"-5"7"0,0 5 9 0,-3-5-5 16,3 5-13-16,0 0-9 0,-1-5-13 0,1 5-19 16,0 0-24-16,0 0-35 0,1-4-24 0,-1 4-26 15,0 0-28-15,0 0-24 0,0 0-23 0,0 0-19 16,7-1-14-16,-7 1-13 0,14 1-13 0,-3-1-14 15,1-1-9-15,4 2-14 0,-3 0-28 0,7-1-31 16,-2 0-38-16,1 0-35 0,-2-1-35 0,1 0-48 16,-2 1-57-16,-3-1-48 0,1-1-45 0,-4 2-51 15,2 0-50-15,-4 0-56 0,-1 0-221 0,-1 2-711 0,-6-2 315 16</inkml:trace>
  <inkml:trace contextRef="#ctx0" brushRef="#br0" timeOffset="206412.18">11026 8092 152 0,'-7'6'273'0,"2"-3"-11"0,0 2-11 16,3-2-14-16,-2 2-5 0,1-2-7 0,3-3 3 15,0 5-9-15,0-5-19 0,7 5-21 0,1-5-14 16,2 1-20-16,2 0-16 0,3-1-26 0,4 0-48 16,-4-1-59-16,4-1-74 0,-1 0-91 0,2-1-94 15,-5 0-161-15,4-1-459 0,1-1 203 0</inkml:trace>
  <inkml:trace contextRef="#ctx0" brushRef="#br0" timeOffset="208486.28">11921 7781 128 0,'-3'-8'311'0,"1"2"-13"0,-1 1-11 0,-3 2-6 16,1-6-21-16,0 7-16 0,0-3-7 0,-1 3-15 16,0-2-18-16,1 3-18 0,-2-1-16 0,7 2-19 15,-15 7-11-15,8-5-7 0,-5 3-17 0,2 4-6 16,2-1-6-16,-4 2-14 0,1 3-12 0,4-2-2 16,-3 6-6-16,3-6-10 0,1 6-7 0,1-4-8 15,1-2-1-15,2 4 5 0,2-4-12 0,0 2-1 16,2-1-7-16,3-3 1 0,-1 3-4 0,3-3-9 15,1-1-1-15,7-1 2 0,-4 0-12 0,8-2-7 16,-2 0-4-16,3-1-16 0,0-3-4 0,1-1 4 0,-1-1 0 16,0-2-2-16,0 1 3 0,-2-1 1 0,-4-2 2 15,5-1 1-15,-8-1 7 0,3 1 9 16,-5-2-16-16,3 2 18 0,-5-2-5 0,1 2 4 16,-2 0 9-16,-2-3 14 0,-1 6 11 0,2-5 13 0,-4 3 15 15,2 1 8-15,0 0 2 0,-2 1-4 0,-1-1-7 16,0 4-4-16,4-5-7 0,-4 5-13 0,0 0-4 15,0 0-5-15,0 0 0 0,0 0-3 0,0 0 8 16,0 14-3-16,0-11-13 0,2 4-1 0,-1-1 1 16,-1 0-8-16,3 3 7 0,1-2-6 0,0-2-2 15,1 4 0-15,2 0 0 0,1-2-1 0,-1-1 0 16,5 0-6-16,-4 0-3 0,2 0-4 0,2-2-4 16,1-1-2-16,0 0-6 0,1-2-3 0,-2 1-3 15,4-2 6-15,-8-2-5 0,7 1 7 0,-2-2-1 16,-4 0 0-16,3-1 4 0,-5 0-4 0,3-1 4 15,-2-2 3-15,-3 2 2 0,-1 0 3 0,3-4-7 16,-3 4 8-16,-1-4 11 0,0 3 9 0,-2 0 6 0,2-3 10 16,-3 4 7-16,0-1 7 0,0-1 6 0,0 4 10 15,0-3 0-15,-4 2-1 0,1 0 4 16,3 4-9-16,0-7-4 0,0 7-7 0,-1-5-6 0,1 5-5 16,-3-2-9-16,3 2-1 0,0 0-7 0,0 0-7 15,0 0 2-15,0 0 0 0,0 0-11 0,0 0-10 16,0 0-19-16,8 10-23 0,-4-7-15 0,-3 2-24 15,2 0-24-15,1 0-18 0,-1 0-19 0,2 0-13 16,1 3-19-16,3-1-23 0,-5 0-22 0,1-1-22 16,-1-2-32-16,3 2-12 0,-1-2-25 0,2 0-197 15,-1-1-557-15,-1-1 246 0</inkml:trace>
  <inkml:trace contextRef="#ctx0" brushRef="#br0" timeOffset="209725.04">12548 7879 49 0,'0'-4'202'0,"3"1"13"0,-3 3 6 16,1-6 0-16,0 3-9 0,-1 3-15 0,0 0-18 0,2-5-18 16,-2 5-16-16,0 0-15 0,0 0-15 0,0 0-11 15,0 0-6-15,0 0-2 0,7 10-3 16,-5-6-3-16,1 3-3 0,1-2-5 0,-1 1-11 0,2 1-4 16,2 1-10-16,-3 1-5 0,4 0-4 0,1-1-6 15,-3 2-3-15,1-2-3 0,1 1-4 0,-2-1-4 16,-2-2-5-16,2 2 0 0,-3-3-2 0,1-1-3 15,-1 0 0-15,0 0 2 0,1-2-6 0,-4-2 2 16,0 0-2-16,0 0 6 0,0 0-8 0,0 0 0 16,0 0-1-16,0 0 6 0,-8-10 4 0,6 5 6 15,0-2 0-15,0 1 4 0,2-3 1 0,0 0 3 16,-3-1-1-16,6 2 2 0,-1 0-2 0,0 0 1 16,1-3 2-16,0 4-2 0,1-2-3 0,-3 6 3 15,3-3-4-15,2 1-5 0,-1-1 0 0,2 4 2 16,0 0-10-16,1 0-2 0,-1 2 0 0,-7 0-4 15,16 2 4-15,-6 0-8 0,0 2 1 0,0 0-7 16,0 2 4-16,-1 0 3 0,2 2-2 0,-3 1-4 0,1-1 4 16,0 2-1-16,-2-3-1 0,-2 4-5 15,6-3 5-15,-6 0-5 0,2 1 15 0,-4-1-12 16,1-2 8-16,-1 1-12 0,1-2 3 0,-2 0-2 0,-2 0 3 16,2-1 5-16,-1 0-5 0,-1-4 10 0,0 6 23 15,0-6 13-15,-3 3 10 0,3-3 0 0,0 0 3 16,0 0 2-16,0 0 2 0,-10-8 4 0,10 8-2 15,-4-6 3-15,2 1-3 0,4 0-3 0,-4-2 0 16,2-1-5-16,0 1-6 0,2-2-6 0,2-1-8 16,0-1-4-16,4 1-3 0,-1 0-7 0,-1 0-21 15,1 2-3-15,4-2-18 0,-3 2-26 0,2 0-23 16,-3 2-23-16,2 1-26 0,-1 1-13 0,-1 0-20 16,0 3-13-16,2-2-17 0,-3 2-9 0,-6 1-6 15,12 1-11-15,-8 1-2 0,1 0-1 0,1 1-8 16,-2-1 10-16,0 1 6 0,-1-1 10 0,3 1 17 15,-2 1 10-15,1-2 17 0,0 3 16 0,-5-2 13 16,0-3 6-16,9 1 16 0,-5 1 12 0,0 0 13 0,-4-2 14 16,9 2 20-16,-9-2 12 0,10 0 17 15,-10 0 13-15,12-4 2 0,-5 2 16 0,-1 1 10 16,1-2 4-16,0 1 8 0,-3-1 7 0,4-2 2 0,1 1 11 16,-4 0 10-16,1 1 2 0,3-1 8 0,-4-2 1 15,-2 0 7-15,4 1 6 0,-4 0 4 0,-2 0 4 16,3 0 8-16,-4 0 4 0,2 0-2 0,-2 1 6 15,0 4-6-15,0-8 2 0,0 8 2 0,-6-6-12 16,5 3-13-16,-6 2-8 0,7 1-4 0,-10-1-6 16,10 1 3-16,-16 2 6 0,8 2-11 0,-3-2-4 15,0 3-2-15,1 2-3 0,2-1-6 0,-4 1-9 16,5 1 0-16,-2-1-6 0,2 2-15 0,2 0 2 16,2 3-5-16,2-3-6 0,-1 0-7 0,5 2 4 15,1-2-2-15,2 2-9 0,0-3 3 0,5 2-1 16,-1-1-18-16,3-2-9 0,-1-1-4 0,6 0 11 15,-3-1-32-15,3-2 3 0,0 0 1 0,0-3 0 16,-4 0 3-16,1-3 3 0,5 1 4 0,-7-1-1 0,0-3 9 16,-1 1 7-16,-2-3-1 0,3 1-4 0,-3 0 5 15,-2-4 5-15,-1 5 5 0,0-4 10 16,-2 5 15-16,-2-4 14 0,1 2 8 0,-2 2 11 16,0-2 5-16,-2 2 12 0,2 2-2 0,0-1-3 0,-2 0-11 15,0 4-8-15,0 0-11 0,0-5-1 0,0 5 6 16,0 0-16-16,0 0-12 0,0 0 8 15,0 0 0-15,-4 16-4 0,2-10 0 0,2 2-7 0,2-4 1 16,-4 5-2-16,4-2-7 0,-2 1 6 0,3-1 0 16,0 0-3-16,-2 1-6 0,3-2-3 0,0-1-6 15,2 0-1-15,-2 0 1 0,1-2-4 0,-1-1 0 16,0 1 8-16,3-2-1 0,-7-1-1 0,12-1 2 16,-5-2-3-16,-3 1 2 0,3-2 1 0,0-1-4 15,-2-2 5-15,1 0 2 0,1-2-1 0,-1 2-1 16,0-2-4-16,-1-1 3 0,2 0 0 0,-3 4 2 15,0-4 1-15,-1 0-1 0,2 4 2 0,-2 0 11 16,0-1 4-16,-1 3 9 0,0-1-9 0,-1 3 5 16,1-2-6-16,-2 4-4 0,1-5-7 0,-1 5 0 15,0 0 2-15,0 0 5 0,0 0-8 0,0 0 0 16,0 0 3-16,8 13-2 0,-5-7 0 0,1 2-2 0,0-2 7 16,0 0-7-16,3 4-7 0,1 0 7 0,-4-1 1 15,6 1-3-15,-2-2 2 0,1 2-10 0,2-3 1 16,0 1-1-16,0 1-6 0,1-2-16 0,3-2-25 15,-3-2-11-15,2 2-28 0,2-2-24 0,-5-1-22 16,3-2-23-16,2 0-19 0,-3-3-27 0,0 0-33 16,-2-2-36-16,1-1-38 0,0-1-262 0,-5 0-624 15,1-6 277-15</inkml:trace>
  <inkml:trace contextRef="#ctx0" brushRef="#br0" timeOffset="209908.04">13805 7678 42 0,'-2'-3'357'0,"0"0"3"0,2 3-3 0,-2-3-9 16,2 3-27-16,0 0-27 0,0 0-32 0,0 0-15 0,0 0-11 16,0 0-3-16,0 0-27 0,3 15-16 0,1-6-22 15,0 3-16-15,4-1-9 0,-1 5-24 16,0 1-10-16,5 2-36 0,-4 1-52 0,6 1-58 0,-2 4-64 16,3-2-75-16,-7-4-91 0,6-1-343 0,-4-3-661 15,-5-2 294-15</inkml:trace>
  <inkml:trace contextRef="#ctx0" brushRef="#br0" timeOffset="211798.14">7389 2561 164 0,'-7'-7'243'0,"-3"0"-13"0,4 3-3 15,-1 0-6-15,0 1-9 0,4 0-18 0,-3 2-16 16,0-3-17-16,1 2-21 0,5 2-24 0,-12 6-21 15,5-4-19-15,-1 2-5 0,2 2-9 0,2-1-8 16,-4 5-1-16,0-2-5 0,1 2 18 0,0 0 0 16,2 1-4-16,-5 5-5 0,5-4-3 0,-3 5-3 15,1-4-5-15,0-1-3 0,-2 6-1 0,-1-2-5 16,5-3-2-16,-1-1-5 0,1 1 0 0,1 3-2 16,1-3 0-16,-2-1 0 0,3 5-2 0,2-4-3 15,2 2 1-15,2 2 2 0,0-2-5 0,1 2 6 16,6 0-4-16,0-1 2 0,1 1-5 0,3-2-3 15,1-1 6-15,5 6-5 0,-5-5-3 0,3 3 0 16,-1-3-3-16,-3 0-2 0,5 5 1 0,-5-6-2 16,-3-2 0-16,-1 3-5 0,-1-4 5 0,-5-1-5 15,2 2 0-15,-4-1-1 0,1-3 0 0,-4 1-3 16,0-1 4-16,0 1 1 0,-1 0 0 0,-5 1 0 16,2-3 10-16,-6 0 11 0,0 1 10 0,-7 1 3 15,1-4-3-15,2 0-12 0,-6 0 15 0,-3 0-6 16,-6 0-3-16,-1 2 2 0,8-5-5 0,-2 1-2 15,1 0 2-15,-1-1-6 0,4 2-5 0,6-3 16 16,0 0-28-16,2-1 2 0,2 2 5 0,2-1-1 16,1-1-1-16,-1 0 1 0,8 0-2 0,-8 0-3 15,8 0 9-15,0 0-26 0,-7 1 8 0,7-1 7 16,0 0 3-16,0 0-1 0,0 0 6 0,0 0-5 16,0 0-3-16,0 0-1 0,0 0-2 0,12 6 2 15,-12-6-14-15,8 3 15 0,-4-3 1 0,2 2-3 16,-6-2 3-16,8 5-1 0,-4-2-4 0,2 0 2 15,-1 4-5-15,-1-4-1 0,2 3 4 0,-1 3-2 16,-1 0-3-16,2 3 6 0,0 1-5 0,-2-2 4 16,2 2 2-16,-2-1-2 0,0 1-4 0,0-1 5 15,-2 4 8-15,0-2 0 0,1-2-20 0,0 0 1 16,-2 2 5-16,-1 1 8 0,0 1 4 0,-1-2 5 16,-2 3 4-16,-1-1 3 0,1-3 5 0,2 0 0 15,-2 2 2-15,-1 0-1 0,0-1 3 0,1 0-2 16,-1 1-4-16,1-3 3 0,3 0 3 0,-6 2 1 15,4 3-4-15,0-3 1 0,0-1 1 0,-1 0 5 16,3 1 2-16,-1-3 4 0,1 4-11 0,0-2 1 16,0 0 2-16,0 2 1 0,1-6 1 0,-1 4 0 0,3 0-8 15,-3 0 2-15,2-1-8 0,-1 0 0 16,0 0 3-16,1-2-1 0,0 2 2 0,1-2-4 16,-2 1 8-16,-1 0-10 0,3 0-11 0,1 2 21 15,-4-3-2-15,3 3 0 0,-2-3-5 0,2 0 0 0,1 2 7 16,-1-2-12-16,-2-1 0 0,1 1-3 15,-1-2 3-15,3 0-2 0,1 1 2 0,-2-3 1 16,-2 1 3-16,4 1 5 0,0 2 2 0,-1-1 7 16,0 2-2-16,3-6 7 0,-3 0 3 0,4 4 3 0,-1-3-3 15,2 2-2-15,2-3-1 0,2-2-5 0,2-1-1 16,-3 2-4-16,8 0 0 0,-2 1-11 16,2-3-7-16,3 0-19 0,-1-1-41 0,-4-1-38 15,2-1-47-15,3 0-66 0,-9 1-67 0,0-4-90 16,-1 2-408-16,0-4-830 0,-3 1 368 0</inkml:trace>
  <inkml:trace contextRef="#ctx0" brushRef="#br0" timeOffset="213604.61">13852 7623 190 0,'0'-4'232'15,"0"-3"-4"-15,-2 1-13 0,2 0 1 0,-2-2-7 16,-1 3 1-16,3-1-7 0,-1-3-3 0,1 5-1 16,0-1-8-16,-2-2 3 0,-1 1-9 0,2 1-6 15,-1 0 2-15,1-1-16 0,1 0-1 0,0 2 0 16,-2-1-14-16,1 0-6 0,1 5-13 0,0-8-7 0,-3 3-12 15,3 3-9-15,0 2-14 0,-1-6-4 16,1 6-10-16,-3-4-6 0,3 4-11 0,0 0-2 16,-3-3-6-16,3 3-10 0,0 0-4 0,0 0 2 0,0 0-13 15,-2-4 2-15,2 4-6 0,0 0-4 0,0 0-3 16,0 0-4-16,0 0-2 0,0 0-6 0,0 0 1 16,0 0-1-16,0 0-11 0,0 0 8 15,0 18 8-15,0-11-7 0,0 0-5 0,0 4-9 0,0-1 8 16,0 3-2-16,0-3-3 0,0 2-9 0,1 2-11 15,-1-1-14-15,1-2-19 0,2 4-16 0,-3-3-20 16,3 1-17-16,1-1-18 0,-1-1-28 0,4 2-35 16,-1-1-47-16,1-2-58 0,1 0-275 0,-4 2-626 15,6-4 277-15</inkml:trace>
  <inkml:trace contextRef="#ctx0" brushRef="#br0" timeOffset="213939.08">13717 7729 232 0,'0'0'236'0,"0"0"-7"0,0 0-7 16,0 0-14-16,28-4-17 0,-16 0-14 0,2 4-14 16,1-2-17-16,4 1-13 0,1-3-9 0,-1 2-13 15,0 0-10-15,0 0-12 0,0-1-9 0,-4 1-11 16,-1 0-4-16,1-1-6 0,-1 2-7 0,-4 0-5 16,3-1-2-16,-7 1-13 0,4 1-8 0,-6-1-10 15,-4 1-12-15,8-2-20 0,-8 2-19 0,4-2-40 16,-4 2-32-16,0 0-33 0,0 0-32 0,0 0-40 15,0 0-133-15,-19-3-376 0,12 3 167 0</inkml:trace>
  <inkml:trace contextRef="#ctx0" brushRef="#br0" timeOffset="-214169.83">14585 7697 92 0,'0'-4'255'0,"0"4"-1"0,2-6 0 0,-2 6-6 15,-2-5-6-15,2 5-9 0,0 0-12 16,0-7-1-16,0 7-26 0,-5-3-11 0,1 1-20 0,4 2-14 16,0 0-19-16,-7-3-18 0,7 3-13 0,-8-1-1 15,8 1-10-15,-11 3-11 0,9-1-11 0,-7 1-4 16,5 1-4-16,-4 1-5 0,0 1-12 0,0 2-1 16,2 0-5-16,-1 0-3 0,0 2-2 0,2-1-3 15,0 5-2-15,-1-7-2 0,4 6 1 0,0-2-5 16,5 1 0-16,-2-2-2 0,2 0-4 0,1 1-1 15,3-2-4-15,5 0 22 0,-2-2-3 0,5 4-4 16,-4-5-5-16,2-1-8 0,6-1-11 0,0 0-5 16,-4-3-7-16,4 1-6 0,-1-4 5 0,-2 1-7 15,-2-2 4-15,1 1 0 0,0-2 0 0,-2-2 0 16,1-1 4-16,-3 1 1 0,1-3 4 0,-2 1-1 16,-2-2-1-16,1 1 10 0,-2 0 10 0,-3 0 16 15,3 0 19-15,-2 0 16 0,-2 2 23 0,0 1 16 16,-2-1 9-16,2 0 8 0,-2 5 2 0,1-2-4 0,-1-1-1 15,2 0-7-15,-3 5-14 0,1-3-8 16,-1 3-16-16,0-4-9 0,0 4-7 0,0 0-8 16,0 0-5-16,0 0-4 0,0 0 4 0,0 0-12 0,0 0-8 15,4 11 5-15,0-5-5 0,-2-1-5 0,2-2-5 16,-2 6-10-16,7-2 5 0,-5-1-19 0,4 1-16 16,1 0-14-16,-1 0-22 0,6 1-27 15,-2-1-25-15,5 1-20 0,-5-4-16 0,2 0-22 0,0-2-24 16,-1 1-15-16,-1-2-22 0,0-1-14 0,3 0-13 15,-1-1-23-15,-2-3-7 0,3 0-190 0,-4 0-523 16,-3-2 231-16</inkml:trace>
  <inkml:trace contextRef="#ctx0" brushRef="#br0" timeOffset="-213935.12">15138 7426 203 0,'-3'-7'246'0,"3"-1"-8"0,-1 5-18 15,2-1-22-15,-1-1-22 0,0 5-18 0,0 0-18 16,0 0-13-16,0 0-12 0,0 0-15 0,0 0-7 16,3 13-8-16,-1-1-9 0,0 1-1 0,-1 1-12 15,3 3-6-15,0 2-6 0,-1 3-3 0,0-2-7 16,0-1-1-16,3 7-5 0,0-5-1 0,-2-1-4 0,0-1-1 16,4 0-11-16,-4-1-13 0,4 0-22 15,-1 1-26-15,-2-2-36 0,0-5-45 0,0-1-40 16,-1 1-47-16,0-6-134 0,-1 0-372 0,2 0 166 15</inkml:trace>
  <inkml:trace contextRef="#ctx0" brushRef="#br0" timeOffset="-213416.59">15076 7696 44 0,'0'0'252'0,"0"0"-15"16,0 0-21-16,0 0-12 0,0 0-12 0,0 0-10 15,22-2-13-15,-8 2-7 0,0-1-17 0,0 2-16 16,6-1-11-16,0-1-9 0,-1 2-10 0,0 1-12 16,1-1-9-16,1 0-8 0,-4 1-10 0,5-1 0 15,-8 1-10-15,2 0-3 0,-2 1-7 0,-1 0-3 16,-2-1-6-16,-1-1-7 0,-1 3-6 0,-2-3-8 16,1 1-3-16,-4 2-4 0,2-1-6 0,-3-2 0 15,0 0-2-15,-3-1 0 0,4 4-2 0,-4-4 2 16,0 0 0-16,3 4 3 0,-3-4 5 0,0 0-7 15,0 0 4-15,2 4 2 0,-2-4-4 0,0 0 1 16,0 0 1-16,0 0 1 0,8-8-4 0,-4 5 2 16,-1 1 1-16,3 1 1 0,1-2-1 0,0-1 3 15,1 2 5-15,-1-1 2 0,4 1 5 0,-2 1-2 16,1 0 2-16,1 0 3 0,-2 2 3 0,1-1-3 16,-1 2 2-16,1 2 0 0,1 1 2 0,-2 1-3 15,2 1 0-15,-1 1-3 0,-1 0-3 0,-2 5 1 0,5 1 1 16,-1 1 4-16,-1 3 7 0,-1 1 7 0,-1 0 9 15,-1 2 3-15,1 5 6 0,-1 3 2 16,0-4 9-16,0-4-8 0,-5 0 10 0,1-1 1 16,1 1 4-16,-2-1-1 0,-2 1 10 0,-2-3 7 0,2-2 3 15,-4 2 13-15,1-5 22 0,-2 0 11 0,0-1 19 16,-1 0 16-16,-5-2 12 0,3-2 15 0,-7-2-8 16,-3-2-14-16,-3-3-18 0,-1-3-14 0,0-1-15 15,-5-4-12-15,-5-2-17 0,0-4-36 0,3-1-54 16,-2-2-61-16,1-4-64 0,3 1-85 0,0-3-79 15,0-1-95-15,2-4-104 0,7-1-294 0,-1 0-838 16,3-3 371-16</inkml:trace>
  <inkml:trace contextRef="#ctx0" brushRef="#br0" timeOffset="-213015.15">14946 7548 200 0,'-8'0'315'0,"4"-1"-21"15,4 1-25-15,0 0-17 0,-10 0-24 0,10 0-23 16,-6-4-17-16,6 4-17 0,0 0-19 0,0 0-20 16,0 0-11-16,-7 4-10 0,7-4-9 15,0 0-8-15,0 0-12 0,0 0-6 0,12 5-10 0,-4-5-5 16,-8 0-4-16,14 1-4 0,-6-2-7 0,-2 0-5 16,-6 1-5-16,14-1 0 0,-7-1-1 0,0 1-9 15,-2-3 2-15,-1 2-4 0,-4 2 7 0,4-7-4 16,-2 2-4-16,2 0-4 0,-3 0 1 0,-1 0-1 15,-4 0-2-15,1 1-6 0,-1 0-3 0,0 0-10 16,-1 3-28-16,-2-2-31 0,0 3-41 0,7 0-57 16,-14 1-85-16,8 1-269 0,-1 2-556 0,0 0 246 15</inkml:trace>
  <inkml:trace contextRef="#ctx0" brushRef="#br0" timeOffset="-206692.51">4707 4807 95 0,'-6'-3'172'0,"6"3"-11"15,0 0-15-15,0 0-10 0,0 0-15 0,0 0-1 16,24-1 1-16,-16 1-7 0,0-1-11 0,3 2-9 15,1-1-2-15,-1 0 1 0,1 1 0 0,3-1 0 16,2 0-11-16,0 0-6 0,-3 1-6 0,9-1-4 16,-3 4-4-16,3-3-4 0,-1 0 4 0,8-2-4 15,0 2-2-15,0-2-5 0,0 2 0 0,1-1-5 16,2 0 0-16,0 1-2 0,2-2-1 0,-1 2-5 16,4-1 0-16,-3 1-2 0,2-1 4 0,1 0-10 15,0 3-3-15,0 1-2 0,-1-4-4 0,1 1 2 16,0-1-4-16,-4 1-3 0,0-2 0 0,1 2-2 15,-1 4-1-15,0-5 7 0,-1 0-10 0,1 1-1 16,-1-1 1-16,1-3 1 0,-4 0-4 0,1 1 0 16,3 2 2-16,-2-2-2 0,-3 1-3 0,5 0 4 0,-4-3-4 15,3 3-1-15,-3 0-1 0,1-2 4 16,-4 0 0-16,4 1-4 0,-3-1 2 0,-4 2-2 16,5-1 2-16,-5-1-1 0,-2 1-2 0,1-3-4 15,-1 4 3-15,-2-2 5 0,3 1-2 0,-5 0-6 0,0-2 6 16,-2 3-1-16,3-1-1 0,-8-1 2 0,2 1-3 15,0-1 2-15,-1 2 10 0,2 0-12 16,-3-2-1-16,2 2-1 0,-1-1 5 0,3-1-3 16,-3 2-3-16,1-2 1 0,3 2 0 0,2-2 0 0,-5 1 4 15,1-1-3-15,8 1 2 0,-3 0-1 0,-3 0-1 16,-1-1 10-16,0 1-7 0,3-1-4 0,-3 0-1 16,4 0 5-16,0 0 0 0,1 2 0 15,-1-2-1-15,-5 3-1 0,-1-3 0 0,1 1 0 0,6 2-1 16,-6-3 2-16,8 3-4 0,-4-3 3 0,-1 1 1 15,3 0-1-15,-6 1 3 0,8-2-2 0,-2 1-2 16,1 0 0-16,-1 1 2 0,-1-2-2 0,3 1 2 16,-3-1 0-16,-1-1-3 0,1 3 0 15,0-1 4-15,-2 0-4 0,1-2 1 0,-3 4 2 0,3-1-2 16,-2-2 2-16,2 0-1 0,0-1-1 0,-4 4 2 16,0-2-1-16,6 0-1 0,-5 1 2 0,2 0-1 15,-3 0 0-15,0-1 0 0,0-1 0 0,-1 2 0 16,1 0-2-16,1-1 4 0,-3 1-3 0,3 0-2 15,-1 0 3-15,-1 0-3 0,2-1 4 0,4 1 5 16,-5-1-6-16,-3 0-1 0,4 4 3 0,-3-4-3 16,2 0 1-16,-2 0 2 0,0 2-3 0,-1-4 1 15,1 3 1-15,-1 0-1 0,1-2 0 0,-1 2 0 16,1 1 0-16,2-2 0 0,-2-1 1 0,2 2-1 16,-1-2-1-16,1 0 2 0,-3 0-1 0,4-1-1 15,-1 3 1-15,-1-2 1 0,-2 1-1 0,0-1 0 16,1 0 0-16,-5 1 1 0,0-1 0 0,1 2-1 15,-4 0 2-15,4-1-3 0,-8 2 7 0,8-2-4 16,-2 1-3-16,-6 1-1 0,5-2 0 0,-5 2-1 16,7-3 2-16,-3 2 0 0,-4 1-3 0,6-1 1 15,-6 1 0-15,0 0 3 0,9-1 1 0,-9 1-2 16,9 0-2-16,-9 0 3 0,9 0-1 0,-9 0 3 16,8 0-2-16,-8 0-3 0,0 0 0 0,11 0 5 15,-11 0-7-15,0 0 2 0,5 3 1 0,-2 0-3 16,-3-3 0-16,5 5 0 0,-3-2 2 0,-1 1-3 15,2-1 2-15,-3 4 1 0,4-2-1 0,-3 1 1 0,5 2-1 16,-5 2 6-16,3 1-5 0,0 0 2 16,0 1 2-16,-2 0 4 0,2 6 4 0,0-2-1 15,0 2 2-15,0 0 1 0,-1-2 5 0,-1 4 15 16,1-2-13-16,0 1 3 0,-2-1 1 0,2 2-1 0,-2 7 3 16,1-5-1-16,-1-3-3 0,1 0 2 15,0 9 2-15,1-1-2 0,-3 0-1 0,4-5-1 16,-1-3 1-16,1 1 3 0,-2 1 0 0,3-3-5 15,-4 2-2-15,4-1 1 0,-2-1-4 0,1 2 14 16,0-2-10-16,-1 1-6 0,0-2 6 0,-1-1-2 0,2 0-2 16,-1 1 3-16,-1-3-9 0,3 3 5 0,-4-6 1 15,2 2 0-15,4 4-4 0,-5-3 4 16,1-1-1-16,1 0-9 0,-1-1 7 0,0 0-5 16,0-1 4-16,1 0-3 0,-3-1 3 0,4 0-3 0,-3 2 1 15,0-3-2-15,3-1 1 0,-4-1 0 0,3 4-1 16,-4-5 13-16,1 1-19 0,2 1 15 0,0-3-12 15,-2 4 4-15,2-2-6 0,0-1-1 0,-2-1 0 16,3 1 0-16,-4-1-1 0,1 1 0 0,-1-3 2 16,2 2 2-16,-2-1-3 0,0-4 3 0,1 5 0 15,0-3-4-15,-1-2 0 0,2 4 4 0,-2-4 2 16,0 5 0-16,0-5-5 0,0 0 8 0,3 3-5 16,-3-3-3-16,0 0 1 0,0 0 1 15,0 0 1-15,-6 5 0 0,6-5 6 0,-8 3-3 0,4-1 2 16,-3 0-5-16,-2 1 2 0,-5 0 3 0,0-1 0 15,-6 1-5-15,-1 0-1 0,0 2 2 0,-8 0-1 16,-1 0 3-16,-1-2 2 0,0 5-2 0,-3-5-1 16,-3 1 0-16,4-1 13 0,-2 2-12 0,1-1-3 15,0 2 5-15,-4-3 1 0,1 1-9 0,2-1 11 16,-3 0-4-16,4 4 5 0,-2-3-3 0,1-2 3 16,1 5 1-16,-1-3-3 0,-1 0 0 0,2-1 15 15,-1 2-7-15,1-2-8 0,-3 0-1 0,3 2-1 16,0-1 5-16,0-1-3 0,1 2 1 0,1-2-3 15,1 4-1-15,-1-4-1 0,-3 1-1 0,4 1 3 16,-2 1-9-16,2-3 8 0,1 3-4 0,-4-2-3 16,0 0 8-16,0 0-1 0,1 0 0 0,-1 0-1 15,-4 2 0-15,4 1-2 0,-1 0 1 0,2 0 4 16,-1-3 1-16,-3 3-2 0,2-3-9 0,-2 5 6 16,-2-5-4-16,2 1 1 0,-1 0 0 0,0-1 5 15,0 0-5-15,0 1 3 0,1-4-10 0,3 4 3 16,0 1 1-16,4-4 2 0,-3 3 11 0,1-2-16 15,1-1 5-15,2 2 2 0,-2-1-4 0,-2-3-4 16,9 1 5-16,1-2-2 0,-7 2 4 0,6 0-6 16,-4 1 7-16,2-1 0 0,-3 1 3 0,-2 1-6 15,1-3-1-15,0 2 2 0,0-1 2 0,-1-1-3 16,3 0 1-16,-2 0-2 0,0 4 4 0,-2-3-2 16,8 1-2-16,-4-3-1 0,-1 2 3 0,-1 2 3 15,8-2-5-15,-8 0-5 0,7-1 19 0,-7 1-13 16,10 1-5-16,-3-2 12 0,-1 1-11 0,3 0 6 15,-1-1 3-15,3-1 11 0,0 0-20 0,0 2 9 16,1 0 9-16,4-3 3 0,1 0 12 0,2 2-5 16,4 0 2-16,-2 0-5 0,9 0 9 0,-14-1-7 15,9 1-4-15,-2-2 2 0,7 2-8 0,-11 0 4 16,4-1 2-16,7 1-2 0,-7-2 4 0,7 2 2 0,-5-1-2 16,5 1 10-16,0 0-6 0,-11 0-8 15,11 0-1-15,-7-1 3 0,7 1 1 0,0 0 2 16,-7-1 6-16,7 1 8 0,-5-5 1 0,5 5 4 15,-4-4-1-15,0 2 11 0,0 0 0 0,4 2 6 0,-6-5 3 16,4-2 5-16,-1 2-5 0,-1 0 5 0,-1-3-1 16,2-3-2-16,-1-4-3 0,1 1 0 0,-4-5-4 15,3 1-7-15,-2-4-1 0,3-5-3 16,-1 0-4-16,-3-3 0 0,1 3-7 0,5-4 1 0,-3 2 9 16,1-1 4-16,-4 1 4 0,2-3 2 0,1 3-2 15,-3-5 0-15,0 1-3 0,1 1-6 0,-4-1 5 16,4-1-13-16,-1 1-3 0,0 1-2 15,-6-1-2-15,5 1-5 0,1-3-1 0,-1 5 2 0,0 1-6 16,1-1-1-16,0 4-1 0,3 7-1 0,0-2-1 16,0 4-3-16,1 1 0 0,2 1-3 0,-2 3-2 15,2-1-3-15,-2 1 2 0,3 2-5 0,-3 0-5 16,2 2-12-16,2 2-22 0,-1 1-25 0,0 1-37 16,0-1-45-16,0 5-68 0,3-6-56 0,-3 6-52 15,0 0-29-15,0 0-54 0,0 0-64 0,0 0-272 16,0 0-804-16,0 0 357 0</inkml:trace>
  <inkml:trace contextRef="#ctx0" brushRef="#br0" timeOffset="-168021.49">4808 10141 78 0,'-3'-6'302'0,"-4"5"-13"0,0-2-22 0,2 2-18 16,-2 1-17-16,7 0-17 0,-11 0-16 0,4 4-7 15,1 2-24-15,-3 3-8 0,4 0-14 0,-2 4 1 0,1-2-4 16,1 6-13-16,1 1-12 0,0 0-17 0,0-2-6 16,4 4-12-16,0-1-2 0,3-1-12 15,-2-6-9-15,3 3-3 0,0-4-7 0,3 1-4 0,1-3-1 16,-1-1-8-16,1 0 17 0,3-2-24 0,0-4 5 15,1 0-5-15,3-4 0 0,0 1-4 0,3-5-1 16,-3-1-4-16,1-3 3 0,0-3 0 0,-2 0-5 16,0-5-2-16,3-3 5 0,1-3 3 0,-9 5 3 15,5-4-2-15,-3 5 11 0,-6-2 1 0,-2 2-2 16,-2 0 10-16,1 1-3 0,-5 0 2 0,-1 5-3 16,-2 1-7-16,-1-1 1 0,-6-3 1 0,1 8-15 15,0 0 8-15,-2 3-5 0,-1 1-6 0,-4 0 2 16,1 5-3-16,-3-1-7 0,4 2 6 0,1 0-20 0,0 4-23 15,1-1-25-15,1 1-36 0,2 1-29 16,2 0-34-16,2 2-43 0,0-2-63 0,6 1-53 16,-1-1-46-16,1 0-180 0,4-1-579 0,3 1 256 0</inkml:trace>
  <inkml:trace contextRef="#ctx0" brushRef="#br0" timeOffset="-167720.47">5156 10106 17 0,'6'-1'332'16,"-6"1"-25"-16,0 0-29 0,0 0-31 0,9 0-27 15,-9 0-19-15,0 0-10 0,7 6 12 0,-5-1-17 16,0 3-5-16,2 3-4 0,0 1-10 0,1 4-11 16,1 4-8-16,0 8-3 0,1-2-14 0,0 6-7 15,1-1-2-15,-2 1-7 0,-1 1-11 0,-1-2 5 16,4 2-7-16,-1 0-3 0,0 0-3 0,-2-1-23 15,1-2-2-15,-2 1-10 0,1-3-10 0,-2-7-3 16,1 0 3-16,-4-1-9 0,4-3-5 0,-1 1-3 16,-2-6 14-16,2 1-20 0,-3-3 11 0,0-4-15 15,0-2-25-15,3-3-30 0,-3-1-32 0,0 0-29 0,0 0-34 16,9-11-35-16,-9-1-48 0,0 2-58 0,4-6-54 16,-5-2-262-16,2-4-631 0,-1-6 280 0</inkml:trace>
  <inkml:trace contextRef="#ctx0" brushRef="#br0" timeOffset="-167418.97">5183 10131 243 0,'-3'-14'249'16,"2"3"-8"-16,2 0-5 0,2 2-13 0,1-4-12 16,4 4-15-16,-2 1-13 0,3-1-7 0,2 1-19 15,1 0-15-15,2-2-12 0,2 5-2 0,-2 2-23 16,6 1-8-16,-1 2-13 0,-1 1-6 0,-2 2-9 15,1 2-9-15,3 2-5 0,-5 2-2 0,0 0-9 16,-3 4-3-16,-3-3-6 0,0 2 0 0,-1 4-3 16,-4 2-8-16,0-2 2 0,-5 1-7 0,0 0 4 15,-5 1 0-15,-2-1-1 0,-4 0 7 0,-2-2 3 16,-1-1 3-16,-3 0-5 0,-6 1-1 0,-2-2-6 16,7-5 0-16,-3 1 0 0,-2-4-5 0,5-2 1 0,0 2-7 15,5-5-12-15,0-4-24 0,3 0-32 16,2-1-47-16,4-5-46 0,1-1-39 0,5-3-38 15,3-4-29-15,4-1-197 0,7-9-490 0,1 1 216 16</inkml:trace>
  <inkml:trace contextRef="#ctx0" brushRef="#br0" timeOffset="-167151.91">5584 9698 154 0,'0'-3'331'0,"0"3"-6"0,-1-10-4 15,1 10-11-15,0-3-20 0,0 3-29 0,0-5-30 16,0 5-25-16,0 0-12 0,0 0 4 0,0 0 15 16,1 18-21-16,3-8-14 0,0 1 9 0,-1 3-25 15,1 3-19-15,-1 3-5 0,4 4-19 0,1 4-11 16,-3-2-10-16,2 4-8 0,-3-1-9 0,4 3-9 16,-2-2-5-16,3 1-8 0,-6-3-4 0,2 1-3 15,1-2-11-15,-5-7-4 0,3 3-23 0,1-3-32 16,-4-1-25-16,3-1-34 0,-3-5-30 0,0-3-34 15,-1 2-32-15,0-5-23 0,3-1-20 0,-6-3-44 16,6 0-38-16,-3-3-269 0,0 0-614 0,0 0 273 16</inkml:trace>
  <inkml:trace contextRef="#ctx0" brushRef="#br0" timeOffset="-166884.29">5605 10011 193 0,'-2'-6'259'0,"1"0"7"16,-2 2 5-16,3 1-4 0,-1-3-11 0,1 6-5 15,0-6-24-15,0 6-22 0,5-4-17 0,-1 0-13 16,2 1-9-16,3 2-2 0,2-1-21 0,2-1-11 16,0 4-10-16,-1-2-11 0,9 1-10 0,-4 3-15 15,1-1-6-15,-3-1-10 0,4 7-4 0,-3-3-2 16,2 2-7-16,-2 2-6 0,-3-3-9 0,1 1-2 16,-4-1-4-16,5 4-6 0,-1 1 10 0,-5-5-11 15,-1 4-7-15,2 0-6 0,-3 1 0 0,-1-1 2 16,0 0-1-16,2 1-7 0,-4-1 5 0,-4 2-1 15,1-1-7-15,-1-1-9 0,0 0-21 0,0-1-25 16,0-2-22-16,0-2-26 0,3 1-24 0,-6-2-30 16,6 0-20-16,-3-4-28 0,0 4-45 0,0-4-32 15,0 0-213-15,0 0-529 0,15-8 233 0</inkml:trace>
  <inkml:trace contextRef="#ctx0" brushRef="#br0" timeOffset="-166281.81">6097 10081 90 0,'0'0'238'0,"4"9"1"16,-4-6 0-16,-1 3 6 0,1 1 3 16,1 0 1-16,0-1-5 0,1 5-12 0,1-1-19 15,-2-1-11-15,3 1 0 0,1 1-28 0,1-3-18 0,-1 1-15 16,1 0-13-16,1 0-6 0,3-1-19 0,-3-1-8 16,0-2-8-16,0 2-10 0,2-3-5 15,-1 0-6-15,2-2-9 0,-4-3-4 0,3 1 6 16,-1-1-19-16,-2-2 2 0,-1-1-12 0,-1 0-20 0,0-3-2 15,0-2-19-15,-3 0-9 0,1-2 3 0,-2-2-4 16,0 3 4-16,-2-3-4 0,1 1 8 0,-3-1-5 16,1 0 5-16,2 2 6 0,-4-2-1 0,2 1 8 15,-1 2 6-15,1-1 16 0,0 0-4 0,2 0 4 16,-2-1 4-16,3 6 2 0,0 0 5 0,0-2-6 16,0 3-8-16,3 1 0 0,1-1-2 0,-1 3-4 15,-3 2-2-15,12 1 5 0,-8 3-4 0,6-2-2 16,-1 1 0-16,-1 2-1 0,6 4-9 0,-2-3 5 15,6 1-4-15,-7 2 4 0,4 2-1 0,-6-2-4 16,7 3 4-16,-6-4-1 0,-2 1 0 0,3 0-2 16,-3 1 3-16,-1-2 0 0,-3 0-4 0,0-2 1 15,3-2-3-15,-3 3 3 0,-3-4 1 0,-1 1 6 16,3-1 7-16,-3-3 15 0,0 0 7 0,0 0 8 16,0 0 11-16,0 0 5 0,0 0 14 0,0 0 13 0,-5-14-1 15,-1 9 3-15,5-2 3 0,0-2 1 0,1 0-2 16,1-2-3-16,0-1-12 0,5 2-7 15,-4 0-4-15,2 1-3 0,1-2-2 0,0 3 3 0,2-1-2 16,1 2-6-16,0 0-6 0,2 0-7 0,-2 2-4 16,3 1-2-16,-3 3-9 0,0 1 1 0,0 1-6 15,3 2 1-15,0 1-2 0,-2-2-4 0,1 5-1 16,0-2 1-16,0 2-4 0,-1 4 2 0,0-3-4 16,3 2-2-16,-4-3 0 0,2 2-2 0,-2-1 1 15,0 1 1-15,-1 1-8 0,0 1-22 0,-3-1-30 16,0-3-35-16,-1 0-38 0,2-3-35 0,-5 4-52 15,3-4-39-15,-3 0-44 0,0 1-49 0,0-5-84 16,-3 5-293-16,3-5-778 0,-8 3 344 0</inkml:trace>
  <inkml:trace contextRef="#ctx0" brushRef="#br0" timeOffset="-165997.25">6181 9830 34 0,'0'-4'407'0,"-1"-1"-18"15,-2 0-24-15,3 0-41 0,0 5-28 16,-1-7-33-16,1 7-24 0,0-5-30 0,0 5-23 16,0-5-43-16,0 5-43 0,0 0-53 0,0 0-51 0,0 0-60 15,12 13-72-15,-8-9-78 0,2 1-217 0,-1 1-467 16,2 3 207-16</inkml:trace>
  <inkml:trace contextRef="#ctx0" brushRef="#br0" timeOffset="-165194.89">6766 10075 107 0,'1'-8'306'0,"5"1"-19"0,-3 3-16 16,1-3-7-16,3-1-20 0,1 1-14 0,1-2-19 15,-1 1-11-15,3-1-14 0,0 0 0 0,0-4-24 16,4 1-17-16,-7 4-6 0,2-4 8 0,3-1-25 15,-6 2-7-15,1 1-15 0,-1 0 10 0,1 0-10 16,-4-1-2-16,2 1 3 0,-1-2 5 0,-3 3 14 16,-1 1-1-16,3 1 2 0,-4 1 2 0,0-1-5 15,0 2-1-15,1 0-11 0,-1 0-5 0,0-1-12 16,0 6-12-16,4-5-8 0,-4 5-9 0,0 0-7 16,2-2-6-16,-2 2-5 0,0 0-4 0,4 12-3 0,-3-6-10 15,2 3 3-15,-2 1 0 0,3 3-5 16,2 3-7-16,-2 1 7 0,1 2-3 0,1 0-2 0,-1-1-2 15,1 4-5-15,2 2 1 0,-3-4 1 0,3-1-1 16,-1 7-1-16,0-7-2 0,1 0-1 0,-1 0 1 16,-2-1-1-16,-1-1-1 0,3-1-7 0,-4-4 4 15,0 0-1-15,2-1 6 0,-4-4-7 0,-1 2 4 16,2-3 5-16,-1 0-8 0,-1-2-1 0,0-4 6 16,-3 4-6-16,3-4 1 0,-6 2 2 0,6-2-5 15,0 0 0-15,-13-4 4 0,8 0 0 0,-2 2-2 16,-1-2-1-16,0 2 7 0,0-3 6 0,-2 0 4 15,-2 0 1-15,1 2 4 0,-1-1 3 0,1 3 10 16,0-2-2-16,0 1-1 0,7 0-2 0,-4 1 0 16,1-2-4-16,7 3-5 0,-8-1-2 0,8 1-2 15,0 0-3-15,0 0 3 0,0 0-6 0,0 0 4 0,0 0-3 16,0 0-5-16,23 2-11 0,-8 1-28 0,6 0-33 16,3-3-33-16,-1 0-66 0,8-1-36 15,-1 2-42-15,-1 2-55 0,-5-2-63 0,8-1-73 0,-1-1-285 16,-3-1-775-16,2 1 344 0</inkml:trace>
  <inkml:trace contextRef="#ctx0" brushRef="#br0" timeOffset="-164793.58">7804 10154 360 0,'-1'-4'391'0,"-5"1"-13"16,2-2-5-16,0 2-18 0,-2-1-8 0,2 1-8 15,2 1-19-15,-5 0-18 0,2 0-20 0,2-1-33 0,3 3-28 16,0 0-22-16,0 0-20 0,0 0-20 0,-11 4-15 16,11-4-12-16,-4 5-16 0,1 0-9 0,6 0-9 15,-3-1-10-15,0-4-17 0,2 8-10 0,0-4-5 16,3 1-10-16,-2 0-3 0,3-2-8 0,0 1-5 15,2-2-8-15,2-1 0 0,-5 1-4 0,4-1-7 16,-1-2 4-16,-2-2-6 0,1 1 2 0,0-3 0 16,1-1-5-16,-4 1 5 0,-1-2-4 0,2-1-4 15,-3-1-1-15,-1 2 0 0,1-3-3 0,-4 3-2 16,2-3-4-16,-5 0-5 0,2 4-7 0,-1-3-14 16,-4 0-9-16,2 2-18 0,-2 0-13 0,4 1-15 15,-3 3-23-15,2-1-20 0,0 2-25 0,-1-1-27 16,-1 1-38-16,3 0-41 0,4 2-41 0,-8-2-50 0,8 2-243 15,0 0-645-15,-12 4 286 0</inkml:trace>
  <inkml:trace contextRef="#ctx0" brushRef="#br0" timeOffset="-164474.66">7763 9875 176 0,'0'0'318'0,"-10"1"-16"0,6 2-20 16,4-3-37-16,-9 2-26 0,6 2-24 0,3-4-10 16,-7 4-21-16,7-4-12 0,-5 1-9 0,5 3-18 15,-1 0-8-15,1-4-10 0,0 6-8 0,2-3 0 16,2-1-13-16,1 1-10 0,0 0-11 0,2-2-1 16,-1 1-6-16,1-2-5 0,0 2-2 0,5-1-9 15,-6-4-3-15,-6 3-4 0,11-1-2 0,-4 0 2 16,-5-3 8-16,4 0 1 0,-2 0-5 0,-2 0 2 15,1 0 5-15,-3-2-8 0,0 6-2 0,-3-9-6 0,2 4-2 16,-2 0-11-16,1 1 7 0,0-1-8 16,-3 3-1-16,-2-2 1 0,3 1-4 0,0 2-21 15,-4-2-22-15,1 3-27 0,7 0-28 0,-15 0-25 0,7 1-35 16,0 2-48-16,2-1-68 0,-2 0-258 0,1 2-561 16,-2 2 249-16</inkml:trace>
  <inkml:trace contextRef="#ctx0" brushRef="#br0" timeOffset="-162116.99">9422 9378 339 0,'2'-5'362'0,"-2"5"-23"0,0-5-26 16,0 5-19-16,4-4-28 0,-4 4-28 0,1-2-24 16,-1 2-28-16,0 0-15 0,0 0-13 0,9 6-20 15,-3-3-13-15,1 4-18 0,0 1-10 0,1 0-7 16,4 3-8-16,-4-2-12 0,5 5-3 0,-1 0-6 15,-5-4-10-15,4 6-4 0,-1-2-3 0,3-2-5 16,-4 3 1-16,1-5-6 0,-3 0-9 0,-1-1 1 16,1 0-3-16,-2 0 5 0,0-4-10 0,-1 1 6 15,1-1-7-15,-5 0 1 0,3-3-3 0,-2 2-3 16,2 0-1-16,-3-4 6 0,0 0 15 0,4 2-19 16,-4-2 0-16,0 0-20 0,0 0 7 0,0 0-20 15,8-7 3-15,-8 7-16 0,-3-8 4 0,3 3-4 16,0 1 0-16,0-1 1 0,3-1 2 0,-3 1 1 0,0-1 2 15,-4 3 1-15,4-3 5 0,-4 1 4 0,1 0-5 16,2 1 2-16,-2-1 6 0,2 0 3 16,-2 0-4-16,-1 0 6 0,1-1-3 0,-1 1 6 0,-1 2-3 15,-3-2 13-15,4-2 1 0,-2 2 8 0,-1 2 1 16,-1 0 0-16,3 0 7 0,-5-2 2 0,2 1-1 16,-3 1 2-16,2 2 0 0,-4 0-3 0,-1-2 6 15,1 2 3-15,0 0-7 0,-1 1 5 0,-1 2 0 16,-4 0-2-16,4-1 19 0,-3 0-20 0,5 0-1 15,-5 3 3-15,3 2-1 0,-4-3-10 0,7 1-2 16,-2 0 7-16,4 1-3 0,0 0-3 0,0 0-5 16,1 2-1-16,2-2 12 0,0 1-16 0,3-1-8 15,0 5 0-15,0-4-1 0,1 0 8 0,3 2 2 16,0-2-3-16,0 4 7 0,1 2 0 0,4-3 9 16,0 1-11-16,1 0-1 0,2 2-5 0,1-3 23 15,1 2-25-15,1 2 5 0,2 0-5 0,1 1 5 16,-2-1-3-16,3-2 1 0,0 2-2 0,-3 0 4 0,2 0-5 15,1 0-1-15,-1 1 2 0,-2-2-2 0,0 3-7 16,4-2 7-16,-5 0 1 0,1 2 4 16,3-4-3-16,-1 3 0 0,-2-1-3 0,-2-2 1 0,-5-2-3 15,6 1 5-15,-6 0 1 0,4-2-2 0,-4 2-10 16,1-3 13-16,-1-1-2 0,-3 0 1 0,1 1-2 16,0 1 0-16,1-1-1 0,0-1 2 15,-2-2-4-15,-4 1 19 0,1 0 11 0,1-5 19 0,-3 8 1 16,-2-4 0-16,0-2 9 0,-1 2 3 0,-1-1-17 15,-1 2-2-15,-3-3-4 0,-4 1 3 0,4-2-7 16,-4 1-3-16,-4 0 6 0,6-1-9 0,-7 2 2 16,1-4-7-16,-1-2 5 0,2 2 0 0,-1-2 16 15,0-1 3-15,7 0 9 0,0-1 5 0,-3-1-1 16,3-2 3-16,3 2 3 0,-3-3 7 0,4 4 10 16,1-2-6-16,-1-2 2 0,4 4-6 0,-1-2-2 15,3 0 0-15,-2 1-8 0,3 1-1 0,-2 0-8 16,3-1-1-16,-1 2-7 0,1 4-4 0,-3-7-2 0,3 3-9 15,0 4-5-15,0 0-7 0,3-5-2 0,-3 5-5 16,0 0-1-16,0 0 1 0,0 0 0 16,0 0-6-16,13 7 1 0,-6-4-6 0,-4 2 2 0,6 0-1 15,-3 2-6-15,2-1 6 0,1 3-7 0,-2-1 1 16,3 2 1-16,1 3-3 0,1-6 11 0,-1 8-8 16,-2-5 2-16,3 3-1 0,-3-4 0 0,6 2-2 15,-6-2 1-15,2 4-3 0,0-5-4 0,-4-1 2 16,2 1-5-16,-2-2-6 0,-2-1-4 0,2 2 0 15,-4-4-14-15,1 0-14 0,2 0-7 0,-2 1-16 16,-3-1-9-16,-1-3-19 0,5 2-21 0,-5-2-31 16,9 0-43-16,-9 0-50 0,5-5-58 0,-5 5-62 15,10-4-56-15,-6 0-266 0,1-1-746 0,-1 0 330 16</inkml:trace>
  <inkml:trace contextRef="#ctx0" brushRef="#br0" timeOffset="-161731.75">10276 9737 317 0,'0'0'395'0,"0"0"-3"0,0 0-4 0,0 0-10 15,0 0-13-15,0 0-16 0,0 0-26 0,0 0-18 16,0 0-23-16,2-5-27 0,-2 5-21 0,0 0-29 15,8-1-21-15,-2 0-17 0,1 1-16 0,2 0-16 16,2-1-14-16,5 1-11 0,-1 0-14 0,4-3-17 16,-5 3-37-16,7 0-33 0,1-1-36 0,-1-2-55 15,-1 2-40-15,0 0-37 0,-6 1-43 0,0 0-48 0,-1 1-53 16,0-1-46-16,-3-1-283 0,-3 1-683 0,-7 0 302 16</inkml:trace>
  <inkml:trace contextRef="#ctx0" brushRef="#br0" timeOffset="-161531.08">10361 9816 253 0,'-11'4'270'0,"6"1"-6"15,-2-1-10-15,0 0-13 0,2-2-11 0,-1 1-10 16,3-1-12-16,-1 1-14 0,3 1 20 0,1-4-10 16,1 5 7-16,-1-5-26 0,7 1-15 0,3 1-14 15,0-2-15-15,4 1-11 0,1-2-19 0,2-1-8 16,4 1-28-16,1-1-39 0,0 1-55 0,-2 0-51 15,3 0-64-15,-4-1-72 0,3-1-93 0,-3 0-225 16,-1-2-568-16,1 0 252 0</inkml:trace>
  <inkml:trace contextRef="#ctx0" brushRef="#br0" timeOffset="-160627.96">11622 9203 141 0,'1'-7'312'0,"-1"2"-17"0,4-1-19 15,-4 2-21-15,1 0-20 0,-1 4-18 0,-1-5-26 16,1 5-19-16,-8-3-22 0,8 3-18 0,-15 7-5 16,7-2-4-16,-7 8-10 0,1 0-8 0,-6 7 0 15,4 2 0-15,-5 3 11 0,4 4-6 0,-1-1 2 0,-1 1-10 16,1 0-6-16,-1 7-2 0,6-2-3 0,-4-1-2 16,1 15-10-16,4-18 21 0,6 5-27 15,2-2 0-15,-3 0 3 0,10-1-5 0,4 1-4 0,4-1-4 16,1 1-1-16,10-7-4 0,2 7-7 0,10 4-6 15,-5-9 0-15,2-4-2 0,11 9-12 0,3-3 5 16,1-3-7-16,-6-10-3 0,-1-2-35 0,14 1-41 16,-11-5-49-16,-2-3-47 0,3-1-53 0,-7-2-82 15,3-4-82-15,-7-2-262 0,0-1-675 0,1-6 299 16</inkml:trace>
  <inkml:trace contextRef="#ctx0" brushRef="#br0" timeOffset="-160293.66">12302 9375 30 0,'2'-4'361'15,"-2"1"-17"-15,0 3-18 0,3-5-23 0,-3 5-34 16,3-5-26-16,-3 5-38 0,0 0-18 0,0 0-18 16,0 0-16-16,0 0-14 0,1 12-16 0,3-6-6 15,1 6-13-15,-3 0-14 0,1-1-8 0,1 7 2 0,3 0-19 16,-3 1-7-16,0-2-3 0,0 2-6 16,0-1-1-16,0 3-10 0,-1-3-1 0,4 0-3 15,-3-2-1-15,1 1-17 0,-2-3-18 0,1-2-23 0,0-2-29 16,-4-3-25-16,2 1-35 0,-1 0-34 0,3-3-39 15,1-2-49-15,-3-2-43 0,-2-1-161 16,0 0-477-16,0 0 212 0</inkml:trace>
  <inkml:trace contextRef="#ctx0" brushRef="#br0" timeOffset="-159992.65">12245 9277 96 0,'-6'-7'357'0,"5"4"0"0,-2-4-5 15,2 2 6-15,0 0-45 0,-2 0-25 0,6-3-19 16,-2 4-32-16,3-1-18 0,3 0-16 0,-1 2-23 16,4-1-19-16,5 2-15 0,-1 1-15 0,7 0-11 0,-3 2-14 15,2 0-12-15,1 1-11 0,-2 3-6 16,0 0-7-16,-3 3-9 0,2 1-7 0,1-2-5 16,-7 0-6-16,-1 4-7 0,-2-4-6 0,4 6-9 0,-6 0 7 15,2-1-7-15,-5-1-17 0,2 1-5 0,-4 1-7 16,-2-2-6-16,-1 2-5 0,-3 0-6 0,-3 4-2 15,-1-6-11-15,0 0-2 0,-5 5-11 0,0-5-8 16,-2 3-11-16,0-3-12 0,-3-1-14 0,-1-1-17 16,-1 0-19-16,1-2-16 0,1 0-19 0,5-2-27 15,-2-1-27-15,4-3-42 0,1 0-203 0,4-1-506 16,6 0 224-16</inkml:trace>
  <inkml:trace contextRef="#ctx0" brushRef="#br0" timeOffset="-159072.98">12600 9489 233 0,'13'-1'282'0,"-13"1"-12"16,4 1-25-16,-4-1-14 0,11 0-20 0,-7 2-16 15,2-1-18-15,3 1-15 0,-3 1-19 0,3 2-13 16,3 2-11-16,-1-1-14 0,0 1-11 0,3 1-9 16,-5 0-7-16,1 1-8 0,3 0-7 0,-3-1-8 15,-2 0-6-15,0 3-3 0,-1-2-8 0,-3 0-2 16,-1-2-1-16,1-2 0 0,-4 2-5 0,3-2 2 16,-3-1 18-16,0-2 15 0,0-2 10 0,-7 7 9 15,3-6 5-15,4-1 10 0,-15-2 9 0,11-2 3 16,-3 1-5-16,3 1 2 0,-2-3-6 0,1-2-7 15,1 1-13-15,3-1-12 0,-2-2-15 0,3 2-17 16,0-2-15-16,8-2-15 0,0 3-25 0,-1 0-25 16,8-1-20-16,0 1-22 0,4 2-16 0,-1 2-19 15,1 0-10-15,2 3-5 0,-6 1-7 0,4 1-1 16,-1 2-3-16,1 1 3 0,-1-1 8 0,-2 1-1 16,-2 0 5-16,5 1 7 0,-7-1 13 0,0-2 6 0,2 1 18 15,-5 1 4-15,2-2 8 0,-2 0 7 0,1-2 10 16,-3 0 12-16,1-1 15 0,-1 1 10 0,-7 0 9 15,14-5 13-15,-9 3 9 0,2-3 11 0,-3 1 9 16,-1-2 4-16,5-1-1 0,-7 1 11 0,3-1 3 16,-2-1 1-16,-1 0 8 0,0 1 8 0,-1 0 3 15,0-1-1-15,-1 3-3 0,-2-1-2 0,-1 1-5 16,-2 1-3-16,0-3-7 0,-2 5-2 0,0 0 1 16,-4 1-7-16,2 0-2 0,-2 2-1 0,-2 0-2 15,-1 3-6-15,3 3-3 0,0-2-1 0,-2 1 0 16,3 5-3-16,4-3 0 0,-1 2-5 0,2 0-3 15,-1-1 3-15,4 0-4 0,3 1 1 0,0 0 2 16,1-3 1-16,6 3-6 0,1-3 3 0,0 0 0 16,2-1-4-16,6-1-5 0,-2-1-16 0,5 1-16 0,-1-2-10 15,2-1-11-15,0-4-16 0,-2 1-8 16,0-2-12-16,2-1-8 0,-1-1-10 0,-3-1-2 16,-2 1 6-16,1-2 1 0,-4-2 11 0,1 2 11 0,-2-2 0 15,-2 0 28-15,0 0 23 0,-2 1 19 0,-1 0 24 16,0 2 28-16,-2 1 13 0,-3-1 14 0,4 3 4 15,-3-2 0-15,2 2-5 0,-3-1-5 0,0 4-13 16,0 0-2-16,0 0-2 0,0 0-9 0,0 0-4 16,0 0-6-16,0 0-2 0,2 15-1 0,-2-7-6 15,1-1 4-15,0 2-4 0,1 2 2 0,2 0-6 16,0 0-4-16,1 0 1 0,2 1-1 0,-1 1-2 16,0-3 9-16,1 1-10 0,1-1-1 0,-1-2 0 15,1 2 1-15,-5-4 0 0,5-1 1 0,-4-3 3 16,0 4 14-16,3-4 3 0,-3-2 4 0,3 0-1 15,-7 0-1-15,12-8 8 0,-8 3-8 0,2-1 16 16,-1-3-11-16,3-2 9 0,-4 0-9 0,0-3-7 16,3-1 3-16,0-2-8 0,-1 2 2 0,0-2-5 15,-3 5-3-15,2-4-5 0,-2 4 4 0,-1 2-8 0,-1 0-4 16,0 4-15-16,2-2-23 0,-2 3-34 16,1 1-42-16,-2 1-45 0,0 3-31 0,0 0-43 0,0 0-40 15,0 0-240-15,0 0-545 0,0 0 241 0</inkml:trace>
  <inkml:trace contextRef="#ctx0" brushRef="#br0" timeOffset="-158788.12">13684 9541 140 0,'1'-3'288'0,"-1"3"-15"0,0 0-18 16,0 0-15-16,0 0-16 0,0 0-14 0,0 0-11 15,0 0-16-15,0 0-16 0,-18 7-14 0,18-7-14 16,-4 6-16-16,3-4-12 0,-1 3-12 0,2-5-9 16,-3 6-8-16,3-6-4 0,0 6-5 0,0-4 0 0,5 3 0 15,-4-2-3-15,-1-3-4 0,6 7-4 16,-5-6-3-16,-1-1-8 0,10 1 6 0,-6-1-15 16,-4 0 0-16,0 0-5 0,13 0-7 0,-13 0 3 15,0 0-4-15,7-2-2 0,-3-2-11 0,-4 4 9 0,3-4-14 16,-3 4-10-16,0-5-36 0,0 5-23 0,-4-5-26 15,4 5-36-15,-4-4-41 0,4 4-41 16,-9-4-54-16,3 3-247 0,0 0-544 0,-2 0 241 0</inkml:trace>
  <inkml:trace contextRef="#ctx0" brushRef="#br0" timeOffset="-157951.84">14256 9336 154 0,'0'-10'265'0,"-2"-1"-7"16,-3 2-4-16,3-2-6 0,-3 1-7 0,0-2-8 0,-1 4-9 15,0-2-1-15,1 2-22 0,-1 2-4 0,-1 1-22 16,2 1-14-16,-5-2-17 0,1 3-8 0,-2 1-24 16,0 2-8-16,-4 1-13 0,4 3-4 0,-1 1-10 15,0 1-9-15,-1 2-4 0,-3 2-11 0,8 0-3 16,-4 2-6-16,4-1-1 0,-2 5-11 0,2 2 4 15,1-3-5-15,3 2 5 0,0-3-15 0,3-1 3 16,2 5-1-16,1-2 3 0,2 1 8 0,1-3-14 16,3 3-2-16,0-3 0 0,2 0-4 0,1-1-3 15,0-3 4-15,6 0 0 0,-2-3-11 0,4 2-5 16,-1-3-1-16,2-1-11 0,1-2-6 0,-2-1-5 16,-2-4-4-16,4 1-1 0,-3-1-7 0,-4-1 2 15,4-3-3-15,3 1 11 0,-5-3 0 0,0 1 3 16,-5-1-4-16,1 1 9 0,-1 0 3 0,-1 0 3 0,-2-2 2 15,0 2 0-15,-2 0 13 0,-1 3 2 16,-1-1 10-16,0-1 4 0,-3 1 11 0,3 3-8 16,-1-1-3-16,-3 3 1 0,3-7-5 0,-2 4-2 0,-1 3-2 15,0 0-1-15,0 0-3 0,0 0 0 0,0 0-1 16,0 0-1-16,-8 12-5 0,5-11 8 0,-2 6-5 16,5-1 1-16,-1-1-5 0,-1 0 3 0,2 2 2 15,0-1-1-15,0 1-2 0,2-1-2 0,-1-1 1 16,3 0-4-16,-3 2-3 0,2-2 0 0,1-1-4 15,-1 0 8-15,1-1-7 0,4 1 1 0,-4-2 2 16,-4-2 3-16,12 0-4 0,-5-2-8 0,2 1 3 16,-2-2 2-16,0 0-1 0,0-1 4 0,0-2 2 15,1-2-2-15,0 0 0 0,-1-1 5 0,0 0-1 16,1 0-2-16,-4-1 7 0,2-1 8 0,-2 6 19 16,0-1-6-16,-3-3 14 0,-1 4 9 0,3-3 9 15,-2 2 4-15,-1 1 9 0,2 0 0 0,-1 1-4 16,-1 4-8-16,3-7-8 0,-2 5-6 0,-1 2-12 0,0 0 0 15,0 0-5-15,0 0-3 0,0 0 2 16,0 0-11-16,5 15 16 0,-3-10-24 0,0 3-11 16,1 1-12-16,1-3-8 0,0 6-8 0,-1-3-6 0,5 1-12 15,-1 0-11-15,1 1-12 0,2-3-12 0,1 0-22 16,-2-1-28-16,2-2-26 0,1 0-38 0,-1-1-31 16,2-3-24-16,-1-1-19 0,-3 0-16 0,0-2-149 15,1-2-476-15,0-3 210 0</inkml:trace>
  <inkml:trace contextRef="#ctx0" brushRef="#br0" timeOffset="-157683.68">14777 9047 126 0,'-3'-4'240'15,"1"1"-17"-15,2 3-25 0,-2-5-15 0,2 5-22 16,0 0-16-16,0 0-8 0,0 0-5 0,0 0-4 0,-10 10-5 15,10-3-6-15,-3 3-5 0,6 0-7 16,-2 4-6-16,-1 3-8 0,7-1-7 0,-5 2-9 16,5 0-6-16,-4 1-9 0,1 1-3 0,0-1-5 0,-1 0-4 15,1 0-5-15,4 2-7 0,-4-2-4 0,3 1 3 16,-1-2-9-16,2 2 2 0,-2-2-5 0,1 0-19 16,-1-3-13-16,-5-3-24 0,3 3-16 0,0-5-21 15,-1 1-24-15,2 0-29 0,-3-5-22 0,-1-1-24 16,2 2-20-16,-2-2-19 0,-1-1-110 0,0-4-343 15,0 0 152-15</inkml:trace>
  <inkml:trace contextRef="#ctx0" brushRef="#br0" timeOffset="-157148.42">14834 9398 39 0,'0'0'248'0,"-2"-5"2"0,2 5 2 15,-4-5 0-15,4 5-2 0,-4-5-2 0,4 5-18 16,0-9-10-16,2 5-16 0,-2 1-18 0,4-2-12 16,-2-1-24-16,0 2-12 0,1-1-9 0,3 0-13 15,-2 2-17-15,1-2-11 0,4 3-5 0,1-2-11 0,-2 4-6 16,6-1-15-16,-3 2-15 0,0 0-11 0,4 2-6 16,-2 1-14-16,2 1-4 0,-5 0-10 15,2 3-5-15,1 0-6 0,1-2-5 0,-2 1-1 0,-2 3 2 16,1-2 0-16,0 2 3 0,-3-3 2 0,0 1-1 15,-2 1 3-15,0-4 1 0,1 1-1 0,-4-1 2 16,1 0 4-16,-1-2 1 0,-2-1 4 0,0 3 8 16,1-2 16-16,-2-3 9 0,0 0 8 0,0 0 9 15,1 4 9-15,-1-4 12 0,0 0 1 0,0 0 3 16,0 0 8-16,0 0 0 0,-3-14 4 0,3 14-8 16,3-5-1-16,-3 1-6 0,1 0-10 0,-1 4-4 15,8-6-9-15,-4 4-3 0,2 1-7 0,1 1 2 16,-7 0-2-16,13 0-11 0,-6 1-10 0,1 2 0 0,1-1 0 15,1 5 2-15,0-1-9 0,0 4 14 16,3 1-14-16,-3-1 11 0,1 3-15 0,-1 2-1 16,-1 1-3-16,0 2 0 0,2 0 8 0,-2 0-8 15,0 1 2-15,-4 0 2 0,0-3 1 0,2 5 2 0,-3-1-4 16,-1-1-1-16,-3-1-5 0,4-1 22 0,-8 1-16 16,4-5 4-16,-3 0-6 0,-4 0 4 15,3-5 15-15,-4 4-4 0,-3-4 7 0,-1 1 4 0,0-4-4 16,-6-1 7-16,-2-3 8 0,-2 0-17 0,0-1-6 15,-8-6-37-15,-5 0-30 0,3-6-40 0,-5-4-49 16,3 0-52-16,-2-1-66 0,4-3-75 0,-4-2-274 16,5-1-659-16,-2-3 291 0</inkml:trace>
  <inkml:trace contextRef="#ctx0" brushRef="#br0" timeOffset="-156813.89">14486 9087 169 0,'-4'-2'324'16,"4"2"-32"-16,-5-4-32 0,5 4-24 0,0 0-28 16,0 0-18-16,-6-2-22 0,6 2-14 15,0 0-14-15,0 0-14 0,4 12-14 0,2-7-10 0,-3 2-7 16,2-2-13-16,2 0-6 0,-1 4-6 0,0-3-7 15,2 1-9-15,-4 2-3 0,3-4-3 0,0-1-4 16,-2-2-6-16,-2 1 2 0,0-2-3 0,-3-1 1 16,5 2-7-16,-5-2-3 0,0 0-3 0,8-6-5 15,-8 1 1-15,0 0-4 0,-3-2 1 0,2 0-7 16,-3 2 2-16,3-2-9 0,-3-3-16 0,-2 5-14 16,4-3-22-16,0 2-25 0,-2 1-34 0,4-1-42 15,-4 3-58-15,4 3-46 0,-4-4-169 0,4 4-457 16,0 0 202-16</inkml:trace>
  <inkml:trace contextRef="#ctx0" brushRef="#br0" timeOffset="-156178.28">15914 9437 275 0,'0'0'314'16,"-10"-3"-18"-16,10 3-16 0,0 0-18 0,0 0-10 15,0 0 3-15,0 0-5 0,0 0-7 0,14 9-4 16,-4-6-27-16,-4-1-21 0,8 1-22 0,-1 4-13 16,-1-4-22-16,0 2-13 0,-1-1-14 0,2 4-8 15,-4-3-8-15,0 3-16 0,-2-3-4 0,-3 0-8 16,2 1-11-16,-2 1 2 0,-3-1-4 0,-1 2-7 0,-1-2-8 16,-3 3-25-16,1-1-1 0,-5 0-36 15,-2 0-25-15,1-1-27 0,-4 1-33 0,-3 0-38 16,0 0-43-16,5-1-49 0,1-2-51 0,1-3-251 0,-2 2-588 15,4-2 260-15</inkml:trace>
  <inkml:trace contextRef="#ctx0" brushRef="#br0" timeOffset="-155375.4">16488 9145 204 0,'3'-7'258'0,"0"-4"-5"16,-1 5-8-16,-2-3-19 0,0 4-6 0,-1 0-9 16,-3-3-15-16,1 3-20 0,1-1-6 0,-4 0-26 15,2 2-13-15,-1 2-14 0,-4 0-17 0,0 0-7 16,-2 2-10-16,0 2-11 0,-1 1-4 0,-2 3-9 16,2 3-5-16,0-1-7 0,-3 4-1 0,1-2-7 15,3 3-3-15,-2 3-5 0,7-4 4 0,-3 2-11 16,2 4-1-16,3-1-1 0,-1-1 0 0,5 1-1 15,0-1-5-15,2 2 1 0,1-4-2 0,4-1 3 16,2 2-4-16,-1-3 2 0,7 0-1 0,0-1-2 16,4 1-2-16,-4-5 0 0,4-1-4 0,-1 3-4 15,3-7-10-15,-1-1 0 0,-5 0-5 0,4-1-6 0,-1-2-2 16,1 0 9-16,-6-2-8 0,2-3 2 0,0 0 3 16,-3 0 0-16,-1-2 3 0,1 2-4 15,-3-1 5-15,-1-1 2 0,-4 0 8 0,0 2 8 0,-1 0 9 16,2 0 12-16,-2 0 9 0,-2 3-1 0,1-1 7 15,-2-2-5-15,2 3-3 0,-2 2-1 0,0 2-14 16,0 0 1-16,0 0-5 0,0 0 0 0,0 0 1 16,0 0-8-16,0 0 1 0,0 0-2 0,-8 13 2 15,8-7-5-15,0 2 1 0,0 1 4 0,0-2-10 16,0 4 7-16,3-1-4 0,0-1 6 0,2 0 1 16,2 1-4-16,-2-1-3 0,6-2 5 0,-3 2-3 15,2-3 5-15,2-1-6 0,-4 2-1 0,5-5 0 16,-1 2-1-16,-1-3-2 0,-2 0-1 0,3-1-3 0,-1-1 3 15,1 0-5-15,-1-4-2 0,-4 0 0 16,5-1-1-16,-5-1 1 0,0-1 5 0,-3-1-6 16,3-2 3-16,-2 0 10 0,-1 0-10 0,-1 1 0 0,-3-2 3 15,0 2 3-15,0-3 15 0,0 4-8 0,0 0 8 16,0 3 7-16,-3-2 4 0,2 0 3 0,-2 4 1 16,3-3-5-16,-5 1-8 0,4 3 0 0,1 3-4 15,-4-4-8-15,4 4 6 0,0 0-6 0,0 0-4 16,0 0-2-16,-5 10-11 0,5-10 2 0,0 12-11 15,0-6-6-15,3 2-10 0,-3 1-7 0,4 1-19 16,-1-2-18-16,2 3-13 0,-1-3-24 0,2 2-22 16,1-1-29-16,0 0-20 0,0-2-31 0,0-1-34 15,0-2-191-15,-1 0-480 0,-1 0 212 0</inkml:trace>
  <inkml:trace contextRef="#ctx0" brushRef="#br0" timeOffset="-154789.98">17004 9226 39 0,'1'-4'241'0,"-1"-2"-5"16,0 6-4-16,0-3-8 0,0 3-20 0,0 0-18 0,0 0-18 15,-1-6-20-15,1 6-16 0,0 0-12 0,0 0-10 16,0 0-13-16,9 8-10 0,-3-3-6 0,-1 0-9 16,3 1-7-16,-1 0-4 0,4 4-8 0,0-2-6 15,-1 2-2-15,4-1-6 0,0 4-7 0,1-3 0 16,-1 2-3-16,-2-3-5 0,0 1 1 0,-2-1-5 15,0-2 0-15,-1 0-4 0,-4 0 1 0,1-2-5 16,-2 0-1-16,-3-2-6 0,4 2 1 0,-1-1 4 16,-2-2 0-16,-2-2-1 0,0 0 4 0,0 0 9 15,0 0 12-15,0 0 10 0,0 0 11 0,-25-6 7 16,23 3 9-16,-4-1 3 0,1 0 4 0,1-1-2 16,0-1-6-16,1-2 12 0,0 2-16 0,0-2-2 15,2-1-10-15,2-1-7 0,-1 1-1 0,3 0-6 0,1 0-13 16,2-3 1-16,0 3-3 0,3-2-12 0,-1 2 2 15,0 0-9-15,5 1 20 0,-3 2-24 0,0 0-1 16,2 2 0-16,-4 0-5 0,5 0 3 0,-3 0-2 16,-2 0-2-16,2 3 0 0,-5 2-4 0,3 1 1 15,-4 2-7-15,3-2 9 0,-1-1-2 0,0 3 3 16,-3 1-2-16,1 1 0 0,2 0 3 0,-2 2-1 16,-1 3 4-16,-1-1-2 0,4 2-2 0,-4-2-12 15,1 1 2-15,1 4-7 0,0-5 8 0,-1 1 9 16,-3-1-13-16,3 0 0 0,-2 0-2 0,-1-2 0 15,3-2 6-15,-2 0 0 0,-1-2 5 0,0 0 1 16,0 0 5-16,0-4-1 0,0 0 2 0,0 0 1 16,0 0 8-16,0 0-2 0,0 0 4 0,-4-13 5 0,4 7 0 15,-1 1 7-15,2-3 2 0,-2 0-5 16,2-2 0-16,3 1 0 0,-4-2-4 0,7 1 1 16,-3-4 2-16,0 4-8 0,2-3 1 0,6-2-4 0,-4 5-22 15,3-6-15-15,-1 8-9 0,0-3-22 0,1 2-19 16,-1 0-16-16,3 3-18 0,-3-1-20 0,2 3-26 15,0-2-29-15,-2 2-26 0,1 1-13 0,1 0-17 16,-2 0-155-16,0 2-433 0,1-2 192 0</inkml:trace>
  <inkml:trace contextRef="#ctx0" brushRef="#br0" timeOffset="-153903.47">17704 9103 83 0,'-3'-6'163'0,"-2"4"12"0,-2-3 6 0,1 4-6 15,-1-2 8-15,0 3-3 0,-4-3-6 0,2 3 1 16,-4 0-9-16,0 2-9 0,-1 2-7 0,-4-3-9 16,6 3-14-16,-5 4-13 0,4-2-10 0,-2-2-5 0,6 3-14 15,-4 1-6-15,4 0-11 0,1 0-5 16,2 0-1-16,-2 3-10 0,7-1-1 0,-3 0-3 16,6 0-9-16,0 1 0 0,3-2-2 0,-1 0-3 0,5-2-4 15,0 2-4-15,3 1-8 0,-1-5-5 0,4 2-4 16,3-1-7-16,-1-2-7 0,-3-3-4 15,2 2 1-15,2-4-12 0,-2 1 3 0,-2-3 0 0,4 1 1 16,-5-5 4-16,2 2-2 0,-2-1 3 0,-1 0-2 16,-1-3 7-16,-2 2 2 0,-2-2 5 0,-3 3 13 15,1-3 14-15,0 2 3 0,-1 0 5 0,-2 0 12 16,1 2 3-16,0 0 11 0,-3 0-17 0,1 2-3 16,-1 3-8-16,0 0-3 0,-4-6-3 0,4 6-8 15,0 0-2-15,0 0-2 0,0 0-3 0,-15 8-1 16,14-3 0-16,-2 1 2 0,-1 1 1 0,0-1-6 15,3 6-3-15,-1-5 1 0,2 2 0 0,2-1-1 16,0 2 0-16,1-2-1 0,0 0-1 0,2 3 2 0,-1-5-4 16,3-1 0-16,0 3-2 0,-1-4 10 15,3-2-9-15,-2 1 2 0,2-2-7 0,-1-1 5 16,3-1 4-16,-3 0-7 0,3-2 1 0,1-2 2 0,-2-2 2 16,1 1-3-16,0-3-3 0,-2 0 4 0,1 1 0 15,1-3-3-15,-5 2 3 0,7-5-5 0,-5 5 8 16,0-4-4-16,-2 2 5 0,0-1 6 0,-2 2 12 15,2 0 6-15,-1 1 12 0,1 2 8 0,-4 1 6 16,1 1-10-16,2 0 3 0,-5 2-6 0,2 1-20 16,-2 2-2-16,4-4 2 0,-4 4-1 0,0 0-8 15,0 0-1-15,0 14-5 0,0-8 11 0,0-1-6 16,1 7-4-16,-1-1-2 0,0 1-3 0,4 1 3 16,-1-3 3-16,0 2-3 0,2 0 2 0,1 0 2 15,2-1-7-15,1 0 2 0,1-1-2 0,-1-4-1 16,2 3 6-16,3-4-10 0,-2 2-9 0,3-5 0 15,0 1-11-15,-1-2-4 0,1 0-16 0,0-3-6 16,-1-1-11-16,0 0-3 0,5-5-19 0,-4 0-12 0,4-4-18 16,-2 3-17-16,-3-3-18 0,2-1-13 15,-2-3-10-15,0-1-8 0,-2 0 1 0,-1-1-4 16,5-6 12-16,-10 3 14 0,-1-5 11 0,1 5 4 0,-2-6 32 16,-1-1 0-16,-5 1 14 0,1 0 29 0,-3-3 12 15,1 5 28-15,-1 0 14 0,-2-1 23 0,2 5 26 16,-2 1 25-16,2 2 20 0,-3-1 21 0,1 1 19 15,2 4 9-15,0 1 7 0,-1 2 3 0,-1 0 9 16,4 5-9-16,2 0-17 0,-5 0-12 0,4 1-18 16,-2 4-9-16,3 1-5 0,0 0-10 0,-8 7-8 15,8 1-9-15,-1 2 0 0,1 3-10 0,-3 4-1 16,6 4-8-16,-2-2-4 0,3 9-5 0,2-1 5 16,-2 0-7-16,1 0-4 0,2 2 2 0,1-1 2 15,0 2-3-15,2-1 2 0,3 1-12 0,1-1-6 16,2 1-11-16,-2-3-13 0,1 1-21 0,-4-3-22 15,-1-7-28-15,3-2-38 0,-5 0-44 0,-1-4-52 0,1-4-44 16,2 0-212-16,-6-4-518 0,-2-2 230 0</inkml:trace>
  <inkml:trace contextRef="#ctx0" brushRef="#br0" timeOffset="-153753.21">18379 9000 221 0,'-6'-7'297'16,"-3"-2"-7"-16,1 1-1 0,2 3 0 0,2-1 3 15,4 1-36-15,0 0-31 0,3 0-22 0,2 3-19 16,9-2-24-16,2 3-31 0,16-1-42 0,2 2-45 16,21 3-58-16,-14 1-67 0,16 1-70 0,7 2-57 15,-3 1-207-15,3-1-452 0,2-1 200 0</inkml:trace>
  <inkml:trace contextRef="#ctx0" brushRef="#br0" timeOffset="-153100.6">19316 8935 48 0,'0'-5'289'0,"0"-6"-12"16,3 4-5-16,-6-4-10 0,2 2-9 0,-2 0-25 15,-3-2-22-15,0 3-9 0,-4-2-8 0,1 2-18 16,-4 0-15-16,-3 0-10 0,5 3-11 0,-8 0-16 15,-2 2-5-15,1 2-22 0,-3 2-3 0,2 4-6 16,1 1-13-16,-1 4-6 0,2-1 1 0,2 2-8 16,-2 2-13-16,6 1-2 0,-1 1-4 0,3 2 0 0,3 2-3 15,1 0-4-15,7 2 1 0,0-2-3 16,6 0-9-16,-1 2 5 0,9 2 0 0,2 0-2 16,6 1 9-16,-2-2-12 0,6-3-6 0,4-1-1 0,-1-5 16 15,0 1-24-15,0-1-4 0,-1-5-3 0,1-4-1 16,-7 1-1-16,1-5-1 0,0-1 0 0,-3-3 3 15,1 1-1-15,-1-5-2 0,-5 0 1 16,4 0 0-16,-4-4-1 0,-4 3 6 0,2-4-6 0,-3 1 4 16,-2 0 11-16,-1 2 12 0,-3-2 9 0,2 0 17 15,-2 4 19-15,0-2 6 0,-3 3 3 0,1 1 12 16,0-1-3-16,-2 2-4 0,0 0-7 0,0 5-8 16,0-6-12-16,2 3-11 0,-2 3-2 0,0 0-4 15,0 0 4-15,0 0-13 0,0 0-7 0,0 0 2 16,-7 15-5-16,4-8-5 0,7 0-12 0,-4 3 7 15,4 0-9-15,-1 3-8 0,1-3 5 0,3 1-8 16,1 1-11-16,2 2 0 0,-1-4-23 0,5 2-9 16,-1-1-19-16,4-1-12 0,3-2-20 0,-5-3-15 0,2-2-19 15,-3-1-23-15,3-2-31 0,-1 0-31 16,0-2-32-16,3-3-22 0,-1-3-29 0,-6 2-185 16,3-6-533-16,0 1 236 0</inkml:trace>
  <inkml:trace contextRef="#ctx0" brushRef="#br0" timeOffset="-152866.42">19829 8747 85 0,'-6'-12'289'0,"0"2"1"0,-1 2 0 0,4 2-11 16,-2 1-12-16,3 0-21 0,-1 2-26 0,1-1-26 16,2 4-23-16,-3-2-13 0,3 2-23 0,0 0-10 15,-4 11-10-15,1 0-9 0,6-2-5 0,-3 4-12 16,3 4-9-16,-2 2-4 0,2 2 0 0,-1 1-18 15,3-2 8-15,0 7-18 0,2 1-4 0,-4-2-3 16,2 3-5-16,-1-8-9 0,4 7-12 0,-1-1-23 16,5-1-20-16,-6-6-23 0,2 0-28 0,-1 1-29 0,2-3-32 15,-3-3-42-15,-2-2-42 0,1-3-35 16,-1 0-183-16,0-4-478 0,-1-1 212 0</inkml:trace>
  <inkml:trace contextRef="#ctx0" brushRef="#br0" timeOffset="-152365.45">19838 9013 89 0,'0'0'284'0,"-2"-4"-3"0,2 4-15 15,0-5-17-15,0 5-22 0,0 0-24 0,-2-4-18 16,2 4-22-16,0 0-16 0,0 0-12 0,0 0-16 16,0 0-9-16,10 11-12 0,-6-9-9 0,2 3-12 15,3 3-1-15,-1-2-11 0,0 0-3 0,2 3-8 16,-1-1-5-16,2 0-22 0,5 2-9 0,-3-2-14 15,1 2-8-15,-1-4-12 0,6 5-6 0,-5-7-5 16,0 1-8-16,-1-1 1 0,1-2 0 0,-1-3 1 16,0 2 0-16,-2-3 0 0,0-2 3 0,1-1 4 15,-8 2 1-15,6-3 0 0,-2-2 11 0,0 2 9 16,-1-4 13-16,-1 2 17 0,-1-1 11 0,-1 2 16 16,0 0 12-16,3 2 6 0,-4-2 6 0,-1 3 0 15,0 1 2-15,-1-1-9 0,-1 0-9 0,4 1-16 0,-4 3 1 16,0 0-5-16,6-1-4 0,-6 1-2 0,5 8-3 15,-1-3-4-15,0 1-11 0,0 2 6 16,-1 3-5-16,5 1 0 0,-1 4-1 0,2 3-4 0,1-2 3 16,1 1-6-16,2 7 3 0,-1-2 2 0,2 0-3 15,1 2-2-15,0-3-2 0,0 4-1 0,-1-2 5 16,-5-6-3-16,-2 3 2 0,8 2-2 0,-7-4 1 16,-1-1-1-16,-1 1-3 0,-4-1 2 0,3-1 3 15,-5-1 4-15,0-3 8 0,-2 0 8 0,-1-3 11 16,1-1 11-16,-4 0 30 0,-1-1 16 0,0-3 24 15,-5 0-1-15,1-3 0 0,-2-1-9 0,-1-1-13 16,-7-2-5-16,1 0-13 0,-1-5-6 0,-8-1-10 16,-1-3-26-16,0-1-33 0,-1-2-49 0,0-4-44 15,-1 2-54-15,0-1-46 0,-1-3-56 0,0 1-61 16,5-1-74-16,-1-3-239 0,2 3-669 0,3 1 295 16</inkml:trace>
  <inkml:trace contextRef="#ctx0" brushRef="#br0" timeOffset="-151980.08">19542 8767 239 0,'0'0'356'0,"0"0"-15"0,0 0-8 0,1-5-8 16,-1 5-11-16,0-5-18 0,0 5-28 0,0 0-9 15,0 0-37-15,0 0-22 0,0 0-24 0,0 0-22 0,0 0-19 16,0 0-13-16,0 0-16 0,0 0-7 16,0 0-11-16,0 0-16 0,0 0-10 0,0 0-10 15,0 0-8-15,0 0-6 0,-8 12-5 0,8-12 0 0,0 0-2 16,0 0-5-16,0 0 23 0,0 0-23 0,0 0 1 15,0 0-3-15,0 0-2 0,0 0-6 16,0 0-2-16,0 0 1 0,0 0-9 0,0 0-12 0,0-15-21 16,-3 13-23-16,3 2-18 0,-1-2-28 0,1 2-26 15,0 0-33-15,-4-4-29 0,4 4-29 0,0 0-46 16,0 0-53-16,-8 7-211 0,8-7-564 0,-2 5 250 16</inkml:trace>
  <inkml:trace contextRef="#ctx0" brushRef="#br0" timeOffset="-151445.68">20461 8547 36 0,'0'0'318'0,"3"-5"-28"0,-3 5-19 16,15 1-10-16,-3 1-17 0,3 4-16 0,4 0 5 15,10 6-16-15,-3 2-12 0,2-3-7 0,3 6-6 0,-1 4-5 16,2-2-12-16,-4 4-2 0,2 1-4 0,-3 1-7 15,2 3-4-15,-5 0-15 0,-2 3-7 16,0-2-7-16,-3 1-14 0,-4-1-11 0,-2 2-13 0,-2 3-12 16,-4 1 0-16,-5-2-12 0,0 1 3 0,-2 0-7 15,-2 4-3-15,-5-3-6 0,0 1-8 0,1 3-2 16,-6-4 0-16,3-1-8 0,-2 0-2 0,-3-2-12 16,2-3-19-16,-3 3-39 0,3-6-37 0,2-1-41 15,-2-5-44-15,-2 3-43 0,4-7-56 0,0 0-65 16,-1-2-341-16,3-3-717 0,-2 0 317 0</inkml:trace>
  <inkml:trace contextRef="#ctx0" brushRef="#br0" timeOffset="-137829.25">27033 6616 118 0,'0'0'273'0,"0"0"-4"0,0 0-9 0,0 0-6 0,0 0-12 15,0 0-10-15,0 0-11 0,0 0-7 16,0 0-10-16,0 0-5 0,0 0-8 0,0 0-9 0,0 0-3 16,0 0-7-16,0 0-9 0,-7-7-4 0,7 7-2 15,0 0-6-15,0 0-7 0,0 0-15 0,0 0-7 16,0 0-12-16,0 0-5 0,0-7-12 0,0 7-12 15,0 0-11-15,0 0-3 0,5-4-7 0,-5 4-10 16,5-2-8-16,-5 2-4 0,4-3-6 0,-4 3 3 16,11-2-13-16,-3 2 0 0,0-3-5 0,-1 3-3 15,3 0-3-15,0 3-5 0,-1-2-3 0,0 2-3 16,6-2-6-16,-4 1 1 0,3 1-4 0,-5-1-7 16,-1 3-4-16,2-3-9 0,-2 1-7 0,-1 0-4 15,0 1 6-15,0 1-16 0,-1-1-4 0,-2 0 4 16,0 0 2-16,1-1-2 0,-3 2 20 0,2 3-15 15,-4-3 1-15,2 3 1 0,-4-3 10 0,4 2-4 0,-4-2 14 16,1 1-6-16,-4 1-3 0,2-2 6 0,-3 3 1 16,2-5 4-16,-2 1 6 0,-1 1 0 15,1-1 1-15,1 0 0 0,-2 0 0 0,-1 0 5 0,2-2 3 16,2-1-2-16,-1 2-2 0,5-3 4 0,-8 3 3 16,2-2-3-16,6-1-4 0,-4 1 9 0,3 4-1 15,1-5 1-15,-3 3 0 0,3-3-1 0,0 0 0 16,0 0 2-16,0 0-7 0,3 6 6 0,1-5-2 15,-4-1 2-15,11 6 3 0,-6-2-4 0,5-2 2 16,0 2-1-16,1-1 0 0,0 3-1 0,2-1 4 16,-2 0 0-16,1 1-4 0,-1 2 0 0,0-3 0 15,5 6 3-15,-4-4-1 0,-1-1-3 0,-2 2-6 16,-2-1 26-16,2-1-4 0,0 2 4 0,-8-2-3 0,6 2 2 16,-3-4-8-16,-1 1 7 0,0 2-10 15,-1-1 6-15,-2-1-5 0,0 2-4 0,0-1 4 16,-2-1-2-16,-1 0 1 0,0 0 11 0,-1 2-9 15,-3-3 2-15,1 0 4 0,-4 1 11 0,0 1 8 0,-6-4 6 16,5 1 7-16,-4 0-6 0,-4 0 4 0,0-1-3 16,1 1-6-16,-1-2-2 0,6-1-2 0,-1 2-5 15,-1-1-2-15,0-2-8 0,3 2 10 0,1-1-17 16,3 0-43-16,1 0-33 0,7 0-38 0,-12-1-43 16,12 1-65-16,-7-3-88 0,7 3-81 0,0 0-199 15,0-5-630-15,0 5 279 0</inkml:trace>
  <inkml:trace contextRef="#ctx0" brushRef="#br0" timeOffset="-137143.45">26818 6942 287 0,'0'0'339'0,"0"0"-4"16,0 0-9-16,-2-3-20 0,2 3-25 0,0 0-29 15,0 0-30-15,0 0-22 0,0 0-16 0,0 0-19 0,0 0-15 16,-15 8-7-16,11-6-10 0,0 2-10 0,1 1-17 16,-1 2-2-16,1-2-7 0,-1 2-5 0,0 0-8 15,1 0-12-15,2 2-16 0,-3-1 3 16,2 0-3-16,2 0-3 0,0 0-1 0,3 1-7 0,1 2-15 15,0 0-28-15,2-2-29 0,3 2-51 0,-1-4-57 16,3 3-98-16,0-2-101 0,0-1-258 0,3 0-640 16,-1-1 283-16</inkml:trace>
  <inkml:trace contextRef="#ctx0" brushRef="#br0" timeOffset="-135604.62">26361 6813 90 0,'2'-5'305'0,"-1"1"-11"15,2-1 3-15,-2 0-19 0,1 0 1 16,0 0-6-16,-2-3 1 0,7 0-7 0,-4-1-9 0,-1 0-11 16,3 1-1-16,0-4-12 0,-2 3-10 0,1-2-10 15,-3 2-14-15,3 0-17 0,2 1-7 0,-4 2-10 16,1-1-14-16,0 1-5 0,1-1-13 0,-3 2-12 15,1 2-8-15,-1-2-12 0,-1 5-7 0,2-7-16 16,-2 7-11-16,1-4-14 0,-1 4-12 0,0 0-13 16,0 0-10-16,0 0-2 0,0 0-6 0,0 0-2 15,1 13-4-15,1-4 4 0,-1 3 2 0,0-1-8 16,3 6 2-16,-4-4 0 0,4 6-2 0,0-4-9 16,-1 1-7-16,1 2-6 0,2-5-9 0,-1 4-5 15,0-1-12-15,0 2-4 0,-1-5-5 0,-2 2-8 16,1-5 6-16,0 1-8 0,1 2 14 0,-3-4-21 15,2 4 1-15,-3-4 1 0,0-2 2 0,0 0 26 16,0-1-17-16,0-1 6 0,2 1 5 0,-2-3 6 0,0-3 9 16,0 8-1-16,0-6 2 0,0-2 4 0,0 0 10 15,-2 6 0-15,2-6 6 0,-3 2-2 16,3-2-1-16,0 0 5 0,0 0-4 0,0 0 18 0,0 0-15 16,0 0 20-16,-1 4-21 0,1-4 6 0,0 0-1 15,0 0-3-15,0 0 2 0,0 0 8 0,0 0-12 16,0 0-4-16,0 0-7 0,0 0 20 0,0 0-4 15,0 0-10-15,0 0 1 0,0 0 1 0,0 0-6 16,0 0 9-16,0 0-5 0,0 0 4 0,0 0 2 16,0 0 0-16,0 0 10 0,-8 1-10 0,8-1 11 15,0 0-9-15,0 0 3 0,0 0-4 0,-15-2 4 16,15 2-4-16,-8-3 4 0,8 3 0 0,-10-1 3 16,6 0 14-16,4 1-13 0,-11-2 9 0,11 2-3 15,-6-1 12-15,6 1 1 0,-9-1 7 0,9 1-8 16,-4-2 6-16,4 2-9 0,0 0 3 0,0 0-5 15,0 0 2-15,0 0 3 0,0 0-4 0,0 0 2 16,0 0 2-16,0 0-4 0,17-1-1 0,-4 1 2 0,-1 0-3 16,7 1-2-16,-1-1-3 0,1 2-18 0,-4-2-19 15,4 0-19-15,1 0-32 0,-6 0-28 16,2 0-36-16,-3 1-43 0,-2 0-56 0,-1-1-53 16,-1 2-270-16,-9-2-614 0,9-2 271 0</inkml:trace>
  <inkml:trace contextRef="#ctx0" brushRef="#br0" timeOffset="-135052.65">26153 6574 127 0,'-1'-4'316'16,"1"4"-25"-16,0 0-26 0,-4-2-36 0,4 2-19 0,0 0-21 15,0 0-23-15,-10 7-15 0,6-4-12 16,-2 2-4-16,4 0-2 0,-5 3-5 0,1 0 3 15,-3 2 1-15,-1 4-6 0,3 1 1 0,-3 2-11 0,2-2 4 16,-4 2-6-16,2 2-1 0,3 0-1 0,-3-1-2 16,1 2 5-16,0 4-2 0,-1-4-11 0,2-1 1 15,1 2-20-15,5-1-3 0,-3 0-6 0,4 0-10 16,0 3-7-16,6 4-2 0,1-8 0 0,-1 1-9 16,13 4 0-16,-2 0-7 0,7-2-13 0,0 2 7 15,2-2-11-15,2-2-36 0,5-1-47 0,4 1-57 16,-5-2-53-16,3-2-69 0,3 0-87 0,-3-1-317 15,-3-6-698-15,-1 2 310 0</inkml:trace>
  <inkml:trace contextRef="#ctx0" brushRef="#br0" timeOffset="-134367.84">27175 6407 284 0,'0'0'297'0,"0"0"-20"0,0 0-16 16,0 0-15-16,0 0-7 0,20 8-13 0,-10-1-7 16,1-3-2-16,1 5-8 0,3 0-6 0,1 2-10 15,2 3 7-15,1 0-17 0,1 5-8 0,6-1-13 16,-2 0-14-16,-3 3-11 0,1-2-15 0,-1 2-12 16,0 2-12-16,1-1-2 0,-1-3-12 0,-4 6-13 0,-1-3-5 15,-4 1-5-15,3 1-8 0,-7-5-7 16,-1 2 6-16,0 4-9 0,-2-4-7 0,-2-1-2 15,-3 7-8-15,-3 1-4 0,-2 0 5 0,-2-2-3 0,3 1-20 16,-3-7-31-16,0 8-38 0,0-8-35 0,0-1-31 16,0 2-35-16,-1-1-45 0,1 1-76 0,3-2-87 15,-2-1-225-15,2-1-648 0,1-5 287 16</inkml:trace>
  <inkml:trace contextRef="#ctx0" brushRef="#br0" timeOffset="-130922.18">26799 7595 187 0,'2'-6'317'0,"-1"3"-4"15,3-1-4-15,-4 4-7 0,0-7-16 16,4 3-19-16,-4 4-24 0,0-3-29 0,0 3-21 0,0 0-26 16,0 0-20-16,0 0-19 0,0 0-17 0,0 0-1 15,-15 19-20-15,6-5-8 0,-1 4-4 0,-7 9-4 16,-2-1-9-16,-1 7-5 0,-7 10-9 0,-3-1 0 15,-4-1-9-15,0-1 0 0,-2-1-7 0,-4 4 2 16,3-3-6-16,1-3 5 0,-4 0 1 0,13-10-1 16,-14 8 7-16,13-9-2 0,-1 0 2 0,1 1 15 15,0-1-26-15,2 0-4 0,-2-3 1 0,2 0-7 16,3-4 4-16,5-3 4 0,-2 2-4 0,2-4-5 16,5-3 0-16,3 0-1 0,-1-4-9 0,5 1-28 0,0-2-30 15,3-1-21-15,-2-1-18 0,0-1-20 16,5-3-49-16,0 0-80 0,0 0-82 0,0 0-277 15,0 0-643-15,17-7 285 0</inkml:trace>
  <inkml:trace contextRef="#ctx0" brushRef="#br0" timeOffset="-128813.95">25745 8948 233 0,'2'-4'242'0,"-2"4"-19"0,0 0-21 0,0 0-16 15,0 0-17-15,0 0-11 0,0 0-10 0,0 0-14 16,0 0-11-16,0 0-11 0,-9 9-8 0,7-4-9 16,0-1-4-16,2-4-5 0,0 6-7 0,0-6-3 15,0 7-1-15,0-2 0 0,0-1 0 0,0 1-1 16,4-1 1-16,-2 1-5 0,1 0 1 0,1 0 5 0,-2 0-4 15,5 0 4-15,0 1-7 0,-3 0-6 16,3-1-5-16,0 0-5 0,1 2-8 0,-2-2-5 16,1-1-1-16,-1 3-3 0,2-1-5 0,1-1-4 15,-3-1-7-15,-1 3 5 0,2-3-1 0,-4 1-4 0,4 3-3 16,-1-3-6-16,-3-2 3 0,1 4-2 0,0-2 1 16,-1-1-2-16,-1 0-1 0,0 3 0 0,-2-1-9 15,4-1 4-15,-4 1 0 0,0-2 4 0,2 1-1 16,-2-5 5-16,-2 8-3 0,-2-5 4 0,4 0 11 15,-4 1-4-15,1 0 4 0,-2 0 1 0,1-2 4 16,-2 2 1-16,-2-2-3 0,2 1-2 0,-1-1-2 16,-2-1 1-16,0 0-4 0,2 0-7 0,0 1 2 15,-1-4 1-15,-1 4 0 0,1-4-5 0,-1 1-20 16,1-1-7-16,2-2-27 0,-1 2-12 0,-2-2-22 16,4 1-24-16,-2-1-34 0,3-3-45 0,0-2-44 15,4-1-33-15,0 0-40 0,3 1-186 0,0-3-521 16,1 6 230-16</inkml:trace>
  <inkml:trace contextRef="#ctx0" brushRef="#br0" timeOffset="-128529.27">25743 8929 122 0,'0'0'303'16,"4"-4"-8"-16,-4 4-17 0,5-4-14 0,1 2-14 16,-6 2-1-16,9-3-29 0,-4 3-16 0,2-3-15 15,-1 2-15-15,1 0-15 0,1-1-9 0,-1 2-21 16,1-2-1-16,-1 0-22 0,1 0-5 0,1 0-14 16,-3 1-6-16,-1 0-10 0,4 0-9 0,-4-2-9 15,-5 3-6-15,9-1-2 0,-3 1-5 0,-6 0-23 16,9-1-31-16,-9 1-22 0,0 0-40 0,10 0-35 15,-10 0-41-15,8 2-54 0,-8-2-41 0,5 1-51 16,-5-1-150-16,6 3-484 0,-4 1 214 0</inkml:trace>
  <inkml:trace contextRef="#ctx0" brushRef="#br0" timeOffset="-127542.4">25578 9196 33 0,'0'0'228'0,"0"0"6"16,-3-5-8-16,3 5-2 0,0 0-5 0,0 0-6 15,0 0-12-15,0 0-11 0,0 0-10 0,0 0-15 16,0 0-12-16,0 0-16 0,0 0-6 0,0 0-12 15,-15 6-2-15,10-1-6 0,1-3-11 0,0 3-2 16,-2-1-11-16,2-1-7 0,0 3-11 0,-1-2-3 16,-1 2-5-16,3-1-6 0,2 1-14 0,-3 0 2 15,3 0-2-15,0 2-3 0,1-2-1 0,1 0-6 16,0 2 11-16,3-3-31 0,0 4-20 0,2-2-36 16,-1 0-39-16,3 3-53 0,2-3-68 0,-3-2-61 15,-1 2-241-15,1-2-547 0,0-1 242 0</inkml:trace>
  <inkml:trace contextRef="#ctx0" brushRef="#br0" timeOffset="-126807.04">25235 9038 281 0,'0'-4'282'0,"0"4"-6"0,4-4-25 0,-4 4-20 16,0-5-15-16,0 5-19 0,4-3-19 0,-4 3-15 15,6-5-23-15,-5 4-7 0,-1 1-22 16,8-3-6-16,-2 2-12 0,0-2-11 0,-6 3-5 0,10 0-12 16,-10 0-6-16,11 0-4 0,-4 0-11 0,-2 2-1 15,-5-2-3-15,11 2-6 0,-5-1-12 0,-2 2 7 16,1-1-7-16,-1 1-2 0,-1 1-3 0,0 0 0 15,-1 0-7-15,-2 0 2 0,4 1-3 0,-4 0 2 16,0 0-1-16,-1 0-3 0,-2 0 1 0,1 1-2 16,-3-2 2-16,0 2-3 0,3 2 0 0,-1-4-1 15,-3 2 0-15,2 2-1 0,1-4 4 0,-2 1-5 16,2 2 5-16,-2-3-5 0,2 1 0 0,-1 1-1 16,4-1 6-16,-3 2-12 0,3-4 8 0,0 4 1 0,3-2-2 15,0-1 4-15,0 2 0 0,3 1-7 16,-2-2 10-16,5 1-2 0,-4-1 2 0,3 2 1 15,2-1 1-15,-2-1 0 0,0 3 1 0,1-4-5 16,-5 1 0-16,2-2-4 0,-2 2 1 0,0 0 0 0,-1 0-3 16,0-3 1-16,-2 2 3 0,0-2-2 0,-1-2 2 15,4 10 10-15,-9-8 15 0,2 2 3 16,1 0 6-16,-3 1 3 0,-1-1-7 0,-1-2-2 0,-4 1 1 16,1 1-2-16,-2 0-4 0,-1-2-7 0,-1 0-5 15,-1-1-21-15,1 1-33 0,0-2-31 0,4 0-33 16,-4 2-44-16,-5-2-46 0,5 0-58 0,5-3-266 15,2 1-559-15,0-1 247 0</inkml:trace>
  <inkml:trace contextRef="#ctx0" brushRef="#br0" timeOffset="-125869.74">25149 8888 8 0,'0'0'284'0,"-6"-3"-8"0,6 3-10 16,-3-2-15-16,3 2-19 0,0 0-21 0,0 0-27 16,0 0-17-16,0 0-19 0,-15 5-8 0,8-1-8 15,3 2 1-15,-5 3 5 0,-1-2 5 0,2 4-2 16,-4 0-3-16,-1 2-5 0,0 4-7 0,2-3 2 16,-3 1-2-16,2 1 5 0,1 0-20 0,-2 1-4 0,3-2-13 15,-1 2-5-15,3 1-15 0,1 0 2 16,2 1-17-16,1 0-1 0,0-3-3 0,2 2 1 15,1-6-12-15,2 5 1 0,1-4-4 0,3 4-2 0,3-4 0 16,4 4-7-16,-1-2 1 0,3 0-9 0,13 0-37 16,-6-5-40-16,4 3-40 0,5-2-45 0,-8-1-54 15,6-1-67-15,1-2-59 0,0 1-290 0,-9-5-659 16,1 1 292-16</inkml:trace>
  <inkml:trace contextRef="#ctx0" brushRef="#br0" timeOffset="-125234.14">25979 8843 119 0,'0'0'317'0,"0"0"-19"0,-1-3-21 0,1 3-17 16,0 0-13-16,0 0-8 0,0 0-3 0,0 0-8 15,13 11-4-15,-10-8-1 0,3 2-8 16,3 2 0-16,-1-1-6 0,3 0-11 0,1 4-17 0,1 0-13 16,-4-1-14-16,5 2-21 0,-2 1-11 0,-1-1-8 15,-2 3-14-15,-2-3-19 0,2 0 1 0,1 5-7 16,-3-1-4-16,-4-2-12 0,4 3-5 0,-5 2-7 15,1-4-1-15,-3 4-4 0,0 3-5 0,-3-1-2 16,1 6-6-16,-5-8-12 0,1-1-34 0,-3 1-28 16,2-2-34-16,0 0-27 0,0-4-29 0,-2 4-30 15,-3-1-29-15,-1-5-46 0,4 2-62 0,1-5-57 16,-2 1-226-16,5-4-634 0,-3 0 280 0</inkml:trace>
  <inkml:trace contextRef="#ctx0" brushRef="#br0" timeOffset="-124263.99">26896 7577 157 0,'0'0'198'0,"0"0"-19"0,0 0-15 0,0 0-9 16,0 0-1-16,0 0-9 0,0 0 4 0,16 11-10 16,-7-5 0-16,0 3 2 0,9-1-9 0,-5 5-2 0,6 0-2 15,4 3-1-15,0 0-2 0,5 0-5 0,0 4-4 16,1 0 2-16,2 2 12 0,7-1-3 0,9 9-1 16,1-2-13-16,4 2 4 0,-2-3-4 0,3 0-7 15,-1 4-10-15,1-4 6 0,0 2-12 0,-4-5 1 16,2-1-2-16,3 1 0 0,-6 2-1 0,-10-7-7 15,9 4 5-15,-11-5-1 0,2 0-4 0,9 5-3 16,-13-7 0-16,3-3-3 0,0 2-7 0,-5-1 5 16,2-2-5-16,-4-1 4 0,-1-3-6 0,-1 3-1 15,-2 0-4-15,-4-4-2 0,1-1-4 0,-4-2-5 16,2 1-5-16,-2 0-3 0,-6-2-2 0,3-1-4 16,-3 2-4-16,-3-3-4 0,-1 2 5 0,-4-2-10 15,4 1-3-15,-4 0 3 0,-1 0-8 0,1-1-4 16,1 0-4-16,-6-1-7 0,0 0-24 0,5 1-24 0,-5-1-36 15,0 0-43-15,7 2-22 0,-7-2-16 16,4 2-26-16,-1 1-34 0,-3-3-49 0,4 4-48 16,-1 0-51-16,-1-2-256 0,2 1-679 0,-1-1 301 0</inkml:trace>
  <inkml:trace contextRef="#ctx0" brushRef="#br0" timeOffset="-122340.45">28761 8648 179 0,'-3'-4'294'0,"3"4"3"16,-1-5 7-16,1 5-2 0,-5-2 2 0,5 2 6 16,-1-5 0-16,1 5-5 0,0-5-2 0,0 5-17 15,0 0-14-15,0 0-13 0,0-7-17 0,0 7-21 16,0 0-22-16,1-5-18 0,-1 5-19 0,0-5-17 15,0 5-14-15,9-3-11 0,-9 3-18 0,5-1-12 16,-5 1-10-16,10-2-7 0,-4 1-9 0,-6 1-5 16,13-1-11-16,-13 1-4 0,9 1-3 0,-1-1-7 15,-2 1-3-15,-6-1-10 0,12 2-9 0,-8-1-6 0,0 2-7 16,2-2-13-16,-4 3 4 0,-2-4-7 0,6 4-2 16,-2-1-5-16,-3 0-4 0,-1-3 1 15,4 7-8-15,-4-4 11 0,3 1-4 0,-3 0-1 0,0 1-2 16,0 0 4-16,-1 0 2 0,1 0 1 0,0 1-2 15,0-2 1-15,-2-1 10 0,2 2-7 0,-2 0 1 16,0 0 1-16,1-2 5 0,-3 2 2 0,0-1-2 16,1 0 2-16,-4 0 3 0,5-1 9 0,-2-1-4 15,-1 2-3-15,1-2 3 0,-1 1-2 0,-1 1 3 16,0-4 0-16,6 0 2 0,-7 4 0 0,4-3 1 16,3-1-4-16,-5 2-1 0,0 1 0 0,5-3 4 15,0 0-4-15,0 0 0 0,-5 2 6 0,5-2-6 16,0 0 2-16,-2 6 3 0,2-6 0 0,0 0 0 0,7 4 1 15,-2-2 2-15,-1 1 1 0,3-1 0 16,-1 2 2-16,0 0-6 0,0-1-2 0,3-1 1 16,0 1 6-16,-1 2-3 0,-2-2-4 0,3 3 5 0,-6-4-2 15,6 2 10-15,-4 0-12 0,1 0-1 0,-3-1 1 16,4 0-4-16,-6 1 3 0,2-1-4 0,0-1 1 16,1 2 4-16,-2 0 9 0,0 0-10 0,-2-4 2 15,-3 6 3-15,3-6-1 0,-6 6 3 0,3-3-3 16,1 1 6-16,-3-1-2 0,-3 0 2 0,2 1 6 15,-3-1-5-15,-1 0 6 0,-1-1-2 0,-2 1-1 16,3 0 0-16,-3 0-5 0,2-1 1 0,-3 1-3 16,3 0-15-16,0-2-27 0,5 0-40 0,-4 1-34 15,6-1-35-15,-1 0-22 0,-1 0-26 0,3 2-38 16,3-3-34-16,0 0-47 0,-4 2-57 0,4-2-190 16,0 0-606-16,0 0 268 0</inkml:trace>
  <inkml:trace contextRef="#ctx0" brushRef="#br0" timeOffset="-122071.85">29022 8872 68 0,'0'0'298'15,"0"0"-14"-15,9 0-17 0,-9 0-17 16,0 0-21-16,0 0-21 0,0 0-22 0,0 0-19 0,0 0-11 15,0 0-14-15,0 6 2 0,0-6-1 0,0 0-2 16,-6 9-9-16,4-7-5 0,0 2-12 0,-3-1-10 16,1 2-12-16,0 2 2 0,1-4-15 0,-2 2-9 15,-4 3-2-15,3-3-13 0,-1 2-5 0,2 0-3 16,-1-1-3-16,1-2-9 0,1 2-23 0,-3 1-23 16,4-1-26-16,-1-1-26 0,3-1-28 0,-2 1-40 15,3 0-39-15,0-1-59 0,0 0-46 0,0-4-196 16,7 5-510-16,-3-3 226 0</inkml:trace>
  <inkml:trace contextRef="#ctx0" brushRef="#br0" timeOffset="-121520.83">29200 8673 8 0,'-3'-4'270'0,"3"4"-9"0,-4-3-14 16,4 3-14-16,0 0-19 0,0 0-16 0,0 0-14 16,0 0-12-16,-9 7-14 0,3-5-11 0,6-2-10 15,-4 4-7-15,4 0 2 0,-4 0-8 0,4-4 3 16,3 10 3-16,-2-4 0 0,-1 1 7 0,0-1 7 16,4 3 11-16,4 0 7 0,-1 0-9 0,1 0-2 15,3 2-6-15,-1-3-9 0,4 6-11 0,-4-6-9 16,1 1-13-16,4 1 0 0,-3-2-19 0,-1 0 2 15,1-1-15-15,-1 2-10 0,-2-1-9 0,1-2-3 16,-1 1-4-16,-3-2-6 0,1 1-1 0,4 1-4 16,-6-1-7-16,0-2-7 0,-1-1 3 0,-2 0-2 15,1-1-1-15,1 4-6 0,-4-4 4 0,0-2 0 16,0 5-4-16,0-5 2 0,-2 5-4 0,2-5 0 16,-5 6 7-16,0-5-11 0,-1 2 4 0,1-3-3 15,-6 1-3-15,4 0-24 0,-1-1-8 0,1 0-9 16,-3 1-36-16,1-1-18 0,0-2-47 0,-5 2-25 0,5-1-27 15,-2-2-31-15,-3-2-46 0,7 2-49 16,-1-1-63-16,-2-1-217 0,4 1-643 0,0-2 285 16</inkml:trace>
  <inkml:trace contextRef="#ctx0" brushRef="#br0" timeOffset="-121286.9">29181 8609 337 0,'-4'-6'431'0,"1"4"-6"0,3 2-13 15,0 0-28-15,0 0-19 0,4-8-32 0,3 6-36 16,-2 1-26-16,2-1-29 0,4 0-22 0,1 0-24 16,1 1-18-16,3-3-19 0,-4 1-16 0,9 2-15 15,-4 1-18-15,-2 0-37 0,-1 0-56 0,1 0-45 16,-1 0-53-16,0 0-58 0,-4 1-63 0,-5 1-68 15,6-2-66-15,-7 2-276 0,-4-2-661 0,8 4 294 16</inkml:trace>
  <inkml:trace contextRef="#ctx0" brushRef="#br0" timeOffset="-120734.68">28676 8468 117 0,'0'0'174'0,"0"0"-10"0,3-3-11 16,-3 3-9-16,0 0-4 0,0 0-3 0,0 0-6 16,0 0-5-16,0 0-7 0,4-3-7 0,-4 3-5 15,0 0-5-15,0 0-9 0,0 0-1 0,0 0-7 16,0 0-1-16,10 0 4 0,-10 0-18 0,0 0 0 16,0 0-8-16,0 0-3 0,0 0-4 0,0 0-3 15,0 0-2-15,0 0-9 0,0 0-2 0,0 0-2 16,0 0-9-16,0 0-4 0,0 0-2 0,0 0-1 15,0 0-4-15,0 0-3 0,0 0-1 0,0 0-1 16,0 0 3-16,5 4-3 0,-5-4-3 0,0 0-11 16,0 0-23-16,0 0-20 0,-3 8-30 0,3-8-39 15,0 0-43-15,0 4-51 0,0-4-170 0,0 4-409 16,0-4 181-16</inkml:trace>
  <inkml:trace contextRef="#ctx0" brushRef="#br0" timeOffset="-119697.64">28757 8389 112 0,'0'0'166'0,"-11"0"-12"0,5-4-8 0,6 4-12 16,-11 4-10-16,6-3-4 0,-2 0-3 0,2 0 0 16,5-1-9-16,-13 3-4 0,7-1-3 0,-2 1-5 0,2 3-4 15,-3-3 0-15,0 2-3 0,3-3 3 0,-2 5-6 16,3-4-2-16,-4 4-3 0,1 1-4 0,-2-3-5 16,3 3-5-16,-1-2-5 0,0-2-7 0,3 1 0 15,-1 1-3-15,-1-1-2 0,3-1-2 0,-1 3-3 16,0-2-2-16,-1 0 3 0,1 2-8 0,0-1-4 15,1-1 2-15,0 1-5 0,0 0-2 0,0-3-2 16,2 2 3-16,-3 0-9 0,3-2 0 0,-1 2 3 16,0-2-7-16,2 0 3 0,1-3-4 0,-4 7-1 15,2-3 2-15,2 0-8 0,0-4 3 0,0 6-1 16,0-6-3-16,-1 5 0 0,1-5-2 0,0 6 2 16,0-6 0-16,-4 2-2 0,4-2-1 0,0 0 1 15,0 0-3-15,0 5 3 0,0-5-1 0,0 0-2 16,0 0 0-16,0 0 2 0,0 0 3 0,0 0-7 15,-1 5 2-15,1-5 0 0,0 0-1 0,0 0-2 16,0 0 3-16,-2 4 1 0,2-4-2 0,0 0 1 16,0 0 0-16,0 0-3 0,-2 3 0 0,2-3-1 15,0 0 2-15,0 0-1 0,0 0 0 0,0 0 0 16,0 0 0-16,0 0 1 0,-2 6 0 0,2-6 3 16,-3 2-2-16,3-2-1 0,0 0-1 0,-4 4 2 15,4-4-2-15,-4 6-1 0,4-4 1 0,0-2-1 16,-4 6 4-16,3-2-1 0,-3 0 0 0,1 1 0 15,0-1-1-15,-1 1 5 0,3 1-1 0,-5 0-1 0,2 0 3 16,0 2 5-16,3-3-6 0,-5 1 0 0,4 1 7 16,-1 1-6-16,0-1 0 0,2-1-1 0,-2 1 4 15,-1-1 0-15,3 0-2 0,-1 3 4 16,2-6-1-16,-2 1 3 0,2 2-4 0,-2-2 2 0,2 0 0 16,0-4 0-16,0 8 2 0,-3-6 2 0,3-2 5 15,0 0 6-15,3 7-2 0,-3-7-2 0,0 0-2 16,0 2 3-16,0 2-9 0,0-4 4 0,0 0-3 15,0 0 4-15,2 4-6 0,-2-4-3 0,0 0-2 16,0 0-1-16,0 0-8 0,2 2-21 0,-2-2-17 16,0 0-11-16,6 3-20 0,-6-3-17 0,0 0-22 15,4 3-22-15,-4-3-13 0,1 4-15 0,-1-4-7 16,3 3-8-16,-3-3 2 0,0 4 3 0,0-4 9 16,0 7 18-16,0-3 18 0,0 1 9 0,-3 0 10 15,3-2 11-15,-1 3 10 0,-2-1 11 0,2-1 8 16,-2 2 7-16,3-1 25 0,-1 0 11 0,1 1 24 15,-2-1 17-15,2 0 15 0,0-1 10 0,0 0 15 16,0 0 16-16,0-4 13 0,0 8 17 0,0-5 6 16,0-3 3-16,2 3 3 0,-2-3 2 0,0 0 4 15,1 7-2-15,-1-3 0 0,0-4 10 0,4 4-9 16,-4-4 5-16,3 2-4 0,-3-2 2 0,4 3-2 16,-2-1 9-16,4 2-2 0,-3-1 1 0,2-1-1 15,-1 1 2-15,3-2-6 0,0 2-9 0,1 0-2 16,0 0-9-16,-4 1-5 0,6 1-7 0,-5-4-9 0,3 3-11 15,-1 0-5-15,2 0-9 0,-3-1 3 16,4 0-15-16,-5 1-3 0,2 0-8 0,0-2-1 16,-2 2 0-16,1-1-4 0,-1 0-3 0,1 0-4 0,1 0-1 15,0-1-2-15,-1 1-5 0,1 2 0 0,0-2-2 16,3-1-18-16,-4 1-37 0,2-1-41 0,2 0-43 16,0-1-46-16,0 4-47 0,-4-3-66 0,6-2-83 15,-3 0-332-15,-1-2-756 0,-8 2 335 0</inkml:trace>
  <inkml:trace contextRef="#ctx0" brushRef="#br0" timeOffset="-119078.77">29546 8408 90 0,'0'0'358'0,"-4"-7"-13"0,4 7-20 15,-5-4-30-15,5 4-25 0,0-3-24 0,0 3-24 16,0 0-26-16,0 0-7 0,0 0 6 0,7 11 14 16,0-7-14-16,-2 1-8 0,2 4-10 0,3 0-5 15,5 2-10-15,-2 2-11 0,-1 1-14 0,3 1-10 16,3 1-8-16,-4 1-8 0,-2-1-13 0,8 6-7 15,-6-4-15-15,2 4-5 0,-2 3-6 0,-3-7-10 16,-2 1-3-16,2 6-4 0,-3-1-7 0,1 2 0 16,-5-6-5-16,1 7-5 0,-3 0-2 0,-2-1-6 15,-2 0-15-15,2 2-25 0,-5-2-28 0,1 1-26 16,1 1-28-16,1-6-28 0,-3 5-30 0,1 0-29 16,-5 0-48-16,4-7-58 0,1 1-63 0,-1-2-255 15,-1 1-662-15,1-2 293 0</inkml:trace>
  <inkml:trace contextRef="#ctx0" brushRef="#br0" timeOffset="-102703.59">13820 11240 218 0,'0'0'303'0,"0"0"-29"0,-2-3-29 0,2 3-22 16,0 0-3-16,0 0 11 0,-2 13-6 0,2-7-13 15,2 2-1-15,-4 1-4 0,4 1-11 0,-2 2 4 16,0 2-8-16,0 0-6 0,0 0-5 0,0 2-9 15,0 2-11-15,0 0-12 0,0-3-9 0,-2 3-14 0,2 1-12 16,-2-2-11-16,2 1-14 0,0-2-2 16,-4 5-8-16,3-8-9 0,1 4-9 0,0 0-3 15,0-5-5-15,0 0-7 0,1 1-2 0,3-7-11 0,-2 5-24 16,0-4-34-16,0 2-26 0,0-5-18 0,4 1-42 16,-2 0-32-16,-3-1-49 0,4-3-42 0,-5-1-43 15,7 0-48-15,-7 0-291 0,0 0-666 0,7-11 295 16</inkml:trace>
  <inkml:trace contextRef="#ctx0" brushRef="#br0" timeOffset="-102184.92">13814 11322 119 0,'0'-5'255'0,"2"1"-11"0,0 1-10 15,-2 3-2-15,11-4-6 0,-5 2-4 0,3 2-6 0,1 1-13 16,2 2-12-16,0-1-11 0,2 2-16 0,-2 4-14 15,4-1-9-15,2 4-1 0,-3-1-16 16,5 2-5-16,-5-1-3 0,3 3-18 0,-4 0-6 0,2 2-15 16,-2-4-1-16,7 6-5 0,-8-4-12 0,4 1-5 15,-3-2 4-15,2 3-12 0,-1-2-11 0,-3-2 3 16,1 0-6-16,0 1-9 0,-3-4 0 0,-1 1 3 16,0-1-2-16,1-1-7 0,-3-3 0 0,3 0 4 15,-2-1-1-15,-1 1-5 0,1-4-3 0,0 2 7 16,-1-3-7-16,1 1-4 0,-3-1 2 0,-5 0 1 15,14-5-2-15,-9 2-7 0,1 0 6 0,-2 0 2 16,0-2 3-16,-4 0-6 0,1-2-3 0,2 0 5 16,-1-1-3-16,0 0-3 0,-4-3-3 0,2-1 4 0,-2 1 1 15,2-4-8-15,-3-2 1 0,2 5 4 16,-2-6 5-16,2-1-2 0,-3 2-3 0,1-1 0 16,0 2 10-16,0-1 28 0,1 6 10 0,-2-2 7 0,1-3 17 15,0 4 5-15,1-1 13 0,-1 5 3 0,3 0 4 16,-3 0-3-16,2-2 10 0,1 3-4 0,-3 2-4 15,3 1-3-15,-1-1-9 0,1 5-13 0,-3-7-9 16,3 7-14-16,0 0-3 0,0 0-3 0,0 0-3 16,0 0-4-16,4 13-5 0,0-1-5 0,-4-1 0 15,4 0 1-15,-1 1-8 0,0 6-1 0,0 0 0 16,2 0-4-16,-3 1-2 0,1 2-22 0,1-2-30 16,-2 2-31-16,2-3-45 0,0 2-42 0,0-3-40 0,2-2-37 15,-5-1-45-15,3 0-56 0,1-3-59 16,-5 0-319-16,2-4-770 0,5 0 341 0</inkml:trace>
  <inkml:trace contextRef="#ctx0" brushRef="#br0" timeOffset="-101649.68">14484 11061 361 0,'0'-5'352'0,"0"5"-18"0,4-6-13 16,-3 4-17-16,4-1-3 0,-2 0-19 0,1-1-19 16,0 2-19-16,-4 2-12 0,11 0-17 0,-3 0-8 15,2 0-29-15,-5 1-13 0,5 2-16 0,-1 1-11 16,2-2-11-16,0 2-18 0,-3 2-7 0,0-1-8 15,-1 1-11-15,4 1-10 0,-4 1-5 0,-2 0-3 16,1 2-9-16,-5-3 1 0,1 3 10 0,-2 3 5 16,-2-4 5-16,1 0 8 0,-2 1 10 0,-4 0 1 15,2 1 5-15,-6-3 3 0,4 3-2 0,0-5-1 0,0 0-5 16,2 0-6-16,0-1-5 0,2-2-7 0,0 1 1 16,3-4 3-16,-1 5-3 0,1-5-2 0,0 0-5 15,11 1-4-15,-1-3-10 0,4-1-4 0,9 0-12 16,-1-2-2-16,-1-1-8 0,10-1-24 0,0-2-30 15,2 1-33-15,-3 2-50 0,-2-2-74 0,2-2-70 16,-1 1-83-16,-6 1-106 0,3-6-100 0,-7 8-279 16,0-6-886-16,0-1 392 0</inkml:trace>
  <inkml:trace contextRef="#ctx0" brushRef="#br0" timeOffset="-94908.88">13330 10028 375 0,'4'-6'380'0,"-2"-1"-2"15,0-1-10-15,-2 0-7 0,3 3-10 0,-3 0-9 16,1 0-19-16,1 2-25 0,-2 3-30 0,1-5-33 15,-1 5-29-15,0 0-22 0,0 0-12 0,-5 13-7 16,1-2-4-16,-2 1-9 0,-1 5 0 0,-2 3-14 16,-1 6-6-16,-4-2-12 0,1 7-9 0,-1-1-4 15,-3 1-14-15,0 1-23 0,-2-1-5 0,3 1-7 0,-3 0-4 16,-1-1-3-16,3-2-6 0,-2 0-5 16,-1-2-4-16,3-2-5 0,1 0-2 0,5-6-4 15,0-1-2-15,1-1-1 0,0-2-8 0,3-3-29 0,1-3-36 16,-1 0-36-16,4-3-50 0,0-1-43 0,3-1-43 15,0-1-61-15,0-3-66 0,0 0-57 0,0 0-327 16,0 0-795-16,15-13 352 0</inkml:trace>
  <inkml:trace contextRef="#ctx0" brushRef="#br0" timeOffset="-94373.63">13300 9950 228 0,'0'0'248'0,"0"-2"-7"0,0 2-11 16,0 0-23-16,-4-7-21 0,4 7-23 0,0 0-14 16,0 0-16-16,0 0-10 0,-11 9-7 0,7-2-11 15,-1 2-3-15,-4-4-2 0,1 5-10 0,-8-2 1 16,5 5-3-16,-4-3-8 0,1 1-2 0,-3 0 3 16,6-5-9-16,-7 0-2 0,3 4-2 0,-4-3 1 15,7 0 12-15,0-2-11 0,1-2 0 0,1 0 3 16,0-1 7-16,3-2 10 0,1 0-12 0,6 0-2 0,-8-3-8 15,7-1-15-15,1 4 0 0,5-13-10 16,5 3-7-16,5-2 1 0,0 2 1 0,2-1-16 16,1 0 3-16,1 0-3 0,3 2 1 0,-3 0-4 0,4 0 1 15,-3 1-8-15,-2 1 0 0,-4 1 0 0,-2 4-2 16,-1-1-3-16,0 2 0 0,0-3-2 0,-3 4 6 16,3 5 4-16,-2-2 1 0,-3-1 1 0,-1 1 3 15,3 3-1-15,-1 2 1 0,0-4-6 0,-2 7 8 16,1-1 12-16,2 0 13 0,-3 0-4 0,-2 0-2 15,5 2-3-15,-4 3-1 0,-1-5-4 0,4 3-10 16,-2 0 0-16,-1-2-3 0,-1 2-9 0,3 1-12 16,-1-5-29-16,0 4-42 0,-3-1-47 0,2-1-54 15,0 2-72-15,-3-3-67 0,3 1-324 0,-1 0-688 16,-3-1 305-16</inkml:trace>
  <inkml:trace contextRef="#ctx0" brushRef="#br0" timeOffset="-93336.57">12703 10895 342 0,'-2'-5'335'0,"2"5"-27"0,0 0-29 0,0 0-27 15,0 0-32-15,0 0-7 0,0 0-11 0,0 0-4 16,-5 12-17-16,4-6-14 0,1-1-4 0,0 6-10 16,0-1-14-16,-1 1-19 0,-2 2-8 0,1 1-11 15,-2 3-8-15,3 0-10 0,-3-1-4 0,1-3-7 0,-2 3-13 16,2 1-8-16,-1-3 2 0,0 3-5 0,0-4-10 16,1 1 0-16,-2-4-4 0,3 3 0 0,-2-7-3 15,2 3-11-15,-1-4 2 0,2 0-5 0,1 0 10 16,-2-2 6-16,2-3-11 0,0 0-4 0,0 0 18 15,0 0-24-15,8-18 0 0,-4 7 6 0,0-2-3 16,2-4-8-16,-1 1 0 0,2-4 0 0,4 0-1 16,-4-5 5-16,1 7-4 0,0-2 1 0,0 1 28 15,-4 2 9-15,3-1 0 0,-3 2 6 0,-1 6 13 16,1-2 1-16,1 1 4 0,-3 3 3 0,0 1-6 16,1 1-1-16,0-1-7 0,-2 4-8 0,-1-1-5 15,3 2-8-15,-3 2-3 0,0 0-4 0,0 0-3 16,11 9-5-16,-3-4 1 0,-4 5-4 0,3-3-2 0,0 6-6 15,1 3 4-15,0-3-1 0,0 3-2 0,-1 1 1 16,4-1-4-16,-3 0-2 0,0-1 1 16,-2-3-2-16,3 3 3 0,-2-4-4 0,1-2 2 0,-2 1-3 15,-2 0 2-15,1-4 1 0,-1-1-8 0,-3 0 8 16,2-2 2-16,3 1 2 0,-5-3 12 0,-1-1 11 16,7 1 4-16,-7-1 6 0,9-5 2 0,-6 0 9 15,-2-2 3-15,2 1-6 0,1-2 6 0,-2-2 3 16,3-2 0-16,-5-1 2 0,3 0-5 0,-2-8-4 15,2 3-10-15,2-1-3 0,-2 0-8 0,-2 0 2 16,2-2-3-16,-3 3-6 0,4 1-1 0,-1 1-5 16,-2 3 0-16,-1 0-6 0,0 3-11 0,2 2-27 0,0 0-31 15,-2 3-41-15,0-3-56 0,2 3-62 16,-1 2-66-16,-1 3-74 0,2-6-68 0,-2 6-62 16,0 0-270-16,0 0-815 0,0 0 361 0</inkml:trace>
  <inkml:trace contextRef="#ctx0" brushRef="#br0" timeOffset="-91446.47">17757 9910 154 0,'0'-6'347'0,"-1"1"-5"15,1 2-9-15,0 3 2 0,-3-10-16 0,3 5-21 16,0 5-15-16,-1-5-33 0,1 5-20 0,0 0-18 16,0 0 6-16,13 8 6 0,-4 1-6 0,4 3-3 15,1 5-15-15,2 9-5 0,-1 0-6 0,-2 0-14 16,5 3-11-16,0 2-8 0,-6-1-3 0,2 3-13 15,6 2-28-15,-3-2-8 0,-1 1-11 0,-1 1-9 16,8 10-10-16,-8-13-4 0,0 0-11 0,1-1-4 16,-1 0-4-16,0-1-6 0,-2-3-2 0,1-2-6 15,-4-6-2-15,-2-1-10 0,0-3-26 0,-1-4-30 0,1 0-24 16,-5-2-47-16,1-2-36 0,-1-1-31 0,-2-4-47 16,-1 1-49-16,0-3-40 0,0 0-55 0,0 0-52 15,-9-11-286-15,0 4-755 0,1-3 335 0</inkml:trace>
  <inkml:trace contextRef="#ctx0" brushRef="#br0" timeOffset="-90844.31">17741 9899 256 0,'0'0'242'16,"0"-5"-25"-16,0 5-23 0,0 0-17 0,0 0-15 16,0 0-17-16,0 0-11 0,0 0-11 0,-7 13-10 15,8-10-12-15,-2 2-6 0,1 1-10 0,0 1-9 16,-3-1-7-16,3 1-6 0,-2 1-9 0,-1-4-6 16,0 4 0-16,2-3-5 0,-2 3-5 0,1-1-1 15,0-2-6-15,-2-2 0 0,4 1-7 0,0-4 1 16,-1 6 10-16,-1-3 16 0,2-3 12 0,0 0 3 0,-1 5-4 15,1-5 0-15,0 0-2 0,0 0 0 16,0 0-5-16,0 0-2 0,-6-14 8 0,6 8-7 16,0 0-5-16,2 1 1 0,-1-2 2 0,1-1 2 0,0-3 2 15,1 2-1-15,1 1 11 0,0-2-2 0,0 0 18 16,2 0-3-16,-4 4 8 0,2-5 12 0,1 3 4 16,-3-1 11-16,1 3-2 0,1 0-2 0,0-1-1 15,0 1 1-15,-1 1-5 0,0 1-2 0,-2 0-21 16,3 2-3-16,-4 2-14 0,4-4-8 0,-4 4-10 15,3-3-2-15,-3 3-6 0,12 4-5 0,-6 0 0 16,2 0-5-16,3 4-2 0,-2-1-4 0,6 5 3 16,0 0-1-16,2-1-6 0,-1 2-4 0,2 0-7 0,0 0-21 15,6 3-30-15,-7-3-28 0,8 3-38 16,-8-4-43-16,3-3-42 0,-4 1-50 0,0-2-60 16,0 0-62-16,-6-2-323 0,1 1-745 0,-3-1 329 0</inkml:trace>
  <inkml:trace contextRef="#ctx0" brushRef="#br0" timeOffset="-90091.63">18343 10853 222 0,'0'0'226'16,"0"0"-13"-16,-5 7-13 0,4-2-14 0,-2-1-11 15,0 2-18-15,3-1-8 0,-1 1-15 0,0 2-12 16,-2 2-11-16,1-1-12 0,1 3-9 0,1-2-9 15,0 3-11-15,0-4-6 0,0 4-8 0,-1-2-2 16,1-2-8-16,1 2-3 0,-1-4-2 0,0 0-8 16,0-1-2-16,1-1-1 0,-1 0 1 0,0-1 26 15,0-4 3-15,0 0 1 0,5 1-3 0,-5-1-3 16,0 0 1-16,2-11-1 0,1 1-3 0,1 1 3 16,1-4-2-16,-2 3 1 0,1-8 2 0,2-3 0 0,-1 3 4 15,1 0 4-15,0-1 5 0,0 3 7 0,-1-2 6 16,1 7 7-16,-1-5 14 0,-2 4 4 0,2 3-9 15,-1 1-9-15,-1 3-7 0,1 0-14 0,-2 3-7 16,3 0-5-16,-5 2-9 0,0 0-5 0,10 7-1 16,-4-1-6-16,0 6-3 0,-1-1-3 0,4 4-7 15,0 2 0-15,-1 2 2 0,0-2 3 0,3 1-8 16,0-1-4-16,-3 1-2 0,3-3 2 0,1 0-4 16,-5-3 2-16,4-2 3 0,-3 0-4 0,2-5 19 15,-1 3 23-15,-2-5 18 0,1-1 2 0,2-2-1 16,-3-1-1-16,3-5-3 0,-3 0-8 0,1-1 1 15,-2-4-4-15,0 0-4 0,3-4-7 0,-5-7-8 16,1 4-1-16,2-9-4 0,-2 6-6 0,-1-1-3 0,3-4-8 16,-4-1-19-16,0 5-28 0,1 3-22 15,-3 2-32-15,2-2-36 0,-3 6-45 0,1 3-36 16,-1 0-53-16,-1-1-77 0,1 5-57 0,-3 1-314 0,-1 3-761 16,0-1 336-16</inkml:trace>
  <inkml:trace contextRef="#ctx0" brushRef="#br0" timeOffset="-88687.03">8642 11706 213 0,'-12'-13'261'0,"-1"4"-9"0,3 2-7 0,-8-2-6 15,7 2-5-15,-3 0 0 0,0 2-16 0,1 3-10 16,1-1-15-16,-2 0-13 0,3 3-14 0,-1 1-8 15,1 1-14-15,0 3-13 0,3 0-13 0,0 1-9 16,3-1-11-16,-1 3-5 0,2 2-11 0,3-3-3 16,-2 5 2-16,4 0-3 0,1 0-9 0,3 1 2 15,-1 3 3-15,2 0-9 0,3-1-9 0,-1 2-4 16,3-1-6-16,0 0-2 0,-1 0-1 0,2-1-6 16,0 1-4-16,-1 1-3 0,0-8-2 0,2 6-7 0,-2 1 7 15,4-2-6-15,-2 3-3 0,-2-6-5 0,2 2-2 16,1 1-3-16,-1-1-3 0,-2 1 0 0,-3-5 4 15,0 1 8-15,-1-1-16 0,-3 0 8 0,0 0-5 16,-1-1 7-16,-3-2-7 0,2-1-4 0,-4 1 6 16,-1-1 1-16,-1-2 4 0,-1 0 1 0,-1-1-5 15,-7 1-2-15,2-3 3 0,-4 0-1 0,4 0-4 16,-4-3-3-16,2 1-14 0,-8-2-22 0,3-1-26 16,-1-3-32-16,3 2-34 0,4-1-47 0,1 0-49 15,4-1-57-15,3-2-48 0,-3-3-240 0,9 0-614 16,3-5 271-16</inkml:trace>
  <inkml:trace contextRef="#ctx0" brushRef="#br0" timeOffset="-88435.69">8914 11561 166 0,'-1'-5'376'0,"-2"-2"-28"0,1 4-27 0,2 3-35 15,-1-5-27-15,1 5-25 0,0 0-1 0,0 0-3 16,0 0-20-16,1 21 9 0,2-12-10 0,0 8-18 16,3 1-12-16,3 9-17 0,-1-3-10 0,4 4-8 15,-2-2-26-15,-1 5-7 0,3-3-13 0,2 0-10 16,-4 4-6-16,0-6-10 0,0 2-15 0,0 1 4 16,-4-1-15-16,1-7-27 0,-2-1-30 0,1-1-32 15,-2-1-36-15,2-1-42 0,-3-3-52 0,0-2-54 16,-1-2-54-16,0-4-46 0,-2-2-242 0,0 0-615 15,0-4 273-15</inkml:trace>
  <inkml:trace contextRef="#ctx0" brushRef="#br0" timeOffset="-87432.51">8938 11880 101 0,'-7'4'256'0,"7"-1"-5"0,0-3-9 0,2 8-12 15,2-4-8-15,0 0-11 0,3 1-13 0,-1-1-4 16,5 1-22-16,2-2-19 0,3 0-14 0,2 0-15 16,5-2-9-16,0 2-11 0,8-3-13 0,-2 0-10 15,-6-2-7-15,1-1-8 0,-2-1-5 0,1-1-8 16,-1 0-4-16,0-1-4 0,-2-1-6 0,-2-2-2 16,-3 1-1-16,-4 1-7 0,0-1 2 0,-5 1 4 15,4-1-12-15,-6 2-3 0,0-4-4 0,-1 5 2 16,-2-3-2-16,-2 1-1 0,-2 1-3 0,0 3 3 15,-2-2-3-15,-5 2 6 0,2 1-5 0,-1 2-1 0,-5 1-5 16,2 1 2-16,-3 5-1 0,-3-1-1 0,2 4-1 16,-1 1 6-16,1 1 6 0,1 1-2 0,3 0-3 15,0 2 0-15,0 1 2 0,3 0-1 0,4-3-6 16,2 0 1-16,3 0-1 0,2 0 1 0,-1-3 11 16,3 0-13-16,2 1-1 0,3-2 3 0,2-4-2 15,-1 2 0-15,4-5 1 0,-4 0-2 0,6-2 0 16,-5-3 13-16,4-1-13 0,3-4 1 0,-6 1-3 15,0-2 3-15,-1 3-1 0,4-8 0 0,-7 3 0 16,-1 1 0-16,0 0 20 0,-3-1 3 0,1-1 6 16,-2 2 15-16,-2-1 2 0,2 1 9 0,0 4 12 15,-5-1 7-15,4 1-2 0,-4 1 2 0,2 5-24 16,0-5-5-16,0 5-10 0,0 0 2 0,0 0-8 0,0 0-2 16,0 0-5-16,-2 18-5 0,2-8 1 0,1 1-6 15,0 1-2-15,1 1-1 0,2 3 2 16,4 0-3-16,0-1-2 0,-2 2 1 0,3-3-1 0,2-2-24 15,0-1-18-15,0-3-24 0,5 0-16 0,-4-1-11 16,3-2-7-16,-1-2-25 0,5-2-10 0,-8-4-9 16,4 1-1-16,0-4-4 0,-3 0 2 0,2-1-4 15,-3-3 7-15,1-3 1 0,-1-6 4 0,-2-1 1 16,2-4-7-16,-4-3-5 0,4-2-4 0,-3 0-1 16,0-2-2-16,-4-2 6 0,0 4 22 0,-2-1 23 15,-1 3 24-15,-2-3 50 0,-1 9 36 0,-2 1 38 16,0 1 31-16,-4 1 20 0,4 5 24 0,1 1 9 15,-2-1 5-15,-1 2 20 0,2 2 4 0,0 1 2 16,0 2 6-16,1 1-14 0,2 0-21 0,0 2-14 16,1 3-10-16,0 0-9 0,0 0-3 0,0 0-3 15,-3 15 3-15,4-7-4 0,-1 9-3 0,2-5-11 0,-1 9-8 16,2 0-7-16,-2 4-6 0,-2 2-4 0,2 0-2 16,3 0-11-16,-8-7-9 0,8 8 7 15,-3 1-12-15,3-1-3 0,-2-2-2 0,2-4-9 0,0-3 2 16,3 0-1-16,4 0-4 0,-5-3-6 0,4 0-17 15,1-2-10-15,5-1-10 0,-1-4-20 0,0-2-11 16,4-1-10-16,-1-5-6 0,5-1 1 0,-1 0-2 16,0-1 5-16,-2-4 18 0,0-1-10 0,0-2 12 15,1-2 10-15,-1 2-2 0,-3-4 3 0,-1 1 10 16,-5-4 1-16,2 1 8 0,-4 0 9 0,-2 3 16 16,-3 1 13-16,-3-1 31 0,-1 1 18 0,0 2 5 15,0-2 6-15,-4 1-6 0,1 2-5 0,-5-1-3 16,4 1 7-16,-5 5-4 0,-2-2 4 0,1 2-3 0,-2 2-3 15,1 0-3-15,-4 5-4 0,6-2-2 16,-1 5-5-16,-1-3-4 0,3 5-6 0,0-2 1 16,4 2-9-16,1 0-5 0,0 1 1 0,3-1-5 0,4 1-2 15,-1 1-5-15,4-1 5 0,3-1-4 0,3-2-3 16,2 2-3-16,8-2-5 0,-4-1-25 0,2-2-23 16,3-2-14-16,-2-2-41 0,0-2-35 0,1-2-35 15,-3 2-23-15,-1-6-34 0,0 3-36 0,-4-2-43 16,-3-4-51-16,-1 1-324 0,3-4-731 0,-6-1 323 15</inkml:trace>
  <inkml:trace contextRef="#ctx0" brushRef="#br0" timeOffset="-87281.5">9750 11656 264 0,'-20'-1'282'0,"1"2"-21"0,5-1-26 15,1 0-21-15,7 0-23 0,-1 1-18 0,3 2-16 16,4-3-17-16,0 0-12 0,0 0-14 0,26-3-15 0,-7 3-43 15,3-2-44-15,12 4-54 0,0-2-66 16,7 0-63-16,-5 3-164 0,3-3-362 0,0-3 161 16</inkml:trace>
  <inkml:trace contextRef="#ctx0" brushRef="#br0" timeOffset="-86829.92">10619 11544 5 0,'6'-11'283'0,"-3"1"4"0,-2-3 3 0,-1 2-1 16,-1 1-6-16,-1-2-7 0,-2 4-13 0,-3-5 8 15,1 3-29-15,-4 1-5 0,-1-1-7 0,4 2-11 16,-6 1-11-16,3 2-15 0,-1 2-14 0,-1 0-22 16,0 2-20-16,0 2-14 0,3 2-13 0,1 3-8 15,-2 1 4-15,5 0-6 0,1 3 1 0,0 3-15 0,4-1 5 16,3 6-9-16,2 0-3 0,5 0 0 0,2 7-2 16,-1-6-4-16,1-2-7 0,7 6-8 0,2 0-5 15,-3-1-6-15,3 0 3 0,1-1-10 0,-2 0-4 16,-3-6-1-16,-3 2-7 0,0-2-3 0,1-2 3 15,-5-1-10-15,-5 0-2 0,2-3 2 0,-2 1-3 16,-2-3 5-16,-3 2-3 0,0-4-1 0,-7 0-6 16,-1 3 4-16,0-2-3 0,-7-3 0 0,4 3-4 15,-3-3-3-15,-9-1-18 0,3-2-25 0,2 1-23 16,-1-2-25-16,8 1-46 0,-1-2-22 0,5-1-36 16,2 2-45-16,-1-1-55 0,5-2-41 0,1 4-45 15,5-7-287-15,2 2-720 0,3-2 319 0</inkml:trace>
  <inkml:trace contextRef="#ctx0" brushRef="#br0" timeOffset="-86580.04">10917 11758 221 0,'0'0'266'0,"11"4"-5"16,-8-1 5-16,-2 2 7 0,3 1 5 0,-1 1-2 16,-2 0 7-16,2 6 1 0,0 4 4 0,-3 3-6 15,4-1-16-15,-3 8-15 0,3 3-16 0,-4-1-20 16,3 5-16-16,0-1-21 0,-1 0-15 0,1 0-18 15,3 1-19-15,-1 0-8 0,3-1-10 0,0-2-11 16,-1 2-10-16,0-4-8 0,1 0-8 0,2 1-8 16,-3-12-8-16,-1 1-4 0,4-1-9 0,-5-2-28 15,2-4-36-15,-3-2-18 0,3 0-15 0,-3-6-28 16,-3 1-21-16,2-3-24 0,-3-2-31 0,0 0-34 16,7-13-45-16,-7 1-51 0,0-7-53 0,0-2-306 15,-4-9-702-15,2-1 310 0</inkml:trace>
  <inkml:trace contextRef="#ctx0" brushRef="#br0" timeOffset="-86277.96">10973 11747 233 0,'-7'-15'263'0,"3"3"4"0,-1 0 0 16,3 0-6-16,-2 0 8 0,-1-1-21 0,5 3-8 16,0-2-6-16,0 2-8 0,5 1-10 0,1-1-27 15,-2 4-2-15,4-2-10 0,-4 2-17 0,4 1-20 16,0-1-15-16,1 2-13 0,0 1-8 0,3 1-10 15,-1 2-11-15,1 0-6 0,-1 3-12 0,0-1-14 16,1 5 3-16,1-2-6 0,-4 1-11 0,3 1-5 16,-2 2-3-16,-2 2-14 0,3 3-2 0,-7-3-13 15,3 4-7-15,-2-1-9 0,-2 1-5 0,-3-3-10 16,-1 1-7-16,-2 0-7 0,-1-2 1 0,-3 1-2 16,-1-2 1-16,-7 1 7 0,4-2-11 0,-7-1-10 15,6 1-13-15,-1-4-11 0,0 2-14 0,2-1-14 0,-1-3-9 16,4-1-12-16,1 0-34 0,1-1-28 0,6-1-20 15,0 0-23-15,0 0-6 0,0 0-159 16,14-9-435-16,0 2 193 0</inkml:trace>
  <inkml:trace contextRef="#ctx0" brushRef="#br0" timeOffset="-85910.4">11351 11711 6 0,'3'-3'198'15,"-2"1"1"-15,-1 2-10 0,0-7 4 0,0 7-4 16,-4-4-5-16,-4 2-5 0,8 2-10 0,-11 0-9 15,1 3-5-15,-2-1-12 0,3 2-7 0,-4 2-11 16,3 2-9-16,0 1-12 0,-1-1-12 0,3 2-6 16,0 2-9-16,2-1-7 0,2-1-9 0,2 4-4 15,0-5-6-15,4 3-3 0,-1 1-6 0,4-4-3 16,0 2-5-16,-1-4-2 0,4-1-4 0,3 0-3 16,-2-1 1-16,1-4-1 0,-1-1-3 0,2-1-2 15,-1-1-1-15,3-3-7 0,-2-1 0 0,0-3 3 0,0 0-3 16,-3-1-2-16,3-5 1 0,-3 4-7 0,-1-5 4 15,-3-1-1-15,-1 1 0 0,0-1 2 16,-1 1-2-16,1 0 8 0,-3 2 22 0,0 2 15 0,0 0 12 16,-1 2 0-16,1 3-1 0,-2 0-1 0,2 0-12 15,-1 3-9-15,0-1-9 0,1 5 0 0,-3-2 2 16,3 2-4-16,0 0-2 0,0 0-5 0,-6 11-5 16,6-6 0-16,0 5-6 0,3 1-4 0,0-1-24 15,0 4-20-15,2-2-20 0,0 0-24 0,1-1-24 16,1 2-24-16,-2-2-29 0,3 1-29 0,4 1-27 15,2-2-24-15,-3-4-24 0,0 0-176 0,-2-1-474 16,6 1 209-16</inkml:trace>
  <inkml:trace contextRef="#ctx0" brushRef="#br0" timeOffset="-85508.54">11664 11682 256 0,'-2'-8'297'0,"1"4"-6"0,0-1-6 0,-3-3-9 16,1 6-15-16,-1-1-13 0,-1 0-14 0,5 3-14 15,-10 0-10-15,10 0-11 0,-15 5-12 16,10 1-11-16,-5 0-13 0,5 5-15 0,-3-3-19 0,2 3-7 16,2 0-13-16,4 1-10 0,-1 1-11 0,1-2-7 15,1 2-9-15,3 1-1 0,2 1-14 0,6-3-5 16,-1 0-5-16,-2-4 0 0,10 3-7 0,1-2-7 16,1-1-23-16,8-2-16 0,-1 0-11 0,-5-4-13 15,7-3-16-15,-7 0-2 0,7-4 1 0,-8 2-4 16,0-2 7-16,1-4-5 0,-4 1 1 0,3-3 4 15,-8 2 1-15,3-4 7 0,-4 0-3 0,1-3 4 16,-3-2 4-16,-6 6 3 0,4-3 5 0,-5-2 0 16,-3 7 14-16,-1-3 18 0,0 0 14 0,-4 0 21 15,-2 1 21-15,1 1 12 0,-2 3 4 0,-1 1 3 16,0-1-5-16,-3 3 6 0,0 2 8 0,0 1-3 16,-1 1 4-16,0 4 2 0,1-2 1 0,0 4-6 0,2 3-1 15,0-1-10-15,0 2-7 0,5 2-10 0,1 0-3 16,0 1-5-16,5 1-4 0,-1-1-8 0,5 5-4 15,-1-4 1-15,7 0-11 0,1 0-2 0,4 0-26 16,0-3-33-16,1 1-37 0,3-2-53 0,1 0-52 16,1 1-62-16,-3-6-73 0,4 0-70 0,0 0-330 15,-2-1-766-15,-1-1 339 0</inkml:trace>
  <inkml:trace contextRef="#ctx0" brushRef="#br0" timeOffset="-85073.65">12619 11722 147 0,'0'0'437'0,"-4"-5"1"0,-2 2-19 16,4 0-10-16,-4-1-9 0,2 0-25 0,0 2-20 15,-2-1-26-15,6 3-29 0,-5-2-35 0,5 2-26 16,-8-1-25-16,8 1-19 0,0 0-21 0,-4 7-18 16,2-5-8-16,1 3-18 0,-2 0-13 0,5 0-13 0,-1 1-13 15,-1-2-7-15,3 4-9 0,-2-2-8 16,2-1-7-16,2 2-4 0,1-2-5 0,-4-2-13 15,4 0-7-15,-2 1-5 0,0-3-3 0,-4-1-4 0,7 2-11 16,-7-2-2-16,9-6-4 0,-6 2-3 0,0 1-4 16,-2-4-3-16,2-1-3 0,-3 1-11 0,0-1-14 15,0-3-4-15,-4 0-14 0,0 0-25 0,1-2-20 16,0-1-20-16,-1 6-23 0,2-2-30 0,-2 0-31 16,1 4-39-16,-1 0-39 0,1 0-43 0,0 1-37 15,-1 2-271-15,3-1-684 0,1 4 303 0</inkml:trace>
  <inkml:trace contextRef="#ctx0" brushRef="#br0" timeOffset="-84772.7">12593 11518 235 0,'-4'-3'328'0,"4"3"-7"0,-6-5-23 0,6 5-24 0,-9 0-11 15,9 0-23-15,0 0-14 0,-10 1-12 0,10-1-22 16,-4 7-7-16,0-5-19 0,4 3-9 0,-1 0-20 16,-1 1-6-16,1-3-13 0,2 4-16 0,-1-4-2 15,0 3 2-15,2-1-9 0,-1-3-4 0,-1 2 11 16,0-4-3-16,6 3 0 0,-2-2-12 0,-4-1-1 16,7 1-7-16,-7-1-12 0,6-5-3 0,0 1-4 15,-1 2-4-15,-1-2-11 0,0-3-1 0,-1 2-4 16,1 2-1-16,-1-1-10 0,-2-3-9 0,3 2-12 15,-2 2-30-15,-1-2-28 0,2-2-35 0,-2 4-50 16,-1 3-52-16,0 0-73 0,1-3-70 0,-1 3-315 16,0 0-700-16,0 0 310 0</inkml:trace>
  <inkml:trace contextRef="#ctx0" brushRef="#br0" timeOffset="-83936.27">12608 11523 112 0,'5'-4'206'0,"-5"4"5"0,0-4 11 16,2-1 4-16,-2 5 2 0,1-4 8 0,-1 4 1 15,3-5 4-15,-2 3-3 0,-1 2 4 0,1-10 1 16,-1 9-6-16,0 1-11 0,0-9-20 0,2 7-15 16,-2 2-18-16,0 0-13 0,0-6-22 0,0 6-12 15,0 0-16-15,0 0-7 0,0 0-17 0,0 0-13 16,0 0-3-16,0 0-2 0,0 0-43 0,0 0-28 16,-8 11-34-16,8-11-37 0,-2 7-45 0,2-1-58 15,-4 1-72-15,8-2-63 0,-4-1-299 0,2 4-661 16,2-3 293-16</inkml:trace>
  <inkml:trace contextRef="#ctx0" brushRef="#br0" timeOffset="-81878.88">13118 11384 253 0,'-3'-3'290'0,"0"-1"-13"16,3 4-13-16,-4-6-19 0,-1 5-15 0,5 1-12 16,-14 0-5-16,7 3-13 0,-1 3-2 0,-5-1-8 0,3 4-6 15,-2 4 0-15,0 1-8 0,1 0 1 16,-4 3 9-16,5 1-19 0,-2 1-4 0,1-1-11 16,3 6-12-16,-3-3-19 0,3 5-8 0,5-7-10 0,-1 0-10 15,4 0-14-15,0 2-8 0,2-3-4 0,3-1-1 16,3 0-8-16,6-3-4 0,-2-1-6 0,4-3-1 15,1-1-7-15,2-1-3 0,1-3-3 0,10-4-5 16,-11-1 0-16,4-2-3 0,7-6-1 0,0 0-6 16,-3-3 0-16,-1-1 1 0,-3-8 0 0,-1 3-1 15,-6-1-4-15,1-4 1 0,-1-2 1 0,-4 0-2 16,-1-2-3-16,-3 0-3 0,-4 0 1 0,-4-2-3 16,0 1-4-16,-7 0 3 0,2 8-1 0,-6-7-2 15,0 8 0-15,-1 2 2 0,1 0-5 0,-5 2-2 16,0 3 2-16,3 1 0 0,-4 5-3 0,4 0-7 15,1 5-20-15,0 0-28 0,1 3-23 0,2 1-34 0,-1 1-29 16,-1 5-35-16,3-1-43 0,1 9-57 0,4-5-51 16,2 6-53-16,-2 0-223 0,3-1-656 0,3 0 290 15</inkml:trace>
  <inkml:trace contextRef="#ctx0" brushRef="#br0" timeOffset="-81494.16">13761 11056 5 0,'0'-10'292'0,"0"2"-2"15,0 1-4-15,-4 0-5 0,3-3-2 0,-2 4-18 16,-1 0-16-16,1 0-21 0,-1 1-17 0,0 4-16 16,-1 1-4-16,5 0-13 0,-19 3 3 0,8 5 9 15,-2 0 3-15,-3 7 2 0,-3 4-1 0,0 4 2 16,0 2 3-16,1 4-3 0,-2 1-4 0,2 1-9 16,3 1-10-16,-1 2-12 0,-2-1-8 0,2 0-15 15,5 1-14-15,-1-2-9 0,5 1-10 0,0 1-9 16,6-1-12-16,2 1-6 0,6 0-5 0,4-3-8 15,3 2-9-15,3 0-6 0,7-4-3 0,13 7-7 16,-7-10-25-16,11 6-27 0,-7-9-29 0,14 2-44 16,-13-7-52-16,3-5-44 0,2-1-49 0,0 1-38 15,-4-3-51-15,-4-1-55 0,2-6-55 0,2-3-266 0,-3-1-757 16,-1-5 336-16</inkml:trace>
  <inkml:trace contextRef="#ctx0" brushRef="#br0" timeOffset="-80808.72">14934 10793 268 0,'-3'-3'388'0,"-3"2"-14"0,0 0-23 16,3-2-30-16,3 3-11 0,0 0-11 0,-11 4-3 15,11 0 5-15,0 5 6 0,4 1 0 0,0 3-6 16,7 2-8-16,6 7-14 0,4 0-22 0,2 2-17 15,3 3-23-15,14 8-18 0,-12-9-33 0,2 2-19 0,8 6-14 16,-9-6-14-16,-1 0-14 0,-1 3-10 0,3 10-10 16,-10-11-8-16,-2-1-5 0,-1 3-7 0,-5 1-8 15,-8-1-4-15,0 3-3 0,-4-2-15 0,-8-1-21 16,-7 3-26-16,0 1-33 0,-7-2-33 0,-9 8-43 16,8-11-61-16,-5-2-38 0,-2 0-38 0,-11 2-48 15,9-6-55-15,5-6-69 0,-4-1-332 0,1-3-825 16,4-2 365-16</inkml:trace>
  <inkml:trace contextRef="#ctx0" brushRef="#br0" timeOffset="-70387.72">25628 9781 106 0,'3'-7'341'0,"1"1"-14"0,1-1-10 0,-2 2-6 15,1 1-38-15,-2 1-31 0,0-1-28 0,-2 4-21 16,0 0-19-16,0 0 27 0,-14 16-25 0,7-6 6 15,-4 8 2-15,-3-4-5 0,-5 9-7 0,-3 6-17 16,-1-4-5-16,-1 4-11 0,-10 15-8 0,0 1 4 16,-3-7 1-16,0 3 1 0,-1-2 5 0,-1 2-3 15,-1-3-3-15,-2 2 1 0,-3-3-4 0,-1 0-6 16,0 0-9-16,1-3-8 0,4-1-10 0,7-9-6 16,-8 7-10-16,9-9-10 0,3 1-7 0,-1-3-5 0,4-1-5 15,1 0-11-15,0 1-4 0,11-6-1 16,-1-2-2-16,8 0-8 0,-2-4-19 0,3 1-28 15,1-5-25-15,3 2-26 0,0-1-39 0,3-1-48 0,0-4-60 16,7 4-58-16,1-3-64 0,-1-1-89 0,-7 0-365 16,19-4-854-16,-7 0 378 0</inkml:trace>
  <inkml:trace contextRef="#ctx0" brushRef="#br0" timeOffset="-65353.02">25284 8671 191 0,'0'-5'239'0,"0"5"-6"15,0 0-3-15,2-6-8 0,-1 3-6 0,-1 3-10 0,0 0-7 16,0 0-8-16,1-5-13 0,-1 5-9 0,0 0-12 16,0 0-14-16,0 0-8 0,0 0 4 0,3-4-24 15,-3 4-4-15,0 0-15 0,0 0-3 0,0 0-9 16,0 0-16-16,0 0 2 0,0 0-10 0,0 0-7 16,0 0-5-16,0 0-6 0,0 0-8 0,0 0 2 15,0 0-2-15,0 0-11 0,0 0-3 0,0 0 0 16,0 0 3-16,3 12-12 0,-3-12 8 0,3 8-5 15,-3-5 0-15,1 2-1 0,-1 2-3 0,0-2-5 16,1 1 7-16,-1 1-6 0,4 1 1 0,-5-1-4 16,2-1 4-16,-1 1-3 0,0 0-7 0,0 3 9 15,0-4-2-15,0 3 3 0,0-1-1 0,0-2-2 16,-1 1-5-16,1 1 6 0,0 0-5 0,-3 0 4 0,2-2 1 16,1 0-12-16,-1 0 11 0,-1-1 2 0,2 0-6 15,-1 1 9-15,1 0-14 0,0-1 11 16,0-2-3-16,-3 2 1 0,3-5-3 0,0 7 5 0,-3-4-2 15,3-3 0-15,0 5-3 0,0-5 3 0,3 3-3 16,-3-3 0-16,0 0 0 0,0 0-4 0,0 0-20 16,0 0-8-16,0 6-17 0,0-6-20 0,0 0-19 15,0 0-28-15,0 0-36 0,0 0-42 0,0 0-58 16,0 0-46-16,0 0-173 0,0 0-508 0,0 0 225 16</inkml:trace>
  <inkml:trace contextRef="#ctx0" brushRef="#br0" timeOffset="-64783.92">25455 8824 45 0,'0'0'183'0,"2"-3"0"15,-2 3 3-15,0 0-5 0,4-3 2 16,-4 3-4-16,0 0-4 0,0 0-1 0,0 0-6 0,0 0-7 15,0 0-6-15,0 0-6 0,0 0-11 0,0 0-8 16,0 0-20-16,0 0-13 0,0 0-10 0,0 0-8 16,0 0-7-16,0 0-7 0,0 0 2 15,0 0-5-15,-22 7-6 0,18-4-5 0,1 0-5 0,-2 0-7 16,-2 1-1-16,3-2-1 0,0 2-5 0,-1 0 1 16,2 0-9-16,-1 0 0 0,-2-1 0 0,1 2-5 15,2-2 2-15,-1 1-3 0,0 1-2 0,0-1-7 16,1-1-18-16,0 1-20 0,1-1-28 0,0 0-31 15,2-3-33-15,-6 6-39 0,4-4-37 0,2-2-39 16,-4 4-201-16,4-4-473 0,-2 4 210 0</inkml:trace>
  <inkml:trace contextRef="#ctx0" brushRef="#br0" timeOffset="-64399.61">25243 8857 219 0,'0'-5'217'16,"0"5"-12"-16,0 0-10 0,0 0-22 0,0 0-13 15,0 0-11-15,0 0-9 0,0 0 6 0,0 0 2 16,0 0-4-16,0 0-5 0,11 9-4 0,-7-6-5 16,-1-1-7-16,-3-2-7 0,6 6-6 0,-3-3-14 15,0 0-12-15,1 0-2 0,0 1-13 0,-1-1-3 16,0-1-8-16,-2 2-7 0,6 0-2 0,0-1-6 15,-3 3-20-15,1-4-29 0,0 2-39 0,-1-1-46 0,1 0-61 16,-1 2-61-16,3-3-248 0,-2 1-499 0,-1-3 221 16</inkml:trace>
  <inkml:trace contextRef="#ctx0" brushRef="#br0" timeOffset="-27517.53">26551 6538 142 0,'0'0'193'0,"0"-4"4"0,0 4-2 0,0 0 1 16,-2-5-2-16,2 5-12 0,-3-5-6 0,3 5-4 15,0-4-6-15,0 4-13 0,-1-4-3 0,1 4-15 16,-3-5-6-16,3 5-9 0,-4-5-7 0,4 5-13 0,-4-4-4 15,3 2-11-15,-4-1-8 0,5 3-7 0,-9-4-6 16,5 2-7-16,1 1-6 0,-4-2-4 16,1 0-3-16,0 2-9 0,6 1-2 0,-12-3-6 0,5 2 3 15,-2 1-10-15,3-1 5 0,-2 0-10 0,8 1 0 16,-15 1 0-16,9 0-4 0,-3 2-1 0,1-3 0 16,0 2-3-16,0 1 0 0,2 0-2 0,-2-1 1 15,-1 1-2-15,3-1 0 0,-5 2 1 0,4 0 2 16,1 0-7-16,-2 0 3 0,1 1-3 0,-1 0 0 15,1 0 2-15,-1 0-1 0,2 0-1 0,2 3 1 16,-6-4-2-16,5 2 0 0,-2 2 4 0,2-4-2 16,-1 2 0-16,0 0-4 0,-2 0 7 0,2 0-4 15,1 0 1-15,1-1-1 0,-5 5 3 0,4-4 0 16,-2 0 1-16,2 1 1 0,1 0-1 0,-2-1-1 16,2 1 8-16,-4 2-3 0,3-1-2 0,0-2 1 15,1 0 6-15,0 1-6 0,-1 2 1 0,0 0 3 16,3-4-3-16,-1 1 2 0,1 4 0 0,-4-3-4 15,3 3-1-15,2-2 4 0,-3-2-3 0,1 0-7 16,2 1 7-16,-3 1-2 0,4-1 0 0,-3 1-1 16,3 0 3-16,-2-2-4 0,0 2 3 0,2-2-1 15,0 2-2-15,0-2 3 0,-3 1-1 0,3 1-3 16,0-2 4-16,-1 0-5 0,1 1 5 0,1-1-2 16,-1 2-1-16,0-3 2 0,3 4-2 0,-3-4-2 15,0 0-1-15,0-1 4 0,0 3 0 0,2-1-1 16,-2-1-1-16,-2 1 5 0,2-1-3 0,0 1-4 15,2 0 2-15,-2-1 1 0,2 2-2 0,-2-1 2 0,0-1 0 16,2 0 1-16,-2 2-3 0,1-2 0 0,4 1 3 16,-5-1-2-16,3 2 2 0,-2-2-1 0,2 1 0 15,-2 1 3-15,1-2-3 0,-1 0 2 16,5 1 1-16,-4-2 3 0,-2 2 1 0,3 0 24 0,1 0-14 16,1-1-1-16,-2 0 3 0,1 1-1 0,0-3-1 15,2 0 6-15,-1 3-2 0,-2-4 0 0,4 4-2 16,-2-2-1-16,1-1 1 0,1 1 0 0,-3-1-7 15,2-1 2-15,1 3 3 0,-1-3-9 0,-1 2 0 16,2-2-2-16,0 1 5 0,-1-1-4 0,-3-1-5 16,3 1 5-16,-1 1-1 0,1 0-4 0,2 0 3 15,-3-2 1-15,-1 2-2 0,2-2 11 0,-6-1-13 16,12 2 1-16,-8 0-2 0,0-1 2 0,2 0 1 16,-6-1-5-16,9 0 3 0,-1 2 2 0,-4-1-6 15,-4-1 2-15,11 0 4 0,-7 1-3 0,-4-1-6 16,14 0 9-16,-9 0 0 0,-5 0-11 0,11-1 6 15,-4 1 1-15,1-1 0 0,-1-1 3 0,0 1-2 16,1 0 3-16,-3-2-7 0,2 2 4 0,-3 0-1 16,4 1-1-16,-2-2-2 0,-6 2 24 0,13-2 2 0,-7 1-7 15,-1-1 21-15,1 1-17 0,-6 1-5 16,10-2-1-16,-5 0 0 0,0 1 4 0,-5 1 1 16,8-3 11-16,-3 1 8 0,1 0-2 0,-6 2-4 0,11-3 0 15,-8 1 0-15,1 0-4 0,3 0 1 0,-1 0-3 16,-2-1 4-16,3 2 2 0,-3 0 10 0,1-2-13 15,4 2 1-15,-5-3-1 0,0 2 16 0,2-1-10 16,-1 0 0-16,-1 1-2 0,0-1 2 0,2 1-5 16,-4-3 8-16,2 4 2 0,1-2 1 0,0-1-2 15,-1 1-1-15,0-2-1 0,-2 0-5 0,4 2-3 16,-3-2-2-16,1-1 2 0,-3 2-7 0,5-1-4 16,-3-1 3-16,2 1-1 0,-2-3-2 0,-2 1 5 15,6 1-5-15,-3 0-5 0,-1-1 5 0,1 1 4 16,-1-2 4-16,-1 2 0 0,3-3 4 0,-3-2 2 15,2 3 1-15,-3 0-1 0,2 0 2 0,-1-2-4 16,-1 0 0-16,0 0-1 0,2-2 3 0,-3 3 0 16,3-4 4-16,-3 0-4 0,0 1-3 0,1 0 1 15,3-2-6-15,-4 1 2 0,-4 0-4 0,4 0 2 16,0 1 1-16,0-6 3 0,0 5 2 0,-3-4-1 16,1 4-3-16,-1 0-1 0,0 1-6 0,0-1-13 15,-3 2 7-15,0-1-4 0,-2 2 1 0,1-6-5 0,-5 2 4 16,7 3-8-16,-5 0-10 0,-5 0-34 0,0 1-40 15,0-1-49-15,-1 1-73 0,1 2-82 16,-3 0-84-16,6 0-111 0,-2 3-393 0,3-1-945 16,2 0 418-16</inkml:trace>
  <inkml:trace contextRef="#ctx0" brushRef="#br0" timeOffset="-24272.58">27440 6604 21 0,'1'-6'162'0,"-1"6"-5"16,3-3-9-16,-3-1-8 0,0 4 0 0,0-7-10 15,0 7 2-15,2-4-12 0,-2 4 7 0,0-6-8 16,0 1 2-16,0 5-4 0,0-5-3 0,0 0-9 16,0-2-5-16,0 7-4 0,-2-8 0 0,2 2-11 15,-3 1-10-15,2 0-7 0,1 0-3 0,-1 0-6 16,-2-2-11-16,2 1-3 0,-2 1-1 0,1 1-5 15,0-2-6-15,-3 0-3 0,0-1-1 0,0 2-4 16,2-1-1-16,-1 1-5 0,-2 0-1 0,-3 0-1 16,5 0-2-16,-1 0-5 0,-1 0 4 0,1 1-6 15,-1 0-1-15,-2 1-1 0,1 0 0 0,0-1-1 16,-1 1 0-16,2 1 0 0,0-3-2 0,-1 4-5 16,0 1 5-16,-1 0-5 0,0-1 1 0,1 0 0 15,7 1-2-15,-13 0 4 0,6 1-3 0,-3-1 2 16,4 1 0-16,-3-1 3 0,1 3-5 0,0 0 2 15,1-1 0-15,-1 1 4 0,-1 1-9 0,-2-1 2 0,4 0 3 16,-5-1-3-16,2 3 2 0,1-2 10 16,-1 1-10-16,3 0 0 0,-2 1-2 0,-2-1 0 15,4 0 1-15,-1 1 1 0,-2 0 1 0,0 0-2 0,4 0 0 16,-1-1 2-16,0 0-2 0,1 1 0 0,-2-1 1 16,-1 2 2-16,4-1-1 0,-1 2-1 0,-1-1 1 15,1 2 1-15,3-3-3 0,-4 4-1 16,0-4 2-16,-2 3 3 0,2 1-4 0,2-1 2 0,-1 2-1 15,1-1 2-15,-2 2-1 0,2-2 0 0,-1 1 0 16,4 1 1-16,-3-3 3 0,1 4 0 0,-1-3 2 16,4 3 5-16,-2-1-2 0,0 1 9 0,1 1-6 15,-3 0 0-15,5-1-1 0,-4 2 0 0,4-3 1 16,-1 1-3-16,-2 1 2 0,3 0 2 0,-1-2 5 16,1 2 5-16,-3-1 3 0,4-1 2 0,1 2-8 15,-2-1 0-15,1-1 3 0,-1 2-5 0,3 0 2 16,-2-1-2-16,2 1 4 0,1-2 0 0,-1 2-4 15,0-2 6-15,2 0-2 0,2 1-1 0,-3-1-4 16,1 1-2-16,2 0-1 0,0-1 5 0,2 2 2 16,-3-4 10-16,1 2 2 0,0-1-5 0,6 0 0 15,-6-2 0-15,1 2 12 0,3-3 6 0,1 0 7 16,-5 0-3-16,6-1-1 0,-4-1 5 0,0 1 7 16,3-1 0-16,-2-1 11 0,1-1 1 0,1 0 3 0,-1-2-6 15,0 1 22-15,2-2-27 0,0 0 2 0,2-2 4 16,-2 0-4-16,2-1 1 0,-1 1-4 15,1-2 4-15,3-1-12 0,-1-2 8 0,1 1-5 16,-3-1-4-16,3-3 1 0,-1 0 0 0,-4-2 7 0,1 1-9 16,3-2-7-16,-2-1 4 0,-2 1 3 0,-1-2-3 15,-1 1 2-15,2 0 0 0,-3-2-7 16,-3 0-7-16,0-1 1 0,-3-1-4 0,1 2-7 0,-5-5 1 16,0 1-4-16,-3 0-8 0,-1 1 1 0,-5 0-1 15,2-2-1-15,-5-1-3 0,1 2-8 0,2 1 3 16,-3 1-3-16,1 4-2 0,0 0-22 0,-4 1-40 15,5 6-45-15,1-4-53 0,-5 2-63 0,3 4-63 16,-3 1-78-16,2 2-77 0,-2 2-298 0,0 0-796 16,-1 2 354-16</inkml:trace>
  <inkml:trace contextRef="#ctx0" brushRef="#br0" timeOffset="-23051.54">25930 8834 98 0,'-2'-6'202'0,"2"-2"-8"16,0 1 1-16,-2 1-3 0,2-2-9 0,-1 2-12 15,-1-2-7-15,1 2-4 0,-2-1-15 0,-2 4-9 16,2-3-14-16,-1 0-9 0,0 1-9 0,0 3-11 15,1-2-10-15,-4-3-8 0,2 4-5 0,2 1-11 16,-5 0-8-16,8 2-3 0,-9 0-7 0,9 0-6 16,-14 2 2-16,7 0-5 0,0 1-5 0,-1 1-2 15,0 3-3-15,-3-3-1 0,3 4-2 0,-1-1-1 16,-1-1 1-16,2 1 7 0,-2 0-5 0,4 2 4 16,-3-1-6-16,4 2 9 0,-3-2-7 0,1-1 4 15,0 2-2-15,0 0-3 0,3 0-4 0,-3 2 0 16,2-3-1-16,0 3-3 0,-4-3-1 0,7 3 4 15,-1-4-2-15,-1 5-1 0,0-4-1 0,-1 3-3 16,3-3 7-16,-2 4-7 0,1-5 1 0,2 4-3 0,-2-1 4 16,2-1 3-16,-1 1-5 0,2-3-2 0,0 4-2 15,0-1-3-15,0 0 3 0,0 1 0 16,2-1 3-16,-1 0-3 0,2-2 10 0,-2 2-10 0,3 1 1 16,-1 1 2-16,0-4 0 0,3 5 14 0,0-5-3 15,-3 2 4-15,5 1-8 0,-4-2 5 0,5 1-1 16,-2 1 6-16,0-4 8 0,-1 0-4 0,3 3 2 15,-2-4-1-15,1 2 5 0,0-1 3 0,3-2 5 16,-3 0-6-16,2 2-4 0,0-2-4 0,0-1 6 16,0 0 8-16,2 0 8 0,0-3-4 0,-2 2 4 15,2-3-1-15,0 0 8 0,-1 0-4 0,1-2 3 16,-1 1 3-16,1-1-1 0,-1-1 9 0,0-2 1 16,1 2 0-16,-1-1 5 0,0-2-7 0,1-1 0 15,-2-1 2-15,0 0 0 0,0-2-7 0,-1 0 1 16,0 1-2-16,3-7-5 0,-4 2-2 0,2-1 0 15,-1-1-2-15,-2 0-1 0,0-1 1 0,-1 6-5 0,-1-6-1 16,-4-1 2-16,3 0 1 0,-4 1-6 0,-5-1-5 16,5 0-2-16,-5 0-3 0,0 0-4 0,-4 1-5 15,-2 0-1-15,-1-1-3 0,-1 0-2 0,-1 3-3 16,1-2-2-16,-4 3-1 0,3 0 0 0,-4 1-5 16,1 2-21-16,0 0-40 0,6 4-52 0,-2 1-73 15,-1 1-82-15,1 2-89 0,5 3-101 0,-3 0-308 16,2 1-823-16,1 4 364 0</inkml:trace>
  <inkml:trace contextRef="#ctx0" brushRef="#br0" timeOffset="-11393.12">8111 11510 95 0,'-5'0'245'0,"-1"1"-10"0,0 3-12 15,6-4-20-15,-11 2-9 0,5-2-12 0,6 0-14 16,-8 1-10-16,8-1-14 0,0 0-12 0,-7 0-12 16,7 0-12-16,0 0-11 0,0 0-11 0,0 0-7 15,0 0-11-15,0 0-7 0,0 0-7 0,0 0-5 16,0 5-4-16,0-5-4 0,0 0-6 0,0 0 9 16,7 6 2-16,-4-4-2 0,1 0-3 0,-4-2 3 15,12 4 2-15,-8-2 8 0,7 1 3 0,0 1-6 16,1-3-3-16,2 3-4 0,6-3-1 0,3 2 25 0,-2 1-5 15,2-3-9-15,8 0-8 0,1-1-3 0,-8 0 4 16,-1-1-16-16,0 0 0 0,2 1 0 16,3-4-6-16,-5 0-2 0,0 1-7 0,1 2 5 0,-1-4 0 15,7 1-8-15,-6 2-2 0,-2-3 2 0,6 2-4 16,-8 0 1-16,-2 0-2 0,2 0 1 16,0-1-5-16,-1-1 5 0,-4 5-4 0,-2 0 3 0,1-3 0 15,1 1-3-15,-1-1-1 0,0 2-4 0,-1 0 1 16,-1-3 1-16,3 1 4 0,0 1-5 0,0 0 3 15,-1 1 11-15,1 0-20 0,-2 0 8 0,2-2 0 16,0-1-7-16,4 2 7 0,-4-1-8 0,4 2 7 16,-1-1 0-16,1 0-2 0,0-1 1 0,-5 0 13 15,2 1-13-15,2 0 1 0,-1-2-1 0,1 1 1 16,1 1 0-16,-4-1-4 0,3 2-5 0,-2-2 5 16,-2 2 2-16,4-3 1 0,-4 0 1 0,6 3-5 15,1-3 3-15,-3 2 0 0,-3 0 3 0,0 2-3 0,2-2-1 16,0 3-1-16,-5-2-1 0,6-2-1 0,2 2 8 15,-9 0 1-15,1 0-6 0,3-1-5 0,0 1 6 16,-3-1-4-16,6 2 2 0,-5-1 4 0,-2-1-4 16,4 3 2-16,2-1 0 0,-4-1-4 0,1 2 2 15,5-2 2-15,-5 1-1 0,4-2 4 0,-4 2 0 16,2-1 5-16,-2 2-8 0,4-2 3 0,-5 1-2 16,6-1-1-16,-6 3 0 0,1-2-3 0,3-2 0 15,2 1 2-15,-4-1 2 0,0 2 0 0,-1-2-1 16,2 2 0-16,-3-3 0 0,6 2 1 0,-3-1 0 15,2 2-3-15,-2-2 3 0,-2 1 5 0,4-2-7 16,-3 2-2-16,5-2 2 0,-6 3 1 0,5-3-2 16,-7 0 4-16,4 2 0 0,-2 0-4 0,0-1 5 0,1 1-1 15,-1-1-4-15,0 1 5 0,0-1-5 16,2 0 1-16,-2 1 0 0,2 0-1 0,-2-1 3 16,-1 0 3-16,-2 1 0 0,4 0-6 0,-1 1 1 15,-2-1 1-15,0 1 0 0,-1-2-3 0,3 0 8 0,-2 2-5 16,-2 0-2-16,2 0 0 0,0-1 4 0,-1-1-3 15,1 2-1-15,3 0 4 0,-3 0-3 0,2 0-6 16,4 0 8-16,-1 0-3 0,-2-3 6 0,3 2 0 16,2 1-5-16,-1 1 0 0,-5-1 4 0,5-1-5 15,-4 1 2-15,4-1-2 0,-1 0 2 0,-3 2 3 16,6-2-3-16,-7 1 1 0,6 0 0 0,-2 0 0 16,1-2 0-16,0 4-2 0,-1-2-3 0,2 1 2 15,1-1 12-15,-1-1-10 0,-1-1 3 0,0 1 0 16,2 2-3-16,0 1 1 0,-3-4-2 0,1 1-2 15,3 0 5-15,-6 0-6 0,5-1-2 0,-8-2 6 16,2 4 0-16,-1-1-3 0,1 0 3 0,-3-1 0 16,3 2 5-16,-2 0 1 0,-1 0-4 0,1-1-5 0,-1 0 3 15,-1 0 1-15,1 1 3 0,2-2-9 16,-2 1 1-16,0 1 2 0,2-2 1 0,0 2-2 16,-2-3 6-16,1 3 0 0,-2-1-2 0,3 1 0 0,-2 0-1 15,2-2-1-15,1 1 0 0,0 1 3 0,0-1-6 16,4-1 3-16,-8 1 2 0,10 1-2 0,-3 0-2 15,-3-1 6-15,-1 0-2 0,5-1 2 0,-6 1-6 16,5-3 4-16,-6 3-4 0,3 1 3 0,0-1-2 16,1 0 5-16,-2-1-3 0,1 1 1 0,3-2-1 15,-3 2 0-15,1 0-1 0,4 1 2 0,-7 0-3 16,6-4 0-16,-2 1-2 0,2 3 9 0,-1-1-5 16,0 0 2-16,2 0-1 0,3 2-5 0,-5-4 3 15,2 3 1-15,0 0-2 0,1-1 5 0,-2 1-4 16,-1 0 3-16,4 0 1 0,-2-2-4 0,-1 2-1 15,0 0 6-15,0 0-5 0,0 2 0 0,3-4 2 16,-2 2-5-16,-2-1 7 0,4 1-6 0,-3-1 3 16,1 0 5-16,1-1-3 0,-1 0-3 0,1 2-2 0,0-3 8 15,-3 2-7-15,5 0 3 0,-1 0-4 16,1-2 4-16,-4-1 3 0,4 1 0 0,0 1-1 16,-1-1-5-16,1 1 6 0,0-2-5 0,2 3 6 0,-5-5-6 15,3 4 1-15,0-3-1 0,0 1 0 0,-2 2 3 16,3 1-1-16,6-6-3 0,-7 3 5 0,-3 1-3 15,4 0 1-15,-1-1-3 0,-1 0 2 0,1 0 2 16,-1 0-2-16,-2 2 4 0,3-3-7 0,-4 2-2 16,2-2 5-16,3 2 10 0,-5 2-15 0,0-1 8 15,0-2-2-15,2 1-2 0,0-2-1 0,-1 2 7 16,0 2-7-16,0 0-1 0,-1-3 2 0,2 2 1 16,0-2-3-16,-3 1 3 0,4 0 0 0,-2 0 2 15,1 1-4-15,-1-4-1 0,3 4 1 0,-4-1 4 16,3-1 1-16,1 1-3 0,-4 1 1 0,2-2-2 15,0-1 3-15,9 0-6 0,-10 1 6 0,4 0 3 16,-1-1-2-16,7 0-5 0,-10 1-4 0,4 0 5 16,4-1 2-16,-5 0-1 0,7-2 3 0,-3 1 0 0,-2 3 0 15,-5-4-6-15,12 2 4 0,-4 0-1 16,1-3-4-16,-5 4 1 0,-1-1-2 0,6-2 4 16,-7 2 1-16,7-1-1 0,4 1 6 0,-4 0-3 0,-6-2-4 15,7 4-1-15,0-6 3 0,-2 5 2 0,5-1-5 16,-3 1 8-16,-2-4-1 0,-3 5-2 15,3-4-8-15,1 1 9 0,1 0-2 0,-8 1-1 0,6 0 4 16,-3 1-6-16,3-1-3 0,2 0 3 0,0 1 0 16,-7-1 5-16,7-2-4 0,0 2 2 0,-8 3 11 15,6-4-14-15,2 0 2 0,-7 2 0 0,7-3 3 16,0 2-5-16,-1 1 1 0,-1-1 1 0,-6 1-2 16,12-2 8-16,-5 2-6 0,-1-4 1 0,-3 6-5 15,-5 2 4-15,2-2 4 0,5-3-5 0,3-3 2 16,-8 3 1-16,2 4-4 0,-2-3 2 0,-3 0-2 15,3-2-1-15,-1 2 1 0,0 3-2 0,2-4 4 16,-1 1 3-16,-4 0-5 0,0 0 2 0,1 2 2 0,-1-3-1 16,3 0 0-16,-8 2-2 0,2 0-2 0,-1 2 5 15,-1-2 0-15,0-2-5 0,-4 3 0 16,5-1 5-16,-7 2 10 0,1-2-12 0,1 2-3 0,-3-2 2 16,-1 2 1-16,-5 1 1 0,8-3-1 0,-4 3 3 15,-4 0-2-15,8-2-2 0,-8 2 9 0,0 0-13 16,7 0-1-16,-7 0 0 0,0 0-2 0,0 0 3 15,0 0-1-15,4 4 1 0,-4-4-2 0,3 6 2 16,-3-2 0-16,0 1 2 0,3 0 0 0,-3 2-2 16,0 1 4-16,1 2-1 0,-1 6 1 0,3-1 2 15,0 3-5-15,1-2 11 0,1 5-7 0,1 4-3 16,0 3 2-16,1-1 2 0,3 1-1 0,-1 3 0 16,-2 1-1-16,3 0 11 0,-2 0 3 0,1 1-3 0,1 2 4 15,-1 0 12-15,-1-2 0 0,2-1 1 16,2 0 0-16,-4 1-2 0,5 1 8 0,-1-1 6 15,0 0 11-15,-2-2-8 0,0 2 4 0,1 1 7 16,2-1-3-16,0-3 5 0,0 5-6 0,0-5-7 0,-2-1-1 16,0 1-7-16,4-3 2 0,-4-1-5 0,-2 0 6 15,2-2-6-15,0 3 3 0,-3-10-8 16,-3-1-7-16,4 1 5 0,-1-2-1 0,3 0 0 0,-7-3-4 16,1 1 1-16,-1-3-3 0,-1 1 0 0,1-3 0 15,-1 1-1-15,2-3-10 0,-5-1 6 0,3-2-2 16,-2 2-1-16,1-2 2 0,-2 1-2 0,0-4 5 15,2 4 0-15,-2-4-2 0,0 6-1 0,0-6 4 16,0 0-5-16,0 0-4 0,3 2 4 0,-3-2-2 16,0 0-1-16,0 0-2 0,0 0 2 0,0 0 0 15,0 0-4-15,0 0 3 0,0 0-5 0,0 0 1 16,0 0 1-16,0 0 0 0,-11 0-5 0,11 0 3 0,-12 0 0 16,12 0-1-16,-11 2-1 0,3-2 3 0,-3-2-1 15,-3 1-7-15,2 1 6 0,0 1 1 16,-7-1-1-16,1 0 0 0,-5 0 2 0,-4 0-7 15,-3 0 8-15,-1 2-3 0,-3 0 1 0,-2-2 0 0,-2 1 2 16,-4 1 0-16,3 4-6 0,-4-2 5 0,-15-1-8 16,1 1 7-16,-3 2 2 0,3-2 0 0,-4 2-3 15,1 3 0-15,0-2 6 0,0-2-5 0,-2 1 5 16,-1-1-1-16,-2 3-1 0,-3-1 7 0,5 0 1 16,-3 1 0-16,2 0-4 0,-3-1 4 0,6 0-1 15,-2 0 0-15,1 0-3 0,2-1 3 0,4-2-2 16,-5 1-1-16,5 0 1 0,0 2 2 0,2-2-6 15,-3 0-1-15,2-3 0 0,12 3 0 0,-13-2-1 0,3 2 0 16,11-1 1-16,0-2-3 0,-13 1 4 16,13-1 2-16,0 0-7 0,-12 2 3 0,12-2 5 15,2 0-7-15,-14 0 1 0,11-1 0 0,-11 2 1 0,13-1-3 16,-16 0 0-16,16 1 0 0,-15-1 2 0,16-2-1 16,-15 3-2-16,12-2 4 0,2 1-10 15,-15 1 8-15,-1-2-2 0,18 2 1 0,-5-3 2 0,-10 3-4 16,10-2-2-16,-9-1 6 0,11 1 0 0,3 0 1 15,-4 2-5-15,0-1 3 0,1 0 1 0,1 1-4 16,-15-1 3-16,14-1-2 0,1 2-1 0,0-2 0 16,-3 2 1-16,3-1-2 0,0 1 2 0,0-1 2 15,0 1-4-15,-1 0 4 0,0 0-2 0,1 1 1 16,3-1 0-16,-1 2 1 0,1-2-1 0,1 0 0 16,1 1 2-16,1-3-1 0,0 2-2 0,1-1-1 15,1 1-3-15,2 3 6 0,0-2-4 0,-2-2 4 16,2-1-1-16,-2 1 2 0,0 1 1 0,-1 2-5 0,2-3 2 15,-1 3-1-15,-1-3 0 0,0 2 2 16,0-1-1-16,-1 1-1 0,2-1-1 0,-2 0 2 16,2 4 0-16,-1-4 1 0,-3 2-2 0,2-1 0 0,-2 0-1 15,2-1 5-15,0 0 1 0,1 2-8 0,1 3 7 16,0-6-7-16,1 2 3 0,-1-1 1 0,2 2 2 16,-1-1-2-16,1 0 0 0,1 2 1 0,-1 0-2 15,2-2 7-15,-3 0-9 0,0 2 4 0,1-3-2 16,1 2-1-16,0-3 2 0,0 3-2 0,-1 0 3 15,1-1 2-15,-1 2-3 0,1-3-3 0,-3 0 0 16,3 3 2-16,-1-1 2 0,-2 1-1 0,1-1-7 16,-1 1 8-16,-1 1 0 0,0-5 1 0,-4 3-4 15,3-1 3-15,2 0 0 0,-1 1-2 0,0 0 3 16,0-1 0-16,1 1-2 0,-1 1 0 0,-1-3 0 16,1 1-2-16,0-1 1 0,0 0 1 0,0 4 1 15,0-3 1-15,0 1-1 0,0-1-2 0,4-1 1 0,-4 2-3 16,3 0 4-16,2 0-3 0,-1 0 3 0,0 0-1 15,2 1-1-15,-5-2 2 0,6 3 2 0,1-3-3 16,3-2-1-16,1 2 2 0,-5 1 0 0,3-1-1 16,0-1-2-16,3-2 7 0,-1 1-4 0,2 1 0 15,-5-1-2-15,7 2 2 0,-2-1 1 0,1-2-1 16,1-1-2-16,5 3-2 0,-1-3 4 0,2 2-3 16,-2-2 4-16,3 1 1 0,-1-1-6 0,4 0 1 15,1 0 5-15,-1 2-6 0,8-2 2 0,-14 0-3 16,6-2 4-16,1 4-2 0,2-1 0 0,-2 0-3 15,2 2 7-15,-1-2-2 0,-1 0 0 0,3 0 0 16,4-1 0-16,-12 0 2 0,12 0-6 0,-8 0 5 16,8 0-3-16,-10 0 0 0,5 2 5 0,5-2-1 15,-9 1 2-15,9-1-4 0,-9-1 3 0,2-2-1 16,7 3 0-16,-9-1 2 0,4-3 5 0,-1 2-5 16,2 0 0-16,4 2 6 0,-11-4 11 0,7 0-3 0,-4-3 6 15,4 2 8-15,-2-4-5 0,-2-1 1 0,0-2 4 16,0-2 1-16,1-2 3 0,-1 0-3 0,0-2 10 15,-2-7 5-15,2-3 2 0,4 2-8 0,-5-2 3 16,3-1 1-16,-1-1 4 0,6 0 0 0,-6 1 12 16,6-4-5-16,-6 2-1 0,3-2-4 0,1 0 5 15,-1 2-3-15,-1-5-4 0,-1 2-4 0,1 1-5 16,-1 1-2-16,2 1-2 0,3 2-2 0,-3-1-9 16,-2 1-1-16,2 3-2 0,0 7-6 0,0-2 1 15,-1 3-2-15,1 0-2 0,2 1-2 0,-2 7-5 16,4-4-35-16,-1 2-42 0,-3 0-51 0,2 4-73 15,2-3-42-15,2 2-55 0,2 4-46 0,1 0-44 16,5-3-58-16,5 6-374 0,4-2-880 0,1-1 390 16</inkml:trace>
  <inkml:trace contextRef="#ctx0" brushRef="#br0" timeOffset="-7127.85">4911 13858 67 0,'-4'-2'279'0,"-2"-2"-10"16,-2 3-7-16,3-2-11 0,-6-1-8 0,6 3-10 15,-5-1-12-15,-2 1-16 0,1 2-18 0,1 1-8 0,-3 5-7 16,2-4-11-16,-8 5-2 0,2 2-9 0,1 3-6 16,4 1-7-16,-4 0 1 0,-2 9 0 0,6-5-5 15,-2 5-9-15,-2 0-6 0,6 2-12 16,-1 1-9-16,6 0-7 0,-2-1 0 0,3-5-17 0,4-3-9 16,0 3-2-16,1-1-8 0,4-1-11 0,3 0 1 15,1-3-4-15,2-1-4 0,4-3-2 0,1-3 0 16,5 0-9-16,-1-4 1 0,2-3 2 0,9-4 3 15,-8-1-10-15,6-5-2 0,1-1-8 0,-3-5 8 16,0 1 7-16,2-5-10 0,-5 0-4 0,-6-3 4 16,2-1-3-16,-6 0 3 0,1-2-2 0,-3-3-5 15,-5 2 1-15,1-2 5 0,-4 8 4 0,-7-1-6 16,2 1-3-16,-4 0-2 0,-5 2-4 0,2-3-1 16,-7 5 2-16,4-1 2 0,-6 3-5 0,0 1-1 15,-2 3-2-15,-3 1 0 0,3 3-2 0,-1 2-2 16,1 3-1-16,1 1 2 0,-2 2-19 0,6 1-31 15,0-1-33-15,2 3-39 0,3 4-41 0,-1 0-37 16,-3 5-43-16,7-1-39 0,2 1-48 0,5 3-34 16,-1-1-186-16,3-1-599 0,5 0 265 0</inkml:trace>
  <inkml:trace contextRef="#ctx0" brushRef="#br0" timeOffset="-6810.63">5297 13884 163 0,'4'-3'252'0,"-4"3"-27"0,0 0-11 16,0 0 2-16,6 11-3 0,-2-4-1 0,1 1-6 16,-2 3-10-16,0 2-10 0,2 2-3 0,1 4-4 15,-4-1-11-15,5 10-10 0,-3-3-14 0,3 7-12 16,-3-4-8-16,0 5-9 0,-1-3-11 0,0 2 3 15,2 0-20-15,-1-2-6 0,0 0-10 0,-1-1-8 16,0-2 1-16,-6 3-13 0,1-2-7 0,2-9 1 16,0 1-5-16,-1-1-23 0,1-1-3 0,-3-5 0 15,2-2-3-15,0-1-3 0,-3-2 4 0,1-1 2 16,3-4 3-16,0 2-6 0,0-5-17 0,0 0-26 16,0 0-19-16,0 0-25 0,-7-14-22 0,7 3-33 15,-1-2-38-15,-1-5-44 0,2-9-53 0,-1-1-41 16,1-3-162-16,-3 0-508 0,3 2 225 0</inkml:trace>
  <inkml:trace contextRef="#ctx0" brushRef="#br0" timeOffset="-6508.96">5320 14039 38 0,'-5'-21'89'15,"-6"2"17"-15,0 0 16 0,4 2 15 0,-3 0 21 16,1 2 16-16,4 4 11 0,-2-2 11 0,0 3 5 16,3-1 0-16,0 1-2 0,1 5-9 0,1-3-4 15,0-1-12-15,2 5-14 0,0-5-21 0,0 4-15 16,2 1-11-16,2-3-17 0,1 3-10 0,5 1-7 15,2 1-6-15,-1 0-8 0,2 2-3 0,1 1-8 16,9 2-7-16,-4 1-6 0,3 3-1 0,-2 0-5 16,2 5-2-16,-3-2-4 0,2 3-2 0,-3 1-2 15,-4-1-8-15,2 2-3 0,-5 1 4 0,-1-2-2 0,-2-1-1 16,-4 3 0-16,0-3-4 0,-4 1 0 16,0-1 0-16,-3-1 0 0,-2 3-4 0,-4-4 1 15,0 1 8-15,-5 1-1 0,1 0-5 0,-2-2-6 0,-1-3 13 16,0 1-16-16,2-6 3 0,4 2-17 0,-2-3-29 15,4-1-33-15,1-2-32 0,7 1-35 0,-12-5-45 16,12-2-41-16,3 0-34 0,-1-2-214 16,4-1-513-16,3-8 227 0</inkml:trace>
  <inkml:trace contextRef="#ctx0" brushRef="#br0" timeOffset="-6225.2">5696 13470 183 0,'0'-6'365'16,"0"2"-10"-16,0 0-22 0,0 4-34 0,0-6-30 15,0 6-27-15,1-4-27 0,-1 4-21 0,0 0-18 16,0 0 13-16,0 14-3 0,1-5-14 0,-1 3-1 16,3 4-5-16,1 2-3 0,-1 4-14 0,1 7-15 15,0-2-16-15,3 3-10 0,-3-4-12 0,3 4-6 16,-3-1-11-16,0 1-9 0,3-2-3 0,-2-1-5 15,-1 1-14-15,3 1-3 0,-4-10 2 0,1 1-7 16,0 1-8-16,-3-4-37 0,3 1-30 0,0-5-32 16,1-1-32-16,-4-4-28 0,0 3-32 0,2-4-25 15,-3-2-20-15,1 0-40 0,4 0-34 0,-5-5-36 16,0 0-211-16,0 0-568 0,2-12 251 0</inkml:trace>
  <inkml:trace contextRef="#ctx0" brushRef="#br0" timeOffset="-5940.26">5771 13823 165 0,'-3'-5'238'16,"0"1"13"-16,0-2 11 0,-1 2 4 0,3-1 10 16,1 0 0-16,-3 3-4 0,3 2 2 0,-1-6-10 0,1 6-24 15,0-5-22-15,0 5-13 0,4-3-28 16,0 1-15-16,3 1-13 0,1 0-14 0,-3 0-12 16,5-1-14-16,1 4-10 0,2-1-7 0,1-1-16 15,-1 1-2-15,4 2-10 0,5-1-5 0,-9 1-5 0,2 0-5 16,5 4-14-16,-7-2 3 0,3 1-6 0,-1 1-1 15,-4-1-2-15,0 3-1 0,0 0-5 16,-2-1 3-16,-1 2-7 0,-1 3-2 0,0 0-5 16,-3-2 4-16,-1 7-4 0,-3-5-1 0,3 0-5 0,-2 4 3 15,-1-4-10-15,0 0-17 0,-1 0-25 0,1-2-31 16,-3 1-30-16,6 1-27 0,-6-3-38 0,6 2-27 16,-3-6-29-16,1 3-26 0,2-7-27 0,2 3-30 15,-1-4-222-15,-4-1-573 0,11-4 254 0</inkml:trace>
  <inkml:trace contextRef="#ctx0" brushRef="#br0" timeOffset="-5304.72">6248 13882 5 0,'0'0'234'0,"0"0"-6"0,0 0-4 16,0 0-3-16,0 0-4 0,0 0-5 0,-8 11-9 15,6-5-6-15,2-2-18 0,0 3-15 0,0-2-13 16,2 2-16-16,-1 1-10 0,3 0-13 0,-1 0 1 15,1 2-18-15,0-2-6 0,4 2-12 0,-1-3-6 16,0 1-6-16,1-1-6 0,-4-2-7 0,8 5-3 16,-5-8-3-16,0 2-6 0,-3 1-5 0,4-1 1 15,0-1-4-15,-1-2-3 0,-3 0 1 0,-4-1-2 16,10-1 0-16,-10 1-3 0,9-4 6 0,-5-1 5 16,-1 0 2-16,-3 0-8 0,4-3 4 0,-4 1-3 15,-4 0 4-15,4-4 1 0,-3 2 0 0,2-1 2 16,-2-1 3-16,0 1 1 0,1-2 8 0,-2-1 7 0,1 3 0 15,0-1 10-15,1 3-3 0,0-4-6 16,-2 4 3-16,4-2-1 0,-4 6 0 0,4-5-11 0,0 4-1 16,4 1-8-16,-4-3-3 0,1 3-7 0,4 0-7 15,-1 2-5-15,0 1 3 0,4-1-5 16,-1 2-4-16,-7 0 1 0,15 3 0 0,-6-1-2 16,5 2 0-16,-5 1-8 0,2 1 14 0,-3 0-13 0,3 4 2 15,0-4-4-15,-3 4 0 0,2-2-3 0,-1 2 4 16,-2-2-5-16,0 2 8 0,0 0-6 0,-3-2 2 15,4 1-2-15,-7-1 0 0,3-2-3 0,-2-1 0 16,-1 1 9-16,0-1 0 0,1-3-5 0,-1 2 4 16,-1-4 2-16,2 4 17 0,-2-4 7 0,0 0 8 15,0 0 0-15,0 0 4 0,0 0-3 0,0 0 4 16,2-11 3-16,1 6-2 0,-2-2-1 0,2 1 9 16,2-3-3-16,-2 2 7 0,4-2 2 0,0 0-1 15,1 2-1-15,-3-3 0 0,2 3 0 0,1-2-4 16,2 2-4-16,-1 0 0 0,1 2-11 0,-2-1-1 15,-2 3-3-15,2 0-8 0,-2 2-3 0,1-2-3 16,0 5-1-16,1-1-5 0,-1 3 0 0,-1-1-3 16,-1 2 0-16,-1-2 1 0,8 2-4 0,-9 3 1 15,2 0-5-15,1 2 12 0,-2 0-12 0,-4 0 1 16,4 3-26-16,0-2-24 0,-3-1-27 0,2 3-25 16,-2-6-43-16,1-1-35 0,-2 1-35 0,0 1-33 15,0-2-39-15,-2 0-42 0,2 0-42 0,-1-4-350 16,-3 1-776-16,4-3 343 0</inkml:trace>
  <inkml:trace contextRef="#ctx0" brushRef="#br0" timeOffset="-4970.7">6263 13578 257 0,'-7'-3'343'0,"-1"2"-23"0,0 0-30 0,1-2-28 16,7 3-25-16,-10-1-27 0,10 1-23 0,0 0-18 15,-8 1-15-15,8-1-16 0,0 5-14 16,0-5-11-16,3 8 2 0,-2-3-19 0,2 0-12 0,4 0-13 16,1 3-2-16,0-1-6 0,-1-2-5 0,1 2-5 15,0-2-8-15,0 1-1 0,-2-3-7 0,1 1-2 16,-3-2 1-16,0 2 21 0,3-2 27 0,-6-1 1 15,-1-1 0-15,0 0-8 0,0 0-11 0,7-9-1 16,-9 4-13-16,1-1-5 0,-3-1-1 0,1 1-12 16,-3-2-3-16,0 2-5 0,1-3 1 0,-2 1-23 15,0 0-40-15,0-2-37 0,-1 4-51 0,3 2-52 16,-1 0-80-16,1-1-78 0,2 5-233 0,3 0-613 16,-8-2 272-16</inkml:trace>
  <inkml:trace contextRef="#ctx0" brushRef="#br0" timeOffset="-4050.27">7078 13683 219 0,'-9'-7'282'0,"0"1"2"16,-1-3 9-16,-1 4-16 0,-2-3 2 0,5 2-21 15,-2 0-11-15,-2 0-5 0,5 1-2 0,3 1-3 16,-3 1-14-16,6 0-17 0,-4 1-31 0,5 2-21 16,0 0-11-16,0 0-20 0,0 0-10 0,16 0-18 15,-2 3-5-15,-1 4-8 0,6-1-7 0,0 2-7 16,0 3-5-16,7 3-10 0,-7-2-10 0,0 2-1 16,-4 0-8-16,4 1-3 0,-1 5 2 0,-3-5-10 15,-4 4 5-15,-2-1-7 0,-4-3 1 0,-2 2-3 16,-1 1-2-16,-4 0 0 0,-2-1 0 0,-2 2 12 15,-4-1-5-15,-1-2 16 0,-4 1 3 0,0-2 8 16,-4 0 5-16,4-1 5 0,-4-2 4 0,4-1 11 16,0 0-9-16,6-2-6 0,-2-5-1 0,4 3-8 0,1-1-7 15,4-4 0-15,2 1-3 0,0-3-1 16,8 2-3-16,7-3-5 0,8-3-3 0,12 2-4 16,6-4-16-16,-1-2-34 0,0 3-29 0,1-2-44 15,16-1-65-15,-20 3-61 0,3-1-65 0,-4 1-71 0,2-1-74 16,-7-1-271-16,1 3-763 0,-13-1 337 0</inkml:trace>
  <inkml:trace contextRef="#ctx0" brushRef="#br0" timeOffset="-3682.6">8292 13876 316 0,'0'0'323'0,"0"0"-10"16,-25 3-12-16,19-2-15 0,2 3-15 0,-2-1-8 15,2 0-13-15,-1 0-20 0,-2 1-12 0,-1-1-17 16,5 2-23-16,-1 0-12 0,1 0-13 0,-1 1-21 0,3-1-10 15,-2 0-15-15,3 0-4 0,0-1-10 16,0 1-12-16,1-1-2 0,2 0-7 0,0 0-6 16,0-2-6-16,-1 1-4 0,-2-3-2 0,10 1-6 0,-6 0-10 15,-4-1-5-15,0 0 2 0,12-5-1 0,-8 4-13 16,-1-1-4-16,-2-2-18 0,2-2-18 0,0 1-32 16,0 0-33-16,-6-1-45 0,2-1-41 15,-4 1-62-15,1 0-61 0,0-2-67 0,-6-2-204 0,-1 2-610 16,2-3 269-16</inkml:trace>
  <inkml:trace contextRef="#ctx0" brushRef="#br0" timeOffset="-3381.1">8096 13672 183 0,'0'0'399'0,"0"0"-4"15,0-6-7-15,0 6-29 0,0 0-13 0,0 0-16 16,0 0-21-16,6-4-16 0,-6 4-21 0,0 0-25 16,4-4-24-16,0 2-25 0,0-2-18 0,3 1-22 15,1-1-13-15,0 0-15 0,4-1-20 0,-5-1-1 16,4 0-14-16,-4 2-4 0,2-1-11 0,-2 0-7 16,0 0-9-16,-1 1-5 0,0-1-5 0,-2-2-4 15,-1 2-5-15,1 0-7 0,-4 0-4 0,0 1-6 16,0-1-9-16,-3 0-16 0,1 1-17 0,-4-1-26 15,-2 3-33-15,0-1-39 0,2 0-42 0,-2 3-35 0,-4-1-40 16,0 1-48-16,1 1-58 0,1 3-49 0,-2 0-233 16,1 1-669-16,3 0 297 0</inkml:trace>
  <inkml:trace contextRef="#ctx0" brushRef="#br0" timeOffset="-2762.21">9867 13298 199 0,'-2'-8'384'16,"-3"1"-2"-16,4 2-11 0,1-1-12 0,-4 2-10 0,4-1-20 15,0 1-24-15,-3 0-32 0,3 4-29 0,0-5-22 16,0 5-18-16,0 0-24 0,0 0-12 0,19 8-16 16,-12-2-13-16,4 3-12 0,0 4-12 0,4 2-13 15,0 0-10-15,5 5-8 0,-9-5-7 0,4 4-4 16,4 2-11-16,-7-5-9 0,1 2-5 0,1-1-2 16,-3 1-7-16,1-2 0 0,-2 0 1 0,0 2-18 15,-2-8-29-15,-1 1-33 0,-3 1-21 0,1-3-34 16,1 1-25-16,-4-3-30 0,1-2-15 0,-1 1-22 15,0-2-13-15,-2-1-26 0,0-3-36 0,0 0-10 0,0 0-25 16,0 0-10-16,0 0-175 0,0 0-522 16,-11-14 231-16</inkml:trace>
  <inkml:trace contextRef="#ctx0" brushRef="#br0" timeOffset="-2059.7">10007 13448 50 0,'-4'-6'138'15,"-3"1"12"-15,4 0 13 0,-3 1 14 16,1-1 12-16,-1 0 5 0,2-1-2 0,-3 1 0 15,-1-1-2-15,1 4 2 0,-1-4-12 0,0 2-7 0,-3-2-6 16,0 2-3-16,-2-1-17 0,0 1-9 0,2 3-3 16,-5 0 2-16,-2-2-12 0,-1 3-6 0,3 0 0 15,0 1-3-15,-5 1-9 0,3-2-2 0,1 1-4 16,-5 0-5-16,3 2-7 0,0 2-6 0,3 1-5 16,-6 1-4-16,4 1-5 0,3-1-4 0,-2 5-10 15,3-2-4-15,-2 0 7 0,3 3-12 0,1 0 1 16,1-3-14-16,3 4-3 0,1-2-3 0,1 1 1 15,0 0 0-15,2 0-3 0,1-1-3 0,2 2-4 16,1-1 2-16,1-1 6 0,2 1 3 0,4-1-3 16,1 0 7-16,-1 0-2 0,2 1-2 0,6 1-1 15,-1 0 0-15,13 2-4 0,-9-4 0 0,6 4-4 16,-5-5 1-16,3-1-4 0,3 3-10 0,-4-4 7 0,5 5 3 16,-6-3 7-16,1 0-11 0,1-2-4 0,2 5-1 15,-5-4-8-15,3 4 5 0,-4-6 0 16,-2 4-1-16,3-1-1 0,-4 1 4 0,0 2-2 15,0-3-2-15,-3 0 2 0,-2 3-3 0,-2-4 8 0,0 2-9 16,-4 0-1-16,2-1 5 0,-2-1-3 0,-3 3 3 16,3-5-4-16,-4 4 0 0,0-2 4 0,-4-1 5 15,3 3 2-15,-5-4 7 0,2 2 9 0,-4-2-9 16,1-1 4-16,-1 1-6 0,-3-4 1 0,-1 1-1 16,0-1 0-16,-2 1-4 0,-1-2 1 0,-2 3 0 15,3-4-9-15,-7 0 6 0,4-1-1 0,-2-1 2 16,-3 1-2-16,3-2-1 0,-4-2-1 0,5 2 4 15,0-4 2-15,5 1 0 0,-5 1 5 0,3 0-1 16,0-2 6-16,3-3-3 0,4 1 0 0,-5 0 4 16,8-1 0-16,-6 0 1 0,7 0-1 0,-3 2 7 15,3 0 1-15,1 1 2 0,-2-1-2 0,5 0-2 16,-4 1-3-16,4 1 3 0,0 4-7 0,0-8-1 0,0 5-3 16,0 3-3-16,0-5-3 0,0 5-5 0,0-7-2 15,0 7-2-15,0 0-6 0,0 0 3 16,0 0-2-16,0 0 2 0,0 0-1 0,15 9 1 0,-10-4 2 15,1 1-4-15,2 1 2 0,3-2 3 0,1 4-4 16,4 1 0-16,2 0 1 0,0 1-2 0,6 6-1 16,-5-6 3-16,0-1-2 0,7 6 0 0,-8-5 1 15,2 0 0-15,-1 0-2 0,-1-1 0 0,0-1 1 16,0 0 7-16,-1 0-9 0,-2 1-14 0,0-3-27 16,-4 0-28-16,1-3-38 0,-2 1-46 0,1 2-49 15,-4-6-43-15,-1 1-47 0,0 1-49 0,-1-1-73 16,-5-2-318-16,7 0-794 0,-7 0 351 0</inkml:trace>
  <inkml:trace contextRef="#ctx0" brushRef="#br0" timeOffset="-1575.1">10864 13670 236 0,'0'0'413'15,"0"0"-3"-15,0 0-15 0,0 0-22 0,0 0-23 16,0 0-19-16,0 0-14 0,0 0-10 0,0 0-14 15,0 0-10-15,0 0-27 0,25 2-18 0,-20-2-23 16,7 0-20-16,-2 0-20 0,12 0-20 0,-9 0-12 0,9 0-17 16,-2 0-13-16,1 0-12 0,-1 0-25 0,2-4-37 15,-2 4-43-15,-2 0-42 0,1 0-61 0,-5 0-43 16,-2-3-52-16,-4 4-54 0,-2 1-61 16,-1 0-50-16,3 0-35 0,-8-2-214 0,5 3-665 0,-5 0 295 15</inkml:trace>
  <inkml:trace contextRef="#ctx0" brushRef="#br0" timeOffset="-1407.45">10909 13835 247 0,'-12'8'276'0,"0"0"-3"0,5-2-5 0,1 0-6 16,2 0-11-16,0-4-3 0,1 2-3 0,2 2-1 16,1-6-5-16,4 5-15 0,0-2-21 0,3-2-19 15,7-1-25-15,-1 0-16 0,6 0-11 0,0-1-7 16,0-1-27-16,3-3-51 0,1 3-58 0,-1-2-62 15,-2 4-68-15,0-5-87 0,0 0-87 0,-5-3-202 16,-2 3-560-16,1 2 248 0</inkml:trace>
  <inkml:trace contextRef="#ctx0" brushRef="#br0" timeOffset="12124.5">12243 13062 87 0,'-4'-6'257'0,"3"0"-2"0,1 2-1 16,-1 1-10-16,-1-1-10 0,1-3-6 0,1 7-12 15,-6-5-17-15,5 3-11 0,1 2-17 0,-3-3-13 16,3 3-2-16,0 0-1 0,-14 6 2 0,8-3 3 15,-2 9 15-15,-2 0 4 0,-2 6 12 0,1 0 2 16,-5 9-3-16,4 3-8 0,-2-3-12 0,0 11-2 16,-2 16 2-16,1-3-10 0,0 1-12 0,10 0-4 15,-6 2-7-15,4-1 20 0,0 0 1 0,4-1-17 16,-2 0-12-16,5-1-6 0,0-2-13 0,4-12-11 0,0 15 7 16,3-16-20-16,1 14-11 0,7 0-7 0,-1-2 2 15,2-14-13-15,0 0-5 0,5-2-4 16,-1 0-8-16,5-6-4 0,6 0-3 0,-1-8-40 0,0 1-42 15,3-3-46-15,2-4-55 0,0-5-62 0,0-2-79 16,2-4-46-16,-3-1-63 0,0-5-71 0,0-2-346 16,-2-6-886-16,-1 2 392 0</inkml:trace>
  <inkml:trace contextRef="#ctx0" brushRef="#br0" timeOffset="12676.41">12974 13133 295 0,'1'-6'321'0,"1"0"-3"0,-1-1-5 15,-1 1-1-15,0 0-7 0,5 0-4 0,-5 2-13 16,1 1-22-16,4 0-32 0,-5 3-24 0,0 0-23 15,2-4-22-15,-2 4-15 0,0 0-12 0,3 13-9 16,0-4-18-16,-2 0-5 0,-1 4-9 0,0 1-12 16,0 3-5-16,6 0-12 0,-6 2-8 0,1 1-1 15,2 8 3-15,-3-7-36 0,1-1-53 0,1-1-35 0,0 1-22 16,2-4-27-16,0-2-26 0,0 0-29 16,1-1-42-16,-3-2-43 0,2 0-42 0,2-4-266 15,-1 0-603-15,-2-3 267 0</inkml:trace>
  <inkml:trace contextRef="#ctx0" brushRef="#br0" timeOffset="13161.48">13357 12948 66 0,'-3'-13'224'0,"6"3"1"0,-3 1 0 16,-3-1-7-16,3 2-4 0,-1-1-8 0,1 3 0 15,-4 0 0-15,4 0-11 0,-2 2-12 0,-1 0-15 16,-1 2-16-16,4 2-9 0,-10 1 16 0,10-1-4 16,-12 8-1-16,1-1-10 0,0 2 2 0,-1 4 0 15,0 4 7-15,3-2-6 0,-1 4-1 0,4-1 9 16,-1 3-12-16,3 0-4 0,0 4-10 0,1 2-4 0,3-2-2 16,3-4-6-16,0 5-11 0,2 2-9 0,2-2-7 15,1 4-6-15,0-6-12 0,-1 2-8 16,3-1-4-16,-5-6-7 0,5 1-1 0,-1-1-12 0,-3 0-8 15,2-1 0-15,-1 1 1 0,-2-2-4 0,-1-4-4 16,0 4 0-16,-1-5-6 0,-2-1-5 0,-1-1-22 16,2 0-18-16,-1 0-21 0,-2-4-29 0,1 1-28 15,0 1-35-15,0-5-35 0,-2 2-37 0,0 0-37 16,-2-3-47-16,4-2-50 0,0 0-59 0,0 0-223 16,-14-6-680-16,7 3 301 0</inkml:trace>
  <inkml:trace contextRef="#ctx0" brushRef="#br0" timeOffset="13362.08">13189 13274 62 0,'4'-4'271'16,"-1"1"-12"-16,6 0-11 0,-1 1-17 0,3-2-12 0,3 3-21 15,-1-2-20-15,-1-1-17 0,8 1-17 16,-7 1-11-16,6-2-14 0,0 2-13 0,0-3-9 0,0 5-17 15,0-3-24-15,-1 1-34 0,-6 1-36 0,2 0-45 16,-3-3-42-16,1 0-59 0,-2 1-63 0,-5-2-116 16,3 3-365-16,-4-2 162 0</inkml:trace>
  <inkml:trace contextRef="#ctx0" brushRef="#br0" timeOffset="13562.92">12913 12871 22 0,'-6'-6'299'0,"1"-1"-29"0,3 1-25 0,-2 1-26 16,4-3-23-16,-3 4-20 0,3-1-16 0,3-1-25 16,-2 3-53-16,4-1-65 0,0 1-73 0,2 1-92 15,2 1-122-15,-2 1-292 0,1 0 130 0</inkml:trace>
  <inkml:trace contextRef="#ctx0" brushRef="#br0" timeOffset="13980.64">13867 12927 168 0,'0'-7'344'0,"0"1"-6"0,0 0-3 16,-1 0-12-16,1 0-12 0,0 3-19 0,0 3-29 0,0-7-35 16,0 7-17-16,0 0-29 0,0 0-19 0,0 0-19 15,0 0-14-15,1 16-14 0,2-5-5 16,-3 2-16-16,2 1-10 0,1 4-8 0,0 0-3 16,1 1-2-16,-1 1-9 0,0 0-13 0,4 7-2 0,-3-9-8 15,-2 1-4-15,5-1 2 0,-3-2-8 0,0 1-4 16,0-4-23-16,3 3-21 0,-4-4-27 0,1-2-23 15,1-1-30-15,-1 0-35 0,-1-4-42 0,0-1-56 16,0-1-64-16,-3-3-261 0,0 0-602 0,0 0 266 16</inkml:trace>
  <inkml:trace contextRef="#ctx0" brushRef="#br0" timeOffset="14282.16">13802 12835 278 0,'1'-3'269'0,"2"0"-9"0,0-3-13 16,4 1-14-16,-3 1-16 0,4 1-19 0,-3 0-20 15,4 2-15-15,1-1-16 0,1 2-11 0,3-2-12 16,-3 2-16-16,1 0-12 0,0 3-10 0,3 2-8 16,4-2-8-16,-8 3-7 0,1 2-4 0,-2-4-9 15,2 1-5-15,-3 6 2 0,-2-6-9 0,0 5-6 0,-1-1-3 16,-3-1 1-16,-1 0-6 0,0 0-4 0,-2 2 4 15,-2 0-3-15,-3 0-1 0,-1 0-2 16,-1 1-1-16,-2-3-2 0,-5 4-4 0,5-3 1 16,-6 4-5-16,0-3-10 0,0 3-21 0,4-3-26 0,3-2-34 15,-3 1-44-15,1 0-47 0,1-2-53 0,3 0-48 16,1-2-141-16,-2-1-452 0,6 1 200 0</inkml:trace>
  <inkml:trace contextRef="#ctx0" brushRef="#br0" timeOffset="15168.67">14030 13058 67 0,'0'0'257'0,"0"0"-25"0,0 0-26 16,10 0-11-16,-10 0-17 0,0 0-15 0,8 4-17 15,-1-2-12-15,0 1-14 0,-3 1-9 0,4-1-12 0,0 3-9 16,3 1-9-16,-3 0-2 0,-1 2-13 16,1-2-7-16,0-2-8 0,1 2-3 0,-1 2-3 15,-3-6-6-15,-1 4-4 0,3 0-2 0,-3-4-5 16,-4 4-5-16,4-3 4 0,-1-2 3 0,-2 3 17 0,-1-5 25 16,3 4 13-16,-3-4 12 0,0 0 6 0,0 0-5 15,0 0-3-15,0 0 1 0,0 0-8 16,-14-6 5-16,10 2-14 0,-4-1-8 0,4-1-11 15,1 2-2-15,1-1 1 0,0-2-14 0,0 1-8 0,0-1-9 16,2 1-14-16,4 1-11 0,0 0-15 0,2 0-17 16,-1 2-19-16,6-1-17 0,1 1-7 0,0 3-6 15,1-1-4-15,-2 2 0 0,4 2 6 0,-2 0-6 16,4 1-2-16,-4-2 8 0,2-1 6 0,0 2 2 16,0 1 2-16,-3-2 6 0,3 2 7 0,-1-1 6 15,-4-1 9-15,-1 0 0 0,-1-2 5 0,0 0 4 16,-1-2 3-16,-7 2 3 0,15-2 5 0,-9-1 4 15,-2-1 7-15,1-1 6 0,0 1 4 0,-2 1 13 16,0-3 10-16,0 0 10 0,-2 0 6 0,-1-2 3 16,0 3 4-16,-3 0 6 0,2-2 2 0,-2 1-3 15,0-1 1-15,-3 1-6 0,2 1-5 0,-5 1-5 16,5 0-5-16,-3 3-4 0,-2 0-1 0,9 1-5 16,-14 0-2-16,9 1 0 0,-6 1-4 0,6 1-3 15,-1 4-4-15,-2 0-1 0,-1-2 1 0,0 4-2 16,5 0 0-16,-1 0-4 0,2 0 6 0,0 0-2 15,0-1-3-15,3-1-3 0,3 1 0 0,-1 0-4 16,2 0-4-16,1 1-1 0,2-2-14 0,5 0-20 0,-5-1-20 16,4-1-11-16,2-3-15 0,0 0-14 0,-1-2-13 15,3 1-4-15,-1-4 2 0,-1 1 3 16,5-5 14-16,-5 1 5 0,1 1 8 0,0-2 4 16,-3 2 9-16,1-3 11 0,-3 0 10 0,0-1 3 0,-4 1 11 15,2 2 25-15,-2-1 21 0,-1 1 19 0,-2 1 19 16,2 0 13-16,-3 1 6 0,3 0-1 0,-4 0-14 15,0 4-6-15,0 0-8 0,3-3-5 0,-3 3 3 16,0 0-6-16,0 0-4 0,0 0-1 0,0 15-3 16,-3-7-3-16,6-2 5 0,-3 3-1 0,1 1 3 15,1 2 4-15,2-2 9 0,0-1-1 0,-2 2 0 16,1-1-5-16,1-1 2 0,2 1 9 0,-4-4 5 16,1 0-2-16,4 1 14 0,-3-1 7 0,0-2 18 15,0-2 25-15,0 3 4 0,-4-5 9 0,9 0 5 16,-9 0-10-16,10-7-1 0,-4 3-6 0,-1-2-2 15,1-2-16-15,1-3-8 0,-2 1-7 0,2-1-7 16,-2 0-6-16,2-5-10 0,0 1-3 0,-2-2-5 16,0 2 6-16,0-2-17 0,-3 5-7 0,0 0-9 0,1-1-14 15,-1 3-24-15,1-1-29 0,-2 5-21 16,-1-2-24-16,3 2-38 0,-3 2-50 0,2 2-52 16,-2 2-38-16,0 0-53 0,0 0-250 0,0 0-621 15,0 0 274-15</inkml:trace>
  <inkml:trace contextRef="#ctx0" brushRef="#br0" timeOffset="17008.59">13372 13846 40 0,'-1'-3'246'16,"1"3"-12"-16,-7-7-9 0,3 6-17 0,1-1-17 16,-5 1-16-16,1 1-19 0,7 0-12 0,-9 0-15 15,1 2-8-15,-3 2-4 0,5-1-14 0,-2 6-7 16,-2-3-12-16,0 4-5 0,-1-4-11 0,-3 7-5 0,5-1-8 16,1-4-2-16,-1 4-8 0,1 0-5 15,4-1-2-15,0 1 2 0,0-1-9 0,0 1-3 16,2-2-1-16,2 0-3 0,3 0-1 0,0-1-1 15,3 1 0-15,3-3-4 0,3-1-1 0,-1 1 2 0,3-3-2 16,-2-2-3-16,8 0-1 0,-2-2-1 0,1 0 0 16,-5-2-4-16,5 0 0 0,-3-4 2 0,-1 3-2 15,2-5-2-15,-3 7 2 0,-3-8-3 0,1 2 1 16,-2 4 0-16,-2-5 5 0,-1 1-2 0,1 1 1 16,-4 2 7-16,0-1 15 0,-1-1 8 0,-2 1 4 15,2-1 7-15,-2 3 3 0,1-1 3 0,-1 1-4 16,-1 3-6-16,3-5-6 0,-3 5-3 0,1-4 1 15,-1 4-14-15,0 0 1 0,0 0-4 0,0 0 2 16,0 0-9-16,0 0 1 0,0 0-4 0,-7 14 2 16,7-9-5-16,-1 1-2 0,1 0 4 0,0-1-2 15,1 2-3-15,1-1 3 0,1 1-5 0,-2 1-1 16,3-3 3-16,0 0-1 0,0 3 0 0,-1-4 0 16,2 1-3-16,2-2 2 0,1 0-1 0,3 0-6 15,-4-1 1-15,6-4-11 0,-3 1-12 0,1 1-5 16,2-3-2-16,-3-2 2 0,2 1-1 0,3 1-8 15,-4-5 3-15,1 1 12 0,-1 2-4 0,-1-3 3 16,2 2 2-16,-4-1 3 0,0-1 1 0,-1 2 7 16,-2-3 0-16,4 5 1 0,-5-4 5 0,-3 1-1 0,2 1 2 15,0 0-1-15,-1-1-1 0,0 1 6 16,-1 0-5-16,-1-1 3 0,0 1 0 0,0-1 2 16,0 1 0-16,0-1-2 0,0 1-2 0,-1 1 0 15,-1-2-15-15,2 0-15 0,0 1-7 0,-1-1-2 0,1-1 0 16,1-1-1-16,-1 2 4 0,0-1 4 0,2 0 4 15,-2 1 5-15,4-1 2 0,-4 2 3 16,1-1 11-16,0 1-4 0,-1 1 4 0,2 0 7 0,-1 0 2 16,-1 1 20-16,0 4 17 0,0-7 8 0,0 3 2 15,0 4 2-15,0-5-4 0,0 5-4 0,0-5-7 16,0 5-5-16,0 0-2 0,0 0-4 0,0 0-1 16,-5 12-2-16,1-9 0 0,2 5-3 0,0-1 0 15,0 3-5-15,-2 0 1 0,3 2 0 0,-1-2 1 16,1 3-5-16,0-2 1 0,1 1-1 0,0 1-1 15,0-1 2-15,1 0-2 0,0-1 3 0,1 2-3 16,-1-1 4-16,3-1-3 0,-1 0-2 0,0-3 1 16,2 3-6-16,-1-5-5 0,0 1-4 0,0-1-11 15,0-1-16-15,-2-1-15 0,3-1-23 0,-5-3-16 16,4 3-20-16,-4-3-7 0,0 0-14 0,0 0-2 16,0 0-2-16,0 0 1 0,7-9 9 0,-8 6 12 15,1 3 8-15,-8-9 15 0,6 5 14 0,-3-1 26 16,1 2 16-16,-2-1 24 0,2-1 19 0,-1 1 17 15,-1 2 14-15,2-2 11 0,-1 1 10 0,2 1 5 16,3 2 2-16,-4-4-4 0,4 4-3 0,-6-3-5 16,6 3-3-16,0 0-8 0,0 0-1 0,0 0-4 15,0 0-5-15,0 0-3 0,14-4-3 0,-7 6-3 16,-7-2-2-16,20 1-1 0,-7-2-3 0,0 1-4 0,1 0 1 16,1 0-3-16,-3 1-1 0,1-2-2 0,0 1 1 15,-4 0-1-15,5-2 0 0,-5 2-3 16,0-1 2-16,-4 1 8 0,-5 0 11 0,15 0 4 0,-9-1 2 15,-1 0-1-15,-5 1-2 0,9 0-3 0,-9 0-5 16,7 1-1-16,-7-1-1 0,7 4-4 0,-3-2-1 16,2 2-2-16,-1 0-3 0,0 2 3 0,1 2-7 15,-1 1 3-15,-1 2-2 0,2 1-1 0,0 5 1 16,0 1-3-16,-2-3 0 0,3 4-1 0,-3 3 1 16,0-1-2-16,0-1 3 0,0 7 0 0,-1-7-4 15,-2 2 4-15,2-3-4 0,-3 2 2 0,0-2 5 16,-4-2-2-16,1-4 1 0,-3-2 5 0,2 1 1 15,-1-3 5-15,0 0-2 0,-2-2 5 0,-4 0-5 16,2-2 0-16,-1-4 0 0,-2 0-3 0,1-1-2 16,-1-5-23-16,-2 2-41 0,-4-3-43 0,-3-3-61 15,3-1-66-15,-2 0-261 0,-5-6-521 0,-2 0 231 16</inkml:trace>
  <inkml:trace contextRef="#ctx0" brushRef="#br0" timeOffset="17426.71">13539 13748 22 0,'0'0'347'0,"-9"-3"-18"0,5 2-25 16,4 1-16-16,-8 0-30 0,8 0-26 0,-7-1-24 16,7 1-19-16,0 0-15 0,0 0-21 0,-9 2-8 15,9-2-18-15,-2 6-11 0,2-2-11 16,0-4-7-16,2 6-7 0,0-1-9 0,2 0-3 0,2-1-7 15,-1 1-12-15,2-1-3 0,-1-1-5 0,3 1-10 16,-4-2 0-16,2 1-2 0,-1-1-8 0,-1 1-3 16,-5-3 2-16,7 1-1 0,-5 1-7 0,-2-2 3 15,0 0-4-15,0 0 1 0,0 0-6 0,0 0-8 16,6-6-6-16,-6 6-17 0,0 0-29 0,-12-7-23 16,6 3-28-16,0 2-45 0,0 1-60 0,-2-2-61 15,1 2-264-15,-1 1-568 0,8 0 252 0</inkml:trace>
  <inkml:trace contextRef="#ctx0" brushRef="#br0" timeOffset="20872.43">14429 13843 253 0,'0'-5'260'0,"0"1"4"0,1-1-1 0,-1-2 8 16,0 2 4-16,0 0-4 0,0 0-5 0,-1 0-1 0,1 5-10 15,0-6-14-15,0 2-14 0,0 4-19 0,0 0-25 16,1-6-14-16,-1 6-12 0,0 0-25 0,0 0-15 15,0 0-13-15,0 0-14 0,0 0-6 0,0 0-13 16,-8 13-6-16,7-7-9 0,0 3-11 0,-1-2 6 16,1 4-7-16,1 3-4 0,0-4-12 0,-1 4 2 15,1-3-11-15,1-2 10 0,0 5-8 0,2-6-7 16,-2 3 4-16,2 0-12 0,2-2-2 0,-1-1-1 16,1-1 8-16,-1-2-18 0,1 2-2 0,-1-2 6 15,0 0-8-15,2-3 0 0,-1 1 6 0,-2-2-2 16,2 1 7-16,-5-2-1 0,13-2-3 0,-7-1 0 15,1 0 13-15,-1-1-10 0,3-2-4 0,-2-1 2 16,1 0 6-16,0-1-3 0,-2-1-2 0,-1 1 1 16,3-1 4-16,-1 0-3 0,-3 3 3 0,0-2 2 0,-1 1-2 15,1 4 0-15,1-4 2 0,-2 4 1 16,-2-2-2-16,2 2 1 0,-1 1-10 0,-2 2-3 16,4-3 4-16,-4 3 4 0,0 0-4 0,8 5-6 0,-3-2 10 15,-1 3-1-15,2-1-2 0,-2 0 2 0,1 3-3 16,2 1 2-16,1-1-7 0,-1 0 9 0,0 0 0 15,0 0-5-15,-2-2 2 0,3 0 0 0,-1 0-6 16,-1-1 18-16,-1-3-9 0,1 3 0 0,1-3 6 16,0-2-1-16,0 0-2 0,0 0-2 0,-7 0 1 15,12-2 1-15,-5-2-2 0,-3 1 8 0,3-2-3 16,-3 0 0-16,1-4 5 0,-1 1-4 0,-1 0 0 16,1-2-3-16,-1-2 0 0,-3 0-2 0,4 1 0 15,-4-2-1-15,0 0 6 0,0 0 1 0,-3 2-7 16,3-3-2-16,-1 3 4 0,-2 1-11 0,3 2 0 15,-1 0-29-15,-2 1-24 0,0 1-28 0,2 1-29 16,1 2-42-16,0 3-46 0,0 0-40 0,-1-4-28 16,1 4-37-16,0 0-257 0,0 0-614 0,0 0 272 15</inkml:trace>
  <inkml:trace contextRef="#ctx0" brushRef="#br0" timeOffset="21306.15">14973 13758 30 0,'-4'-2'213'0,"1"-2"-17"0,-4 1-14 0,2 1-17 16,-2 0-14-16,7 2-16 0,-11 0-11 0,5 3-9 16,-4 0-16-16,3 1-3 0,-1 2-10 0,0 0-8 15,-3 2-8-15,3 1-10 0,-2 4-3 0,3-2-7 16,-2 1-2-16,4 1-8 0,-1-2 0 0,-1 1-4 15,5 2-5-15,-2-3-5 0,0-2-1 0,2 3 1 16,2-3-4-16,0-2-2 0,0 0 0 0,4-2 1 16,-2 1 0-16,2-1 4 0,-2-1 2 0,1 0-1 15,4-2-7-15,-3-2 1 0,-4 0 1 0,15-5 9 16,-8 3 6-16,-2-3 3 0,3-3 1 0,0 0 1 16,-1 1 1-16,0-2 6 0,-1-1 9 0,1-1 1 15,0 1 3-15,-2 1 16 0,0-4 2 0,-1 5 12 16,3-3 7-16,-6 3 1 0,1 2 5 0,-1 0-2 15,2-1-6-15,-2 2-9 0,-1 0-11 0,0 1-11 16,0 4-9-16,1-7-12 0,-1 7-2 0,0 0-7 16,0 0-9-16,0 0-11 0,0 0-23 0,0 0-9 15,-5 15-23-15,5-9-11 0,0 2-18 0,0-2-16 16,0 4-15-16,3-4-17 0,-1 0-26 0,1 2-29 16,-2 1-41-16,4 0-25 0,3-4-38 0,-3 2-147 0,-1-3-458 15,6-1 203-15</inkml:trace>
  <inkml:trace contextRef="#ctx0" brushRef="#br0" timeOffset="21574.94">15112 13745 236 0,'-2'-3'240'0,"-3"0"-13"16,5 3-16-16,-5-4-20 0,5 4-15 0,-4-2-20 0,4 2-18 15,0 0-5-15,0 0-12 0,-13 6-15 0,12-1-1 16,-2 2-17-16,0-1-5 0,3 0-9 0,-3 5-6 15,4-2-6-15,-1 1-5 0,4 0-8 0,-3 2-3 16,2-1-2-16,1-1-4 0,1 2-4 0,0-2-6 16,-3 1 3-16,2-4-3 0,3 4-1 0,-3-3-9 15,0 0 0-15,0-1 0 0,-1-2-6 0,0 0 4 16,-2 0-7-16,1 0-4 0,-2-1-9 0,0-4-9 16,0 4-23-16,0-4-29 0,-7 2-31 0,1 1-41 15,6-3-41-15,-8-2-49 0,8 2-139 0,-15-1-393 16,10 0 174-16</inkml:trace>
  <inkml:trace contextRef="#ctx0" brushRef="#br0" timeOffset="22009.72">15466 13606 232 0,'0'-4'257'0,"0"4"-25"0,0 0-27 0,0 0-19 16,0 0-20-16,-13 8-12 0,6-3-20 0,2 4-11 0,1 1-14 16,1 0-8-16,-4 3-10 0,3 2-7 0,0 1-10 15,-2-1-7-15,1 2-5 0,3 0-4 16,0-1-4-16,2-2-3 0,0-1-9 0,0 4-3 15,0-4-4-15,3-1 0 0,0 0-5 0,3 0-3 0,-3-5 2 16,4 3-1-16,0-2-2 0,0-3-2 0,-1 1 2 16,1-3-6-16,1-1 2 0,2-2-2 0,2 0 0 15,-4-2 0-15,3-2-3 0,-3-3 2 0,3 2 8 16,-4-6 3-16,4 4 1 0,-6-3 0 0,4-2-3 16,-5-1 2-16,0-2-1 0,0-2 0 0,0 0-5 15,-4 3 9-15,0-2 5 0,-3 0 0 0,2 2-1 16,-3 0-5-16,0 2-3 0,1 3-3 0,-3-1-3 15,1 3-3-15,1 0 0 0,0 2 0 0,-3 1-18 16,3 2-19-16,1-1-27 0,3 3-28 0,0 0-41 16,-11 4-49-16,6-1-38 0,5-3-46 0,2 7-195 15,-2 0-477-15,5-2 211 0</inkml:trace>
  <inkml:trace contextRef="#ctx0" brushRef="#br0" timeOffset="22494.9">15848 13683 87 0,'0'-4'272'0,"0"4"-16"0,-6-7-10 15,4 5-8-15,-2-3-11 0,-2 2-19 0,3 1-17 0,-6 0-18 16,-2 0-11-16,1 1-5 0,-2 2-18 16,0 3-12-16,1-1-11 0,-2 2-10 0,0 1-11 15,2 0-12-15,-2 5-5 0,-2-1-10 0,3-2-5 16,-1 5-2-16,6-2-7 0,-5 3-8 0,5-3-2 0,2 1-3 15,-1-1-5-15,5 1-3 0,0 0-2 0,2 0-2 16,0 0 1-16,2-2-8 0,1 1 6 16,3-4-5-16,-1 2-3 0,0-4 1 0,4 3-3 15,1-3 4-15,-1-2-9 0,1 0 1 0,2-3 3 0,0 0-4 16,-2-1-5-16,4-2 0 0,-4-1-4 0,3-2 5 16,-5 0-1-16,3-3 0 0,-3 0 0 0,4-4-9 15,-2-3 2-15,-3 1-1 0,0-2-5 0,-1-3 1 16,1 2 2-16,-2-2-4 0,-3-2-1 0,3 2 3 15,-6-8 1-15,0 3 2 0,-3 6 4 0,1 1 1 16,-2-1 6-16,1 2 31 0,0 0 18 0,-1 0 0 16,-1 5-1-16,2 1 5 0,-1-1 7 0,1 0 4 15,-2 5-7-15,2 1 6 0,2 1-8 0,-2 0-16 16,0 0-4-16,2 1-11 0,1 4-5 0,0 0 3 16,0 0-21-16,0 0-9 0,-7 12-10 0,7-5-16 15,0 4-6-15,0 1-9 0,4 1-7 0,-4 0-12 16,3 4-6-16,0 2-7 0,0-1-10 0,-1 1-7 15,2 1-16-15,3-4-8 0,0 2-15 0,0 0-22 16,1-3-20-16,1 1-17 0,-1-4-23 0,5 0-25 16,2-2-26-16,-3-2-160 0,7-1-455 0,-1 0 201 15</inkml:trace>
  <inkml:trace contextRef="#ctx0" brushRef="#br0" timeOffset="22913.07">16159 13707 95 0,'0'-4'227'0,"1"-1"3"0,2 0-14 0,-3 3-13 15,0 2-11-15,-4-10-12 0,1 8-11 0,3 2-5 16,-12-3-5-16,12 3-7 0,-11 3-14 0,-1-2-10 0,3 4-8 16,-1 1-10-16,-3 0-11 0,2 3-10 0,1-1-8 15,-1 3-4-15,-1 2-13 0,1 0-7 16,0-3 0-16,4 0-10 0,2 2-3 0,-1-2-4 16,2 0-2-16,4 1 1 0,-1-3-6 0,1 2-1 0,1-6-2 15,3 3-3-15,0-2 0 0,2-1-4 0,-1-2-1 16,4 1 0-16,-3-3 0 0,7 0-5 0,-2-3 7 15,-1 1-12-15,0-2 0 0,3-4 0 0,-2 0-3 16,0-2-3-16,4-4 4 0,-4 0-8 0,-1-4-3 16,0 0-5-16,0-6-8 0,1-3-3 0,1-1-4 15,-4 3 0-15,-1-2 7 0,-4 8 3 0,-2-2 4 16,-1 1 0-16,4 0 17 0,-8 2 22 0,3-1 18 16,-2 1 21-16,0 3 15 0,-1 2 8 0,0 0 20 15,0 2 3-15,1 0-4 0,1 5-6 0,-4 0-13 16,5 0-8-16,-2 2-13 0,-1 2-10 0,4 2-9 15,-7 0-6-15,7 0-2 0,-8 10-7 0,5-1-5 16,-3 3 10-16,3 0-18 0,2 5-1 0,-1 0-1 16,2 1-7-16,0 2-2 0,2 8-6 0,0-7-9 15,6 5-11-15,-5-6-20 0,3 1-32 0,6 4-34 16,-4-6-38-16,3-1-48 0,-3-1-59 0,0-3-76 16,3-3-324-16,0-2-695 0,-1 0 308 0</inkml:trace>
  <inkml:trace contextRef="#ctx0" brushRef="#br0" timeOffset="23515.22">16475 13056 282 0,'0'-8'294'0,"0"-2"-18"15,1 0-18-15,3 1-24 0,3 0-19 0,1 6-17 0,2-6-21 16,-1 3-16-16,6 4-12 0,-3-3-21 15,7 4-10-15,-5 1-12 0,6 1-12 0,-3 4-11 16,3-1-4-16,-2 3-12 0,-2 1-5 0,0 0-8 0,-1 3-5 16,2 4-7-16,-5-4-2 0,-1 2-5 0,1 1-4 15,-4 0-3-15,-1 1-3 0,1-3-2 16,-2 2-2-16,-2-2-3 0,-3 7 2 0,-1-7 8 16,-1 0 11-16,-3 5 14 0,-1-4 5 0,-1 3-1 0,-2-1 6 15,1 2-5-15,-3-1-1 0,-1-1-4 0,3 1-4 16,-3-2-9-16,1 2 0 0,1-1-4 0,4 2-6 15,-6-2-4-15,7 1 2 0,-1 0-2 0,2-3-2 16,-1 5-6-16,5-1 3 0,2 0-13 0,-2 3-17 16,3-4-33-16,3 0-40 0,5-1-58 0,-4-1-71 15,2-1-85-15,5 3-271 0,-7-8-613 0,4 2 271 16</inkml:trace>
  <inkml:trace contextRef="#ctx0" brushRef="#br0" timeOffset="23849.76">16763 13780 194 0,'-4'3'245'15,"4"-3"-19"-15,-3 3-5 0,1 0-10 0,2-3-18 16,-5 7-18-16,4-4-13 0,-2 1-14 0,2 0-14 0,1 1-12 15,0-1-11-15,1 1-7 0,1-1-7 0,-1 3-11 16,0-4-6-16,4 2-7 0,-1-1-7 16,1 3-10-16,-3-5-3 0,3 2-4 0,0-2-6 0,1 0-4 15,-2 1-2-15,3-1-4 0,-7-2-3 0,10-2-2 16,-10 2-1-16,10-5-3 0,-6 3-4 0,-3-2 3 16,4 1-3-16,-3-4-3 0,1 2 0 0,-3-1-3 15,0-1-1-15,0-1-3 0,-3 2 1 0,1-3-5 16,0 1-14-16,-1 1-18 0,2 0-30 0,-2 0-46 15,2 0-52-15,-2 1-68 0,2 1-220 0,-2-1-478 16,2 4 211-16</inkml:trace>
  <inkml:trace contextRef="#ctx0" brushRef="#br0" timeOffset="24451.38">17405 13533 137 0,'0'0'403'16,"0"0"-8"-16,0 0-21 0,-11 0-19 0,11 0-28 15,0 0-21-15,0 0-27 0,0 0-23 0,0 0-19 16,0 0-20-16,0 0-22 0,19 8-19 0,-8-6-15 16,-4 2-15-16,0 0-16 0,0 1-12 0,2 0-14 0,-1 1-3 15,0 2-19-15,-2-3-9 0,3 3-8 16,-7-1-9-16,2 0 9 0,-2 1-17 0,1 1-8 16,-4 1-4-16,-2 0-8 0,0 0-15 0,-6 2-12 0,-1-1-29 15,-3 2-46-15,-5-1-44 0,-4 8-44 0,3-7-54 16,0-1-73-16,4-2-77 0,-4 1-247 0,4-1-662 15,0-4 293-15</inkml:trace>
  <inkml:trace contextRef="#ctx0" brushRef="#br0" timeOffset="25388.6">18111 13087 53 0,'0'-7'284'0,"0"-1"0"0,0 0-3 0,-1 0-7 15,1 2-15-15,-5-1-16 0,5 2-14 0,-1-2-20 16,-2 2-16-16,1 0-17 0,-1 1-3 0,-2 1-31 16,-1 2-18-16,-1 0-10 0,7 1-13 0,-17 7-11 0,7-1-9 15,0 0-8-15,-3 4-9 0,2 3-4 16,0 0-6-16,3-1-3 0,-4 1-9 0,5 5-8 16,-1-1 3-16,1 0-7 0,4 1 8 0,-1-1-12 0,4-1-2 15,3 6 0-15,1-5-4 0,-1 3-1 0,5-1-3 16,1-2 2-16,5-3-2 0,1 0 0 0,-1-2-3 15,3-2-3-15,1 0-5 0,1-5-2 0,0 1-4 16,0-1 2-16,0-3-9 0,3-2-2 0,-4-4-5 16,1-2 5-16,0 0-12 0,-2 1 1 0,1-5 3 15,-2 0 1-15,-1-3 3 0,0 2 2 0,-1-4 1 16,-5 3 3-16,-2 1 8 0,0 1-4 0,1 0 3 16,-4-1 5-16,-1 4 17 0,-2-2 2 0,3 1 7 15,-2 3-7-15,-2 0 2 0,0 0-2 0,0 1-3 16,0 4-2-16,0 0-6 0,-2-5-1 0,2 5-4 15,0 0 6-15,0 0-7 0,-12 13-1 0,8-8-2 16,0 1-2-16,4 2 7 0,-3 2-4 0,3-1 13 16,0 3-17-16,0 1 8 0,0-1-6 0,3 1 4 0,5-1-5 15,-5-1 2-15,2-2-2 0,1 2-1 16,2-1 3-16,3-2-1 0,-2-3-1 0,0 3 0 16,3-4 1-16,-1-1-3 0,0-1 2 0,2-2-3 0,-3 0 2 15,1-1-1-15,-1-3 2 0,0 0-4 0,1-4 5 16,0 3 12-16,-5-6-11 0,3 3-2 0,-4-5 0 15,3 2-4-15,-2-1 3 0,-1 0 2 0,-1-1 14 16,-2 0-13-16,0 3 13 0,-2-1 10 0,2 1 25 16,-1-1 3-16,2 4 16 0,-3 0 21 0,0-1 11 15,-3 3-3-15,3-1 1 0,3 0-6 0,-3 2-11 16,-3 1-11-16,3 3-10 0,0-6-14 0,0 6-3 16,0 0-8-16,0 0-1 0,0 0-10 0,0 0 2 15,-5 16-4-15,5-8-2 0,0 0-2 0,0 3-2 16,2-2-2-16,1 4-6 0,0 0-1 0,-2-1-10 15,3 2-8-15,-3-1-13 0,5-1-19 0,1-1-26 16,-3 2-22-16,1-4-12 0,5 0-34 0,-6-1-26 0,1-2-25 16,2-1-35-16,-1-1-31 0,0 0-29 0,1-2-27 15,-1 0-30-15,-6-2-199 0,9-5-580 16,-1 2 256-16</inkml:trace>
  <inkml:trace contextRef="#ctx0" brushRef="#br0" timeOffset="25941.57">18708 13132 28 0,'0'-4'233'0,"0"4"-3"0,-3-3-12 16,3 3-18-16,-1-5-20 0,1 5-21 0,0 0-16 15,0 0-8-15,0 0-12 0,0 0-11 0,0 0-8 16,7 11-10-16,-2-6-9 0,-1 2-6 0,0 0-10 16,5 4-4-16,-4-2-8 0,7 4-3 0,-1-3-4 15,0 6-5-15,-2-2-8 0,0-4 0 0,0 6-8 16,-1-5-3-16,0-1 1 0,-3 2-4 0,0-3-4 15,-5-1 0-15,6-2-2 0,-4 0-2 0,1 0-2 16,-1-1 2-16,0-2 0 0,-4 2-1 0,2-5-2 0,-1 3 12 16,1-3 15-16,0 0 4 0,0 0 9 0,-12-8 12 15,12 8 5-15,-1-6 8 0,-1 1-4 16,2-1 21-16,-1-2-20 0,2-1 1 0,-1-1-4 16,3-2-3-16,3 1-7 0,0 0-4 0,0 1-4 0,1 0-11 15,-1-1 10-15,4 0-13 0,-1 2 7 0,1 3-19 16,2-1-1-16,-4 1-1 0,3 1-2 0,-4 3-1 15,2 1 1-15,0 0-8 0,-1 0-6 0,-8 1 3 16,15 2 0-16,-6 1-4 0,1 2-4 0,-5 1-1 16,5 1 1-16,-5-1 1 0,-1 6-3 0,3-1 0 15,0 4 3-15,-2-2-2 0,1 4-3 0,-2-4 4 16,-3 5-3-16,2-5-3 0,-2 1 2 0,2-3-2 16,0 1 4-16,-3-2-6 0,0-1 5 0,0-3-4 15,2-2 3-15,-2 1 4 0,0 0-3 0,0-5 14 16,0 0-2-16,0 0 13 0,0 0 3 0,0 0 8 15,0 0 7-15,-4-14 4 0,4 7 2 0,0-5 3 16,0 1 2-16,2-4-2 0,0 2-3 0,2-3-4 0,-1-2-4 16,1 2-8-16,0-1-4 0,2-1 4 0,2 0-8 15,0 0-15-15,0 0-15 0,1 3-27 16,1 0-16-16,1 0-20 0,-4 5-21 0,4 1-17 0,-6 2-26 16,2 0-29-16,0 3-24 0,-3 2-23 0,0-1-19 15,-4 3-22-15,12 3-14 0,-9-1-7 0,1 2 0 16,2 0-162-16,-4 4-467 0,1-2 207 0</inkml:trace>
  <inkml:trace contextRef="#ctx0" brushRef="#br0" timeOffset="26676.54">19324 13226 37 0,'8'1'79'0,"0"-2"13"16,2-2 7-16,-2 2 4 0,-1-2 2 0,1 1 2 16,-2-2 9-16,3 1 0 0,-5-2 14 0,4-4 4 15,-5 4 4-15,1-1 5 0,0-4 1 0,-4 5 3 16,2-3-1-16,-1 0-9 0,-1 0-4 0,0 1-8 15,-3 1-8-15,2 0-12 0,-2 1-11 0,-2-2-9 16,2 4-9-16,-4-1-6 0,-1 0-10 0,1 3-7 16,-2 0-6-16,-1 1-3 0,-2 2-7 0,1 2-1 0,-2 0-6 15,2 1-5-15,-2 1 0 0,1 1-1 16,3 1-2-16,0 4-3 0,-5 0-3 0,8-2-2 16,-1 3 2-16,3-3-5 0,1 5 3 0,3-3-2 0,0-1-4 15,0 3 0-15,4-1-1 0,0-1 3 0,3-1 2 16,2-1-6-16,0 1 5 0,2-4-5 0,1 0-1 15,2-2 1-15,-2-1 2 0,4-1-4 0,2-3 2 16,-3 2-2-16,3-5-1 0,-3-3 0 0,-2 4 2 16,6-5 0-16,-4-2-7 0,4-1 5 0,-5-2 1 15,2 2-1-15,-3-1 1 0,-4 0 0 0,0 0 0 16,-2 2 0-16,0 0 0 0,0-2 3 0,-2 4 0 16,-1 2 4-16,-1-3 0 0,-1 5-1 0,-2-2-1 15,1 1 2-15,-1 4 1 0,0 0-9 0,-6-5-2 16,6 5-1-16,0 0 3 0,0 0-5 0,-11 9 0 15,6-4 6-15,1 3-5 0,0 2 0 0,1-5 2 16,0 8 1-16,2-3-2 0,-2 2 2 0,3-1-4 0,2 0 2 16,-1 1 1-16,3-1-1 0,0-2-1 0,3-1 1 15,1 0 0-15,0-1 0 0,-1-3-3 0,5 1 0 16,-6-1 4-16,2-3-3 0,3-1 0 16,0-1 0-16,1 0 1 0,0-4 1 0,-2-1 0 0,1 0 3 15,1-2 3-15,-3-1-5 0,4 0-1 0,2-3 2 16,-6-1 2-16,2-2-6 0,-3 5 6 0,0 0 0 15,1-5 17-15,0 4 18 0,-4 0 6 0,0 1 13 16,-1-3 2-16,0 4 2 0,1-2-2 0,-3 4 5 16,3 1 2-16,-2 0 8 0,-2 1-3 0,0 0-11 15,2 3-8-15,-2-2 2 0,2 1-14 0,-3 3-10 16,0 0 11-16,0 0-24 0,0 0-5 0,0 0 9 16,0 0-6-16,4 16 3 0,-4-10-3 0,0 4-4 15,2 1-4-15,0 0 1 0,1 0-10 0,1 1 9 16,1 1-3-16,4 2 5 0,-4-3-4 0,6 3 0 15,1-1-8-15,2-2 15 0,-2-1-18 0,3-1-8 16,3 1 1-16,-2-5-1 0,3 1-3 0,-5-2-10 0,5-4-2 16,-1 0-14-16,1-2-4 0,-5-3-11 0,3-3-12 15,0 0-12-15,1-3-21 0,-3 0-21 0,2-3-21 16,-3-2-27-16,4-8-19 0,0 0-23 0,-9 4-15 16,6-4-22-16,-4-5-26 0,0 2-142 0,0-2-452 15,-3-1 201-15</inkml:trace>
  <inkml:trace contextRef="#ctx0" brushRef="#br0" timeOffset="26877.26">20244 12876 323 0,'-6'-27'47'15,"3"-1"46"-15,-3 9 7 0,0-1 23 0,-2 4 4 16,1-2 8-16,2 6 10 0,-1 1 0 0,-2 1-4 16,3 2-5-16,1 1-16 0,-2 1-13 0,2 2-11 15,-1 3-9-15,5 1-7 0,0 0-8 0,-15 11-10 16,12 0 1-16,-1 1-7 0,1 5 0 0,-1 2-2 16,4 7 4-16,0 0-8 0,4 0-3 0,0 4-5 15,2-2 3-15,-1 1-12 0,3-3 3 0,1 3-7 16,0 0-2-16,3-2-4 0,-1 1-2 0,2 1-1 15,-1-1-3-15,-3-2 0 0,3-5 0 0,-1-3-5 16,-4-3-12-16,1 2-21 0,-1-6-38 0,0 1-35 16,-4-3-49-16,1-4-43 0,-2-1-208 0,0 0-425 0,-2-4 188 15</inkml:trace>
  <inkml:trace contextRef="#ctx0" brushRef="#br0" timeOffset="27027.56">20155 13031 250 0,'-8'-9'266'15,"1"-3"-10"-15,-1 6-12 0,1-6-18 0,1 5-13 16,0 1-18-16,6 0-22 0,-1 1-14 0,2 2-21 16,0-2-19-16,6 2-31 0,5 1-57 0,2 1-71 15,6 0-80-15,12 3-74 0,-1-2-140 0,6 3-363 16,2 0 161-16</inkml:trace>
  <inkml:trace contextRef="#ctx0" brushRef="#br0" timeOffset="27646.69">20964 12914 104 0,'6'-8'273'15,"-1"-3"-1"-15,-2 0-1 0,1-2-3 0,-4 0-1 16,2-4-3-16,-2 5 0 0,-2-6-13 0,-2 5-11 0,-1-2-28 16,-1 3-25-16,-1 2-17 0,-1 0-9 0,-1 2-22 15,-1-1-12-15,-2 4-16 0,-4 1-12 16,-3 3-12-16,-3 1-10 0,3 5-5 0,-2 2-13 0,2 5-4 15,0 1-3-15,-1 6-7 0,1 3-11 0,1 2 4 16,7-1-3-16,-1-5-5 0,1 6-3 0,3 2 4 16,5 0-8-16,0 1-3 0,6-7 13 0,1 2-14 15,3 4-2-15,6-2-2 0,1-1 2 0,0-5-7 16,6 2-2-16,-6-4-7 0,16-3 6 0,-3 3-11 16,0-9-4-16,1 3-5 0,0-5-8 0,3-4-1 15,-8 0-2-15,6-2 9 0,-6 0-8 0,0-3 6 16,-1-3 2-16,0 0-2 0,-4-3 1 0,-1-1 2 15,1 1 7-15,-2-1-1 0,-2-1 7 0,-3 3 1 16,-2-1 3-16,-1 1 21 0,-2 0 23 0,0 0 7 16,1 1 24-16,-4 2 3 0,0 1-5 0,-2 1-3 15,2-1-13-15,-2 2-1 0,-1 3-9 0,3-6-9 16,-3 6-2-16,0 0-5 0,0 0-4 0,0 0-4 0,0 0-1 16,-8 15-7-16,6-9-2 0,0 0-5 0,0 0 2 15,2 3-3-15,0-2 5 0,0 0-1 16,2 1 2-16,-1 0-5 0,2-2-2 0,5 3 0 15,-2 0-8-15,4-2-1 0,-2-1-13 0,3 0-23 0,4-1-23 16,-1-1-29-16,-1-1-20 0,8 2-29 0,-2-5-23 16,-4 1-34-16,3-2-37 0,2-3-36 0,-1-1-44 15,0-3-38-15,1 1-195 0,-2-5-587 0,1-1 260 16</inkml:trace>
  <inkml:trace contextRef="#ctx0" brushRef="#br0" timeOffset="27880.85">21545 12632 66 0,'-8'-11'288'0,"1"1"-1"0,3 4-7 0,0 0-17 15,-1 0-20-15,-1 2-24 0,5 1-27 0,-2 0-23 16,3 3-14-16,0 0-11 0,0 0-17 0,-7 9-12 16,7-2-14-16,0 5-8 0,0 1-10 0,2 3-10 15,2 7-5-15,-3-2-8 0,2 7-4 0,2 2-5 0,-1-2-4 16,-1-1-9-16,4 4-2 0,-6-5-3 15,2 3-4-15,4-1-3 0,-2-3-13 0,-1-3-22 16,-4 4-29-16,0-6-22 0,2 1-23 0,-2-5-22 0,0-2-47 16,0-2-45-16,2 0-39 0,-2-2-177 0,0-3-447 15,2 0 198-15</inkml:trace>
  <inkml:trace contextRef="#ctx0" brushRef="#br0" timeOffset="28332.47">21537 13048 72 0,'-3'-9'204'0,"2"0"15"0,-2-2 12 15,2 2 8-15,-2 0 10 0,-1 0 4 0,4 2 2 16,0-1-13-16,0 3-5 0,0-1-30 0,0 0-17 16,0 1-14-16,0 2-19 0,3-1-18 0,-3 4-11 15,8-3-12-15,-8 3-15 0,12 3-10 0,-2-1-5 16,-1 3-13-16,5 1-7 0,-3-1-5 0,5 3-7 16,-1 3-6-16,1-2-7 0,-1 1-3 0,4-1 4 15,-8-1-17-15,3 2 0 0,-1-3-2 0,0 0-5 16,-3-2 0-16,0 0-6 0,-4 1 2 0,3-4 2 15,3 2-4-15,-5-3 5 0,-3 0-3 0,2-1 1 16,-6 0-2-16,10-1 4 0,-5-1 2 0,-1-1 9 16,0 1 9-16,0-3 6 0,-3 2 10 0,3 0 3 0,2-1-5 15,-4 1 0-15,1-1-3 0,1 0 3 16,-4 4-4-16,7-4-9 0,-3 4 0 0,2-1-6 16,-6 1-4-16,12 0-3 0,-12 0-4 0,9 2-9 15,0 4 4-15,0-1 0 0,-2 2 1 0,2 1-6 0,-2 3-3 16,5 2 1-16,-2 1-6 0,-3 2 4 0,5 0-6 15,-7 1 3-15,4 1 0 0,-4 0-1 0,4 0-3 16,-6 1 0-16,5 5 3 0,-6-3-3 0,2-1 0 16,0 0 0-16,-1-1 3 0,-1-2 0 0,-2 0-4 15,0-3 12-15,0-2-12 0,0-1 0 0,-2 0 1 16,-1-1 0-16,0-4 3 0,-4-2 0 0,3 1-1 16,-3-1-1-16,-5-1 0 0,1-4-6 0,-5 1-14 15,5-3-23-15,-3-2-39 0,-2-2-41 0,-2-3-35 16,-3 0-55-16,-4-7-63 0,2-2-65 0,-2-3-295 15,-2 3-687-15,4-3 305 0</inkml:trace>
  <inkml:trace contextRef="#ctx0" brushRef="#br0" timeOffset="28533.19">21288 12569 217 0,'-8'-9'270'0,"-2"2"-26"16,1 0-25-16,2 3-23 0,3-1-20 16,0 0-20-16,1 3-17 0,-2 0-19 0,5 2-22 0,0 0-35 15,0 0-55-15,-2 10-71 0,5-5-74 0,4 2-148 16,-2 1-308-16,5 0 137 0</inkml:trace>
  <inkml:trace contextRef="#ctx0" brushRef="#br0" timeOffset="28884.45">22043 12227 106 0,'0'0'334'0,"1"-3"-26"0,-1 3-32 16,0 0-27-16,0 0-27 0,0 0-19 0,0 0 2 0,9 7-2 15,-7-1-3-15,5 3 1 0,4 5-3 0,3 0-6 16,5 8-18-16,0 2-7 0,5 4-13 0,2-2-3 16,5 16-17-16,-1-2-5 0,4 1-10 0,-2 4-9 15,-4 0-6-15,-2-2-9 0,2 3-7 0,0 4-10 16,-6 0-9-16,-2 3 10 0,-1-4-20 0,-7 5-7 15,-5-1-5-15,-3 2-5 0,0 1-3 0,-9 3-5 16,-3 3 0-16,-2-3-11 0,-13 0-36 0,1 1-29 16,-8-5-51-16,-7-2-36 0,-20 19-45 0,5-26-58 15,-19 12-74-15,17-23-343 0,-4 0-701 0,-5-5 310 16</inkml:trace>
  <inkml:trace contextRef="#ctx0" brushRef="#br0" timeOffset="29620.42">14915 14444 32 0,'-2'-5'373'16,"1"0"-9"-16,1 2-20 0,-1-2-24 0,1 5-33 16,1-5-35-16,-1 5-28 0,0 0-17 0,0 0-25 15,0 0-19-15,0 0-15 0,0 21-18 0,1-9-16 16,2 5-7-16,0 3-14 0,3 0-8 0,-1 8-8 0,3 2-10 16,-3-1-10-16,-2 1 4 0,5-1-6 0,-3 1-10 15,0-2-3-15,-1 3-2 0,1-1-7 16,2-1-2-16,1-2-8 0,-3 1-6 0,0-8-17 15,-3 1-23-15,-2-2-30 0,2-4-32 0,-2-2-33 0,-2-1-35 16,2-5-47-16,0-2-58 0,-4 2-257 0,1-5-555 16,1-1 245-16</inkml:trace>
  <inkml:trace contextRef="#ctx0" brushRef="#br0" timeOffset="30172.04">14911 14400 222 0,'-2'-5'298'16,"2"1"-7"-16,0 4-14 0,-4-6-18 0,4 3-19 16,0 3-28-16,-1-5-23 0,1 5-23 0,0 0-16 15,-4-3-16-15,4 3-13 0,0 0-15 0,-11 11-7 16,5-8-11-16,2 1-12 0,0 4-6 0,-3-2-5 15,0 2-4-15,-2 1-9 0,1-1-7 0,1 0-5 16,0-1-4-16,-3 1-19 0,4-4 0 0,3 1-2 16,-4-1 0-16,3-1-3 0,3 2 3 0,-3-4 17 15,0 3 28-15,4-4 33 0,0 0 5 0,0 0-5 0,0 0-14 16,-7-7 2-16,7 7 2 0,1-12-13 0,2 3-8 16,0-1-8-16,0-1-6 0,-2-1-2 0,4 1 2 15,-2-2 3-15,0 1 6 0,1 1 10 16,-1 0 11-16,-2 4 1 0,3-2 4 0,0 2-7 0,-4 2-3 15,2 0-7-15,0 2-8 0,0-2-9 0,2 3-6 16,-4 2-6-16,0 0-4 0,0 0-10 0,16 8 3 16,-8 0-2-16,3 0-4 0,-1 2-2 0,4 5-1 15,-1 0-9-15,6 5-30 0,-4-4-27 0,6 2-41 16,1 2-60-16,4-1-50 0,-4 0-69 0,2-2-85 16,-4-4-345-16,3 2-755 0,-7-3 334 0</inkml:trace>
  <inkml:trace contextRef="#ctx0" brushRef="#br0" timeOffset="31242.9">14352 15320 163 0,'0'0'160'0,"0"0"-5"0,-5 9-7 16,5-9 3-16,3 8-20 0,-3-4-10 0,2 0-7 15,0-1-8-15,1 3-7 0,1-1-5 0,3 1-13 16,-3-1-9-16,1-1-2 0,2 1-7 0,3 2-9 16,-1-4-2-16,2-1-2 0,-3 1-9 0,3-2-6 15,0 0-3-15,-3 0-6 0,4-2 0 0,-1 0-4 16,0 0-2-16,-1-2-2 0,-1-1 3 0,-2-1-6 16,0 0-2-16,0-1 0 0,2-1 0 0,-5-2 0 15,5 2-4-15,-3 0 5 0,-2-2 20 0,-1 1 23 16,1 2 13-16,-1-1 20 0,-3 1 17 0,1-1 14 15,2 1 15-15,-2 1 13 0,-1 1 5 0,2 1-1 16,-2 3 4-16,1-9-17 0,-1 7-19 0,0 2-7 16,0 0-21-16,0 0-12 0,0 0-5 0,0 0-11 0,0 0-5 15,-11 14-1-15,4-5-13 0,3 0-2 16,-5 3-8-16,1 2 3 0,-2 1-6 0,-1 2-3 16,0 1-6-16,0 7-2 0,1-5-1 0,0-2-4 0,0 1 4 15,1 0-5-15,2 0-2 0,-1-1 4 0,2 1 0 16,-3 1-6-16,5-1-3 0,0 0 2 0,-2-7-34 15,5 3-31-15,1 3-25 0,0-8-32 0,0 1-30 16,0-1-43-16,1 1-57 0,5-4-64 0,-2-1-287 16,0 0-639-16,1-1 283 0</inkml:trace>
  <inkml:trace contextRef="#ctx0" brushRef="#br0" timeOffset="32028.88">14632 15507 118 0,'0'0'219'0,"0"0"-10"0,0 0-7 16,0 0-11-16,0 0-15 0,0 0-22 0,0 0-13 0,0 0-17 16,9-10-8-16,1 8-15 0,-5-3-7 0,8 0-12 15,-1 0-6-15,-1 0-12 0,1 0-6 16,0-1-4-16,0 1-7 0,2-3-4 0,-3 1-1 15,1 1-2-15,-5-2-9 0,2 0-2 0,0 0 4 0,-4 4-13 16,0-2 0-16,-2-2 5 0,-2 3 2 0,1 0 7 16,-2-2 5-16,0 2 5 0,0 1 10 0,-2-2 5 15,-2 0 2-15,3 2 6 0,-7 1 12 16,1-1 3-16,0 2 0 0,0 0 1 0,-2 1 7 0,-2 0 4 16,0 0 3-16,-1 2 13 0,1-1-24 0,3 1-3 15,1 2-12-15,0-1-3 0,2 1-11 0,-1 0-4 16,2 0-2-16,-2 1 5 0,2 2-17 0,-1-1 1 15,4 1 3-15,1 0-9 0,1 2 4 0,1-3-4 16,1 3-3-16,1-1-3 0,2 1-3 0,1 1-6 16,1-1-16-16,1-1-11 0,1-1-25 0,1 1-32 15,0-2-34-15,1-1-38 0,1 1-42 0,-3-1-51 16,4-3-35-16,-3 1-43 0,4-2-217 0,-5-2-568 16,4 0 252-16</inkml:trace>
  <inkml:trace contextRef="#ctx0" brushRef="#br0" timeOffset="32346.85">15019 15275 149 0,'-3'-5'242'0,"3"5"0"0,-1-6-2 0,1 6-7 16,0-5-13-16,0 5-1 0,-5-7-24 0,5 7-9 16,0 0-7-16,-10 2-9 0,10-2-13 0,-9 4-9 15,2 0-11-15,3-3-11 0,0 3-10 0,-2-1-12 16,2 2 5-16,-3-2-21 0,3 2-8 0,2 0-6 15,-1 2-8-15,3-2-1 0,0 1-3 0,4-1-6 16,0 2-1-16,0-2-2 0,3 2-7 0,1-1-3 16,0 1-9-16,0 0-3 0,-1-2 1 0,4 1-2 15,-1 3-6-15,-1-3-3 0,0 0-4 0,0 0 3 16,-4-2-4-16,1 0-6 0,-2 2 3 0,0-2-1 0,-4 1-3 16,4-2-4-16,-4 2-2 0,0-5 1 0,-4 8-1 15,0-5-1-15,0 2-9 0,-4-2-14 16,-2 1-17-16,-1 2-26 0,-3 0-22 0,0-2-25 15,0-1-31-15,-4 3-30 0,3-3-41 0,3 0-54 0,-3 1-238 16,0-3-545-16,3 1 241 0</inkml:trace>
  <inkml:trace contextRef="#ctx0" brushRef="#br0" timeOffset="32714.84">15313 15026 383 0,'0'-6'390'0,"3"1"-18"0,-3 0-21 0,0 5-33 15,0-5-36-15,0 5-33 0,0-3-29 0,0 3-14 16,0 0-27-16,0 0-15 0,-4 15-23 0,1-5-9 15,0 9-11-15,-1-2-6 0,0 4-11 0,1 6-12 16,-5 7-8-16,2-1-7 0,0 2-6 0,-2 2-12 16,2 0 1-16,-6 0-7 0,4 10-5 0,-2-8 5 15,1-2-16-15,-1 0-4 0,5 0 2 0,-3-1-9 16,1 0 4-16,0 3-7 0,3-6 10 0,-3-1-14 16,2 0-4-16,-2-8-6 0,5-2-13 0,-1-6-38 15,0-4-30-15,3 0-34 0,0-5-34 0,0 0-17 16,0-1-38-16,-3-2-60 0,6-2-61 0,-3-2-234 15,0 0-596-15,0 0 265 0</inkml:trace>
  <inkml:trace contextRef="#ctx0" brushRef="#br0" timeOffset="33283.54">15516 15265 5 0,'0'0'230'0,"0"0"-26"0,0 0-20 15,0 0-16-15,0 0-19 0,0 0-16 0,0 0-11 0,0 0-8 16,-2 16-17-16,2-10-9 0,-4 1-7 0,4-1-4 15,-3 1-15-15,1 4-3 0,2-2-4 16,-3 2-6-16,2-1-6 0,0 1-10 0,-2-4 4 16,1 0-9-16,0 1 2 0,0-1-6 0,2 0 1 0,-4-3-4 15,4 1-2-15,-1-2 1 0,-2 1-1 0,3-4-1 16,-3 4 23-16,3-4 12 0,0 0-3 0,0 0 2 16,0 0-2-16,0 0-1 0,0 0-4 0,6-13-3 15,-5 5 0-15,3 2-1 0,0-4 2 0,3 1 5 16,-2-2 6-16,2 1 6 0,0 0 10 0,-3 2 4 15,2 2 2-15,-2 0-4 0,1-1 2 0,2 3-6 16,-4 1-7-16,0-2-8 0,2 2-5 0,-2 1-5 16,1-1-1-16,-4 3-8 0,9 0-3 0,-9 0-4 15,0 0-4-15,13 4-2 0,-9 1-5 0,0 0-1 16,-1 0-2-16,3 4-2 0,0 0-3 0,-5 0 3 16,6 0-1-16,-3 3 1 0,0-4-6 0,1 3-1 15,-5 1 3-15,3-2-3 0,-2 0-1 0,1-4 4 16,-1 6-1-16,1-7 2 0,-4 3-5 0,4-4-2 15,-2 3 4-15,0-2-3 0,1 0-1 0,-1-5-1 16,-1 5 3-16,1-1 2 0,0-4 1 0,1 4 0 16,-1-4-1-16,0 0 1 0,-1 5-4 0,1-5 4 15,0 0-26-15,0 0-41 0,0 0-39 0,0 0-43 16,0 0-60-16,0 0-64 0,0 0-247 0,0 0-555 16,9-13 246-16</inkml:trace>
  <inkml:trace contextRef="#ctx0" brushRef="#br0" timeOffset="33618.01">15807 15317 146 0,'-3'-6'246'0,"3"6"-18"0,0 0-4 16,0 0-4-16,0 0-2 0,0 0-12 0,-8 13-9 15,2-8-21-15,5 3-13 0,-2 1-13 0,2-1-10 16,-4 1-11-16,3 1-16 0,1-1-7 0,-2 1-11 0,6-2 0 15,-3 1-10-15,3-3-6 0,0 2-2 0,2 1-3 16,-3-4-7-16,4 0-8 0,-2-3 1 16,3 2-4-16,1-4-8 0,0 1-2 0,-1-2-2 15,1 0-9-15,0-2-2 0,0 0 7 0,2-2-13 0,0 1-4 16,0-4-4-16,0-2 1 0,-5 1-6 0,1-2-1 16,3 0 4-16,-3-1-4 0,-4 1-2 0,1-1-5 15,-3 1-3-15,0-1 8 0,-4 4-3 16,1 1 6-16,-1-2-7 0,0 3 0 0,-4-1-6 0,4 2 2 15,-6 2-4-15,4 0-16 0,-4 2-18 0,2 1-40 16,-3 1-35-16,0 3-43 0,0 1-54 0,2 0-84 16,-2 2-207-16,3-1-538 0,0 1 238 0</inkml:trace>
  <inkml:trace contextRef="#ctx0" brushRef="#br0" timeOffset="37013.41">20106 13836 256 0,'-4'-4'379'0,"1"-6"-1"16,2 4 8-16,-3 1 2 0,4 1-12 15,-1-1-17-15,-2 1-36 0,0 0-32 0,3 4-26 16,0 0-35-16,0 0-29 0,0 0-16 0,0 0-21 0,0 0-18 16,-4 16-12-16,4-6-13 0,-3 3-15 0,-1 5-6 15,4 1-12-15,3 1-10 0,-6 7-7 16,3 1-7-16,0 1-6 0,0 3-10 0,3 1 2 0,-2 3 0 16,-1-3-9-16,0 2-7 0,0-1-2 0,3 2-3 15,-3 1-4-15,0-2-7 0,0-2 7 0,4 1-6 16,-4 0-3-16,0-4-2 0,0-1-1 0,0-4-30 15,0-4-40-15,0-1-38 0,0-1-30 0,0-2-37 16,0-4-27-16,-2 0-31 0,0 1-30 0,-1-2-42 16,-1-1-46-16,3-3-42 0,-3 3-193 0,0-5-621 15,-3 2 275-15</inkml:trace>
  <inkml:trace contextRef="#ctx0" brushRef="#br0" timeOffset="37598.82">20027 13871 326 0,'0'0'314'0,"3"-2"-23"0,-3 2-22 16,2-6-23-16,-1 2-34 0,-1 4-22 0,0 0-20 15,0 0-22-15,0 0-11 0,0 0-17 0,-7 12-11 0,3-7-8 16,-2 5-14-16,-2 1-8 0,2 0-7 0,-1 1-8 16,-1 3-4-16,1-5-9 0,0 2-6 0,2-2 0 15,-4-1-8-15,5 0-4 0,-1 0-1 0,1 0-4 16,-3-1-3-16,6-5-1 0,-2 2 2 0,-1-2 2 16,4 2 31-16,0-5 33 0,-4 4 44 0,4-4-3 15,0 0-14-15,0 0-4 0,0 0-17 0,4-15-13 16,0 8-7-16,0-4-10 0,3 1 0 0,-1-3-13 15,4-3-2-15,-3 1-5 0,2 0-6 0,1-1-4 16,-3 6-1-16,3-4 3 0,-3 4 0 0,-3 0 6 16,3-1 6-16,-4 5 5 0,1 2-1 0,-1-3-6 15,1 2-5-15,-2 1-7 0,1 1-9 0,0 0-5 16,-3 3 1-16,4-1-5 0,-4 1-2 0,0 0-4 16,11 9 1-16,-6-3-10 0,2 5 7 0,1-3-3 15,1 8 0-15,1 1-2 0,-1 2 1 0,2-3 0 16,2 1-24-16,-2 1-29 0,1-2-43 0,0 4-43 15,1 6-58-15,-1-8-59 0,0 8-75 0,-1-8-92 16,-2 1-230-16,-2-1-697 0,0 0 308 0</inkml:trace>
  <inkml:trace contextRef="#ctx0" brushRef="#br0" timeOffset="38401.15">20208 15058 328 0,'-4'-7'352'0,"4"7"-24"0,0 0-28 0,0-3-32 0,0 3-26 16,-1-5-26-16,1 5-25 0,0 0-17 0,0 0-17 15,0 0-15-15,0 0-17 0,-3 19-10 0,2-12-17 16,-3-2-8-16,2 8-9 0,-2-1-4 0,-1 0-10 16,1-1-22-16,-2 6-9 0,2 0-3 0,0-1-1 15,0 0-1-15,1-1-4 0,-1-4-5 0,0 4-1 16,4-4-5-16,-1-1 3 0,-2 0 0 0,3-1-5 15,-1-2-2-15,-1-2 2 0,2 0 2 0,-1-2 1 16,1-3 3-16,0 5-1 0,0-5-2 0,0 0-6 16,0 0 4-16,4-12-3 0,-1 6 1 0,-2-5-5 15,3 0 0-15,0-1-1 0,-2-6 2 0,2-1 0 16,0 2-2-16,-1-2 10 0,3 1-10 0,0-1 14 16,-1 0 9-16,-1 3 9 0,2 0 15 0,-5 3 7 15,3-1-2-15,0 3 2 0,-2-1-2 0,0 6-5 16,0-1-10-16,1 2 2 0,-1 1 1 0,1 2-21 15,-1-1-2-15,4 2-6 0,-6 1-2 0,8 5-2 16,-2-1-2-16,0 4-2 0,1-1 3 0,0 2-3 16,0 0-2-16,0 0 2 0,2 3 0 0,-1-4-10 15,-1 4 10-15,0 0-5 0,2-2 1 0,1-1 2 0,-6-4-2 16,7 4-4-16,-6-2 2 0,1-3 4 0,-1 0-5 16,2 0 11-16,1-4 14 0,-4 1 11 0,3-1 18 15,-7 0 8-15,11-4 6 0,-5 1 7 16,4-3-6-16,-6-4 5 0,5 3-8 0,-4-3-2 0,4-1-6 15,-3 0-5-15,1-7-8 0,1-2 0 0,-4 1-6 16,1-1-8-16,-1 0 0 0,-1 1-10 0,0 0-15 16,0 0-34-16,-3 3-42 0,0-1-48 0,-2 4-60 15,0 2-55-15,-1 1-55 0,-1 3-70 0,-3 1-68 16,-3 0-247-16,-1 5-727 0,-3 1 322 0</inkml:trace>
  <inkml:trace contextRef="#ctx0" brushRef="#br0" timeOffset="39187.61">16502 15217 237 0,'0'-6'276'16,"1"0"5"-16,-2 0-4 0,-1 0-6 0,2 1-9 16,-1 0-11-16,1 5-23 0,-3-5-25 0,3 5-22 15,0 0-25-15,0 0-12 0,0 0-15 0,-12 9-9 16,7 2-12-16,-3 1-16 0,-6 4-7 0,3 2-9 15,2 0-7-15,-8 7-3 0,2 1-2 0,3-2-1 16,-2 0-4-16,5 3-6 0,-3-4-7 0,4 4-6 16,1-9 0-16,0 3 1 0,3-2-10 0,3 0-2 15,1-1-6-15,-2 0 5 0,4-3-3 0,3 1-2 16,0-5 17-16,2 6-22 0,1-7-12 0,6-1-11 16,2-3-15-16,3 3-33 0,2-5-32 0,-1-1-45 15,2-1-54-15,-2 0-56 0,2-4-54 0,-3-1-228 16,0-4-565-16,0-2 250 0</inkml:trace>
  <inkml:trace contextRef="#ctx0" brushRef="#br0" timeOffset="39555.75">16631 15348 174 0,'0'0'308'0,"-3"-3"-18"16,3 3-18-16,0 0-24 0,-2-4-17 0,2 4-25 15,0 0-16-15,0 0-16 0,0 0-9 0,0 0-14 16,0 0-18-16,18 2-9 0,-12 1-16 0,0-1-6 0,-1 3-10 16,2-2-16-16,-3 1-1 0,5 0-10 0,-3 2-6 15,-1-2-4-15,2 3-6 0,-3-1-5 16,3-1-6-16,-4 2-2 0,-1-1-4 0,1 0-4 16,-2 2-3-16,-1 1 1 0,0 0-3 0,-2-2-7 0,-1 3 4 15,0 0 1-15,-3 0 10 0,0 0-2 0,-1-4-1 16,3 4 3-16,0-5 0 0,1 1-3 15,-2-1-6-15,1-1 2 0,1 0 0 0,1 0-1 16,-1 0 9-16,3-4 4 0,0 0 7 0,-3 4-1 0,3-4-5 16,0 0-8-16,11 0 0 0,0 0-1 0,-2-4-3 15,4-2 7-15,-1 3-29 0,0-2-21 0,7 0-27 16,-1-3-38-16,-2 0-39 0,-1 0-43 0,1 1-47 16,3-3-56-16,-5-1-63 0,0-3-173 0,-5 4-545 15,2-5 242-15</inkml:trace>
  <inkml:trace contextRef="#ctx0" brushRef="#br0" timeOffset="39772.18">16886 15247 157 0,'0'0'208'16,"0"0"-2"-16,0 0 7 0,0 0-2 0,0 0-2 16,9 12 0-16,-4-7-9 0,-1 1-5 0,5 1-7 15,-1 0-9-15,1 1-15 0,-2 1-18 0,3 0 3 16,-1 1-27-16,-2 2-14 0,5 2-12 0,-8-2 4 15,6 0-20-15,-5 5-11 0,-1 0-4 0,-2-1-6 16,-4 2-5-16,0 2-9 0,-4 0 5 0,-5 7-30 16,-2 0-31-16,-5 2-40 0,-8-2-36 0,4 1-60 15,-16 9-70-15,-4 1-282 0,-1-5-539 0,-4-1 239 16</inkml:trace>
  <inkml:trace contextRef="#ctx0" brushRef="#br0" timeOffset="42214.16">11406 16759 247 0,'1'-7'272'16,"3"2"-12"-16,-1-1-3 0,-3-1-15 0,0 1 1 0,-2 1-19 15,-3-2-24-15,4 2-8 0,-3 1-19 0,-2-1-15 16,-1 1-17-16,-5 0-11 0,4-1-13 0,-6 4-10 15,-2 0-15-15,-2 2-5 0,3 0-3 0,2 2-12 16,-1-1-9-16,0 2-10 0,1 3-1 0,1-1 25 16,2-1-3-16,1 2-9 0,2 1-8 0,1-3-1 15,4 3-5-15,0 1-6 0,2 0-1 0,2-1-3 16,3 2 1-16,5 0-2 0,4 2-14 0,0-1-16 16,2 1 21-16,2 0-8 0,1-1-5 0,0 1-7 15,7 0 12-15,-1 4-3 0,-9-5-8 0,-1 2 7 16,1 1-11-16,-2-3-1 0,-1 1 0 0,-3-2-2 15,-2 0-4-15,-1 1 5 0,-2 0-2 0,-1-2 3 16,-2 3-4-16,-2-3 1 0,-2 0 8 0,-2 1-2 16,-4-2-2-16,0 0 5 0,1 3-1 0,-6-5 0 15,-4 1 8-15,5 0-4 0,-7-3-3 0,0-3 16 16,5 2-17-16,-5 0 5 0,4-2-5 0,-4 0-4 16,6-1 1-16,2-1 3 0,-3-1-2 0,3-1-22 15,3 1-17-15,0-2-33 0,5-2-29 0,-1 0-40 16,4 0-54-16,0-5-42 0,7 1-45 0,3 0-42 15,4-3-221-15,0 0-578 0,8 2 256 0</inkml:trace>
  <inkml:trace contextRef="#ctx0" brushRef="#br0" timeOffset="43436.15">11672 16643 306 0,'0'0'337'0,"0"-5"-32"16,0 5-33-16,-3-4-31 0,3 4-20 0,0 0-27 16,0 0-13-16,0 0-21 0,3 14-16 0,1-6-12 15,-2 2-12-15,0 3-11 0,2 3-13 0,0 1-11 16,-1 2-2-16,1 2-12 0,-2 0-10 0,3-3-1 16,-1 4-5-16,0-1-5 0,0-2-5 0,-1 0-5 15,5 8-4-15,-4-7-5 0,0-6-2 0,-2 4-1 16,-1-5-1-16,0-1-4 0,-1-2-4 0,2 1-1 15,-2-4-19-15,1-3-13 0,-2 1-14 0,1 0-9 16,-2-1-21-16,0-1-21 0,2-3-15 0,0 0-16 16,0 0-19-16,-14-3-23 0,7-1-19 0,3 1-7 15,-1-3-5-15,-1 1-1 0,2-2 2 0,-5 0 12 16,3-2 8-16,-2 0 18 0,5 4 21 0,-1-1 25 16,1-1 26-16,-3 3 26 0,3 0 28 0,0 2 11 15,2-2 12-15,1 4 0 0,-3-8 3 0,3 8 10 16,-2-1 12-16,2 1 9 0,0 0 6 0,0 0-3 15,11 0-3-15,-11 0-2 0,14 0 4 0,-4 0-5 16,6 1-5-16,-1-1 0 0,4 0-1 0,4 0-4 16,1 0-1-16,7-1-2 0,2-2-9 0,0 1 4 15,-4-2 3-15,5 2-8 0,-3-4 1 0,0 4 1 16,2-4-3-16,-4 2-1 0,-9 0-7 0,3 0 3 16,-1-1-2-16,-4 0 1 0,-1-1 5 0,-4 0-2 15,-4 1 26-15,-1 0 4 0,-4 1 1 0,1-1 6 16,-3 0-2-16,-2 1-2 0,0 4 4 0,-5-9 0 15,-1 5-1-15,-2 3 6 0,-1-3-4 0,-5 4 4 16,-1 0-1-16,-4 0-2 0,0 3-3 0,-3 2-2 16,0 1-4-16,-5 4-3 0,4 0-3 0,4 1-3 15,0-1-5-15,0 3 1 0,4 1-7 0,-3-2 3 16,7 1 2-16,1 0-6 0,4-2-3 0,2-2-3 16,3 1 5-16,-1 0 2 0,6-1-2 0,2-1 3 15,3-1-1-15,-2-1 0 0,4-1-1 0,4-1-2 16,0-3-1-16,-2-1-1 0,8-1-3 0,-3-3 0 15,-2-1-2-15,3-1 2 0,0-1 0 0,-4-1 0 16,1-2-1-16,-3 4 3 0,-4-2 7 0,3 0 13 16,-3-1 13-16,-3 1-1 0,1 0 9 0,-2 3 5 15,0 2 3-15,-3-5 4 0,1 5-3 0,-2-2-8 16,2 3-5-16,0-1-9 0,-3 3-5 0,0 0-7 16,0 0 0-16,0 0-6 0,0 0 1 0,0 0-4 15,3 11-5-15,-5-5-4 0,1 0 3 0,2 2-2 16,1 1-2-16,-1 0 6 0,2 0-10 0,2 1-13 15,-1-1 4-15,2 0-5 0,1 0-8 0,2 0-2 16,-1-2-7-16,2-1-10 0,2-1-13 0,0-1-11 16,-1-1-12-16,0-3-10 0,4 0-9 0,-3-3-3 15,-1-2-1-15,0 1-1 0,-4-2 0 16,3-2 1-16,-3-4 2 0,0 2-1 0,4-4 0 0,-2-1 6 16,-3-3 5-16,2-3-4 0,0 3 15 0,-1-2-3 15,3-6 10-15,-3 0 3 0,-2-3 9 0,3 1-1 16,-7 7 10-16,2-5 5 0,-3 4 14 0,4-4 25 15,-2 8 21-15,-4 0 20 0,2 5 15 0,2 1 9 16,-4 1 16-16,2 0 0 0,0 6 1 0,0-3 0 16,0 0-4-16,0 8-11 0,0-5-9 0,0 5-6 15,0 0-10-15,0 0-4 0,0 0-3 0,0 0-4 16,0 0-1-16,0 20-4 0,-3-7 7 0,3 0-2 16,-1 5-5-16,1 3-3 0,-3-1 3 0,3 9-5 15,-1-3-4-15,-2 0 3 0,1-3-6 0,2 4 1 16,2-2-5-16,-2-3 1 0,3 5 0 0,1-6 4 15,2-2-2-15,-1 0 1 0,5-2 1 0,3-2 0 16,-2-1-1-16,2-2-3 0,0-5 3 0,4 3-4 16,1-3-1-16,1-2 6 0,0-4-12 0,0-1 5 15,3-1-5-15,-8-1 3 0,5-2-1 0,-3-2 0 16,-1-2 0-16,0-2-3 0,-4-1-1 0,-3 1 1 16,0-2-2-16,-1-1 1 0,-2-3 2 0,-1 6-2 15,-4-5-1-15,0 4 8 0,-2-2 7 0,0 5 7 16,-3-3 4-16,1 2 0 0,-1 4-5 0,-1 0-2 15,2 1 11-15,-4 2-12 0,1 0-7 0,2 2-4 16,5 0 4-16,-13 3-3 0,9-1 1 0,-2 2 1 16,1 1-5-16,4 2 6 0,-2 0 2 0,3 3 5 15,3 0-16-15,1 0 4 0,-1 0 0 0,2-5-4 16,2 2 4-16,4 1-3 0,-3-3-6 0,4 2-8 16,1-2-10-16,-3-2-42 0,4-3-37 0,-3 0-36 15,1 1-52-15,-1-5-69 0,-3 2-248 0,0-3-545 16,-2-1 241-16</inkml:trace>
  <inkml:trace contextRef="#ctx0" brushRef="#br0" timeOffset="43603.41">12459 16724 114 0,'0'0'139'0,"0"0"-26"0,0 0-4 0,25 6-12 0,-2-6-14 15,11 0-8-15,3-4-47 0,19 3-33 0,1-1-36 16,3 0-78-16,1 1-129 0,0 0 58 0</inkml:trace>
  <inkml:trace contextRef="#ctx0" brushRef="#br0" timeOffset="44022.32">13655 16574 14 0,'2'-4'317'0,"1"-3"-17"0,-3 0-22 0,-3 3-19 0,0-2-16 16,-1 1-16-16,-6-1-21 0,-1 3-14 0,-2 0-7 15,-1 1-16-15,-5 0-4 0,0 1-6 16,-1 4-14-16,-1-1-18 0,0 4-12 0,4 1-13 15,-2 3-9-15,3-2-8 0,0 3-8 0,3 5-10 16,-3-5-8-16,6 4-3 0,2 3-2 0,-1-1-6 0,3 0-6 16,5-3-3-16,-2 4-3 0,7-2-2 0,-1 2-2 15,5 1 1-15,-3-2 2 0,6 1 1 16,1-2-1-16,8 4 10 0,-3-4-20 0,3 1-2 16,-3-3-3-16,-2-1 3 0,3 1-10 0,-2 0 5 15,-1-4-3-15,0 2-7 0,-6-3 3 0,-2 0 1 0,2-4-1 16,-5 4-3-16,2-3 2 0,-6 1 3 0,-5-1 1 15,0 1-8-15,-4-1-1 0,-2 1-1 0,-8-1-2 16,-1 2 4-16,-2-2-10 0,0 0-20 16,-1-1-24-16,-5 1-23 0,6-2-26 0,0-2-14 15,3 1-30-15,1-1-29 0,5-1-22 0,6 1-63 16,-1-4-52-16,8 2-183 0,0 0-530 0,0 0 235 0</inkml:trace>
  <inkml:trace contextRef="#ctx0" brushRef="#br0" timeOffset="44305.89">13933 16964 82 0,'-3'8'230'0,"0"2"-10"0,-5 0-11 16,5 2-11-16,-4 4-11 0,-1 0-5 0,6 1-18 15,-1 2-12-15,2 1-17 0,1 1-9 0,1 1-9 16,3 5-12-16,0 1-3 0,7 0-17 0,-3 0-6 15,2 3-5-15,0-1-12 0,0 1-9 0,5-4 1 16,-1 3-5-16,-2-4-6 0,3 1-2 0,-3-2-6 16,-3-6-1-16,1-1-6 0,-2 0-8 0,-1-3-6 15,0-2-15-15,-2-4-18 0,2 1-12 0,-6-1-13 16,2-3-2-16,-3-4-14 0,0 2-29 0,0-4-35 16,0 0-36-16,0 0-34 0,-9-12-158 0,4 6-382 0,1-7 169 15</inkml:trace>
  <inkml:trace contextRef="#ctx0" brushRef="#br0" timeOffset="44590.24">14002 16857 4 0,'-7'-19'269'0,"3"3"-1"0,-1 0-2 16,1 7 5-16,1-3-5 0,0 0-2 0,4 5-11 15,-5-4-19-15,4 6-29 0,2-2-14 0,-1 2-20 16,3 0-13-16,-4 5-20 0,14-8-11 0,-2 4-18 15,-2 2-7-15,1 2-11 0,-11 0-9 0,31 2-7 16,-15 3-10-16,3 0 2 0,-1 3-15 0,-6 1-11 16,-2-4-5-16,-1 6-9 0,-1-3-8 0,3 5-10 15,-7 0 4-15,-4 0-12 0,0 0 0 0,-5 3-5 16,-5-2-6-16,-2 2-5 0,-2-1-5 0,-2-2-11 16,-3 1-11-16,-4 2-8 0,5-4-16 0,0-2-12 15,1 1-19-15,-1-4-17 0,2 4-11 0,5-6-22 16,0 0-24-16,4-3-31 0,5 1-29 0,0-2-181 15,2-1-447-15,0 0 198 0</inkml:trace>
  <inkml:trace contextRef="#ctx0" brushRef="#br0" timeOffset="44958.21">14473 16873 70 0,'0'0'165'0,"-11"-6"5"16,11 6-3-16,-22 1-2 0,7 2-4 0,-3 1 0 15,-3-1-7-15,3 4-6 0,-4-2-12 0,3 2-12 16,1 4-11-16,1-3-13 0,3 4-6 0,6-3-13 16,-3-1-12-16,4 0-2 0,-3 2-7 0,8-4-2 15,1 2-1-15,-1-1-3 0,5-2-4 0,2 0-3 16,2-1-7-16,1 1-2 0,2 0-3 0,2-3-1 16,0 0-7-16,5-2 1 0,-4-2-7 0,2 0-1 15,4 1 0-15,-4-4-2 0,3 1-3 0,-5-2-2 16,-1 0 3-16,-3-1-2 0,5-1 5 0,-5-1 7 15,-3-2 8-15,0 4 8 0,1-2 9 0,-6 2 6 16,4-2-1-16,-3 2 7 0,-2 1 2 0,3 1-6 16,0-1-8-16,-3 1-7 0,1 1-6 0,-1 4-10 15,0 0 2-15,0 0-8 0,-4-5 3 0,4 5-5 16,0 0-5-16,0 0-14 0,-4 13-7 0,4-8-22 16,0 2-13-16,-1-1-21 0,2 1-20 0,-1 0-24 15,3-1-19-15,1 5-22 0,1-3-31 0,0 2-27 16,2-3-29-16,3 0-157 0,-2-2-423 0,3 0 188 15</inkml:trace>
  <inkml:trace contextRef="#ctx0" brushRef="#br0" timeOffset="45326.18">14747 16870 75 0,'-1'-5'241'15,"-2"1"-16"-15,-1 0-4 0,3 0-13 16,1 4-7-16,-3-5-25 0,3 5-17 0,-4-4-18 15,4 4-9-15,0 0-5 0,0 0-9 0,0 0-8 16,0 0-9-16,8 16-9 0,-4-10-9 0,0 0-5 0,3 3-8 16,4 0-7-16,-2-1-7 0,1 2-3 0,1-4-7 15,1 5-2-15,-1-5 3 0,4 1-9 16,-1-1-8-16,-2-2 0 0,0-2-4 0,-1-1-4 16,1 1 0-16,-1-2 0 0,-4-2-4 0,-7 2 0 15,18-3-2-15,-13-2 0 0,-1 0 1 0,0-2 3 16,-2 1-1-16,-1-2 4 0,-2-1 13 0,-1 0 12 0,0 3 19 15,-3-3 4-15,0 0 7 0,-1 0 18 16,0 4 6-16,3-2-6 0,-2 2-6 0,-2 0-3 16,0 1-13-16,-1 1-9 0,1 1-4 0,7 2-10 15,-11-1-8-15,11 1 5 0,0 0-8 0,-10 5-16 16,10-5 1-16,-2 9 6 0,6-3-7 0,3 3-3 0,1 0-1 16,0 2-10-16,11 0-11 0,8 4-35 0,3-3-36 15,4-1-33-15,6 1-40 0,3-5-42 16,13 5-46-16,3-4-59 0,3-2-282 0,-9 1-622 15,8-2 276-15</inkml:trace>
  <inkml:trace contextRef="#ctx0" brushRef="#br0" timeOffset="45593.78">15895 16834 28 0,'0'0'319'0,"15"-7"-8"15,-9 5-16-15,0-1-17 0,-6 3-24 0,21-3-21 16,-12 0-20-16,5 0-23 0,1 1-15 0,-3-3-19 16,7 1-4-16,2 0-26 0,-2 0-15 0,0-1-13 15,2 0-16-15,-3 3-34 0,1-5-35 0,-4 5-45 16,0 1-54-16,-4 1-48 0,4-2-64 0,-3 2-241 15,-12 0-475-15,0 0 209 0</inkml:trace>
  <inkml:trace contextRef="#ctx0" brushRef="#br0" timeOffset="45744.32">15962 16946 73 0,'-15'12'224'0,"0"-1"-15"0,4-4-17 15,6 1-15-15,-1-3-12 0,0 0-6 0,4 0 4 16,2 0-3-16,2 0-16 0,-2-5-14 0,13 6-13 15,2-5-10-15,7 0-11 0,10-2-19 0,5 1-37 16,2-3-49-16,16 0-56 0,2-3-63 0,-1 5-66 16,-2-4-113-16,3-1-331 0,-3 5 147 0</inkml:trace>
  <inkml:trace contextRef="#ctx0" brushRef="#br0" timeOffset="46414.28">17364 16558 58 0,'0'0'212'0,"0"0"-22"0,-8-3-20 15,8 3-16-15,-22 2-17 0,10 4-9 0,-6 0-11 16,2 0-6-16,-3 3-8 0,0-1-8 16,2 4-8-16,1-5-7 0,1 5-2 0,-1-5-2 0,6 1-1 15,-3 0-7-15,2-3-2 0,1 0-5 0,1-2 4 16,5-1 11-16,-2 1 18 0,6-3 24 0,-8 1 8 16,8-1-13-16,0 0-8 0,0 0-7 0,-4-14-9 15,4 14-10-15,8-18-3 0,-2 9-8 16,-1-3-1-16,5 5-5 0,-1-9-6 0,1 4 4 15,1 5-15-15,0-3 8 0,1 2-6 0,1-1-4 0,-4 3-5 16,2-1 0-16,2 4-3 0,-2 0-7 0,-1 2-1 16,3 2-4-16,2 3-6 0,-3 1 0 0,3 5-1 15,1 3-4-15,-2 2-1 0,1 2 1 16,0 6-1-16,3 1-7 0,-3 1-1 0,1 0 4 16,-4 0-1-16,3 0-2 0,-4 4-1 0,-3-4 5 15,0 2-4-15,1-1-3 0,-4 0 3 0,-4-5-3 0,1 0 3 16,-2 0 1-16,-2-2-3 0,0 2 2 0,-4-3-2 15,-4 0 1-15,0-3 8 0,-2 1 9 0,-3-4 13 16,-2 0 27-16,0-2 18 0,-1-3 14 16,-2-4 11-16,-1-1 4 0,6-2 12 0,-2-2-1 15,3-1 2-15,-4-4 2 0,6-1-3 0,1-2-3 16,0-4-4-16,4-1-4 0,2-1-12 0,2-3-9 0,6-2-5 16,2-4-9-16,5 0-10 0,3 0-4 0,8 3-8 15,2 0-9-15,4 2-7 0,3 1-9 16,-1 2-9-16,1 5-13 0,2-2-1 0,-2 3-18 15,3 4-8-15,-5 5-18 0,2-4-24 0,0 7-17 16,-8 3-20-16,0-1-12 0,1-1-17 0,0 5-14 0,0 0-9 16,-5-1-6-16,2 5-7 0,-2-4-4 0,0 4-5 15,1-1-15-15,-2-1-16 0,-7 1-15 16,2-2-25-16,0-2-26 0,5 4-34 0,-8-2-200 16,-1 0-548-16,1 0 242 0</inkml:trace>
  <inkml:trace contextRef="#ctx0" brushRef="#br0" timeOffset="47015.49">18006 16598 235 0,'0'-3'310'0,"0"3"-25"16,0 0-29-16,-3-7-26 0,3 7-27 0,0 0-20 16,0 0-15-16,0 0-17 0,-8 17-18 0,7-10-13 15,1 5-12-15,-1 0-4 0,-2 6-16 0,3-1-10 16,-1 2-6-16,-1 1-2 0,2 1-11 0,-3 0-9 16,5-1-3-16,-4 3-1 0,2-4-7 0,-1 2-3 15,0-3-6-15,-1 0-3 0,2-5-4 0,0-2-1 16,0 2-4-16,0-4-2 0,0 0 8 0,-4-4-10 15,4-1 5-15,-1-1 6 0,1-3-3 0,0 0-2 16,0 0-2-16,0 0 6 0,0 0 3 0,-4-17-1 16,4 6-1-16,-3-2 3 0,3-5-3 0,3 0 0 15,-2-3 0-15,3-5 2 0,-1 3 2 0,-2 4 3 16,5-9 3-16,-2 10 1 0,0-1 3 0,0 6 15 16,1-4-11-16,1 6 2 0,-5-1-10 0,3 2-1 15,2 1 0-15,-1 5-5 0,1 1-4 0,-6 3-10 16,13 0-1-16,-13 0-2 0,17 11 5 0,-8-3 0 15,2 5-3-15,4 1-5 0,-3 1-2 0,2 2-2 16,2 3 1-16,3 3-1 0,0-2-2 0,-4-3 6 16,4 1-4-16,-4-5-1 0,0-1 2 0,1 0-4 15,-3-2 6-15,0-3 1 0,-3-1 4 0,-1-1 29 16,1-4 28-16,-3-2-6 0,2 0 6 0,-2-2-10 16,0-5 1-16,-2 1-10 0,-1-3-1 0,2-4-1 15,-2-4-8-15,-3-1-1 0,1-1-5 0,-4-1-1 16,4-8-7-16,-4 1 2 0,2-3-2 0,-1-2-14 15,1 7-29-15,0-6-22 0,-1 5-40 0,2-2-25 16,-1 1-30-16,0 7-31 0,-1 2-22 0,2 4-25 16,-1 1-26-16,1 1-46 0,1 1-59 0,-1 2-193 15,-1 4-577-15,0 5 256 0</inkml:trace>
  <inkml:trace contextRef="#ctx0" brushRef="#br0" timeOffset="47299.83">19437 16620 27 0,'1'-4'424'16,"-1"4"-15"-16,-1-8-31 0,1 8-28 0,0-7-35 15,1 1-8-15,-1 6-20 0,2-3-17 0,-2 3-19 16,0 0-23-16,0 0-26 0,4-5-15 0,2 0-21 16,-6 5-33-16,23 2-18 0,-9-5-32 0,7 3-29 15,1-2-37-15,9 4-25 0,2-2-40 0,-1 3-28 16,-2 0-47-16,0-1-44 0,-7 1-55 0,8-3-64 16,-8 3-260-16,-3-1-591 0,-1 2 262 15</inkml:trace>
  <inkml:trace contextRef="#ctx0" brushRef="#br0" timeOffset="47449.36">19547 16752 123 0,'0'0'124'0,"14"10"-5"0,3-5-21 0,9-1-2 15,7 1-9-15,9 1-11 0,19-2-27 0,5-2-50 16,2 1-46-16,36-3-74 0,-6 4-131 0,-28-2 58 15</inkml:trace>
  <inkml:trace contextRef="#ctx0" brushRef="#br0" timeOffset="47918.68">21281 16314 107 0,'0'0'248'0,"-19"5"-5"16,7 3-9-16,-7 1-4 0,-3 6-4 15,-6 2-5-15,0 0-7 0,1 4-15 0,-3-1-13 16,2 2-11-16,-1 0-18 0,6-3-13 0,4 7-11 0,-1 2-16 15,6 2-6-15,1 3-7 0,7-4-15 0,5 0-2 16,3-3-2-16,7 0-3 0,4-1 3 16,6-1-9-16,4-3-3 0,5-1 0 0,4-2-8 15,2-4-5-15,3-3-1 0,5-2-4 0,-2-4 8 16,-1-1-17-16,4-3 1 0,-3-4 1 0,-3-4-10 0,0-2-6 16,-2-2 0-16,-4-3 9 0,-5-6-4 0,-2 0 4 15,-1-7-14-15,-4-4 0 0,-6 0 4 16,-2-3-5-16,-3-1-4 0,-6 0 1 0,0-4-5 15,-5 2-5-15,-3 4 0 0,-4-3 1 0,-5 3-5 16,-3-1-6-16,-2 5 4 0,-5 2-3 0,-1 2-10 0,-5 4-10 16,3 0-8-16,-2 6-19 0,1 0-16 0,1 4-15 15,3 5-20-15,2 2-23 0,4 1-21 16,-3 5-23-16,4 2-24 0,-2 2-15 0,3 2-32 16,1 2-36-16,3 3-230 0,3-2-538 0,1 5 238 15</inkml:trace>
  <inkml:trace contextRef="#ctx0" brushRef="#br0" timeOffset="48286.66">22410 16127 87 0,'-1'-10'357'0,"-1"2"-17"0,-3 1-23 0,1 0-30 16,-3 3-27-16,0 2-23 0,-5-1-12 0,1 5-19 15,-9 1-2-15,1 6-5 0,-6 6-4 16,4-3-1-16,-5 5-1 0,-2 6-15 0,1 1-10 16,1 0-14-16,2 2-14 0,1 4-6 0,2-3-3 15,3 2-10-15,-1 1-2 0,6 0-7 0,2 5-8 0,7-5-8 16,2 4-3-16,4 2-9 0,5-1-12 0,5 0-1 15,4 1 0-15,5-4-11 0,18 6-6 0,1-1-9 16,6-2-10-16,3-3-15 0,8-8-17 16,4 0-23-16,-1-6-16 0,6-3-18 0,-3-3-22 15,3-4-34-15,-4-1-16 0,1-5-31 0,-3-4-37 0,-5 0-44 16,-14-7-46-16,12-6-61 0,-16 2-276 0,-3-5-673 16,-3-3 297-16</inkml:trace>
  <inkml:trace contextRef="#ctx0" brushRef="#br0" timeOffset="48821.98">23005 16278 73 0,'0'0'179'16,"0"0"-8"-16,-4 9-4 0,2-4-14 0,2 1-5 15,0 4-22-15,-3 0-11 0,3 1 4 0,-1 6-10 0,1-3-10 16,-3 4-10-16,3 0-5 0,-1 1-8 0,-1 0-7 15,-3-1-7-15,3 1-7 0,-4 1-4 16,5-2-6-16,-2 0-3 0,0 1-6 0,0-2-2 16,-1-1-3-16,-1-3-3 0,4-3 1 0,-2-2-6 15,2-5 5-15,-2 7-8 0,2-7 3 0,-1 0-1 0,2-3 0 16,-4 2 1-16,4-2 3 0,0 0 4 0,0 0 1 16,-3-15-4-16,6 9 2 0,-3-7-3 0,4 2-2 15,0-4 5-15,-1-4 5 0,1 1-3 16,1-1 0-16,4 0 6 0,-4 1 7 0,2 0 4 15,-1 0 5-15,0 3 2 0,0-2 3 0,-2 4 3 0,1 3 1 16,1 1 1-16,0 1-9 0,-2 2-3 0,3 2-6 16,-3 0-9-16,2 3-2 0,-6 1-2 0,13 2-5 15,-2 4-4-15,-3 3 0 0,5-1-2 16,0 7-3-16,3 1-4 0,2 5 3 0,1-1-9 16,-4 1 6-16,7-1 6 0,-2 1-14 0,1 0 6 0,2 1-2 15,-1-4 3-15,-2 2 1 0,-4-5 1 0,2-2 13 16,-3-3 9-16,-5-5 17 0,0 0 21 0,3-2 18 15,-8-1 7-15,5-4-2 0,-4-2 8 16,-1 1 3-16,1-7-13 0,-3-2-8 0,1-4-4 16,-4 3-5-16,4-7-5 0,-8-2-9 0,4 1-4 0,-1-6-7 15,-5 2 1-15,4 4-11 0,-4-5-4 0,1 4-4 16,-5-4 3-16,6 0-32 0,-1 7-25 0,1 2-19 16,-2-1-34-16,2 7-27 0,1-3-23 15,-3 5-28-15,4 1-32 0,0 3-47 0,0 3-23 16,-2 1-23-16,4 1-37 0,0 0-263 0,0 0-621 0,0 0 275 15</inkml:trace>
  <inkml:trace contextRef="#ctx0" brushRef="#br0" timeOffset="49156.4">23653 16044 234 0,'0'0'300'16,"0"0"-23"-16,0 0-4 0,0 0 1 0,0 0-3 16,5 13 6-16,0-3 2 0,4-1-9 0,1 6-5 15,4 2-12-15,2-2-14 0,4 6-9 16,-2-1-20-16,2 2-14 0,-2 0-18 0,3 0-15 15,0-1-16-15,-6 1-16 0,1 2-11 0,-2 0-16 0,-2-6-8 16,-5 2-8-16,-1 6-8 0,-6 0-7 0,-3 1-16 16,-5 3-18-16,-6-2-35 0,-4 5-51 0,-2 1-53 15,-13 8-64-15,6-16-59 0,-10 10-56 16,6-10-83-16,-12 6-298 0,10-8-713 0,5-1 317 16</inkml:trace>
  <inkml:trace contextRef="#ctx0" brushRef="#br0" timeOffset="51715.46">7952 16613 165 0,'4'-9'384'0,"0"-1"13"0,0 5-6 0,-1-3-15 15,-2 1-24-15,1 3-28 0,1-1-28 0,-3 5-32 16,2-5-32-16,-2 5-25 0,0 0-21 0,0 0-13 16,11 11-7-16,-8 2-11 0,5 4-3 0,2 2-5 15,2 9-8-15,-4 1 20 0,0 2-7 0,0 5-11 0,7 15-14 16,-4-2-6-16,3 2-9 0,2 2-9 15,-1-2-8-15,-3 1-3 0,1 1-4 0,-3 1-4 16,-3 1-2-16,1 2-12 0,1 1-1 0,-4-2-8 16,2-2-5-16,-2 3-27 0,3-6-7 0,-5-1-3 0,-4-12 0 15,-1-1-1-15,1-2-2 0,-3-2-3 0,3-2 1 16,-2-7 8-16,3-3 3 0,-2-8-8 16,1-1-25-16,0-3-26 0,-1-1-22 0,2-2-19 15,0 1-16-15,0-5-31 0,0-2-52 0,0 0-64 16,0 0-59-16,0 0-48 0,14-16-76 0,-8 6-325 0,3-7-807 15,2-8 358-15</inkml:trace>
  <inkml:trace contextRef="#ctx0" brushRef="#br0" timeOffset="52317.59">8631 16979 295 0,'0'-6'299'16,"3"0"-1"-16,-2 0-10 0,-1-1-6 0,0 2-10 15,0 5-16-15,-1-12-15 0,-2 7-7 0,3 5-3 16,-6-12-16-16,2 6-12 0,0 2-9 0,4 4-18 16,-7-8-13-16,-1 4-16 0,2 1-16 0,-3 1-11 15,-3 2-13-15,0 1-5 0,-2 2-15 0,-1-1-9 16,0 3-7-16,-1 3-8 0,4-3-9 0,-2 3 4 15,3-1-10-15,-4-1-10 0,7 2 3 0,-1-1-10 16,3 3-3-16,0-2-1 0,1 0 0 0,4-1-3 16,0 2-2-16,3-1 4 0,3 1 6 0,5 0-5 15,5 2 4-15,1 1-3 0,2-2-2 0,3 0 0 16,7 3-6-16,-1 0-3 0,-1-3 4 0,3 1-3 16,-10 1-9-16,5 1 3 0,-3-3-2 0,-5 1-2 15,0 0-1-15,-2-1 0 0,-2-1-2 0,-4 2 1 16,2-1-2-16,3 0-2 0,-6-1 1 0,-4 0 4 15,-3 1-3-15,0-3 6 0,-1 0 1 0,-3 3 6 16,-1-4 4-16,-1 2 7 0,-1-3 1 0,-3 0-2 16,-3 0-1-16,-5 1 3 0,-1-1-2 0,5-2-1 15,-5-2-7-15,2 2-2 0,-4-1 0 0,9-2-4 16,-3-1-17-16,3 0-16 0,-3-1-17 0,5 0-19 16,2-1-28-16,0 0-22 0,1 0-39 0,7 3-52 15,-4-7-49-15,4 2-58 0,0 5-67 16,7-15-305-16,4 6-732 0,-4 0 324 0</inkml:trace>
  <inkml:trace contextRef="#ctx0" brushRef="#br0" timeOffset="52719.02">8899 16638 106 0,'0'-8'382'0,"1"2"2"16,-1 6-19-16,0-12-26 0,0 12-35 0,0-6-34 15,0 6-21-15,0-8-32 0,0 8-14 0,0 0-24 16,0 0-17-16,0 0-20 0,6 31 5 0,-4-13 4 16,3 0-13-16,2 10 9 0,-1 4-5 0,-1 3-11 15,2 2-3-15,0 13-11 0,1 2-13 0,-2 0-11 16,3 0 1-16,1-1-1 0,-5 1 2 0,3 0-8 15,-1-2-8-15,4 1-3 0,-7 4 0 0,4-1-8 16,-4-2-9-16,6 3-1 0,-5-2-8 0,5-3-2 16,-3 0-6-16,-2-13-6 0,2 0-6 0,1-1 2 15,-3-2-5-15,1-3-1 0,-2-1-3 0,0-10-4 16,-4-2-3-16,4-1 2 0,-1-5-4 0,-2-2-14 16,0-2-14-16,1-3-7 0,-2 1-16 0,0-4-38 15,0-2-26-15,0 0-50 0,0 0-38 0,0 0-40 16,1-19-48-16,1 6-59 0,-1 2-74 0,3-8-245 15,0-1-709-15,0-6 314 0</inkml:trace>
  <inkml:trace contextRef="#ctx0" brushRef="#br0" timeOffset="53103.71">9744 17018 229 0,'0'0'373'0,"-10"-1"-6"0,10 1-15 16,0 0-18-16,0 0-17 0,0 0-23 16,0 0-11-16,0 0 3 0,0 0 1 0,0 0-14 0,0 0-25 15,24-5-17-15,-13 3-23 0,4 0-20 0,6-1-16 16,0 1-20-16,9-2-18 0,-7 0-9 0,10-1-14 16,-3 1-10-16,3-2-24 0,-3 3-17 0,-10 1-30 15,2-2-31-15,-1 4-50 0,1-2-39 16,-11 2-43-16,4 2-48 0,-4-4-48 0,-3 5-31 15,-1 0-32-15,-7-3-49 0,4 5-268 0,-4-5-660 0,-8 10 292 16</inkml:trace>
  <inkml:trace contextRef="#ctx0" brushRef="#br0" timeOffset="53270.59">9909 17091 42 0,'-19'8'128'0,"3"2"21"0,-2 0 17 0,9-2 16 16,-1 0 9-16,2-2-3 0,4 0-1 0,0-1-1 15,0 2 13-15,1-2 10 0,3 0 2 0,0-5 8 16,4 8-9-16,6-5-18 0,3-2-12 0,1-1-18 0,5-1-17 15,2-1-11-15,10-1-21 0,-7-2-1 16,5 2-11-16,1-5-22 0,-7 3-13 0,-3-4-45 16,2 1-32-16,-3-2-62 0,-1 1-53 0,-1-1-77 15,-3-3-121-15,-3-2-183 0,-6 3-547 0,1-7 242 16</inkml:trace>
  <inkml:trace contextRef="#ctx0" brushRef="#br0" timeOffset="54575.59">6411 11949 195 0,'-1'-4'238'0,"-2"0"5"0,0 1-10 0,-1 0-7 0,0-1-8 15,-1 1-12-15,-2 1-6 0,2 1-9 0,-1-1-3 16,-4 1-10-16,0 1 6 0,0 0-18 0,-5 3 3 16,2-1-4-16,0 1-3 0,-7 1-11 0,6 0-10 15,-3 2 8-15,-1-1-8 0,0 2 1 0,2 1-10 16,2-1-9-16,-2 1-4 0,2-1-15 0,1-1-3 15,5 0-11-15,-2 1-9 0,3-1-11 0,-2 0-4 16,6-1-4-16,-1 2-10 0,1-1-1 0,3-1-2 16,0 1 2-16,3 1-4 0,0-1-1 0,5 2-2 15,1 0-5-15,2-1-1 0,4 1-4 0,3 1-3 16,1 0-3-16,0 0-3 0,0 0-4 0,4 0 0 16,-2-2 1-16,-1 3-5 0,-1-2-2 0,2 3-3 15,-4-4-3-15,-2 3 9 0,0-2-9 0,-3 0 0 16,-1 0-2-16,-1-2-4 0,-2 1 0 0,-4 0 1 15,4-1 2-15,-7-1-3 0,2 2 3 0,-3-1 1 0,-3 1 1 16,1-2-1-16,-6 0 1 0,1 1 1 16,-3-1 0-16,-6 1 0 0,2-1-2 0,-5 0 0 15,-1 0 2-15,-5-1-1 0,4-1-2 0,-2 2 2 0,-1-3-2 16,1 0-10-16,3 1-19 0,1 0-22 0,4-2-36 16,5 1-36-16,1-2-45 0,2 1-42 0,7-1-55 15,0 0-51-15,0 0-48 0,0 0-326 16,0 0-740-16,18-14 328 0</inkml:trace>
  <inkml:trace contextRef="#ctx0" brushRef="#br0" timeOffset="54943.56">6562 11666 361 0,'0'-11'417'0,"2"3"-13"0,-2-1-10 16,1 2-10-16,-1 4-5 0,0-4-24 0,0 4-29 15,0 3-32-15,0-7-28 0,0 7-34 0,0-4-30 16,0 4-15-16,0 0-22 0,0 0-16 0,11 14-13 16,-9-1-15-16,4 2-6 0,-1 4-7 0,1 9-9 0,-2 1-2 15,0 3-6-15,1 3-8 0,-3 3-6 16,2 12-6-16,1 0-2 0,2-1-9 0,-3 5-2 15,0-4 10-15,4 2-1 0,0-1-5 0,2 1-7 16,5-1 2-16,0-2-11 0,0 8 1 0,3-6-5 0,1-2-2 16,5-1-7-16,-2-2 0 0,1 0-3 15,1-1-6-15,-6-12 1 0,0 0-4 0,-1-4-2 16,0-1-3-16,-1-1-18 0,2-3-29 0,-9-6-42 0,-2-1-49 16,0-5-62-16,-3-2-42 0,2-1-25 0,-6-3-29 15,-3-1-41-15,0 0-48 0,-1-4-52 0,-3-1-264 16,-5-1-740-16,-2-3 327 0</inkml:trace>
  <inkml:trace contextRef="#ctx0" brushRef="#br0" timeOffset="55462.06">5746 11819 279 0,'-8'-18'382'0,"1"2"4"0,0-2 5 16,3 3 0-16,-1 3-2 0,-2 2-9 0,4 2-14 16,2 2-29-16,-3 3-37 0,2-3-30 0,0 5-39 15,2 1-23-15,0 0-22 0,0 0-19 16,8 19-17-16,-1-2-14 0,5 8-14 0,-3 5-11 0,2 3-13 15,7 14-8-15,0 3-4 0,-5 5-3 0,2-1-5 16,-3 3-5-16,-2-2-1 0,3-1-4 0,-1 4-3 16,-3-3-7-16,6 5-4 0,-4-7-5 0,1-2-6 15,-1-1-1-15,-1-14-3 0,-1 0-5 0,-1 0-1 16,2-3-4-16,-6 0-5 0,1-2-3 0,5-6-16 16,-9-4-32-16,3-6-40 0,-2-2-59 0,2-3-45 15,1 2-51-15,-2-7-25 0,2 1-44 0,-2-1-58 16,1-4-77-16,-4-1-308 0,11-3-794 0,-4-2 351 15</inkml:trace>
  <inkml:trace contextRef="#ctx0" brushRef="#br0" timeOffset="55863.48">7020 12078 284 0,'10'-1'375'0,"-10"1"-1"15,9-2-8-15,-2-1-7 0,0 2-6 0,4-2-18 16,3 0-16-16,-1 0-17 0,9-1-13 0,1-2-30 16,-4 1-27-16,11-3-22 0,-7 2-23 0,6-4-19 15,-6 5-16-15,-1 0-17 0,-1 0-11 0,0 0-16 16,-5 0-26-16,-2 1-35 0,-2 2-48 0,0 0-52 15,-5 1-63-15,-2-1-53 0,1 1-45 0,-6 1-29 16,0 0-42-16,0 0-38 0,0 0-27 0,-14 14-201 16,2-8-598-16,-6 5 265 0</inkml:trace>
  <inkml:trace contextRef="#ctx0" brushRef="#br0" timeOffset="56030.74">7073 12222 143 0,'-6'9'251'0,"0"0"4"0,4-3 3 16,-1 1 10-16,1-1 6 0,1 0 17 0,2 1 13 15,2-2 5-15,1 0-1 0,7-3-12 0,1 3-21 16,2-4-28-16,9 1-25 0,6-3-20 0,-5 1-22 16,6-4-20-16,4 0-33 0,-1-1-49 0,1 3-69 15,-3-2-83-15,-8 1-89 0,0-2-119 0,-4 2-375 16,3 0-711-16,-8 0 315 0</inkml:trace>
  <inkml:trace contextRef="#ctx0" brushRef="#br0" timeOffset="64945.63">29236 11362 314 0,'2'-4'371'0,"-2"4"-2"0,0 0 26 15,2-5-37-15,-2 5-7 0,0 0-14 0,1-3-8 16,-1 3-19-16,0 0-11 0,0 0-19 0,2-4-14 0,-2 4-13 16,0 0-17-16,0 0-14 0,0 0-18 0,0 0-16 15,0 0-5-15,0 0-12 0,-2-5-10 0,2 5-9 16,0 0-8-16,0 0-9 0,0 0-17 0,0 0-8 16,0-5-10-16,0 5-9 0,2-7-9 0,0 6-9 15,-2 1-3-15,1-6-11 0,-1 1-5 0,4 1-9 16,-2 0 0-16,-1 0-2 0,2-1-6 0,-2 0-4 15,1 0-5-15,-1-2 1 0,0 4-4 0,3-3-3 16,-4 1 0-16,2 3-7 0,-1-2-1 0,1 0 0 16,-1 0-8-16,0 1 3 0,-1 3 1 0,3-5-4 15,-3 5-4-15,0 0-1 0,1-3 3 0,-1 3-8 16,0 0-2-16,0 0-5 0,0 0-4 0,0 0-7 16,0 0 8-16,0 0-3 0,0 0 1 0,0 0 2 15,1 15 3-15,-1-7 2 0,0-2-4 0,0 4 1 16,0-2 1-16,0 5 3 0,0-4-1 0,0 4 1 15,0-2 1-15,0-1-2 0,2 2-5 0,-4 2-7 16,2-3-6-16,0-1 2 0,0 1-5 0,2 1 1 0,-4-2-2 16,4-1-3-16,-2 0-5 0,0-2 6 0,1 1 0 15,-1 1 3-15,0-5-3 0,0 2 2 0,0-1-3 16,0 0-2-16,0-2 4 0,0 1 1 0,0 1 2 16,2-1 4-16,-2-4 2 0,0 0 3 0,0 0 4 15,-3 5 1-15,3-5 3 0,0 0 0 0,0 7 1 16,0-7 1-16,0 0 2 0,-2 2 1 0,2-2 1 15,0 0 1-15,0 0-5 0,0 0 0 0,0 0-7 16,0 0-7-16,0 0-6 0,-2 4-1 0,2-4 1 16,-7 1-2-16,0 0 4 0,5 2-3 0,2-3-1 15,-9 2 2-15,4 1-2 0,-2-1 10 0,7-2-1 16,-11 3 2-16,8-2 1 0,3-1 5 0,-8 3-4 16,4-2 5-16,4-1-2 0,-9 1 2 0,9-1 15 15,-6 3-11-15,6-3 2 0,-4 1 2 0,4-1-1 16,0 0 4-16,-4 3 4 0,4-3 2 0,0 0 4 15,0 0 4-15,0 0 2 0,0 0 3 0,0 0-1 16,0 0-4-16,0 0 0 0,0 0 1 0,0 0-5 16,29-4 2-16,-20 3-2 0,4-1 0 0,0 0 0 0,-1 1-5 15,0 1-5-15,1 0-8 0,-1-3-11 16,0 4-24-16,-1-2-36 0,1 2-33 0,-5-1-35 16,1 0-29-16,-2 0-33 0,3-1-40 0,-9 1-39 0,8 0-49 15,-8 0-60-15,6-1-224 0,-6 1-675 0,0 0 300 16</inkml:trace>
  <inkml:trace contextRef="#ctx0" brushRef="#br0" timeOffset="66701.85">28085 11300 92 0,'-3'-4'326'0,"0"1"-4"15,0 0-12-15,3 3-13 0,-5-5-25 0,4 2-32 16,1 3-25-16,0 0-19 0,-11 1-22 0,11-1-8 15,-14 7-16-15,6-4 1 0,-3 4 1 0,0 2-1 16,1-1 11-16,-1 3-17 0,-2 2-7 0,1-1-7 16,1 1-11-16,4-1-11 0,-3 3-7 0,4-1 0 15,1 4-14-15,2-5-5 0,2 1 3 0,1 0-13 16,4-2 0-16,0 5-10 0,7 1-5 0,6 5-10 16,8-3 6-16,0-1-7 0,2-1-8 0,3 0-31 15,-1-1-42-15,3-3-66 0,-1 0-70 0,0 1-99 0,1-1-97 16,-1-1-302-16,-5-3-722 0,-5-1 319 0</inkml:trace>
  <inkml:trace contextRef="#ctx0" brushRef="#br0" timeOffset="67404">29377 11113 90 0,'-4'-1'293'0,"4"1"-14"0,0 0-29 0,0 0-24 0,0 0-15 16,0 0-3-16,0 0-2 0,2 15 4 0,-2-10-10 15,6 6-6-15,-2-4 2 0,0 7-11 16,4 2-13-16,-4-5-17 0,4 6-14 0,1-1-13 0,1 1-12 15,0 0-12-15,0 0 6 0,0 0-27 0,-1 1-10 16,-1 1-3-16,-1-2-4 0,-2 1-6 0,4-1-12 16,-6 1-3-16,1-6-35 0,-4 5-39 0,-1-3-37 15,-3 3-38-15,-3 0-50 0,-2-2-65 0,0 1-96 16,-6-3-226-16,3-2-585 0,-4 0 259 0</inkml:trace>
  <inkml:trace contextRef="#ctx0" brushRef="#br0" timeOffset="67890.02">28886 11537 131 0,'0'0'388'16,"0"0"-21"-16,-2-4-36 0,2 4-26 0,0 0-34 15,0 0-30-15,0 0-24 0,0 0-21 0,-8 0-16 16,8 0-23-16,0 0-20 0,-3 8-12 0,-2-3-8 15,4-3-11-15,0 2-8 0,1 1-13 0,0 2-9 16,-2-2-3-16,4 3-8 0,-1-1-3 0,0 1-15 16,2-2-25-16,2 4-41 0,-5-3-49 0,4 3-75 15,0-2-89-15,3 0-101 0,-3-2-168 0,-1-4-542 16,5 4 240-16</inkml:trace>
  <inkml:trace contextRef="#ctx0" brushRef="#br0" timeOffset="69010.03">28238 11371 108 0,'0'-3'235'0,"0"3"-12"0,0 0-15 0,0 0-25 15,0 0-13-15,0 0-19 0,0 0-16 0,-2-3-15 16,2 3-12-16,0 0-9 0,0 0-11 0,0 0-8 16,0 0-8-16,0 0-7 0,0 13-9 0,0-9-3 0,1 1-4 15,-1-5-6-15,0 7-4 0,0-1-3 0,1-1 0 16,-1 0-8-16,3-1 2 0,-3 1-5 16,2-1-8-16,0 1 5 0,-2 0-3 0,0-1-1 0,0 0 0 15,4 0-3-15,-2 1 1 0,-2-5-2 0,1 3-3 16,-1 0 0-16,0-3 1 0,3 4 1 0,-3-4 8 15,0 0 9-15,2 4 10 0,-2-4 8 0,0 0 13 16,3 4 12-16,-3-4 12 0,0 0 15 0,0 0 9 16,0 0 6-16,0 0-8 0,0 0-9 0,0 0-13 15,0 0-3-15,6-13-10 0,-5 9-7 0,3 0 6 16,-1-1-15-16,-2 1-8 0,5-1-3 0,-4 1-1 16,1-2-12-16,2 1 3 0,-2 1-2 0,-2-1-2 15,4 1-1-15,-3 0-9 0,1 0 11 0,0 1-3 16,-2 0 8-16,-1 3-17 0,4-5-1 0,-4 5 1 15,2-4-4-15,-2 4 2 0,2-3-9 0,-2 3-3 16,6-2-1-16,-6 2 7 0,0 0-11 0,0 0 6 16,0 0-6-16,12 4-3 0,-9-2 1 0,1-1-6 0,-4-1 15 15,5 5-5-15,-1-2-4 0,0 1 5 16,0 0-4-16,-2-2 2 0,3 2-3 0,-3 1-4 16,0-1 1-16,1 0 3 0,-1 1 5 0,-1-1-1 15,4 0-6-15,-4 0-2 0,-1 0 0 0,0 1 5 0,0 0-2 16,0-3-9-16,0 4 2 0,0-6-5 0,0 5-15 15,0-5-14-15,0 5-14 0,0-5-14 0,-1 5-23 16,1-1-17-16,-5-2-28 0,5-2-29 0,0 8-42 16,0-8-39-16,5 4-47 0,-5-2-202 0,0-2-538 15,0 0 239-15</inkml:trace>
  <inkml:trace contextRef="#ctx0" brushRef="#br0" timeOffset="69377.98">28560 11290 214 0,'0'-4'303'0,"0"4"-24"16,0 0-24-16,1-4-24 0,-1 4-24 0,0 0-21 15,0 0-23-15,0 0-16 0,0 0-15 0,0 0-12 0,0 0-14 16,-4 13-12-16,2-8-7 0,1 1-9 16,-2-1-8-16,2 5-6 0,-2-3-4 0,0 2-6 15,-1 1-2-15,0 2-9 0,0 0 2 0,0 0-10 0,-3 1 5 16,5-2-3-16,-3 2-3 0,1 1-5 0,0 2 3 16,-1-3-8-16,-2 2 3 0,3-2-2 0,0 1-5 15,1-1 1-15,-1-2-3 0,1-1-3 16,-2 0 1-16,2 1-3 0,-1 0 3 0,2-2-4 0,-3 0 2 15,3-1-5-15,0-2-18 0,1 1-17 0,1-1-21 16,-3-1-34-16,3-1-44 0,0 1-35 0,0-5-50 16,3 6-54-16,-2-5-154 0,-1-1-453 0,6 2 202 15</inkml:trace>
  <inkml:trace contextRef="#ctx0" brushRef="#br0" timeOffset="70130.66">28642 11478 87 0,'0'-4'173'15,"0"4"-12"-15,0-4 8 0,0 4-1 0,3-6 3 16,-3 6-1-16,4-5-7 0,-4 5-9 16,0-3-2-16,0 3-4 0,0 0-7 0,0-5-9 0,0 5-8 15,0-4-14-15,0 4-10 0,0 0-7 0,0 0-10 16,0 0-6-16,4-4-4 0,-4 4-8 0,0 0-7 15,0 0-4-15,0 0-6 0,-6-5-8 0,6 5-5 16,-5-1-2-16,5 1-1 0,0 0-2 0,-6-1-6 16,6 1-2-16,0 0-1 0,-11 1-4 0,11-1-3 15,-8 1 1-15,8-1-3 0,-9 2-3 0,5 0 1 16,0 2-2-16,-2-3-1 0,1 2-1 0,1-1 0 16,-1 2 1-16,1 0-1 0,0-1-2 0,-1 3-3 15,0-4 0-15,3 3 0 0,-3-2 0 0,1 2 0 16,2 0 2-16,-1 1-3 0,1 0 2 0,-3-3 2 15,2 1-3-15,3-1-2 0,0 4 3 0,0-2-1 16,-1-2 2-16,2 2-3 0,-1 1 3 0,0-6-3 16,3 7 3-16,-2-3 1 0,-1-1 3 0,4 1-3 0,-2-2 0 15,1 1-1-15,-3-3 0 0,5 4 2 0,-1-3 1 16,-4-1-4-16,0 0 5 0,12 0-2 16,-12 0-5-16,10-1 2 0,-5-1 4 0,2 1-3 15,-2-1 0-15,-5 2-2 0,10-3 1 0,-5 1 1 0,0-1 2 16,3 0-2-16,-4 1-1 0,0-1-1 0,-1 1 1 15,1-1 1-15,1 0 3 0,-5 3 17 16,6-6 6-16,-4 3 4 0,-2 3 6 0,3-2 12 0,-3 2-2 16,5-4 9-16,-5 4 5 0,3-3-6 0,-3 3 7 15,0 0-6-15,4-4-7 0,-4 4-6 0,0 0-1 16,0 0-3-16,2-3-3 0,-2 3-6 0,0 0-5 16,0 0-3-16,0 0-7 0,0 0-1 0,0 0-3 15,0 0-5-15,2 9 4 0,1-5 0 0,-2-1-8 16,-1 1 1-16,2 1 5 0,-2-1-2 0,1 1-1 15,1 2-1-15,0-1-6 0,2 1 5 0,-1-1-2 16,2 3-17-16,-1 0-26 0,3-1-37 0,-1 1-56 16,-2 1-79-16,4-2-86 0,-1-1-290 0,-3 0-637 15,-1 0 281-15</inkml:trace>
  <inkml:trace contextRef="#ctx0" brushRef="#br0" timeOffset="73425.19">28786 11948 93 0,'0'0'274'0,"0"-4"-7"0,0 4-10 0,0 0-11 15,0 0-10-15,0 0-11 0,0 0-7 0,0 0-11 16,0 0-9-16,0 0-11 0,0 0-12 0,0 0-9 16,0 0-21-16,-5-4-6 0,5 4-12 0,0 0-7 15,0 0-16-15,0 0-3 0,0 0 1 0,-11 9 1 16,10-5 4-16,-5 1 0 0,2 0 2 0,-4 3 4 15,0 1-5-15,-3 1 3 0,1 5-1 0,-3 1-7 16,-6 4 1-16,-1 2-3 0,-1 1-3 0,3 2 1 16,-7 1-9-16,-1 2-4 0,0-1-8 0,-4 0-4 15,2 3-1-15,-11 5-3 0,12-5 3 0,-11 5 0 16,10-7-7-16,-1-2-2 0,2 3 1 0,0-2-6 16,-2 1-5-16,4-4 6 0,1-1-11 0,0 1-6 0,2 2-2 15,5-4-4-15,0-5-4 0,3-1 5 16,1-2-13-16,-1 2 0 0,2-3-2 0,2-5-3 15,3 4-1-15,-1-3-5 0,0-2 3 0,1-1 0 0,6-1-4 16,-2-1 5-16,-1 1-7 0,3-1-2 0,-3 0 1 16,2-2-11-16,2-2-14 0,-3 5-19 0,3-5-23 15,0 4-27-15,0-4-27 0,-5 4-32 0,5-4-18 16,0 0-54-16,0 4-28 0,0-4-39 0,4 4-60 16,-4-4-69-16,0 0-307 0,6 2-779 0,-1-1 345 15</inkml:trace>
  <inkml:trace contextRef="#ctx0" brushRef="#br0" timeOffset="74562.02">27770 13113 109 0,'0'0'307'0,"-2"-4"-8"16,2 4 9-16,0 0-7 0,0 0-4 0,2-9-4 16,-2 9-14-16,-2-2-3 0,2 2-14 0,0 0-12 15,0-6-19-15,0 6-14 0,0 0-23 0,0 0-15 16,5-3-20-16,-5 3-12 0,3-3-23 0,-3 3-5 15,5-2-13-15,-5 2-13 0,11-2-9 0,-3 2-9 16,-8 0-5-16,13 0-7 0,-8 0-9 0,5 0-4 0,-5 2-3 16,2-1-4-16,-7-1-8 0,11 1-5 15,-5 0-4-15,-6-1-4 0,9 3-3 0,-4 1 0 0,-1-4-6 16,-1 4-1-16,0-2-5 0,1 0 0 0,-4-2 0 16,6 6 0-16,-6-4-4 0,3 2 1 0,0 0 8 15,0 0-9-15,-2-1-4 0,-1-3 0 0,0 6-1 16,-1-1 0-16,1-5 1 0,-2 8-2 0,0-6-2 15,-1 2 3-15,1-2-3 0,-3 3 5 0,1-3 2 16,4-2-2-16,-5 8-3 0,2-5 1 0,0-3 3 16,-2 3 0-16,2-1-3 0,3-2 3 0,-6 5 1 15,1-4-2-15,5-1-5 0,-5 5 4 0,5-5 1 16,-4 4-1-16,2-3 3 0,2-1-5 0,-4 4-1 16,1 0-1-16,3-4 4 0,0 0 0 0,-1 4 4 0,1-4-4 15,0 0 9-15,1 6-11 0,-1-6 3 16,5 4 0-16,-5-4-2 0,4 6 3 0,0-3 1 15,-3-1-3-15,5 1 1 0,2 1 2 0,-2-2-1 0,0 1 1 16,-1 0-4-16,2-1-1 0,3 1 3 0,-6-1 4 16,3 1-4-16,-2-1 2 0,3-1-2 0,-4 4-1 15,0-3-1-15,2 2 1 0,-1 0 3 0,-3-3-6 16,0 1 1-16,4 1 1 0,-6-3 2 0,6 5-4 16,-3-1 5-16,-3 1-3 0,2-2 1 0,0-1-2 15,0 2 0-15,0-1-1 0,1 1 2 0,-3-4 1 16,3 5-1-16,-6-2-1 0,3-3 0 0,3 7 2 15,-3-3 4-15,0-1-6 0,0 2 11 0,0-5-13 16,-6 6 3-16,4-3 3 0,0 0 1 0,-2 1-1 16,0 0 3-16,-4-3-1 0,3 1-2 0,-4 0 4 15,-2 2 3-15,-1-2-3 0,-1 1-4 0,-1-2-14 0,3-1-12 16,-3 3-31-16,0-3-41 0,1 0-43 0,1 0-44 16,3 1-47-16,0-1-55 0,1 0-61 0,0 1-295 15,1-1-695-15,3 1 308 0</inkml:trace>
  <inkml:trace contextRef="#ctx0" brushRef="#br0" timeOffset="75181.88">27569 13296 216 0,'0'0'245'0,"0"0"-7"16,0 0-11-16,0 0-12 0,-9 7-8 15,9-7-12-15,-6 5-12 0,3-2-12 0,-2 3-11 0,3-1-8 16,-3-2-10-16,5 2-9 0,-4 2-11 0,4 1-12 16,0-2 0-16,-2-1-17 0,0 4-6 0,2-3-8 15,2 2-6-15,0 0-6 0,0 0-4 0,3-2-9 16,-1 3-4-16,4 0-17 0,-1-3-28 0,1 1-48 16,-1-1-75-16,2-1-82 0,0 0-93 0,-4-2-170 15,2 1-501-15,1 0 221 0</inkml:trace>
  <inkml:trace contextRef="#ctx0" brushRef="#br0" timeOffset="79480.42">27029 13183 202 0,'0'0'254'0,"0"-6"3"16,0 6-2-16,0 0-2 0,0 0-6 0,0 0-7 15,3-5-9-15,-3 5-4 0,0 0-11 0,0 0-14 0,0 0-10 16,0 0-9-16,0 0-17 0,0 0-11 0,0 0-17 16,0 0-18-16,0 0-9 0,0 0-16 0,0 0-6 15,0 0-17-15,0 0 1 0,0 0-6 0,0 0-7 16,0 0-9-16,5 13 0 0,-2-10-12 0,1 0 0 15,2 5-2-15,-5-4-4 0,7 2 0 0,-5 1-5 16,5 0-5-16,0 1-5 0,-2 0 2 0,3-1 2 16,-5 1-4-16,3 0 0 0,0-2 0 0,0 0-3 15,-2 1-4-15,-1-1-2 0,0 0-4 0,2-1 3 16,-2 1 0-16,0 0-11 0,1-4 12 0,-2 3-1 16,1-1-6-16,-1-2 4 0,-3-2 2 0,5 4-10 15,-2-1-9-15,-3-3-12 0,3 2-11 0,-3-2-8 16,5 3-40-16,-5-3-36 0,0 0-35 0,0 0-45 0,8-2-46 15,-8 2-44-15,6-4-51 0,-5 0-179 16,-1 4-561-16,8-3 249 0</inkml:trace>
  <inkml:trace contextRef="#ctx0" brushRef="#br0" timeOffset="79932.03">27305 13169 92 0,'0'0'254'0,"4"-2"0"16,-4-2-4-16,0 4 0 0,0 0-6 0,2-5-7 16,-2 5-14-16,0 0-3 0,4-3-9 0,-4 3-17 15,0 0-18-15,0 0-10 0,0 0 3 0,0 0-39 16,0 0-16-16,0 0-13 0,0 0-5 0,0 0-8 15,0 0-14-15,0 0-12 0,-16 9 6 0,10-4 1 0,3 0-16 16,-2 1-10-16,-3 2 7 0,1-1 17 16,0 2-22-16,0-2 1 0,1 5-2 0,-5 2 2 15,5-2-4-15,-3 2-4 0,1 1 0 0,-3-1-3 0,5-2-4 16,-5 2 4-16,3-2 2 0,-1 4-5 0,-1-3 9 16,5-1-8-16,-9 4 5 0,7-1-2 0,-1-3-11 15,4-1 4-15,-4 1 1 0,1-1-1 0,2 2 2 16,-4-3-6-16,4 1-4 0,-2-3 0 0,1 3-2 15,1-1-4-15,-1-3 0 0,1 1-6 0,4-3 6 16,-4 3-3-16,1-1 0 0,0-2-1 0,2 0 1 16,0-1-5-16,0 0 13 0,-1 1-11 0,-1-3-9 15,4 2 0-15,-2 0-14 0,0 0-19 0,2-4-19 16,-1 4-28-16,1-4-29 0,-2 5-29 0,2-5-35 16,0 0-57-16,5 4-72 0,-5-4-333 0,5 1-688 15,-5-1 305-15</inkml:trace>
  <inkml:trace contextRef="#ctx0" brushRef="#br0" timeOffset="83645.17">26757 13077 195 0,'6'-5'300'16,"-2"-1"-4"-16,1 1-5 0,-1-2 1 0,0 2-8 15,-1 0 6-15,-2 1-7 0,3-1-14 0,-2 2-7 16,-2 3-18-16,1-4-16 0,-1 4-25 0,2-5-16 16,-2 5-31-16,0 0-9 0,0 0-23 0,0 0-7 15,0 0-13-15,-17 12-13 0,8-4-6 0,-1 2-4 16,-5 1-6-16,3 4-2 0,0-2 8 0,-6 2-4 16,3-1-5-16,-3 5 1 0,2-2-5 0,1 3-9 15,2-1-8-15,2 1 0 0,-3 3-4 0,3-5-6 16,3 2-4-16,1-1-2 0,2 2-3 0,3-2-6 15,2 3 3-15,4-1-5 0,3 4 1 0,7 0-2 16,-2 0-9-16,7-3 5 0,4 2-15 0,0-1-29 16,3-3-44-16,0-1-50 0,4-1-42 0,-3 0-49 0,-1 0-62 15,3-1-66-15,-1-2-94 0,2 0-225 0,-10-3-711 16,8 1 314-16</inkml:trace>
  <inkml:trace contextRef="#ctx0" brushRef="#br0" timeOffset="84397.52">28101 12998 14 0,'3'-4'307'0,"-3"4"-11"0,0 0-4 16,0 0-20-16,0-4-29 0,0 4-15 16,0 0-13-16,0 0-7 0,0 0-8 0,0 0 0 0,9 12 2 15,-5-7 2-15,1 0 1 0,-3 2-3 0,4 2 4 16,0 3-6-16,0-2-10 0,3 1-5 0,0 4-11 16,1-1-11-16,0 1-11 0,0 3-11 0,0-2-15 15,1 0-10-15,-1 1-11 0,1-1-9 0,-5 1-14 16,1 0-7-16,0 0-7 0,1 2-7 0,-2-3-7 15,-2 3-4-15,-3-1-8 0,-2 1-1 0,-3 2-5 16,-5-2-2-16,0-1-7 0,-6 5-20 0,-3-1-32 16,-1-3-27-16,-3-1-45 0,-1 0-40 0,0-3-48 15,5-2-37-15,-5 1-51 0,-6 2-74 0,8-6-86 16,5-2-225-16,-2 1-714 0,6-4 316 0</inkml:trace>
  <inkml:trace contextRef="#ctx0" brushRef="#br0" timeOffset="88662.93">27480 13969 123 0,'2'-7'339'0,"-2"1"-2"0,0-2-3 0,2 3 0 15,-2-2 0-15,0 4-10 0,0-3-14 0,3 2-16 16,-3 4-36-16,0-6-21 0,0 6-21 0,0-5-26 15,0 5-24-15,0 0-25 0,0 0-12 0,0 0-11 16,0 0-11-16,-16 10-12 0,9 1-10 0,-3-3-6 16,-3 5-6-16,0 2-5 0,-4-1-4 0,-6 6 7 15,0 6-2-15,0-3-3 0,0 3-5 0,-6 1-2 16,2-1-3-16,-3 1 0 0,0 2-7 0,-6 8 0 16,-2-1 1-16,6-9-1 0,-6 7-6 0,10-5 0 0,0-1-1 15,-10 8-5-15,12-10 1 0,-2 3 0 16,-2-4-5-16,3 3-1 0,-2-2-3 0,5-1-1 15,-1-4-2-15,2 1-5 0,1 1-1 0,2-2-3 0,5-6 2 16,0 0-3-16,1-2-4 0,5 0-3 0,-2-1 1 16,4-5-19-16,0 2-15 0,2-4-32 0,-2 0-39 15,3 1-46-15,4-1-45 0,-4-1-33 0,1 1-29 16,2-2-41-16,2 2-73 0,-1-5-351 0,0 7-771 16,2-3 341-16</inkml:trace>
  <inkml:trace contextRef="#ctx0" brushRef="#br0" timeOffset="89951.77">26421 15074 96 0,'0'0'332'0,"-4"-3"-20"0,4 3-18 0,0 0-14 16,0 0-16-16,0 0-15 0,0 0-20 0,0 0-13 15,0 0-11-15,0 0-18 0,0 0-8 0,0 0-1 16,0 0 1-16,0 0-9 0,0 0-9 0,19 6-12 16,-8-4-17-16,1 0-8 0,0 1-14 0,2-2-11 0,0 1-7 15,-1 0-10-15,1-1-15 0,2 0-5 16,-3-1-2-16,1 2 4 0,0 0-15 0,1 0-8 16,-4-4 1-16,-1 2-10 0,0 0-3 0,-3 2-2 15,0-4-11-15,0 2 11 0,1-2-5 0,-8 2 0 0,8-2-5 16,-8 2-3-16,7 0 0 0,-7 0 2 0,5 0-6 15,-5 0 1-15,0 0 6 0,0 0-16 16,0 0 2-16,7 4-5 0,-7-4 2 0,0 0 2 0,0 7-3 16,0-7 1-16,-4 7 13 0,3 0-17 0,-2-2 2 15,-1 2 0-15,1 1-1 0,-1 1-3 0,0 2 2 16,-2-2 0-16,1 3 1 0,1 2-27 0,0-2 7 16,-1 1 2-16,0 6 8 0,1-3 1 0,-2 0-1 15,2 0 4-15,2 1-1 0,-2 0 4 0,0-1 5 16,3-3-1-16,-5 0 0 0,5-1-1 0,-1 3 0 15,1-6-1-15,-2 3 5 0,2-1-2 0,-2-1 3 16,3-3 11-16,-1-1-13 0,-2 0-1 0,3 0-1 16,0-1 7-16,-1-2-2 0,1 1-1 0,0-4-5 15,-1 5 6-15,1-5-12 0,1 5-11 0,-1-5 11 16,0 0-26-16,0 0-12 0,0 0-15 0,0 0-23 16,0 0-33-16,0 0-28 0,0 0-25 0,0 0-38 15,0 0-44-15,0 0-41 0,0 0-37 0,0 0-178 16,1-15-549-16,-1 15 244 0</inkml:trace>
  <inkml:trace contextRef="#ctx0" brushRef="#br0" timeOffset="90167.69">26571 15301 296 0,'0'0'295'16,"0"-3"-10"-16,0 3-6 0,5-4-13 15,-5 4-12-15,4-3-13 0,-4 3-8 0,5-3-33 16,0 2-15-16,-5 1-16 0,9-3-21 0,-3 3-12 0,-6 0-15 16,16 0-9-16,-8-1-13 0,5 1-9 0,-2-1-11 15,2 1-28-15,-1 0-26 0,5 1-38 16,-6-1-37-16,3-1-42 0,-1 2-47 0,2-1-51 16,-2-1-54-16,-2 1-229 0,-3 0-513 0,2 1 228 0</inkml:trace>
  <inkml:trace contextRef="#ctx0" brushRef="#br0" timeOffset="90619.87">26286 15371 146 0,'0'0'301'0,"-9"0"-10"15,9 0 4-15,0 0-13 0,-11 6-4 0,6-5-5 16,-2 2-13-16,2 2-15 0,-1 0-13 0,1-2-6 16,-2 3-14-16,1 1-13 0,1-3-20 0,1 4-14 15,-3 0-12-15,2 1-19 0,2-3-6 0,1 1-11 16,0 2-11-16,0-3-10 0,2 3-7 0,2 1-10 15,0-4-7-15,3 3-17 0,0 0-31 0,2-1-47 16,0 1-59-16,4-4-58 0,-2 0-59 0,-1 0-81 16,4-1-74-16,-2 2-240 0,3-3-642 0,-7 0 284 0</inkml:trace>
  <inkml:trace contextRef="#ctx0" brushRef="#br0" timeOffset="92058.29">25672 15209 60 0,'0'0'297'0,"0"-8"-12"16,0 8-18-16,0 0-18 0,0 0-18 0,0 0-24 16,0 0-16-16,0-5-19 0,0 5-13 0,0 0-8 15,0 0-21-15,0 0-4 0,0 0 1 0,0 0-2 16,0 0-5-16,0 0-10 0,4 14-2 0,-3-11-1 16,-1-3-4-16,0 4-10 0,3-2-1 0,-3-2-5 15,1 5 1-15,-1-5-6 0,3 3 0 0,-3-3-16 16,1 4-2-16,-1-4 0 0,5 2-12 0,-5-2-7 15,0 0-1-15,2 4 1 0,-2-4-7 0,3 4-12 16,-3-4 13-16,0 0-10 0,4 1-4 0,-4-1-3 16,0 0-2-16,0 0 3 0,0 0 3 0,0 0-7 15,0 0-7-15,0 0 7 0,0 0-12 0,0 4 1 16,0-4 3-16,0 0-1 0,0 0-6 0,0 0 3 16,0 0 4-16,0 0-10 0,7 3 3 0,-7-3 3 0,0 0-1 15,1 2 2-15,-1-2-7 0,4 3 5 16,-4 1-7-16,4-2 18 0,-1 1-20 0,-3-3-3 15,4 5 10-15,-4-5-2 0,4 5 1 0,-1-2-9 16,-3 1 9-16,4-2-3 0,-4-2 0 0,5 5 0 0,-2-3 1 16,-3-2-4-16,2 6 3 0,-2-6-8 0,6 4 7 15,-6-3-1-15,3 3-1 0,-3-4 7 0,0 0-5 16,2 3 3-16,-2-3 2 0,2 3-2 0,-2-3-1 16,2 4 3-16,-2-4-8 0,2 3 3 0,-2-3-2 15,0 0 3-15,4 5 2 0,-4-5-2 0,0 2 2 16,3 2 2-16,-3-4 11 0,5 2-12 0,-5-2-4 15,5 5-3-15,-5-5 3 0,2 1 6 0,1 1-7 16,-3-2 4-16,4 3-7 0,-4-3 2 0,3 4 6 16,-3-4-5-16,5 1 0 0,-5-1-10 0,4 4-6 15,-4-4-7-15,4 1-10 0,-4-1-13 0,5 3-24 16,-5-3-11-16,0 0-17 0,4 4-24 0,-4-4-28 16,0 0-33-16,-2 3-42 0,2-3-57 0,0 0-262 15,0 0-591-15,4 4 261 0</inkml:trace>
  <inkml:trace contextRef="#ctx0" brushRef="#br0" timeOffset="92375.75">25907 15250 158 0,'0'0'258'0,"0"0"-11"0,0 0-18 15,0-4-17-15,0 4-17 0,0 0-16 0,0 0-8 0,0 0 0 16,0 0-3-16,0 0 6 0,0 0-13 16,-4 17 4-16,4-12-10 0,-1 2 15 0,-3-1-22 15,2 2 5-15,-2 2 2 0,0 0-11 0,-3 0-4 16,1 1-6-16,1 2-8 0,-1-1-11 0,0 4-9 0,-3 1-8 16,-1 0-8-16,2-2-11 0,2 2-8 0,-3-3-8 15,1 1-5-15,1 1-5 0,0-5-1 16,2 1-6-16,-2 1-6 0,4-2-5 0,1-1-13 0,-3 2-21 15,5-3-33-15,0 0-45 0,0-4-37 0,0 5-41 16,2-2-45-16,2-2-68 0,0-1-72 0,3 0-253 16,4-2-643-16,-2 1 285 0</inkml:trace>
  <inkml:trace contextRef="#ctx0" brushRef="#br0" timeOffset="93546.9">25617 14865 271 0,'-12'3'265'0,"1"1"-3"0,-8 4-1 0,0 5 5 16,-5 6 1-16,4 2 0 0,-4 3-9 0,5-3-3 15,-4 5 2-15,4 1-13 0,-1 4-6 0,2-2 3 16,0 2-21-16,2 3-11 0,2-3-17 0,2 3-15 15,0-3-14-15,6 4-11 0,-2-3-17 0,4-1-13 16,3-2-8-16,2-1-11 0,3 1-8 0,9-3-8 16,0 1-11-16,5-2 0 0,5-2-13 0,4-3-10 15,3 0-25-15,3 0-38 0,17 1-57 0,3-5-74 16,-13-3-65-16,15 1-71 0,-2-4-100 0,-12-3-347 16,-1-4-783-16,15 2 347 0</inkml:trace>
  <inkml:trace contextRef="#ctx0" brushRef="#br0" timeOffset="93914.87">26846 15007 368 0,'2'-5'390'0,"0"1"-17"16,2 0-26-16,0-1-29 0,0 2-32 0,-4 3-16 16,12 0-28-16,-12 0-9 0,18 5-19 0,-5 2-12 15,3 3-10-15,2 3-9 0,-1-1-16 0,7 5-13 16,-6-3-9-16,1 6-17 0,1 1-8 0,-6-3-15 15,5 5-6-15,-7 0-15 0,0 3-5 0,-2-2-13 16,-6-2-3-16,0-1-7 0,-4-1-2 0,-1 0-9 16,-2 1-11-16,-2 1 0 0,-4-3-18 0,-5 5-33 15,-6-3-36-15,-3-2-45 0,-1-1-41 0,-2-2-36 16,-4 1-39-16,-1-6-41 0,0 1-67 0,-1-6-57 16,1 1-191-16,0 1-616 0,1-5 272 0</inkml:trace>
  <inkml:trace contextRef="#ctx0" brushRef="#br0" timeOffset="94383.19">27388 14612 79 0,'-5'-1'218'0,"-5"1"-9"0,10 0-6 0,-19 1 1 16,4 2-4-16,-4 5 0 0,-1-1-2 0,-7 6 0 15,-2 0 4-15,-2 3 1 0,-3 4 1 0,-11 6 3 16,-5 2-1-16,-6 2 0 0,-1 0-1 0,-25 18-2 16,25-13 2-16,-30 11-7 0,1 0-8 0,-2-2-1 15,2-1-4-15,25-12-1 0,-29 15-6 0,-1-5-8 16,4 4-11-16,-3-7-9 0,3 4-6 0,-3-7-13 16,23-10-14-16,-27 14-4 0,28-12-13 0,-23 5-11 15,29-9-7-15,2 1-9 0,1 1-5 0,6-2-8 0,-1-3-5 16,18-7-4-16,3 3-6 0,2-2-4 15,2-1-7-15,12-2-25 0,4-4-42 0,0 1-54 16,3-1-57-16,5-2-57 0,3 1-54 0,2-4-81 16,7 1-107-16,3-1-368 0,2-1-880 0,5-1 390 0</inkml:trace>
  <inkml:trace contextRef="#ctx0" brushRef="#br0" timeOffset="102394.89">29237 12077 11 0,'-1'-2'259'16,"1"2"-15"-16,0 0-18 0,0 0-26 0,0 0-14 0,0 0-23 16,0 0-8-16,0 0-1 0,0 10 5 0,1-4 7 15,3 1 5-15,0 6-4 0,1-3 8 0,4 5-4 16,-1 1-3-16,4 3 2 0,3 6 2 0,5-1 1 15,1 2 7-15,-1 0 7 0,6 3-1 0,1 1-11 16,9 7 3-16,0 3-12 0,2-1-1 0,-1-1-10 16,2-1-9-16,1 1-10 0,-2-1-10 0,-7-10-5 15,13 7-11-15,-1 0-6 0,-1-1-14 0,-12-7-2 16,4-3-14-16,-2 1-6 0,-1-2-5 0,0-3-8 16,-1 2-4-16,-4-4-7 0,2-1-5 0,-6-2-1 15,-5-4-6-15,-4-3 0 0,-2-1-4 0,-3-1 2 16,2 0-7-16,-3 0 3 0,-1-2-3 0,-2-1-2 15,1 0 0-15,-5-2 2 0,5 3-4 0,-2-1-3 16,-3-2 1-16,4 3-6 0,-4-3-20 0,0 0-28 16,0 0-52-16,0 0-65 0,1 3-68 0,-1-3-78 0,0 0-74 15,0 0-79-15,0 0-334 0,-11 3-852 16,11-3 377-16</inkml:trace>
  <inkml:trace contextRef="#ctx0" brushRef="#br0" timeOffset="103080.39">30212 13154 11 0,'0'0'301'0,"0"0"-31"0,0 0-21 16,0 0-13-16,0 0-17 0,0 0-6 0,-6 10-10 15,4-5-9-15,2 0-15 0,2 2-8 0,-2 0-16 16,2 0-7-16,-1 2-11 0,3 3-17 0,3-4-12 15,-1 1-9-15,3 3-7 0,-2-3-7 0,5 2-9 16,-2-2-6-16,-1 0-6 0,2-2-3 0,-2-4-8 16,2 4-3-16,0-2-7 0,0-2-5 0,-1-2-3 0,2-2 2 15,-3-1-10-15,4-1-1 0,-1-1-3 0,-1-3 2 16,-2 1-6-16,3-2 0 0,-2-1 2 16,-2 2 13-16,-2-3 27 0,3 2 20 0,-3-2 19 0,-2 4 31 15,-1 1 22-15,2 0 3 0,-4-2 2 0,2 2-2 16,-3 3-11-16,0 2-16 0,2-8-18 0,-2 8-17 15,1-3-9-15,-1 3-12 0,0 0-8 0,0 0-6 16,0 0-4-16,-15 16-9 0,7-9-5 0,-2 1 0 16,1 2-5-16,-2 5-7 0,-3 1-2 0,2 2-2 15,-6 4-3-15,3 0 1 0,-2 2 0 0,1 2-5 16,4-3-2-16,-1 0-3 0,-1 2-8 0,3 0-1 16,4-6-24-16,1 0-24 0,1 0-42 0,0 2-45 15,5-5-53-15,-2-1-40 0,2-2-50 0,2-2-60 16,3-2-69-16,0 0-329 0,0 0-793 0,1-1 350 15</inkml:trace>
  <inkml:trace contextRef="#ctx0" brushRef="#br0" timeOffset="103314.08">30521 13573 228 0,'2'-3'329'0,"-2"3"-12"0,0 0-15 0,0 0-7 15,2-4-24-15,-2 4-25 0,0 0-16 0,0 0-4 16,0 0-12-16,0 0-6 0,-6 13-18 0,2-9-18 16,0 1-24-16,1 0-9 0,-2 2-17 0,-2 0-3 15,0 2-15-15,1 0-4 0,-4 2-14 0,3-2-10 16,-2 2-28-16,3-1-47 0,-4-1-39 0,3 1-46 0,-2-1-43 16,3-1-48-16,-4-1-61 0,5-1-74 0,1 0-224 15,0-2-578-15,2 0 256 0</inkml:trace>
  <inkml:trace contextRef="#ctx0" brushRef="#br0" timeOffset="104017.3">30775 13172 284 0,'0'0'357'0,"3"-5"6"0,-3 5-3 0,0-5-15 16,0 5-28-16,0 0-26 0,0-4-42 0,0 4-22 16,0 0-19-16,0 0-28 0,0 0-14 0,0 0-19 15,-10 11-13-15,8-7-5 0,-3 3-20 0,3 1-14 16,-5-1-6-16,3 4-11 0,1 2-8 0,-2-1-5 16,1 4-3-16,2-4-3 0,2 2-6 0,0 3-6 15,0-4-9-15,0 5-3 0,2-6-15 0,-1 2 7 0,0-3-3 16,4-1 0-16,-3 0-25 0,1-2 2 0,1-3-10 15,0 3 17-15,0-5-10 0,2 0-6 16,-2-1 4-16,1 0 7 0,-5-2-4 0,12-3 7 16,-4 1-12-16,-1-5 6 0,3 1-2 0,-1-3 8 0,-1 0 16 15,-1 2 14-15,1-3 27 0,-1 4 16 0,0-3 36 16,-4 4 15-16,1-1 16 0,0 1 6 16,-3 1-5-16,2 0-13 0,1-1-14 0,-3 3-12 0,-1 2-15 15,3-4-16-15,-3 4-11 0,0 0-10 0,0 0-4 16,0 0-5-16,-4 12-2 0,4-3-7 0,-1 0-7 15,-2 2-11-15,0 1-23 0,2 0-28 0,0 6-41 16,-2-1-43-16,3 1-50 0,1-1-49 0,-2 1-48 16,1-1-47-16,1 2-88 0,1-6-88 0,-1 2-244 15,0-4-788-15,-1 2 350 0</inkml:trace>
  <inkml:trace contextRef="#ctx0" brushRef="#br0" timeOffset="104468.9">30042 13159 91 0,'-8'-4'362'0,"-2"-1"-23"0,3 5-30 16,-3-2-24-16,0 2-11 0,0 3-10 0,-2 3-18 16,0 0-11-16,0 4 6 0,-5 5-6 0,6 1-1 15,1-1-7-15,-3 3-9 0,7 3-8 0,-4 6-14 16,2-1-9-16,5 3-13 0,1 0-15 0,2-1-10 16,5 0-16-16,-1 2-8 0,7-2-12 0,-2 0-9 15,5-3-9-15,4 0-7 0,2-1-18 0,3-2-22 16,7-2-40-16,0-2-66 0,9-2-75 0,11 1-68 0,-12-4-79 15,4-8-88-15,-1 3-363 0,1-1-789 0,12-1 349 16</inkml:trace>
  <inkml:trace contextRef="#ctx0" brushRef="#br0" timeOffset="104753.24">31035 13100 61 0,'-2'-4'363'0,"2"4"-12"0,0 0-42 16,0 0-10-16,0 0 0 0,0 0-20 0,14 13-9 16,-7-4-10-16,1 0-12 0,3 5-8 0,1 3-11 15,0 0-17-15,3 8-19 0,0-1-14 0,0 2-17 16,2 1-17-16,-4-1-12 0,2 0-15 0,-5 0-5 15,1 3-16-15,-1 1-15 0,-6-3-32 0,-4 1-48 16,-1-1-55-16,-6 0-45 0,-5-1-63 0,-2 4-57 16,-4-6-89-16,-8 3-337 0,-3-1-695 0,-5-4 307 15</inkml:trace>
  <inkml:trace contextRef="#ctx0" brushRef="#br0" timeOffset="105405.55">30606 13981 116 0,'0'0'390'0,"0"-6"-1"0,3 3-12 0,-3 3-25 15,0 0-21-15,-3-5-39 0,3 5-33 0,0 0-26 0,0 0-24 16,0 0-22-16,0 0-12 0,0 0-14 16,0 22-9-16,3-12-1 0,1 2 8 0,-1 8-10 15,1-1-7-15,3 9 1 0,2 1 3 0,-5 1-2 16,10 1-4-16,0 1-7 0,1 4-7 0,2-1-7 0,0 1-25 16,6 8-8-16,-2-8-3 0,5 8-5 0,-1 0-5 15,-5-12-6-15,5 0-8 0,-1 0-4 16,-2 2-6-16,2-4-4 0,0 2-5 0,0-2-4 0,-5-2-5 15,1-4-2-15,1-1-2 0,-7-6-1 0,0-3-5 16,-4 2-2-16,-2-6-2 0,-1-2-2 0,0-1-3 16,-3 1-3-16,0-6-7 0,-1 4-6 0,-1-3-16 15,1-1-31-15,-3-2-59 0,0 0-73 0,0 0-55 16,0 0-72-16,-12-13-90 0,9 6-406 0,-1 1-872 16,-3-1 386-16</inkml:trace>
  <inkml:trace contextRef="#ctx0" brushRef="#br0" timeOffset="107195.21">31574 15201 230 0,'2'-5'274'0,"-2"5"9"16,0 0-15-16,0-5 3 0,0 5-8 0,0 0-7 15,0-4-21-15,0 4-15 0,0 0-20 0,-2-4-17 16,2 4-22-16,0 0-26 0,0 0-9 0,0 0-12 16,0 0-10-16,0 0-4 0,0 0-10 0,-6 12-6 15,5-8-7-15,1 1 0 0,1 2-2 0,-1-1-4 16,3 5 1-16,-3-2 9 0,3 3-5 0,-1-1 9 16,6-1 0-16,-2 1-4 0,-1-1-4 0,2 1-4 0,1 0-5 15,2 0-15-15,-1 1 2 0,-1-3-2 16,0 1-6-16,-1 0-10 0,0-1 1 0,1 0 8 15,-2 0-20-15,0 1-4 0,-3-3 0 0,1-3-6 16,-2 1-2-16,0 0-4 0,0 1 4 0,-1-3-3 0,-1 3-1 16,3-3-4-16,-3-3 4 0,-3 6-4 0,0-4 5 15,-1 2-5-15,0-2-2 0,4-2-12 16,-10 4-26-16,5-5-36 0,5 1-30 0,-17-3-32 16,7 2-34-16,-1-2-30 0,0 1-29 0,-2 0-40 0,2-3-39 15,3 1-51-15,-3-2-189 0,3 1-587 0,4 1 260 16</inkml:trace>
  <inkml:trace contextRef="#ctx0" brushRef="#br0" timeOffset="107412.66">31617 15135 310 0,'1'-4'368'0,"-1"0"-2"0,2 0-4 0,-1 1-12 16,-1 3-11-16,0-7-28 0,1 4-20 0,-1 3-22 15,2-5-26-15,0 2-28 0,1 0-17 0,-3 3-23 16,8-2-18-16,-3 0-19 0,-5 2-15 0,14 0-32 16,-7 0-36-16,2 2-38 0,1-2-42 0,0 2-41 15,-1 1-38-15,1-2-37 0,-5 3-45 0,1-2-55 16,2 2-43-16,-4 1-43 0,1 0-174 0,-3 0-543 16,-2 3 240-16</inkml:trace>
  <inkml:trace contextRef="#ctx0" brushRef="#br0" timeOffset="107747.17">31265 15515 174 0,'0'0'331'0,"0"0"-10"0,0 0-16 0,0 0-17 15,0 0-20-15,0 0-24 0,0 0-21 0,0 0-22 16,0 0-12-16,0 0-26 0,0 0-16 0,13 0 0 16,-13 0-25-16,0 5-21 0,2-1-8 0,0 4-6 15,0-4-8-15,-1 2-9 0,0 1-12 0,-1 0-1 16,0 1-3-16,0 1 3 0,0 2-16 0,-1-3-4 15,-2 2-16-15,-1 1-19 0,-1-3-33 0,1 3-31 16,-6-3-37-16,3 0-36 0,-5 1-53 0,3-1-58 16,-2-3-275-16,-3 0-562 0,-4-2 249 0</inkml:trace>
  <inkml:trace contextRef="#ctx0" brushRef="#br0" timeOffset="108951.43">30840 15210 19 0,'0'0'299'0,"0"0"-28"0,-4-5-19 16,4 5-18-16,0 0-14 0,0 0 5 0,0 0-22 0,0 0-10 15,-4 11-6-15,4-11-9 0,3 8-9 0,-3-3-9 16,1-1-17-16,3 3-4 0,-2-1-11 16,2-1 0-16,0 3-21 0,3 0-9 0,0 1-9 15,-1-3-9-15,4 1-15 0,-1 0-5 0,1-1-4 16,-1-2-9-16,-1 1 4 0,3 0-20 0,-4-3-28 0,3-1-18 16,-2-1-4-16,2 0-9 0,0-1-5 0,-2 0-4 15,1-3-3-15,1 0 3 0,-3 0 2 0,0-1 3 16,-3 1 3-16,3-1 4 0,-2 0 8 15,-1 0-3-15,0 1 7 0,-1-2 3 0,-1 2 14 0,0 1 10 16,-2-1 10-16,0 4 0 0,5-6 6 0,-5 6 0 16,-2-4-2-16,2 4 16 0,2-4-17 0,-2 4-3 15,0 0-1-15,0 0-1 0,0-5-1 0,0 5-4 16,0 0-3-16,0 0 12 0,0 0-14 16,0 0 0-16,0 0-4 0,0 0-1 0,0 0-1 0,0 0 0 15,0 0 0-15,0 0 1 0,0 0-1 0,0 0-3 16,0 0 5-16,0 0-2 0,0 0 1 0,0 0-5 15,0 0 2-15,0 0 4 0,0 0-1 0,0 0-3 16,0 0 13-16,0 0-14 0,0 0-3 16,0 0 3-16,0 0-1 0,0 0 0 0,0 0 4 0,0 0-3 15,0 0-2-15,0 0-4 0,0 0 3 0,0 0 0 16,0 0 2-16,0 0-8 0,0 0 7 0,0 0-5 16,0 0-4-16,0 0 3 0,0 0-1 0,0 0 1 15,0 0-4-15,0 0 4 0,0 0-6 0,0 0 5 16,0 0-1-16,0 0 0 0,0 0-2 0,0 0-5 15,0 0 9-15,0 0 0 0,0 0-2 0,0 0-1 16,0 13-1-16,0-13 0 0,0 0-2 0,0 0 3 16,2 4-2-16,-2-4 17 0,0 0-14 0,0 0-3 15,0 0 4-15,0 0-1 0,0 0 1 0,0 0-4 16,0 0-11-16,0 0 24 0,0 0-10 0,0 0-16 16,0 0-22-16,0 0-20 0,0 0-28 0,0 0-32 15,0 0-67-15,0 0-71 0,0 0-226 0,0 0-528 16,0 0 233-16</inkml:trace>
  <inkml:trace contextRef="#ctx0" brushRef="#br0" timeOffset="109921.54">30884 15231 112 0,'1'-3'273'0,"-1"3"-14"0,3-4-15 16,-3 4-15-16,3-3-18 0,-3 3-14 0,0 0-14 15,0 0-9-15,2-4-21 0,-2 4-15 0,0 0-14 16,0 0-11-16,0 0-5 0,6-1-16 0,-6 1-11 16,0 0-6-16,0 0-9 0,0 0-3 0,9 0-2 15,-9 0-5-15,0 0-7 0,0 0 2 0,0 0 1 16,7 3-1-16,-7-3 3 0,4 2-4 0,-4-2 2 15,4 2-5-15,-4-2 1 0,0 0-4 0,6 1 5 16,-6-1-5-16,0 0-6 0,8 2-2 0,-8-2-5 16,5 2-4-16,-5-2-4 0,4 3-6 0,-4-1-1 15,5 2-4-15,-5 1 0 0,2 0 1 0,1-1-4 16,-3 4-1-16,1-2-4 0,-1 2 8 0,0 1-6 16,3 4-2-16,-3-3-1 0,-3 2 3 0,3-2-3 15,0 1 9-15,-1 1-12 0,-2 1 1 0,2-2-3 16,0 2 6-16,1-3-6 0,0 3 3 0,-5-3 2 15,5-2 0-15,0 2 2 0,-2-2-5 0,2-1 5 16,-2-2-7-16,2 1 4 0,0-3-2 0,0 3 0 16,0-6 8-16,0 6 7 0,0-6 19 0,0 4 16 15,0-4 18-15,0 4 10 0,0-4 14 0,0 0 16 16,0 0 5-16,0 0-2 0,0 0-10 0,0 0-6 16,0 0-10-16,0 0-6 0,0 0-9 0,4-12-10 15,-4 12-13-15,2-9 6 0,1 4 0 0,2-2-14 16,-4-3-4-16,6 2-2 0,-5-4-1 0,4 1-8 15,-2 2 1-15,0-4 1 0,2 1-5 0,-1-1-5 16,0 2-1-16,2-1-1 0,0 1-1 0,-3-1 2 16,1 2-6-16,1 0-1 0,1 1-2 0,-4 0-4 15,2 3 9-15,-1-1-8 0,1 1 1 0,0 2 5 16,-2-1-8-16,3 1 4 0,-3 1-3 0,-2 1-1 16,-1 2-6-16,6-4-3 0,-6 4-1 0,7 0 4 0,-7 0-4 15,5 5 6-15,-2-1-5 0,1-2 0 16,0 6-17-16,0 0 19 0,0 0 3 0,-1-2 1 15,1 1 1-15,-1 2-5 0,5 0 6 0,-6 2-1 16,3-2-1-16,-1 0 0 0,1 1 2 0,-5-2-4 16,2-2-3-16,0 3 1 0,0-2-10 0,-1-1-8 0,1 3-20 15,-1-4-11-15,-1 1-27 0,0 1-22 0,0-5-31 16,1 6-30-16,-2-4-28 0,1 1-37 16,-1-1-52-16,1 1-67 0,-2 0-286 0,-1-3-685 15,2 3 303-15</inkml:trace>
  <inkml:trace contextRef="#ctx0" brushRef="#br0" timeOffset="110540.3">30818 15031 292 0,'-4'-5'326'16,"-6"4"-23"-16,3-1-22 0,-3 1-7 0,-2 2-15 15,-2 3-1-15,-2 2-9 0,-3 6 0 0,-8-2-11 16,9 6-8-16,-6 2-8 0,2 3-9 0,2 1-13 0,-1 3-6 15,3 1-19-15,5 2-10 0,-1 2-13 0,3-2-14 16,5 2-9-16,0-1-14 0,9 4-7 16,2-2-4-16,6 2-9 0,6 0-7 0,4-3-11 15,1 0-8-15,2 3-5 0,3-7-16 0,12 11-26 16,-7-12-43-16,2-4-69 0,14 4-82 0,-10-4-73 0,-1-5-96 16,0 1-404-16,4-4-807 0,-2-1 357 0</inkml:trace>
  <inkml:trace contextRef="#ctx0" brushRef="#br0" timeOffset="110824.74">31991 15058 206 0,'8'15'231'0,"3"2"-12"16,3 7-8-16,-5-5-13 0,5 7-16 0,-2 1-13 15,0 1-17-15,0 0-12 0,-1 1-18 0,-1-2-7 0,-5-1-16 16,-1 1-7-16,-1-1-10 0,-3-6-10 0,-5 8-8 16,-1-9-18-16,-7 6-30 0,-2-1-38 0,-6-3-66 15,-2-3-75-15,-5-7-195 0,-6 1-386 16,-2-1 171-16</inkml:trace>
  <inkml:trace contextRef="#ctx0" brushRef="#br0" timeOffset="118050.32">31750 14764 219 0,'3'-13'382'0,"-2"6"5"15,5-3 3-15,-3 5-9 0,-1-3-3 0,2 0-14 16,-1 3-19-16,-2-1-29 0,3 2-31 0,-2 0-30 16,-2 4-24-16,3-4-30 0,-3 1-25 0,0 3-19 15,0 0-15-15,0 0-16 0,0 0-13 0,6 13-11 16,0-6-9-16,-3-1-13 0,-1 6-5 0,-1-3-7 16,2 1-9-16,0 2-5 0,0-2-8 0,-1 0-1 15,3 1-7-15,-3-5-3 0,1 1-1 0,1-1-5 16,-2-3 2-16,1 2 0 0,-1 0 7 0,3-3-4 15,1 1-2-15,1-5-4 0,-7 2 0 0,19-8 0 16,-3 1 1-16,2-2 0 0,3-1-3 0,1-6 0 16,5-2-4-16,-1-2-4 0,1 1 1 0,-1-4-5 15,3 0-3-15,-1-1-10 0,-3-3-27 0,6 3-39 16,-5-2-50-16,3-2-54 0,-5 3-63 0,0 2-79 16,1 2-98-16,-10 7-379 0,2 2-852 0,-7 5 377 15</inkml:trace>
  <inkml:trace contextRef="#ctx0" brushRef="#br0" timeOffset="153309.49">25537 13190 208 0,'-4'-2'293'0,"-3"1"-20"0,7 1-19 0,-9 0-13 16,9 0-28-16,-8 0-17 0,8 0-16 0,0 0-1 15,-7 3 5-15,7-3 10 0,1 5 10 0,-1-5 5 16,11 9 9-16,0-5-7 0,1 1-16 0,6 1-7 16,2-1-7-16,10 2-11 0,0-4-11 0,2 3-12 15,0-2-17-15,5-1-11 0,-1 1-14 0,0 0-13 16,-1-4-4-16,1 3-9 0,-2-3-9 0,2 1-8 0,-5 0-8 15,-10-1-1-15,2 2-7 0,-3 0-4 16,2-1-6-16,-8-1-7 0,-2 0-26 0,2 0-14 16,-1 0-15-16,-3 0-7 0,-1-1 0 0,-2 2-34 0,0-1-9 15,-7 0-15-15,13 0-6 0,-7 0-12 0,-6 0-19 16,8 2-14-16,-4-1-22 0,-4-1-20 0,4 2-21 16,-4-2-23-16,0 0-20 0,7 3-22 0,-7-3-35 15,4 1-177-15,-4-1-521 0,0 0 230 0</inkml:trace>
  <inkml:trace contextRef="#ctx0" brushRef="#br0" timeOffset="153893.75">26100 13148 194 0,'0'0'257'0,"0"0"-25"0,0 0-22 0,0 0-22 16,0 0-9-16,0 0 0 0,0 0-5 0,0 0-7 0,13 11-10 15,-8-7-11-15,-1 2-10 0,3-3-10 0,2 4-8 16,1 0-13-16,0-2-6 0,0 4-12 0,3 0-9 16,-4-2-2-16,2-1-8 0,-3 1-12 0,3-2-2 15,0 2-6-15,-4-3-4 0,-2 1-4 0,2-1-3 16,-3 1-4-16,1-4-6 0,-1 3-2 0,-1-1 2 15,0-1-2-15,-3-2 7 0,3 3-6 0,-3-3-2 16,0 0-7-16,4 2 8 0,-4-2 5 0,0 0-9 16,0 0 10-16,-7 7-10 0,3-5-1 0,4-2 3 15,-12 5-1-15,6-1-8 0,-2 0 3 0,0 1-3 16,-3 0 1-16,2 0-2 0,-1 2 2 0,-1-1-3 16,0 0-6-16,0 3 5 0,3-3-1 0,-1 1-1 15,0 2-5-15,1-2 2 0,-2-4-1 0,5 4 1 16,-3 1-1-16,3-1 0 0,-2-1 1 0,3-4-2 0,1 2-6 15,0 0 7-15,3-4 2 0,-4 3-1 0,4-3 5 16,-1 5-3-16,1-5 7 0,0 0 21 16,0 0 14-16,0 0-10 0,0 0-3 0,0 0 2 0,0 0 1 15,0 0-2-15,4-16-8 0,-1 10-2 0,-2 0-3 16,2 1 0-16,0-2 3 0,-2 0 0 0,-1-2 5 16,1 0 5-16,3-1 4 0,-8 0 3 0,4 2-5 15,0 0 10-15,0-2 3 0,-1 3 1 0,1 0 5 16,0 1-8-16,-1 1 2 0,1 0-13 0,0 1 1 15,0 4-6-15,-3-7-13 0,3 7 3 0,-1-5-2 16,1 5-9-16,0-3-28 0,0 3-45 0,0 0-46 16,0 0-11-16,0 0-23 0,0 0-35 0,0 0-58 15,0 0-84-15,12 10-337 0,-8-8-708 0,1 1 313 0</inkml:trace>
  <inkml:trace contextRef="#ctx0" brushRef="#br0" timeOffset="158025.18">27471 13885 202 0,'-5'-1'186'16,"5"1"-22"-16,0 0-3 0,0 0-1 0,0 14 5 15,3-8 2-15,1 5 1 0,1 0 2 0,4 4-4 16,-2-3-3-16,2 5-9 0,0 2-1 0,7 4-8 15,-5 1-3-15,4 3-13 0,0 0-7 0,-1-3-7 16,-2 2-7-16,0 2-10 0,-1 0-6 0,3 0-5 0,-2 3-7 16,-1-3 1-16,0 1-5 0,2 0-8 0,-2 2-3 15,-1-1-3-15,1 1 1 0,1 0-8 0,-4-2 5 16,4 1-10-16,-3-2 1 0,0 0-5 16,3-1-4-16,-5-2-4 0,-1 1-1 0,3-7-6 0,-1 0 16 15,0 1-21-15,-1-2-2 0,3 0-3 0,-5 0 7 16,2-5-6-16,1 0-3 0,-2-1-6 0,0-2 1 15,-2-1 2-15,0-1-1 0,2-3-4 16,-3 0 1-16,-1-1-4 0,0 1-5 0,-1-3-6 0,-1-2-36 16,0 0-37-16,0 0-46 0,0 0-53 0,0 0-59 15,0 0-66-15,-11-18-276 0,6 10-623 0,-2-1 276 16</inkml:trace>
  <inkml:trace contextRef="#ctx0" brushRef="#br0" timeOffset="158643.73">27569 13859 198 0,'0'0'291'0,"-4"-6"-19"15,4 4-25-15,0 2-24 0,0 0-21 0,-3-3-24 16,3 3-16-16,0 0-15 0,0 0 5 16,18 11 6-16,-10 0-12 0,10 3-4 0,7 5-11 15,0 0 0-15,2 3-6 0,-1-1-4 0,8 4-5 0,7 6-8 16,5-2-2-16,-3 3 1 0,-3-1-11 0,-8-8-4 15,12 8-7-15,-3-1 2 0,-8-4-7 0,12 6-5 16,-2 0-9-16,-9-9-9 0,10 9-2 0,1-2-8 16,-13-9-1-16,3 4-6 0,-4-4-3 0,1 3-8 15,1-4 0-15,1 1 14 0,-4-1-21 0,-1 1 3 16,1-3-12-16,-2-2-1 0,-4 1 0 0,-5-6 0 16,-1 0 0-16,3 0-3 0,-4-1 3 0,2 0-5 15,-4-1 5-15,0 0-9 0,0-2 6 0,-3-2-3 16,-1 3 1-16,0-3 2 0,-1-3-1 0,-3 1-1 15,-1 0-1-15,1-1 13 0,1 2-14 0,-4-3 1 16,1 0 2-16,-1 2-4 0,-4-3 0 0,6 0-4 16,-6 0-12-16,7 1-23 0,-4 2-44 0,-3-3-45 15,5 2-65-15,-5-2-106 0,0 0-362 0,0 0-712 16,0 0 315-16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8T09:38:32.9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3621 1586 99 0,'-1'-8'273'0,"-4"-1"-7"16,1 0-3-16,0 2-5 0,-2-1-7 15,2 1 0-15,-2 1-19 0,0 1-14 0,-1 1-13 16,2 0-18-16,-2-1-3 0,0 2-19 0,0 2-13 16,-1-1-11-16,8 2-11 0,-20 1-17 0,10 1-3 0,-4 1-12 15,2 3-6-15,-3 2-10 0,2-2-6 0,-5 5-4 16,-1 0-19-16,4 3 5 0,-3 2-2 16,-2 3-7-16,9-1-4 0,-8 5-13 0,3 0 2 15,2 1 0-15,6-4-5 0,-6 8-1 0,5-9-2 16,-2 36 18-16,8-34-25 0,2 0 1 15,2 6-7-15,3-7 1 0,5 0-1 0,1 4 3 0,1-6-11 16,8 4 7-16,-1-2-5 0,6-2 6 16,2-4 2-16,0 0-7 0,3-5-5 0,-1 2 11 15,2-1-5-15,4-3 1 0,-4-1-4 0,-8-5-3 16,1 1-6-16,7-2 5 0,-8-2 2 0,-5 1-2 16,2-5 0-16,3 0 7 0,-5-2-2 0,-7 0-6 0,4 2 7 15,-3-2-4-15,-2-1 5 0,-1-1 0 16,1 0 5-16,-1-1 0 0,-3 2 6 0,-2-5 6 15,-2 1 1-15,3 2-12 0,-1 3 9 0,-2-4-2 16,-1 3-5-16,2 1-2 0,-2 3 2 0,1-2-3 16,-1 1 6-16,0 2-4 0,-1-1-7 0,1 5 2 0,1-8-2 15,-2 5-7-15,1 3-4 0,1-4-6 0,-1 4-5 16,0 0 11-16,0 0-8 0,0 0 2 16,7 12-4-16,-3-7-11 0,-1 0-2 0,1 4-20 15,-3-2 2-15,2 1-5 0,1 0-13 0,2-1 6 16,-1 4-1-16,3-4 8 0,-3 4 6 0,1-4 0 0,-2 1 3 15,2-1 4-15,-4-2 2 0,5-1 4 0,-4 0 3 16,-2 2 5-16,3-4 1 0,-3 1 9 16,-1-3 6-16,0 0-1 0,0 0-1 0,0 0 2 15,0 0 1-15,6-10 0 0,-6 10 1 0,0-13 9 16,-3 5 5-16,6-1-2 0,-3-5 2 0,0 5 0 16,0-4-3-16,0 2 15 0,3-1-10 0,-2-2-9 0,3 1 4 15,0 2 4-15,6-5-5 0,-5 5-3 16,-2 2 1-16,5 1-5 0,-4 0 2 0,7 2-5 15,-4 1 4-15,0 1-6 0,2 0 1 0,3 3-1 16,-5 1-1-16,-7 0 6 0,20 5-5 0,-7-1 4 16,0 1 1-16,-2 1-3 0,3 1-1 0,-3 2 1 0,-3 0-9 15,2 2 3-15,0 0 7 0,0-1-6 0,-5 1-1 16,6 4-2-16,-4-4 0 0,-3 2 5 16,3-4-2-16,-3 2 2 0,0-3 5 0,-1-1-2 15,1-1 4-15,-3-4-5 0,2 4 3 0,0-3 1 16,-3 1 8-16,0-4 7 0,0 0 11 0,0 0 3 15,0 0-2-15,0 0 14 0,5-9-4 0,-2 4 5 0,-2-1 3 16,1-3-5-16,-1 1-2 0,3-4 8 16,1 5-4-16,-1-5-2 0,-1 5-4 0,1 0 2 15,-1 1-5-15,1-1-4 0,-1 1-3 0,0 1-8 16,-1 0 8-16,4 1-14 0,-4 1-2 0,4 2-2 16,1 0-1-16,-2-1-2 0,-5 2 2 0,15 3-2 0,-5 0-3 15,-1 0 3-15,2 1-3 0,1 1-22 0,-2 3-32 16,1-2-23-16,1 2-20 0,0 1-17 15,-1-3-18-15,0 1-16 0,1 2-19 0,-2-2-18 16,2 1-14-16,-3-3-21 0,-2-1-21 0,-3 2-12 16,2-3-7-16,-2-1-4 0,4-2-157 0,-3 1-453 15,-5-1 201-15</inkml:trace>
  <inkml:trace contextRef="#ctx0" brushRef="#br0" timeOffset="267.2">4527 1800 67 0,'-1'-6'209'0,"1"6"-1"0,-1-5-4 0,1 5-9 16,-2-2-15-16,2 2-9 0,0 0-14 0,-4-3-9 16,4 3-11-16,0 0-9 0,-5 8-11 0,1-2-11 15,2 1-9-15,1-2-6 0,1 6-5 0,0-2-12 16,1 2-4-16,5 0-1 0,-1 4-10 0,1 1-8 16,0-6-3-16,4 1-3 0,5 2-3 0,-5 2-5 15,2 0-3-15,-1 0-1 0,-2-1-5 0,3-4-4 16,-1 3 1-16,-3-3-3 0,2 1-1 0,-5-3-1 15,2 0-2-15,-3-1-1 0,-1-2-6 0,-3 0 2 16,0 0-1-16,0-2 2 0,0-3-3 0,-10 5-2 16,5-2-3-16,-9-3-15 0,2-1-21 0,0 1-35 15,-9-4-48-15,3-1-51 0,4 1-55 0,-7-3-200 16,5-2-455-16,0-2 202 0</inkml:trace>
  <inkml:trace contextRef="#ctx0" brushRef="#br0" timeOffset="518.5">4721 1433 71 0,'1'-5'391'0,"0"3"-9"16,-1-3-24-16,0 5-29 0,3-5-36 0,-1 3-41 16,-2 2-23-16,0 0-24 0,0 0-18 0,0 0-16 15,2 17-17-15,1-4-6 0,-2-1-21 0,0 7-7 16,2 1-9-16,3 5 0 0,-1 1-31 0,2 3-7 15,5 3 0-15,-2 0-2 0,3 2-12 0,-2-2-3 16,3-4-4-16,-4 4-15 0,3-5-32 0,2 5-28 16,-6-4-34-16,5-1-38 0,-3-8-38 0,-3 7-38 15,-1-7-51-15,-3-9-53 0,5 2-254 0,-6-6-571 16,-2 2 253-16</inkml:trace>
  <inkml:trace contextRef="#ctx0" brushRef="#br0" timeOffset="1237.71">4707 1826 40 0,'0'0'162'0,"0"0"-15"15,0 0 3-15,19 3-26 0,-5-2 5 0,-2 2-17 16,10 0-8-16,1 2-10 0,6 0-15 0,4 2-5 16,1-3-6-16,-1 1-7 0,-2 0-4 0,3-1-9 15,-3-2 0-15,2 4-16 0,-3-2-16 0,-7-4-11 16,1 2-17-16,0-3 0 0,0 0 1 0,-2-1-1 15,0 1 1-15,-3-3 1 0,-7 0 4 0,2 0-1 16,-2-2 23-16,-4-1 11 0,0 1 16 0,-1 1 18 16,-4-2 9-16,0 3 12 0,-2-3 11 0,-1 2 3 15,-4-3 9-15,1 2 3 0,-4 4 6 0,-1-3 3 16,0 2-6-16,-4-2-6 0,-1 3 3 0,0 2-8 16,-1 0-6-16,-1 3-7 0,-1 5-7 0,1-3-8 15,3-1-9-15,-4 7-8 0,3-3 2 0,-2 2-12 16,4 3-5-16,-1-3-3 0,4-1 5 0,1 3-14 15,3-4-6-15,0 3 0 0,4 0-7 0,-1-2 2 16,2 1 2-16,3 1-8 0,0-6-6 0,3 1-9 16,1 1-5-16,4-2-4 0,2-4-19 0,-2 0-1 15,8-1-4-15,0-2 10 0,0 2-8 0,0-4 4 16,-2 0 2-16,-2-5 6 0,-2 4 5 0,-1-3 0 16,0 1 4-16,-4 2 6 0,2-3 15 0,-1 1 17 15,-2 0 10-15,-4 1 18 0,0 1-9 0,0 0 14 16,3 2 5-16,-6-3-1 0,2 4-3 0,-3 2-10 15,3-5-11-15,-3 5-5 0,3-3-5 0,-3 3-5 16,0 0-6-16,0 0 4 0,0 0-6 0,1 13 3 16,3-7-5-16,-4 2 5 0,7 2-7 0,-5 0 3 15,2 3-6-15,1-2-3 0,1 4 4 0,3-3-3 16,-1-5-3-16,0 5 1 0,4 0-11 0,-3-1-7 16,3-4-8-16,-1 0-1 0,2 0-7 0,-5-4 4 15,3 1 1-15,0-1 3 0,-3-2 6 0,3-4-2 16,1-2 6-16,-2 0-1 0,-1-2 3 0,-2-3 0 15,1 2 3-15,-2-7 6 0,-1 7 10 0,-2-4 6 16,1-1 11-16,0 4 9 0,-3-5 9 0,1 6 15 16,-1-2 13-16,2 2 2 0,-3 2-2 0,1 1-2 15,-1 0-10-15,3 2-5 0,-3 3-7 0,1-6-9 16,-1 6-10-16,0 0-5 0,0 0-6 0,0 0 5 16,0 0-3-16,10 9-3 0,-9-4 4 0,2 1-5 15,2 2-3-15,2 2 12 0,-3 2-17 0,4-2-14 16,1 5-15-16,0-3-25 0,-2-2-22 0,1 0-21 15,3 0-22-15,1 0-28 0,-1-3-38 0,1 0-33 16,-2-2-42-16,2-3-44 0,0 1-234 0,-1-3-576 16,1-3 255-16</inkml:trace>
  <inkml:trace contextRef="#ctx0" brushRef="#br0" timeOffset="1455.15">5988 1659 104 0,'0'0'264'0,"0"-6"-33"0,0 6-20 0,0 0 11 16,0 0 14-16,0 0 1 0,0 21-2 0,0-8-1 15,0 5-15-15,0 1-20 0,4 10-22 0,-4 0-10 16,4 2-14-16,-1 0-12 0,1 5-17 0,0-2-12 16,-1 5-6-16,2-1-17 0,2-3-31 0,-3 0-28 15,4-6-40-15,-5 2-28 0,4-6-51 0,0-2-53 16,-2-5-70-16,-1-5-67 0,3-2-185 0,-3-3-502 15,0-3 223-15</inkml:trace>
  <inkml:trace contextRef="#ctx0" brushRef="#br0" timeOffset="1622.41">5987 1904 393 0,'-4'-10'367'0,"-2"6"-32"16,4-2-23-16,0-2-28 0,2 3-24 0,-4-1-29 15,5-1-26-15,2-3-28 0,0 4-25 0,5-3-43 16,-4-1-50-16,3 0-60 0,4 2-64 0,0-8-76 16,-1 3-84-16,0 3-184 0,4 0-443 15,-1-5 196-15</inkml:trace>
  <inkml:trace contextRef="#ctx0" brushRef="#br0" timeOffset="2074">4877 560 368 0,'1'-5'443'0,"3"-1"-33"0,-2 3-38 0,-2 3-45 16,0-4-36-16,0 4-37 0,0 0-22 0,0 0-27 16,0 0-29-16,2 14-4 0,-3-4-17 0,1 1-10 15,-1 2-26-15,3 7 1 0,-2 2-19 0,3 0-6 16,-3 3-12-16,4 0-2 0,-1-4-12 0,0 6-4 16,2-8-15-16,2 2-44 0,-5-4-44 0,5 1-34 15,-1 1-59-15,1-3-38 0,-3-4-53 0,0-6-69 16,0 0-51-16,-3 0-171 0,3-5-555 0,-4-1 246 15</inkml:trace>
  <inkml:trace contextRef="#ctx0" brushRef="#br0" timeOffset="2341.25">4878 530 50 0,'-1'-5'410'0,"-2"0"-10"0,3 5-8 16,0-9-17-16,3 5-19 0,-3 4-30 15,0-7-31-15,5 4-37 0,-2 0-23 0,1 0-23 16,-4 3-25-16,12-4-21 0,-3 4-22 0,-9 0-5 16,25 1-19-16,-11 2-22 0,1 1 2 0,3 2-10 15,-2 0-10-15,3 2-18 0,-4 1-30 0,4-2-22 0,-5 3-25 16,2 0-19-16,-8-2-14 0,3 2-31 16,-3 0-4-16,-1 0-19 0,-3 2-3 0,-1-3-14 15,-6 2-14-15,0-2-14 0,-5 3-9 0,-5-2-11 16,-1 2-12-16,-6-2-15 0,2 0-20 0,0-1-17 15,2-2-17-15,-5-1-133 0,4 1-412 0,3-4 182 16</inkml:trace>
  <inkml:trace contextRef="#ctx0" brushRef="#br0" timeOffset="2809.94">5089 717 189 0,'0'0'233'15,"0"0"-10"-15,0 0-27 0,0 0-15 0,0 0-20 16,9 2-18-16,-9-2-9 0,6 1-6 0,-2 1 1 16,4 0-11-16,-1 0-10 0,5 2-11 0,-1 0-9 15,0 1-8-15,3 0-13 0,-3-1 0 0,3 3-11 16,2 1-5-16,-3-5-6 0,-2 2-4 0,0 3 0 16,0-2-8-16,-2 2-1 0,0 0-5 0,-4-1-4 15,0 0 0-15,-2-2-3 0,-2 0 2 0,-1 0-3 16,0-5 0-16,-2 9 3 0,-3-5-2 0,-1-3 10 15,6-1 7-15,-11 4 8 0,11-4 8 0,-12 3 6 16,12-3 5-16,-11 0-11 0,11 0 24 0,0 0 5 16,-10-1-1-16,10 1-2 0,-4-6 2 0,4 6-3 15,0 0-8-15,-5-5-5 0,5 5 1 0,0 0-19 16,0 0 0-16,6-9-13 0,-6 9 6 0,10-4-19 16,-3 2 9-16,5 2-8 0,0 0 0 0,0 0-1 15,2 0-4-15,0 2 4 0,1-2-9 0,-2 1 2 16,8 4-1-16,-2-3-4 0,-3 1 1 0,4-1 1 15,-3 2-1-15,3-2-8 0,-7 1 8 0,1-3-18 16,0 0 12-16,0 2 10 0,-5-1-13 0,2-1 13 16,-11 0 2-16,15-3 1 0,-8 0-5 0,-7 3 2 15,7-5-3-15,-3 0-20 0,-4 5 21 0,1-9-7 16,-1 4 1-16,0 5 1 0,-4-10-10 0,-1 3-1 16,2 2-25-16,-4-1-35 0,4-2-30 0,-4 4-33 15,1-6-52-15,-2 4-61 0,3-6-70 0,1 4-247 16,-1-2-601-16,1 1 267 0</inkml:trace>
  <inkml:trace contextRef="#ctx0" brushRef="#br0" timeOffset="3194.64">5565 574 132 0,'0'0'311'0,"1"-4"-5"16,-1 4-18-16,0 0-16 0,3-4-30 0,-3 4-33 15,0 0-21-15,0 0-19 0,0 0-17 0,0 0-13 16,0 0-13-16,0 16-5 0,4-11-2 0,-2 4-3 15,-2 1-16-15,1 2-3 0,2-2-17 0,-2 4 1 16,2-4-13-16,1 3-6 0,1 0-4 0,-2-1-5 16,1 1-6-16,-1-2-2 0,0 1-3 0,1-3-7 15,-2 1-2-15,1-4-5 0,0-2-7 0,-3 2-2 16,6-2 3-16,-3-2-1 0,-3-2-4 0,0 0 2 16,7 4-6-16,-7-4 6 0,0 0-7 0,13-6-2 15,-13 6 0-15,10-8-6 0,-3 4 3 0,3 2-3 16,0-1-8-16,1 2 2 0,3 1 2 0,-2-2 1 15,-2 2-1-15,2 2 2 0,0-1-8 0,-1 3 2 16,1 0 0-16,-1 1 2 0,-7 0-1 0,7 0-1 16,-3 3 2-16,0-2 5 0,-5 2-7 0,0 0 6 15,1 0 6-15,-4 0-8 0,-1 0 4 0,-2-3-1 16,-1 2 0-16,-3 1 5 0,0 0-6 0,-5-1 2 16,4-5-1-16,-3 2-2 0,-3-2-20 0,6 0-39 15,-4-1-42-15,-2-4-51 0,14 3-72 0,-23-5-66 16,12 4-226-16,3-3-557 0,2-3 246 0</inkml:trace>
  <inkml:trace contextRef="#ctx0" brushRef="#br0" timeOffset="3880.4">5977 808 79 0,'0'0'357'0,"0"0"-14"16,0 0-15-16,0 0-22 0,0 0-13 0,15-15-31 16,-14 7-17-16,2 2-20 0,0-2-15 0,1-1-17 15,0-4-33-15,0 3 0 0,2-2-27 0,-3-1-6 16,-1 1-15-16,-1-5-13 0,2 1-12 0,-3 2-3 15,1-3-12-15,2 0-11 0,0 1 0 0,-2 1-10 16,-1 3-5-16,2 0-10 0,-4 4 1 0,2-1-3 16,0 3-3-16,0 1-11 0,0 0-4 0,-1 2-6 15,0-1-12-15,1 4-1 0,0 0-1 0,0 0 3 16,-10 9-4-16,3-4-1 0,3 1 5 0,2 6-2 16,-4-1 3-16,2 2-10 0,4-2 7 0,-3 6 2 15,6-1-4-15,0 2 2 0,1 0-3 0,1 0-2 16,4 0-5-16,1-2 1 0,0 0-5 0,1-4-6 15,4 3-8-15,-2-5-13 0,-2-1 1 0,1 0 1 16,5-1 0-16,-4-2 9 0,4 1 4 0,-5-5 1 16,4-1 5-16,-4-2-1 0,-3 1 7 0,4-2-1 15,-2 2 6-15,0-4-1 0,-3 1 2 0,-1 0 8 16,-2-4 2-16,0 4 10 0,0 1 8 0,-4-2 0 16,3 0 1-16,-4-1 9 0,0 5 11 0,0-6-13 15,0 6 2-15,-4-4-1 0,4 4-3 0,-2-4-9 16,2 4-12-16,0 0 1 0,0 0-6 0,0 0 0 15,0 0 1-15,0 0-7 0,13 10 3 0,-3-3 0 16,1-1-8-16,8-1 14 0,4 2 2 0,8 3-1 16,3-3 0-16,4 1 2 0,-1-1-5 0,6-2 4 15,-3 1-4-15,-1-2 1 0,3 0 3 16,-1-3-1-16,-7 1 3 0,4 0-1 0,-6 0 2 0,-9-1 3 16,-3 0 7-16,-6-1 20 0,1-2 24 0,-6 2 11 15,-1-4 5-15,-2 3 0 0,-6 1-2 0,11-5-1 16,-9 4-12-16,-2 1-7 0,0 0-5 0,0 0-5 15,0 0-10-15,-7-10-5 0,7 10-17 0,0 0 2 16,0 0-21-16,-17-4-21 0,17 4-36 0,0 0-38 16,-12 4-45-16,12-4-39 0,0 0-42 0,-13 6-76 15,13-6-305-15,-2 7-661 0,2-7 294 0</inkml:trace>
  <inkml:trace contextRef="#ctx0" brushRef="#br0" timeOffset="4164.74">7221 898 275 0,'0'0'388'0,"0"0"2"0,0 0-4 0,0 0-12 16,0 0-17-16,0 0-16 0,0 0-28 16,0 0-27-16,0 0-18 0,0 0-19 0,0 0-26 15,0 0-24-15,0 0-19 0,0 0-17 0,0 0-28 16,0 0-61-16,0 0-44 0,0-16-66 0,0 13-74 0,0 3-88 16,2-16-98-16,-2 9-370 0,0-4-720 0,0 1 318 15</inkml:trace>
  <inkml:trace contextRef="#ctx0" brushRef="#br0" timeOffset="4315.26">7158 709 173 0,'0'0'267'0,"0"0"-6"0,-7 2-19 16,7-2-27-16,0 0-14 0,0 0-23 16,0 0-16-16,0 0-24 0,0 0-13 0,0 0-23 15,0 0-42-15,0 6-50 0,0-6-78 0,4 5-109 16,-4-5-139-16,12 4-340 0,-5-3 151 0</inkml:trace>
  <inkml:trace contextRef="#ctx0" brushRef="#br0" timeOffset="5352.28">8192 573 336 0,'1'-11'369'0,"3"5"-2"0,-4-4-12 0,0 2-20 16,0-2-19-16,-4 4-12 0,3-4-20 0,-4 4-14 16,1-1-22-16,-5-1-15 0,5 0-21 0,-6 2-10 15,6 2-23-15,-4-1-15 0,0 2-15 0,0 1-21 16,1 2-20-16,7 0 0 0,-19 2-14 0,13 1-8 16,-2 3-14-16,1 1-5 0,-1 1-11 0,4 3-8 15,3-1-5-15,2 4-4 0,3 2-3 0,8-2-5 16,-1 2 0-16,6 1-7 0,2 4-2 0,5 1 0 15,1-3-3-15,0 2-7 0,2-3 2 0,1 0-4 16,-5 1-11-16,-1-2-1 0,-3-4-7 0,-3-1 0 16,-1 2 6-16,-4-6-8 0,-3 2-3 0,-1-3 1 15,2 1-4-15,-6-3 5 0,-1 0 0 0,-1-2-2 16,-1-3-3-16,-11 6 9 0,4-4-1 0,-6 1 3 16,-2-6 1-16,-6 3-6 0,1-2 2 0,1 1 4 15,-2-4-11-15,2 0-2 0,-1 2-21 0,8 0-18 16,4-1-36-16,-2 1-31 0,5 2-50 0,2-3-51 15,3 4-45-15,0-5-59 0,4 2-35 0,7-1-220 16,3-2-630-16,7 4 278 0</inkml:trace>
  <inkml:trace contextRef="#ctx0" brushRef="#br0" timeOffset="6255.48">8799 740 201 0,'5'-2'232'0,"-5"2"0"0,1-5-4 0,-1 5 1 15,-7-7-1-15,4 5-2 0,-2-2-3 0,-2 1-12 16,-1 0-7-16,-3 0-15 0,-8 0-10 0,3-1-14 16,-2 2 0-16,2 1-31 0,-2 2-3 0,0 0-14 15,3 0-7-15,-4 4-10 0,6 0-10 0,-3 1-13 16,3-1 1-16,1 2-15 0,1 0-1 0,0-1-15 16,3 4-4-16,0-2-15 0,5 0 3 0,-1 5-7 15,4-8-11-15,3 8-4 0,1-4-13 0,0 1-16 16,7-1-23-16,-4-1 5 0,5-2-2 0,4 5-24 15,2-6-16-15,1-3-6 0,1-1-2 0,-1 0 3 16,2-2-3-16,-3-1 5 0,-4-1 10 0,0-2 3 16,5-2 11-16,-5 3 6 0,-3-5 4 0,2 1 10 15,-1-1 5-15,-5-1 11 0,0 2 16 0,-4-1 26 16,1 4 23-16,-4-3 25 0,1 3 12 0,2 0 16 16,-3 5-3-16,0-10-3 0,0 10-5 0,0-5-11 15,0 5-7-15,0 0 0 0,0 0-11 0,0 0-3 16,0 0-11-16,0 0-1 0,0 0-10 0,0 0-10 15,0 0 4-15,-8 16-11 0,9-9-2 0,-1 2-9 16,4-4-11-16,3 6-11 0,0-2-16 0,0-2-16 16,2 2-9-16,0-1-17 0,1 0-6 0,0-2-1 15,3 1-5-15,-2-5 2 0,0-1-4 0,1 3 7 16,2-6 7-16,-2 0 5 0,-1-1 14 0,0 0 0 16,0-4 8-16,-2 2 4 0,-3-3 12 0,1 2 12 15,-1-3 15-15,4 0 19 0,-6 4 21 0,0-2 14 16,2-1 20-16,-5 2 4 0,4 0 13 0,-2 0-1 15,-2 3-8-15,2-1 1 0,-3-2-12 0,0 6-1 16,3-4-15-16,-3 4-6 0,0 0-5 0,0 0-2 16,0 0-5-16,0 0-5 0,11 10 0 0,-10-6-8 15,5 1 2-15,-1 3 3 0,0-1-6 0,1 2 1 16,1-2-6-16,2 0 5 0,-4-1-6 0,4 1 8 16,0 1-8-16,-3-5-1 0,2 2-8 0,-1-4 17 15,-2 1-2-15,-1 1 1 0,-4-3-7 0,11 1 3 16,-11-1-5-16,8 0 7 0,-8 0-3 0,0 0 7 15,10-6-7-15,-10 6 5 0,1-4-1 0,-1 4-6 16,4-5 0-16,-4 5-3 0,7-4-10 0,-7 4 6 16,0 0-1-16,4-4-2 0,-4 4-7 0,0 0 2 15,0 0 0-15,0 0 6 0,0 0-4 0,22 8 1 16,-16-5 0-16,4 4-1 0,1-3-3 0,1 3-2 16,6-2 2-16,2 1 0 0,1 1-2 0,-1 0 4 15,9 0-4-15,2-3 1 0,-1 2 3 0,0-3-1 16,-2 0 2-16,-3-4 1 0,3-1 0 0,-3 0 2 15,-5-2-2-15,1 0 2 0,-5-4-2 0,-1 5 9 16,-3-5-1-16,0 4 4 0,-5-3 0 0,0 2 10 16,-3-2 1-16,-1-1 0 0,-3 2 8 0,0-1 2 15,-3 1-1-15,2-1-4 0,-7 1 0 0,2 1-19 16,-7 0 24-16,2 1 13 0,-8 0-1 0,5 4 1 16,-1-1-11-16,2 1-5 0,-1 1 4 0,-5 2 6 15,4 2-13-15,-1 1 5 0,2 1-3 0,3-2-1 16,4 1-9-16,2 2 10 0,-1 1-9 0,2 0-3 15,4 1 0-15,4 0 1 0,3 1-2 0,4 2-2 16,0-3-35-16,4 0-28 0,5-1-46 0,1 1-54 16,1-5-70-16,12-1-78 0,-6 1-334 0,3-4-686 15,-1-3 304-15</inkml:trace>
  <inkml:trace contextRef="#ctx0" brushRef="#br0" timeOffset="6506.36">10100 803 209 0,'0'0'418'0,"0"0"-32"0,0 0-30 16,0 0-32-16,20-9-21 0,-5 7-22 0,8-2-25 15,11 1-22-15,6 2-25 0,2-3-18 0,15 0-18 16,3 1-19-16,1 0-11 0,0 0-18 0,2 1-7 15,0 2-17-15,-1-5-10 0,-1-2-9 0,-1 2-38 16,-18 2-30-16,-1-3-51 0,-6 2-26 0,-2 1-38 16,-11 0-39-16,-8 0-32 0,-7-1-39 0,0 2-88 15,-11-2-233-15,4 4-576 0,-38-13 255 0</inkml:trace>
  <inkml:trace contextRef="#ctx0" brushRef="#br0" timeOffset="7008.14">7635 867 103 0,'-12'-1'448'16,"4"2"-22"-16,4-1-21 0,4 0-10 0,-10 0-16 15,10 0-24-15,0 0-19 0,-7 0-28 0,7 0-28 16,0 0-27-16,0 0-25 0,0 0-19 15,33-3-26-15,-14 2-32 0,0 0-1 0,14 1-23 0,-3-1-37 16,1 2-61-16,0-2-63 0,2 1-73 0,1-1-88 16,-11-1-95-16,7 4-127 0,-6-4-219 0,-2 1-688 15,3-1 305-15</inkml:trace>
  <inkml:trace contextRef="#ctx0" brushRef="#br0" timeOffset="8513.44">6902 2026 101 0,'0'0'328'15,"0"0"-18"-15,-23 4-22 0,23-4-14 0,-4 1-16 16,1 4-24-16,2-1-10 0,-5 0-31 0,5 1-16 16,-2-1-21-16,1 0-16 0,0 0-14 0,-1-1-10 15,2 1-10-15,1 0-8 0,0-4-10 0,0 5-11 16,1-1-10-16,-1-4-5 0,3 3-2 0,-3-3-4 16,0 0-9-16,6 3 2 0,-6-3-7 0,0 0-1 0,11-6-7 15,-7 4-2-15,0-4-3 0,1 2-2 16,-4-1-4-16,4 0-1 0,-4 0 3 0,-1-1 2 15,1-1-7-15,-1 1-2 0,0 2 6 0,-1-1-8 16,0-1-6-16,-1 0-4 0,-1 1 0 0,-3 0-9 16,3 0-28-16,-2 1-30 0,-1 0-34 0,2-1-25 0,0 5-34 15,-2-1-43-15,6 1-61 0,-10-1-262 16,10 1-563-16,-11 1 249 0</inkml:trace>
  <inkml:trace contextRef="#ctx0" brushRef="#br0" timeOffset="8831.26">6864 1813 300 0,'0'0'280'0,"0"0"-30"0,0 0-27 0,0 0-23 15,0 0-22-15,0 0-19 0,0 0-15 0,0 0-14 16,0 0-12-16,0 0-14 0,-7 10-8 15,7-10-9-15,2 6-10 0,-2-6-4 0,0 0-6 16,1 5-7-16,-1-5-5 0,0 0-4 0,4 5-6 0,-4-5 14 16,4 2 12-16,-4-2 10 0,0 0 6 0,0 0 6 15,0 0-5-15,0 0-4 0,0 0 2 0,10-8-4 16,-9 4-6-16,1-1-7 0,-2-1-9 16,0 3-9-16,1-2-5 0,-5 1-3 0,4 4-1 15,-2-8-17-15,1 4-30 0,0 0-41 0,1 1-42 0,0 3-63 16,0-7-73-16,0 7-63 0,0 0-220 0,0 0-548 15,0 0 242-15</inkml:trace>
  <inkml:trace contextRef="#ctx0" brushRef="#br0" timeOffset="10254.41">5999 1883 236 0,'-4'-2'315'16,"4"2"-18"-16,0 0-18 0,-11 2-14 0,6-5-27 15,5 3-21-15,0 0-23 0,0 0-18 0,0 0-18 16,0 0-11-16,0 0-23 0,20-8-11 0,-1 4-33 16,3-2-42-16,12-3-57 0,0 2-65 0,9 0-77 15,-3-2-68-15,2 3-169 0,0-5-430 0,-4 3 190 16</inkml:trace>
  <inkml:trace contextRef="#ctx0" brushRef="#br0" timeOffset="23415.89">7673 1591 341 0,'0'-5'332'16,"3"-2"2"-16,-4 2-4 0,2-1-16 0,1 2-9 15,-2 0-12-15,0 4-17 0,1-9-21 0,-1 6-22 16,4 1-23-16,-4 2-18 0,0-6-27 0,0 6-12 16,2-5-12-16,-2 5-17 0,3-2-13 0,-3 2-14 15,0 0-7-15,0 0-20 0,0 0-35 0,0 0 15 16,4-3-10-16,-4 3-7 0,0 0-5 0,0 0-19 15,0 0-5-15,0 0-2 0,0 0 5 0,0 0-6 16,0 0 2-16,0 0-3 0,0 0 3 0,0 0-3 16,7 7-22-16,-7-7 26 0,0 0-3 0,0 0 3 15,0 0 0-15,0 3-5 0,0-3-1 0,0 0 1 0,0 0 5 16,3 5-11-16,-3-5 11 0,0 0 1 16,4 2-4-16,-4-2 0 0,0 0 4 0,0 0 2 15,0 0-9-15,1 4 2 0,-1-4-2 0,3 2 1 16,-3-2 4-16,0 0-5 0,0 0 1 0,0 0-1 15,0 4-2-15,0-4 7 0,0 0-3 0,3 3 5 0,-3-3-1 16,0 0-6-16,4 4 7 0,-4-4 3 16,0 0-8-16,1 2-2 0,-1-2 1 0,4 3-18 15,-4-3-14-15,0 0-21 0,4 4-20 0,-4-4-20 16,0 0-26-16,-1 5-38 0,1-5-43 0,3 4-76 16,-1 0-318-16,-2-2-644 0,0-2 285 0</inkml:trace>
  <inkml:trace contextRef="#ctx0" brushRef="#br0" timeOffset="25105.31">7705 1602 322 0,'0'-8'328'0,"1"5"-4"0,-1-1-13 0,-1-1 8 15,1 5-32-15,-3-7-10 0,3 3-24 0,0 4-19 0,-3-3-32 16,6-1-21-16,-3 4-24 0,0 0-15 15,0 0-16-15,0 0-21 0,5 10-4 0,0-2-8 16,0 2-9-16,0 7-4 0,1 1-8 0,1 8-12 16,-1 2-2-16,0 1-8 0,-1 0-1 0,-1 2-10 15,-1 0-2-15,0 1-18 0,0 1-6 0,-1-3 18 0,1 1 4 16,-3 2-10-16,-3-5 5 0,3-1-12 16,0 1-1-16,-1-8-2 0,1 1 6 0,-1-3-2 15,-1-2-5-15,2-2 6 0,0-1-21 0,0-2-17 16,0-4-20-16,2-2-4 0,-1 1-5 0,0-3-3 15,2 0-34-15,-3-3-43 0,0 0-43 0,13-7-55 0,-4-2-67 16,-1-1-287-16,-3 0-628 0,6-8 278 16</inkml:trace>
  <inkml:trace contextRef="#ctx0" brushRef="#br0" timeOffset="25373.16">7956 1671 187 0,'2'-2'331'0,"-1"-2"-10"16,0 2-14-16,-1 2-32 0,3-6-32 0,-3 6-24 16,0 0-29-16,0 0-17 0,0 0-18 0,8 9-14 15,-4 1-17-15,0 0-9 0,1 1-5 0,-1 7-14 0,2 2-9 16,1-1-10-16,-1 9-6 0,-2-3-8 16,1 4-6-16,-2-1-13 0,5-1 4 0,-4 1-6 15,0-2-2-15,0 0-3 0,0-5 0 0,2 0-3 16,-1 1-6-16,-5-3-17 0,4-1-7 0,-4 0-24 15,1-4-20-15,2-2-25 0,-3-2-25 0,0-3-26 0,0 3-22 16,0-7-26-16,0 0-47 0,0-3-46 0,0 0-171 16,0 0-464-16,0 0 206 0</inkml:trace>
  <inkml:trace contextRef="#ctx0" brushRef="#br0" timeOffset="25874.94">7843 1875 85 0,'-4'-2'198'0,"-2"1"-23"16,6 1-8-16,0 0-18 0,0 0-14 0,0 0-11 16,0 0-14-16,-2 7 0 0,2-7-1 0,12 6-18 15,-6-2-6-15,6 1-7 0,7 0-14 0,-1 3 0 0,4-4-13 16,1 2 1-16,5-2-5 0,2 1-8 16,-1 0-1-16,3-4-5 0,-2 3-2 0,0-1-5 15,0-2 0-15,-8 3-7 0,2-4-2 0,-3 0-1 16,0-4-4-16,-1 3 0 0,0 0-5 0,-5-1 2 15,-2 1-1-15,-2 0-2 0,3-1 3 0,-9 0-5 16,5-1 7-16,-6 3-7 0,0-1 9 0,-4 1-1 0,11-2 0 16,-11 2 4-16,4-2-7 0,-4 2 2 15,0 0-5-15,0 0-1 0,0 0-4 0,0 8 6 16,0-8-2-16,-3 9-1 0,0-3 3 0,2-1-4 16,-3 3 4-16,0 0-7 0,4 1 1 0,0-1 3 15,0-1-3-15,3 4 4 0,1-4-2 0,-2 4 1 0,3-3 1 16,0 0 1-16,3 0 2 0,-1-2-2 15,4 0 3-15,-1-2-3 0,-2 0 1 0,1-1 0 16,-1-3 1-16,2 0-3 0,-1-3 1 0,-1 2 2 16,1-4-2-16,-1-2 10 0,0 2 3 0,-4-2 13 15,0-1-1-15,-2 0 1 0,-1-2 3 0,-1 0-2 0,-3-4 10 16,3 5-1-16,-7-3 1 0,1 3 2 16,0-1 6-16,-3 0 4 0,0 1-5 0,0 1 5 15,-2 1-3-15,3 0-11 0,1 3-7 0,-4-3-3 16,3 4-6-16,3 0 1 0,-5 3-7 0,5-1-7 15,5 1-9-15,-10 4-13 0,6-3-6 0,1 3-13 16,2 0-15-16,1 1-8 0,3 0-20 0,-1 2-21 16,4 0-20-16,2-2-35 0,3 2-27 0,-3-1-36 15,6-1-174-15,-2 0-416 0,2 1 185 0</inkml:trace>
  <inkml:trace contextRef="#ctx0" brushRef="#br0" timeOffset="26259.62">8662 1894 90 0,'2'-4'262'0,"-2"4"0"0,1-4-12 0,-1 4-8 16,1-3-22-16,-1 3-21 0,0 0-15 0,0 0-29 15,0 0-20-15,0 0-10 0,0 0-16 0,0 0-12 16,0 0-7-16,0 0-10 0,8 12-5 0,-8-6-5 16,2 0-12-16,0 1-5 0,1 3-6 0,-1-3-3 15,2 2-5-15,1 3-1 0,-2 1-3 0,1-7-4 16,0 7-3-16,0-5-2 0,1 4-4 0,1-3-1 15,-2 0-1-15,0 1-2 0,-1-3-1 0,1-2-1 16,-2 0-3-16,1-1-3 0,0 0 3 0,-2-2 2 16,-1-2 5-16,4 3-4 0,-4-3 10 0,0 0 3 15,0 0 8-15,14-5 3 0,-10 2 6 0,-1-2 16 16,0 0 11-16,2-1 8 0,-2-2 5 0,0-2 5 16,-1-1 2-16,5 0 2 0,-3-2-3 0,0-4-4 15,0 4-11-15,-1-3-12 0,1 3-3 0,0 0-3 16,-4 1-12-16,3-1 5 0,-2 4-9 0,2 2-9 15,-2 0-10-15,2 2-11 0,-2-2-33 0,2 1-40 16,-3 2-37-16,0 4-42 0,3-2-20 0,-3 2-20 16,0 0-29-16,0 0-33 0,0 0-27 0,7 9-38 15,-5-4-192-15,-2 4-538 0,2-3 238 0</inkml:trace>
  <inkml:trace contextRef="#ctx0" brushRef="#br0" timeOffset="26593.98">8960 1975 44 0,'4'-4'172'0,"0"1"-3"0,0 1-3 0,2 1-11 15,2-4-11-15,-3-2-14 0,-1 3-9 0,5 2-5 16,-3-2-4-16,0-1-8 0,2-1-3 0,2 1-4 16,-4 0-6-16,1-1-3 0,3 1 4 0,-5 0 5 15,1 0 1-15,0-1 10 0,-3 2 8 0,1-1 4 16,0 3 12-16,-2-3-8 0,-2 5 3 0,0-7-9 15,0 7-13-15,-2-4-16 0,2 4-11 0,-8-1-8 16,8 1-4-16,-15 1-1 0,5 2-17 0,-2 2 3 16,-4 2-6-16,2-2 1 0,1 2 3 0,2 1-16 15,-7 2 1-15,7-1-5 0,2 0-5 0,-2 3 0 16,4-5-4-16,2 5-2 0,-1-4-1 0,1 3-1 16,5-1 5-16,0 1-4 0,5-1 1 0,1-2-1 15,3-1 2-15,5 1-2 0,2 0-14 0,3-2-26 16,3-1-36-16,7 0-50 0,-6-2-60 0,7-3-68 15,-2 0-95-15,-5-3-177 0,0 1-552 0,6-5 245 16</inkml:trace>
  <inkml:trace contextRef="#ctx0" brushRef="#br0" timeOffset="27179.56">8548 2006 114 0,'0'0'319'0,"0"0"-24"0,0 0-21 0,0 0-25 16,0 0-25-16,0 0-19 0,0 0-24 0,0 0-15 16,0 0-20-16,0 0-11 0,-4 14-14 0,8-10-13 15,-2-1-10-15,1 1-5 0,1 1-8 0,2 2-10 16,2 0 4-16,0 1-26 0,0 1-34 0,2-3-34 16,3 1-58-16,-2 0-79 0,3 0-94 0,-1-1-180 15,0-1-461-15,2-2 205 0</inkml:trace>
  <inkml:trace contextRef="#ctx0" brushRef="#br0" timeOffset="27698.06">10154 1506 421 0,'0'-5'416'0,"4"0"-9"0,-2 0-24 15,-2 5-25-15,0-5-38 0,0 5-35 0,1-6-32 16,-1 6-30-16,0 0-20 0,0 0-26 0,0 0-20 16,5 15-15-16,-5-5-13 0,2 2-14 0,-2 5-5 15,1 1-8-15,-1 1-17 0,3 8-7 0,1-5-7 16,1 9-12-16,2-3-11 0,-3 0-35 0,5 1-24 16,-4-3-33-16,6 0-22 0,-3 2-23 0,-3-8-29 15,1-2-38-15,3 0-41 0,-2-4-45 0,-3-2-62 16,2-1-251-16,-4-1-601 0,1-7 266 0</inkml:trace>
  <inkml:trace contextRef="#ctx0" brushRef="#br0" timeOffset="28065.77">10021 1733 58 0,'0'0'182'0,"13"6"-6"0,-6-4-5 15,3 0-10-15,2 1-2 0,0 3-9 0,3-2-4 16,3 5-5-16,0-4-10 0,1 2-8 16,0 3-5-16,1 0-16 0,-2-1-11 0,1 0-7 0,1 1-8 15,-3 0-10-15,1-1-2 0,-1 1-9 0,-1 0-6 16,-1-1-4-16,3 2-6 0,-4 0-1 0,-1-3-5 16,1 2-1-16,-6-3-3 0,4 0-1 0,-1-2-4 15,1 2 1-15,-2-2-4 0,-1-2 0 0,-2 0 7 16,5-1 11-16,-5-1 9 0,1-1-3 15,-8 0 9-15,17-3-6 0,-9 2 3 0,0-1 1 0,1-2 5 16,-2-3 4-16,0 0 0 0,0 0 3 0,-3 1-7 16,0-2 7-16,-3-1-2 0,1-1-1 0,-4-2-4 15,2 1-4-15,-5 2-2 0,0-4-8 0,-2 4 0 16,-3 0-10-16,-3-4 2 0,4 6-6 16,-3 1-6-16,0-1-14 0,1 4-21 0,-1 0-21 0,5 3-22 15,-4-2-32-15,3 2-38 0,8 0-57 0,-15 2-72 16,8-1-266-16,3 3-563 0,1 1 249 0</inkml:trace>
  <inkml:trace contextRef="#ctx0" brushRef="#br0" timeOffset="28467.45">11048 1682 298 0,'4'-6'288'0,"-4"6"-26"0,0 0-29 0,4-1-27 15,-4 1-18-15,0 0-19 0,7 9-19 0,-3-1-13 16,4-1-20-16,-3 6-9 0,1 0-9 16,2 5-9-16,-1-1-9 0,2 5-10 0,0-3-3 15,0 5-7-15,5 0-4 0,-5-5-5 0,6 4-6 16,-4-6-6-16,-1 1-1 0,3 0-6 0,-3-2-2 15,1-1 1-15,-1-5-3 0,-1-1-1 0,0 0-3 0,-1-3 0 16,-2-1 23-16,0-2 16 0,0 0 16 16,1-3-10-16,-7 0 9 0,13-5 5 0,-6 2-11 15,0-6 1-15,5 0-1 0,-8-1-5 0,7-6 11 16,-4 1-26-16,1-3-5 0,2-8-3 0,-1 8-3 16,-2-1-5-16,0 0 2 0,-2 1-11 0,2 1-7 15,1 2 3-15,-1-1 0 0,-3 3-6 0,-1 5-2 16,-1-1-12-16,0 3-24 0,1-1-30 0,-2 2-43 15,2 0-54-15,-3 5-53 0,0 0-36 0,0 0-51 16,0 0-251-16,0 0-581 0,0 0 258 0</inkml:trace>
  <inkml:trace contextRef="#ctx0" brushRef="#br0" timeOffset="28684.89">11521 1797 207 0,'0'0'298'0,"0"0"-26"16,0 0-28-16,0 0-28 0,0 0-21 0,2 4-20 16,-1 0-16-16,-2-1-16 0,1 2-14 0,0 3-14 15,0-3-12-15,0 6-8 0,0-2-8 0,2 2-8 16,1 0-6-16,0 1-5 0,-2-1-12 0,2 2-14 16,1 0-26-16,-2 0-32 0,4-3-37 0,-5-1-47 15,6 0-64-15,0-4-72 0,-2-1-132 0,5 0-398 16,-3-3 177-16</inkml:trace>
  <inkml:trace contextRef="#ctx0" brushRef="#br0" timeOffset="29019.4">11771 1733 127 0,'-4'-4'305'15,"0"-1"-8"-15,0 2-10 0,-1 0-21 0,-2 1-19 16,7 2-21-16,-10-3-25 0,6 2-18 0,4 1-23 15,-12 3-13-15,5-2-14 0,3 3-18 0,-1 0-11 16,1 1-7-16,1 0-11 0,0 2-4 0,3 0-7 16,0 1-9-16,2 2-5 0,-1 1-7 0,4 0-2 15,-2 2-7-15,3-4 0 0,-1 2-7 0,4-1-4 16,-2 2 0-16,0-5-4 0,1 4-3 0,2-2-1 16,-5-2-7-16,1 1-4 0,1-2 2 0,-1 1-2 15,-2-3 2-15,0 1-7 0,-1-1 1 0,-3 1-3 16,4-2-3-16,-4-3 5 0,0 7-6 0,0-7 2 15,-4 3-6-15,-1-2-1 0,-5 0-14 0,3 2-23 16,-1-5-18-16,8 2-21 0,-16 0-24 0,8 2-11 16,0-2-20-16,-1 0-26 0,9 0-27 0,-12-2-36 15,8 1-41-15,4 1-144 0,-3-4-438 0,3 4 194 16</inkml:trace>
  <inkml:trace contextRef="#ctx0" brushRef="#br0" timeOffset="29236.84">12012 1741 220 0,'0'0'295'0,"0"0"-19"16,2-6-25-16,-2 6-22 0,0 0-24 0,0 0-23 15,0 0-17-15,0 0-15 0,0 0-14 0,-6 16-15 16,5-11-8-16,-2 0-10 0,-1 4-13 0,2-2-8 16,0 3-5-16,2 1-10 0,0-3-3 0,0 6-8 15,1-4-7-15,0 2 0 0,5-1-5 0,-2 0-4 16,-3 0-6-16,6-2-4 0,0 1-16 0,2 0-25 15,1-1-29-15,-2-2-51 0,4-1-46 0,2-1-55 16,1-4-61-16,-1 3-150 0,-1-2-438 0,4-4 194 16</inkml:trace>
  <inkml:trace contextRef="#ctx0" brushRef="#br0" timeOffset="29504.07">12287 1496 100 0,'-7'-13'361'0,"3"-3"-3"0,-1 3 4 0,2 4-4 0,-1-2-22 16,2 3-9-16,1 0-27 0,-2 1-26 0,2 2-37 15,1 1-33-15,0 4-24 0,0 0-17 0,0 0-20 16,0 0-16-16,-4 14-12 0,4-4-12 0,0 5-12 16,0 1-8-16,-3 4-4 0,4 6-10 0,-1 0-9 15,0-5-2-15,3 8-24 0,0-2-10 0,-3 1-12 16,0-1-16-16,0 0-17 0,4 0-8 0,-1-7-24 15,5 7-11-15,-3-5-15 0,-2-4-17 0,4 0-16 16,-4-2-22-16,-1-4-20 0,1 0-19 0,1-5-31 16,-1-1-23-16,2 0-37 0,-1-4-24 0,-4-2-155 15,0 0-480-15,0 0 213 0</inkml:trace>
  <inkml:trace contextRef="#ctx0" brushRef="#br0" timeOffset="29671.71">12178 1670 48 0,'-5'-5'267'0,"2"-1"10"15,-1 2 20-15,2-3-10 0,-2 2-18 0,3 2-21 16,1 3-27-16,3-8-19 0,1 5-22 0,0 1-23 16,3 2-10-16,2-2-16 0,1 2-16 0,2 0-7 15,4 0-11-15,3 2-11 0,-5 0-8 0,6 3-11 16,-2-2-38-16,2-1-30 0,-6 1-42 0,5 3-62 16,-8-3-64-16,4-1-88 0,-6 0-199 0,2-2-494 15,-11 0 218-15</inkml:trace>
  <inkml:trace contextRef="#ctx0" brushRef="#br0" timeOffset="30056.41">11897 1485 123 0,'0'0'442'0,"0"0"-11"0,0 0-22 15,-7-5-27-15,7 5-30 0,0 0-30 0,0 0-35 16,-4-2-28-16,4 2-28 0,0 0-27 15,0 0-24-15,0 0-27 0,0 0-9 0,0 0-16 16,0 0-22-16,0 0-7 0,0 0-8 0,0 0-22 16,0 0-23-16,1 12-8 0,-1-12-10 0,0 0-18 0,3 5-14 15,-2-3-7-15,-1-2-20 0,0 0-14 0,0 0-14 16,6 4-19-16,-6-4-25 0,0 0-33 16,0 0-46-16,0 0-68 0,0 0-58 0,0 0-247 15,0 0-600-15,-7-11 265 0</inkml:trace>
  <inkml:trace contextRef="#ctx0" brushRef="#br0" timeOffset="30309.93">11574 1482 126 0,'3'4'207'0,"1"0"-11"0,-1-3-10 15,-2 1-5-15,-1-2-13 0,6 4-3 0,-4-2-6 16,-2-2 0-16,7 4 2 0,-7-4 0 0,0 0 4 16,4 1 8-16,-4-1-24 0,0 0-5 0,0 0-9 15,8-6-8-15,-6 3-13 0,-2 3-6 0,0-7-19 16,-2 4-4-16,2 3-19 0,-2-10-24 0,-3 4-22 16,4 4-29-16,-3-4-28 0,1 4-35 0,-5-3-28 15,4 1-43-15,-1 1-55 0,-4 2-68 0,5 1-145 16,4 0-444-16,-12-4 197 0</inkml:trace>
  <inkml:trace contextRef="#ctx0" brushRef="#br0" timeOffset="31125.86">13066 1263 30 0,'-1'-7'384'0,"-2"4"-27"16,0 0-27-16,1 1-32 0,2 2-36 0,0 0-31 15,0 0-27-15,0 0-19 0,-6 8-20 0,5 3-1 16,-2 1-7-16,3 5-7 0,0 2-7 0,3 3-10 16,-3 3-13-16,1-2-2 0,3 3-13 0,-2 0-8 15,3 2-9-15,1 0-8 0,0-7-4 0,-2-1-9 16,6 7-6-16,-3 3 1 0,1-1-11 0,3-3 0 15,-2-1-22-15,0-6-21 0,0-1-31 0,-1-1-29 16,3 0-34-16,-4-2-43 0,1-6-45 0,0 1-54 16,-1-2-77-16,-1-5-231 0,7-3-578 0,-13 0 255 15</inkml:trace>
  <inkml:trace contextRef="#ctx0" brushRef="#br0" timeOffset="31545.01">13292 1299 246 0,'-2'-4'344'0,"4"-1"-17"0,-2 5-30 0,-2-5-31 15,2 5-32-15,0 0-28 0,0 0-20 0,0 0-20 16,0 0-14-16,-2 14-14 0,2-6-15 0,4 2-15 16,-4 3-15-16,0 3-5 0,1 2-7 0,2 0-7 15,-3 1-5-15,4 4-10 0,-4-2-5 0,6 4-1 16,-2-3-6-16,4 2-6 0,-3-3-2 0,2-1-2 15,-3 1-6-15,3-3 1 0,1 1-5 0,0 0-1 16,-4-2 0-16,2-5-8 0,-5 0 1 0,3-5-2 16,-1 0 1-16,0-2 3 0,-2 0-1 0,3 1 5 15,-4-6 16-15,4 2 9 0,-4-2 6 0,0 0 5 16,0 0 8-16,6-10 2 0,-5 5 7 0,0 0 7 16,3 0 9-16,-2-2 9 0,-1 1 11 0,2 0 4 15,-2 0 0-15,4 0-4 0,1-3-10 0,-3 2-3 16,-2 0-11-16,3 3-7 0,3-4-9 0,-3 3-5 15,-1 1-10-15,2 2-8 0,2-1-7 0,0-1-5 16,-2 3-6-16,2 1-5 0,1 0-3 0,0 2-13 16,-1 3-15-16,3-2-18 0,-1 5-15 0,1 1-21 15,0-3-18-15,0 4-38 0,1 1-18 0,0 3-19 16,1 0-21-16,-1 0-28 0,-4-3-28 0,1 3-38 16,-1-3-41-16,0-2-43 0,-2 1-267 0,-2 0-665 15,2-2 295-15</inkml:trace>
  <inkml:trace contextRef="#ctx0" brushRef="#br0" timeOffset="32230.77">13703 1605 137 0,'0'0'183'0,"5"-1"-11"0,-5 1-7 0,9 2-14 16,-9-2-19-16,7 3-11 0,-1 2-8 0,1-3-14 15,-2 4-7-15,-1-1-7 0,3-2-15 0,1 4-5 16,-2 1 0-16,-2-2-11 0,1 1-5 0,-1 0-7 16,2-2 1-16,-2 1-4 0,1 0-7 0,-3 1-4 15,0-3-1-15,1 0 1 0,-2 0-1 0,1-1 9 16,-2-3 30-16,0 0 3 0,0 0 6 0,0 0 1 16,0 0 3-16,0 0 4 0,0 0 3 0,0 0-3 15,0-12-7-15,0 7-1 0,-2-1-7 0,4-2-9 16,2 1-5-16,-4-1-7 0,5-3-5 0,-1 1-1 15,3 0-6-15,0 2-6 0,-1-2-2 0,1 0-6 16,0 2-1-16,3-1-4 0,-5 2-1 0,3 2 0 16,-2 0-4-16,-2 1 1 0,1 0-3 0,0 0-3 15,-1 2 1-15,-4 2-12 0,9-1-1 0,-9 1-1 16,7 0-1-16,-7 0 1 0,4 3-1 0,-3 0 1 16,2 1 0-16,0 0 0 0,1 1 0 0,0-1 4 15,0 1-2-15,1 3 0 0,0-3 0 0,0 2-2 16,5 2 1-16,0 0 6 0,0-1-7 0,2-3 5 15,3 3-6-15,-2-3 2 0,5 0 5 0,1 0-3 16,-4-2 1-16,7 0-2 0,-8-2 1 0,3 1 2 16,0-4 0-16,2 0-2 0,-7 1 3 0,2-3-2 15,-5-1 0-15,4 3 0 0,-3-4 1 0,0-1 0 16,0 2-4-16,-4 0 4 0,0-3-3 0,-1 1 4 16,-2 2-1-16,0-4 5 0,-1 4 3 0,-2-1 7 15,0 0 3-15,-1 1 0 0,0 0 3 0,-1 2 1 16,-1-3-3-16,-1 4 2 0,0-1-6 0,-5 2-1 15,3-2 0-15,6 3-1 0,-12 0 0 0,1 0-3 0,0 3 0 16,2 1 0-16,-2-1-1 0,3 2-3 0,-3 1 1 16,5-1-2-16,-2 1 1 0,3 2 1 15,1 1-1-15,1 0 2 0,3-4-3 0,0 6 8 16,4-5 0-16,0 6-1 0,4-4 5 0,-1 3-7 0,4-1 2 16,5 2 1-16,1-1 2 0,2-2-4 0,0 0 3 15,1-2-3-15,3-1 1 0,2-1-7 0,-2-3-1 16,-1-1-10-16,-1-1-14 0,-3 0-17 15,5 0-25-15,-4-3-24 0,-4 1-29 0,-3-3-40 16,-1-3-40-16,0 3-54 0,-6 1-187 0,-2-5-473 0,-1 2 209 16</inkml:trace>
  <inkml:trace contextRef="#ctx0" brushRef="#br0" timeOffset="32916.4">13001 1606 272 0,'-7'0'383'0,"7"0"9"0,-5 0-21 16,5 0-12-16,-6 1-8 0,6-1-16 16,0 0-10-16,0 0-8 0,0 0-17 0,30-1-28 15,4 1-22-15,4 0-25 0,19 4-24 0,9-4-18 0,0-1-16 16,5-1-20-16,1 1-12 0,29-1-16 0,-32-3-9 15,-2 8-13-15,2-7-7 0,-4 4-10 0,-1 1-9 16,-4-2-8-16,-4 1-6 0,-17 4-13 0,0-2-28 16,1-1-25-16,-3 0-35 0,-6 0-33 0,-10 1-42 15,-1-1-28-15,-6 0-34 0,-1 0-33 0,-3 1-37 16,-3-1-42-16,-7-1-27 0,6 1-32 0,-6-1-270 16,0 0-672-16,0 0 298 0</inkml:trace>
  <inkml:trace contextRef="#ctx0" brushRef="#br0" timeOffset="33216.6">12944 1480 233 0,'-12'-2'352'0,"7"-1"-17"0,4 1-22 0,1 2-35 16,4-6-24-16,7 2-23 0,8 0-17 0,14-1-12 15,4 3-13-15,17-1-11 0,7 1-16 0,7 1-20 16,-1-1-16-16,2 2-7 0,32-3-10 0,-32 3-9 16,29 3-16-16,-33-5-1 0,1 1-16 0,0-1-6 15,-2 2-33-15,-3 0-28 0,-1 0-31 0,-4 0-39 16,-18-2-40-16,-4 1-50 0,-12 1-63 0,1-3-64 15,-4 2-210-15,-8 1-538 0,-7-3 238 0</inkml:trace>
  <inkml:trace contextRef="#ctx0" brushRef="#br0" timeOffset="33904.36">15176 1635 60 0,'-6'-8'258'15,"0"4"-7"-15,-4-4-15 0,0 4-14 0,-3-1-18 16,2 3-16-16,0-4-14 0,-5 6-13 0,-3-2-15 15,1 2-12-15,-2 2-13 0,6-1-15 0,-1 4-9 16,0-2-12-16,-4 2-11 0,8 5-2 0,-2-5-12 16,2 2 2-16,3 4-4 0,-3-3-16 0,4 3 1 15,-4 6-5-15,10-5-3 0,-1 1-4 0,5-1 0 16,1 0-4-16,2 0-1 0,3 3-3 0,1-5-2 16,3 0-2-16,3 1-6 0,-3-5 0 0,7 2 1 15,-2-4-7-15,2-3-3 0,-1 0-2 0,-1-3 0 16,4 1-1-16,-2-4 0 0,-1-5 1 0,0 5-2 15,-1-8 1-15,0 1-2 0,-2-2 0 0,-1-2-1 16,1-6 3-16,-5 6 3 0,-3-2-6 0,4 0 7 16,-8 1 5-16,5 0 12 0,-4 0 32 0,-1-1 23 15,-1 6 23-15,-4 1 23 0,2 0 7 0,0 2 4 16,-1 2-6-16,0 2-12 0,0 0-12 0,0-1-16 16,0 2-16-16,0 4-12 0,0 0-8 0,0 0 1 15,0 0-8-15,0 0-4 0,-2 13-10 0,2-4-9 16,2 2 0-16,0-1 1 0,4 1-13 0,3 4 8 15,-4-4-6-15,9 2-6 0,-5 2-1 0,5-3-3 0,2-1-7 16,1 2-6-16,1-1-15 0,4-3-13 0,-4-2-17 16,4 1-18-16,-1-4-16 0,1 0-12 15,-3-3-15-15,4-3-14 0,-3 0-17 0,-2-5-26 16,-2 1-21-16,-3 0-26 0,1-4-29 0,1-5-22 16,-2 2-198-16,-2-4-509 0,-4 1 225 0</inkml:trace>
  <inkml:trace contextRef="#ctx0" brushRef="#br0" timeOffset="34120.8">15588 1263 48 0,'-7'-9'288'0,"0"3"2"0,2-1-6 0,0 2-15 0,2 1-24 15,-1 2-30-15,0-1-21 0,4 3-26 0,0 0-14 16,0 0-12-16,-9 11-10 0,12-3 0 16,-2 2-13-16,2 2-9 0,1 5-9 0,2-1-8 15,2 3-11-15,-3 0-4 0,5-1-6 0,-2 3-10 16,3 5 1-16,4-2-6 0,-7 2-7 0,3-5-4 0,-3-1-6 15,4 5-6-15,3-1-21 0,-4-7-23 0,-2 1-33 16,1-1-39-16,0-3-43 0,-5-1-53 0,2-4-58 16,0-1-249-16,-3-2-525 0,-3 1 233 15</inkml:trace>
  <inkml:trace contextRef="#ctx0" brushRef="#br0" timeOffset="34321.51">15562 1437 239 0,'0'0'325'0,"-4"-5"-12"15,4 5-16-15,-1-4-20 0,1 4-23 0,0 0-30 16,-2-2-17-16,2 2-26 0,0 0-18 16,9-5-19-16,-9 5-34 0,14 0-33 0,-3 0-40 15,1 5-44-15,2-5-47 0,-1 2-65 0,5-1-66 16,1 3-230-16,-5 0-447 0,6 3 198 0</inkml:trace>
  <inkml:trace contextRef="#ctx0" brushRef="#br0" timeOffset="35525.75">15913 1586 137 0,'0'0'202'0,"12"0"-6"0,-3-4-13 15,1 2-7-15,-2 1-10 0,5-3-11 0,0 0-15 16,-5-1-9-16,7 0-14 0,-4 0 0 0,-3 0-11 16,5-1-8-16,-4-2-10 0,1-1-6 0,0 1-3 0,-1-1-12 15,-2-1-7-15,-2 0-9 0,1-3-3 0,-1 2-4 16,-1-7-6-16,-3 5-2 0,1-4-6 16,-5 0-5-16,1 3-1 0,-2-2-4 0,-5 1-2 15,5-1-4-15,-3 1 4 0,-1 4-4 0,-3 0-8 16,6 1 5-16,-4 2-3 0,3 1-3 0,-2 1-2 0,1 2-8 15,0 1 7-15,0 3-1 0,-1-2-4 0,1 2-2 16,0 3 5-16,5 2-6 0,-3 4 11 0,1-1-5 16,-1 3 2-16,4 3-3 0,-3-1 1 15,5 3-1-15,-1 1 1 0,0 1-1 0,4 0 3 16,-1 1-2-16,5 0 2 0,-3 1-1 0,4 6-2 0,1-8 4 16,-2 0 0-16,2-1-1 0,5 1-1 0,-3-1 4 15,2 1-4-15,-2-5 4 0,2 4 0 16,-1-5-1-16,0 2 1 0,6-8 0 0,-4 4-1 15,6-2 3-15,0-3-6 0,-2-2 5 0,1-2-1 16,-1-1-2-16,0 0-1 0,0 0 11 0,0-4-14 0,0 1 3 16,0-4 4-16,-4-1-5 0,0 1 4 0,-7-1-4 15,6-3 0-15,-2 4 0 0,-5-6-1 0,0 3 1 16,0 0-2-16,-6-1 6 0,7 1 4 16,-6 0-3-16,-4 2 7 0,2 0-1 0,-4 1-3 0,2 3 1 15,0-2-3-15,-2 0 1 0,-1 3-1 0,-1-1-6 16,2 2-2-16,-4 0 4 0,1 1-2 0,7 1-1 15,-12 3 0-15,6-2 0 0,2 3 0 0,-2-1-8 16,4 2 5-16,1 1 3 0,2-1-3 0,1 1 0 16,4 1-5-16,-2 0 6 0,7 1-1 0,-2 0-5 15,8 2-4-15,2 0-7 0,3-4-14 0,0 4-7 16,8-7-8-16,0 2-12 0,-2 2 2 0,2-3-11 16,1-3-10-16,-13 0 4 0,7-1 2 0,-4-2-3 15,4-1 10-15,-6-2 1 0,0-1 7 0,-7 2 0 16,6-5 22-16,-6 1-6 0,0 0 11 0,-1 1 5 15,-5-3 0-15,-1 0 6 0,0 1 19 0,-3-3 10 16,-1 3 15-16,-1-3 8 0,-1 2 13 0,1 1-3 16,-4 0 6-16,-2 3 0 0,2-2-10 0,0 3 0 15,-3 0-5-15,-5-2 1 0,1 5-5 0,-3-1-4 16,-2 3 0-16,4 0-3 0,-7 2-6 0,-1 1-1 16,2 4 1-16,3-1-1 0,-1-1-6 0,-1 5 1 15,4 1-1-15,-2-1 1 0,4 3-2 0,4-3 0 16,3 1 1-16,-3 0-2 0,6-1 2 0,-2 0-6 15,3 0 1-15,4 1 3 0,0-2-1 0,2-1 0 16,3-1-1-16,-1-2-3 0,4 1-1 0,1-1 2 16,2-4-1-16,-3-1-1 0,3-1-2 0,-3-1 0 15,1-1 4-15,7-3-2 0,-8 2-1 0,2-1 3 16,2 0 0-16,-4-3 3 0,-4 2 4 0,1-2 6 16,-2 1 7-16,-1-1 6 0,-2 1 5 0,3 2 14 15,-6-1 0-15,2 3 2 0,-1-3 2 0,0 2-15 16,1 2-5-16,-3 2-7 0,3-5-3 0,-3 5-2 15,0 0-1-15,0 0-7 0,0 0 0 0,0 0-7 16,-18 7-1-16,15-2-4 0,2 0-8 0,-2-2-1 16,3-3-5-16,-1 13-4 0,1-7-2 0,1 2 2 15,-1-2-2-15,3 2 2 0,-2-3-2 0,3 1 2 16,0 1-2-16,2-6 4 0,-2 2 2 0,8-1 1 16,-5 0 0-16,1-1 5 0,-8-1-5 0,21-4 7 15,-10 3-2-15,2-3-2 0,-1-4 5 0,-1 2-1 16,4 0 0-16,-2-2 8 0,3-1-7 0,-5 0 0 15,1 0 6-15,1-2 8 0,-2 3 9 0,-1 0 7 16,-1-2 9-16,1 1 7 0,-2 0 5 0,0-1 6 16,-1 3 2-16,0-2-1 0,-1 4 5 0,1 0-6 15,-1-1 0-15,-2 1-4 0,-3 2-14 0,2-1-2 16,-3 4-5-16,8-1-2 0,-8 1-2 0,8 1-2 16,-8-1-5-16,8 5 3 0,-2-1 0 0,-2 1 0 15,-2 2-7-15,7-2-4 0,-4 4-4 0,2 0-4 16,-3 0-7-16,3 0-1 0,-2 0-7 0,1-1-8 15,-2 0-8-15,0 0-7 0,0-1-15 0,-1-1-8 16,0 0-14-16,-3 1-10 0,1-5-2 0,-1 3-7 16,0-5-1-16,-4 5 0 0,4-5-8 0,-10 4-12 15,10-4-13-15,0 0-26 0,-16-4-14 0,16 4-19 16,-14-5-120-16,9 1-332 0,-2 1 148 0</inkml:trace>
  <inkml:trace contextRef="#ctx0" brushRef="#br0" timeOffset="35793.39">17297 1059 11 0,'-1'-5'307'0,"1"2"-25"15,-1 0-41-15,1 3-24 0,0 0-22 0,0 0-24 16,0 0-16-16,-11 12-14 0,7-2-14 0,1 3-4 15,0-1-14-15,2 6-12 0,1 4-10 0,-3-2-11 16,6 9 0-16,-3-1-10 0,1 1-8 0,2-1-1 16,1 0-7-16,3 1-2 0,1-2-8 0,0-8-1 15,1 7 0-15,-1-6-6 0,1-1-15 0,-1 1-20 16,-1-3-32-16,0-5-38 0,1 3-35 0,2-6-66 16,-2-2-73-16,-4-1-126 0,5-2-402 0,-2-2 177 15</inkml:trace>
  <inkml:trace contextRef="#ctx0" brushRef="#br0" timeOffset="35960.25">17233 1333 174 0,'-9'-3'327'16,"2"-1"-7"-16,3 0-1 0,-1 1-18 0,-1-1-16 16,6 4-27-16,-5-2-23 0,5 2-27 0,0-5-30 15,0 5-39-15,0 0-44 0,13-1-57 0,-13 1-61 16,20 3-84-16,-1-1-106 0,-5-1-210 0,7-2-458 15,2 3 204-15</inkml:trace>
  <inkml:trace contextRef="#ctx0" brushRef="#br0" timeOffset="37248.08">18144 1207 153 0,'-9'-3'336'0,"7"0"-5"0,2 3 5 16,-6-2-9-16,6 2 3 0,-4-4-3 0,4 4-10 16,-4-2-8-16,4 2-24 0,-1-5-12 0,1 5-19 15,-3-5-20-15,3 1-23 0,0 4-20 0,4-6-19 16,-1 1-21-16,3 1-12 0,0-2-15 0,4 2-12 15,-1-3-17-15,5 4-8 0,-1-1-12 0,4 3-8 16,0-2-11-16,4 2-8 0,-2 1-10 0,1 1-9 0,-1 2-13 16,0 0-8-16,0 4-6 0,0-2-12 15,-6 1-9-15,4 4-12 0,-3-1-4 0,-1 1-2 16,-4-2-13-16,0 3 6 0,-1-1-10 0,0 2-3 16,-2-4-5-16,-3 3 0 0,2-2 11 0,-5-1 0 15,-3-1 5-15,3 2 3 0,-4-4 6 0,0 3 3 0,0-3 1 16,-7 2 5-16,3-2 6 0,-4-2 2 15,-2 1 2-15,1-3 9 0,-2 4 3 0,2-5 5 16,-3 0 12-16,5 0 0 0,0 0 9 0,2 0 6 16,2 0 6-16,0 1 8 0,7-1-3 0,-9-1 2 15,9 1 5-15,0 0-10 0,-8-3 4 0,8 3-8 16,0 0-8-16,0 0-4 0,0 0-1 0,28 1-1 16,-14 1-3-16,2 0 4 0,4 3-6 0,-1 0-3 15,3 1 4-15,0-1-5 0,7 4 2 0,-1 1-1 16,-9-2-3-16,0 0 3 0,-3 1-6 0,2-1 3 0,-3 2-4 15,-1-4-3-15,-5 4 1 0,2-3 1 0,3 5-1 16,-5-3-7-16,-1 0 0 0,-1-3-1 0,-3 0 3 16,-1 5 0-16,-3-6 4 0,1 1-8 15,-2 1 2-15,-2-1-2 0,-1-1 2 0,-1 0 4 16,-4-1-3-16,-1 0 12 0,-1 0 6 0,-3-1 6 0,-3 1-1 16,-5-3 9-16,0 1-5 0,3 0 0 0,-4-1 2 15,1-1-2-15,0-1 0 0,1 1-6 0,2 0 5 16,1 1-7-16,3-2 9 0,1 1-13 15,5 0 0-15,-3-2-12 0,3 2-15 0,1-2-24 0,8 2-25 16,-11 0-33-16,11 0-35 0,0 0-25 0,0 0-42 16,0 0-59-16,0 0-87 0,0 0-307 0,0 0-711 15,33-5 314-15</inkml:trace>
  <inkml:trace contextRef="#ctx0" brushRef="#br0" timeOffset="38636.33">19532 1307 77 0,'-7'-8'257'0,"-1"0"-11"0,-2 2-10 0,-3 0-14 16,2 1-10-16,-2 2-26 0,0 3-11 0,-3 0-18 16,2 1-16-16,-2 3-11 0,4 1-13 0,-6 1-2 15,2 4-17-15,0 0-12 0,2 2-10 0,3-4-4 16,3 1-5-16,3 3-6 0,0-3-5 0,4 3-1 16,1-1 0-16,4 2-6 0,3-2 3 0,8 4-11 15,4-5-2-15,8 7-2 0,-6-7-4 0,7 2-3 16,3-2-1-16,-2-3 3 0,-2-4-12 0,-4-1-6 15,1-1 1-15,-1-1 3 0,-2-1-14 0,-2-3-3 16,2 0-1-16,-7-3-6 0,0 1 1 0,-7 0 0 16,3-3 1-16,-5 0 1 0,0-4-2 0,-3 1 0 15,-1 2-2-15,-4-3 1 0,-3 1 3 0,-2 1 1 16,-5-3-1-16,3 5 5 0,-4-1 4 0,0-1-3 16,-2 1 3-16,-3 3-4 0,8 1 0 0,-1 3-1 15,-2-1-4-15,5 3 3 0,-2-2-2 0,0 2-1 16,5 2-2-16,0 0-4 0,0 2 1 0,2 1-6 15,2-1 0-15,2 3-4 0,1-1-11 0,4 2-9 16,1 0-14-16,2 0-25 0,4 2-26 0,4-1-29 16,0 2-33-16,4-3-43 0,8 2-26 0,-5-3-128 15,7 2-390-15,2-2 173 0</inkml:trace>
  <inkml:trace contextRef="#ctx0" brushRef="#br0" timeOffset="39071.65">20143 1387 26 0,'4'-4'252'0,"-1"-1"0"0,-2 1 2 16,-1-1 3-16,-4 0 0 0,0-2-18 0,-3 3-9 16,0-1-12-16,-1-2-13 0,-3 2-10 0,-5 1-15 15,-2 2-21-15,-1-1-13 0,0 1-18 0,-1 2-7 16,0 2-15-16,0-1-13 0,0 4-9 0,1-1-7 16,1 4-8-16,-1-2-3 0,8 0-8 0,-1 3-5 15,1-2-9-15,2 0-4 0,0 3-6 0,1-3-1 16,4 2-5-16,0 1-9 0,1 1-6 0,6-5 0 15,1 3-1-15,0-5 4 0,4 6-14 0,2-3-5 16,2-3-10-16,3 2-4 0,0-4-7 0,4 1-12 16,-1-3 2-16,1 0-7 0,1-1-3 0,0-3-2 15,-3-1-7-15,1 1 3 0,-1-4-7 0,0-2-2 16,-1 1-5-16,-1-2-1 0,-1-4 3 0,-7 5-2 16,3-6 7-16,-3-1 2 0,0 0 1 0,-3 1 5 15,0-2 9-15,-4 1 6 0,-4-4 14 0,1 6 21 16,-4-3 22-16,2 2 8 0,-4 3 5 0,-1-2 8 15,3 6 16-15,2-2 0 0,-2 2-2 0,0 0-1 16,3 4-15-16,0-1-4 0,0 2-2 0,-2 2-7 16,2-1-5-16,4 3-1 0,0 0-4 0,-15 5-5 15,13 0-2-15,0 3-4 0,-2 1 0 0,3 1-7 16,1 3-1-16,1 4-6 0,2-5-6 0,0 6-12 16,1 2-5-16,1-2-13 0,7 2-17 0,-5-2-23 15,4 1-29-15,14 0-38 0,-14-2-36 0,8-2-51 16,5 2-203-16,-9-3-473 0,7-1 210 0</inkml:trace>
  <inkml:trace contextRef="#ctx0" brushRef="#br0" timeOffset="39539.99">20537 1364 191 0,'-7'-3'212'0,"2"-2"-7"0,-6 2-7 16,3 0-8-16,-5-1-12 0,0 4-9 0,1 0-6 15,-4-1-11-15,3 4-8 0,-1-1-15 0,0 1-8 16,-5 1-11-16,5 0-14 0,-1 2-10 0,2 0-6 16,2-1-10-16,1 4-6 0,-1-1-7 0,2 1-4 15,2-2-5-15,2 2-5 0,1-2-2 0,2 0-6 16,-2 3-1-16,4-4-6 0,3 1 0 0,-2 1-5 16,5-3-4-16,1 4-2 0,3-3-3 0,0-3-5 15,1 2-1-15,4-2-7 0,-2-3 2 0,2 2-1 16,0-3-5-16,4-1-1 0,-1-2-3 0,1-1-4 15,0-2-1-15,-3 1-5 0,2-3-13 0,-4-4 2 16,2 4-1-16,-2-6 1 0,0-1 2 0,-4 2 2 0,0-11-2 16,0 8 3-16,-6-3 1 0,-1-1 5 15,-3 1 7-15,0-8 17 0,-3 8 19 0,2-2 30 16,-7-2 18-16,3 5 23 0,-1 1 15 0,3-1 19 16,-5 1 23-16,0 0 5 0,1 3 4 0,3 3 3 15,-3-1-3-15,0 3-8 0,2 0-6 0,1 3-9 0,0 2-14 16,0 0-19-16,1 3-11 0,2-3-12 15,1 5-20-15,0 0-12 0,-6-1-14 0,6 1-10 16,0 0-3-16,-4 16-5 0,3-10-8 0,1 7-4 16,1 2-8-16,-2 3-12 0,1 2-12 0,4-1-19 0,0 3-27 15,-3-4-27-15,2 9-32 0,4-1-31 0,4 2-37 16,-2 0-45-16,2 0-55 0,1-10-72 16,2 6-211-16,-3-7-627 0,3-5 277 0</inkml:trace>
  <inkml:trace contextRef="#ctx0" brushRef="#br0" timeOffset="40142.11">21492 1144 218 0,'-1'-10'284'0,"-2"2"-4"0,-2 1-19 16,-1 0-12-16,2 0-16 0,0 2-14 16,1 0-24-16,-1 1-24 0,-3 1-18 0,-1 1-13 15,2 2-17-15,-3 0-14 0,1 3-8 0,-7 1-16 16,4 1-5-16,-1 2-5 0,3 4-8 0,-2 0-10 0,-3 3-7 15,5 0 6-15,0 2-14 0,0 1-4 0,2-1-6 16,3 2 4-16,3-2-9 0,-1 1 2 16,1 1-3-16,4 0-2 0,1-2 4 0,3 2-3 0,2-5-4 15,1 2 0-15,3-2-3 0,4-2-4 0,-4-1 0 16,6-1-3-16,1-3-9 0,0 0-4 0,1-3-9 16,1 0-1-16,-3-3 2 0,0-3 0 0,0 1 0 15,-1-2 2-15,1-1-4 0,-4-3 3 0,-2 1 0 16,0 0-3-16,0-2 17 0,-7 1-10 15,3 1 2-15,-2-2 9 0,0 0 15 0,-2 1 11 0,-1 0 15 16,-2 2 14-16,1-1 8 0,-3 2 3 0,2 0 22 16,-2-1-15-16,2 2-3 0,-2 4 0 0,0-5-9 15,0 5-15-15,0-4-8 0,0 4-12 0,0 0-1 16,0 0-7-16,0 0-6 0,0 0-6 0,0 0 4 16,-3 13 3-16,2-7-5 0,1 1-11 0,0 1 2 15,1 2 0-15,-1-2-6 0,5 0 1 0,0 3-11 16,0-3 5-16,4 3-4 0,-3-1-9 0,2-1-6 15,3-3 0-15,1 1-15 0,2-2-14 16,-1-1-18-16,0-2-15 0,7 0-18 0,-8-1-16 0,10-1-11 16,-2-4-13-16,-2-1-16 0,1 0-12 0,-1 1-20 15,1-5-6-15,1-3-23 0,-1 3-15 0,0-4-171 16,4-4-441-16,-5 3 196 0</inkml:trace>
  <inkml:trace contextRef="#ctx0" brushRef="#br0" timeOffset="40594.71">22115 1091 194 0,'0'-20'23'0,"-4"1"29"0,0-3 22 0,-2 2 13 15,-3 0 15-15,5 1 22 0,-3 2 19 0,0-2 13 16,2 7 14-16,-5-4-3 0,6 6 8 0,-1 0 2 16,-1 2-12-16,2 2-12 0,0 0-7 0,-1 1-26 15,-1 1-16-15,2 3-9 0,2-3-13 0,2 4-5 16,-11 7-14-16,9-3-5 0,-2 5-3 0,2 0-8 16,-1 4-1-16,-1 5-7 0,2-1-3 0,1 2-4 15,1-1-2-15,-3 5-1 0,6 3-2 0,-3-5-3 16,1 5-3-16,-1-3 1 0,2 3 1 0,1-4-4 15,-1-1 2-15,1 0-8 0,2-2-5 0,-1 0-2 16,0-1-10-16,-1-4-10 0,1-2-3 0,-1-1-6 16,-2 1-5-16,2-6-2 0,0 2 4 0,0-2 11 15,-1-3-9-15,1 0 8 0,-3-3-1 0,4 1 4 16,-4-1-5-16,0 0 8 0,0 0-6 0,7-11 4 16,-6 4-1-16,2 2 1 0,0-4 3 0,-2 0 6 15,5-2 5-15,-1 1 9 0,0-1 7 0,-1 0 5 16,1 2 6-16,0-1 3 0,-1 0 9 0,5 3-4 15,-3-3 5-15,-1 5 10 0,1 0-2 0,-2 0-6 16,3 1 0-16,-3 0-12 0,3 1 2 0,-2 1-7 16,3 1-6-16,0 2 0 0,-8-1-6 0,11 3 2 15,-4 1 1-15,1-1-3 0,0 5-3 0,-1 0-5 16,3-1 5-16,-1 4-3 0,-1-3-1 0,-1 3 0 16,0 0 1-16,0 1-4 0,-2 0 2 0,3-1-2 15,-2-1 3-15,-1 2-2 0,2-2-7 0,0 0-12 16,-2-1-12-16,-1-1-18 0,1-1-21 0,-3-1-25 15,2 0-30-15,-1-2-32 0,0 3-36 0,1-4-58 16,0 0-201-16,-4-3-481 0,5 6 214 0</inkml:trace>
  <inkml:trace contextRef="#ctx0" brushRef="#br0" timeOffset="41229.06">22473 1326 132 0,'0'0'180'16,"2"-3"-13"-16,-2 3-7 0,0 0-14 0,0 0-10 16,0 0-14-16,0 0-9 0,12 2-7 0,-7-4-8 15,-5 2-19-15,9-1 2 0,1-1-9 0,-3 1-2 16,5 0-11-16,-4 0-10 0,2-1-3 0,-1 1-3 16,1-5-6-16,1 3-2 0,0 0-2 0,-1-3-5 15,1 1-3-15,-4-1-3 0,2-3-2 0,1 1 3 16,-6-1-8-16,0 0 5 0,2-1-5 0,0-2 2 15,-2 2 1-15,-1-1-2 0,-3-1 8 0,0 1 10 16,0 3 2-16,-4-3 7 0,4 4-1 0,-4-2-3 16,-4 2 1-16,5 1-4 0,-5-1-5 0,-2 4-1 15,1 0-6-15,2 2-2 0,-2 0-4 0,0 1-2 16,2 2-1-16,-3 1-2 0,3 0-1 0,1 3 2 16,-3 0-3-16,4 3-1 0,1 0-1 0,-1 3 1 15,1 1 2-15,4 0-3 0,0 1 0 0,0 2 1 16,3 0 3-16,-2-1-3 0,4 0-2 0,-3-2-1 15,7 3 2-15,1-1 0 0,-2-5-2 0,4 2 5 16,1 0-7-16,1-2 6 0,-1-2 0 0,-2-2-3 16,0 1-1-16,5-4 0 0,-5 0-2 0,8 0-4 15,-5-3 1-15,1 0-1 0,-2-4 2 0,1 0-1 16,0 0 0-16,-1-2-3 0,-1-1 3 0,-1 0 3 16,7-3 0-16,-6-2-4 0,4 2-1 0,-3-4 2 15,4 2-1-15,-6-3 1 0,4 1 0 0,-5 0 15 16,2 2 19-16,-5 2 13 0,5 1 14 0,-5 0 6 15,1 0 1-15,0 1 6 0,-2 2 3 0,-1 2-4 16,-1-1-7-16,0 1 0 0,1 0-10 0,-2 2-15 0,1-1-3 16,-4 3-5-16,9 0-4 0,-9 0-4 15,5 5-5-15,1 0-4 0,-4 1 3 0,2-1-11 16,0 2 3-16,0 3-1 0,-1 1 6 0,-1-1-2 16,0 1-6-16,0 1 4 0,0 1-5 0,0 0-2 15,-1-3 3-15,2 3-3 0,-6-3 0 0,3 1-22 16,-1-1-20-16,-1 0-21 0,1-2-26 0,-3 0-28 15,1-1-35-15,-2-1-36 0,-1-3-54 0,2 0-67 16,-8 0-173-16,4-1-514 0,-6-7 227 0</inkml:trace>
  <inkml:trace contextRef="#ctx0" brushRef="#br0" timeOffset="41429.42">22616 952 250 0,'0'0'300'0,"-6"-4"-31"0,6 1-26 0,0 3-31 16,-7-1-25-16,7 1-32 0,0 0-37 0,0 0-47 16,0 0-42-16,-11 5-59 0,11-5-73 0,-3 7-181 0,-3-2-307 15,6-5 136-15</inkml:trace>
  <inkml:trace contextRef="#ctx0" brushRef="#br0" timeOffset="41848.15">21703 970 345 0,'0'0'387'0,"-8"-3"-27"0,8 3-15 16,0 0-26-16,0 0-30 0,0 0-35 15,0 0-22-15,-5-3-31 0,5 3-23 0,0 0-27 16,0 0-19-16,0 0-17 0,0 10-20 0,0-10-11 0,5 6-8 16,-1-2-17-16,1-2-14 0,-1 4-13 0,2-5-13 15,2 4-6-15,-4 0-8 0,4-2-5 16,-4 1 5-16,3-2-6 0,-1-1-3 0,-6-1 4 16,9 0-8-16,-9 0-4 0,8-2 1 0,-5-1 0 0,-2-2-5 15,1 2-5-15,-1-2-9 0,-2 0-11 0,-1-1-17 16,0 1-22-16,-4-4-24 0,-2 0-37 0,4 5-38 15,-3-7-61-15,3 6-224 0,-7-1-503 0,-1 1 222 16</inkml:trace>
  <inkml:trace contextRef="#ctx0" brushRef="#br0" timeOffset="43805.09">3427 2603 149 0,'-5'3'221'0,"5"-3"-19"0,-7 2 1 16,7-2-20-16,-2 3-10 0,2-3 3 0,6 8 14 16,5-3 11-16,2-3 6 0,8 3 1 15,14 0-10-15,6-4 2 0,19 4-5 0,5-1-29 0,6-6 13 16,24 1-15-16,6 1 2 0,-5-11-3 0,9 8-1 16,9 0-25-16,-1 3 10 0,0-1-9 0,-2-1-8 15,-6-11-10-15,3 11-5 0,-5 4-16 0,-1-6 3 16,-30 1-10-16,25 0-7 0,2 1-6 0,-30 1-8 15,30-5-7-15,-35 4-2 0,-1-2-5 0,0 2 0 16,-5-1-9-16,-2 1 4 0,-17-1-3 0,1 1-6 16,-2-1-3-16,-5 0-6 0,-3 3 2 0,-9-5-10 15,-7 2 5-15,2-1-9 0,-6 1 4 0,-1 0-3 16,-2 2-1-16,0-4-3 0,-3 3-3 0,1 0-22 16,-5 2-27-16,7-2-59 0,-3 1-84 0,-4 1-95 15,0 0-116-15,6-4-411 0,-6 4-863 0,0 0 382 16</inkml:trace>
  <inkml:trace contextRef="#ctx0" brushRef="#br0" timeOffset="50512.17">7301 3145 270 0,'1'-6'498'16,"2"2"-7"-16,-2 0-5 0,2 0-9 0,-3 4-21 15,1-5-28-15,-1 5-27 0,3-4-36 0,-3 4-39 16,0 0-35-16,0-4-30 0,0 4-28 0,0 0-29 16,0 0-13-16,0 0-14 0,5 13-5 0,-5-8-14 15,0 4-15-15,2-1-15 0,-1 4-11 0,0-2-9 16,-1 5-8-16,2-2-10 0,2 3-11 0,-3 2-4 15,2-2-5-15,-3-4-23 0,1 3-33 0,2 3-33 0,0 0-40 16,1-2-42-16,1 2-41 0,-5-5-30 16,6 3-44-16,-2-5-38 0,0-1-41 0,0 0-40 15,0-3-65-15,4-2-77 0,-4-1-254 0,2-2-793 16,2-2 351-16</inkml:trace>
  <inkml:trace contextRef="#ctx0" brushRef="#br0" timeOffset="51013.94">7631 3161 202 0,'0'-2'299'0,"1"-3"-24"0,-1 5-24 15,0 0-28-15,0 0-21 0,0 0-20 0,0 0-17 16,0 0-13-16,-6 13-16 0,-2-7-13 0,2 3-12 16,-3 1-8-16,0-1-8 0,0 0-13 0,-1 6-7 0,-1-3-8 15,5 0-3-15,-4-2-11 0,1 0-3 16,-2-2-4-16,4 2-4 0,-1-5-5 0,2 0 0 15,2 2 0-15,-2-4-1 0,2-1 2 0,2-1 1 16,2-1-4-16,0 0-3 0,0 0 2 0,-11-6 2 16,10-1-5-16,1 1-1 0,1 0-1 0,2-1 0 0,0-2 7 15,-2 1-3-15,6 1 3 0,-4 1 0 16,2-1 0-16,-2 2 0 0,1 0-1 0,0 1-8 16,1 2-2-16,2-1-7 0,0 1 1 0,1 4-5 15,2 1 3-15,3 0-6 0,-5 4-3 0,10 0-6 0,-4 4 11 16,1-1-4-16,2 3-3 0,2 0 1 0,3 5-1 15,1 1 1-15,0 0 3 0,-6-8-2 0,0 5-4 16,1-3 1-16,0-2 1 0,-1 1-1 16,1-4 4-16,-2 3-1 0,-5-5-1 0,-4-2 11 15,4 1 27-15,-3-2 23 0,-1-3 26 0,0-1 5 0,1-2 5 16,-4-2 1-16,0 0 7 0,-1-3-4 0,-2-2-9 16,5-7 0-16,-11 0-6 0,5 2-10 0,0-5-4 15,-1-1-5-15,-3 0-10 0,0-7-13 16,0 9-2-16,-3-8-6 0,3 9 0 0,0 2-11 0,3 4-7 15,-4 1-19-15,4-1-17 0,-2 3-31 0,2 2-33 16,2 1-51-16,-2 0-66 0,-2 4-41 0,3 2-18 16,0 0-42-16,0 0-51 0,0 0-45 0,0 0-214 15,14 13-653-15,-10-8 290 0</inkml:trace>
  <inkml:trace contextRef="#ctx0" brushRef="#br0" timeOffset="52050.95">8129 3062 72 0,'0'-5'353'0,"0"1"-11"16,0-1-19-16,0 5-14 0,1-6-42 0,-1 6-30 16,0-3-25-16,0 3-24 0,0 0-20 0,0 0-16 15,0 0-19-15,3 13-10 0,-2-6-12 0,1 2-11 16,-1 3-2-16,2-2-17 0,-3 1-8 0,4 2-9 15,0 4-3-15,-3-3-6 0,1 2-9 0,-1 1 5 16,0-5-9-16,1 0-6 0,-2 1-5 0,0-2-1 16,-2 0-1-16,2 0-7 0,-1-5 0 0,1 1-5 15,-3 0 1-15,2-2-4 0,1 0 3 0,0-1 3 16,-4 1-1-16,4-5-3 0,0 0 9 0,0 0-12 16,0 0 1-16,0 0 2 0,0 0-2 0,9-13-5 15,-6 8-1-15,1-1 4 0,3-2-3 0,0-2 1 16,2 1 18-16,-2 0-14 0,0 0 4 0,1 1 18 15,2-1-8-15,-4 2-2 0,0 2 10 0,2 1-5 16,-1 0-4-16,1 0-6 0,-4 1 5 0,3 2-11 16,2 1-1-16,-9 0 1 0,14 4-7 0,-7 1 7 15,1 2-10-15,1 1 3 0,1 3 5 0,1-1-2 16,1 3-3-16,-1 1-2 0,2 2-3 0,1-1-12 16,1 0 21-16,-4 1-6 0,4-3-1 0,4 9-1 15,-3-8 4-15,-2 0 0 0,1-1-2 0,3-4-7 16,-1 0-1-16,0-1 15 0,0-6-16 0,-6 1 1 15,4-1 1-15,-1-2-4 0,-2-2 7 0,0-3-1 16,1 0-1-16,-1-2-2 0,-1-7 2 0,-2 0 7 16,-1 0 5-16,0-2-18 0,-3 0-3 0,-5-2 7 15,2 0 1-15,-2 0 0 0,0 5 1 0,0-1-3 16,-2 2 2-16,-3 0 7 0,1 2-27 0,0-2 19 16,-1 5-5-16,-1 0 4 0,1 1 0 0,-1 1-7 15,-2 2 3-15,-1 2 13 0,-1 1-18 0,-1 0-1 16,1 3 6-16,-3 1-2 0,0 1-13 0,3 3-4 15,-4-1-7-15,5 1 4 0,1 3-13 0,1 1-6 16,0 0 3-16,-1-1-5 0,1-1 2 0,5 3 3 0,-1-5 0 16,2 2 5-16,3 1 1 0,-2-4 2 15,4-1 9-15,2-3 1 0,0 4-2 0,3-4 5 16,2-2 1-16,-3-1 6 0,1 1 3 0,2-2 0 16,3-1 2-16,-1-4-1 0,-3 0 0 0,3 1 1 15,-2-1 6-15,2-1 9 0,-1 1 9 0,-4-2 14 16,2 0 13-16,-2 4 16 0,-3-1 11 0,1 0-2 15,-1 0 15-15,-1 1-20 0,-1 3 1 0,1-2-20 16,-4 3-6-16,8-1-12 0,-8 1 3 0,0 0-3 16,4 6-8-16,-2-2 1 0,-1 0 2 0,-1 3-4 15,1 1 9-15,-1 2-15 0,6-2 1 0,-3 5 1 0,3-4-7 16,1 3-7-16,-2 4 5 0,5-2 0 16,-2-2-5-16,2-3-4 0,1 4-1 0,2-5 0 15,-2 0-6-15,4 0-7 0,-1-4-3 0,-2-2-8 16,0 1-2-16,5-3 7 0,-3-1 2 0,0-1 1 0,2-3-6 15,-2-4-4-15,2-2-23 0,-1-4-5 0,-3 0-13 16,2-3-12-16,-3 1-15 0,0-1-14 0,1-7-15 16,-2 1-21-16,-1-6-9 0,-1 1-10 15,-2-1 4-15,1-2 8 0,-2 1 18 0,-2-2 21 16,-2 4 22-16,-1-3 35 0,-1 3 52 0,-1 2 37 0,-3 6 36 16,-1 2 21-16,5-2 18 0,-4 5 19 0,-2 1 19 15,1-1 15-15,2 7 8 0,-1-1-7 16,5 2-11-16,-3 4-13 0,0-1-14 0,2 2-21 15,1 3-12-15,0 0-7 0,-7 8-7 0,4 0-4 0,-1 5-6 16,2 1-22-16,0 5 9 0,5 7-1 0,-2 2-2 16,-2 1-11-16,2 1 6 0,5-1-8 0,-5 0-2 15,6 0 4-15,-1 1-29 0,0-1-25 0,4 2-19 16,1-3-19-16,-9-2-32 0,9-1-28 16,-1 1-34-16,-3-8-51 0,2 0-73 0,-2-9-272 0,0 2-597 15,-2-6 265-15</inkml:trace>
  <inkml:trace contextRef="#ctx0" brushRef="#br0" timeOffset="52218.21">8971 3039 134 0,'0'0'208'0,"0"0"-21"15,0 0-17-15,20 5-22 0,-10-1-13 0,3 2-6 16,5 2-18-16,2 2-13 0,1-1-21 0,6 3-47 15,2-1-67-15,1 1-84 0,-7-2-91 0,5-1-229 16,2 1 102-16</inkml:trace>
  <inkml:trace contextRef="#ctx0" brushRef="#br0" timeOffset="52618.62">9712 3106 39 0,'0'0'231'0,"3"12"-3"16,-3-3-8-16,0-2-10 0,0 4-8 0,0 2-12 15,0-3-17-15,0 4-16 0,1 0-8 0,3 3-19 16,-1-3-12-16,-3-1-11 0,1 0-12 0,-1 0-5 16,2-2-8-16,-1 1-9 0,-1-5-6 0,0-1-7 15,3 0-1-15,-2 0 0 0,2-1 3 0,-2-3 1 16,-1-2-8-16,14 0-3 0,-14 0-7 0,12-6-6 15,-4 1-7-15,6-1 0 0,1-4-1 0,-3 1-3 16,3-2-4-16,1 0-2 0,-2 1 7 0,5-3 12 16,-4 3 10-16,-5 0 8 0,3 2 17 0,-2 0 7 15,0 3 4-15,-2-2-7 0,1 2-7 0,-3 0-9 16,-1 4 3-16,3-2-13 0,-4 3-15 0,-5 0-6 16,13 7 1-16,-7-2-10 0,1 0-1 0,0 4 1 15,0 4 1-15,1-3-7 0,-4 0 0 0,1 7 3 16,-2-4 3-16,0 4-27 0,-1-1-14 0,-2 3-22 15,2-6-26-15,-5 4-25 0,0-6-25 0,1-1-26 16,-4-1-37-16,1-3-59 0,-3-1-52 0,-2-4-228 16,10-1-558-16,-23-6 247 0</inkml:trace>
  <inkml:trace contextRef="#ctx0" brushRef="#br0" timeOffset="52769.93">9677 2861 90 0,'0'-4'253'16,"0"0"-23"-16,0 4-30 0,-3-3-14 0,3 3-28 15,0 0-44-15,0 0-51 0,0 0-72 0,4 12-86 16,0-7-104-16,3 4-215 0,0-1 96 0</inkml:trace>
  <inkml:trace contextRef="#ctx0" brushRef="#br0" timeOffset="53104.68">10727 2885 157 0,'4'-6'380'0,"-4"-1"-6"0,4 1-2 0,-1 1-28 16,-2 0-29-16,0 2-19 0,-1 3-59 0,2-7-12 16,-2 7-27-16,0 0-16 0,0 0-19 0,7 11-16 15,-6-4-20-15,4 4-9 0,-2 0-12 0,1 6-10 16,3 1-5-16,-3 0-13 0,-3 1-4 0,3 3-11 16,1 5-2-16,-1-8-11 0,1 3 0 0,0-2-3 15,0 6-17-15,0-7-18 0,-1 0-15 0,2-1-25 16,-1-1-22-16,0 2-19 0,-2-6-27 0,-3-2-24 15,3 2-20-15,0-5-30 0,2-3-25 0,-1 1-41 0,0-2-40 16,4-2-226-16,-5-1-543 0,-3-1 239 0</inkml:trace>
  <inkml:trace contextRef="#ctx0" brushRef="#br0" timeOffset="53706.81">11023 2875 182 0,'0'-6'310'0,"0"-1"-3"0,3 3-14 0,-2-1-36 16,-1 2-27-16,0 3-24 0,0 0-25 0,0 0-17 16,0 0-19-16,0 0-10 0,5 14-16 0,-4-3-12 0,0-1-1 15,2 4-22-15,2 3-2 0,-3 1-8 0,2 2-11 16,0-2-4-16,-3 2-4 0,2 2-5 16,2-2-6-16,0-1-4 0,-1 0-4 0,1-1 1 15,-2 0-8-15,-1-5-3 0,4 3-1 0,-3-5 0 16,-2-1-7-16,3-2-6 0,-2-3-2 0,0 2-4 0,-2-2 3 15,3-1-2-15,1-2-3 0,0-1 6 0,-4-1-12 16,0 0 11-16,11-5-4 0,-7 1-1 0,2-3 0 16,4 0 4-16,-3 0 6 0,1-3 12 15,-2 2 7-15,0 1 15 0,0-1 14 0,-2 2 0 0,1 1 9 16,0 0-1-16,0 1-1 0,-1 0-14 0,-3 1-3 16,3-1-13-16,-4 4-1 0,7-1-3 0,-7 1-3 15,0 0 4-15,11 4-14 0,-7 0-19 0,0 0 23 16,3 1-9-16,-1 0-1 0,3 2 3 15,-1 0 4-15,3-1-3 0,-3 2-5 0,4-3-3 0,1 3 7 16,-2-3-10-16,4-1-5 0,-3-3 2 0,4 2 0 16,-2 0-9-16,1-3 2 0,3-4-8 0,0 4 12 15,-4-3-37-15,1-1 9 0,0 0-12 0,-4-3-5 16,-2 0 0-16,5-6-6 0,1 0-2 0,-7 3-3 16,-1-1-3-16,2-4 13 0,-5 3-1 0,1-1 5 15,-4 2 2-15,-1-1 21 0,0 1 16 0,0 1 20 16,-4 3 5-16,1 0 5 0,0 2 10 0,-2-1 6 15,-2 4 7-15,3-2-7 0,-4 2-1 0,0 3-3 16,-2-1 7-16,2 3-31 0,0 1 17 0,-1 0-2 16,-1 4-5-16,0 2-1 0,2-4 0 0,4 5-2 15,-1-2-5-15,-2 2 2 0,6 0-5 0,1 0 7 16,2-1-3-16,1 1 2 0,1-2-1 0,4 2 3 16,3-4-8-16,0 2-3 0,4-2 1 0,0 0-24 15,-2-1-33-15,8-4-45 0,-2 3-39 0,-4-3-44 16,0-2-53-16,4-3-83 0,-5-1-328 0,-5 2-688 15,5-6 305-15</inkml:trace>
  <inkml:trace contextRef="#ctx0" brushRef="#br0" timeOffset="53890.78">10693 2958 210 0,'-7'0'219'0,"0"1"-1"0,3 1 11 0,4-2 6 16,0 0-10-16,0 0-21 0,19 6-21 0,2-6-20 16,0 0-19-16,10 0-12 0,2 0-39 0,1 2-65 15,2-2-82-15,5-2-106 0,-6 4-186 0,6-4-373 16,-2 0 166-16</inkml:trace>
  <inkml:trace contextRef="#ctx0" brushRef="#br0" timeOffset="54593.28">12468 3095 309 0,'1'-2'363'0,"3"-1"-5"16,-2-1-40-16,2 1-26 0,-4 3-27 0,0 0-31 16,1-3-27-16,-1 3-26 0,0 0-18 0,0 0-17 0,0 0-15 15,0 0-12-15,3 13-17 0,-3-8-6 16,1 1-11-16,-1 1-7 0,0 0-11 0,0 2-3 15,0-1-13-15,0 0-11 0,3-2-2 0,-3 4-6 16,2-4 5-16,1-4-19 0,1 5 1 0,-1-3-5 0,0 0-1 16,2-3 3-16,1 3-6 0,-1-4-5 0,-5 0 4 15,15-2 2-15,-7 0-3 0,-1-3-3 0,5 0-3 16,-2-2 2-16,-1-1 1 0,2-2-7 16,0-1-2-16,1 3 8 0,-2-3-2 0,4 0 0 0,-4 3 2 15,-2-2-3-15,2 1 9 0,2 1 3 0,-8 0 5 16,2 3-5-16,1 0-2 0,-2 0-6 0,-1 3 3 15,-1 0-7-15,-3 2 5 0,8-1-1 0,-8 1-5 16,5 5 1-16,-2-1-2 0,3 1 5 0,-5 1-2 16,2 1-2-16,3 0 14 0,-4 3-12 0,3-2-4 15,-1 3 3-15,-1-2-3 0,3-3 4 0,-4 1 1 16,1-1 3-16,5-2-3 0,-4-1 2 0,0 2 6 16,-1-5-5-16,5 1 2 0,-1-1-1 0,-7 0 0 15,14-3 5-15,-8-1-8 0,1-1 6 0,4-1-2 16,-3-2 5-16,2 2 20 0,0-3-10 0,0 0 7 15,-2-1 17-15,4 2 11 0,-3-2 12 0,0 0 7 16,1 3 9-16,-4-2 2 0,1 1-1 0,0 4 1 16,-3-2-7-16,0 2-3 0,3 0-16 0,-3 2-9 15,-1-1-12-15,-3 3 0 0,9 1-6 0,-9-1-6 16,6 8-4-16,0-2 3 0,4 1-6 0,-6 0-2 16,3 4-2-16,1-1-3 0,4 4-11 0,-1-1-15 15,0-3-14-15,0 4-9 0,1-1-22 0,6 1-24 16,-3-5-27-16,0 2-20 0,-4-4-43 0,6 2-37 15,-3-5-46-15,1 0-61 0,3-4-50 0,-5 1-241 16,0-4-655-16,-3-1 290 0</inkml:trace>
  <inkml:trace contextRef="#ctx0" brushRef="#br0" timeOffset="54810.71">13287 2951 109 0,'0'0'267'0,"0"0"-16"0,0 0-7 16,0 0-6-16,0 0-4 0,-7 6-22 0,7-6-13 16,0 10-22-16,-3-6-14 0,3 5-15 0,3-2-14 15,-3 5-9-15,3-4-11 0,-1 3-12 0,1 0-13 0,1 1-2 16,0 0-16-16,0-1-29 0,0 0-36 16,3 0-48-16,0 1-58 0,2-2-59 0,2-2-97 15,-5-2-154-15,7-1-443 0,-2-3 197 0</inkml:trace>
  <inkml:trace contextRef="#ctx0" brushRef="#br0" timeOffset="55178.68">13496 2967 20 0,'-3'3'157'0,"2"2"-6"0,1 1-5 0,-1 1-4 16,-1 1-8-16,1 1-6 0,2 0-8 15,-2 1-5-15,1 0-9 0,1 0-12 0,2-1-2 0,-3 1-8 16,4-3 1-16,0-1-2 0,-1-1 1 0,2 0 1 16,-1 0 6-16,-1 0 10 0,3-2-2 0,-1-2-1 15,3 2-5-15,-1-3-5 0,1-2 0 0,-1 0-2 16,1-1-1-16,1 0 3 0,2-2 5 0,-1-1 4 16,1 0 11-16,0 0 3 0,-3-1 19 0,1 2 15 15,0-1 12-15,-1 2 3 0,-3-2 4 0,3 4 2 16,-2-2-5-16,-1 2-7 0,-1 0-16 0,-4 2-14 15,6-3-20-15,-6 3-10 0,6 0-11 0,-6 0-11 16,7 3-7-16,-4 2-7 0,1 0-6 0,2 1-1 16,-2 1-9-16,-1 2 2 0,3 2-17 0,0-1-16 15,-1 1-22-15,2 1-14 0,0-1-25 0,1 1-33 16,-1 0-27-16,1-1-24 0,-1 1-36 0,1-4-42 16,-2 0-53-16,0-3-73 0,5 0-322 0,-6-2-714 15,2-1 316-15</inkml:trace>
  <inkml:trace contextRef="#ctx0" brushRef="#br0" timeOffset="55413.44">13908 2951 53 0,'0'0'352'0,"0"0"-14"0,0 0-28 16,0 0-40-16,0 0-17 0,0 0-35 0,0 0-23 15,0 0-19-15,0 0-12 0,0 0-23 0,0 16-14 16,0-11-12-16,1 4-11 0,-1 0-11 0,2 2-8 16,-1 1-9-16,2-1-7 0,-2 1 3 0,2-1-16 15,1 0-11-15,-1-1-14 0,0 0-16 0,-2-2-24 16,3 0-25-16,0-2-27 0,0 1-46 0,2-1-56 16,2 0-64-16,-1-1-233 0,-1-3-498 0,4-1 220 15</inkml:trace>
  <inkml:trace contextRef="#ctx0" brushRef="#br0" timeOffset="56047.43">14115 2947 40 0,'0'0'391'0,"0"0"-12"0,0 0 34 16,-3-6-12-16,3 6-9 0,0-3-10 0,0 3-24 0,0 0-30 15,3-4-27-15,-3 4-35 0,0 0-29 0,0 0-26 16,0 0-24-16,0 0-35 0,0 0-23 0,0 0-23 16,0 0-19-16,0 0-28 0,8 14-24 15,-5-8-27-15,2 3-4 0,-3-3-15 0,3 4-10 0,-1-2-19 16,-1 0 4-16,1-2-11 0,-3 1-1 0,5 1-3 16,-2-3-1-16,-3 2 2 0,3-4 1 0,-4 2 6 15,4-2 7-15,-1-1 4 0,-3-2-2 0,6 1 11 16,-6-1-1-16,0 0 10 0,9-5-5 0,-4 3 3 15,1-2 10-15,-2 1 0 0,0-2 7 0,4-2 7 16,-2 2 15-16,-2-1 5 0,1 0 6 0,2-1 13 16,-3 2 1-16,4-2 2 0,-4 1-1 15,0 1 2-15,-1 1-2 0,0 2-8 0,0-3-4 0,-1 3-19 16,-2 2 6-16,8-2-10 0,-8 2 2 0,0 0-1 16,4 7-3-16,-1-1-3 0,1-2-6 0,-4 4-5 15,3-4-3-15,-2 3-6 0,1 1-5 0,0-1-6 16,0 0 9-16,-1 0-16 0,1 0 4 0,-1-2-6 15,3 1 4-15,-4-1-1 0,5 0 6 0,-3-2 1 16,-1 0 2-16,-1-3 10 0,7 1-3 0,-7-1 5 16,0 0 0-16,10-4 2 0,-5 1 6 0,0-2 12 15,-1 2-7-15,3-2 15 0,-3-1 10 0,0 0 9 16,3-2-1-16,0 2-1 0,-3-2 5 0,0 3-4 16,2-2-1-16,-2 1 5 0,1-2-1 0,2 3-8 15,-3 0 2-15,0 0-5 0,2 0-8 0,-4 2-3 16,4 0-5-16,-5 2-16 0,4-2-18 0,-5 3-10 15,0 0-16-15,18 3-20 0,-11-1-12 0,1 1-16 16,2 1-5-16,-1-2-25 0,3 4 10 0,5 1-12 16,-4-2-15-16,0 1-15 0,4-1-12 0,-2-3-14 15,4 4-25-15,0-3-3 0,4-3-18 0,-2 1-5 16,-1-1 4-16,-1-1 6 0,-5-2 10 0,5-3 13 16,-4 4 16-16,-3-4-97 0,2-1-303 0,-1 0 134 15</inkml:trace>
  <inkml:trace contextRef="#ctx0" brushRef="#br0" timeOffset="56550.21">14803 2940 858 0,'4'-7'-55'16,"2"2"34"-16,-5-3 35 0,2 3 29 0,-6-2 9 15,3 2 7-15,-1 0 4 0,-5 1-1 0,2 2 6 0,-4-1-6 16,-2 2 2-16,5-1 3 0,-7 2 2 0,0 2-7 16,2 0-8-16,-5 1 0 0,4 1-2 15,0-1-6-15,0 2-4 0,2 1-1 0,1-2-10 16,0 1 2-16,1-2-4 0,1 3-6 0,2-2 0 0,3-1 7 16,-1 0 7-16,2-3 7 0,-1 5-3 0,1-5 1 15,4 4-5-15,-4-4-1 0,8 1-8 0,-1-1 0 16,1 0 0-16,-8 0-4 0,18-1-3 15,-14 0 1-15,5 1-5 0,-2 0-1 0,3-3-1 16,-4 2 0-16,3 1 0 0,-1-2-7 0,-2 4 0 0,3-2-3 16,-9 0 2-16,15 4-2 0,-11-3 0 0,2 2-2 15,3 0-1-15,-4 1 0 0,4 2 2 0,-2 0-3 16,3 0 1-16,-2 1-1 0,2-2-1 16,1 2 4-16,1-1-2 0,-2 0 0 0,0-2-4 0,3-1 4 15,-2 0-1-15,4-2 2 0,-2 0 1 0,2 1-5 16,-3-5 4-16,2 2-1 0,4-4 0 0,-4 0 0 15,0 2-1-15,4-6-3 0,-3 1 4 0,-4 0 1 16,4-4-3-16,-3-3 1 0,3 1 0 0,-3-3-2 16,2 0 0-16,1-7 3 0,-6 0 3 0,2 5 10 15,0-9 15-15,0 4 22 0,-3-3 24 0,-5 1 3 16,-1 5 8-16,1 1 3 0,-1-8 2 0,-4 11-4 16,1-11-2-16,-3 7-4 0,-2-7 5 0,1 10 7 15,-2 1-1-15,-1 1-8 0,0 1-3 0,1 6-10 16,-5-2-7-16,4 2-8 0,-1 3-14 0,-4 4-8 15,2 0 1-15,-4 2 0 0,4 1 14 0,-1 3-42 16,-2 1 13-16,-1 5 3 0,2 5-2 0,3 3-6 16,3 1 0-16,-5 7 3 0,7-5-4 0,1 7 11 15,2 3-13-15,2-1 2 0,0-4-14 0,2 1-21 16,2 0-22-16,4-1-37 0,-3-6-33 0,-1 7-42 16,6-9-66-16,-5 0-84 0,2-2-256 0,-3-5-605 15,0-5 267-15</inkml:trace>
  <inkml:trace contextRef="#ctx0" brushRef="#br0" timeOffset="56934.9">13848 2589 302 0,'0'0'327'0,"0"0"-32"0,0 0-24 0,0 0-28 0,0 0-25 15,0 0-22-15,0 0-18 0,0 0-18 0,0 0-16 16,0 12-15-16,0-7-13 0,0-5-4 0,0 7-16 16,0-4-10-16,0 4-10 0,2-4-6 15,0 0-1-15,-2 1-11 0,0-4-3 0,3 8-7 16,1-6-4-16,0 1-9 0,-4-1-14 0,0-2-20 0,7 0-28 16,-7 0-45-16,0 0-58 0,0 0-86 0,11-2-269 15,-11-3-524-15,-3-2 232 0</inkml:trace>
  <inkml:trace contextRef="#ctx0" brushRef="#br0" timeOffset="57185.78">13326 2601 7 0,'-4'2'267'0,"0"1"7"0,4-3 3 0,-4 1 10 15,4-1 7-15,0 0 3 0,-4 3 5 0,4-3 4 16,0 0-3-16,0 0-11 0,0 0-28 0,0 0-28 16,0 0-23-16,0 0-21 0,0 0-18 0,16-10-17 15,-12 7-10-15,0 1-21 0,0 0-11 0,0-2-19 16,1 0-22-16,-3 1-32 0,-2 3-40 0,5-4-49 16,-2-1-44-16,-1 2-48 0,-2 3-57 0,0 0-60 15,0 0-60-15,0 0-45 0,0 0-196 0,-6-5-602 16,6 5 266-16</inkml:trace>
  <inkml:trace contextRef="#ctx0" brushRef="#br0" timeOffset="58758.03">16001 2631 161 0,'3'-6'286'0,"-2"4"-8"0,-1-3-7 0,0 5-9 0,4-7-11 16,-4 4-18-16,0 3-8 0,2-2-18 0,-2 2-11 16,0 0-15-16,0-6-20 0,0 6-8 0,-6-5-14 15,6 5-12-15,-5-6-18 0,-2 5-6 0,0 0-7 16,1-2-10-16,-3 2-10 0,-1-2-10 0,0 3-2 16,-1-1-8-16,-1 0-11 0,1 2-3 0,-1-1-3 15,5 3-6-15,-3-2-3 0,4 0-4 0,-2 0 2 16,2 2-7-16,2 0-6 0,-3 1 8 0,6-1-7 15,-2 1-5-15,2 2 6 0,1 1-8 0,2 3 6 16,5-1 3-16,-1 3-6 0,7 2 4 0,2 0-2 16,0 0-6-16,7 4 2 0,-2 1-2 0,-3-5-2 15,6 4 8-15,-7-2-3 0,-4-3-6 0,6 4 5 16,-3-5-5-16,-1 2 0 0,-2 0-3 0,-4-4-1 16,1-2-4-16,-2 2 3 0,0-5-3 0,-3 1 1 15,-1 0 2-15,1-2 2 0,0 1-12 0,-4-2 12 16,1 1 3-16,-1-4-3 0,-1 6 6 0,-6-3-1 15,3-1 5-15,-4-1-2 0,1 0 0 0,0-1-2 16,-9-1 0-16,4 1-11 0,-3 0-26 0,1-1-23 16,-1-1-30-16,6 2-35 0,-1-1-31 0,4 1-43 15,6 0-61-15,-13-1-46 0,13 1-233 0,0 0-576 16,0 0 255-16</inkml:trace>
  <inkml:trace contextRef="#ctx0" brushRef="#br0" timeOffset="59510.68">16223 2596 193 0,'-1'-8'314'0,"1"-1"-2"15,-2 2 1-15,2 1-7 0,-3 1-13 0,3-1-20 16,-1 2-7-16,2 0-41 0,-1 4-26 0,-1-6-24 16,1 6-22-16,-4-3-13 0,4 3-18 0,0 0-19 15,4 13-8-15,-4-4-13 0,1 3-1 0,2-1-1 16,0 2-13-16,1 7-7 0,0-3 0 0,2 5-8 15,1 6-7-15,-2-8 6 0,0 6-17 0,5 0 3 16,-3-6-16-16,2 8-11 0,5-4-25 0,-5 2-24 16,2-8-32-16,-3-3-32 0,6 10-34 0,-3-8-59 15,1-2-55-15,-1-5-69 0,-6 0-185 0,5-2-548 16,-5-3 243-16</inkml:trace>
  <inkml:trace contextRef="#ctx0" brushRef="#br0" timeOffset="60514.24">16256 2761 83 0,'19'4'116'16,"4"1"-3"-16,8 3-12 0,1-1-10 0,0-1-9 0,1 1-7 15,-2-1-7-15,6 1-12 0,-5 1-5 0,0-4 1 16,-3-1-4-16,-7 1-4 0,3 0-7 15,-3-3-10-15,-2 1 4 0,0-2-6 0,-5 0-8 16,-4-3 5-16,3-1-2 0,-3 0 2 0,-4 0-5 16,-2 1 1-16,-1-6 4 0,-1 3 1 0,-2-1 14 0,-1-1-1 15,-4 0 10-15,0 2 11 0,-1-2 4 0,-4 1 5 16,0-1 4-16,-1 3 2 0,-1-2-2 16,-2 2 1-16,-1 3-3 0,-5-2-2 0,3 2-9 15,-2 2 0-15,4 3-7 0,-2 0-10 0,4-1 5 0,-3 3-12 16,4 2-1-16,0 1-1 0,2-1-3 0,1 1-2 15,2 3 1-15,1 1-2 0,2 0 3 0,3-2-7 16,0 2 1-16,3 0-3 0,2-1-4 0,1-2 12 16,3 1-15-16,1-2 0 0,1 0-1 0,1-1-3 15,0-4-1-15,2 1-6 0,0-1-1 0,0-2 0 16,5-2 0-16,-5-3-5 0,-3 0 3 0,1-1-2 16,-2-2-1-16,-1-1-1 0,-1-2 4 0,0 2-1 15,1-3 0-15,-3-1 2 0,0 0 0 0,-2 0 5 16,-1 1 7-16,1 1 9 0,-3 0 14 0,3-1 14 15,-1 5 3-15,-3 0 2 0,1-1 5 0,-1 3-15 16,-1-1-6-16,1 5-8 0,1-4-6 0,-1 4-2 16,0 0 0-16,0 0-6 0,0 0-1 0,0 0 7 15,0 0-12-15,-4 18-1 0,4-10-2 0,4 2-5 16,0 0 3-16,0 1-8 0,0 1-6 0,3-4-5 16,4 3-7-16,-2 0-12 0,5 0-8 0,0 0-14 15,2-3-16-15,-1 0-14 0,0-1-11 0,1-4-21 16,2 0-10-16,-2-2-5 0,2-1-1 0,-3-2 9 15,-3-1-9-15,3-1 11 0,-3-2 0 0,5-2 6 16,-6-1 12-16,-2 0-2 0,5-6 4 0,-5 2 18 16,4-1-3-16,-5-3 15 0,0 2 4 0,-3-3 16 15,1 2 12-15,2-4 20 0,-4 1 19 0,-3-1 16 16,1-9 28-16,-2 9 23 0,0 1 27 0,-2-2 27 16,1 2 30-16,-3 0 12 0,0 1 10 0,1 0 10 15,0 5 7-15,-1-2 0 0,0 2 7 0,0 3-4 16,1-1-16-16,3 4-8 0,-2 1-18 0,0-1-22 15,2 3-3-15,-5 2-29 0,5 2-13 0,0 0-8 16,0 0-9-16,-7 10-12 0,7-1 1 0,-1 0-7 16,-1 9 0-16,5 9-7 0,-1-1-9 0,2 0 1 15,-1 2-5-15,4 0 1 0,0 1-8 0,0 1 5 16,4 0-3-16,-6-2-2 0,3 0 0 0,2-1-3 16,2 0 2-16,-1-4-5 0,-4-2-7 0,4-3 4 15,-2-1-6-15,2-1 3 0,-3-6-4 0,0-1-4 16,1 0 2-16,-2-5-4 0,0 1-2 0,3-3-2 15,1-2-7-15,-5-1-4 0,2-3-6 0,1 1-5 16,-2-4-8-16,1-1-2 0,0-2-8 0,-1 1 1 16,1-4-4-16,-5-2 28 0,1 2 3 0,-4 0 1 15,4 1 2-15,-3-2-3 0,2 0 4 0,-3 1 3 16,-3 1 6-16,3 3 9 0,-1 1 4 0,1 2 9 16,0 0-3-16,-4 2-8 0,4 0 0 0,-4 1-2 15,4 3 0-15,0 0 0 0,-7-1 1 0,7 1 0 0,-4 6-1 16,1 0 1-16,3 1 3 0,0 1 12 15,0 1-20-15,0 2 9 0,4 0 1 0,-1-1 2 16,4 3-4-16,1-3 2 0,0 3 7 0,3-2-20 16,4 2 4-16,0-3-12 0,0 1-37 0,1-4-47 15,2-2-55-15,-1 2-69 0,3-6-85 0,-8 1-211 16,4-4-557-16,-5-2 246 0</inkml:trace>
  <inkml:trace contextRef="#ctx0" brushRef="#br0" timeOffset="60698.23">17130 2614 199 0,'-5'0'341'0,"5"0"-25"0,0 0-22 0,-10-1-27 16,10 1-29-16,0 0-24 0,0 0-22 0,0 0-33 0,0 0-50 15,26-3-58-15,-15 3-70 0,3 1-84 0,6 1-99 16,2-1-141-16,8 0-371 0,0-2 163 15</inkml:trace>
  <inkml:trace contextRef="#ctx0" brushRef="#br0" timeOffset="61116">17850 2418 156 0,'0'-12'315'0,"0"1"-9"0,0-1-1 16,1 0-16-16,2 2-15 0,-2-1-11 0,2 0-4 16,1 0-30-16,-3 5 7 0,4-5-26 0,-3 6-13 15,1 2-24-15,1-4-14 0,0 3-22 0,0 2-12 16,3 0-13-16,-7 2-9 0,12 2-12 0,-4 0-7 15,3 2-9-15,-1 4-7 0,1-2-14 0,1 3-7 16,-2 0-4-16,4 4 0 0,-1 1-10 0,-6 1-2 16,3-1-2-16,0 1-15 0,1-1 12 0,-5-3-1 15,0 2-20-15,-1 0 12 0,-2 1-7 0,1-4 5 16,-4 3 0-16,0 1-4 0,-2-1-1 0,0-1-1 16,-2 0-3-16,-2 5 3 0,0-5 0 0,-2 3-3 15,-2 1 0-15,-4 0-5 0,1 1 2 0,5-1 5 16,-2 2-15-16,-1 1-25 0,3-1-12 0,1 2-21 15,-1 1-24-15,1 3-26 0,3-5-31 0,6 9-33 16,-2-7-63-16,4 0-78 0,1 5-249 0,3-8-617 16,3 0 274-16</inkml:trace>
  <inkml:trace contextRef="#ctx0" brushRef="#br0" timeOffset="61383.99">18191 3197 198 0,'-3'2'329'16,"3"-2"-6"-16,-5 2-11 0,5-2-16 0,0 0-17 15,0 0-17-15,0 0-24 0,-5 1-20 0,5-1-36 16,0 0 5-16,0 0-17 0,0 0-11 0,-2 6-15 16,2-6-26-16,0 0 11 0,0 0-10 0,3 6-14 15,-3-6-7-15,0 0-3 0,6 1-5 0,-6-1-9 16,0 0 1-16,0 0-2 0,0 0-11 0,0 0-9 15,13-3-1-15,-13 3-6 0,0 0-3 0,4-5-12 0,-4 2-1 16,0 3-17-16,1-7-48 0,-1 7-53 0,-5-10-60 16,-1 4-53-16,-4-1-72 0,0 0-92 15,-9-2-244-15,1-2-653 0,-3 3 289 0</inkml:trace>
  <inkml:trace contextRef="#ctx0" brushRef="#br0" timeOffset="69245.14">4873 5031 357 0,'-1'-8'434'0,"-1"-3"-6"0,-1 2-5 15,-1-3-7-15,2 6-16 0,-1-1-14 0,-1 1-18 16,-1 0-27-16,-1 0-33 0,-1 3-30 0,0 2-33 16,-1 1-26-16,-7 2-23 0,-5 2-10 0,2 5-9 15,-10 5-13-15,2 7-11 0,0 0-12 0,-4 1-15 16,4 6-9-16,4-4-10 0,-5 2-10 0,7 1-11 16,3 1-8-16,2-3-8 0,7 0-34 0,3 2-4 15,3-7-4-15,5-1-2 0,3 1-3 0,0-1-4 16,7-4-2-16,3 1-5 0,2-3-2 0,10-2-4 15,-6-3-6-15,1-2-8 0,2-3-4 0,4-2-5 0,1-3 1 16,-8-2 1-16,7-5 1 0,-7 0 3 16,-1-4 0-16,-4 2 7 0,6-7-4 0,-8 0 3 15,1-4-1-15,-3-2 4 0,-3 7-2 0,-6-10 1 16,-1-1 0-16,-3 6 0 0,-3 2 3 0,-1-8-3 0,-8 3 4 16,2 8 2-16,-2-1-1 0,-4 3-3 0,-8 0 0 15,4 3-4-15,-3 3 1 0,-4-2-3 0,0 3-1 16,3 4 0-16,3-1-12 0,-1 1-23 15,-1 7-29-15,1-1-46 0,5 5-64 0,0 0-51 0,2 2-27 16,6-3-28-16,2 4-14 0,-1 3-27 0,7-2-30 16,2 2-39-16,3-1-225 0,1 0-674 0,3 2 299 15</inkml:trace>
  <inkml:trace contextRef="#ctx0" brushRef="#br0" timeOffset="69562.95">5009 5084 243 0,'2'-3'332'0,"-2"3"-32"15,3-4-29-15,-3 4-29 0,0 0-27 0,0 0-15 16,4 9-2-16,-1-4 5 0,-3 3 0 0,3 5-1 16,-2 0-9-16,2 4-14 0,0 4-12 0,2 6-10 15,-4 3-17-15,1 1-9 0,2 0-15 0,0 3-4 16,0 2-9-16,-3 0-11 0,2 3-6 0,-3-2-12 15,2 0-6-15,-4 2-7 0,2-4-5 0,0 0 4 16,0-2-23-16,0 3 1 0,0-7 10 0,0 0-24 16,0-12 9-16,-4 4-3 0,4-3-5 0,0-7-23 15,0-1-24-15,0-2-9 0,0-3 3 0,0-2-10 0,0-3-24 16,0 0-22-16,0 0-12 0,0 0-26 0,6-17-30 16,-5 6-28-16,0-6-45 0,5-3-45 15,-4-7-51-15,1-3-181 0,-2-2-543 0,2-2 239 16</inkml:trace>
  <inkml:trace contextRef="#ctx0" brushRef="#br0" timeOffset="69813.47">4918 5114 101 0,'-11'-18'254'0,"7"7"2"0,-3-2 1 16,4 0 2-16,2 2-7 0,2 2-4 0,-1-3-22 0,0 7-18 16,6-3-23-16,1 1-12 0,3 0-17 0,1 3-15 15,8-1-11-15,-1 2-11 0,5 3-14 0,-3 0-17 16,1 0-2-16,9 3-9 0,-7 0-9 0,0 6-5 15,-4-4-4-15,3-2-6 0,4 12-7 0,-7-7-8 16,-3 3 12-16,-4-3-18 0,3 5-3 0,-4-3-1 16,-3 0 0-16,-1 2-9 0,-3-2 1 0,-1 1-7 15,-3 1 19-15,-3 1-16 0,-2-2-7 0,-5 5 3 16,1-8-12-16,-4 4-17 0,-3 2-15 0,1-5-32 16,-8 0-32-16,4 0-39 0,-8 0-49 0,9-4-60 15,-5 0-65-15,-7-2-168 0,12-1-515 0,3 0 229 16</inkml:trace>
  <inkml:trace contextRef="#ctx0" brushRef="#br0" timeOffset="70482.87">5304 4978 204 0,'15'-5'340'16,"-15"5"-8"-16,3-4-12 0,2-1-18 0,-1 1-15 0,-1-2-25 16,1 0-9-16,7-3-16 0,-6 0-18 15,5-1-14-15,-2 0-12 0,4-5-14 0,-4 4-14 16,1 1-28-16,3-3 0 0,-4-3-10 0,2 1-15 15,-3 2-12-15,2-1 8 0,-1-1-16 0,-1 3-9 0,-1 2-3 16,0-1-1-16,-2 1-7 0,2 2-4 16,-4 3-3-16,4-2 4 0,-5 2-19 0,2 1-8 15,-1-2-2-15,0 3-6 0,0 2-12 0,-2 1 2 0,0 0-4 16,0 0-3-16,0 0 0 0,0 0-4 0,6 11-5 16,-6-3-1-16,0 1 2 0,0 2 1 0,0 0-1 15,0 2-3-15,0-1 2 0,0 5-3 0,0 0-3 16,0 1 7-16,0-2-4 0,0 2-4 0,0 3 2 15,1-2 9-15,-1 2-14 0,3 0-1 0,-3-1 0 16,1-1-11-16,2 2-3 0,3-1-10 0,-5-2 4 16,3 0-12-16,0-1 3 0,0 1 0 0,3-1-9 15,-3-1 7-15,2-4-1 0,-1-1-5 0,-1 1 4 16,0-2 9-16,0 1-1 0,0-3 5 0,-1-2-1 16,-3-1-4-16,3-1 14 0,-2 1-3 0,-1-5 9 15,3 3-1-15,-3-3 1 0,0 0 2 0,0 0-1 16,0 0 6-16,0 0-1 0,0 0 12 0,-11-8 1 15,11 8 1-15,-10-4 10 0,8 3-11 0,-6-3-5 16,2 1 4-16,2 2-2 0,-3-3 1 0,-1 3-5 16,0 1 2-16,1-2-1 0,-3 1-3 0,1 0-2 15,1 1 4-15,1 1-2 0,-1 0-5 0,0 1 2 16,2-1 1-16,1 3-8 0,-1-3 1 0,6-1 7 16,-7 4-6-16,7-4 4 0,-1 3 1 0,1-3-1 0,0 0 4 15,8 7-4-15,-1-6-5 0,4 2-1 0,4-3-10 16,-1 1-12-16,6-1-27 0,-1 1-29 15,2-1-40-15,2-1-52 0,-4 1-47 0,3-2-70 16,-1-1-46-16,0 1-217 0,-4-1-604 0,-2 2 268 0</inkml:trace>
  <inkml:trace contextRef="#ctx0" brushRef="#br0" timeOffset="71402.78">6141 5210 208 0,'0'0'262'16,"-7"0"-17"-16,7 0-17 0,0 0-19 0,-14 5-17 16,11-3-22-16,-3 0-18 0,3 1-14 0,-1 1-14 15,1-3-10-15,0 4-14 0,-1-1-7 0,4-4-6 16,0 5-10-16,-1-1-4 0,1-4 1 0,1 5-13 16,3-2-4-16,0-1-3 0,-4-2-4 0,6 3-6 15,0-2 0-15,-6-1-3 0,9 0 3 0,-9 0-1 16,8 0 13-16,-8 0 5 0,5-5-1 0,-2 2 3 15,-3 3 0-15,3-5-5 0,-3 3-2 0,5-2-6 16,-5 4-4-16,-5-9-3 0,2 4-5 0,0 1-4 16,-1 0-9-16,3 0 0 0,-5 0-12 0,2 2-25 15,0-1-28-15,-2 1-35 0,0-1-33 0,1 2-55 16,2-3-55-16,3 4-52 0,-8 0-196 0,8 0-503 16,-8-3 223-16</inkml:trace>
  <inkml:trace contextRef="#ctx0" brushRef="#br0" timeOffset="71703.86">6119 4971 25 0,'-11'0'248'0,"4"1"-9"0,-1 0-20 15,0 1-18-15,-2 0-19 0,6 1-17 0,-3-1-17 16,2 1-13-16,2 0-14 0,-2-2-3 0,1 1-21 0,1 2-7 15,3-4-6-15,0 0-2 0,-3 5-3 0,3-1 2 16,0-4-1-16,0 0-4 0,9 4 3 0,-9-4-4 16,6 0 1-16,-6 0-1 0,0 0-5 15,0 0 3-15,12-4-2 0,-7 0-7 0,0-1-3 0,-2 1-3 16,2-2-3-16,-1 1-8 0,-1-2-5 0,-2 1-1 16,3-1-5-16,-2 1-6 0,-2-1-4 0,-2 1-5 15,2 0-25-15,-4 1-35 0,3-2-34 0,-3 1-43 16,-2 2-50-16,1-1-47 0,-2 1-57 0,0 3-162 15,-1 1-467-15,8 0 206 0</inkml:trace>
  <inkml:trace contextRef="#ctx0" brushRef="#br0" timeOffset="73108.83">7631 4780 183 0,'-1'-11'287'0,"-5"0"-10"0,0 0-10 16,0 2-22-16,-3-1-15 0,-1 2-22 0,-3 0-19 16,-1 3-12-16,-4 0-14 0,-2 2-14 0,2 2-13 15,-1 1-17-15,-3 1-11 0,3 2-10 0,-1 1-12 16,1-1-7-16,-2 4-9 0,9-1-6 0,-4 4-7 16,2-4-4-16,3 1-3 0,2 3-5 0,-1-3-7 15,2 2 8-15,3-1-17 0,2-2 1 0,0 5-1 16,3-4-2-16,4 3 4 0,2 2 2 0,3-3-2 15,2 4 0-15,3-2 1 0,5 1-10 0,-3 0 3 16,2 0-2-16,6 4-3 0,-3-5-1 0,3 4-5 16,-6-2 16-16,8 1-18 0,-8-1-4 0,6 4-1 15,-6-3 1-15,-5-2 0 0,6 3-4 0,-8-1 7 16,3 1-6-16,-5-1 1 0,-1-1-1 0,3 1 3 16,-5-1-10-16,-1-1 0 0,-1-3 4 0,0 1 0 15,-2 0-1-15,-2-1 8 0,-2-3 8 0,-2-1 25 16,0 2 28-16,-1-2 17 0,-6 2 20 0,4-4 17 15,-5 0 14-15,-3-3 6 0,-6 2 3 0,1-3-4 0,-2 1-8 16,2-4-4-16,-2 1-4 0,-1-3-10 0,1 1-6 16,3-2-9-16,0 2-8 0,3-1-9 0,1 1-5 15,4 1-5-15,3-1-8 0,-2 1-8 0,6 3-7 16,-3-1-4-16,3-3-11 0,4 5-16 0,-4-2-14 16,4 2-6-16,0 0-4 0,0 0-1 0,0 0-4 15,0 0-3-15,0 0-5 0,15 8-5 16,-12-6-8-16,3 2-4 0,3 0-9 0,-5-1-5 0,4 2 0 15,-1-3-4-15,-3 1 2 0,5-1 4 0,-3 2-1 16,1-2-1-16,-3 1 8 0,3 0-1 0,-3-1 7 16,2 0 4-16,-1-1 4 0,-3 1 0 0,7-2 1 15,-5 3 6-15,-4-3 2 0,9 2-1 0,-3-2 4 16,-6 0 7-16,0 0-4 0,11 0-5 0,-11 0 11 16,7 0-3-16,-7 0 2 0,7 0 2 0,-7 0-3 15,0 0 3-15,9 0-3 0,-9 0-2 0,5-3 2 16,-5 3 1-16,0 0-3 0,0 0-7 0,0 0-30 15,0 0-26-15,7 3-29 0,-7-3-32 0,4 3-29 16,-4-3-31-16,1 4-39 0,-1-4-50 0,0 0-57 16,1 4-308-16,-1-4-699 0,0 0 308 0</inkml:trace>
  <inkml:trace contextRef="#ctx0" brushRef="#br0" timeOffset="73627">7517 4583 272 0,'0'0'322'0,"-1"-5"-10"0,1 5-17 16,0-5-30-16,0 5-27 0,0 0-23 0,-2-4-24 16,2 4-18-16,0 0-23 0,0 0-14 0,0 0-15 15,0 0-13-15,-4 13-12 0,4-10-6 0,-1 4-10 16,1-1-8-16,0 1-8 0,1 1-3 0,0-1-11 15,1 5 0-15,3-4 2 0,-2 3-10 0,1-1-6 0,3 2-5 16,-2-2-10-16,6 5-25 0,0-6-36 0,0 0-50 16,0 0-69-16,6 1-77 0,0-1-267 15,-2-1-544-15,1-2 241 0</inkml:trace>
  <inkml:trace contextRef="#ctx0" brushRef="#br0" timeOffset="73945.13">8240 4895 320 0,'0'0'401'0,"4"2"-16"0,-4-2-26 16,0 0-21-16,0 0-27 0,0 0-29 0,0 0-23 15,0 0-26-15,0 0-21 0,0 0-24 0,13-3-22 16,-6 2-16-16,-7 1-20 0,17 2-24 0,-7 0-19 16,3-2-37-16,1 1-38 0,2 0-34 0,2-1-33 15,-2 0-42-15,2 1-40 0,-4 1-58 0,1-1-47 16,-1-1-32-16,-4 1-221 0,2-1-535 0,-4 3 236 15</inkml:trace>
  <inkml:trace contextRef="#ctx0" brushRef="#br0" timeOffset="74112.39">8220 5053 152 0,'-5'1'138'0,"-1"3"3"0,2-2 5 0,3 3-1 16,1-5-6-16,8 3-16 0,-3-1-12 0,5 0-8 15,13 2-12-15,-3-4-20 0,1 1-44 0,12-3-66 0,-1-2-67 16,2 5-101-16,0 0-225 0,0-4 99 0</inkml:trace>
  <inkml:trace contextRef="#ctx0" brushRef="#br0" timeOffset="74765.67">9329 4373 35 0,'-2'-5'357'0,"-2"1"-9"16,3 0-12-16,-2 0-23 0,3 4-29 0,-5-5-25 16,-1 4-32-16,6 1-18 0,-15 3-12 0,5 3-26 15,-3-1-15-15,-3 5-20 0,-1 2 6 0,-3 6-5 16,1 2-5-16,-3 2-6 0,3 3-9 0,0 1-3 16,3 5-7-16,-2 2-5 0,1-2 1 0,3 2-7 15,-1 2 5-15,1 1-3 0,4 13 1 0,1-15-3 0,5 2-9 16,4 1 0-16,4 1-9 0,5 12-6 15,1-13 4-15,7 13-12 0,6-2-2 0,4-5-3 16,6-2-8-16,5-1 0 0,-3-2-6 0,-5-13-1 16,0 0-15-16,1-2-34 0,2 0-55 0,6-5-58 0,-3-1-81 15,-4 1-88-15,2-9-111 0,-1-3-325 16,-2-1-783-16,-6-3 346 0</inkml:trace>
  <inkml:trace contextRef="#ctx0" brushRef="#br0" timeOffset="75399.28">9742 4675 249 0,'-11'-1'314'0,"3"0"-2"0,-3-2-10 0,2 2 2 16,3-1-6-16,1 1-2 0,5 1-9 0,-11-3-15 15,8 1-12-15,3 2-14 0,-4-3-13 0,4 3-13 16,0 0-15-16,0 0-16 0,0 0-16 0,19-2-16 15,-1 2-17-15,5 2-16 0,11-3-10 0,0 1-9 16,5 0-15-16,-3 1-11 0,2-1-14 0,0 0-24 16,0 5-28-16,0-5-22 0,-4 2-54 0,3-2-39 15,-9 1-37-15,-2 0-33 0,-8 1-39 0,2 2-43 16,-7-3-40-16,0-1-30 0,-6 1-263 0,1 3-636 16,-5-4 282-16</inkml:trace>
  <inkml:trace contextRef="#ctx0" brushRef="#br0" timeOffset="75634.43">9701 4834 232 0,'-5'4'241'0,"-2"-1"3"16,-1 0-7-16,5-2 1 0,-1 2 12 16,4-3 18-16,0 0 13 0,0 0-7 0,14 1-14 15,-1 1-22-15,10-1-17 0,7-1-24 0,4 0-20 0,2-1-15 16,-1 1-16-16,3-2-19 0,1 1-7 0,-3 1-13 15,1 1-14-15,-2 1-19 0,-4-2-49 0,2 1-45 16,-3-1-36-16,-8-1-42 0,-5 2-52 0,-2-2-57 16,-1-1-56-16,-1 1-58 0,-7 0-196 0,1-2-558 15,-4 0 247-15</inkml:trace>
  <inkml:trace contextRef="#ctx0" brushRef="#br0" timeOffset="75935.5">9822 4510 1 0,'0'-4'393'0,"2"0"-5"0,-2-1 10 0,1 0-27 15,-1 5-27-15,0-5-26 0,0 5-27 0,0 0-30 16,0-4-31-16,0 4-20 0,0 0-28 0,0 0-19 15,0 0-19-15,0 0-10 0,1 19-11 0,1-8-17 16,-1 1-3-16,-1 5-17 0,2 1-11 0,-1 1 0 0,3 2-12 16,-3-1-5-16,3 7-6 0,2 0-6 15,-4-5-4-15,5 3-6 0,-3-4-5 0,3 6 2 16,1-3-26-16,-1-4-18 0,1 0-20 0,1-2-30 16,1 0-26-16,-1-2-25 0,-1-1-34 0,2 0-41 0,-4-5-47 15,2-5-51-15,-1-1-43 0,1 1-219 16,0-4-594-16,-1-1 263 0</inkml:trace>
  <inkml:trace contextRef="#ctx0" brushRef="#br0" timeOffset="76186.39">10057 4519 157 0,'0'-6'379'0,"0"1"-2"0,0 5-4 16,0-6-19-16,0 1-25 0,0 5-25 0,0 0-35 15,2-5-29-15,-2 5-29 0,0 0-26 0,0 0-16 16,0 0-18-16,4 15-12 0,-1-7-20 0,2 3-5 16,-2 1-12-16,3 1-11 0,-1 3-6 0,2 1-13 15,-2 1-1-15,3 2-7 0,3 0-2 0,-1 4-8 16,-1-5-8-16,2 6-8 0,1-5-18 0,-2-2-40 16,-2 0-32-16,4-2-33 0,-4 2-31 0,6-2-53 15,-5-2-68-15,1-3-68 0,2 1-294 0,-2-2-648 16,-2-4 287-16</inkml:trace>
  <inkml:trace contextRef="#ctx0" brushRef="#br0" timeOffset="76604.53">10547 4542 7 0,'-1'4'240'0,"1"-4"-4"15,0 5-10-15,0-5-15 0,0 6-9 0,1-2-13 16,-1-4-8-16,3 8-14 0,1-3-12 0,-4-1-15 16,3 1-9-16,2 0-13 0,-1 2-10 0,6-1-12 0,-4 2-8 15,4-2-6-15,0-1-7 0,-1 1-7 16,1-1-9-16,2-2-3 0,-1-1-3 0,-2 1-6 15,1-3-6-15,-1 1-2 0,-1-1-2 0,-1-1-3 16,0-1-6-16,-4-1 3 0,1 0-3 0,0-2-3 0,-4 0-3 16,0-2 1-16,-4 0-3 0,3 0-4 0,-5-2-1 15,-1 0 3-15,0 0 10 0,-1 1-17 0,-1 0-1 16,-1 1 2-16,2 1-4 0,-3 1-2 16,5-1 2-16,-3-1-4 0,4 5 3 0,0-1-4 0,-1-3-5 15,2 5-11-15,4 1-7 0,-3-4-9 0,3 4-22 16,0 0-25-16,10-4-25 0,-1 3-23 0,4-2-22 15,1-2-14-15,7 2-12 0,-1-4-12 0,3 0-19 16,6-1-10-16,1-3-107 0,0-1-346 0,-3 1 154 16</inkml:trace>
  <inkml:trace contextRef="#ctx0" brushRef="#br0" timeOffset="76821.47">10989 4276 56 0,'-4'-12'170'0,"0"6"12"0,-1-3 3 15,-2 4 10-15,1 0-4 0,1 1-10 0,-2 1-14 16,-1 2-14-16,0-1-8 0,1 7-4 0,-5 0-8 15,4 2 3-15,-2 2-3 0,2 5-2 0,-3 2-4 16,6 2-6-16,-1 2-4 0,2 0 4 0,0 6-3 16,4 4-3-16,0-4-10 0,1 4-7 0,3 2-5 15,1-1-3-15,0-2-9 0,2 4-9 0,4-2-9 16,-4 0 2-16,2 2-8 0,-2-2-11 0,4-2-1 16,-3 1 2-16,0-1-8 0,-1-2-19 0,-2-5-15 15,-2-3-32-15,1 1-31 0,-4-3-37 0,0-3-35 16,-1-2-62-16,2-4-73 0,-4-2-265 0,1-3-574 15,-4 1 254-15</inkml:trace>
  <inkml:trace contextRef="#ctx0" brushRef="#br0" timeOffset="77005.97">10847 4560 213 0,'1'-4'245'0,"2"-1"-27"15,3 1-22-15,-3-1-18 0,5 1-21 0,-4 2-16 16,3-1-14-16,3 1-15 0,-2 0-19 0,1 2-38 0,2 0-79 16,4 0-74-16,4 2-172 0,0-2-291 0,2 3 130 15</inkml:trace>
  <inkml:trace contextRef="#ctx0" brushRef="#br0" timeOffset="77507.48">11302 4456 235 0,'0'0'270'16,"0"0"2"-16,0 0-8 0,0 0-9 0,0 0-17 16,0 0-14-16,0 0-17 0,0 0-27 0,0 0-18 15,0 0-18-15,0 0-13 0,0 0-10 0,-14 11-12 16,9-7-10-16,1 1-10 0,0 1-11 0,1 1-6 16,-4 1-10-16,3 2-5 0,3 2 5 0,-4-3-13 15,3 1-3-15,1 2-7 0,2-2 4 0,1 2-6 16,3-2-5-16,0 0 15 0,2 0-16 0,4-2-2 15,-1 1-1-15,3-2-4 0,-2-1-4 0,4-1-3 16,4 0 2-16,-5-3-5 0,2-2 0 0,-4 3 2 16,2-7-3-16,1 1-5 0,-4 0 6 0,-2-2-5 15,-1-3-2-15,-1 0 0 0,0-1 6 0,-4 3-7 16,0-4 5-16,-2-2-7 0,-1-1 7 0,-3 1-8 16,-1 0 2-16,-1-1 3 0,-2 4-7 0,-3-3-1 15,-2 1 0-15,0 3-2 0,0-1 4 0,-1 5-2 16,4-1-3-16,-3-1 2 0,-1 2-3 0,5 2-11 15,0-2-23-15,4 3-17 0,4 1-17 0,-8-1-12 16,8 1-14-16,0 0-25 0,1 7-35 0,-1-7-45 16,19 5-14-16,-5-1-19 0,5 1-7 0,1 1-158 15,10 1-435-15,0 1 192 0</inkml:trace>
  <inkml:trace contextRef="#ctx0" brushRef="#br0" timeOffset="77942.62">11792 4515 110 0,'0'0'160'0,"1"-7"3"0,-1 7-7 15,-7-3 9-15,3 0 1 0,-8-2 4 0,1 2 5 16,-1 1-7-16,0-1-5 0,-2 2-4 0,-1 1-11 16,-3 0-4-16,-1 1-9 0,3 2-3 15,-2 0-16-15,2 0-4 0,1 4-13 0,0-4-8 0,6 3-10 16,-1 1-4-16,1 0-11 0,0-1-4 0,4 1-6 16,-3 2-7-16,1-2-3 0,3 0-4 0,4 1 7 15,-3-1-12-15,6 1-3 0,-3 0-6 16,3-2 0-16,-2 0-2 0,6 1-7 0,0-2 6 0,2 0-13 15,2-2 0-15,-3 1-4 0,3-2-3 0,3-1-1 16,-2-1-7-16,0-1-3 0,0 0-7 0,2-2-3 16,-1-1-6-16,1-1-4 0,-4-2-6 0,2-1 10 15,0-4-7-15,-1 2 1 0,-1-3 1 0,-4-2 4 16,4-1 1-16,-5 0 2 0,-3-1 5 0,2-1 2 16,-4-1 0-16,1 1 1 0,-2 0 9 0,-5 0 12 15,1 0 16-15,2 0 14 0,-1 0 23 0,-1 2-1 16,-1-2 12-16,2 1 4 0,1 5 11 0,1 0 11 15,-2 1 4-15,1 1-1 0,0 2-8 0,2 0-6 16,-2 3-10-16,2 1-15 0,-1 0-9 0,2 4-21 16,-1-4-12-16,1 4-7 0,0 0-14 0,0 0-12 15,-1 14 4-15,2-5-6 0,0 1-12 0,1 2-2 16,2 2-24-16,0 2-17 0,0 1-16 0,1 0-18 16,2-2-21-16,1 10-14 0,-1-7-13 0,3-2-36 15,-1 1-28-15,5-3-19 0,1 0-32 0,0 2-172 16,1-4-474-16,4-2 210 0</inkml:trace>
  <inkml:trace contextRef="#ctx0" brushRef="#br0" timeOffset="78394.2">12112 4460 68 0,'-6'-2'222'0,"-1"-2"-5"0,2 3-6 15,-3-3-9-15,-3 3-12 0,1 1 4 0,-2 0-25 16,-2 0-12-16,2 3-11 0,-6 1-10 0,2 2-12 0,2 0-14 15,1 0 0-15,1 0-18 0,-1 2-10 16,3 0-7-16,1 2-6 0,1-1-5 0,3 2-9 0,-2 0-3 16,3-1 7-16,4 0-11 0,-1 0-7 15,2-2 0-15,3 1-4 0,1 0-3 0,-2-3-4 0,4 2-2 16,3-1-6-16,0-2 0 0,1-2-1 0,2 0 1 16,0-3-5-16,-2-2-6 0,4 2 2 0,-1-3-5 15,3-2 8-15,0-3-6 0,-4 0-4 16,2-3-5-16,1 1 1 0,-2-3-10 0,1-4-5 0,-3 1 3 15,-2-2 0-15,0 0-3 0,0-1 0 0,0-8 2 16,-6 7 3-16,1-5-1 0,0 4 6 0,-5-4-1 16,0 3 19-16,-1 0 22 0,1-4 24 0,-4 5 25 15,0 1 18-15,-1 1 27 0,-1 0 5 0,1-2 11 16,1 5 4-16,-1 0 3 0,0 3-1 0,1 1-7 16,-1 2-14-16,3 4-13 0,-2-1-12 0,0 1-14 15,3 1-16-15,-2 0-11 0,0 2-7 0,-5 3-10 16,8 0-15-16,-7 5-13 0,5 0-5 0,-4 3-15 15,2 5-2-15,1 3-14 0,-3 4-15 0,4 1-19 16,-3 7-31-16,-1 3-14 0,2 0-7 0,-3 1-30 16,3-1-21-16,-4 5-22 0,4-1-23 0,-1 0-36 15,1-4-59-15,4 4-55 0,-5-1-209 0,5-4-601 16,0 0 266-16</inkml:trace>
  <inkml:trace contextRef="#ctx0" brushRef="#br0" timeOffset="79047.52">11686 5013 2 0,'-3'-4'310'0,"0"2"-14"16,1-2-15-16,-4-1-22 0,1 1-19 15,-2 1-20-15,-3 2-21 0,-2 0-14 0,2 1-19 0,-3 1-7 16,-3 4-11-16,1 3-11 0,-2 0-12 0,-2 2-12 16,3-1-11-16,2 3-7 0,1 0-8 0,-1 1-11 15,6-2-5-15,0 4-5 0,1-2-11 0,3 1-1 16,-1 1 1-16,5-2-3 0,1 5-7 0,4-2-4 16,3-1-2-16,3-2-2 0,3 3-7 0,2-4-5 15,-2 0-2-15,9-3-11 0,-3-1-8 0,10-1-9 16,-8-2-10-16,1 0-3 0,7-5-6 0,-7-2-4 15,3-1-3-15,-4-2 7 0,-2-1 1 0,1 0 4 16,-2-1 1-16,-2-3 1 0,-1-2 5 0,-3 1 3 16,-2 1 1-16,1-3 0 0,-7 0 5 0,1 1 12 15,-3-1 23-15,-1 6 22 0,0-2 20 0,-1-1 11 16,-1 2 8-16,2 3 10 0,-2-1 5 0,0 1-11 16,0 1-3-16,1-2-6 0,-1 6-10 0,-3-6-18 15,3 6-10-15,-1-2-6 0,1 2-1 0,0 0-7 16,-6 8-2-16,5-2-5 0,0 0-4 0,-1 0-1 15,1 2-5-15,1 1 0 0,0 3-2 0,1-1 3 16,2-1-6-16,0-1-3 0,-1 3-2 0,4 1-4 16,-2-6-12-16,4 3-7 0,-1 0-2 0,1-3-33 15,0 0-21-15,3-2-16 0,0-1-24 0,0-2-23 16,1 1-23-16,-1-5-22 0,0 1-30 0,1-3-21 0,-1-1-21 16,4-1-6-16,-3-4-24 0,0 0 0 15,2-2-154-15,-1-2-469 0,1-1 208 0</inkml:trace>
  <inkml:trace contextRef="#ctx0" brushRef="#br0" timeOffset="79263.55">12166 4885 136 0,'-2'-8'211'15,"0"0"17"-15,0 1 10 0,0-1 3 0,0 2 8 16,-2 1-2-16,-1-2-3 0,4 4-22 0,-1-1-10 0,2 4-20 16,-4-2-25-16,4 2-9 0,0 0-29 0,0 0-10 15,0 0-14-15,0 0-8 0,-11 8-9 16,8 1-10-16,3 0-8 0,0 2-3 0,-1 1 4 0,2 2-21 15,-1 3 1-15,2 1-7 0,-1 1-4 0,2 0 2 16,2-1-6-16,-1 9-11 0,1-8-19 0,1 2-4 16,-2-1-40-16,-1 1-34 0,2-3-41 0,1 0-41 15,-2-1-72-15,3-4-58 0,-6 0-213 0,4-3-537 16,0 1 237-16</inkml:trace>
  <inkml:trace contextRef="#ctx0" brushRef="#br0" timeOffset="80016.63">12118 5095 132 0,'-1'-5'296'16,"1"0"1"-16,1 0-1 0,2 0-2 0,-2-2-9 15,-1 4-15-15,4-3-20 0,-1 1-19 0,1 0-27 16,0 4-12-16,0-3-25 0,2 0-12 0,3 3-20 16,-9 1-15-16,14 1-7 0,-3 0-14 0,-2 0-14 15,2 1 0-15,0 2-15 0,1 2-8 0,2-3-4 16,-1 3-4-16,-2 1-6 0,4-1-6 0,-4 0-3 15,2 0-6-15,0 1-1 0,-3-1 6 0,-2 2-15 16,1 1-2-16,-1-1-7 0,-2-4 4 0,-2 2-5 16,3-1-5-16,-3 2 17 0,0-4-16 0,0 0-4 15,0 2-3-15,-4 2 4 0,4-4-5 0,-4 1-9 16,2 2-12-16,0 0-7 0,-2-4-4 0,2 1-4 16,-1 1-4-16,4 2 2 0,-5-3-5 0,2 1 6 15,2-3-3-15,0 1-1 0,0 2-11 0,4-1-6 16,0-2-7-16,-1 0-4 0,4 0-3 0,1 1 2 15,-1 1 9-15,4-3 4 0,-1-2 5 0,-3 1 6 16,2-1 5-16,1 0 1 0,-2-1 4 0,2-3 6 0,-3 2 5 16,2-2 0-16,-3-2 4 0,-1 2 4 15,-1-3 0-15,0 0 3 0,-1-3 8 0,-3-1-7 16,1 2 7-16,-4 0 4 0,2 2 14 0,-1-3 14 16,-4-1 9-16,0 4 10 0,1 2 1 0,-2-1-4 0,2 0 0 15,-2 2-5-15,-1-1-4 0,-2 0-7 16,1 2 2-16,-2 1-2 0,1 1-3 0,-1 3-3 15,-2 0-3-15,-3 3-1 0,5-2-3 0,1 0 0 16,-1 3 4-16,-1 4-8 0,1 0-1 0,-1-1 1 0,2 2-6 16,2 1 2-16,0-1 1 0,2 3 3 0,-1 0 6 15,1 0-13-15,4 0 0 0,-1-1 0 0,2 1-4 16,2 2 1-16,-1-4 3 0,3-1 9 16,-3-4-17-16,6 5 4 0,-1-3 0 0,2-3-1 0,-3 1 2 15,6-3 1-15,-3-1-6 0,2 1 4 0,-2-5-1 16,2 2 4-16,1-5-2 0,0 2 2 0,1-1-4 15,-4-3 2-15,1 0 1 0,0 0 1 0,2-3-4 16,4-1 6-16,-7 4-5 0,2-5 6 0,-2 0 1 16,4 0 7-16,-7 4 19 0,0-1 7 0,-1 0 18 15,1 1 16-15,0-2 8 0,-1 3 12 0,0 0-1 16,0-2 8-16,-3 5-4 0,0 1-4 0,0-2-2 16,-3 1-12-16,3 3-18 0,-1-2-5 0,-3 4-6 15,0 0-6-15,0 0-7 0,0 0-5 0,0 0-5 16,8 11 1-16,-8-5-3 0,2-1 0 0,-1 6-7 15,3-4 1-15,-4 4-10 0,1 1-19 0,-1-1-10 16,3 1-29-16,-2 0-13 0,2-1-35 0,0-1-25 16,1 1-25-16,-4 0-51 0,4-1-49 0,-4-1-50 15,0-4-56-15,0 0-226 0,0 1-627 0,0-6 278 16</inkml:trace>
  <inkml:trace contextRef="#ctx0" brushRef="#br0" timeOffset="80300.95">12547 4849 115 0,'0'0'287'0,"0"0"-14"0,0 0-21 0,-10-1-22 15,10 1-17-15,0 0-26 0,0 0-18 0,0 0-17 16,0 0-12-16,-4 4-14 0,4-4-12 15,0 4-11-15,0-4-9 0,0 0-10 0,0 0-6 16,4 7-9-16,-4-7-7 0,0 4-6 0,0-4-4 0,0 0-3 16,4 2-6-16,-4-2-4 0,0 0-3 0,7 1-3 15,-7-1-3-15,0 0-4 0,0 0-7 0,11-3-14 16,-10-1-14-16,-1 4-24 0,0-5-29 16,0 5-42-16,-4-7-48 0,1 3-42 0,1 1-42 0,-8 0-155 15,6 0-425-15,-3-1 188 0</inkml:trace>
  <inkml:trace contextRef="#ctx0" brushRef="#br0" timeOffset="80702.39">11849 4892 177 0,'0'0'227'0,"0"0"-12"0,0 0-10 0,0 0-16 16,0 0-19-16,-3 2-15 0,3-2-7 0,0 0-16 15,0 0-11-15,0 0-13 0,12 4-6 0,-7-2-8 16,-5-2-11-16,10 0-5 0,-10 0-7 0,11-1-4 16,-5 1 7-16,-6 0-1 0,8-2-9 0,-4 0-1 15,1 0-7-15,-1-1-1 0,1 1-3 0,-5 2-7 16,4-7 0-16,-3 3-5 0,-1 4-4 0,0-8-5 16,0 3-8-16,0 5-5 0,-7-8-9 0,3 3-22 15,-4 2-24-15,3 0-28 0,-1 1-34 0,-1-3-43 16,-1 3-48-16,0 0-58 0,3 1-124 0,-2-1-403 15,0 1 178-15</inkml:trace>
  <inkml:trace contextRef="#ctx0" brushRef="#br0" timeOffset="81454.82">13364 4702 166 0,'0'0'329'0,"0"0"-14"0,0 0-20 0,0 0 6 15,0 0-32-15,0 0-18 0,0 0-21 0,0 0-17 16,0 0-13-16,0 0-14 0,0 0-10 0,0 0-14 16,0 0-17-16,15 8-10 0,-7-4-11 0,-2-2-12 15,0-1-13-15,0 3-16 0,0-1 0 0,3 1-11 16,-4 0-6-16,-2 1-11 0,3-3-9 0,-2 2-12 16,-3 1-17-16,0 0-23 0,-1-1-16 0,0-4-15 15,-2 9-13-15,-2-4-22 0,-2 2-23 0,-1-4-26 16,-5 2-38-16,1 1-53 0,-1 0-41 0,-7-2-58 15,1 1-160-15,-2 1-511 0,2-2 226 0</inkml:trace>
  <inkml:trace contextRef="#ctx0" brushRef="#br0" timeOffset="83746.5">14112 4260 140 0,'-1'-10'318'0,"-2"-1"20"16,-1 0-5-16,1 2-7 0,-4-1-2 0,2 0-9 16,-2 1-16-16,3 1-12 0,0 1-18 0,-1 2-17 15,2 2-33-15,0-1-27 0,-2 0-22 0,-2 3-19 16,7 1-16-16,-11 5-12 0,4-1-14 0,-5 4-11 16,1 2-11-16,-1 5-5 0,0 1-9 0,-1 0-11 15,0-1-2-15,1 5-8 0,-2 2-1 0,5-4-8 16,0 0-3-16,2 0-4 0,-1-1-6 0,6 1-2 15,-1 0-5-15,6-5-9 0,-2-2-9 0,7 6-7 16,0-3-1-16,5 0-8 0,-4-5-8 0,9 0-7 0,1 0-16 16,1-4-11-16,1 0-6 0,3-4 1 15,-1-1 7-15,-2-1 2 0,3-4 10 0,-4 0-1 16,-2-2 6-16,4-4 3 0,-5 2 0 0,0-2 8 16,-1-1 3-16,-1-1 5 0,-1 2 3 0,-5 0 8 0,0 1 2 15,-4 0 2-15,3 0 19 0,-1-1 15 16,-6 6 11-16,2-1-3 0,0-2 7 0,-2 6 5 15,0-3-5-15,2 0-12 0,-1 0-4 0,-2 5-1 0,0 0-10 16,0 0-2-16,0 0-3 0,0 0-3 0,0 0-5 16,-6 13 5-16,3-6-10 0,2 3 5 0,1-4 1 15,0 6-4-15,3-1-4 0,-2 0 1 0,0-1 6 16,2 0-14-16,3 2 0 0,-3-2-5 0,3-1-2 16,2 1 6-16,1-2-5 0,1 0-3 0,-2-2 4 15,3-2-2-15,1 1-6 0,-2-3 16 0,1-1-13 16,2-2 14-16,-1-1-8 0,-3-2 0 0,3-1 0 15,-1 0 4-15,-3-1-4 0,3-2 8 0,-4-1-3 16,1 0 1-16,-4-2 3 0,3 0 0 0,-3-1 6 16,0 1-2-16,0-1 17 0,-4 4 12 0,3-5 9 15,-2 3 15-15,2-1 5 0,-3 6 6 0,0-3-1 16,3 1-2-16,-2 0-7 0,-1 4-6 0,0-1-12 16,0 4-10-16,0-6-10 0,0 6 2 0,0 0-2 15,0 0-7-15,0 0-10 0,0 0-12 0,3 17-12 0,-3-11-11 16,0 1-17-16,4 3-11 0,0 2-23 15,0-2 4-15,2 3-38 0,-2-1-38 0,3-2-21 16,-1 0-30-16,1 0-34 0,1-2-42 0,-1-2-31 0,4 1-23 16,-4-3-222-16,2 1-605 0,-2-4 267 0</inkml:trace>
  <inkml:trace contextRef="#ctx0" brushRef="#br0" timeOffset="84281.69">14652 4293 92 0,'-1'-5'198'0,"1"5"-6"0,-2-5-16 0,4 2-16 16,-2 3-20-16,0 0-12 0,1-4-12 0,-1 4-10 16,0 0-16-16,0 0-11 0,14 9-1 0,-9-3-9 15,3-2-7-15,2 6-9 0,-2-1 1 0,4 4-7 16,-4 0-9-16,2-6 1 0,2 7-4 0,-1-2-2 16,-4-2-8-16,1 2 1 0,0-2-2 0,-1-1-1 15,-3 0-4-15,0-1 2 0,-1-2-12 0,1-2 10 16,-4 1-8-16,0-2 6 0,0 2 2 0,0-5 7 15,-1 4 11-15,1-4 10 0,0 0 7 0,0 0 9 16,-14-7 7-16,8 3 7 0,2 0 1 0,-1-1 11 16,4-1-3-16,-2 1 3 0,-1-3-5 0,3-2-5 15,1 1-6-15,1 1-8 0,2-2-3 0,-2 1-9 16,3-3-8-16,3 4-2 0,-2 2-2 0,-1 0-7 16,3 0-5-16,0 1-4 0,1 2-1 0,-1 1-8 15,1 0 1-15,-2 2 2 0,4 1 4 0,-6 2-12 16,5-2-1-16,-1 3-3 0,3 1-1 0,-5 4 2 15,4-4-2-15,-1 7-2 0,1-2 1 0,-2 0 0 16,2 4-5-16,-2-2-3 0,-1-1-5 0,0 1 0 16,-1-1-4-16,2 0-5 0,-1-3 7 0,-5 1-9 15,2-3-1-15,-2-3-2 0,4 2 7 0,-5-2 0 16,2 0 2-16,-3-3 8 0,0 0-4 0,0 0 3 16,0 0 3-16,0 0 13 0,-7-12 1 0,6 7 2 15,-2-2 23-15,0 1-2 0,3-1 4 0,-2-5-1 0,0 2 5 16,2-2-6-16,0 1 0 0,4-2-8 15,-2 1 0-15,2 0-4 0,1-1-5 0,2 1 1 16,0 0-5-16,-2 1-7 0,2 1-12 0,1 1-19 16,0 3-21-16,-1 1-26 0,1-3-26 0,3 3-31 0,-3 4-23 15,3-2-25-15,1 3-25 0,-1-1-20 16,-2 2-6-16,0 3-4 0,2 0-170 0,0-1-431 16,-3 0 191-16</inkml:trace>
  <inkml:trace contextRef="#ctx0" brushRef="#br0" timeOffset="84901.58">15332 4298 33 0,'0'0'137'16,"-1"-9"8"-16,-2 6 16 0,0-1 1 0,-2-1 5 15,-2 1-5-15,2 0-3 0,-1 2-9 0,-2 0-12 16,-5 0-9-16,3 2-11 0,-2 0-8 0,-2-1-10 16,0 3-5-16,0 2-9 0,-3 3-9 0,0 1-6 15,6-2-7-15,-1 3 0 0,2 0-9 0,0 1-7 16,1 0-2-16,2-1-1 0,3 2-9 0,0 1-1 15,1-2 1-15,3 2-4 0,1-1-2 0,2-1 1 16,6 0-3-16,-4-2-1 0,7-1-2 0,0 1 8 16,3-3-15-16,-1 0-2 0,6-1 1 0,-2-2-3 15,1 0 1-15,1-2 4 0,-2-4-7 0,1 1 0 16,-4-1-2-16,-1-1-3 0,2-1 2 0,2-3-4 16,-6 1 5-16,0-2-2 0,-5 2-2 0,1-2 1 15,-1 1 0-15,-1-2 6 0,0 6 7 0,-6-3 11 16,4 2 16-16,-1 1-15 0,-2 0-3 0,-1 0-6 15,0 5-2-15,0-5-4 0,0 5-2 0,-2-3 0 16,2 3-5-16,0 0-5 0,0 0 3 0,0 0 1 16,-14 8-1-16,10-3 0 0,3 3-3 0,-1-3-1 15,2 3 3-15,0-1-2 0,0 0 2 0,2 3-6 16,-1-3 0-16,2 1 2 0,2-3-1 0,-1 2-2 16,4 1 3-16,2-2 2 0,-3-1-5 0,2 0 2 15,-2-2-1-15,1-3-3 0,4 1 1 0,-1-2 0 16,2-2 10-16,-1-1-9 0,-4 2-2 0,3-3 11 15,-2 0-11-15,4-3-2 0,-4 3 4 0,2-4-3 16,-3-2 3-16,-1 3 0 0,2-3 0 0,-2 2 2 16,0 0-1-16,-1-3 1 0,-2 4 3 0,2-2 8 0,-3 3 3 15,0 2 15-15,0 0 3 0,-2-1 2 0,2 1-4 16,-2 2-8-16,-1 3-9 0,4-4 2 16,-4 4 0-16,0 0-6 0,0 0 0 0,4 7-1 15,-2-2 0-15,0 1 1 0,2 1-2 0,0-1 1 0,2 4 1 16,-1-1 2-16,2 1-12 0,-3-2 3 0,7 2-1 15,-3-4-4-15,2 5 2 0,-1-4 2 0,2 3-9 16,2-5-6-16,0 0-14 0,-1-2-15 0,0-1-14 16,1-1-16-16,-1-2-18 0,0-1-22 0,3 0-13 15,-1-3-15-15,2-4-15 0,-2 2-12 0,2-3-20 16,2-4-17-16,0 1-8 0,2-6-147 0,-3 5-388 16,-3-1 173-16</inkml:trace>
  <inkml:trace contextRef="#ctx0" brushRef="#br0" timeOffset="85117.72">16075 3987 16 0,'-7'-25'174'16,"3"6"1"-16,-3 0 3 0,-1 1-1 0,4 2 3 16,-2 1 3-16,1 3-5 0,-2 2-11 0,0 4-14 15,6 1-16-15,-3-3-18 0,0 5-12 0,1 1-13 16,3 2-8-16,-12 5-9 0,8 0-9 0,-2 3-5 16,5 3-4-16,1 2-6 0,0 2-6 0,0 3-4 15,4 4-2-15,2 2-8 0,3 4-2 0,1 1 2 16,-1-5-5-16,2 4-2 0,1 0-1 0,1 2-4 15,-3 0-3-15,1-2-19 0,3 0-35 0,-5-3-41 16,4 1-43-16,-3-10-45 0,-1 2-49 0,-2-1-150 16,-1-4-392-16,2-4 174 0</inkml:trace>
  <inkml:trace contextRef="#ctx0" brushRef="#br0" timeOffset="85302">15864 4126 29 0,'0'0'205'0,"7"-4"-18"16,2 4-18-16,1-1-13 0,4 3-15 0,4 0-14 0,7 0-10 15,3-1-16-15,5 4-9 0,-3 1-9 0,3 1-9 16,-3-1-8-16,1 6-30 0,0-8-60 16,2 3-41-16,-3-1-58 0,-2 0-106 0,-5-2-248 15,-1 0 111-15</inkml:trace>
  <inkml:trace contextRef="#ctx0" brushRef="#br0" timeOffset="85853.96">16669 4058 130 0,'0'0'309'0,"-4"-7"-14"0,3 4-13 16,-5 0-17-16,2-1-18 0,0 2-21 0,-1-2-18 16,-1 1-23-16,2-1-12 0,-3 3-20 0,-1 0-17 15,-1-2-16-15,1 3-11 0,-2 0-13 0,-1 3-11 16,0-2-6-16,2 4-9 0,-2-1-6 0,1 4-7 16,-2-1-5-16,3 3-1 0,-1 0-12 0,2 1 1 15,0 4-4-15,0-4-2 0,1 6-2 0,3 3-2 16,2-3-4-16,1 1 2 0,2 0-3 0,2 1 1 15,5-1-6-15,2 1 2 0,1-2 0 0,2-1-7 16,2 0-2-16,-2-3-1 0,4-2-6 0,2 2-4 16,0-6 7-16,0-1-12 0,-1-1-1 0,0 0-1 15,2-3-3-15,-5-2 3 0,5-1 1 0,-5-3 2 16,0 0-5-16,-1-4 3 0,-3 3-3 0,2-2 8 16,-2-2 1-16,1 0-1 0,-2-2 6 0,-5 2 10 15,2-2 22-15,-1 2 19 0,-2 1 8 0,-2-2 18 16,4 1 2-16,-2 2 14 0,-4 2 11 0,0-2-12 15,1 3-3-15,-1-1-8 0,0 0-7 0,3 1-12 16,-3 0-10-16,0 4-11 0,0 0-7 0,0 0-6 16,0 0-3-16,0 0-1 0,0 0-8 0,0 0-4 15,-9 11-4-15,7-4-2 0,1-1-5 0,1 1-1 0,1 1-3 16,-1 0-7-16,2 2-2 0,2-1 3 0,-2 0-6 16,5 0 0-16,1 0-7 0,-1-1 0 15,1 0-9-15,3 0-7 0,0-5-9 0,0 2-20 16,1 0-21-16,2-3-17 0,-2-2-17 0,3-1-29 0,-3-3-21 15,4 1-25-15,2-4-30 0,-3-1-23 0,3-1-34 16,-2-1-11-16,-2-2-227 0,2 0-558 0,-4-2 248 16</inkml:trace>
  <inkml:trace contextRef="#ctx0" brushRef="#br0" timeOffset="86071.39">17193 3940 172 0,'-4'-11'228'0,"1"1"-1"0,-1 0 2 0,0 4-4 0,1 0-6 15,-2 0-7-15,2 0-14 0,2 2-19 0,-3-1-21 16,1 4-15-16,3 1-18 0,0 0-4 0,0 0-19 16,0 0-11-16,-14 9-6 0,13-3-9 0,-2 3-11 15,-1 1-3-15,0 3-12 0,4 2 11 0,-3 1-13 16,3 3-7-16,0 0-4 0,0 2-3 0,0 0-2 16,0 0-3-16,3 5-14 0,4-6-15 0,-5 1-26 15,1 1-34-15,4 3-43 0,0-5-55 0,-3-2-56 16,5-1-54-16,-3-1-139 0,-2-5-438 0,0-2 193 15</inkml:trace>
  <inkml:trace contextRef="#ctx0" brushRef="#br0" timeOffset="86556.34">17103 4175 242 0,'-3'-6'278'0,"-1"1"4"15,3 3-5-15,-2-3-17 0,3 5-7 0,0-10-23 16,0 9-28-16,3-2-13 0,-3 3-21 0,4-2-18 15,-4 2-12-15,15 4-20 0,-10-3-9 0,6 2-10 16,3 0-11-16,-2 2-5 0,-1 0-16 0,5 2-6 16,2 5-13-16,-3-6-12 0,2 5-8 0,-4-5-17 15,-1 0-12-15,3 1-16 0,-5 0-12 0,2 0-10 0,0-2-12 16,-4 0-11-16,-1 0 2 0,1-2-3 16,-4-2-7-16,3 0 3 0,-7-1 3 0,7-1 2 15,-7 1 7-15,11-4 6 0,-10 2 7 0,3-2 2 16,0 0 7-16,-1 0 10 0,0-1 14 0,-2 0 25 15,3 1 16-15,-4-1 14 0,7 1 14 0,-4 0 9 0,-1 2 1 16,1-1 9-16,1 1-5 0,-4 2-6 16,6-4 3-16,-4 1-18 0,-2 3-12 0,0 0-1 15,0 0-6-15,14 7-3 0,-10-5-5 0,0 3 0 16,0 3-3-16,3 3-4 0,0 0 2 0,0 0-3 0,-1 5-2 16,3 2 6-16,-1 0-13 0,1 1 1 0,2 6 1 15,-3-6-2-15,7 7 1 0,-7-7-3 0,2 0 2 16,-2 7-7-16,3-1 2 0,-5-5 7 15,-1-1-3-15,0 2-3 0,-1-3-1 0,-1 1 1 0,-2-1-2 16,-1-2 0-16,3-3 13 0,-8 0-1 0,-1-3-12 16,-3 1 2-16,2 0 1 0,-5-5 2 0,1 2 1 15,-3-3 1-15,-5-1 2 0,-1-1-2 0,-2-2-3 16,0-1-1-16,-6-4-3 0,-5-1-15 0,13-2-27 16,-9-2-51-16,-5-3-65 0,3-4-74 0,5-1-86 15,-3 1-171-15,2-2-527 0,0-5 233 0</inkml:trace>
  <inkml:trace contextRef="#ctx0" brushRef="#br0" timeOffset="86924.4">16877 3978 140 0,'-7'-2'320'16,"7"2"-16"-16,-5-3-16 0,5 3-30 0,0 0-16 16,-8-2-28-16,8 2-25 0,0 0-19 0,0 0-18 15,0 0-13-15,0 0-15 0,0 0-9 0,-7 3-20 16,7-3-4-16,-3 5-8 0,3-5-11 0,0 0-8 16,-1 6-7-16,1-6-1 0,0 5-3 0,-1-3-7 15,1-2-4-15,0 0-3 0,0 8 0 0,0-8-5 16,0 0-3-16,0 0-4 0,1 4 5 0,-1-4-3 15,0 0 3-15,0 0-8 0,0 0 0 0,0 0 2 16,0 0 0-16,8-12 12 0,-6 7-15 0,-1 4-2 0,2-5-2 16,-1 0-2-16,-2 3 4 0,3-1-5 15,-2-1-5-15,-1 0-5 0,3 0-15 0,-3 5-22 16,0-5-34-16,0 5-43 0,0 0-48 0,0 0-47 16,0 0-47-16,0 0-255 0,0 0-547 0,0 0 243 0</inkml:trace>
  <inkml:trace contextRef="#ctx0" brushRef="#br0" timeOffset="87425.79">17391 3575 217 0,'-5'-5'389'0,"1"0"-1"0,1 1-8 0,2 0-1 15,-2 2-31-15,3 2-27 0,0-5-33 0,0 5-28 16,0 0-26-16,15 1-21 0,-5 5-25 0,7 2-19 16,2 5-21-16,7 3-7 0,1 4-17 0,-1 2-10 15,3 5-14-15,-1-2-2 0,6 13-11 0,-5-8-8 16,-6 1 0-16,10 9-2 0,-1 3-10 0,-7-11-3 15,-5 1-7-15,10 10-4 0,-11-11-5 0,0 16-7 0,-5-14-9 16,-1 15 7-16,1 0-7 0,-6 1-7 16,0-13 6-16,-5 13-6 0,-3-1-1 0,-3-11-2 15,-2 13-4-15,-3-13-16 0,-9 10-26 0,4-11-27 0,-12 7-41 16,-6-3-35-16,5-10-33 0,-1-2-41 0,-10 7-42 16,-2-3-62-16,6-13-64 0,1 5-270 0,-6-8-691 15,1-1 307-15</inkml:trace>
  <inkml:trace contextRef="#ctx0" brushRef="#br0" timeOffset="89951.8">15914 4893 38 0,'0'0'325'0,"0"-5"3"16,0 5-4-16,0-4 4 0,0 4 3 0,0-5-1 15,0 5-14-15,0 0-29 0,2-4-28 0,-2 4-20 0,0 0-33 16,0 0-20-16,0 0-20 0,0 0-19 16,0 0-8-16,-2 18-6 0,1-8-1 0,2 2-9 15,-2 6-5-15,4 8-6 0,-2-5-12 0,2 10-4 0,-1 0-10 16,4 3-11-16,-2 2-8 0,4 1-2 0,0 17-5 15,2-4-4-15,3 1-5 0,1 1-6 0,-3 0-6 16,2-4-1-16,1 2-2 0,1-1-3 0,-5-13-4 16,-1-2-4-16,5 3 2 0,-3-2-6 0,-1 2 8 15,-1-5-11-15,4 2 0 0,-7-8-2 0,0-4-1 16,1-5-4-16,-1-4 0 0,-5-3-15 0,3 0-11 16,-4-4-2-16,3 1 3 0,-3-5-26 0,0-2-51 15,0 0-52-15,0 0-34 0,-1-16-40 0,-5 5-41 16,2-3-61-16,-1-5-77 0,-1 0-262 0,-1-8-711 15,-1 0 315-15</inkml:trace>
  <inkml:trace contextRef="#ctx0" brushRef="#br0" timeOffset="90821.55">15827 4926 231 0,'0'-5'304'0,"0"5"-7"15,0-4-6-15,0 4-9 0,0 0-2 0,-4-4-28 16,4 4-15-16,0 0-29 0,0 0-16 16,0 0-32-16,0 0-17 0,0 0-18 0,0 0-3 0,0 0-18 15,0 0-10-15,-8 9-13 0,5-2-8 0,-1-1-6 16,0 0-7-16,0 5-6 0,1-5-4 0,-4 5-4 15,5 0-6-15,-5-1-1 0,0 0-11 0,3 1 3 16,0 0-6-16,3-4 1 0,-5 1 3 0,3-1-11 16,2-2-1-16,-3 1-5 0,4-1-8 0,-1-2 3 15,1-3-2-15,-1 5 4 0,1-5 2 0,0 0-8 16,0 0 5-16,0 0-5 0,0 0 4 0,13-11 1 16,-9 1-1-16,4 2 5 0,-1-4-8 0,1 1 2 15,-2 1-1-15,-1-5 12 0,3 0-1 0,0 3 13 16,-1 1 5-16,-1-2 27 0,-1 3 15 0,-1-2 7 15,4 2 4-15,-5 1 1 0,0 3-1 0,-1 0-5 16,1 1-8-16,1 2-13 0,-2-1-7 0,-1-1-6 16,-1 5-9-16,7 0-7 0,-7 0-3 0,13 7 0 15,-6-2 6-15,1 3-10 0,6 2-8 0,-2 2 0 0,7 4-3 16,-2-3 1-16,4 6-4 0,2 1-5 16,-1 0-22-16,0 2-21 0,7-4-38 0,-5-1-35 15,3-1-52-15,-5 1-56 0,4 0-73 0,-2-5-94 0,-8-2-281 16,-2-7-720-16,1 2 320 0</inkml:trace>
  <inkml:trace contextRef="#ctx0" brushRef="#br0" timeOffset="92092.71">16318 6108 217 0,'0'0'320'0,"2"-5"-16"0,-2 5-27 16,0-4-26-16,0 4-30 0,0 0-25 0,0 0-16 16,0 0-19-16,0 0-16 0,-2 16-18 15,1-7-9-15,-1 1-13 0,1 1-8 0,-2 2-7 16,1 4-4-16,-2-1-7 0,2 1-8 0,1 2-2 0,1-2-7 16,-3 1-9-16,2-5-3 0,0 3-4 0,-1 0-5 15,2-3 0-15,0 0-8 0,2-1-1 0,-2-2-3 16,0 1-2-16,1-1-4 0,-1-3 2 0,1 0 0 15,-1-1-11-15,0-2-8 0,3 0-5 0,-3-4-8 16,0 3-7-16,0-3-20 0,0 0-13 0,0 0-22 16,0 0-21-16,9-7-17 0,-7-1-21 0,-1 3-7 15,-1-4-15-15,0-1-8 0,0-3-4 0,0-4-3 16,0-1 4-16,-1 2 13 0,-1-4 10 0,2 2 13 16,-1-1 17-16,0 0 24 0,-2 1 28 0,2 2 30 15,-2 4 32-15,3-1 32 0,-3 2 26 0,2 0 24 16,1 1 22-16,-1 2 2 0,1 2 7 0,-2 1 3 15,2-2-1-15,0 4-11 0,0 3-11 0,0-8-8 16,2 6-15-16,-2 2-8 0,0 0 0 0,0 0-12 16,0 0-7-16,16 10-6 0,-7-2-3 0,-3 0-4 15,7 5-7-15,1 3-2 0,-3-2-1 0,4 0-3 16,-3 3 3-16,4-1-4 0,-2 1-4 0,1-1-3 16,0 2 3-16,0-2-2 0,-3 0-2 0,-1-1-6 15,3-2 3-15,-6-2-5 0,1-2 3 0,-2 0-2 0,0-3 1 16,-2 0 3-16,-2 0 19 0,1-2 28 15,0 1 39-15,2-3 51 0,-6-2 10 0,5 1-4 16,-5-1-12-16,0 0-5 0,8-8-3 0,-5 3-7 16,0-1-6-16,-2-3-6 0,2 1 0 0,-3-3-7 0,1-1-4 15,-1 0-8-15,0-5-1 0,4-1-12 0,-4-1-7 16,-4 1-7-16,4-2-8 0,-1-1-5 16,1 2-5-16,-4 2-7 0,0-1-10 0,2 6-17 0,-2-1-13 15,1-2-29-15,2 6-35 0,-3-1-34 0,3 3-44 16,-1 1-49-16,1 0-54 0,-2 2-71 0,3 4-69 15,0-3-339-15,0 3-779 0,0 0 345 0</inkml:trace>
  <inkml:trace contextRef="#ctx0" brushRef="#br0" timeOffset="93095.24">11339 5726 139 0,'-3'-6'365'0,"2"-2"0"0,-2 3-7 0,2 1 4 16,-3 1-21-16,4-3-27 0,0 6-33 0,-5-5-30 15,5 5-12-15,-1-2-47 0,1 2-22 0,0 0-14 16,0 0-15-16,0 20-15 0,0-8-13 0,1 6-8 15,2 0-21-15,1 2-1 0,-2 7-4 0,-1 1-6 16,3 2-4-16,-1 1-4 0,1 0-8 0,-4 2-4 16,4-2-4-16,0 1-2 0,3 1-6 0,-6 1-2 15,1-1-7-15,0-1 2 0,4 0-4 0,-5 0-3 16,1-1-2-16,0 0-4 0,5-5 0 0,-6 1-2 16,-1-5-2-16,2-4 1 0,-1 1 2 0,-1-5-6 15,0-2 2-15,-1-1-6 0,1 0-17 0,0-3-26 16,0-1-28-16,2-2-17 0,-2-1-17 0,0-4-37 15,-1 4-52-15,1-4-61 0,0 0-70 0,0 0-71 16,-12-10-202-16,9 0-636 0,-4 1 281 0</inkml:trace>
  <inkml:trace contextRef="#ctx0" brushRef="#br0" timeOffset="93748.54">11278 5654 228 0,'0'0'290'16,"-4"-6"-8"-16,2 4-19 0,2 2-29 0,-4-4-21 15,4 4-23-15,-5-1-18 0,5 1-20 0,0 0-11 16,-11 6-18-16,8-2-12 0,-4 3-9 0,3 2-9 16,-3-1-12-16,3 4-7 0,-1-2-7 0,2 1-6 15,-2 1-8-15,1-3-5 0,1 4-4 0,-1-3-5 0,-2 2-2 16,5-3-3-16,-3 1-7 0,1-2 0 16,2 1-5-16,-2-3-1 0,2-1 4 0,-1 0-7 15,2-1 1-15,-1 0 1 0,1-4 0 0,-4 5 22 16,4-5 23-16,0 3 0 0,0-3-1 0,0 0-6 0,0 0-3 15,0 0-3-15,-4-13 0 0,4 7-3 0,1 1 1 16,2-2 1-16,-3-4-5 0,5 1 0 0,-2 1 1 16,0-1 2-16,1 0-1 0,1 0 0 15,1 0 5-15,-2 0 0 0,0 1-6 0,0 2 0 0,0 2-8 16,2-3-1-16,-1 4-9 0,-1 1 0 0,2 0 1 16,-2 1-13-16,1 1-1 0,1 0 3 0,-6 1-1 15,13 1-3-15,-7 2-4 0,-1 2 1 0,2-2 16 16,2 4-23-16,2 2-3 0,-1-4-1 0,-1 5 2 15,1-2-11-15,5 5-28 0,0-1-16 0,1 1-53 16,0-3-47-16,1 3-58 0,-1-1-81 0,4-2-94 16,-3-1-198-16,3 0-629 0,-1-2 279 0</inkml:trace>
  <inkml:trace contextRef="#ctx0" brushRef="#br0" timeOffset="96139.98">11234 6863 36 0,'0'-6'291'16,"0"6"-16"-16,0-5-13 0,0 5-23 0,0 0-26 15,-3-4-27-15,3 4-17 0,0 0-18 0,0 0-14 16,3 13-16-16,-3-5-2 0,0 2-10 0,1 1-13 15,2 2-9-15,-3 0-8 0,2 4-5 0,0 0-12 16,1 0-3-16,-2 1-6 0,2-2-2 0,-3 2-9 16,2 0-4-16,-1-1-5 0,2 0-2 0,-1-2-1 15,-2-2-2-15,1-2-5 0,-1 1 0 0,-1-2-4 0,2-2-2 16,1-2 0-16,-2 1-4 0,0-2 3 16,0 0 3-16,0-1 21 0,0-4 34 0,1 4 9 15,-1-4-10-15,0 0-2 0,0 0-7 0,0 0-5 16,0-16 1-16,0 9 2 0,2-4-3 0,-5 0-1 0,1-1-5 15,2-2-1-15,0-5-4 0,2-1 0 0,-2 4-5 16,0-4 14-16,1 2-2 0,-1-1 6 0,2 6 7 16,0 2 3-16,-2-3 0 0,3 4 5 0,-2 0-1 15,-2 2-5-15,2 2-6 0,-1-2-7 0,3 5-9 16,-3-2-6-16,2 0-10 0,-1 3-1 0,-1 2-3 16,11-3-6-16,-11 3 1 0,8 5-3 0,4 0-4 15,-3 3 0-15,1 1-4 0,1 4 0 0,4-1 1 16,-1 3-5-16,2-1 0 0,-4 1 0 0,2 0 4 15,4 0-7-15,-6 0 0 0,3-1 2 0,-3-2-4 16,3-1 8-16,-8 0-6 0,1-2-2 0,-2-5 2 16,1 0-2-16,0 1 3 0,-3 0 18 0,2-4-17 15,-2 0-2-15,-4-1 3 0,12-1 1 0,-6-3-4 16,-4 0 4-16,1-3 8 0,1 3 16 0,0-7 13 16,-2 1 4-16,-1-3 1 0,-1 0-1 0,4 1 2 15,-8-6-5-15,4 1 0 0,0-1-1 0,0 0-4 16,0-3-5-16,-1 0-3 0,-1-1-3 0,0 3-5 0,0 1-3 15,-1 0-1-15,3 7-2 0,-1-2-4 0,1 1-8 16,-3 4-18-16,2 2-27 0,1-2-38 0,0 2-45 16,-1 2-66-16,1 4-31 0,1-5-10 15,-1 5-32-15,0 0-35 0,0 0-44 0,12 7-45 0,-9-1-270 16,2 1-706-16,-1-1 313 0</inkml:trace>
  <inkml:trace contextRef="#ctx0" brushRef="#br0" timeOffset="96441.37">11881 6811 230 0,'0'0'282'0,"0"0"-28"0,0 0-14 15,0 0-7-15,-18 7-11 0,12 1-9 0,-1 1-9 16,2 2-9-16,-5 0 0 0,2 3-9 0,0 3-4 15,-3 1-10-15,3 0-7 0,-6 6-24 0,4 0 4 16,-3 0-22-16,2 2-12 0,-2 0-6 0,0-2-2 0,3 1-20 16,-3 3-6-16,5-9-15 0,-5 6 1 15,3 0-6-15,-6-2-4 0,9-5-8 0,-4-1-4 16,6 1 6-16,-6-1-20 0,4-6-25 0,4 1-34 0,-5 1-28 16,4-5-32-16,0 1-32 0,-3-3-43 0,3-1-42 15,4-1-49-15,0-2-60 0,0-2-182 0,0 0-542 16,0 0 241-16</inkml:trace>
  <inkml:trace contextRef="#ctx0" brushRef="#br0" timeOffset="96875.67">11864 7112 178 0,'0'0'324'16,"0"0"-23"-16,9 6-15 0,-9-6-17 0,0 0-19 16,0 0-19-16,0 0-17 0,4 2-6 0,-4-2-14 15,4 5-8-15,-1-3-13 0,0 1-8 0,1-1-13 16,3 2-1-16,-3 1-23 0,5 0-9 0,0 2-10 16,-2 0-8-16,-1 0-9 0,4-1-7 0,1 2-14 15,-3 0-7-15,1-2-7 0,-5 3-4 0,2-1-4 0,-3-1-2 16,1 4-7-16,-3-3-1 0,2 0 4 15,-2 1 7-15,-1 2 0 0,-1-4 12 0,-3 2 17 16,-2 0 10-16,-1 0 12 0,3 0 5 0,-6 0 8 16,4 0 5-16,-6 0-5 0,6-3-1 0,-2 1-7 0,4-1-2 15,-1-1-4-15,-1-1-4 0,2 0-5 0,1-2 3 16,-2 2 6-16,4-1 5 0,1-3 2 16,-3 4 0-16,3-4 3 0,0 0-5 0,18 0-11 0,-5-1-8 15,8-1-7-15,0 1-13 0,8-3-3 0,6 1-10 16,-5-2-3-16,3 0-21 0,-2-1 1 0,4-2-24 15,0 0-34-15,1-1-51 0,0-2-54 0,-1-1-63 16,0-1-70-16,-2 1-58 0,-5-1-70 0,1 2-59 16,-10 3-70-16,0-2-271 0,-8 2-860 0,-4 3 381 15</inkml:trace>
  <inkml:trace contextRef="#ctx0" brushRef="#br0" timeOffset="104068.24">7978 8594 314 0,'7'-7'338'16,"-2"-4"-5"-16,1 4-3 0,-1-2 0 0,-1 0-4 16,-2 2 7-16,0 0-13 0,0-1-14 0,-2 0-10 0,1 2-12 15,-2 0-26-15,-3-1-15 0,2 1-21 0,-2 2-18 16,-4-4-13-16,-3 2-16 0,0 2-11 16,-4 0-7-16,-4 2-13 0,-4-1-12 0,-5 3-5 15,-5 0-10-15,3 0-11 0,-4 1-8 0,1 3-12 0,-1 0-6 16,3 0-5-16,1 1-4 0,6-1-13 0,3 2-6 15,3 1-4-15,6-2-7 0,1 1-4 0,2 1-3 16,6-1-7-16,-1 2 28 0,4-2 4 0,8 5-8 16,3-2-5-16,5 3-2 0,16 5-15 0,-1-2 7 15,4-1-1-15,13 5-7 0,-9-1-4 0,-2-1 2 16,12 4-4-16,-12-6-5 0,-2 1-1 0,-2 2-5 16,-2-2-19-16,-2 0-1 0,-5 1-4 0,-2-1-2 15,-4-3-4-15,-2 0-2 0,-4 2-3 0,-1-3-4 16,-5-1 4-16,-2-2 3 0,-4 1 1 0,1 0 1 15,-5 0 7-15,-2-1 10 0,-3 1 8 0,-5-5 5 16,-2 6 7-16,-3-5-1 0,-2-2 0 0,1 2 1 16,-4 0-3-16,-6-3 2 0,1-3-3 0,-1 3 5 0,6-6-8 15,-4 6 2-15,4-6-3 0,1 3-2 0,4-1 0 16,4-1 5-16,-3 0-4 0,7 1-21 16,3-1-25-16,-1 0-36 0,1 1-28 0,2-1-64 15,2-1-74-15,4 3-53 0,-1-3-47 0,1 3-55 0,0 0-52 16,20-2-363-16,-11 2-874 0,4 0 387 0</inkml:trace>
  <inkml:trace contextRef="#ctx0" brushRef="#br0" timeOffset="104452.93">8318 8374 202 0,'4'-15'379'15,"2"2"-1"-15,-4 2-1 0,5-6 1 0,-6 5 8 16,3 2-1-16,1 0-3 0,-4 1-3 0,2 2-12 16,-2 1-21-16,2 1-31 0,-3 0-34 0,1-1-27 15,-1 6-37-15,-1-2-30 0,1 2-19 0,0 0-18 16,0 0-13-16,0 0-16 0,-3 17-10 0,3-7-14 15,-1 9-7-15,-2 2-5 0,3 4-15 0,0 6-8 0,0 2-3 16,0 3-8-16,0-1-6 0,0 13-3 16,3-9-3-16,1 13-4 0,1-2-2 0,2 0 2 15,-3-11-7-15,4 10 0 0,-2 0-6 0,-1-10 1 0,5 9-8 16,-5-9-1-16,3-5-2 0,-1 15-15 0,1-13-12 16,-7 0-22-16,4 1-26 0,-4-7-32 0,0 2-35 15,-1-2-55-15,2-3-41 0,-6-5-28 16,1-3-40-16,-4-4-49 0,2-3-63 0,-2-2-65 0,0-3-240 15,-4-2-769-15,-1-1 340 0</inkml:trace>
  <inkml:trace contextRef="#ctx0" brushRef="#br0" timeOffset="104953.69">7133 8367 188 0,'-4'-16'440'0,"0"0"8"0,0 3-8 0,4 0 3 16,-3 1-9-16,6 3-15 0,-6 4-22 0,2 0-40 15,1-1-38-15,0 4-42 0,0 2-33 0,0 0-29 16,0 0-19-16,0 0-18 0,4 13-24 0,2 5-13 15,0 0-14-15,1 12-10 0,-3 3-15 0,3 17-8 16,-3-10-9-16,0 11-10 0,4 2-6 0,-5 4-5 16,1-2-7-16,-2 0-7 0,2 1-2 0,0-3-7 15,-3-2-6-15,3-1-1 0,0 1-1 0,2-1-5 16,-2-12-1-16,0 0-1 0,1 0-3 0,2 1-11 16,1-3-31-16,-1-6-36 0,-3 1-47 0,4-4-46 15,0-7-53-15,3-1-35 0,-1-2-46 0,2-1-55 0,3-3-66 16,1 0-373-16,-1-4-841 0,4 0 373 15</inkml:trace>
  <inkml:trace contextRef="#ctx0" brushRef="#br0" timeOffset="105389.56">9929 8869 329 0,'0'0'460'0,"0"0"-27"15,0 0-11-15,0 0-25 0,0 0-23 0,0 0-16 16,0 0-23-16,0 0-29 0,0 0-29 0,10-7-28 15,-6 6-27-15,3 1-22 0,4-2-18 0,3 1-19 16,-1 1-16-16,8-1-18 0,-1 1-22 0,-1 0-33 0,4 1-52 16,-1-1-51-16,-1-1-56 0,3 2-54 15,-5 0-64-15,0 1-79 0,0-1-89 0,-8 1-309 16,1-2-736-16,-5-2 326 0</inkml:trace>
  <inkml:trace contextRef="#ctx0" brushRef="#br0" timeOffset="105573.54">9943 9019 55 0,'-9'6'256'0,"1"0"-17"15,0 1-12-15,3-1 5 0,4-1-2 0,1-1 3 16,4-1-15-16,6 3-15 0,3-2-27 0,5-1-10 16,5 1-21-16,11-1-16 0,0 0-23 0,10-1-57 15,-2-4-67-15,-3 1-78 0,5 0-78 0,-3-3-222 16,13 2-429-16,-12-2 189 0</inkml:trace>
  <inkml:trace contextRef="#ctx0" brushRef="#br0" timeOffset="107313.01">12028 8209 16 0,'0'0'322'0,"0"0"-26"0,0 0-12 0,0-5-16 16,0 5-16-16,0 0-10 0,0 0-16 0,-1-4-13 0,1 4-17 15,0 0-19-15,0 0-17 0,0 0-14 0,0 0-14 16,0 0-14-16,0 0-14 0,0 0-10 16,0 0-6-16,0 0-15 0,0 0-3 0,0 0-6 0,0 0-10 15,0 0-5-15,0 0-6 0,0 0-2 0,0 0-5 16,0 0-3-16,0 0-4 0,0 0-5 0,0 0 6 15,0 0-6-15,0 0-3 0,0 0-6 0,0 0 3 16,0 0-5-16,0 0 3 0,0 0-8 0,0 0 3 16,0 0-1-16,0 0 1 0,0 0-1 0,0 0-6 15,0 0 3-15,0 0-3 0,0 0-4 0,0 0 5 16,0 0 15-16,0 0-20 0,0 0 3 0,0 0 2 16,0 0-2-16,0 0-8 0,0 0 7 0,0 0 0 15,0 0 1-15,0 0 2 0,0 0-3 0,0 0-1 0,0 0 3 16,0 0 2-16,0 0 1 0,0 0-6 0,0 0-1 15,0 0 2-15,0 0 3 0,1-5-4 16,-1 5-2-16,0 0 8 0,0 0-4 0,0 0 1 16,0 0-3-16,0 0 1 0,0 0-1 0,0 0-4 0,0 0-3 15,0 0 3-15,0 0-3 0,0 0 2 0,0 0 1 16,0 0-5-16,7 11 1 0,-4-5 0 16,1-1 6-16,0 2-2 0,3 3 3 0,1 4-2 0,0-2 2 15,2 1-1-15,-2 2-6 0,3 4 7 0,-3-1-2 16,0-1-2-16,4 1 7 0,-1 0-3 0,-2-1 2 15,1 0-3-15,-6-1-1 0,6-1 3 0,-6-3 2 16,3-2-9-16,-2 2 10 0,-4-2-1 0,4-2-4 16,-1-1 1-16,-1-1-3 0,-1 0 4 0,1-2 0 15,-2-1 2-15,2 1 2 0,-1-1-1 0,-2-3 24 16,5 5 27-16,-5-5 18 0,0 0 5 0,0 0-11 16,0 0-2-16,0 0 7 0,0 0-6 0,8-14 10 15,-7 9-8-15,-1-1-4 0,0-2 1 0,0-2-7 16,0-1-2-16,0-2-11 0,-4-3 6 0,3-2-5 15,-2 0-8-15,0 0-6 0,0-2 0 0,-2 0-3 16,4 0-2-16,-2 1-2 0,-4-1 0 0,5 4-3 0,0 3 7 16,-2-2 5-16,4 2 4 0,-4 1 0 0,0 0 4 15,1 1-5-15,2 1 0 0,0 0 2 0,-1 1-1 16,1 1-3-16,1 2 1 0,0 1-1 0,-3-2-5 16,2 2-1-16,1 0-5 0,-2 0-1 0,2 5-3 15,-1-7-3-15,1 7-3 0,0-5-3 0,0 5-2 16,-1-4-5-16,1 4-2 0,0 0-7 0,0 0-7 15,-2-5-6-15,2 5-1 0,0 0-5 0,0 0-4 16,0 0-5-16,0 0 8 0,0 0 1 0,0 0 9 16,0 0-5-16,0 0-2 0,0 0 7 0,0 0-2 15,10 9 6-15,-10-9-3 0,4 3 6 0,-4-3-1 16,4 2-3-16,-4-2 5 0,3 4 1 0,-3-4-1 16,0 0 6-16,5 3 2 0,-5-3-8 0,0 0 7 0,4 2-2 15,-4-2-3-15,0 0 7 0,0 0-5 0,0 0 3 16,0 0 0-16,3 2 0 0,-3-2-3 15,0 0 9-15,0 0-7 0,0 0-4 0,0 0 2 0,0 0-2 16,0 0 1-16,6 1-1 0,-6-1 7 0,5 6-12 16,-1-2 9-16,1 0 2 0,1 2-2 0,-1 1-3 15,5 2 3-15,-1-2-2 0,5 5 3 0,-3 1-1 16,5-3-2-16,1 4 3 0,0 1 0 0,1 1 1 16,2 0 8-16,-4-1-10 0,-2 0 0 0,4-1 0 15,-4-4-2-15,0 4 3 0,-4-5 1 0,2-1-3 16,-2 2 3-16,-4-2 1 0,0-1-1 0,2-1-1 15,-3 0 0-15,4 1 7 0,-5-5-9 0,0 3 4 16,-1-2-1-16,1 0-1 0,-3 0 3 0,2-1 0 0,1 2-1 16,-4-4 8-16,0 0 0 0,2 4-5 15,-2-4 1-15,6 0-2 0,-6 0 1 0,0 0-2 16,0 0 2-16,0 0 0 0,0 0-2 0,8-3 1 0,-8 3 1 16,0 0-2-16,10-5 3 0,-6 3-3 0,-2-3-1 15,1 2 5-15,0 0-3 0,0 0 1 16,-1 1-3-16,1-4 9 0,1 0-1 0,-1-1 2 0,2-4 1 15,-2-1-1-15,1 2 3 0,-3-1-7 0,-1-1 1 16,2-1 1-16,-2-1-1 0,-2 0-1 0,2-2-3 16,-4 0-1-16,0 3-6 0,0 0 4 0,2 0 0 15,-3 0-4-15,1 0 0 0,-1 1-9 0,-1 0-18 16,0 1-22-16,3 3-22 0,0-3-39 0,-1 6-33 16,3 0-35-16,-2-2-37 0,2 4-47 0,1 3-45 15,-2-4-27-15,2 4-36 0,0 0-248 0,0 0-669 16,0 0 296-16</inkml:trace>
  <inkml:trace contextRef="#ctx0" brushRef="#br0" timeOffset="107630.79">12944 8158 194 0,'0'0'339'0,"0"0"-19"16,0 0-30-16,0 0-27 0,0 0-28 0,0 0-21 16,0 0-18-16,0 0-20 0,0 0-13 0,-10 11-14 15,6-4-6-15,-3 2-6 0,-2 2-10 0,-2 2-6 16,0 6-8-16,-4 3-8 0,3 6 6 0,-6 0-18 16,2 3-5-16,-2 1-6 0,2 1-4 0,-3 3-8 15,1-1-5-15,-5 10-7 0,4-9-6 0,2 0-8 16,-3 8-2-16,4-10-3 0,2-3-3 0,1 2-4 15,3-2 0-15,-1-1-2 0,3-5-10 0,3 1-12 16,-1-6-28-16,5-3-26 0,-2 0-28 0,3-3-43 16,0-2-52-16,2-2-69 0,0-3-64 0,3 0-249 15,0-5-594-15,3 1 262 0</inkml:trace>
  <inkml:trace contextRef="#ctx0" brushRef="#br0" timeOffset="107997.75">12845 8790 116 0,'0'0'342'0,"0"0"-15"0,0 0-11 0,0 0-8 0,9 7-12 15,-2-6-5-15,0 0-1 0,-2 2-10 0,3 0-3 16,-1-1-32-16,5 3-17 0,-1-1-19 0,1 1-22 15,-3 0-15-15,0 2-16 0,-2-1-4 0,4 1-27 16,-6 0-17-16,3 1 0 0,-5-2-12 0,0 3-1 16,2 2-3-16,-5-3 2 0,0 4 0 0,-5-5 10 15,-1 6 5-15,1-1 4 0,-3-2-3 0,-2 0-3 16,5-1-5-16,-3 1-7 0,2 0-10 0,-1-3-7 16,-1 1-5-16,4 0-9 0,0-5-1 0,0 2-10 15,3 0 3-15,-1-2-4 0,2-3 2 0,6 8-3 0,-1-7-5 16,10 3-1-16,-1-2-14 0,9-1-22 15,5-1-23-15,4 0-35 0,0 0-37 0,-3-3-44 16,5-2-56-16,3-1-62 0,-2-1-69 0,-1-1-100 0,4-4-427 16,-4-4-912-16,4-2 404 0</inkml:trace>
  <inkml:trace contextRef="#ctx0" brushRef="#br0" timeOffset="108415.89">13576 8180 87 0,'3'-4'368'0,"-3"4"-32"0,0-5-24 16,0 5-23-16,0-6-32 0,0 6-27 0,0 0-25 15,0 0-20-15,0 0-18 0,-19 3-18 0,11 4-13 0,-2-1-16 16,-2 0-11-16,3 2-11 0,0 2-13 0,-1 1-6 15,0 0-5-15,0 2-12 0,0-1-3 0,1 2-6 16,1 2-2-16,1-4-1 0,-2 3-11 16,2-4-5-16,2 0-16 0,2-1-16 0,0-4-23 0,2 2-22 15,-2-3-23-15,2 0-23 0,1-1-36 0,0-4-46 16,1 3-32-16,-1-3-36 0,0 0-26 0,0 0-141 16,8-12-439-16,-6 5 195 0</inkml:trace>
  <inkml:trace contextRef="#ctx0" brushRef="#br0" timeOffset="108617.6">13374 8154 177 0,'0'0'207'0,"0"0"-19"0,-2-4 1 15,2 4 1-15,0 0-1 0,0 0 3 0,0 0-1 16,0 0-5-16,3 15-2 0,-2-9-13 0,6-1-9 16,-2 4-12-16,2-1-14 0,3-1-9 0,1 4-11 15,-2-3-14-15,5 4-6 0,-2-3-9 0,2 1-8 16,2 1-11-16,-1-1-6 0,1 1-5 0,2-5-7 0,-4 6-28 15,-2-6-32-15,1 1-36 0,-6-3-45 0,1-1-44 16,-1 1-49-16,1-3-48 0,-2-1-215 0,-6 0-484 16,0 0 214-16</inkml:trace>
  <inkml:trace contextRef="#ctx0" brushRef="#br0" timeOffset="108768.13">13372 8270 41 0,'0'0'158'0,"0"0"10"0,0 0 13 0,-4 3-7 15,4-3-10-15,11 6-11 0,3-3-13 0,-2 1-16 16,8-2-9-16,-1 2-14 0,5 0-12 0,5-1-6 16,0 3-5-16,4-4-27 0,-3 3-41 0,2-2-44 15,-2-3-51-15,1 2-61 0,-9-4-116 0,1 2-282 16,-2-2 125-16</inkml:trace>
  <inkml:trace contextRef="#ctx0" brushRef="#br0" timeOffset="109320.08">13926 8090 56 0,'0'0'249'16,"-10"3"-9"-16,9 2-14 0,-2-3-8 0,2 4-12 0,-6 1-9 16,7-1-10-16,-4 4-12 0,4 0-12 0,0 3-16 15,-1-2-11-15,-2 2-11 0,6 4-14 0,-3 1-12 16,0 1-8-16,1-1-5 0,-1 0-8 0,1 0-8 15,2 2-7-15,2-2-4 0,-2 0-6 0,1 0-6 16,-1-2-1-16,-3-1-12 0,4-7-23 0,0 3-17 16,-1-5-29-16,-3 1-17 0,3-2-7 0,-2-1-25 15,-1-2-18-15,0-2-16 0,0 0 4 0,0 0-2 16,0 0 11-16,7-11 6 0,-7 4 12 0,-2-2 5 16,2-4 9-16,0 0 9 0,0 1 1 0,-1-6 7 15,1 0 12-15,0 1 16 0,1-2 10 0,2 2 24 16,0 0 23-16,1 4 33 0,-1 0 27 0,-2 0 15 15,3 0 10-15,-1 4 14 0,0-1 9 0,-2 3 6 16,4 1-9-16,-5 1-11 0,4 0-12 0,-2 1-10 0,0 1-16 16,3 2-8-16,-5 1-8 0,0 0-11 15,13 5-1-15,-8-1-3 0,4 4-12 0,0 1-2 16,2 0-4-16,0 3-5 0,3 3-2 0,1-1 0 0,0 3-8 16,2 3 2-16,5 3-1 0,-3-3-1 0,-3-4-1 15,-1-2-1-15,0 0-3 0,0 0 5 16,2-3-10-16,-1 0 2 0,-5-5 1 0,0 2 5 0,-2-4-4 15,1 1 27-15,-1 0 16 0,-2-7 11 0,-1 2-5 16,-1-3 7-16,2 0 13 0,-3-2-12 0,4-4-3 16,-7 0 2-16,2-1-2 0,-1-3-3 0,0 0-8 15,-2-3-2-15,0 1-8 0,-4-4-1 0,1 1-6 16,-1 0 6-16,2 1-15 0,-4-2-2 0,3 1-6 16,-3-2-19-16,2 2-28 0,-2 0-37 0,3 2-42 15,2 1-37-15,-2 3-49 0,2 0-55 0,-2 1-62 16,3 2-61-16,0 0-232 0,0 3-649 0,4 4 287 15</inkml:trace>
  <inkml:trace contextRef="#ctx0" brushRef="#br0" timeOffset="110056.01">15766 8356 132 0,'0'0'391'0,"-4"-2"5"0,4 2-1 0,0 0 2 16,-6-3-3-16,6 3-25 0,-5-2-22 0,5 2-28 16,0 0-33-16,0 0-26 0,0 0-27 0,15-6-25 15,-7 5-22-15,4-1-20 0,2 0-17 0,1 1-36 16,4 1-34-16,3 1-51 0,2-1-36 0,-2 0-71 16,1 4-59-16,-1 0-60 0,-3-1-75 0,1-2-70 15,-1 3-293-15,-5-2-687 0,0 2 305 0</inkml:trace>
  <inkml:trace contextRef="#ctx0" brushRef="#br0" timeOffset="110223.26">15852 8506 74 0,'-3'2'286'0,"3"-2"-6"16,-3 2-17-16,3-2-20 0,0 0-24 0,0 0-22 15,18 3-19-15,-2-3-18 0,5-2-9 0,3 4-20 16,6-1-13-16,1 0-40 0,3 0-57 0,3-1-64 15,-2 2-69-15,2-4-77 0,-3 0-154 0,0 2-371 16,0-1 164-16</inkml:trace>
  <inkml:trace contextRef="#ctx0" brushRef="#br0" timeOffset="110658.13">16904 8086 205 0,'-5'-1'239'16,"5"1"-10"-16,-15 3-3 0,6 5-5 0,-4-1-16 0,-3 3-13 16,2 3-14-16,-5 1-12 0,3 1-9 0,0 6-10 15,2-4-15-15,2 1-8 0,1 5-12 0,-3 4-9 16,6 0-9-16,1 3-6 0,6-2-3 0,1 0-9 15,3 4-5-15,5-6-5 0,3 1-6 0,2-1-2 16,5 2-4-16,4-4 0 0,2-3-4 0,4-1-4 16,0-5-1-16,2-1-9 0,0-2-1 0,-3-3-3 15,4-4 0-15,-7-1 4 0,4-4-7 0,-5-2 2 16,0-4-4-16,-2 1 14 0,-1-3-2 0,-1-4 4 16,-2-1-2-16,-3-3-4 0,-4-2 0 0,0-2-5 15,0-6-3-15,-3-2-6 0,-4-1-6 0,-3-4 7 16,-3 1-7-16,-2 2 1 0,-6-1-2 0,-3 3-6 15,3 0 6-15,-8 4 1 0,-1-1-3 0,-2 2-5 16,2 4 3-16,-5 1-6 0,1 2 1 0,-2 3-7 0,8 3-6 16,-1 2-25-16,3 1-18 0,-3 2-17 15,7 4-17-15,-2-1-20 0,3 4-22 0,0 0-27 16,1 2-38-16,4 0-36 0,3 2-35 0,-1 1-232 0,6-1-533 16,2 4 236-16</inkml:trace>
  <inkml:trace contextRef="#ctx0" brushRef="#br0" timeOffset="110992.17">17933 7986 338 0,'-2'-9'354'0,"-2"1"-25"15,2 1-40-15,-3 1-19 0,-1 0-24 0,-4 0-28 16,1 3-23-16,-4 1-15 0,-1 2-20 0,-6 1-11 16,3 5-16-16,-5 2-7 0,4 5-13 0,-1 0 11 0,-2 9-17 15,-1 1-12-15,1 1-7 0,1 1-7 16,4 2-4-16,2 3 16 0,5 2-28 0,0 0 4 16,5 3-1-16,1 0 5 0,5 4-12 0,3-2 2 0,4 0-3 15,0-1-6-15,10 11-12 0,1-12 8 0,10 7-7 16,-6-11 2-16,13 6-13 0,-7-11-6 15,0-2 22-15,2-4-26 0,2 1-23 0,-2-6-45 0,1-4-32 16,-2 0-48-16,0-5-54 0,-2 1-62 0,2-8-59 16,-6-2-301-16,1-7-653 0,-6 2 289 0</inkml:trace>
  <inkml:trace contextRef="#ctx0" brushRef="#br0" timeOffset="111243.52">18248 8218 192 0,'-4'-5'360'0,"4"-2"0"16,-4 1-7-16,4 1-13 0,-1 0-11 0,-2 1-25 15,3 4-37-15,-3-5-24 0,3 5-32 0,-2-4-19 16,2 4-22-16,0 0-14 0,0 0-23 0,-5 11-8 16,5-3-20-16,3 4-6 0,-3-1-9 0,2 5-10 15,0 2 0-15,1 5-11 0,1 2-8 0,0 2-3 0,0-6 11 16,-1 1-27-16,2 4-15 0,1 2-23 15,-3-9-25-15,1 1-31 0,1-4-19 0,-2 1-33 16,2-3-37-16,-3-1-43 0,0-3-39 0,1-2-45 16,-2-1-38-16,1-2-220 0,-1-2-568 0,-1-3 252 0</inkml:trace>
  <inkml:trace contextRef="#ctx0" brushRef="#br0" timeOffset="111594.17">18218 8187 15 0,'0'-5'314'0,"0"1"-17"0,0 1-27 16,2-3-27-16,-2 6-22 0,4-5-27 0,-4 5-19 15,0 0-18-15,16 7-13 0,-4-1-17 0,3 3-8 16,0 3-13-16,3 1-12 0,6 6-11 0,1-1-8 16,-1 0-7-16,1 4-8 0,-1 0-3 0,1-1-7 15,2 1-7-15,-1-2-1 0,-3 1-5 0,0-2-2 16,-4-4-4-16,-4-1-2 0,3-2-4 0,-3-1-4 15,-3-3 3-15,-2-2-3 0,-1-1 4 0,1-2 11 16,-4 1 20-16,1-3 3 0,0-1-1 0,-7 0 4 16,12-4 4-16,-10 0-6 0,0-2 2 0,1 0 6 15,-2-5-7-15,1 0 4 0,-1 2 6 0,-2-8 9 0,1 1 4 16,-2-3 4-16,1-1 1 0,0 1 14 16,-1 1-13-16,2-2-5 0,-2-1-8 0,-3 1-7 15,4-1-1-15,-4 1-16 0,4-1-13 0,-4 2-29 16,5 1-38-16,-1-1-30 0,0 2-31 0,-1 3-33 0,1 1-42 15,-3 3-51-15,2-1-62 0,2 4-70 0,0 1-250 16,0-1-645-16,0 4 286 0</inkml:trace>
  <inkml:trace contextRef="#ctx0" brushRef="#br0" timeOffset="112012.9">18843 7919 312 0,'-5'-4'340'0,"5"4"-23"15,0 0-24-15,0 0-21 0,0 0-19 0,0 0-24 16,0 0-27-16,0 0-7 0,0 0-32 0,0 0-16 15,0 0-12-15,0 0-14 0,13 13-11 0,-9-9-13 0,0 3-16 16,4-2 1-16,-1 2-15 0,-3 0-3 0,3 2-5 16,-2-1-6-16,3-1-5 0,-5 4-7 15,3-4-5-15,-5 1 0 0,0 0-9 0,2-1-1 16,-3 1 0-16,0 0-7 0,0-2 1 0,0 1-2 0,-3-1 3 16,1 1-2-16,0-3-13 0,1 3 6 0,-1-2 0 15,0-1 2-15,2-1 1 0,0-3 17 16,-2 5 5-16,2-2 12 0,0-3 15 0,-1 4 15 0,1-4 13 15,0 0-4-15,0 0 2 0,0 0-9 0,0 0-7 16,7 1-8-16,-7-1-13 0,12-2-29 0,-5 1-38 16,5-3-41-16,2 2-46 0,-1-2-41 0,0 2-47 15,1-2-71-15,8-3-74 0,-3 2-287 0,0-1-672 16,-2-2 298-16</inkml:trace>
  <inkml:trace contextRef="#ctx0" brushRef="#br0" timeOffset="112297.24">19086 7784 49 0,'0'0'339'16,"0"0"2"-16,-5 4 9 0,5-4-2 0,2 6 7 16,-2-6-10-16,9 8-5 0,-4-2-13 0,2 2-18 0,5 0-19 15,-1 2-25-15,0 1-19 0,5 1-25 0,2 3-21 16,5 2-20-16,-7-1-17 0,7 2-16 0,-3 3-15 15,1 2-15-15,-3-1-9 0,1 1-15 0,-3 3-7 16,-1 0-9-16,1 2-6 0,-6 1-5 0,0 0-11 16,-6 3-10-16,2 0-17 0,-3 7-20 0,-2-4-32 15,-2 4-45-15,1 10-46 0,-3-12-44 0,-6 12-34 16,1-1-43-16,-10-1-54 0,0-1-55 0,1-12-65 16,-4-2-234-16,-3-3-696 0,-3 2 308 0</inkml:trace>
  <inkml:trace contextRef="#ctx0" brushRef="#br0" timeOffset="115240.93">4972 11159 33 0,'-4'-10'355'0,"-4"-2"-10"0,1 2-10 16,-1 0-7-16,-2 1-15 0,1 1-9 0,-4 2-25 0,4-1-14 16,-2 5-19-16,-4-1-17 0,4 3-18 0,-1 4-14 15,-4 2-16-15,2 5-4 0,-3 0-19 0,3 5-7 16,-1 0-10-16,4 2 11 0,-1 0-15 0,2 0-12 16,5 2-10-16,-2-1-11 0,6 0-10 0,-2-2-12 15,6 1-6-15,-1-3-9 0,4 1 0 0,2-1-10 16,3-2-3-16,1-1-9 0,2-2 0 0,5-1-5 15,-3-1-4-15,3-5-3 0,0 0-2 0,4-1-1 16,-2-4-4-16,2 1 0 0,-3-3-1 0,2-1-2 16,-6-1-2-16,2-1-1 0,-3-2-5 0,-4 2 2 15,1-1-1-15,-1-9 0 0,-7 7-2 0,0-3-1 16,2-5-6-16,-6 0 1 0,-3-1 1 0,-1 1-3 16,-2-1 1-16,-6 1-2 0,-7-2-2 0,0-1-1 0,-1 2-1 15,2 7 2-15,0-2-4 0,-1 2-8 0,-1 0-12 16,2 3-18-16,1 0-25 0,0 1-34 15,5 5-36-15,-2-2-35 0,6 4-24 0,0 1-16 16,1 3-18-16,3 1-40 0,0 2-39 0,4 0-35 0,4 5-26 16,3 0-213-16,5 2-627 0,2 4 277 0</inkml:trace>
  <inkml:trace contextRef="#ctx0" brushRef="#br0" timeOffset="115826.34">5199 11213 12 0,'2'-4'337'0,"-1"-1"-2"15,-1 1-2-15,3 2-15 0,-3 2-21 0,0 0-34 16,0-6-26-16,0 6-26 0,0 0-18 0,0 0-27 16,0 0-12-16,0 0-21 0,2 14-14 0,-2-6-8 15,5 4-10-15,-4-1-9 0,2 6-5 0,-2 2-15 16,3 1-5-16,1 9-12 0,-2-3 2 0,1 3-8 15,-1-2-5-15,0 3-2 0,2 0-1 0,-2 5-9 16,2-6-4-16,-3 7 1 0,0-3-4 0,1 0 0 16,0 1-7-16,-2-5 4 0,2-1-7 0,-2-1 2 15,-1-5-1-15,-1-6-4 0,1-1-2 0,0-4 10 0,0 1-3 16,0-6-5-16,0 3 4 0,-3-4 34 16,3-3 15-16,0-2-2 0,0 0-17 0,0 0-2 15,0 0 2-15,-11-14-5 0,6 2-2 0,1 0-5 0,0-8-9 16,-2-6-22-16,2 6-20 0,0-11-26 0,1-2-11 15,2-3-28-15,-2 0-18 0,6-1-5 0,-3 1-3 16,1 2-2-16,1-4 8 0,-1 2 8 16,-1 4 11-16,-1-1 10 0,-1 2 7 0,2 1 12 0,-1 1 16 15,-4 9 10-15,3-2 14 0,1 3 14 0,0 0 18 16,-2-2 6-16,1 3 24 0,1 2-1 0,0 2 17 16,1 2 7-16,0 2 5 0,1-2 1 0,-1 2-1 15,1 2-9-15,1 1-8 0,1 0-5 0,1 2-3 16,-2-1-9-16,5 2-4 0,-2 1-6 0,5 2-6 15,-3 0 3-15,2 2-5 0,2 1-5 0,0 3 8 16,4 0-10-16,-4 2 5 0,0 2-14 0,1 4-3 16,-1 0-4-16,1 1 1 0,-1 2 2 0,-4-1 0 15,-3 1 0-15,1 2 0 0,-3-1 0 0,-4 0-4 16,0-4-3-16,-6 3 6 0,-1 1-8 0,-3-1-7 16,-1-1-10-16,-1 0-11 0,-4-1-31 0,3-1-30 15,-5-4-22-15,1 2-36 0,2-3-42 0,0 2-50 16,5-5-53-16,-2 0-259 0,7-2-603 0,2 0 267 15</inkml:trace>
  <inkml:trace contextRef="#ctx0" brushRef="#br0" timeOffset="116328.11">5531 11078 28 0,'-4'-4'334'0,"0"1"-4"0,-1-2-2 16,3 0 0-16,-2-1-10 0,1 1-16 0,2 0-15 16,1-2-25-16,-1 2-22 0,2 1-17 0,-1 0-20 15,4-1-20-15,-3 0-21 0,4 2-12 0,0 0-24 16,3 1-8-16,2-1-12 0,-5 3-12 0,10-1-10 16,-3 1-14-16,-2 3-5 0,5 0-4 0,-4 2-6 15,1 1-8-15,-1 1-4 0,3 4-9 0,-4 0-3 16,0 3-3-16,-3-3-6 0,0 6 4 0,0 0-1 15,-4-4-5-15,-1 3 8 0,-2 1-14 0,-2 0 0 16,-2 0 1-16,-1 0 1 0,-2-4 10 0,3 2 2 16,-6-1-3-16,3-2 10 0,0-1 1 0,0 0-6 0,1-2 12 15,2-3-14-15,0 2 0 0,1-2-6 0,-2-3-1 16,4 2 1-16,1 0 4 0,0-5-3 16,5 5 4-16,-1-4-4 0,8 2-2 0,3-2-11 15,3-1-2-15,5 0-26 0,7-1-26 0,0 0-49 0,0-1-49 16,2 1-48-16,1-1-67 0,-3 0-86 0,5-1-360 15,-5-4-761-15,-4 4 337 0</inkml:trace>
  <inkml:trace contextRef="#ctx0" brushRef="#br0" timeOffset="116696.07">6282 11285 240 0,'0'0'424'0,"-1"-5"-16"15,1 5-22-15,-3-5-25 0,3 5-18 0,-7-2-32 16,7 2-25-16,0 0-30 0,-5-1-21 0,5 1-25 16,0 0-21-16,-10 3-18 0,6 0-19 0,1 1-16 15,2 0-11-15,-2 0-17 0,0 1-9 0,1 0-12 16,0 0-2-16,2 0-12 0,0 0-2 0,2 3-9 15,0-3-6-15,1-1-9 0,1 0 1 0,-1 0-8 0,1-2-1 16,2 1-5-16,0-2-4 0,1 0-2 16,0-1-2-16,-7 0 4 0,14-2-9 0,-6 1-1 15,-2-3-4-15,0 0 3 0,-2-3-6 0,2 2-3 16,0-6-9-16,-2 3-12 0,-1-4-12 0,-3 2-16 0,4-3-23 16,-4 2-21-16,-4-2-14 0,4 0-19 0,-3 1-17 15,-2-1-26-15,-2 3-34 0,0-2-41 16,0 1-49-16,-1 2-57 0,-1-2-248 0,-2 5-636 0,0 0 282 15</inkml:trace>
  <inkml:trace contextRef="#ctx0" brushRef="#br0" timeOffset="117030.58">6249 10988 106 0,'-7'-3'291'0,"7"3"-22"0,0 0-26 16,0 0-15-16,0 0-21 0,-10 4-16 0,10-4-8 15,-3 4-16-15,3-1-11 0,0-3-7 0,-1 10-11 16,1-10-3-16,1 6-9 0,2-3-2 0,-2 2 1 16,4-1-7-16,-2-1 1 0,2 0 3 0,0-1 2 15,0 1 9-15,-5-3-13 0,8 1 14 0,-1-1-10 16,-7 0 4-16,0 0-3 0,11-4-11 0,-7 3-7 15,-1-3-7-15,-2 1-10 0,3-1-5 0,-2-1-12 16,-4-1-6-16,2 1-8 0,0 2-12 0,-1-4-20 16,-2 2-35-16,-1 0-29 0,0 1-47 0,0-3-46 0,-3 4-49 15,-1 0-47-15,1 1-57 0,0-2-60 0,-2 4-251 16,9 0-644-16,-21 4 285 0</inkml:trace>
  <inkml:trace contextRef="#ctx0" brushRef="#br0" timeOffset="136616.26">6271 11022 290 0,'-3'-2'312'0,"3"2"-6"0,0 0-19 16,0-7-8-16,0 7-25 0,-4-4-8 0,4 4-23 16,0 0-7-16,-2-2-26 0,2 2-14 0,0 0-19 15,0 0-14-15,-6-3-17 0,6 3-15 0,0 0-9 0,0 0-9 16,0 0 10-16,0 0-27 0,0 0 8 15,0 0-24-15,6 11-11 0,-6-11-3 0,2 6-2 16,0-3-9-16,-2-3-1 0,2 3-10 0,1 1 1 0,-3-4 1 16,4 1-3-16,-4-1 1 0,0 0 8 0,0 0-14 15,0 0-4-15,10-1-2 0,-10 1 1 0,4-6-1 16,-3 2 2-16,3-2-5 0,-2 3 13 0,-2-3-10 16,0 1 1-16,0-2 7 0,-2 1 0 0,1-1 8 15,-2 1-11-15,-1 1-1 0,0 0-9 0,1-2-1 16,-4 3-2-16,3-1 4 0,-2 4-14 0,0-4-29 15,-1 2-29-15,0 2-33 0,7 1-27 0,-13 1-34 16,7 1-48-16,1 4-51 0,2-4-50 0,-1 3-228 16,3 5-579-16,2-5 256 0</inkml:trace>
  <inkml:trace contextRef="#ctx0" brushRef="#br0" timeOffset="138037.94">7627 10697 211 0,'4'-11'317'0,"-3"0"-1"16,2 0 2-16,4 0-4 0,-6 3-13 0,1-2-8 15,-1 5-13-15,2 0-9 0,-3-3-10 0,1 3-11 16,3 3-19-16,-3-3-24 0,1 1-22 0,-2 4-16 15,0 0-22-15,1-5-6 0,-1 5-23 0,0 0-12 0,7 7-6 16,-3 0-10-16,3 0-9 0,0 5-13 16,1-2 4-16,-1 1-17 0,2 4-4 0,2-1-1 0,-1 0-11 15,-2 3 0-15,4-1-1 0,-4-2-9 0,-4-1 1 16,7 1-5-16,-3-1-3 0,-4-3-2 0,2 3-5 16,-3-6 5-16,1-1-6 0,-3 2-7 0,2-3-1 15,1 0-5-15,-3-3 0 0,3 2 3 0,-2-1 1 16,-2-3 1-16,0 0-1 0,0 0-4 0,0 0 2 15,0 0-3-15,-2-13 2 0,-3 7 1 0,1-2-5 16,0 0-4-16,-2-3 6 0,1 2 3 0,-1-3-7 16,-3 2 2-16,-3-4 1 0,2 3 4 0,-3 0-5 15,0-1 0-15,1 4-5 0,1-2 4 0,0 3 1 0,-4 1-1 16,3-1-2-16,-3 2 1 0,1 3 2 0,0-1 5 16,4 1 2-16,-1 0 0 0,0 1-4 15,3 1-9-15,-3 0 11 0,-1 1-3 0,5 1 4 0,-1 0-3 16,0 1-1-16,1-1 0 0,-2 3 0 0,0-1 0 15,4 0-5-15,-2 0-1 0,3 2 7 0,-1-2-2 16,2 3-2-16,0-1 2 0,3 0-2 0,0 3-1 16,0-1 3-16,3 2-2 0,1 0 0 0,2 2 1 15,3-5-9-15,-1 5 15 0,3 2-5 0,2-2 2 16,1 2-2-16,1-1 0 0,-3-2 0 0,6 2 2 16,-3 1-1-16,1-1-1 0,-3 1-2 0,-1 0 2 15,4-1-3-15,-2 2 2 0,3 1-1 0,-4-4-2 16,0 2 3-16,0 2-6 0,0-2-3 0,-2 0-10 15,-3 1 2-15,4-1-2 0,-6-2 1 0,-1-1 5 16,1 1-1-16,-2-1-3 0,0 1 7 0,-4-2 2 16,1 2-6-16,-1-3 6 0,4-1 3 0,-4-1-3 0,-4-1 4 15,3 1-5-15,1-2 8 0,-4 0 11 0,0 0-11 16,0-1-2-16,1 0 5 0,-5 0 1 0,1-2 10 16,-4 1-13-16,0-1 9 0,-1-1-5 0,1-1 0 15,-5 0 6-15,2 0-3 0,-3-1 6 0,-4 0-5 16,3 0 1-16,5-2 6 0,-2 1 4 0,-3-1 5 15,2 0 4-15,5-1-1 0,0-1 7 0,0 2 5 16,3-1 3-16,1 2 4 0,1-2 3 0,0 1 1 16,2 1 2-16,4 2-2 0,-6-6-2 0,5 5-7 15,1 1-2-15,-4-2-5 0,4 2-7 0,0 0 4 16,0 0-9-16,0 0-3 0,0 0-2 0,19 3 1 16,-12-1-5-16,0 1-3 0,-2 2-1 0,6 0 1 15,-2-1 3-15,1 4-5 0,1 1-3 0,1-3 2 16,-1 4-2-16,-1-2 2 0,4 4-1 0,3-1-4 15,-1 0 5-15,1-1-3 0,0 0 0 0,-3 0-2 16,-1-2 3-16,2 1 2 0,-3-1-4 0,1 0-10 0,0-3-11 16,-2 1-14-16,-2-1-12 0,3 0-19 0,-6-2-20 15,4-3-31-15,-6 2-12 0,4-1-24 0,-8-1-42 16,12-3-48-16,-7 3-58 0,0-3-65 0,-3 0-325 16,3-1-746-16,0-3 331 0</inkml:trace>
  <inkml:trace contextRef="#ctx0" brushRef="#br0" timeOffset="138388.51">8593 10931 164 0,'-6'-1'372'0,"6"1"-10"0,0 0-10 0,0 0-13 15,-4-4-12-15,4 4-24 0,0 0-14 0,0 0-21 16,0 0-29-16,0 0-21 0,8-5-12 0,-2 3-29 15,4 0-17-15,3 2-17 0,7-3-12 0,1 2-15 16,1 0-27-16,-1-2-36 0,1 3-36 0,1 0-29 16,3-1-44-16,-6 1-37 0,1-1-42 0,-4 1-56 15,-3 1-52-15,1-2-52 0,-7 1-255 0,-1 1-597 16,-1 2 264-16</inkml:trace>
  <inkml:trace contextRef="#ctx0" brushRef="#br0" timeOffset="138556.43">8715 11021 20 0,'-8'5'206'0,"2"-1"-7"0,0-1-11 0,0 1-5 16,2 1-2-16,0-2 1 0,3 0 0 0,1-3-1 0,1 6-6 15,2-2-18-15,2-2-16 0,7 0-12 0,2-1-16 16,6 2-11-16,1-2-20 0,12-2-57 0,2-1-67 16,0 1-76-16,5-2-70 0,2-3-162 0,11 1-379 15,3-2 167-15</inkml:trace>
  <inkml:trace contextRef="#ctx0" brushRef="#br0" timeOffset="139827.57">9953 10130 160 0,'-7'-7'222'0,"3"0"-1"0,0 2-13 16,-5 0-6-16,3-2-10 0,-2 2-10 0,1 1-10 15,-4-1-14-15,-1 3-14 0,2-1-8 0,-3 0-17 16,3 1-6-16,-1 0-10 0,-4 4-12 0,3 0-9 15,-4 1-9-15,2 0 1 0,-1 4-11 0,0 1-8 16,2-1-4-16,-2 2-1 0,-1 0-6 0,3-1-3 16,0 2 0-16,3-2-7 0,0 3-5 0,0-1-1 15,2-3 4-15,1 5-4 0,4-1 5 0,0 1-5 16,0-1 1-16,3 6 2 0,6-2-3 0,-2 2 0 16,6 1-5-16,3-3 3 0,-2 2-4 0,8 4 3 15,3 0-5-15,-2-2-6 0,5 0 1 0,-5 2 0 0,2-1-3 16,1 2-3-16,-1-1 4 0,-7-5-5 15,4 6 0-15,-5-6-1 0,0 2 4 0,-4-1-6 16,-2 1 6-16,1-1-8 0,-4 2-3 0,-4-2 2 0,-1-1 1 16,-1 1-1-16,-6-1 1 0,-4-1 0 0,0 1-2 15,-2-1 1-15,-8 3 5 0,2-5 0 0,1 2 0 16,-5-8-2-16,-3 6 2 0,3-7 5 0,-4 4 8 16,5-4 15-16,-6-1-3 0,5-4 18 0,2 1-6 15,3 0 10-15,0-1 11 0,4-2 11 0,3 1 20 16,3 0 4-16,1 0 2 0,7 0 3 0,-8-3-9 15,8 3-10-15,-3-5-9 0,3 5-4 0,0 0-15 16,11-5-3-16,0 5-7 0,2-1-1 0,1 0-7 16,1 0-1-16,4 2-7 0,0 0-2 0,-1 3-8 0,0-3 1 15,3 3-3-15,-4-1 0 0,3 4-6 16,-4-2-1-16,1 4-5 0,-2-1 1 0,-5-1-2 16,3 3 5-16,0-2-8 0,-5 3-5 0,5 1 8 15,-4-1-7-15,-1 0 5 0,-1 2-4 0,-3-1 0 0,5 2-4 16,0 2 1-16,-5-3-2 0,-3 0 6 15,2 1-2-15,-1-1 0 0,-1-1-3 0,-1 3-5 16,0-4 6-16,0 2 4 0,-1 0-1 0,-1-3 2 0,1 2 1 16,-1-2-3-16,2 0 0 0,-1-2 1 0,-2-2 0 15,3-1 0-15,0 1 1 0,-1-1 1 0,-2-1 9 16,3-1-9-16,0-3 6 0,0 5 7 0,0-5 7 16,0 0 1-16,0 6 2 0,0-6-1 0,0 0-8 15,0 0-28-15,0 0-59 0,11-12-79 0,-4 7-84 16,-3-5-96-16,10 1-99 0,-5-4-276 0,2 1-760 15,0 5 336-15</inkml:trace>
  <inkml:trace contextRef="#ctx0" brushRef="#br0" timeOffset="140412.54">10172 10002 45 0,'1'-10'266'0,"2"-1"-8"0,2 1-9 0,-5 3-6 15,0-1-8-15,0 1-15 0,-4 3-8 0,3-1-27 16,-2 1-19-16,3 4-20 0,-11-1-16 0,3 1-9 16,-4 3-7-16,-4 5 1 0,-3 2 3 0,-6 11-11 0,0 1-5 15,-3 4 1-15,4 1-5 0,-9 11-6 0,0 2-6 16,2 7-3-16,-2-1-2 0,3 4-2 0,3 0 2 16,3 0-5-16,-2 1 1 0,7-1-1 0,0 2 8 15,1-2 2-15,7 3-3 0,7-1 4 0,0 5-3 16,8-3 13-16,4 3-6 0,3-3 6 0,10 2-3 15,6 2 1-15,7-4 1 0,5-3-11 0,28 19-3 16,-21-26-7-16,13-6-3 0,26 17-7 0,-3-8-6 16,-26-19-6-16,32 10-3 0,-24-14-3 0,27 11-5 15,-25-17-12-15,-1 1-28 0,1-2-44 0,2-2-48 16,0-5-46-16,-1-3-64 0,-4-1-69 0,-20-3-107 16,13-9-376-16,-15 3-814 0,1-4 361 0</inkml:trace>
  <inkml:trace contextRef="#ctx0" brushRef="#br0" timeOffset="141684.12">11173 10473 247 0,'-4'-4'246'15,"4"4"-2"-15,0 0-7 0,0 0-11 0,0 0-13 16,0 0-5-16,0 0-12 0,0 0-15 0,0 0-12 16,0 0-12-16,0 0-14 0,0 0-9 0,0 0-18 15,0 0-8-15,0 0-16 0,0 0-11 0,0 0-2 16,0 0-14-16,0 0-9 0,0 0-2 0,0 0-8 15,0 0-5-15,0 0-2 0,0 0-2 0,0 0-4 16,5 14-7-16,-3-9-3 0,-1 2 5 0,2-1-11 16,-1 2 2-16,0-2-5 0,2 5 2 0,-1-2-1 15,0 2 1-15,0-1-6 0,3-1-1 0,-1 2-1 16,-2 0-1-16,5-2 0 0,-5 0-1 0,2 1 2 0,-1 0-3 16,-1-5 4-16,1 0-7 0,0 2 1 15,-1-2 2-15,1-1-3 0,-2-2 5 0,-1 3-1 0,-1-5 1 16,3 6 3-16,-1-5 6 0,-2-1 1 0,0 0 11 15,0 0-7-15,0 0 4 0,0 0 3 0,7-12 2 16,-6 9 13-16,-1-2 6 0,3-3-1 0,-2 1-9 16,2 2 9-16,-3-4 2 0,4 0-12 0,-1-1 0 15,1 1-6-15,-4-3 7 0,5 4-6 0,-2 0-10 16,1 1 8-16,-1 0-3 0,1 1 7 0,-1 1-15 16,-2 1-4-16,1 0-6 0,0 1-1 0,-2 3-5 15,7-3 6-15,-7 3-7 0,0 0 6 0,15 6-4 16,-8-2-7-16,-3 0 5 0,4 1-6 0,-1 4 0 15,-2-3 1-15,1 1 13 0,-1 2-8 0,5 1 1 16,-2-2-8-16,-1 1 2 0,-2 2-3 0,3-5-5 16,-4 0 5-16,2 1 5 0,-2-3-4 0,0-1 1 15,0 1-6-15,-1-1 9 0,0 1 4 0,-3-4 1 0,6 2-2 16,-6-2 8-16,0 0 0 0,0 0 8 0,10-8 16 16,-6 2 11-16,0 2 11 0,-1-1 0 15,0-4 13-15,3 3 6 0,0-6 0 0,-2 2 8 0,0 1 4 16,1 0 1-16,0-1 1 0,0 0-4 0,0 0-6 15,-1 3 1-15,0 1-14 0,1-2-6 0,-4 4-6 16,3-1-5-16,0 3-8 0,-1-3-5 0,1 3-7 16,-4 2-2-16,8-1-3 0,-8 1-1 0,8 2-9 15,-1 2-2-15,-2 0-10 0,2 1-14 0,0 4-19 16,1-1-23-16,0 0-27 0,-1 3-40 0,3-1-20 16,-2-1-33-16,1 1-15 0,-2 1-30 0,1 0-36 15,2 1-45-15,2-1-55 0,-4-4-334 0,0 3-745 16,3-2 330-16</inkml:trace>
  <inkml:trace contextRef="#ctx0" brushRef="#br0" timeOffset="141918.28">11801 10503 65 0,'0'0'298'0,"-1"-3"-25"0,1 3-23 0,0 0-25 0,0 0-22 15,0 0-21-15,0 0-18 0,0 0-13 0,0 0-14 16,7 14-13-16,-6-8-13 0,3 1-9 16,0 0-11-16,0 1-7 0,3 2-7 0,0-2-10 0,-1 1-5 15,3 0-14-15,-1 0-26 0,-1 1-38 0,4-2-44 16,-2-2-42-16,2-1-54 0,1-1-48 0,-5 0-163 16,4-1-397-16,-3-1 176 0</inkml:trace>
  <inkml:trace contextRef="#ctx0" brushRef="#br0" timeOffset="142252.81">12054 10496 119 0,'0'0'168'0,"0"0"0"0,0 0-11 16,0 0-4-16,0 0-6 0,-8 10-15 0,7-6-3 0,-2 2-16 16,3-1-9-16,0 2-9 0,-1 0-12 15,1 1 1-15,0-1-11 0,0 0-5 0,1 1-6 16,-1-2-5-16,3 2-3 0,-2-3-4 0,1 2-4 0,0-4 3 15,2 1-3-15,0-1 1 0,-1-2-3 0,-3-1-2 16,10 1 4-16,-10-1 2 0,9-4 2 0,-3 1-1 16,0-1-3-16,0-1 11 0,1-3 2 0,0 2 10 15,3-2 7-15,-4 0 14 0,-1 2 0 0,-1 0 20 16,3-1 12-16,-3 1-8 0,4 0 10 0,-5 0 5 16,2 1-7-16,-2 0-9 0,1 3-1 0,0-1-12 15,-1 0-11-15,-3 3-15 0,8-4-3 0,-8 4-7 16,0 0-9-16,10 5-10 0,-7-2-1 0,2 1-5 15,1 2 11-15,0-1-22 0,-2 3-12 0,4 0-18 16,1 1-23-16,-1 0-32 0,0-1-27 0,0 2-35 16,-2-4-46-16,3 1-60 0,-1-1-58 0,-2-2-68 15,-4-1-196-15,5 3-592 0,-2-2 261 0</inkml:trace>
  <inkml:trace contextRef="#ctx0" brushRef="#br0" timeOffset="142420.04">12007 10220 194 0,'-6'-1'166'0,"2"-2"-17"0,4 3-12 16,0 0-32-16,0 0-40 0,0 0-55 0,0 0-59 16,12 8-81-16,1 0-141 0,3 0 64 0</inkml:trace>
  <inkml:trace contextRef="#ctx0" brushRef="#br0" timeOffset="142737.81">12854 9961 157 0,'5'-11'332'16,"-2"7"-28"-16,1-2-28 0,-2 4-34 0,-2 2-27 16,0 0-20-16,0 0-8 0,-19 10-17 15,6 3 3-15,-4 7-6 0,-1 3-7 0,-1 1-1 16,0 4-8-16,3-1-10 0,-2 4-4 0,3 4-6 0,0-1-5 16,3 1-5-16,2 1-4 0,-1 1-11 0,7-1-2 15,3-1-13-15,2 1-1 0,6-2-7 16,1-2-12-16,4-1-6 0,9-2-9 0,-2-2-3 0,5-2-4 15,5-3-17-15,2-3-27 0,2-2-45 0,0-1-48 16,-1-6-55-16,-2-1-71 0,3-4-83 0,-10-3-317 16,1-2-666-16,-3-1 295 0</inkml:trace>
  <inkml:trace contextRef="#ctx0" brushRef="#br0" timeOffset="142971.57">13051 10281 388 0,'-4'-2'411'0,"4"2"14"15,-5-5-7-15,4 2-17 0,-1 0-28 0,2 3-22 16,7-9-31-16,-2 4-29 0,5-2-29 0,6 1-26 0,3-4-22 16,3 1-25-16,8-1-17 0,2 0-18 0,3 1-21 15,3 0-38-15,-3 2-41 0,2 0-45 0,-1 0-54 16,-2 3-51-16,-1 0-39 0,-7 3-51 0,2 2-58 15,-7 1-69-15,1-1-58 0,-9 1-214 0,-2 3-633 16,-1 1 280-16</inkml:trace>
  <inkml:trace contextRef="#ctx0" brushRef="#br0" timeOffset="143158.26">13307 10336 26 0,'-12'2'290'16,"2"0"-3"-16,-1-1-4 0,4 1 5 0,2-1-1 15,-2 1-2-15,7-2 13 0,-8 2-8 0,8-2-4 16,0 0-30-16,0 0-25 0,0 0-22 0,0 0-20 0,27-10-22 16,-13 9-20-16,6-1-23 0,6 0-38 15,7 2-38-15,-5 0-40 0,4-1-34 0,0 2-41 16,-2 1-44-16,2-1-68 0,-4 3-66 0,2-3-64 0,-7 0-216 16,-2 1-569-16,-2 0 252 0</inkml:trace>
  <inkml:trace contextRef="#ctx0" brushRef="#br0" timeOffset="143439.29">13261 10090 151 0,'-4'-3'365'0,"1"1"-6"0,3 2-6 16,-3-8-5-16,3 8-19 0,0 0-24 0,2-5-13 15,-2 5-52-15,0 0-27 0,0 0-15 0,0 0-28 16,0 0-15-16,8 18-14 0,-6-8-21 0,2 2-9 0,2 2-8 16,1 2-10-16,0 4-12 0,-1-1-6 15,5 5-7-15,-7-4-5 0,7 8 10 0,3-3-31 16,-7-6-28-16,2 2-28 0,-1-2-32 0,2-2-25 16,-3 0-28-16,2-1-33 0,-4-5-50 0,1 1-60 0,2-4-46 15,-5-1-277-15,3-1-612 0,0-1 271 0</inkml:trace>
  <inkml:trace contextRef="#ctx0" brushRef="#br0" timeOffset="143657.74">13446 10077 312 0,'0'-5'338'0,"-2"0"-22"0,2 5-22 15,0-5-27-15,0 5-27 0,-4-4-28 0,4 4-5 16,0 0-25-16,-4 12-11 0,3-6-10 0,0 0-8 15,-1 7-16-15,4 1-8 0,-1 4-6 0,2 1-18 16,-1 0-3-16,8 7-9 0,-5 0-7 0,5 0-11 16,-2 0-15-16,3-1-17 0,-2 0-34 0,1-6-39 15,3-1-42-15,1 5-58 0,0-6-72 0,-1-3-77 16,2-3-238-16,3 2-561 0,0-1 248 0</inkml:trace>
  <inkml:trace contextRef="#ctx0" brushRef="#br0" timeOffset="144008.59">13870 10113 114 0,'-4'-2'276'0,"4"2"-18"0,-12 3-9 16,6 0-16-16,2-1-15 0,-2 5-13 0,0-3-16 15,2 3-12-15,1 0-15 0,-2 1-8 0,3 3-7 16,-2-1-18-16,4 0-7 0,0-2-10 0,2 2-9 15,2 1-8-15,1-3-11 0,-1 1-14 0,3-1 3 16,1-2-11-16,-2 1-3 0,2-3 1 0,-3-2-15 16,2 1-3-16,1-2-6 0,-1 2-4 0,1-5-10 15,-2 0-3-15,-1-2-12 0,2-1-6 0,-3-2-4 16,0-1-7-16,-4-3 6 0,0 3-2 0,0-3-2 16,-3 0 2-16,-1-1 3 0,1 3 1 0,-5-1-1 15,2-1-1-15,-3 3 4 0,1-2-3 0,0 2 1 0,1 0-1 16,2 3 2-16,-3 1-4 0,3 0 3 15,-1-1-10-15,0 3-23 0,5-3-17 0,1 5-20 16,-4-3-9-16,4 3-19 0,0 0-27 0,4-5-27 0,3 3-23 16,6 1-20-16,-2-1-11 0,7-2-16 0,0-2-119 15,-1-2-369-15,6-1 164 0</inkml:trace>
  <inkml:trace contextRef="#ctx0" brushRef="#br0" timeOffset="144209.68">14146 9934 45 0,'3'-4'198'16,"-2"-3"9"-16,-1 4-1 0,0-1-1 0,0 4-12 15,-4-6-16-15,4 6-9 0,-9 2-10 0,9-2-6 16,-19 8-4-16,9-1-4 0,-1 5-7 0,0 5-2 16,-1-1-6-16,2 4-9 0,0 4-7 0,0 2-12 15,6 2-10-15,-1 0-1 0,3 2-9 0,4 0-5 16,-2 2-5-16,5-2-11 0,-1 1 0 0,3 1-6 16,2-2-7-16,4 1-4 0,-6-3-3 0,2 0-21 15,-4-9-24-15,2 0-28 0,-1-1-49 0,-2-5-46 0,0 0-54 16,-3-7-69-16,1 1-214 0,2-1-503 15,-4-4 222-15</inkml:trace>
  <inkml:trace contextRef="#ctx0" brushRef="#br0" timeOffset="144376.59">14006 10258 206 0,'8'-2'215'0,"3"-1"-20"16,1 1-15-16,1 0-12 0,4 0-19 0,2 2-11 15,-1-1-11-15,4 1-17 0,-2 0-10 0,2 1-8 16,0-1-18-16,-5 3-41 0,5-2-61 0,-3-2-65 16,-1 1-185-16,2-1-301 0,-9 2 133 0</inkml:trace>
  <inkml:trace contextRef="#ctx0" brushRef="#br0" timeOffset="144761.75">14569 10096 150 0,'0'0'280'0,"-11"4"-16"0,2-3-15 16,-1 1-14-16,2 3-14 0,0-2-17 0,0 3-12 16,0 0-11-16,2 1-16 0,-2 2-13 15,1-4-10-15,3 1-9 0,4 4-12 0,-1 1-6 0,-3-2-7 16,4 1-14-16,4-2-1 0,-1-1-6 0,1 2-11 15,5 0-8-15,1-2-3 0,-1-2-11 16,2 1-6-16,1-1 3 0,3-1 3 0,-4-3-14 0,4 1-9 16,-3-1 2-16,-1-4-6 0,4 1 7 0,-4-2-11 15,-1-3-5-15,-1 0-9 0,-2-2 5 0,-2 0-15 16,-1-3-6-16,2 4 2 0,-5-4-7 0,1 1 6 16,-2 0 13-16,-2-1-18 0,0 2 6 0,-1 3 0 15,-1 0 0-15,-2 0-1 0,3 0 0 0,-2 1-6 16,-3 2-6-16,3 1-16 0,0 0-13 0,0 0-18 15,-2 3-8-15,7 0-7 0,0 0-10 0,-8 5-14 16,8-5-20-16,5 8-23 0,1-3-11 0,3 1-21 16,2 2-18-16,8-2-2 0,0 5-5 0,0-4-136 0,3 1-368 15,5 0 163-15</inkml:trace>
  <inkml:trace contextRef="#ctx0" brushRef="#br0" timeOffset="145147.1">14905 10190 287 0,'14'1'8'0,"-1"-2"29"0,-2 2 31 0,-1-3 34 15,-4 0 12-15,1-1 14 0,-3 1 0 0,-1-3 4 16,-3 5 5-16,-1-7 2 0,-1 2 5 0,0 2 0 15,-4-1 7-15,-1 0 3 0,-3-1-7 0,0 1-5 16,-2 1-8-16,-2 3-10 0,2 2-5 0,-3-1-8 16,1 0-9-16,-2 2-16 0,1 2-4 0,4 0-10 15,-2-1-6-15,0 4 4 0,1-2-14 0,4 3-3 16,-2-1-8-16,4-1-3 0,-1 3-3 0,3-2-1 16,1-2-1-16,3 2-4 0,-3-1-2 0,6-1-4 15,-3 1 0-15,4-2-1 0,3 0-1 0,-3 1-4 16,5-4 2-16,-2 0-7 0,6-1 0 0,-3-1-1 15,4-1-5-15,-2-1 4 0,1-1 4 0,-1-4-15 16,1 1-7-16,1-6-5 0,1 1-10 0,-1-1-17 16,-1-2-7-16,-1-2-13 0,-1-1-7 0,0 1-1 15,-5-6 4-15,2-4 4 0,-3 8 8 0,-5-1 5 0,4-1 5 16,-5 2 8-16,-2 0 16 0,-1 2 15 0,1 3 8 16,-1 2 6-16,2 2 9 0,-3-4-2 15,-1 5-4-15,0 0 1 0,2 3-3 0,0 2-3 0,-3-2 1 16,0 3-3-16,1 2 0 0,6 0-1 0,-14 7-2 15,10-1-1-15,-2 3-1 0,4 2 2 0,-5 4-5 16,7 3 1-16,0-2-4 0,3 1-2 0,3 1-8 16,3 0-12-16,-1-1-14 0,3-1-13 0,0 2-24 15,1-3-33-15,10 5-29 0,1-2-22 0,-7-5-32 16,11-1-29-16,-5-3-179 0,1-1-431 0,-2 0 191 16</inkml:trace>
  <inkml:trace contextRef="#ctx0" brushRef="#br0" timeOffset="145547.73">15313 10152 146 0,'-7'-5'203'0,"0"2"-3"16,-2-1-5-16,-2-1-1 0,-3 2-2 0,1 1 2 15,-1 0-1-15,-6 2-3 0,1 0-14 0,0 2-10 0,0 0-16 16,1 3-11-16,1 0-11 0,4 0-10 0,-4 3-13 16,4 0-8-16,3-3-10 0,0 4-7 0,3-2-3 15,0 3-6-15,3-2-7 0,-1 2-2 0,1-3-6 16,4 4-4-16,4-3-1 0,1 1-11 0,-1 0 1 15,7-1-3-15,-3-3-6 0,7 2 8 0,-4-4-13 16,4 2-5-16,-3-2-5 0,5-3-2 0,-4 0-7 16,2-4-5-16,0-1 2 0,4 0-17 0,-2-4-4 15,0-1-7-15,1-2-8 0,-3 0-19 0,1-2-4 16,-1-4-9-16,-4 1-3 0,7-7 1 0,-5-2 4 16,-2 1 4-16,-1-4 8 0,-3 4 5 0,-5 4 10 15,1-7 13-15,-3 2 22 0,1 5 13 0,-1 0 13 16,-4 4 17-16,2 1 2 0,-4-1 5 0,3 5 4 15,-1 0-7-15,-1 1 0 0,1 4-5 0,0 1-6 16,-2 0-7-16,-2 2-2 0,3 3-1 0,-5 1-6 16,10 0-2-16,-14 7-1 0,5 0-5 0,0 3-2 15,3 1-6-15,1 6-5 0,-1-1-10 0,-2 3-12 0,4 1-16 16,4 6-13-16,-3 1-22 0,3-6-22 0,7 5-32 16,-2-6-38-16,5 0-57 0,-2-3-43 15,8 1-160-15,2 2-459 0,0-4 203 0</inkml:trace>
  <inkml:trace contextRef="#ctx0" brushRef="#br0" timeOffset="146032.62">15868 10054 111 0,'2'-8'316'0,"-2"3"-12"0,-2-2-15 15,-1 0-14-15,-1 2-8 0,-3-1-14 0,2 1-23 16,-4-2-19-16,-1 2-8 0,-1 1-26 0,0 3-9 15,-1 1-24-15,1 1-14 0,-1 3-12 0,1 0-9 16,0 1-8-16,0 3-21 0,2-2-1 0,-2 3-4 16,4 0-6-16,0 3-8 0,0 0-2 0,2-1-4 15,1 1-11-15,1 0 5 0,5 1-11 0,-1-1 1 0,3-1-5 16,1 1-3-16,-1-1-14 0,6-2 8 16,-3 0 13-16,5-3-20 0,2 2-1 0,-1-4-4 15,2 1 0-15,0-3-6 0,0-2-6 0,0 0 3 0,3-1 6 16,-3-1-1-16,4-2 0 0,-6-3-8 0,5 2 2 15,-2-1 1-15,2-3-4 0,-6 2 1 0,-1 1 0 16,1-4 5-16,-3 5 1 0,-3-4 9 0,3 3 10 16,-4 0 15-16,-4 1 3 0,3 1 6 0,0 3 0 15,-2-4-5-15,1 2-6 0,-3 3-8 0,2-4-4 16,-2 4-8-16,0 0-1 0,0 0-6 0,0 0 3 16,0 0 12-16,2 13-15 0,-5-9-7 0,3 2-7 15,0 2 2-15,0-1-2 0,1 0-4 0,1 1 4 16,-1-2-11-16,0 2 1 0,5 1-4 0,-1-3-12 15,-1 0-12-15,2 0-5 0,2-1-12 0,2-1-12 16,2-1-14-16,-3 0-7 0,3-3-10 0,2 1-11 16,-4-3-15-16,5-2-12 0,-4 0-20 0,6-2-16 15,1-1-21-15,-2-1-14 0,1-4-8 0,-1-1-14 16,-1 2-4-16,1-4-173 0,-2 0-440 0,3-9 196 16</inkml:trace>
  <inkml:trace contextRef="#ctx0" brushRef="#br0" timeOffset="146668.34">16328 9954 519 0,'-2'-19'-14'0,"0"1"15"0,0 0 23 16,-2 1 6-16,-1 2 21 0,2 3 14 0,-4 0 19 15,1 0 8-15,1 3 4 0,1 1-7 0,0 2-21 16,0 1 4-16,-2 3-5 0,0-1-2 0,6 3-3 16,-11 3-6-16,4-1 1 0,3 2-4 0,-2 3-1 15,0 3 2-15,2 1-6 0,1 1-2 0,-1 1 3 16,3 3-4-16,-1-3-1 0,-2 5-6 0,4 0-3 16,0 3-6-16,0-3 2 0,0 2-1 0,1-2-4 15,2 0 0-15,-3 0-5 0,2-5 0 0,-1 0-2 16,2-1-5-16,-2-1 0 0,2 0-6 0,-2-3 1 15,-1-2-1-15,0-1 9 0,3 1-7 0,-3-1 4 16,3-2-1-16,-2 1 0 0,-1-4-1 0,4 4-1 16,-4-4 3-16,0 0 0 0,0 0 3 0,0 0 9 15,15-7 2-15,-12 5-6 0,0 0-2 0,-1 0 0 0,4-1-2 16,-6 3-2-16,9-4-3 0,-1 2-1 0,-2 1-1 16,2 1-1-16,0 0 0 0,-1 1-2 15,1 0-5-15,-1 0 0 0,6 3 1 0,-3 0 0 0,1-1 0 16,0-1 1-16,1 6-1 0,-1-4 1 0,1 1-3 15,-1 0 1-15,1 0 1 0,-1 0-5 0,0 1 3 16,3-4 2-16,-2 2-2 0,0-2 1 0,-1 0-3 16,1-1 3-16,-1-2 0 0,-3-1-2 0,3 1 6 15,0-1-6-15,-1-2 0 0,-2-2 0 0,1 3-1 16,-2-4 2-16,0 1 2 0,0 1 0 0,-3-2 5 16,1 0 5-16,-4 1 4 0,2 0-1 0,-3 0 5 15,0 2 1-15,0-3-4 0,-3 2-4 0,2 2 1 16,-4 0-3-16,-1-1-3 0,6 4 0 0,-11-1-1 15,6 1-2-15,-3 0-1 0,8 0 1 0,-17 5-4 16,11-1 2-16,-1 1 1 0,0 1-3 0,3-2 3 16,0 3 0-16,1 0 0 0,-2 1 1 0,3 2-1 15,1-5 0-15,1 1 3 0,1 0-4 0,1 0 0 0,-1 1 1 16,6-2-2-16,-2-1 1 0,1-1-1 16,2 1-2-16,-1-2 5 0,2-1-4 0,2-1 1 15,-3 0-1-15,5-1-5 0,0 1 3 0,-3-5 2 16,-1 3 0-16,1-2 1 0,-1 2 4 0,2-2 12 0,0 0 6 15,0 0 9-15,-2-1 16 0,-2 1 7 0,1-1 4 16,-2 4 3-16,-1-1 0 0,-1 0-4 16,2-1-6-16,-2 2-8 0,1-1-5 0,-5 2-7 0,6-2-2 15,-6 2-3-15,0 0-4 0,7 4-17 0,-7-4-22 16,4 4-22-16,-4-4-30 0,1 5-33 0,-1-1-45 16,0-4-34-16,0 5-52 0,0-5-260 0,0 0-530 15,-4 6 234-15</inkml:trace>
  <inkml:trace contextRef="#ctx0" brushRef="#br0" timeOffset="146852.31">15917 9665 136 0,'-18'-6'199'0,"3"-1"-13"15,-1 3-30-15,4 0-51 0,2 2-51 0,2 1-56 16,4-2-50-16,4 3-79 0,0 0-141 0,0 0 62 16</inkml:trace>
  <inkml:trace contextRef="#ctx0" brushRef="#br0" timeOffset="147303.91">16966 10100 183 0,'0'5'310'0,"0"-5"-7"16,1 4-13-16,-1-4-9 0,0 7-3 0,0-5-22 15,0 3-15-15,0-5-12 0,3 7-13 0,-2-3-18 16,3 1-19-16,-4-2-12 0,3 4-17 0,1-1-9 16,1 1-13-16,-2-1-16 0,1 1-10 0,-1-1-7 15,0 0-15-15,1 5-2 0,-3-4-10 0,3 1-19 16,-4 1-27-16,2-1-33 0,-4 2-31 0,2-3-38 16,-5 4-41-16,-1 0-45 0,-2-2-62 0,-1 2-66 15,-1-4-242-15,3 3-581 0,-1 2 258 0</inkml:trace>
  <inkml:trace contextRef="#ctx0" brushRef="#br0" timeOffset="147956.22">17485 9824 171 0,'0'-7'365'15,"0"1"-12"-15,2 1-12 0,-2-2-10 16,2-1-17-16,1 5-8 0,3-2-18 0,-1-2-29 0,4 2-20 16,-2 2-20-16,3-3-21 0,3 2-21 0,-2 3-15 15,3-1-19-15,2 2-11 0,-3 0-14 0,1 1-11 16,0 0-8-16,1 3-18 0,-3 1-6 0,0-1-12 15,-2 1-4-15,0 3-8 0,-4-2-6 0,4 4-8 16,-8-5-4-16,3 2-3 0,-4-1-4 0,-1 2-6 16,0-2-1-16,-3 2-5 0,-4 0 1 0,2-2-4 15,-2-1-2-15,-1 5 4 0,1-4-3 0,-2-1-2 16,2 0-2-16,3-2-4 0,-2 0 4 0,2 0-4 16,-1 1 2-16,-2-1 1 0,6 0 3 0,-2-1-7 15,3-2 1-15,-1 4 0 0,1-4-2 0,4 8 4 16,2-4 2-16,1 0-3 0,2 1-3 0,0 3 4 15,2 0-2-15,-3-1-3 0,6 2 5 0,-1 1-8 0,-2 2 2 16,3 1 4-16,-6-6 2 0,0 4-7 0,0-4 0 16,-1 2 4-16,-3 1-5 0,2 0-2 0,-4-4 4 15,0 1-4-15,-2-1 6 0,0 0 4 0,-2 0-5 16,0 2 15-16,-3-4-13 0,0 1 1 0,-3 2-2 16,0-4 3-16,-2 2-4 0,-2-1-10 0,1 0-21 15,0-2-35-15,-1 0-30 0,-2 0-34 0,1 0-28 16,3-1-39-16,-4 0-43 0,4 1-47 0,2-2-56 15,-1-2-228-15,9 2-620 0,-5 3 274 0</inkml:trace>
  <inkml:trace contextRef="#ctx0" brushRef="#br0" timeOffset="148290.64">17873 9589 166 0,'0'0'350'16,"0"0"-30"-16,0 0-26 0,0 0-10 0,0 0-3 16,-3 7-11-16,3-7 11 0,11 9-5 0,-4-4-5 15,2 3-10-15,1 0-12 0,6 4-9 0,-2-1-23 16,2 4-16-16,3-1-17 0,3 3-21 0,-6-4-17 15,5 6-11-15,-1-1-19 0,-1 3-7 0,-5-4-11 16,3 6-10-16,-3 0-12 0,-3-4-8 0,-3 0-8 16,2 8-3-16,-6-1-5 0,-3 3-16 0,-2 1-13 15,-3-1-22-15,-6 3-30 0,-5-1-39 0,4 1-36 16,-8 0-31-16,-3 1-40 0,-8 5-36 0,3-7-48 0,-8 6-60 16,8-10-69-16,-1-3-227 0,-3 0-665 15,1-4 295-15</inkml:trace>
  <inkml:trace contextRef="#ctx0" brushRef="#br0" timeOffset="148992.65">18624 10106 116 0,'0'0'303'0,"-8"-3"-31"16,8 3-23-16,0 0-21 0,0 0-10 0,-3 6-13 15,3-6-14-15,3 7-19 0,0 0-17 0,-1-2-19 16,2-1-9-16,-1 4-13 0,2-2-9 0,-1 3-12 15,2-1-9-15,-2 1-9 0,1 1-6 0,-5-2-26 16,4 1-28-16,-6-2-35 0,0 3-41 0,-4-2-54 16,1 0-66-16,-3 0-252 0,-3-1-467 0,-1 1 207 0</inkml:trace>
  <inkml:trace contextRef="#ctx0" brushRef="#br0" timeOffset="149745.84">19332 9763 80 0,'-3'-9'272'0,"-2"-1"-19"15,1 2-22-15,-1 1-16 0,-2 0-14 0,-4 1-23 16,-1 2-11-16,1 1-17 0,-3 2-14 0,-1 2-14 15,-4 2-13-15,1 1-3 0,1 4-9 0,-1-1-13 16,1 4-3-16,3 1-1 0,0 0-10 0,2 1-2 16,0 2-3-16,4 2-3 0,2 1-4 0,5-2-1 15,-1 2-6-15,4-5-2 0,3 0-2 0,2 3-2 16,5 2-3-16,2-3-3 0,2 0 0 0,2 0-10 16,1-4-4-16,5 2-1 0,-4-7-5 0,1-1 1 0,-3 0-6 15,1-4 2-15,1-1-3 0,-2-1-2 0,-3-2-2 16,-1 1-4-16,-1-4-1 0,2-2-1 15,0-1 3-15,-5-2-4 0,-1 5 10 0,-3-4-10 16,3 2 4-16,-5 1 5 0,0-1 11 0,0 0 21 0,-1 3 2 16,0-2 10-16,2 2-3 0,-5 3-8 0,1-2-1 15,-1 4-2-15,6-5-5 0,-6 5-10 0,0 0-2 16,0 0-1-16,0 0 0 0,0 0-4 0,-11 10-3 16,7-4-2-16,4 0 1 0,0 1 2 0,0 1 0 15,0 2 5-15,4 5-5 0,1-3-3 0,0 1 2 16,0-1 0-16,1-2-4 0,3-4 1 0,2 2-1 15,-3 0-5-15,5-4 5 0,-1 3-4 0,-1-3 3 16,1 0 2-16,-1-2-7 0,1-2 2 0,0-1-1 16,-1-2-1-16,0 0 3 0,1-2-8 0,-4-2 8 15,-1 0-3-15,5-6-1 0,-5 3-1 0,3-2-2 16,-5-1 6-16,2 2-1 0,-3-1 1 0,-3 2 1 16,2-1-4-16,-2 0 1 0,2 1-5 0,-3 3 5 15,0 1-5-15,2-2 2 0,-2 3-4 0,0 0 1 0,2 2-10 16,-2 3-5-16,0 0-13 0,0 0-16 15,0 0-13-15,0 0-10 0,0 0-20 0,0 0-14 16,-11 11-20-16,11-3-24 0,-1-1-20 0,1 1-28 0,0 1-43 16,1 0-40-16,2 1-192 0,1 1-506 0,-2 0 224 15</inkml:trace>
  <inkml:trace contextRef="#ctx0" brushRef="#br0" timeOffset="150280.67">19784 9905 150 0,'4'-6'259'0,"-1"0"7"0,-2-1 3 0,0 2 3 16,3-1-4-16,-1 2-15 0,-1-1-19 0,0 0-10 15,0 2-22-15,0 0-17 0,4 0-21 0,-5 0-10 16,-1 3-19-16,8-1-14 0,-8 1-14 0,13 2-10 16,-8 3-12-16,4 1-7 0,0-1-6 0,-1 3-4 15,0 2-11-15,1-1-10 0,0 0 4 0,0-1 3 0,-2 5-18 16,4 3 7-16,-4-5-13 0,1 2-3 15,-4-4-17-15,5 4-8 0,-3-4-2 0,-5-1 0 16,3-2-9-16,2 1 1 0,-5-1-4 0,1-2 2 0,0 0-2 16,-2 0 6-16,0-4-4 0,0 0 4 0,0 0 13 15,0 0-13-15,0 0 7 0,0 0 14 0,-11-11 5 16,10 7 7-16,-2-1 2 0,2 0 8 0,1-5 7 16,0 1 2-16,0 4-1 0,1-3 3 0,2 1-7 15,-2 1-6-15,4-3-2 0,-1 4-7 0,2 0-6 16,2-3 8-16,-1 5-7 0,4 0-3 0,-3 1-4 15,2 1 1-15,2 1-4 0,-1 1-2 0,-2 1 0 16,3 1 1-16,1 2-7 0,-1 1 1 0,-1 0 3 16,-1 1 0-16,-1-1-3 0,2-1 2 0,-6 1-1 15,4-1-7-15,-4-2 2 0,-1 1 4 0,4-1-3 16,-5 1 5-16,1-3 0 0,-4-1 2 0,4 3 23 16,-4-3-16-16,0 0 12 0,7-8-10 0,-6 4 0 15,1 0 3-15,-1-3-8 0,-1 2 6 0,0-2-3 0,3-2-1 16,-2 2 0-16,3-3 7 0,-1 2-9 15,1-3 0-15,-1 2 10 0,2 0-8 0,2-1-2 16,2 0-20-16,0 0-24 0,0 1-27 0,6-3-11 16,-4 4-32-16,1 2-10 0,3 2-18 0,-5-1-33 0,3 2-41 15,-2 3-40-15,3 0-40 0,-1 2-37 0,-2 0-209 16,1 2-572-16,-2-1 254 0</inkml:trace>
  <inkml:trace contextRef="#ctx0" brushRef="#br0" timeOffset="151117.34">20480 9900 39 0,'2'-2'203'16,"-1"-2"8"-16,-1-1 11 0,0 5 15 0,4-7 6 15,-7 3 3-15,3 0-1 0,0 4 9 0,-2-9 0 16,0 4-15-16,-2 1-7 0,1-2-14 0,-1 1-25 16,-2 2-22-16,0-1-19 0,-1 0-15 0,-2 1-9 15,-3 1-10-15,-1 0-13 0,-1 2-14 0,0 2-11 16,-1 0-9-16,-6 1-4 0,4 3-3 0,6-1 1 15,-4 2-14-15,3 1-3 0,1-1-9 0,0 1-8 16,3 2 0-16,2-1 0 0,3 1-10 0,2 1 2 16,5 1 0-16,-1-3 0 0,4 4-6 0,8 1 0 0,0-3 2 15,4 0-8-15,1-2 0 0,6 2-1 0,-1-5-8 16,-4-1-2-16,2-3 4 0,-1 0-2 0,8-2-2 16,-8 0 0-16,-2-4 3 0,-1 0-2 0,-1-1-1 15,-2-3-7-15,-1 4 12 0,-5-2-10 0,-2-1 1 16,3-1 0-16,-6 3-2 0,2 2 9 0,-3-2 7 15,0-2 0-15,0 3 1 0,-1 3-11 0,-2-3 7 16,-1 4-1-16,0 0-3 0,-8-6-5 0,8 6 10 16,-4-1-7-16,4 1 4 0,0 0-8 0,0 0-2 15,-15 6 0-15,11-4 4 0,-4 1-4 0,5 1 0 16,-1 2-6-16,3 1 0 0,-3 1 3 0,2-1-5 16,4-1-4-16,-1 0 2 0,-1 0-1 0,0-1 2 15,7-1 11-15,-3 3-9 0,4-5 0 0,-3 2-4 16,5 0-1-16,2-2-5 0,-1 0 3 0,0-2-1 15,3 4-9-15,-2-4-5 0,-1-2 8 0,2 0-1 16,1-1 5-16,2-1 1 0,-5 0 5 0,3 1-3 16,-1-4 5-16,2-3 4 0,-1 4-1 0,-2-2 1 0,-1 1 9 15,0-1-5-15,-6 2 0 0,6 0 7 0,-7 1 11 16,3 2 12-16,-3-1 4 0,0-1 6 0,-1 3-3 16,1-2 0-16,-4 4-5 0,5-4-12 0,-5 4 4 15,5-3-8-15,-5 3-4 0,0 0-1 0,0 0 7 16,0 0-4-16,1 11 2 0,-1-11-6 0,1 8-7 15,-1-1 12-15,3 2 1 0,1 0-4 0,2 2 0 16,-1-4-5-16,3 2 19 0,0 1-17 0,3-1-3 16,1-1-3-16,-1 0-4 0,7-2-3 0,1-1-15 15,0 0-12-15,4-3-11 0,-4-1-17 0,4-1-9 16,-1-5-13-16,0 0-13 0,0-1-11 0,4-4-16 16,3-3-16-16,-3-1-18 0,1-1-15 0,-11 0-5 15,9-4 4-15,-10 4 1 0,3-7 14 0,-1-1 15 16,-1-2 12-16,-2-1 11 0,-7-2 21 0,2 1 11 15,-5-3 13-15,0-3 20 0,-3 1 34 0,-1 0 38 16,-1-1 32-16,-2 2 26 0,-2 0 22 0,-1 5 18 16,-2-1 14-16,1 7 5 0,0 0 11 0,3 9 1 0,-1-2 1 15,-1 1-11-15,2 2-8 0,-4 2-20 0,4 3-8 16,1 4 5-16,3 1-28 0,0 0-2 16,-15 9-12-16,14 0 9 0,-3 2-16 0,3 6-3 0,1 3-10 15,0 7 1-15,2-5-6 0,1 6-1 0,1 0-5 16,0 2-1-16,3-1-4 0,0-2-2 0,2 2-8 15,-1-3-14-15,1 0-25 0,0-1-26 0,1 4-33 16,-4-11-44-16,1-2-53 0,-1 2-63 0,3-8-58 16,-8 1-216-16,5-3-562 0,-3 0 249 0</inkml:trace>
  <inkml:trace contextRef="#ctx0" brushRef="#br0" timeOffset="151301.34">21197 9683 226 0,'-4'-4'366'16,"-1"-1"-1"-16,2 1-5 0,1 1-24 0,2 3-23 16,-1-6-37-16,1 6-23 0,6-6-24 0,-1 3-29 15,1 0-24-15,4 3-10 0,3 0-34 0,1 0-43 0,0 0-43 16,6 4-46-16,1-1-53 0,-3 1-66 16,2 0-61-16,-1-1-72 0,1 2-237 0,-2 1-528 15,3 0 233-15</inkml:trace>
  <inkml:trace contextRef="#ctx0" brushRef="#br0" timeOffset="152154.34">22111 9629 131 0,'1'-14'329'0,"-1"-3"-12"0,0 3-11 0,-1 1-17 16,-3 1-20-16,1-1-24 0,0 3-24 0,-2-1-22 15,-2 1-22-15,2 2-22 0,-5 2-11 0,1 1-25 16,-2 3-7-16,3 1-13 0,-6 2-10 0,1 2-6 16,-5 4-12-16,3 1-9 0,-3 5-6 0,7 0 1 15,-2 1-13-15,2 3 3 0,3 3-5 0,2-2-6 16,2 3-5-16,-1-1 4 0,6-2 14 0,3 0-27 15,-3-1-2-15,6 0 0 0,-1 1 3 0,2-4-4 16,4 4-1-16,-1-3-6 0,2-4 1 0,4 3 0 0,-1-2-1 16,-1-5-1-16,3 3-6 0,-2-4 0 15,-1-2 0-15,2-1 1 0,2 0-6 0,-4-1 2 16,2-2-1-16,-2-2-1 0,0 1-4 0,-1-2 0 16,-1-1-1-16,-2 1 8 0,0-1-2 0,1 0-1 0,-5 0 5 15,0-1 4-15,-1 1 2 0,0 0 2 16,-2 1 9-16,0-2 11 0,-1 4 7 0,1-3-10 15,-4 4 3-15,3-3-11 0,-3 3 3 0,0 0-9 0,6-3-1 16,-6 3-1-16,1-4-4 0,-1 4 2 0,0 0-11 16,0 0 20-16,0 0-15 0,5-3-2 0,-5 3 0 15,0 0 0-15,0 0-1 0,0 0-9 0,0 0 10 16,0 0 0-16,0 0-4 0,0 0 0 0,0 0 10 16,0 0-12-16,0 0 11 0,0 0-7 0,0 0-5 15,0 0-1-15,0 0 14 0,0 0-9 0,0 0 1 16,0 0-1-16,0 0 6 0,0 0-9 0,0 0 2 15,0 0 3-15,0 0-3 0,0 0 0 0,0 0-3 16,0 0 1-16,0 0 1 0,0 0-7 0,0 0-1 16,0 0-4-16,0 0-13 0,0 0-3 0,0 0-12 15,0 0-11-15,0 0-18 0,0 0-27 0,0 0-31 16,0 0-41-16,0 0-53 0,0 0-52 0,0 0-270 16,0 0-587-16,0 0 260 0</inkml:trace>
  <inkml:trace contextRef="#ctx0" brushRef="#br0" timeOffset="153508.1">22131 9173 106 0,'-2'-7'302'0,"2"-1"-2"16,0 1-10-16,-3 0-22 0,2 0-14 15,-1-2-21-15,0 4-14 0,-2-5-21 0,-1 6-17 16,-1-2-18-16,-1-1-14 0,-1 3-22 0,1 1-10 0,-4 3-12 16,-4 0-12-16,4 1-16 0,-4 3 1 0,0 4-12 15,0-2-6-15,0 4-11 0,-1 0 2 0,4 5-9 16,1 0 0-16,-3 0-6 0,5 3 7 0,0 0-12 16,0 1-3-16,2 2-2 0,3-2-1 0,0-1-4 15,1 1-5-15,1 0 0 0,0-1 0 0,2 0 0 16,3-2-5-16,-2 2 1 0,3-1 0 0,-1 1-3 15,5-1 1-15,-6-4-1 0,2-2 0 0,2 3-6 16,3 1 3-16,-4-4-2 0,2 1 0 0,-3-1 1 16,4 1 4-16,-4-3-5 0,0 2 1 0,5 0 1 15,-4-3-2-15,0 2 2 0,1 1-2 0,-2-3-4 16,0 4 4-16,-3-4-3 0,4 3 2 0,-4 1-2 16,0-2-1-16,1 1 2 0,-4 0-1 0,0-2-5 15,-3 1 4-15,1 1 3 0,-1-4-6 0,-4 2 5 0,0 0-2 16,-2-3-2-16,-5 3-1 0,-5 0 5 15,5-5 2-15,-5 3-4 0,1-2-8 0,-1-3 11 16,0 2-2-16,-1-3-17 0,1 0-32 0,-1-1-40 0,4 0-49 16,-3-1-76-16,8 0-90 0,1-2-227 0,4 2-574 15,2 1 254-15</inkml:trace>
  <inkml:trace contextRef="#ctx0" brushRef="#br0" timeOffset="158292.64">22010 9639 209 0,'18'-13'330'0,"-6"0"-5"0,1 7-16 0,-2-3-10 16,-4 3-5-16,-1 2-9 0,-2-2-28 0,2 1-25 15,-4 0-24-15,1 3-30 0,1 1-16 0,-4 1-10 16,0 0-29-16,0 0-12 0,0 11-4 0,-4-1-11 16,1 1-13-16,-6 4-8 0,0 0-6 0,-3 3-6 15,4 0-7-15,-3-1-6 0,1-1-8 0,-3 0-3 0,2-1-5 16,1 3-4-16,0-4-2 0,0-1-8 16,2 0 6-16,1-4-2 0,1-1-1 0,0 0-9 15,2-2 0-15,0-1-16 0,0 0 2 0,4-1-5 0,-3 0 10 16,3-4 8-16,-1 2-2 0,1-2-13 0,0 0-3 15,0 0 0-15,12-10 0 0,-8 4-3 0,2-2 2 16,-1-4-11-16,3-3-8 0,-3-2-6 0,2-1-1 16,-4-4-7-16,1-4-4 0,0-3 1 0,-2-2 4 15,2-3 1-15,-3 4 2 0,2-1 3 0,0 0 7 16,1 3 2-16,-2 5 3 0,1 4 3 0,-2-1 18 16,2 2 15-16,-1 6 15 0,-1 0 6 0,-1 0 9 15,1 5 1-15,-1 0 6 0,0 1-10 0,3 1-4 16,-3 0-6-16,0 5-8 0,0-4-2 0,0 4-17 15,0 0 3-15,-3 14 4 0,2-2-8 0,1 5 5 16,-1 2 10-16,-2 0-16 0,1 8-3 0,1 2-1 16,1-1-2-16,1 2 5 0,1-1-13 0,-1-2-4 15,1 3-11-15,3-4-11 0,1 3-14 0,-2-7-14 0,1-2-25 16,0 0-21-16,1 0-25 0,-1 1-47 0,2-1-53 16,4-4-69-16,-6 1-215 0,6-2-561 15,1-2 248-15</inkml:trace>
  <inkml:trace contextRef="#ctx0" brushRef="#br0" timeOffset="158777.68">22625 9670 295 0,'3'-4'392'0,"-2"0"21"0,2 1-9 0,1-1 4 16,-4-2-9-16,0 4-21 0,3-4-25 0,-3 6-31 0,-3-11-31 16,0 7-19-16,1 1-36 0,-3-4-22 15,1 4-24-15,-2 0-19 0,0 0-14 0,-1 1-18 16,1 0-19-16,-2 0-12 0,8 2-12 0,-14 4-11 0,6-2-10 15,1 1-8-15,-1 0-6 0,1 4-8 0,1-2-3 16,0 1-8-16,0 5-3 0,2-4-1 16,4 4-7-16,0-2 2 0,2 2-5 0,-1 0-5 0,6 3-2 15,-2-1-3-15,3-2 2 0,3 3-4 0,1 1-5 16,1-1 2-16,0 3-3 0,-2-4-1 0,0-4 0 16,-2-1-3-16,1 0 0 0,-2 2 2 0,-4-2-6 15,3-1-1-15,-3-1-1 0,-3-1-4 0,2 0-2 16,-3-2-1-16,0 2 3 0,-3-1-2 0,2-2 0 15,-4 2 4-15,-5-1-3 0,-1 0-12 0,4-2-19 16,-5 0-31-16,0-2-34 0,-1 1-41 0,2 0-33 16,0-1-21-16,1-1-21 0,1 2-20 0,3-1-17 15,6 1-39-15,-12-2-29 0,12 2-31 0,-3-3-262 16,3 3-664-16,0 0 294 0</inkml:trace>
  <inkml:trace contextRef="#ctx0" brushRef="#br0" timeOffset="159028.57">22848 9482 252 0,'0'-5'242'0,"-1"2"-25"0,1 3-17 0,-2-5-22 16,2 5-15-16,0 0-16 0,0 0-6 0,-8 10-6 16,8-2-8-16,0 2-5 0,0 3-8 0,2 5-8 15,0 1-9-15,0-1-5 0,3 5-11 0,3 0-6 16,2 4-8-16,-1-3-8 0,1-3-4 0,2 3-4 15,-1-5-3-15,-1-1-9 0,-1 1-1 0,3 1-8 16,-1-5 1-16,0 1-7 0,-1-1-18 0,-5-5-25 16,2 0-29-16,-1-1-29 0,-3-2-26 0,0-4-27 15,0 2-30-15,-3-5-29 0,0 0-9 0,0 0-138 16,0 0-363-16,0 0 160 0</inkml:trace>
  <inkml:trace contextRef="#ctx0" brushRef="#br0" timeOffset="159914.79">22851 9760 57 0,'-7'-4'63'0,"4"2"2"15,-1-3-1-15,0 5-9 0,4 0-2 0,0 0-4 0,0 0 5 16,0 0-7-16,0 0-4 0,23 7-4 0,-13-5-6 16,2 2-4-16,5 4-5 0,3-3 0 15,2 3 0-15,-6-2-11 0,6-2 4 0,-5 2 1 16,5-1 2-16,-3-1-9 0,-2-1 3 0,2 2 0 0,-5-4-2 16,0-1-7-16,-1 0 3 0,1-1 2 0,-3-1 0 15,1-3 4-15,-5 0 5 0,-3 0 2 0,5-1 7 16,-4 2 23-16,-4-4 3 0,3 1 17 0,-2 1 8 15,-4-1 10-15,-3 1 12 0,2-2-6 0,3 3-11 16,-5 0-7-16,-1 0-7 0,2 3-8 0,-1 1-7 16,-5 1-6-16,2 0-3 0,8 0-5 0,-14 2-3 15,2 4-4-15,4-1-1 0,1 2-2 0,0-1 1 16,1 1-2-16,2 1-3 0,2 1 5 0,2 1-7 16,0 2 1-16,0-5-1 0,0 1-1 0,3-2-4 15,1 3 2-15,1-2 1 0,2 0-3 0,3-2-4 16,-5 0 4-16,5-3-1 0,-3 1-3 0,2-3-2 15,-2 0 1-15,1-3-2 0,-1 2 4 0,-2-3 0 16,2 0 2-16,0 0-2 0,-2-1 6 0,1 0 9 0,-2-2 4 16,-3 0 6-16,5 2 8 0,-3-1 9 15,-1 0-1-15,0 1 3 0,0-2-2 0,0 5 1 16,0-2-9-16,-2 0-1 0,0 4-11 0,2-5-8 0,-2 5-1 16,0 0-12-16,0 0 3 0,0 0-2 0,0 0-3 15,0 0 1-15,6 12-3 0,-4-7-2 0,1 1-1 16,-1 1-1-16,2-2-2 0,3 4 2 0,1-2 1 15,2 1-3-15,-2 0-2 0,4-1-2 0,1-1 1 16,-2-1-5-16,3 0-2 0,-4-2 0 0,3-1-8 16,1 0-8-16,-4-2-9 0,3-2-10 0,2 0-6 15,-1 0-9-15,-2-2-1 0,1-1-7 0,-2-3-5 16,0 1 0-16,3-1-5 0,-2-3-6 0,2-2 0 16,-3 1 10-16,-3-2 4 0,-1-1 8 0,2-3 1 15,-3 2 6-15,-2-4 7 0,0 0 4 0,-1-1 10 16,-1 1 24-16,-2-2 19 0,0 1 17 0,-4 2 21 15,3 0 17-15,-1 3 16 0,-2 1 8 0,2 3 10 16,-3 0 7-16,3 2-3 0,-1 1-2 0,-1 1-11 0,1 3-9 16,3-1-17-16,-4 2-8 0,3 1-10 15,1 3-2-15,0 0-6 0,-11 8-2 0,8-2-3 16,-1 3-9-16,3 4-1 0,-2 1-2 0,2 4-2 0,1 1-4 16,0 2 0-16,1 2-13 0,3-3 4 0,-4 1 6 15,4 7-6-15,-1-7 2 0,1 5-7 0,2-5 4 16,0-2-4-16,0 3 12 0,0-4-10 15,3 0-8-15,0-2 1 0,1-2 2 0,-1-2-1 0,-2-4-1 16,1 3 1-16,0-5-4 0,-1 1 2 0,4-1-12 16,0-2-6-16,-4 0-4 0,2-4-4 0,-2-2 6 15,4 1-5-15,0-1 6 0,-4-1 1 0,3 0-2 16,-1-4 6-16,-2-1-1 0,-1 2 4 0,1-1-2 16,-2 1 3-16,-2-1 8 0,0-1 7 0,-2 0 14 15,1 0 6-15,-2 2 5 0,0 0 14 0,0 1 7 16,-2-2 7-16,1 2-4 0,0 1 0 0,-1-1-11 15,2 5-3-15,-1-4-5 0,1 4-11 0,-6-4 12 16,6 4-17-16,0 0 2 0,0 0-9 0,0 0 6 16,-9 6-1-16,9 1 9 0,-1-3-23 0,1-4 0 15,4 9-7-15,1 0-2 0,0-3 0 0,1 3-39 16,2-1-17-16,0-2-45 0,2 1-42 0,-1-2-45 0,0 0-57 16,4-3-64-16,-5 3-261 0,3-4-622 0,-3 1 276 15</inkml:trace>
  <inkml:trace contextRef="#ctx0" brushRef="#br0" timeOffset="160098.81">23532 9639 53 0,'-6'-3'395'0,"0"-3"-4"16,2 4-21-16,3-3-21 0,-3 0-32 0,4-1-29 15,0 6-23-15,4-7-28 0,1 0-29 0,3 3-26 16,3 0-14-16,-1 3-22 0,3-1-35 0,2-1-55 15,0 2-51-15,4 1-64 0,3 1-78 0,-2-1-88 16,2 4-295-16,0-2-564 0,-2 2 250 0</inkml:trace>
  <inkml:trace contextRef="#ctx0" brushRef="#br0" timeOffset="160500.41">24007 9162 378 0,'-4'-3'384'16,"1"-1"-12"-16,3 4-25 0,-4-5-32 0,3 3-28 0,1 2-25 16,-3-4-30-16,3 4-24 0,0 0-24 15,0 0-19-15,8 15-9 0,2-2-15 0,3 2-14 16,6 7-7-16,1 3-11 0,3 4-17 0,1 3-2 16,-1-1-5-16,8 13-9 0,-2-3-8 0,-2 1-6 0,-5 6-7 15,2-4-3-15,-10-10-2 0,5 13-7 0,-5 1-12 16,-5-11-3-16,-5 1 3 0,3 15-5 15,-10-2-1-15,-5 3-2 0,-7 0 10 0,-1-2-30 0,-6 0-26 16,-9-1-30-16,-2-3-33 0,-5-3-36 0,-5 0-38 16,-6-3-38-16,0-3-45 0,-1-7-61 0,-1-2-275 15,1-4-626-15,-1 1 276 0</inkml:trace>
  <inkml:trace contextRef="#ctx0" brushRef="#br0" timeOffset="163310.31">15045 10986 98 0,'-4'-18'389'0,"-3"2"-17"0,6 3-5 15,-2 1 3-15,2 3-8 0,-2-1-15 0,2 5-17 16,1-2-35-16,-3 4-27 0,0-2-32 0,3 1-28 0,0 4-23 16,0 0-21-16,-4 11-14 0,0 1-17 0,8 5-15 15,-4 2-11-15,1 8-6 0,2 2-14 0,0 3-9 16,0 1 0-16,-2 0-14 0,3 3-6 0,-1 2-3 15,0 0-10-15,0-2-3 0,-1 0-5 0,2 0-5 16,-1-1 0-16,-2 1-5 0,3-2-8 0,-4-4 3 16,4 2-3-16,-1-3 2 0,1 1-3 0,0-2-2 15,1-7-9-15,0-2-23 0,-1-1-25 0,0-8-30 16,-1 1-29-16,-1 1-24 0,0-6-24 0,1-1-11 16,-2 0-34-16,0-3-41 0,-1-2-39 0,0 0-36 15,0 0-51-15,10-10-196 0,-8 5-600 0,-2-4 266 16</inkml:trace>
  <inkml:trace contextRef="#ctx0" brushRef="#br0" timeOffset="163778.64">15063 10844 154 0,'-3'-5'268'16,"2"1"-12"-16,-1-1-19 0,-2 3-23 0,2-1-23 15,2 3-17-15,0 0-21 0,-8-1-13 0,8 1-15 16,-13 6-8-16,4 3-18 0,3 0-10 0,-2 1-9 16,1 2-7-16,-1 3-8 0,-3 1-3 0,3-3-4 15,3 0-11-15,1 0-5 0,-2 0-3 0,2 1-2 16,-3-4-5-16,3 3-3 0,-1-2-5 0,2-3 3 15,0-3-2-15,1 2-3 0,-1-2-3 0,1-1 17 0,1-1 31 16,1-3 23-16,-5 3-14 0,5-3-6 0,0 0-7 16,-4-14-4-16,1 4-4 0,2-3-3 15,-1 0-1-15,2-5 5 0,0-1-5 0,2 0 1 0,-1 0 14 16,-1 1 0-16,3-2 8 0,-3 1 7 0,3 2 11 16,-3 6 5-16,1-3 7 0,0 7 1 0,2-3-5 15,-2 4-15-15,-1 0-11 0,1-1-4 0,1 3-10 16,-2 4-4-16,7-2-10 0,-7 2-2 0,11 5-14 15,-2 1-1-15,1 3-3 0,3 7-1 0,2-1 1 16,4 7-9-16,3 1 5 0,2 1-3 0,-2 2-4 16,0 1-16-16,1-2-13 0,0 1-30 0,4 1-29 15,-5-2-38-15,0 2-37 0,1-3-50 0,-3 2-67 16,-2-3-87-16,-2-5-299 0,-2 5-703 0,-6-6 311 0</inkml:trace>
  <inkml:trace contextRef="#ctx0" brushRef="#br0" timeOffset="164631.64">14834 12176 244 0,'-2'-3'372'0,"2"3"-11"0,-2-5-15 0,2 5-22 16,-2-5-21-16,2 0-18 0,0 5-27 0,5-8-27 15,-4 6-27-15,6-4-18 0,0 3-15 0,6 0-21 16,-3-1-14-16,4 1-2 0,2 1-30 0,2 1-5 15,-1 1-18-15,5 0-4 0,-8 1-14 0,6 2-3 16,-2 1-8-16,-2 1-2 0,-3-2-6 0,-1 5-8 16,-3-3-1-16,-1 3-10 0,3 0 14 0,-4 0-18 15,-6 1-10-15,1-2-3 0,-1 2 6 0,-4 1 0 16,-1 0-1-16,0 1-1 0,-4-3-3 0,-3 3 0 16,2-4 4-16,-1 3-2 0,-1-3-5 0,0 1-8 0,-1-2 11 15,1-1 1-15,3 0-4 0,1 2-3 0,3-6 1 16,-4 3 1-16,5-1-3 0,1-1-3 15,2-2 7-15,-2 7-1 0,2-7 5 0,4 5 1 0,2-3-1 16,-1 2 1-16,9 0-4 0,-5-1-2 0,10 4-1 16,-5-1 2-16,2-1 8 0,2 3-13 0,1-1 2 15,-4 2-2-15,-3-2-3 0,-1 0 1 0,-1-1 4 16,0 2-3-16,-4-2 3 0,1 2-6 0,-3-2 3 16,-1 3 0-16,-2-1 20 0,-1 1-4 0,-3-1-3 15,-1-1 11-15,-4 3-1 0,0-2 9 0,-8 4-15 16,3-7 4-16,-7 4-7 0,-2-1 3 0,0-5-4 15,-1 2-1-15,-10-3 3 0,4 1-10 0,-1-3-24 16,0-2-29-16,-2-4-42 0,5 3-45 0,-1-4-43 16,5-1-56-16,1 2-72 0,1-6-83 0,5 3-209 15,0-5-647-15,5 2 287 0</inkml:trace>
  <inkml:trace contextRef="#ctx0" brushRef="#br0" timeOffset="171188.47">21446 10695 8 0,'-1'-6'369'0,"-3"1"2"0,2 0 2 0,-1 0 5 0,2 1-11 16,-2 0-20-16,2 0-32 0,1 4-36 0,0 0-40 15,-3-4-16-15,3 4-32 0,0 0-10 0,0 0-19 16,-1 21-21-16,2-9-8 0,-1 4-18 0,2 6-10 15,3 6-4-15,1 3-12 0,0-1-11 0,2 3-12 16,-1 0 0-16,-1 2-4 0,-1-1-9 0,-1 3-8 16,-1-1-9-16,1 2 4 0,-3-2-7 0,-2 1-1 15,1 0-16-15,-1-1-25 0,-6-2-27 0,4-3-26 16,-4 3-22-16,-1-4-25 0,1-3-23 0,-1 0-30 16,1-6-22-16,2-3-32 0,1 0-44 0,1-4-48 15,-1-1-268-15,-1-2-623 0,2-4 276 0</inkml:trace>
  <inkml:trace contextRef="#ctx0" brushRef="#br0" timeOffset="171722.94">21363 10635 149 0,'-2'-8'329'0,"2"-2"-4"0,0 3-4 0,-1-1-23 15,0 3-17-15,-2 0-25 0,6 0-27 0,-3 5-26 0,-3-4-22 16,3 4-20-16,0 0-16 0,0 0-20 0,-8 11-10 16,7 0-11-16,-2-1-15 0,-1 4-14 0,1 0 0 15,0 3-6-15,3-1-8 0,-4 2-3 0,3-2-8 16,-2 3 10-16,2-5-18 0,0 1-3 0,-1-2-7 16,0-3-3-16,0-2 1 0,2 0-8 0,0-2 3 15,-1-1 6-15,-2-1 1 0,3 2 32 0,0-6 10 16,0 0-7-16,0 0-6 0,0 0-1 0,10-13-6 15,-5 2 2-15,-1 0-4 0,3 0 19 0,0-5 3 16,2 0-1-16,-1 0-4 0,-1-2-10 0,0 1 0 0,1 1 5 16,0-1 3-16,-1 1 7 0,-1 4 2 15,-1 0-1-15,1 5-5 0,-3-1 0 0,1 1-12 16,1 1-8-16,-4 2-6 0,3 1-10 0,0 2-4 0,-4 1 0 16,14 6-6-16,-5 1-6 0,5 5-1 0,-1 2-5 15,4 9-14-15,2 1-11 0,-4 4-20 0,4 3-18 16,0 2-39-16,4 12-24 0,-5-11-40 0,3 13-43 15,-7-12-52-15,2 14-59 0,-3-11-98 0,-4-2-283 16,7 11-745-16,-11-10 329 0</inkml:trace>
  <inkml:trace contextRef="#ctx0" brushRef="#br0" timeOffset="172392.31">21510 11812 332 0,'0'-3'326'0,"0"3"-36"0,1-7-25 0,-1 7-31 15,0 0-22-15,0 0-22 0,0 0-18 0,0 0-17 16,-4 13-17-16,3-2-11 0,-3-2-15 16,2 5-12-16,0 0-7 0,0 4-10 0,0 1-8 0,0 1-6 15,2 0-9-15,0-1-6 0,0-2-4 0,0 1-5 16,0-4-2-16,-1 0-10 0,-2-3 3 0,-2-2-8 15,6-1-2-15,-1-1-1 0,-1-1 0 0,-2-1 14 16,2-1 23-16,1 0 33 0,0-4 44 0,0 0 5 16,0 0-11-16,0 0-16 0,0 0-10 0,0-14-6 15,0 6-10-15,-2-2-11 0,2-4-3 0,0-3-14 16,0 5 0-16,7-7 11 0,-3 3 0 0,0 3 2 16,0 1 11-16,0-1 3 0,-2 3 3 0,3 0-1 0,-2 4-4 15,-2-1-9-15,3-1-4 0,-2 3-13 0,2 3-12 16,-3-1-6-16,-1 3-5 0,0 0-1 15,12 4-6-15,-5 1-3 0,1 3-6 0,0 2 0 0,5 4-3 16,0 2-3-16,0-1 3 0,-1 2-7 0,1-1-1 16,2 3 3-16,-4-3-4 0,3 0-3 0,-1-4 3 15,1 1-4-15,-6-3 2 0,4-2 0 0,-2-2 1 16,-2 1 4-16,2-5 1 0,-4 0 12 0,4-1-4 16,1-2 8-16,1-2 13 0,-1-2 10 0,1-3 10 15,-2-1 4-15,-1-5-5 0,2 0 3 0,-1-4-5 16,-2 0-3-16,3-9-9 0,-6 1-4 0,3-4-9 15,-3 1 2-15,-3-1-12 0,3-2-17 0,-2 1-25 16,-1 3-30-16,-1 0-37 0,-1 1-31 0,1 6-51 0,-1 4-55 16,0 3-53-16,-2 2-54 0,0 7-62 15,-4-3-62-15,0 5-340 0,-1 0-858 0,7 3 380 16</inkml:trace>
  <inkml:trace contextRef="#ctx0" brushRef="#br0" timeOffset="174248.86">13338 13616 267 0,'-2'-6'271'16,"2"1"-7"-16,-2 0-8 0,1-3-11 0,1 1-12 0,-3 1-14 15,3 1-19-15,-1-3-20 0,-1 2-21 0,4-2-11 16,2 3-12-16,-3-1-18 0,5-5-11 0,-1 6-7 16,3-1-13-16,0-2-12 0,2 0-4 15,2 5-4-15,-1-1-9 0,4 0-5 0,1 2-8 0,3 0-8 16,0 2-1-16,0 0 0 0,-4 2-8 0,4 2 11 16,-5-1-2-16,2 0-5 0,-5 2-4 0,3 1-5 15,-2-1-2-15,-4 4 0 0,3-3-4 0,-1 4-1 16,-5-4 0-16,1 3-9 0,-4-3 1 0,2 5 1 15,0-1 5-15,-5-1-9 0,-2 1 2 0,-2 1 4 16,0-1-8-16,-1 0 2 0,-4-1-1 0,0 1-3 16,1 0 9-16,0 0-7 0,-2-3 1 0,2 2 2 15,0-4-6-15,4 3 6 0,-2-3-7 0,3-2 2 16,0 0-4-16,1 2 0 0,-1-1 3 0,3 0-3 16,-1 0 7-16,5 0-2 0,0 0-2 0,5-1 2 15,-4 0 4-15,8 1-3 0,-1 0-3 0,3 0 0 16,-1 1 6-16,2-2-10 0,-1 2 3 0,-2 1 0 15,3-2-2-15,-4 1 3 0,3-1-1 0,-5 3 1 0,1-2 4 16,-1 0-7-16,-2 1 3 0,-3-1 0 0,3 1-3 16,-1-1 4-16,-1 1-2 0,-4 0 4 15,0-1 7-15,-1 2 3 0,-1-3 6 0,1 3 9 16,-5 1 5-16,1-5 13 0,-6 6 7 0,3-4 7 0,-5 1-1 16,-2 0-1-16,0-1-9 0,0 0-1 0,-5 0 8 15,-2-2-13-15,-2 2-9 0,2-3 2 0,0 0-5 16,1-1-6-16,-1-1-1 0,6-1 3 15,1 1-6-15,1-2 1 0,2 1-8 0,3 0-26 0,3-3-30 16,-1 2-42-16,6-2-53 0,0 4-54 0,3-8-58 16,8 0-60-16,2 0-298 0,4 2-657 0,5-4 291 15</inkml:trace>
  <inkml:trace contextRef="#ctx0" brushRef="#br0" timeOffset="174867.71">13925 13555 80 0,'0'-8'362'0,"-2"2"-4"15,-1-2-5-15,2 1-2 0,-2 0 3 0,3 1-20 16,-1 1-15-16,1 0-16 0,0 5-31 0,-3-4-27 15,3 4-29-15,0-4-31 0,0 4-19 0,0 0-23 16,0 0-6-16,0 0-10 0,3 16-15 0,-2-8-16 16,2 3-4-16,-3 3-12 0,4-2-4 0,0 6-17 0,-1 0-3 15,0-2-2-15,-2 3-5 0,4 1-8 0,-1-2-2 16,-2 0-3-16,-2 1-1 0,1-6-4 0,2 5-7 16,-4-6-5-16,1 0 0 0,-2-1-3 15,4 0-7-15,-2-5-10 0,0 1 14 0,-2-1-13 0,1-2 2 16,2-1 4-16,-1-3 1 0,-1 6 0 0,1-6 0 15,0 0-1-15,0 0-4 0,0 0 4 0,0-19 1 16,-2 10 0-16,2-4-4 0,2 0 4 0,-1-4 1 16,2-2-3-16,0 0 0 0,1 0 8 0,-1-1 0 15,1 4 5-15,-2 2-5 0,2-1 5 0,0 2 9 16,-2 1-4-16,2 3 1 0,-1 3-8 0,-1 1 1 16,1-1-4-16,1 3 2 0,0 0-3 0,-4 3-7 15,12 1 1-15,-3 1-1 0,0 4 1 0,3 2-6 16,-1 1 4-16,4 2-2 0,0 2-3 0,1 2 1 15,1 0-1-15,-2 0 2 0,0 1 1 0,0-2-1 16,0 2-2-16,1-1 3 0,-4-2-4 0,6 0 6 16,-7-4-11-16,0-1 9 0,-1-1 1 0,1-1 5 15,-4-3-6-15,1 0 6 0,-2-2 0 0,2-1-2 0,-8 0 3 16,10-5-2-16,-5 3 12 0,0-5 12 16,-1 1 4-16,1-5 0 0,-3 0 0 0,1-3-4 15,1-4-4-15,-2 0-2 0,0-10 1 0,-2 7-4 16,2-7-3-16,-4 0-2 0,0-4-6 0,0 6-22 0,2-3-26 15,-3-1-26-15,3 2-32 0,0 9-47 0,-1-1-39 16,1 3-43-16,0 4-45 0,-3 2-64 0,2 3-71 16,-5 0-300-16,2 6-761 0,-5 1 336 0</inkml:trace>
  <inkml:trace contextRef="#ctx0" brushRef="#br0" timeOffset="175637.09">10322 13748 21 0,'-3'-13'268'0,"-4"-2"-3"16,0 2-7-16,1 0-10 0,-3 2-12 0,4 1-10 16,-4-1-13-16,-1 4-14 0,-1-3-15 15,-3 4-10-15,3 1-15 0,-2 1-19 0,-1 0-16 0,-1 2-10 16,-1 3-10-16,1 1-11 0,-3 1-11 0,6 1-1 16,-3 3-18-16,4 0-2 0,2 3-10 0,-2 2-4 15,4-2-6-15,1 2-2 0,1 4-3 0,5-2 1 16,8 3 0-16,1 0-3 0,7 5-1 0,4-3 0 15,6 2-5-15,1-3-6 0,3 2 1 0,3-1 1 16,-1-2-4-16,3 1-5 0,-3-5-1 0,-3 4-2 16,-1-1-3-16,2-2 2 0,-11-2 1 0,-1 1-4 15,-2-3-2-15,-2 2 5 0,-3-2-2 0,-6-1-6 16,1 2 2-16,-4 0 0 0,-2-1 4 0,-1 0 8 16,-6 1 13-16,-4-2 8 0,0 0 7 0,-5 0 6 15,-6-2 3-15,-6 1 1 0,5-2-7 0,-7 0-2 16,0-1-6-16,-1-1-5 0,7-3 2 0,1 1-7 15,1-2 0-15,3 0-10 0,4 0-13 0,6-2-16 16,-2-1-30-16,7-2-31 0,1 0-36 0,3-1-33 16,3 1-39-16,6-5-55 0,5 2-48 0,6-4-51 15,4-6-193-15,1 1-567 0,3 0 252 0</inkml:trace>
  <inkml:trace contextRef="#ctx0" brushRef="#br0" timeOffset="175954.76">10626 13425 270 0,'-5'-10'410'0,"1"0"20"0,1 0-13 16,0 2-21-16,3 2-25 0,-2-2-31 0,-1 4-25 16,2-1-36-16,1 5-27 0,-2-8-27 15,2 8-26-15,0 0-18 0,0 0-22 0,14 21-13 0,-6-7-15 16,0 6-14-16,3 10-10 0,-3 2-10 0,7 6-15 15,0 12-5-15,0 3-11 0,0-2-7 0,0 4-2 16,1-1-7-16,-1 1-5 0,0 3-7 0,-3 3-3 16,3 0-2-16,-4-3-4 0,0 2 4 0,3 0-10 15,-2-1-2-15,1 0-4 0,1-4-2 0,0 1-2 16,-5-5-2-16,1-14 0 0,-2-1-7 0,1 2 6 16,1-6-4-16,-3-3-21 0,-3-2-31 0,1-8-41 15,2-1-33-15,-4-5-43 0,1 0-30 0,-4-3-22 16,1-3-30-16,-1-4-56 0,0-3-68 0,-4 2-269 15,4-2-690-15,-11-8 306 0</inkml:trace>
  <inkml:trace contextRef="#ctx0" brushRef="#br0" timeOffset="176389.74">9614 13427 373 0,'-1'-21'404'0,"-2"3"6"16,3 0-4-16,0 7-13 0,-3 0-17 0,3 4-34 0,0-1-34 16,3 4-35-16,-6-3-34 0,6 6-30 0,-3 1-13 15,0 0-19-15,4 19-24 0,3-1-13 0,1 12-17 16,-7 1-15-16,4 6-8 0,-1 17-8 0,-3 0-9 16,3 1-7-16,-2 4-9 0,2 1-2 0,-3 0-10 15,6 1-6-15,2 26-5 0,-2-27-3 0,1 4-5 16,7-3-2-16,-5 0-6 0,3 0-2 0,2-4-1 15,6 0-7-15,-2-8-1 0,3 2 1 0,-1-7 2 16,2-12-9-16,-2-2-11 0,2-2-24 0,1-6-41 16,5-2-45-16,2-5-51 0,-4-3-48 0,-1-2-59 15,-4-6-63-15,8-3-75 0,-8-2-255 0,8-6-714 16,-2-3 316-16</inkml:trace>
  <inkml:trace contextRef="#ctx0" brushRef="#br0" timeOffset="176757.7">11925 13733 336 0,'-4'-3'324'0,"4"3"-29"0,-3-4-32 16,3 4-22-16,0 0-27 0,0 0-12 0,0 0 0 15,0 0-14-15,18 9-10 0,-7-6-16 0,1 1-15 16,7-1-14-16,0 1-15 0,0 0-6 0,11-1-14 15,-4-2-9-15,-3 0-11 0,10-1-17 0,-3 2-28 16,2-1-37-16,-14 0-40 0,4-2-39 0,-1 1-49 16,-8 0-60-16,2 0-55 0,-3 1-215 0,-6-1-501 15,1 1 221-15</inkml:trace>
  <inkml:trace contextRef="#ctx0" brushRef="#br0" timeOffset="176924.96">11918 13913 127 0,'-8'8'251'0,"0"-3"-14"0,4 0-2 16,1 0 5-16,0-1 6 0,5 1-3 0,1 1-6 16,2-3-18-16,10 0-16 0,8-2-23 0,-4 2-18 15,14-5-14-15,-2 2-13 0,6-2-14 0,1-1-17 16,-3-2-14-16,2 1-36 0,-2 0-57 0,3 1-73 16,-4-2-92-16,0-1-97 0,-1 1-189 0,-3 0-491 15,-6 0 218-15</inkml:trace>
  <inkml:trace contextRef="#ctx0" brushRef="#br0" timeOffset="177744.51">15829 13578 152 0,'0'0'410'0,"-6"-4"7"0,6 4 0 0,-4-5-4 16,3 2-15-16,1 3-21 0,-3-4-23 0,3 4-23 15,-4-3-33-15,3-1-25 0,1 4-25 0,2-7-29 0,4 3-27 16,3-1-20-16,2 2-31 0,5-3-32 15,2 1-45-15,5-2-61 0,10 0-56 0,0 3-46 16,-2-2-45-16,-8 2-49 0,0 1-49 0,8 1-55 16,-11 0-52-16,1 4-254 0,-6-2-651 0,-5 2 288 0</inkml:trace>
  <inkml:trace contextRef="#ctx0" brushRef="#br0" timeOffset="177928.49">15880 13688 120 0,'-6'4'227'16,"2"-2"-18"-16,-1 2-1 0,3 0 4 0,0 0-6 16,2-4-4-16,6 5-13 0,2-4-17 0,12 1-17 15,-1 1-13-15,11-5-16 0,8 1-15 0,-1 2-11 16,19-5-15-16,-15-1-43 0,17 0-45 0,-1-3-49 16,0 3-53-16,5-4-63 0,-3 2-195 0,1-4-394 15,-4 2 174-15</inkml:trace>
  <inkml:trace contextRef="#ctx0" brushRef="#br0" timeOffset="178330.91">17166 13094 220 0,'-10'-4'319'0,"-2"3"-31"0,-2 1-17 0,-1 2-25 15,-4 6-16-15,1 0-15 0,-2 5-14 0,1-2-9 0,1 9-14 16,-3 1-12-16,0 3-14 0,4 2-8 0,0 2-11 16,5 3-10-16,1-2-11 0,7 6-8 15,0-6-6-15,4 3-10 0,3-3-6 0,6 1-7 16,2 1-3-16,4 1-1 0,0-3-5 0,8-1-13 0,4-2 2 16,-1-5-8-16,6-1-2 0,-1 0 0 0,4-7-8 15,-1-2 1-15,3-3-6 0,-4-5-3 0,2-4-1 16,0-3-4-16,-5-2 7 0,0-5 4 0,-1-4 3 15,-2-6-9-15,-3-3-1 0,-1-1 4 0,-3-8-5 16,-3-3 1-16,1-13-5 0,-6-4-6 0,-1 5 8 16,-7 8-10-16,-4-10-2 0,-4 13 1 0,-4-13-2 15,-6 14-5-15,-2 1 5 0,-15-7-5 0,2 14-5 16,-11-5 0-16,4 12 1 0,-12-5-3 0,13 10-7 16,-3 4-20-16,1 5-12 0,2 3-10 0,-1 3-10 15,2 3-19-15,3 5-12 0,5 4-17 0,-2 5-17 16,3 0-26-16,10-1-37 0,0 7-44 0,6 0-45 15,2 3-267-15,0 5-587 0,7-1 259 0</inkml:trace>
  <inkml:trace contextRef="#ctx0" brushRef="#br0" timeOffset="178664.42">18209 13050 349 0,'-8'-9'366'0,"-1"0"-8"0,-5 4-35 0,3 0-30 16,-3 2-23-16,-1-1-25 0,-4 4-20 0,-1 6-19 16,-1 1-11-16,2 3-10 0,-1 1-1 15,1 3-16-15,-3 5 5 0,6 2-16 0,1-3-14 0,4 7 4 16,3 4-34-16,-2 0 1 0,9-1-9 0,2 0-12 15,3 3 3-15,2 0-9 0,3-2-6 0,9 3-5 16,1-4-7-16,4 2-3 0,6-2-7 0,14 3-16 16,-10-7-10-16,5-5-19 0,-1-3-24 0,14 5-19 15,1-8-55-15,-14-4-32 0,1-4-39 0,-5 1-50 16,2-8-51-16,-1-2-54 0,-5-2-51 0,-5-2-224 16,-5-3-634-16,3-6 280 0</inkml:trace>
  <inkml:trace contextRef="#ctx0" brushRef="#br0" timeOffset="179182.92">18610 13032 186 0,'-4'0'191'0,"4"0"4"16,-11 6-19-16,6-3-14 0,-2 2-6 0,3 2-8 16,-2 3-10-16,2 0-8 0,2 7-8 0,-3 2-2 0,4 3-7 15,1-3-8-15,-1 10-6 0,1-7-6 16,0 5-7-16,0 0-11 0,1-1-6 0,-1 1-6 15,0-5-7-15,1-2-5 0,-2 0-6 0,2-2-2 0,-2-4-5 16,1-1-5-16,0-1 2 0,0-4-6 0,0-1-2 16,0-2 1-16,0 0 13 0,0-5-3 15,0 0-1-15,0 0-3 0,0 0-6 0,0 0 0 16,-5-15 0-16,2 3-2 0,3 2-5 0,3-6 3 0,-3-2 6 16,1-5-4-16,0-5 3 0,2 8 5 0,3-7 5 15,-2 1 7-15,-2 6 17 0,1 0 10 0,4-1-2 16,-2 4 3-16,1 1 7 0,-1 3 0 0,-1 2 15 15,2 0-16-15,-2 3-14 0,1 2 0 0,2 1-14 16,1 3-1-16,-2 0-9 0,2 4-2 0,3 1-5 16,1 2 1-16,6 6-12 0,-2-1-1 0,0 4 1 15,-1 0-3-15,11 7-4 0,-4-1 1 0,-1 3-8 16,0 0 2-16,-2-1 2 0,4-2-11 0,-2-2 11 16,-4-4-5-16,0 0 1 0,0-2 2 0,-2-2-3 15,-3-3 19-15,-1-2 19 0,-4-1 24 0,4-3 18 16,-3-1-1-16,-1-4-2 0,2 0-6 0,-2-3-6 15,0-5-5-15,-3 1-5 0,0-7-4 0,0 0-9 16,-2-1-1-16,-2-8-7 0,-4 0-4 0,1-1-2 16,-4-2-4-16,3 2-4 0,-3 0-5 0,-2 0-7 15,-1 1-16-15,-1-2-23 0,-2 6-8 0,0-2-21 16,1 10-29-16,3-2-27 0,-4 3-20 0,4 5-32 16,-1 1-33-16,5 3-36 0,-2 2-36 0,-2 2-34 0,5 1-22 15,4 0-40-15,-10 5-205 0,9 2-613 0,-1 2 271 16</inkml:trace>
  <inkml:trace contextRef="#ctx0" brushRef="#br0" timeOffset="179534.15">19224 12828 423 0,'0'-5'491'15,"-2"0"-6"-15,2 5-16 0,-3-4-26 0,3 4-34 16,0 0-32-16,0 0-32 0,6-3-30 0,-6 3-26 16,0 0-20-16,23 10-30 0,-8-1-23 0,3 0-18 15,1 4-19-15,9 3-18 0,-4 0-14 0,1 3-14 16,-2 2-14-16,3-1-13 0,1 3-10 0,-2 0-9 15,1 2-10-15,-7 4-5 0,-3-1-12 0,2 7-6 16,1-3-1-16,-10 3-8 0,-3 4-2 0,-5 11-14 16,-8 3-14-16,-7-3-33 0,-7 2-36 0,-5-4-60 15,-4 1-75-15,-4-3-66 0,-9 1-48 0,-1-4-68 16,-2-5-78-16,-6-3-334 0,-4-4-846 0,6-2 374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8T09:41:50.3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1968 980 344 0,'5'-13'407'15,"-1"3"-12"-15,0-2-15 0,0 1 0 0,0 2-17 16,-2 0-14-16,-1 3-16 0,2 1-24 0,-2-1-36 16,-1 2-30-16,0 4-23 0,0-4-34 0,0 4-18 15,0 0-19-15,0 0-14 0,0 0-8 0,4 16-16 16,-1-6-7-16,0 3-12 0,-1 2-7 0,1 6-8 15,1-2-7-15,2 1-7 0,-1 1-6 0,3 5-13 16,-4-7-39-16,-1 0-18 0,0-1-35 0,2 0-47 16,-1-2-38-16,-1-3-36 0,-2 2-35 15,3-3-30-15,-2-1-53 0,-1-4-54 0,2 0-317 0,-3-3-713 16,1-1 317-16</inkml:trace>
  <inkml:trace contextRef="#ctx0" brushRef="#br0" timeOffset="300.75">1940 846 3 0,'-4'-9'367'0,"3"-2"-5"0,0 4-25 16,-1-6 1-16,2 6-19 0,2-4-29 0,-1 3-21 15,0-4-28-15,2 7-25 0,1-2-21 0,2 0-23 16,3 2-18-16,-1 0-16 0,6 0-11 0,-3 1-17 15,5-2-15-15,3 4-2 0,-5 0-30 0,7 2 9 16,-7 1-10-16,6 2-2 0,-2 0-3 0,0 2-19 0,-5 0 4 16,0 0-8-16,-1 2-6 0,1-1 1 15,-3 2-16-15,-4 0-15 0,1 2-7 0,-4-2-17 16,0 4-1-16,-3-2-4 0,-3 1-8 0,-1 5-10 16,-7-1-6-16,-2 2-18 0,-3-2-26 0,-4 5-28 15,-4 0-30-15,6-11-37 0,2 3-50 0,-3 1-57 16,1-1-182-16,-1-3-521 0,3 3 231 0</inkml:trace>
  <inkml:trace contextRef="#ctx0" brushRef="#br0" timeOffset="836.18">2344 1029 267 0,'0'0'311'0,"3"-5"-12"16,-3 5-19-16,0 0-38 0,4-3-17 0,-4 3-24 15,8-1-19-15,-5-2-13 0,5 3-23 0,-1-1-15 16,0 3-11-16,5-2-21 0,-1 2-3 0,1-1-11 16,-1 2-7-16,0 0-11 0,1 3-5 0,-2-2-5 15,-1 4-6-15,1-2-10 0,-1 1-4 0,-3 0-6 16,1 3-3-16,-6-4-13 0,2 4-2 15,-3-1-4-15,0-1 0 0,-3 0 0 0,2-2-4 0,-5-1-2 16,2 3 6-16,0-4-5 0,-2 1-3 0,2-2 18 16,-1 0 6-16,1-1 3 0,4-2 0 0,-7 2-1 15,7-2 7-15,0 0-6 0,0 0-1 0,-1-9-7 16,1 9 4-16,5-8-9 0,2 5 2 16,-2-2-6-16,5-1-2 0,-5 2 2 0,8 2 1 0,-7-3-3 15,8 2-13-15,-4 1 10 0,2 0 0 16,0 2-9-16,0 0 10 0,0 0 0 0,1 3-2 0,2-2-1 15,-3 2 1-15,3 1-2 0,-3-1 2 0,3-1-15 16,-3 1 18-16,-1-1-9 0,4 2 7 0,-4-2-7 16,-4 0 7-16,0-1 0 0,-2 1 4 15,-1-2 5-15,-4 0 17 0,0 0 21 0,11-1 6 16,-11 1 2-16,3-6-1 0,-3 6 7 0,0 0-4 16,-10-9-9-16,6 5-1 0,-4-5-5 0,-3 4-8 15,2-2 1-15,-1 1-11 0,-3 1 2 0,2-3-13 0,-2 3-41 16,1 3-11-16,0-3-28 0,1 2-45 15,0 3-20-15,3-3-41 0,1 1-41 0,7 2-57 16,-13-3-47-16,8 1-225 0,5 2-581 0,0 0 257 16</inkml:trace>
  <inkml:trace contextRef="#ctx0" brushRef="#br0" timeOffset="1655.83">2822 766 300 0,'-2'-3'341'0,"2"3"-15"16,-1-7-28-16,1 7-23 0,0 0-34 0,0 0-37 16,0 0-30-16,0 0-22 0,-14 11-16 0,13 1-9 15,1-6-17-15,-1 7-8 0,1 0-15 0,0 0-4 16,0 5-9-16,1 1-5 0,0-1-6 0,1 0-4 16,-1-4-11-16,6 2-6 0,0 2-5 0,-6-5-1 15,3-1-5-15,0-1-2 0,-1-3-7 0,0 0-1 16,0-3-6-16,-2 1 10 0,3-2-12 0,-1-1 3 15,2-1-5-15,-5-2 3 0,8-1-4 0,-8 1 4 16,13-4-5-16,-8 3 0 0,2-4-1 0,1 3-2 16,-1-3 0-16,1 4-3 0,4-3 2 15,-1 2-4-15,-4-1-1 0,5 3 5 0,-2 1-4 0,3-1-3 16,-1 3-1-16,1 1-11 0,-3-1 18 0,3 7-5 16,-5-4-8-16,4 2 5 0,-5 3-3 0,1-1 1 15,0 0-4-15,-4 2-1 0,-1-2 0 0,0 2 4 16,-2-1-13-16,-2-2 15 0,-2 3 2 0,-1-3-3 15,-3 0 2-15,-1-1 3 0,4-2-2 0,-6-1 6 16,2-3-5-16,0 0-1 0,0-4 3 0,-3 2 4 16,-3-2-8-16,6-1 3 0,1-3-4 15,-2-3-2-15,4-1-2 0,0 1-12 0,4-5 7 0,1-3-5 16,1-2-6-16,5-8-9 0,2 6-7 0,3-5-11 16,-3-4-1-16,3 2-7 0,7 1 13 0,-7 1 4 15,-2 8 5-15,1 2 1 0,-1 1 8 0,-1 4 1 16,-2 1 11-16,-2 0 7 0,1 5 11 15,-1-4 3-15,-1 3 1 0,0 1-10 0,-2 2 5 16,4-2 2-16,-5 5-4 0,6 0-3 0,-6 0 4 16,4 7 2-16,0-3-2 0,-3 1-4 0,2 2 3 0,1 3 6 15,-1 1-5-15,1 2 3 0,1 2-1 0,0 6 0 16,0-5-1-16,2 2 3 0,0 0-1 16,2-2 2-16,-1 1 0 0,2-2-3 0,-2 0-4 15,4-1-2-15,-4-4-4 0,3 1-3 0,-5-6-9 16,2 3-2-16,-1-2-5 0,-3-4 1 0,5 2 1 15,-5-1 7-15,0-1 0 0,-1 0 4 0,-3-2 2 0,0 0 2 16,0 0 6-16,0 0-1 0,0 0 9 0,8-6 11 16,-8 6 12-16,0 0 13 0,0 0-6 15,0 0 1-15,0 0-8 0,0 0 2 0,0 0-9 16,0 0 1-16,-23 4-2 0,18 1-2 0,4-1 1 16,1 0-2-16,0 1 0 0,0 2-2 0,1-2 3 15,2 2-1-15,3-2 2 0,2 1-4 0,3 1 6 16,4-3-4-16,3 0-2 0,5 0-4 0,0-1 4 15,0-1-5-15,-4-3 2 0,13 2-10 0,-12-3 6 16,3-1 1-16,-2 2 1 0,-7 0-9 0,-1-1 12 16,-1 0-1-16,-2-1 2 0,-5-1 1 0,-1 0 8 15,-1 2-6-15,0-1-1 0,-3 3-4 0,0-5-2 16,0 5-5-16,-6-5-13 0,6 5-24 0,-7-3-23 16,3 2-27-16,-4 0-38 0,8 1-46 0,-8-1-68 15,8 1-202-15,0 0-474 0,0 0 210 0</inkml:trace>
  <inkml:trace contextRef="#ctx0" brushRef="#br0" timeOffset="2023.79">3894 975 117 0,'0'0'300'15,"0"0"-19"-15,0 0-13 0,17-3-19 0,-6 1-21 16,11-2-13-16,9-3-21 0,6-1-13 0,2 2-15 16,24-5-18-16,1 4-10 0,5-5-16 15,32-3-12-15,-6-1-17 0,-1 3-17 0,-22 3 5 16,-4-1-10-16,34-2-9 0,-31 5 2 0,28-4-13 0,-34 4 0 15,1-2-6-15,0-1-20 0,-5 4 14 0,-2-1-10 16,-20 2-2-16,2 1 1 0,-6-4-8 0,-6 4 0 16,-8 2-3-16,-5 0 0 0,-4 0 2 15,-3 2 2-15,1 0-19 0,-6-1 8 0,-4 2-27 16,0 0-29-16,2-2-25 0,-2 2-24 0,0 0-33 16,0 0-44-16,-17-1-59 0,17 1-241 0,-12 1-509 15,12-1 226-15</inkml:trace>
  <inkml:trace contextRef="#ctx0" brushRef="#br0" timeOffset="2492.11">5814 552 21 0,'4'-4'370'0,"0"2"-8"0,-2-1-14 0,-2 3-25 15,1-5-21-15,-1 5-27 0,3-3-18 0,-3 3-38 16,0 0-18-16,0 0-27 0,-14 0-9 0,14 0-17 16,-18 3-18-16,9 0-13 0,-2 2-9 0,-4 1-17 15,3 1 0-15,1 0-17 0,-1 0-8 0,2-1-6 16,-1 2-24-16,4-2 12 0,1 4-9 15,4-2 1-15,-2 4-11 0,5-3-1 0,4 0 5 0,0 1-9 16,6 0 5-16,5 1-9 0,-2 0 2 0,5 1-4 16,7 0-1-16,2 1-8 0,-7-3 10 0,5 2-11 15,-7-3 2-15,0 1-5 0,-2-1 0 0,-1 0 1 16,-5-3 3-16,-1 2-8 0,-3-3 6 0,0 0-4 16,-2 0-5-16,-1-1 6 0,-4 0-3 15,0-4 5-15,-8 9-3 0,4-4 4 0,-7-2-4 0,-3 1 6 16,-2 1-3-16,-3-3-4 0,-1 4 7 0,-2-3-1 15,1 2-7-15,7-3-15 0,-7-1-21 0,8 2-19 16,0 0-21-16,-2-2-26 0,7-2-40 0,8 1-23 16,-12 3-29-16,9 0-51 0,3-3-60 15,0 0-213-15,0 0-560 0,22-9 249 0</inkml:trace>
  <inkml:trace contextRef="#ctx0" brushRef="#br0" timeOffset="3596">6313 714 206 0,'0'0'330'15,"0"-7"7"-15,-3 2-12 0,2 1-1 0,-2 1-5 16,2-2-18-16,1 0-26 0,-4 0-20 0,0 2-33 16,-3-4-9-16,3 3-31 0,0 0-17 0,-3 2-19 15,-2-2-13-15,-1 3-15 0,-1 0-19 0,-1 2-5 16,-2 1-20-16,0 1-3 0,-4 2-8 0,2 2-9 15,3 0-5-15,-3 3-12 0,1-1-14 0,-1 1-17 16,3 4-14-16,1-1-10 0,1 3-7 0,6-4-10 16,1-2-4-16,2 1-10 0,2 2 12 0,2-1 5 15,2-1-2-15,4-1 1 0,1-2 2 0,1 2 6 16,1-3-7-16,9-1 5 0,-1-4-16 0,3-1 16 16,-3-4 0-16,3-2 8 0,-3-1-2 0,3-1 2 15,-2-2 4-15,-2 0-1 0,-3-2-1 0,0-2 2 16,-1-2 6-16,-4 5 2 0,-4 0 5 0,1 0 4 15,-1 1 12-15,-2-1 12 0,-1-1 12 0,-2 5 7 16,1 1-2-16,-2-2-8 0,0 2-8 0,0 0-15 16,0 5 14-16,-4-3-10 0,4 3-2 0,0 0-5 15,0 0-1-15,0 0 3 0,-17 9-8 0,15-4-1 16,0 2 4-16,2 1-7 0,-3 0-12 0,6 2 1 16,-3-1-1-16,4 2-3 0,1-2 3 0,2 1-5 15,0-3-1-15,2 1-8 0,3-1-2 0,-3-2-10 16,2-1-3-16,3-1-9 0,-3-1-2 0,1-3-9 15,0 1 2-15,2-2 1 0,-4-4 3 0,3 2-4 16,-4-1 15-16,1-1 5 0,-2-2 2 0,0 2 6 16,-1-5 0-16,0 5 8 0,-5-1 0 0,4 0 11 15,-3-1 12-15,1 2 9 0,-4 1-2 0,1-2 22 16,1 2-6-16,-1 2 4 0,-1 3-16 0,0-6 5 16,0 6-5-16,0 0 1 0,0 0-15 0,0 0 14 15,0 0 0-15,0 0-5 0,0 0 1 0,-11 11-3 16,8-8 0-16,6 2 0 0,-3 2-1 15,0-2 4-15,1 1 0 0,1 0-2 0,0-1-3 0,1 1 3 16,0-2-4-16,5 1 4 0,-5-3 0 0,1 3-1 16,0-4 3-16,-4-1-4 0,7 1 1 0,-7-1 2 15,0 0-3-15,12-6-2 0,-7 3 4 0,-1-1 0 16,2 0-3-16,-2 1 2 0,0-5 1 16,0 4-2-16,0-2 4 0,3 1-1 0,-4 0 4 15,-1 0 2-15,1 2-3 0,0-1-1 0,0 1 0 16,-3 3-6-16,1-3 1 0,-1 3-4 0,0 0 0 0,0 0-2 15,0 0 1-15,0 0 1 0,8 6 1 0,-8-6-2 16,3 6 3-16,2-2-12 0,-5 0 14 16,3 0 0-16,1 2 1 0,-3-5-6 0,2 3 3 15,-3 0 3-15,0-4 2 0,0 0-2 0,3 4 0 16,-3-4 3-16,3 4-12 0,-3-4 13 0,0 0 0 16,0 0-3-16,0 0 1 0,8-9 4 0,-8 9 7 15,6-5-2-15,-3 3 3 0,0-1 0 0,1 0-4 0,-4 3-3 16,4-6 6-16,0 3-10 0,-4 3 1 15,3-3-9-15,-3 3 4 0,8-1 2 0,-8 1 1 16,0 0-2-16,11 1-2 0,-3 1-1 0,-4 1 5 16,6-1-7-16,-5 1 4 0,5 2 1 0,2-2-3 15,-3 0 3-15,4 0-3 0,-1-2-3 0,0 3 5 16,3-4 0-16,3 0 1 0,-2 1-3 0,-2-2 0 16,5-2 0-16,0 2-4 0,1-4 5 0,-2-2 1 15,0 2-1-15,-1-1 3 0,0-3-6 0,-1 0 6 16,-1 1-3-16,1-2-5 0,-5 1 2 0,0-1 2 15,-2 0 3-15,1 1-1 0,-3 0 6 0,-2-1-3 16,-1-1 17-16,-1 4 12 0,-3-3 5 0,1 5 3 16,-1-2 7-16,-1 1-2 0,-2 1-3 0,-3 3-10 15,0-2 1-15,1 2-8 0,-5 0-15 0,2 4 11 16,-3-2-1-16,-3 2 0 0,2 3-4 0,0-1 2 16,1-2-1-16,-1 6-2 0,4-1-21 0,-2-1 10 15,1 2-4-15,2-2 11 0,4 6 0 0,-1-6-7 16,5 5 6-16,-1-1-7 0,2-1 9 0,2 1 1 15,3 0-2-15,2 0 2 0,6 2-20 0,1 0 0 16,2-1-22-16,9 2-36 0,-5-7-59 0,8 3-58 16,-1-2-67-16,-1 0-366 0,-6-6-662 0,1-1 293 15</inkml:trace>
  <inkml:trace contextRef="#ctx0" brushRef="#br0" timeOffset="11523.94">2237 2317 171 0,'0'-9'341'15,"0"4"-3"-15,-2-7 3 0,1 6-1 0,-1-3-13 16,0 0-8-16,0-3-10 0,0 4-9 0,1-2-13 15,-6 1-6-15,5 4-12 0,0-2-15 0,-1 0-10 16,-4 1-10-16,1 2-12 0,1-2-11 0,0 4-16 16,-1-2-20-16,1 2-19 0,-3-1-16 0,4 2-33 15,4 1-23-15,-14 0-6 0,2 1-11 0,0 3-40 16,1 0-9-16,-4 1-13 0,4 1-3 0,-7 3-8 16,6 2-9-16,1-1-6 0,-4 1-4 0,6-1-6 15,-2 5-9-15,1 0-10 0,3-5-18 0,2 3-2 16,2 0-5-16,-1 1-16 0,4-3 6 0,0 4 6 15,3-3 5-15,1 1-2 0,1-1 7 0,4-2 4 16,4 2 3-16,-2-4 5 0,3 3 10 0,3-2 0 16,-3-7 3-16,6 1 5 0,-6 1 6 0,2-3 1 15,3-2 1-15,-5 1 9 0,6-6-1 0,0 4 3 16,-2-2-2-16,1-1 8 0,-5 0-2 0,-4 1 10 16,-1-1-7-16,1 0 8 0,-3 0 1 0,-1 1 9 15,1 0-4-15,-6 0 9 0,6 0-1 0,-4 2 2 16,0 1-1-16,-3 1-3 0,4-5 1 0,-4 5-11 15,5-2 0-15,-5 2-3 0,0 0 4 0,0 0-2 16,7 5 9-16,-3-1-12 0,0-1-3 0,3 0 6 16,-3 1-13-16,4 0 2 0,3 1-2 0,-3 3-2 15,2-2-3-15,3 0-3 0,-3-1 4 0,2-3 4 16,-1 3 3-16,-3-2-1 0,1 0 13 0,0-1-8 16,-4-2-4-16,1 1 11 0,-6-1 1 0,13 0-3 15,-10-3 5-15,-3 3-1 0,8-5 1 0,-5 3 0 16,-3-3 5-16,0-1 1 0,0 0 3 0,-3 1-1 15,2-1 11-15,-2 1 1 0,0-2 15 0,1 2-19 16,-4-1 6-16,2 0 9 0,0 1-4 0,1-1 2 16,1 3-9-16,-2-2 6 0,2 1-3 0,2 4 1 15,-4-5-7-15,3 2-11 0,1 3-1 0,0 0-5 16,4-8-6-16,-1 6 0 0,2 0-1 0,2 2-10 16,5 0-1-16,-1-1-1 0,3 1 2 0,3 2-11 15,-3 1 5-15,5-1 1 0,1 0-3 0,-6 1 4 16,5 1-6-16,-7 0 2 0,3-1 0 0,-3 0 3 15,1 3 1-15,-3-2-1 0,-1-2-3 0,-1 1-4 16,-2-1 0-16,0 1 4 0,-1-2-2 0,1 1 8 16,-2-1 5-16,-4-1 10 0,0 0 15 0,7 2 20 15,-7-2 15-15,0 0 9 0,0 0 5 0,0 0-2 16,7-3-3-16,-7 3 5 0,0 0-1 0,0-6-7 16,0 6-3-16,4-7 2 0,-3 2-4 0,-1-1-8 15,3 1-3-15,0 0-3 0,1 2-2 0,1-2-4 16,-1 0-3-16,0 1-3 0,3 1-5 0,0-1 0 15,-2 2 1-15,5-4-10 0,-5 5-1 0,2 1 1 16,0 0-6-16,-7 0-1 0,16 1-24 0,-9 1-6 16,-2 2-7-16,1-2-13 0,3 2-9 0,-2-1-6 15,-3 1-13-15,3 1-10 0,0 0-17 0,-3 1-22 16,3 0-25-16,-2 1-24 0,-1-2-31 0,0 1-36 16,0-1-39-16,1-1-250 0,-2 0-576 0,0 0 255 15</inkml:trace>
  <inkml:trace contextRef="#ctx0" brushRef="#br0" timeOffset="11974.75">3139 2218 104 0,'-3'-7'323'0,"3"7"-11"16,-6-2-19-16,6 2-22 0,-9-1-20 0,9 1-20 16,-11 0-17-16,11 0-6 0,-19 3-23 0,11 0-12 15,-3 1-22-15,2 0-11 0,2 0-20 16,0-1-7-16,0 1-12 0,3 2-9 0,-1-3-14 0,1 2-4 15,0 0-7-15,2 0-9 0,2 1-5 0,0-1-8 16,4 0 0-16,0 2 6 0,3-1-9 0,3-2-4 16,-1 1-3-16,2 3-12 0,-2-3-3 0,2 3 5 15,6-1-7-15,-1-2 4 0,-2 3-3 0,-2-4-5 16,1 2 1-16,-2-1 0 0,-4-2-8 0,0 2-2 16,1-1 1-16,-4-1 2 0,0 1-5 0,-2-1 1 15,-1 1 3-15,-4 1 2 0,0-1-1 0,-2-1-2 16,-6 3 0-16,2-2-6 0,-1-1-6 0,-3 1-43 15,2-1-20-15,-3-1-22 0,0 1-35 0,1-2-12 16,1 1-32-16,-2-4-27 0,7 1-32 0,-5-3-52 16,8 0-178-16,-3-1-497 0,3-2 220 0</inkml:trace>
  <inkml:trace contextRef="#ctx0" brushRef="#br0" timeOffset="12226.01">3324 1912 109 0,'0'0'385'16,"-3"-4"-19"-16,3 4-30 0,-2-5-25 0,2 5-34 15,0 0-29-15,0 0-25 0,0 0-25 0,0 0-25 16,0 0-19-16,0 0-13 0,0 0-14 0,2 21-11 16,2-13-11-16,-4 4-18 0,4-2-8 15,-1 11 0-15,5-5-7 0,-1 2-8 0,-3 1-3 0,5 7-9 16,-3-6-3-16,3 6 1 0,-3-4-11 0,2-1-18 15,-4-2-23-15,0 2-24 0,0-1-27 0,3-2-23 16,-3 2-31-16,-3-4-32 0,2 2-33 16,0-7-40-16,0 2-35 0,-2-6-235 0,-1-3-521 15,0 3 230-15</inkml:trace>
  <inkml:trace contextRef="#ctx0" brushRef="#br0" timeOffset="13632.54">3314 2141 106 0,'0'0'160'15,"0"0"-16"-15,-12 2-9 0,12-2-22 0,0 0-10 0,0 0-10 16,0 3-5-16,0-3-5 0,0 0-6 16,13 6-8-16,-7-2-5 0,5-4-1 0,2 5-13 15,1-4-7-15,2 1 2 0,2-2-10 0,-2 2 2 16,2 0-11-16,2-3 2 0,-3 2-7 0,-2-2-15 15,2-2-5-15,-3 3-8 0,1-2-1 0,-1 1-5 0,-5-2 8 16,5 1-1-16,-5-4 3 0,-2 4 11 0,0 0 10 16,1 1 16-16,-4 0 14 0,3-2 6 15,-7 3 6-15,5-1-6 0,-2-1-3 0,-3 2-6 16,8-2-11-16,-8 2-2 0,0 0-6 0,7 3 0 16,-7-3-9-16,5 5 0 0,1-3-1 0,-2 4 2 0,0-1-4 15,3 0-3-15,-2 1 1 0,-1 2 0 0,3-2-2 16,0 3 1-16,0 0-2 0,1 0-3 15,-4 0 2-15,4 0 5 0,-2 0-7 0,-5-3 0 16,4 1 1-16,1-2 1 0,-5 1-8 0,0 1 20 16,1-5 19-16,-2 4 20 0,0-6 12 0,-6 5 14 15,-1-2 10-15,1-1 5 0,0-2-7 0,-2 0 6 0,8 0 8 16,-19-7 0-16,14 6 1 0,-3-3-10 0,2-1-3 16,-2 0-9-16,4 0-5 0,0-3-11 15,1 2-11-15,3-5-16 0,4 1-22 0,0-2-13 16,10-4-21-16,0 4-21 0,2-1-20 0,3 2-24 15,4-2-15-15,4-2-13 0,-5 7-12 0,6-2-2 0,-7 2-4 16,2 3 3-16,0 0 0 0,-6 0 9 0,4 4 4 16,-7-2 8-16,1 1 7 0,-3 0 12 15,-4 1 4-15,0 1 1 0,-8 0 11 0,10 1 6 16,-10-1 8-16,3 3 10 0,-3-3 11 0,0 0 17 16,0 0 10-16,-13 9 9 0,5-5 10 0,-3 3 8 15,-1-4 12-15,0 2 11 0,1 3 8 0,-1-2 9 0,-2-1 2 16,0 4 0-16,1-4-6 0,2 3-5 15,0 1-6-15,0-2-5 0,3 2-3 0,0-3-13 16,0 0 5-16,2 1-3 0,4-1-1 0,-1 1-5 16,2-1 0-16,1 0-1 0,1 0-3 0,4 1 1 15,1-2 3-15,2 0-7 0,1-1-3 0,3-2 1 0,1 1-4 16,1-1-2-16,0-2-9 0,2-2-9 0,5-1-7 16,-7 1-1-16,1-2 0 0,-3 0 1 15,3-1 3-15,-7-3 3 0,7 2 1 0,-7 0 3 16,0-1 4-16,-2 0-3 0,-2 1 18 0,0-1 7 15,0 0 26-15,-4 3 18 0,0-2 14 0,0 1 7 16,0 1 3-16,0-1 2 0,0 5-3 0,0-5-7 16,0 5-7-16,-3-6-11 0,3 6-10 0,-1-2-6 15,1 2-6-15,0 0-4 0,0 0-8 0,0 0 0 16,0 0 2-16,0 0-7 0,0 0-7 0,0 15 6 16,3-10-7-16,2-1-1 0,-1 2-6 0,2-1-9 15,2 0 1-15,3 1-7 0,0 0-18 0,1-1-8 0,0-2-9 16,0 0-9-16,3-1-8 0,-4 0-6 15,0-1-2-15,0-1 4 0,0-1 7 0,-4-1 3 16,1-1 8-16,-1 0 3 0,-5-1 4 0,4 0 6 16,-2-1 6-16,0-1 4 0,-4 2 13 0,4-2 9 15,-4 2 10-15,0-1 5 0,0 0 17 0,0 5-6 0,0-6-4 16,0 6-3-16,-4-7-4 0,4 7-2 16,0 0-8-16,0 0-1 0,0 0 1 0,0 0-5 15,0 0 4-15,0 0-3 0,0 0 4 0,0 15-4 16,4-10 2-16,-3 0 2 0,5 2-2 0,-2-2-2 15,0 1-2-15,1 1-3 0,1-2 0 0,1 0-2 16,-2 0-1-16,2-1 0 0,0-4 4 0,0 1-1 16,-1-1-3-16,1-2 4 0,-1-1 2 0,2-1-3 15,-5 0 6-15,3-2 1 0,-2-1-2 0,0 0 0 16,3-2 6-16,-5 0 11 0,0-1 14 0,1 0 9 16,0 1 7-16,-3 1 4 0,0 2 5 0,1-1 6 15,3 1 2-15,-4 1-5 0,0 2-9 0,1-2-9 0,-1 5-7 16,0-7-14-16,0 7 5 0,0 0-9 15,0 0 4-15,0 0-6 0,10 10 2 0,-6-5 2 16,-1 1-4-16,2 2-3 0,3-2 3 0,1 5-3 16,0-3-10-16,-1 3 2 0,6-4 4 0,-5 1 4 15,8 1-1-15,-2 0-5 0,-3-2-6 0,2-3-3 0,-2-1-3 16,1 1-7-16,1-3-7 0,-2-1 0 0,2 0-6 16,-2-4-11-16,-1 0 0 0,-3 0-24 15,4-6-8-15,-6 3-17 0,2-4-2 0,-3 1-1 16,0-3-10-16,1-3-8 0,-3-4-5 0,-2 4-6 15,-2-4 0-15,-2 0-4 0,-1-8 8 0,-4 0 4 16,3 0 13-16,-5-2 4 0,2 4 11 0,-2-2 12 0,1 3 25 16,-2-1 37-16,4 7 32 0,0 0 47 0,-1 2 28 15,-1-2 27-15,1 4 11 0,1 4 14 16,-3-3 19-16,5 4 14 0,2 4 0 0,0-1 0 16,1 2-20-16,-1 1-19 0,0 1-26 0,2 0-18 15,1 3-13-15,0 0-8 0,0 0-7 0,0 0-8 0,4 21-5 16,0-12-7-16,2 7-6 0,4 3 0 15,-3 2-11-15,4 3-1 0,1 6-12 0,-1-5-28 16,0 6-27-16,4-1-7 0,-1-1-12 0,-1-4-19 16,2 4-19-16,0-4-17 0,-4 1-26 0,2-2-21 15,-3-5-23-15,-2 0-30 0,-2-7-24 0,-2-1-15 0,2 1-22 16,-1-3-10-16,-5-2-160 0,0-2-472 0,-3-2 209 16</inkml:trace>
  <inkml:trace contextRef="#ctx0" brushRef="#br0" timeOffset="13898.97">4583 2063 134 0,'-3'-10'173'0,"-1"1"10"16,4 3 9-16,-1-1-2 0,2 1-7 0,-1 0-2 0,2-3-12 16,2 3-18-16,1 1-12 0,3 0-17 15,3-3-11-15,0 6-9 0,9-2-13 0,-2 0-7 16,1 0-11-16,3 3-5 0,3 0-9 0,-1 2-3 16,-1-1-6-16,0 4-6 0,-4-1-2 0,6-3-2 15,-5 2 0-15,-2-1-4 0,-2 1-12 0,-4-2 2 0,-2 1-3 16,1 0-6-16,-6 0-3 0,2-1-7 15,-3 2-6-15,-4-2-3 0,2 4-7 0,-2-4-1 16,-9 6 2-16,2-3-2 0,-6 2 3 0,5-1-9 16,-3 0-1-16,-3 1-10 0,3 0-7 0,2-2-12 15,-3 1-8-15,2 0-4 0,0 0-11 0,5 0-2 16,0-1-17-16,-1 1-30 0,5 0-29 0,0 1-25 0,1-5-124 16,4 7-322-16,1-5 142 0</inkml:trace>
  <inkml:trace contextRef="#ctx0" brushRef="#br0" timeOffset="14651.62">5266 2138 79 0,'0'0'258'15,"-3"5"-4"-15,3-5-10 0,-1 3-12 0,1-3-13 16,-6 4-13-16,4-2-23 0,-4 2-14 0,6-4-17 16,-1 5-17-16,-2-3-11 0,3-2-13 15,-1 5-11-15,-3-3-7 0,4-2-13 0,-2 6-7 0,2-6-6 16,0 0-11-16,0 5 3 0,0-5 0 16,0 0-14-16,6 5 0 0,-6-5-2 0,1 1-5 15,-1-1 6-15,0 0 2 0,10 1-1 0,-10-1-5 0,0 0-2 16,12-5-5-16,-9 2-1 0,1 0-1 15,0-1-4-15,-3 0 1 0,2 1-3 0,2-2-5 16,-5 1-4-16,3-3 4 0,-3 3 3 0,0 4-14 16,0-6-6-16,-1 2-13 0,-1-1-24 0,-3 2-13 15,1 1-23-15,-3 1-14 0,3-1-21 0,4 2-21 0,-14 0-23 16,6 0-29-16,1 2-34 0,7-2-24 0,-8-2-157 16,0 5-424-16,8-3 187 0</inkml:trace>
  <inkml:trace contextRef="#ctx0" brushRef="#br0" timeOffset="14902.37">5277 1992 69 0,'0'0'254'16,"-6"-2"-4"-16,6 2-8 0,-2-2-9 0,2 2-12 15,0 0-17-15,0 0-18 0,0 0-11 0,-6-2-18 16,6 2-16-16,0 0-9 0,0 0-16 0,0 0-12 15,0 0-4-15,-4-2-13 0,4 2-4 0,0 0-9 16,0 0-2-16,0 0-10 0,0 0 1 0,14-3-15 16,-14 3-3-16,8-1-10 0,-3 0-4 0,-5 1-18 15,7-3-6-15,-7 3-21 0,4-4-25 0,-1 2-28 16,-3 2-36-16,0 0-23 0,0 0-16 0,-17-4-32 16,7 1-28-16,-1 2-23 0,-12 0-127 0,1 1-382 15,0 1 169-15</inkml:trace>
  <inkml:trace contextRef="#ctx0" brushRef="#br0" timeOffset="22362.12">5929 1758 332 0,'-5'-16'391'0,"4"3"0"0,0 0 2 0,-1 4-6 15,2-3-4-15,0 5-11 0,2 0 9 0,-1 1-24 0,-1 0-31 16,1 2-31-16,-1 0-30 0,2 0-32 0,-2 4-28 16,0 0-34-16,6-5-47 0,-6 5-7 0,0 0-12 15,17 7-12-15,-12 2-5 0,6 0-11 0,3 7-7 16,2 7-9-16,3-3-3 0,0 2-4 0,-2 3-4 16,0-2-7-16,2 1-2 0,-1 1-1 0,2-1-8 15,-5-2-3-15,-1-4-31 0,-1-3-7 0,2 1 1 16,-1 0 0-16,-4 1-1 0,3-5 1 0,-6-1-7 15,1-3 3-15,0-1 3 0,-1-2 5 0,-3 0 5 16,0 0 1-16,0-3 6 0,-1 0 14 0,-3-2 2 16,0 0 2-16,0 0 5 0,8-10 4 0,-8 2 2 15,0-1 1-15,0-5 1 0,-3-2 1 0,3-4 0 16,-4-8-5-16,2 0-2 0,-4-2-5 0,2-4 0 16,1-2-1-16,0 1-6 0,-2 4 1 0,5 2-3 15,0 3-5-15,-1-2-1 0,1 2-28 0,0 6 1 16,-2 4 2-16,2 3-1 0,0 0 0 0,0 1-3 15,0 2-9-15,0 4-33 0,0-1-47 0,2 4-62 16,-1-1-64-16,-1 4-22 0,5-2-17 0,-5 2-18 16,0 0-32-16,7 12-44 0,-2-3-56 0,-3 2-227 15,0 1-700-15,2 1 310 0</inkml:trace>
  <inkml:trace contextRef="#ctx0" brushRef="#br0" timeOffset="22612.96">6525 1726 155 0,'0'0'247'0,"0"0"-24"0,0 0-26 0,0 0-18 16,0 0-18-16,7 8-15 0,-4-3-14 0,-3 0-10 16,1 2-6-16,5 3-13 0,-2-1-9 0,-2 4-7 15,4-3-6-15,-2 3-7 0,2-1-9 0,-1 5-6 16,2-4-6-16,-3 0-1 0,3 2-7 0,-5-5-4 15,5 2-4-15,-3-2-3 0,4 2-3 0,-5-3-13 16,1-2-19-16,0 2-25 0,-1-5-15 0,1 0-35 16,-4-2-45-16,0-2-52 0,8 0-180 0,-8 0-381 15,8-5 168-15</inkml:trace>
  <inkml:trace contextRef="#ctx0" brushRef="#br0" timeOffset="22964.24">6838 1646 121 0,'0'0'303'0,"-14"0"-15"0,14 0-9 0,-10 1-17 0,3 0-18 16,1 3-21-16,0-3-20 0,-1 1-20 0,0-1-15 16,3 1-22-16,0 3-15 0,-3-4-2 0,6 1-24 15,-6 2-12-15,4 0-8 0,2 1-7 0,1-1-11 16,0 3-3-16,4 0-4 0,0 0-1 15,0 1-11-15,3 1-6 0,0 0 0 0,0-1-8 16,2 1-1-16,3 0-4 0,-2 1-1 0,1-1-2 0,0 1-5 16,-2-1 0-16,2 0-4 0,0-2-3 0,-3 0-1 15,1 1 8-15,-3 0-12 0,-2-2-1 0,3-1 7 16,-6 0-10-16,2 0 3 0,-2 1-5 0,-1-2 2 16,0-1 4-16,-4 1 0 0,0 0 0 15,-3 1 1-15,0-1-5 0,-3 0-2 0,0-2 6 16,-1 2-4-16,-1-2-5 0,0 1-11 0,5 0-25 0,0-2-20 15,2-1-21-15,5 0-21 0,-10 1-30 0,10-1-42 16,0 0-48-16,0 0-44 0,-3-6-194 0,3 6-494 16,0 0 218-16</inkml:trace>
  <inkml:trace contextRef="#ctx0" brushRef="#br0" timeOffset="23214.47">7056 1659 306 0,'0'0'327'0,"0"0"-17"16,1-3-29-16,-1 3-26 0,0 0-29 0,0 0-24 15,0 0-20-15,0 0-25 0,0 0-10 0,0 0-15 0,0 15-14 16,2-10-12-16,-1 3-9 0,3 3-6 0,-2 1-12 16,3-2-9-16,-3 3-5 0,4 4-7 15,-2-2-4-15,2 3-6 0,2-4 0 0,0 4-9 16,-1-6-9-16,2 3-13 0,-1 0-18 0,3-1-23 15,-4-3-26-15,1-2-35 0,-4 1-26 0,3-4-50 16,-3-2-52-16,3-3-53 0,-2 2-157 0,-2-2-458 0,-3-1 204 16</inkml:trace>
  <inkml:trace contextRef="#ctx0" brushRef="#br0" timeOffset="23516.19">7280 1400 146 0,'0'-5'395'0,"-1"1"-5"16,1 4-9-16,0-8-22 0,0 4-26 0,0 4-27 16,0-5-34-16,0 5-37 0,0 0-28 0,0 0-24 15,0 0-17-15,0 0-24 0,0 0-7 0,0 0-17 16,7 22-6-16,-6-10-18 0,3 0-4 0,2 4-11 15,-1 4-2-15,-1-1-3 0,3 1-18 0,0 0-7 16,2 0-17-16,-5 1-7 0,3-1-18 0,2 8-21 16,-2-8-8-16,3 4-15 0,-3-2-11 0,2-3-15 15,-2 2-19-15,0-5-16 0,1 1-14 0,-1-6-20 16,-2 5-21-16,-1-4-36 0,2-4-41 0,-2 0-29 16,-1-1-27-16,-2-6-171 0,2 5-494 0,-3-6 219 15</inkml:trace>
  <inkml:trace contextRef="#ctx0" brushRef="#br0" timeOffset="24285.57">7287 1683 54 0,'0'-4'206'0,"0"4"-13"0,4-4-20 0,2 2-20 16,0 0-13-16,4 1-12 0,2-3-15 0,0 3-7 15,5 0-10-15,2 2-11 0,4-3-7 0,-3 0-7 16,5 2-6-16,-3 0-8 0,-2 2-5 0,0-2-6 15,-2 1 0-15,2 0-10 0,-6 2-3 0,0 0-3 16,-2 0-4-16,0-1-1 0,-4 3-2 0,3 0-4 16,-5-3 2-16,3 2-8 0,-5 1 2 0,4-1-4 15,-5 2 2-15,0-1 2 0,-2 0-4 0,2 1-2 16,-3-6-5-16,1 6 6 0,4-4-4 0,-5-2 3 16,5 7-3-16,-5-7 4 0,0 0-4 0,1 4 1 15,-1-4 2-15,0 0-5 0,0 0 4 0,0 0-2 16,0 0 2-16,0 0-1 0,18-7 0 0,-14 5-2 15,-4 2-2-15,13-8 0 0,-7 6 2 0,1-1-3 16,-3-1 4-16,5 0-5 0,-9 4 10 0,7-4-2 16,-1 1 9-16,-1 2 2 0,-5 1 1 0,9-5-5 15,-9 5 0-15,7-5-2 0,-7 5-1 0,4-1-4 16,-4 1 1-16,0 0-2 0,10-3-1 0,-10 3-1 16,0 0-2-16,9 5 0 0,-9-5 1 0,10 3 7 15,-6 1-8-15,2-1-1 0,-1 2-1 0,2-2 0 16,2 2 3-16,2 2-5 0,1-3 1 0,1 0-4 15,-1-1-3-15,1 0-2 0,8 0-11 0,-2-1 1 16,0 0-4-16,0-5 4 0,3 2-9 0,-1-2 9 16,-1 0 5-16,1-2-1 0,0 2-1 0,2-2 4 15,-4-2-3-15,1-2 6 0,-2 1-2 0,4-2-3 16,-5 3 5-16,3-1 5 0,-3-1-7 0,0 0 6 16,-1 0-2-16,1-1 1 0,-3 1 5 0,-3 3-3 15,-2-4 8-15,4 3 6 0,-5-4 5 0,4 5 11 16,-1 0 7-16,-3-2 12 0,0 2 13 0,-2 1 11 15,-1 0 8-15,-2 4 15 0,0-3 10 0,-1-1 5 16,0 3-3-16,-2 2-7 0,0-7-6 0,0 7-9 16,-10-5-11-16,5 3-6 0,-9-1-6 0,5 3 4 15,-8 1-9-15,1-1-6 0,-7 3 3 0,5 2-6 16,-2 1-6-16,-1-2-3 0,2 5-5 0,-1-2-3 16,1 7-3-16,5-4-6 0,-2 6 15 0,4-1-18 15,2 0-2-15,-1 2 2 0,6 2-6 0,1 3 18 16,1 6-21-16,4-9 6 0,2 8 0 0,1-1-2 15,7 3 4-15,5-2-6 0,-2-3 5 0,2 3-4 16,1 0-1-16,-1-5 0 0,0 0-3 0,-2 2-1 16,-1-8 6-16,-2 0-5 0,-2-1-2 0,-2-3 4 15,-2-1-10-15,-1-1-4 0,-1-2-1 0,-6-1-1 16,-3-2-17-16,-3 0-27 0,-5 0-22 0,-7-2-34 16,-4-3-30-16,-12-2-50 0,3-6-70 0,-8 1-302 15,-15-7-604-15,3-4 267 0</inkml:trace>
  <inkml:trace contextRef="#ctx0" brushRef="#br0" timeOffset="24737.16">7019 1447 135 0,'0'0'329'0,"0"0"-30"16,0 0-29-16,0 0-30 0,0 0-26 0,0 0-21 16,0 0-19-16,-7 4-17 0,7-4-21 0,0 6-8 15,0-6-10-15,0 7-15 0,-1-4-11 0,1-3-6 16,0 8-12-16,1-4-7 0,-1 2-6 0,3-3-2 15,-3-3-7-15,0 5-10 0,0-5-14 0,3 4-7 16,-2-2-19-16,-1-2-23 0,4 4-31 0,-4-4-45 16,0 0-60-16,0 0-67 0,0 0-198 0,0 0-457 15,8-8 203-15</inkml:trace>
  <inkml:trace contextRef="#ctx0" brushRef="#br0" timeOffset="25038.22">6627 1475 87 0,'0'0'184'0,"0"0"-5"0,0 0-2 0,0 0-10 16,0 0-14-16,17 2-17 0,-11-1-12 0,-6-1-11 15,12-1-10-15,-2 2-12 0,-3-2-4 0,-1-1-9 16,2 2-6-16,-2-1 11 0,3-4 2 0,-4 4 6 15,-1 0 7-15,0-2 8 0,-1 0-1 0,-3 3 2 16,8-7 1-16,-8 3-4 0,1 0-7 0,-1 4-8 16,-1-9-11-16,-3 4-4 0,0 0-10 15,0-1-10-15,-3 0-6 0,2 2-13 0,-4 2-19 0,0-2-23 16,2 3-22-16,-4-2-27 0,2 3-29 0,2 1-31 16,-1 2-35-16,2-3-64 0,0 3-208 0,2 3-458 15,-1-2 204-15</inkml:trace>
  <inkml:trace contextRef="#ctx0" brushRef="#br0" timeOffset="25941.4">8876 1450 357 0,'0'0'342'0,"0"-4"-28"0,0 4-31 15,0 0-28-15,0 0-30 0,0 0-26 0,0 0-21 16,0 0-19-16,0 0-16 0,8 8-18 0,-3-2-8 0,-1 1-8 16,0 3-13-16,3 1-8 0,0-1-9 0,1 2-6 15,0-1-7-15,-2 2-5 0,3 1-7 0,-2-1-5 16,1-1-8-16,-2-2-5 0,2 1-4 15,-4 1-12-15,3-6-1 0,-2 5 0 0,-1-7-4 16,-1-2-1-16,-2 3 2 0,2-4-1 0,-3-1 0 0,0 0-5 16,0 0 3-16,0 0-1 0,11-8-6 0,-10 5 2 15,1-6 2-15,-1 3-1 0,4-4 3 0,-3 3 8 16,2-3 3-16,0-1-4 0,-3 4 11 16,4-2 2-16,-1-1 9 0,-2-1-2 0,2 3 0 15,-1-1-1-15,2 1-4 0,0 4-9 0,-4-3 2 16,3 2-4-16,2 2 1 0,-1-1-6 0,0 3 3 0,-5 1-7 15,11 0-4-15,-4 1-8 0,1 3 4 0,-1-1-7 16,3 3-5-16,-1 3-2 0,0-3 4 0,1 3-6 16,0-2 2-16,-1 2-7 0,-1-1 2 15,-1 0 1-15,4 0 1 0,-6-3-2 0,2 3 3 16,-3-2-3-16,2-1 3 0,-2 0 0 0,-4 0 7 0,5-3-1 16,-2 1 7-16,-3-3 12 0,7 2 5 0,-7-2 5 15,0 0 7-15,0 0 7 0,7-10 12 0,-5 4 13 16,2 1-2-16,-2 0 6 0,2-3 4 15,-2-1 15-15,2 0-3 0,2-3 6 0,-2 2 0 16,0 0 9-16,2 1 2 0,0-1 4 0,-3 1-2 0,1 2-6 16,2 0-4-16,-4 2-7 0,1-1-9 0,0 2-8 15,-2 0-8-15,3-1-11 0,-1 2-9 0,-3 3-5 16,4-4-10-16,-4 4-3 0,0 0-11 0,12 7-28 16,-6-2-32-16,-2 0-17 0,0 0-26 15,3 1-33-15,2 5-31 0,-2-2-18 0,0 0-13 16,4 1-25-16,1 3-34 0,3-2-40 0,-3 1-46 0,4-4-49 15,-2 2-221-15,-3-3-649 0,4-2 288 0</inkml:trace>
  <inkml:trace contextRef="#ctx0" brushRef="#br0" timeOffset="26275.91">9584 1463 56 0,'-5'-2'245'15,"5"2"-21"-15,0 0-24 0,0 0-16 0,-11 6-15 16,8-4-11-16,2 3-17 0,1-5-12 0,-3 8-16 16,3-4-10-16,3 3-4 0,-3-1-14 0,2 3-5 15,1-2-6-15,4 2-3 0,-3-3-8 0,2-1-8 0,3 4-1 16,-3-5-6-16,0 0-4 0,4 1-2 16,-2-2-4-16,2 1 1 0,1-2-2 0,-3 0-6 15,5-2-4-15,-6-2-1 0,0 0-1 0,0-2-1 16,-2 2 12-16,1-1 2 0,-2-2 5 0,0-1 2 15,-3-1-2-15,1-1-1 0,-4 2-3 0,-1-1 0 0,-3-3-4 16,0 1-2-16,-3 3-7 0,2-5 1 0,-6 6-6 16,1-3-4-16,4 2 5 0,0 2-7 15,-3-2-11-15,-1 5-20 0,4-2-25 0,1 2-25 16,-4 1-23-16,4 1-32 0,3 2-35 0,0-1-30 16,4-2-57-16,-1 5-140 0,1-5-412 0,7 8 182 15</inkml:trace>
  <inkml:trace contextRef="#ctx0" brushRef="#br0" timeOffset="26794.41">9851 1470 38 0,'0'0'163'0,"8"5"-1"16,-5-2-11-16,1-1-13 0,1 4-10 15,2-2-13-15,-1 1-9 0,3 3-10 0,-2-1-16 16,5 2-2-16,-5 1-12 0,8 1-2 0,-6-1-5 15,5 3-5-15,-2 0-7 0,-1-3-4 0,-1 0-2 16,-1 0-6-16,-2-2-3 0,0 1 3 0,-2-4-10 16,-1 1 4-16,2-3-4 0,-5-1 12 0,4 2 11 15,-5-4 5-15,0 0 1 0,0 0 0 0,0 0 10 16,0 0 6-16,-16-9 8 0,11 3 6 0,-1 2 7 16,1-1 2-16,-1-4-2 0,3 3-10 0,-3-5-5 15,5 1-5-15,-1 1-5 0,0-1-7 0,2-1-4 16,0 4-7-16,4 0-8 0,0 0-4 0,2-1-3 15,3 1-3-15,-1 1-6 0,1 3-3 0,5-1-11 16,-2-1-4-16,3 3-4 0,3 1-13 0,1-3-4 16,1 5-7-16,-2-1-7 0,1 2-6 0,0 0-7 15,-3-3-4-15,3 1-1 0,0-1 2 0,-4 1 5 16,-2-2 4-16,-2 0 6 0,-1 1 0 0,1-3 2 16,-2 4 8-16,-3-4-1 0,0 1 6 0,-1 1-1 15,-2-5 7-15,-2 4 5 0,-1 0 5 0,0 3 6 16,-3-7-1-16,-2 1 12 0,1 4 10 0,-3-1 6 15,-1 2 5-15,0-2 6 0,-3 2-1 0,-1 1 11 16,2 3-8-16,-1-3-8 0,-1 2-2 0,1 1-5 16,-2 0-1-16,0 5-6 0,5-1 0 0,-3 0-2 15,6 1-3-15,-5 1 2 0,6-1-5 0,3 3 1 16,-2-1-1-16,3-1-4 0,7 2-3 0,-2 0-10 16,9 2-19-16,5-3-35 0,8 3-53 0,3-1-73 15,4-1-92-15,-3-2-190 0,6-6-499 0,-5 0 222 16</inkml:trace>
  <inkml:trace contextRef="#ctx0" brushRef="#br0" timeOffset="27262.73">11084 1410 301 0,'-5'-6'383'15,"5"6"-23"-15,-3-4-39 0,3 4-24 0,-9-4-29 16,3 4-27-16,6 0-25 0,-13 1-26 0,2 2-22 16,0 1-14-16,-1 1-13 0,1 2-17 0,3 3-14 15,0-3-15-15,-2 5-3 0,3-1-9 0,3 0-9 16,1 1-7-16,1 2-5 0,2-1-7 0,2 0-3 15,1-2-2-15,3 1-9 0,6 2-3 0,-3-4-8 16,7 2 6-16,0-2-11 0,3-1-3 0,0-1-5 16,2-6-4-16,0 1 3 0,-3-3-11 0,2-1 1 15,-1-2-6-15,-4 1 15 0,-1-5-12 0,-1 1-2 16,-3-2-1-16,-1-2-3 0,2 0 5 0,-7-2-13 16,2-1 1-16,-5-1 2 0,0 1-3 0,-1-3 0 15,-4-1 3-15,0 6 12 0,-5-5-11 0,-1 7-5 16,-2-5-1-16,-4 5 9 0,5 1-2 0,-7-1 4 15,6 5-4-15,-2-1 0 0,1 3 1 0,0 1-5 16,1-1-20-16,4 2-14 0,2 2-18 0,0 0-7 16,4 2-7-16,-3 0-15 0,5-4-16 0,7 9-27 15,1-4-29-15,2 1-28 0,7 1-36 0,5-2-26 16,0 2-180-16,9 0-470 0,0 1 208 0</inkml:trace>
  <inkml:trace contextRef="#ctx0" brushRef="#br0" timeOffset="27697.59">11615 1444 69 0,'-11'-5'220'0,"3"2"6"0,-7-1-3 15,0 3-3-15,-4-3-10 0,0 3-9 0,0 1-10 16,-2 0-20-16,-2 2-10 0,4-1-17 0,-1 3-9 16,1 2-17-16,1 0-3 0,2 0-20 0,4 0-14 15,2 2-3-15,-1 1-10 0,3 0-1 0,1 1-11 16,3 1-4-16,-1-1-3 0,4 0-5 0,2 1 3 15,0 0-9-15,3-2-4 0,2 2-2 0,2-1-8 16,0 0 2-16,3-5-2 0,2 2-3 0,-3 0-4 16,6-6-4-16,5 3-7 0,-4-2-12 0,2-2 2 15,1-1-7-15,-7-1-5 0,2-1-4 0,4-5-9 16,-1 2-2-16,-2-3 5 0,0 1-8 0,1-4-8 16,-2-3-5-16,-2 1-7 0,-2-3-7 0,0 1 3 15,-7 0 3-15,2-4 4 0,-1 2 8 0,-5-1 5 16,0 2 15-16,-3-1 25 0,-1 0 20 0,0 5 27 15,0-3 20-15,-3 1 25 0,-2-1 11 0,3 5 13 16,-2-2-1-16,4 5-6 0,-5-2-9 0,3 3-16 16,-1 0-12-16,3 3 0 0,0 0-20 0,1 2-7 15,3 2-11-15,-10 0-11 0,10 0-9 0,-5 5-12 16,4 0-6-16,1 2-10 0,1-1-8 0,6 5-12 16,0 2-15-16,-2-2-18 0,8 4-14 0,-1 0-25 15,2 1-21-15,3-1-12 0,0-1-29 0,6 5-13 16,1-1-22-16,1-5-30 0,2 0-9 0,-1 1-126 15,-3-6-396-15,4 0 176 0</inkml:trace>
  <inkml:trace contextRef="#ctx0" brushRef="#br0" timeOffset="28082.28">11989 1468 103 0,'0'-3'153'16,"0"-1"27"-16,0 4 17 0,-5-7 14 0,0 2 0 16,1 2 5-16,-3 2-12 0,1 0-4 0,-5-2-9 15,1 1-13-15,-4 2-7 0,0 0-10 0,-1 3-10 16,-3-1-9-16,-4 1-10 0,4 4 1 15,-2 0-15-15,1 0-17 0,4 2-19 0,-1 0 1 0,5-2-15 16,0 3 2-16,3-2-10 0,1 0-6 0,3 1-5 16,0 0-3-16,0-1-2 0,0-2 6 0,4 4-14 15,3-5-6-15,2 2 3 0,-1-2-4 0,4-1 0 16,6 1-1-16,-2-4-5 0,3 2 4 0,4-3-9 16,0-2 0-16,-1-1-3 0,5-3-2 0,-4-1 4 15,2-1-4-15,-2-4-5 0,-2 3 2 0,6-8-6 16,-5 4-12-16,-7-5-5 0,8-5-8 0,-9 2-2 15,-2 2-2-15,-2-9 3 0,1 2 6 0,-4 7-3 16,-3-8 17-16,-1 8 21 0,-5 0 30 0,2 0 34 16,-3 1 17-16,-4 1 4 0,6-1 9 0,-7 4 3 15,-1 0-6-15,5 2-4 0,-1 2-3 0,1 1-9 16,-2 3-13-16,3 1-10 0,2-1-12 0,0 4-11 16,0 2-3-16,5 0-17 0,0 0-19 0,-11 8-12 15,7-2-11-15,4 2-12 0,2 3-5 0,0 2-16 16,4 5-12-16,2 0-37 0,0 1-9 15,4 1-29-15,-1 3-33 0,8 1-37 0,-5-6-45 0,6 0-66 16,-2-3-327-16,-6 0-695 0,3-3 308 0</inkml:trace>
  <inkml:trace contextRef="#ctx0" brushRef="#br0" timeOffset="28868.38">12964 1396 157 0,'3'-13'356'16,"-3"-1"7"-16,0 1 6 0,0 0-3 0,-3 2-10 16,-1-2-23-16,3 1-29 0,-5 2-27 0,-2-1-32 15,3 4-28-15,-5-1-24 0,1 3-18 0,-1 2-23 16,-4 1-17-16,0 4-15 0,-1 1-12 15,-3 3-15-15,2 4-6 0,-2 3-4 0,4 0-16 0,2 1-8 16,1 0-4-16,3 3-11 0,0-1-5 0,7 3-11 16,-1-1-11-16,5 2 6 0,2-2-12 0,5-2 4 15,2 1-9-15,7 3 1 0,-4-6-7 0,6-2 11 16,-1-1-9-16,8 0-15 0,0-1 9 0,-9-4-19 16,1-2-1-16,3-3-2 0,-5-1-5 0,4-1 0 15,-3 0 1-15,-2-3-4 0,-2 0 10 0,-1-4 7 16,-2 0-9-16,0 2 5 0,-2-4-1 0,-2 0 2 15,3 1 3-15,-7-3 8 0,3 2-1 0,-3 0 23 16,0-2 9-16,0 2 18 0,-1 5 3 0,1-2 8 16,-3 0 9-16,-1 2 3 0,0-1 0 15,3 3-7-15,-3-1-8 0,0 4-11 0,0 0-14 0,0-6 1 16,0 6-4-16,0 0-4 0,0 0-1 0,0 0 2 16,0 0-7-16,4 18-4 0,-3-10-9 0,5 3 0 15,1-4-4-15,-2 4-1 0,5-1-6 0,-3 0 6 16,2 0-12-16,3 1-9 0,-1 0 2 15,5 0-22-15,-3-4-13 0,6 2-11 0,-6-4-19 0,2-2-12 16,0 0-10-16,4-1-13 0,-4-2-19 0,0-2-20 16,3-3-21-16,1 1-32 0,-4-3-34 0,5-3-34 15,-1-2-20-15,-1 0-163 0,5-6-507 0,-1-3 225 16</inkml:trace>
  <inkml:trace contextRef="#ctx0" brushRef="#br0" timeOffset="29721.39">13637 1088 38 0,'-5'-16'230'0,"-3"7"6"0,1-1-2 16,3 2-2-16,-3-1-12 0,3 6-12 0,-4-1-32 16,3-1-18-16,-1 5-17 0,6 0-15 15,-11 3-8-15,6 3-15 0,-2 2-12 0,3 2-5 16,-3 4-12-16,4 4-9 0,-1 0 5 0,3 3-16 0,1-1-1 16,-2 6-8-16,2 2-1 0,5 2-5 0,-3-3-5 15,4 2-1-15,-2-4-2 0,4 1-11 0,-1-6-9 16,1 0 0-16,0-2-18 0,-1 1-10 15,1-2-17-15,-1-2-13 0,1-5-16 0,-4-1-10 16,0-1-14-16,3-2-1 0,-3-1 0 0,-3-3-5 16,2 1 10-16,-3-3 10 0,0 0 3 0,0 0 14 0,0 0 0 15,-3-17 14-15,2 10-1 0,-2-3 18 0,2 3 17 16,-6-6 11-16,7 3 20 0,-2 0 10 16,2 3 9-16,0-4 3 0,0 4 12 0,1-2 7 0,4 1 7 15,-5 0 1-15,4 2-3 0,-1 1-1 16,1-2-9-16,2 2-3 0,-1 0-8 0,1 3-6 15,3-1-6-15,-1 3-1 0,0-1-5 0,0 2-4 0,5 3-1 16,-1-1-4-16,0 1 2 0,-1 2-4 0,0 0-1 16,3 0-4-16,1 5 1 0,-2-4-4 15,1 4 2-15,1-1-3 0,-2 0 2 0,-1-2-6 16,2-1-4-16,2 3-6 0,-6-4-7 0,4 2-3 16,-2-2-9-16,-3 0-7 0,1 1-1 0,2-4-2 0,-1 0 4 15,-4 0-5-15,2-2 6 0,-1 0-1 0,-1-2 6 16,0 0-4-16,1-3 4 0,-1 2-1 15,0-2 5-15,0 0 4 0,2-5 1 0,2 3 1 16,-5-5-1-16,3 4 4 0,-2-5-4 0,-2 2 5 16,2-2 4-16,-3-1 6 0,0 3 16 0,-2 0 12 15,-2 0 13-15,2 2 9 0,-2-2 6 0,0 2 5 0,-2 0 2 16,0 3-2-16,2-3-5 0,-2 3-7 0,-3 2-5 16,3-2-11-16,-4 3-4 0,1 1-3 15,5 1-3-15,-14 3-4 0,10 2-4 0,-5 0 3 16,1 1-1-16,-1 2-6 0,3 2-1 0,0 2-2 15,0-4 5-15,5 4-5 0,-4 0 7 0,4 1-10 16,-1-1 0-16,4 2-6 0,0-2 0 0,3 1 2 0,2 0-4 16,-1-3 2-16,6 3-3 0,-1-6 0 15,4 2-3-15,3-1 0 0,-1-2-5 0,1-2-2 16,1-1-2-16,0-2-3 0,-1 0 0 0,0-3-4 16,-4-1 5-16,3-2-1 0,0-1 1 0,-4 1 2 15,4-6-3-15,-8 4 4 0,1-4 0 0,1-1 0 16,-4 0 2-16,3 0 1 0,-4 1 8 0,0-2 3 15,-1 2 17-15,-1-1 8 0,1 1 13 0,0 0 8 16,0 1 9-16,-1 1 6 0,-2 3 15 0,-1-2-2 16,3 3 1-16,-2 0-4 0,0 1-8 0,0-1-8 15,-1 2-12-15,-1 3-10 0,0 0 1 0,0 0-7 16,0 0 2-16,11 6-10 0,-9-1 4 0,1 2-4 16,1 2-2-16,2-1 1 0,-1 3-1 0,1 0-1 15,3 4-12-15,-3-5 1 0,2 5 1 0,0 0-12 16,0-4-11-16,-2 1-19 0,3 1-11 0,-5-1-19 15,0-1-20-15,0-3-31 0,-1-1-29 0,-2 1-39 16,2-3-28-16,-3-2-48 0,1 2-214 0,-1-5-514 16,0 0 228-16</inkml:trace>
  <inkml:trace contextRef="#ctx0" brushRef="#br0" timeOffset="29922.1">13942 1122 341 0,'-3'-3'405'0,"-2"1"-19"15,5 2-35-15,-4-6-31 0,1 4-28 0,3 2-33 16,-2-4-26-16,2 4-35 0,0 0-58 0,-6-1-43 16,6 1-40-16,0 0-48 0,0 0-48 0,-3 9-52 15,3-4-61-15,3 0-72 0,-6 1-207 0,3-6-466 16,-1 10 206-16</inkml:trace>
  <inkml:trace contextRef="#ctx0" brushRef="#br0" timeOffset="30239.56">13326 1208 140 0,'0'0'285'16,"0"0"-17"-16,0 0-18 0,0 0-19 0,0 0-20 15,0 0-18-15,0 0-8 0,0 0-22 0,0 0-14 16,0 0-13-16,0 0-7 0,0 0-17 16,14 3-5-16,-14-3-10 0,0 0-13 0,13-4 3 15,-9 2-3-15,-4 2-5 0,7-5 0 0,-3 1 0 0,0 1 1 16,0-1 7-16,-1-1-10 0,1 2 1 0,-4-2-9 15,4 0-10-15,-4-1-7 0,-1 1-8 0,-2-1-8 16,-2-1-23-16,1 4-26 0,-2-1-29 16,1 0-30-16,-1 2-30 0,-2 0-35 0,8 2-43 15,-16 2-67-15,9-1-245 0,-1 1-533 0,0 1 236 16</inkml:trace>
  <inkml:trace contextRef="#ctx0" brushRef="#br0" timeOffset="30624.12">15083 992 273 0,'0'-8'415'16,"-1"3"-22"-16,2 0-30 0,-1 5-34 0,0-8-44 0,0 4-29 16,0 4-31-16,0 0-22 0,0 0-20 0,0 0-20 15,-12 13-25-15,8-2-10 0,4 1-11 0,-3 6-8 16,3 1-7-16,3 3-11 0,-2 6-12 0,7-1-1 15,-1 2-12-15,4 1-5 0,0-1-16 16,0-1-16-16,-1-1-20 0,2 1-19 0,1-1-20 16,0-4-20-16,0 3-22 0,-2-8-26 0,-3-3-38 0,3 2-33 15,-4 0-51-15,1-9-58 0,0 4-236 0,-4-4-555 16,3-3 246-16</inkml:trace>
  <inkml:trace contextRef="#ctx0" brushRef="#br0" timeOffset="31728.46">15313 1027 154 0,'0'-7'358'0,"-1"-3"-7"0,-2 4-8 16,3 1-12-16,0 1-27 0,0 1-32 0,0 3-29 15,-1-6-32-15,1 6-25 0,0 0-22 0,0 0-10 0,0 0-18 16,-4 12-15-16,5-2-8 0,-1 0-13 15,3 5-12-15,1 3-6 0,-3 1-14 0,5 1-12 16,0 1-9-16,1 8-12 0,4-4-5 0,0 1-4 16,-3-5-12-16,2 3-9 0,-3-6-7 0,3 0-6 15,-2-1-11-15,-1-4 9 0,2 2-8 0,-3-5-1 16,0-2 4-16,-2-4-3 0,0 2 5 0,0-2 0 16,0-2 2-16,1 0 1 0,-5-2 6 0,0 0 1 15,14-8 0-15,-7 4 14 0,-3-1 15 0,0-1 1 16,4-4 13-16,-4 2 14 0,2-2 5 0,1 3 9 15,-3-1 5-15,-3 4-8 0,6-3-8 0,-3 3-8 16,1 0-3-16,-5 2-7 0,4-1-8 0,-4 3-6 16,0 0 0-16,18 4-4 0,-11 0 0 0,1 4-17 15,4-1-10-15,3 6 0 0,3-4-6 0,-2 5-4 16,9 5-19-16,0-5-8 0,4 0-5 0,-2-1-10 16,3 0-7-16,1-3-9 0,1 0 0 0,-1-1-6 15,2-2-4-15,-11-4 2 0,8 2 3 0,-9-5-1 16,2 0 3-16,-5 0 3 0,0-7-2 0,-6 2 5 15,0-2 5-15,-4 0 10 0,-1-2-3 0,0-2 6 16,-2-2 5-16,-2 1 5 0,-4-7-1 0,-4 1 4 16,0 0 5-16,-3 0 1 0,0-1 11 0,-4 4 6 15,1 0 16-15,-2 0 6 0,-1 3 6 0,-4 1 1 16,0 2 3-16,-1 1 1 0,1 3-5 0,-2 1-3 16,2 1 1-16,-5 5-3 0,6-1-2 0,-4 5 0 15,9-3-1-15,-6 6 0 0,9-1-2 0,-2 2 2 16,5 0 2-16,-2 2 0 0,4 1-5 0,3 0 6 15,1 0-3-15,5-1 0 0,2 4-1 0,-3-5 1 16,4 4 3-16,4-5-6 0,-1 0 6 0,2-3-4 16,4 0 1-16,2-2-1 0,-2 0 2 0,4-2-2 15,-10-3-2-15,7 0 2 0,-6-1-3 0,3-3 6 16,3-3-5-16,-5 1 3 0,-2-1-2 0,3 0 0 16,-5-3 0-16,2 0 2 0,-2 1 0 0,1-3 2 15,-1 2 16-15,-4-1 12 0,-1 1 14 0,3 1 14 16,-3 1 24-16,0 2 3 0,-3-1-13 0,1 1-4 15,-2 2-11-15,1 0-10 0,0 0-5 0,-1 4 3 16,0 0-19-16,0 0 1 0,0 0-9 0,0 0-8 16,0 0-6-16,-13 12-5 0,12-4-7 0,-1-1 4 15,2 4-11-15,-4-1-5 0,4 0 3 0,4 3 6 16,-2-4-6-16,1 1-7 0,2 0 5 0,0 1 3 16,2-1-2-16,-2-3 1 0,5 1 7 0,-3 0-6 15,2-3 0-15,1 0 1 0,-1-2-1 0,2-1 8 16,-1-1-2-16,3-1-1 0,-2-1 6 0,0-3-2 15,1 0-1-15,-1-2 1 0,-2 2 2 0,1-3-4 16,1 0 2-16,0 0 1 0,-2-2-2 0,-2 1 5 16,2-1 0-16,-3 0 4 0,2 1 8 0,-4 2 4 15,2-2 4-15,-2 4 3 0,-3 0-1 0,2-1-2 16,1 0-6-16,-4 5-4 0,3-2 5 0,-3 2-15 16,0 0 4-16,0 0-3 0,0 0 5 0,-8 14-9 15,5-10-2-15,0 3 7 0,3-1-1 0,-1 5 4 16,0-4-3-16,1 3 2 0,0-3-5 0,1 1 4 15,-1-3 0-15,4 2 5 0,-3-2-5 0,2 1 4 16,2-1 4-16,-1-3 4 0,3 2 9 0,-1-4-1 16,2 1 7-16,0-2 1 0,0-1 11 0,2-1 11 15,1 0 11-15,-2-1 3 0,-1-3 10 0,6 1-3 16,-6 1-3-16,3-2 17 0,0 0-2 0,-3 2 1 16,0-5-5-16,-1 5 0 0,-2 0 0 0,1 2-14 15,-2-2-4-15,0 3-10 0,0 1-11 0,0-2-5 16,-4 3-9-16,0 0 1 0,15 4-11 0,-9-2-19 15,-1 3-21-15,1 2-19 0,0-2-21 0,1 3-16 16,1 1-25-16,-1 0-27 0,0-1-21 0,4 0-26 16,-4 2-41-16,1-2-43 0,1-4-71 0,-5 1-284 15,3-2-664-15,-1-1 294 0</inkml:trace>
  <inkml:trace contextRef="#ctx0" brushRef="#br0" timeOffset="31945.72">15226 1184 347 0,'-12'2'373'16,"-1"0"7"-16,8-4 11 0,-3 2 4 0,0 0 7 16,8 0-24-16,-6-4-36 0,6 4-43 0,0 0-22 15,18-7-29-15,-6 3-29 0,8-3-37 0,3 2-48 16,9-1-62-16,5 0-58 0,1-1-82 0,1 2-67 15,1 2-75-15,17-3-97 0,-22 4-316 0,5-1-674 16,0-1 299-16</inkml:trace>
  <inkml:trace contextRef="#ctx0" brushRef="#br0" timeOffset="32816.93">17145 1408 338 0,'3'-3'329'0,"-3"3"-22"16,4-3-26-16,-4 3-33 0,4-2-20 0,-4 2-22 15,7-2-20-15,-7 2-20 0,19 2-17 0,-7-4-14 0,2 2-12 16,-1-1-15-16,8 4-9 0,-2-3-12 15,3-3-9-15,-1 4-10 0,2-1-6 0,-5 0-3 16,3-1-6-16,-1-1-6 0,-8-1-9 0,3 1 1 16,0-3-5-16,-4-1-5 0,1 1-1 0,-4-2-6 15,1-1 2-15,-4-1 1 0,0-2-6 0,-3 2-7 0,-1-3 2 16,-2 1-1-16,-4-1-4 0,0 2 2 16,-3-2 7-16,0 5 0 0,-3-1-2 0,-4-2 0 15,0 3 1-15,4 1-2 0,-9 2-2 0,2 3 5 16,2 1-8-16,-2 0 1 0,-1 2-1 0,4 2-1 15,0-2 0-15,4 6-6 0,-1 0 3 0,4 2 2 16,1 0 3-16,3 2-10 0,1 1 7 0,3 0-2 0,3 0 2 16,1 1 3-16,3-2-2 0,4 5 2 0,2-5-12 15,5 3 5-15,5-5-1 0,3 3-3 16,4-3-10-16,-3-2-3 0,3 0-12 0,1-6-5 16,-9-1-3-16,1-1-3 0,0-1-3 0,2 0-6 15,-5-5 5-15,-1 0 4 0,0 0-4 0,-1-2 13 0,-3-2-1 16,0-1 5-16,-4 3 3 0,-4-2 4 15,1 3 12-15,-4 2 9 0,3-2 18 0,-5 1 6 16,2 2 4-16,1-1 3 0,-4 1-12 0,0 1-4 16,-1 3-9-16,3-3 6 0,-3 3-10 0,0 0 3 15,0 0-1-15,0 0-5 0,-7 15 2 0,7-9-4 16,-1 4 1-16,1 0 7 0,3 0-3 0,-1 3-2 0,5 3 1 16,-1-5-4-16,-1 1 2 0,3 3 2 15,-1-2-3-15,3-3 6 0,-1-1-5 0,-1 0 2 16,3-1 2-16,1-2-2 0,-1-1 6 0,2-2-4 15,-3 0 4-15,1-4 7 0,-1 1 1 0,-1-4-1 16,2-2-1-16,-4-2-1 0,4 0 1 0,-3-2-3 0,-3-4-3 16,4-1 0-16,-3-2-2 0,0 0 5 15,-2-1-4-15,1 1-5 0,-3-2-1 0,0 1 2 16,1 0 0-16,-1 1 6 0,-1 0-9 0,-1 6-6 16,4-3 5-16,-3 4 1 0,-1 2-3 0,-1 1-25 15,2 2-36-15,-1 1-35 0,0 4-9 0,0 0-14 16,0 0-11-16,0 0-21 0,0 0-24 0,4 16-26 15,0-6-28-15,-2-1-20 0,2 4-174 0,0-2-456 16,3 3 202-16</inkml:trace>
  <inkml:trace contextRef="#ctx0" brushRef="#br0" timeOffset="33484.65">18195 1390 77 0,'6'-5'172'0,"-1"-2"19"0,1 0 6 0,0 0 8 15,2-1 8-15,-1 1 7 0,-4 0 10 0,1-2-8 16,-4 2 7-16,4 0 2 0,-4-4-13 0,0 5-10 16,0-2-20-16,-4 0-19 0,3 0-22 0,-5-1 2 15,2 4-31-15,-1-1-9 0,-7-1-17 0,2 2-11 16,-1 1-15-16,-2 2-3 0,-1 2-4 0,-2 0-11 16,3 3-5-16,-7 0-4 0,9 5-11 0,-6-1-11 15,6 1-8-15,1 1-2 0,-1 0-6 0,4 4-4 16,3 0 1-16,1-1-7 0,1 1 3 0,2 3-6 15,4-3-2-15,-1 3-2 0,2-3 2 0,6 1 0 16,3 2-7-16,2-6 0 0,0 1 0 0,3-2-4 16,0 0 6-16,3-5-5 0,1 5 6 0,-4-7 0 15,4 0 3-15,-2-2 2 0,-2-3 0 0,0 1 1 16,1-2 3-16,-6-1-2 0,3-2 3 0,-4-2 0 16,-5 3 2-16,4-1 5 0,-4-5 3 0,2 3 13 15,-6-1 10-15,5-1 16 0,-5 2 9 0,1-1 12 16,0 1 6-16,-1 1 13 0,-2 2 0 0,-1-1 12 15,2 1-8-15,-1 1-7 0,1 1-5 0,-3 1-12 16,0 3-10-16,1-7-11 0,-1 7-7 0,0 0-8 16,0 0-11-16,0 0-12 0,0 0-9 0,0 0-6 15,0 0-14-15,-9 16-9 0,8-9-4 0,1 1 1 16,0 0 5-16,0 2-2 0,1-2-8 0,2 0 1 16,3-1 5-16,-3 0 1 0,1 2-2 0,2-1 2 15,3-1 4-15,3-2 7 0,-2-2 0 0,1 2 2 16,1-3 10-16,-2-1-4 0,4-1 2 0,-1-3 0 15,-1 0 3-15,3-1 5 0,-3-2-2 0,7 0-2 16,-8-1 12-16,3 0-9 0,1-3-2 0,-2-1 3 16,2-1 10-16,-6 3 13 0,1-1 23 0,-2-1 15 15,-1 0 22-15,3 1 7 0,-2 2-1 0,-3-1 12 16,-2 1 15-16,4 1 1 0,-6 3-11 0,-1 1-5 16,3-1-14-16,2-1-17 0,-5 2-13 0,0 3-3 15,0 0-5-15,0 0-6 0,0 0-9 0,0 0-17 16,0 14-16-16,-4-9-13 0,4 4-9 0,0 0-27 15,0 2-12-15,4-2-14 0,-2 2-11 0,3 1-20 16,-1-1-20-16,6 4-26 0,-2-4-31 0,-1 1-44 16,2-2-67-16,2-1-311 0,0-1-662 0,0-2 293 15</inkml:trace>
  <inkml:trace contextRef="#ctx0" brushRef="#br0" timeOffset="33919.51">19237 1400 143 0,'0'0'361'0,"0"0"-26"16,0 0-22-16,0-5-26 0,0 5-26 0,0 0-26 0,0 0-33 15,0 0-13-15,0 0-25 0,0 0-11 0,-22 5-23 16,17-4-1-16,-1 2-16 0,1-1-17 0,1 1-6 15,3 1-2-15,-1-1-24 0,2-3-3 16,-5 8-4-16,3-6-2 0,2-2-3 0,0 5-4 16,0-5-3-16,2 6-5 0,2-2 3 0,-4-4-4 15,4 3-2-15,-4-3-1 0,9 0 2 0,-9 0-6 0,7 0 2 16,-7 0-7-16,7-5-3 0,-7 5-1 0,6-5-22 16,-5 2-41-16,2-1-57 0,-3 1-69 0,-3-5-80 15,-3 2-94-15,-2 0-186 0,-8-8-571 16,-3-4 253-16</inkml:trace>
  <inkml:trace contextRef="#ctx0" brushRef="#br0" timeOffset="35324.61">4197 3067 310 0,'-1'-10'418'15,"-2"2"-1"-15,0 1-16 0,3 0-15 0,-4 2-29 16,4-2-26-16,0 3-40 0,0 4-28 0,0-6-34 16,0 6-26-16,0 0-23 0,0 0-16 0,0 0-17 15,7 13-15-15,-3-3-9 0,0 2-17 0,4 4-7 16,-3 2-13-16,-2 1 0 0,0 1-15 0,5 2-6 16,-4 3-3-16,2 2-9 0,-5-2-5 0,3-3-5 15,0-3-10-15,-1 2-30 0,-2 2-25 0,2 2-40 16,1-8-13-16,-2 3-33 0,0-5-28 0,2-1-41 15,-3-2-35-15,2-2-42 0,0-5-60 0,1 0-311 16,-3-2-677-16,5-3 301 0</inkml:trace>
  <inkml:trace contextRef="#ctx0" brushRef="#br0" timeOffset="35826.24">4469 3072 69 0,'0'-4'260'0,"0"4"-28"0,0 0-21 0,0 0-20 16,0 0-11-16,-14 9-15 0,8-1-12 0,-1 2-12 16,0-1-6-16,-1 5-16 0,-2 3-13 0,5-2-10 15,-3 3-8-15,5 1-11 0,-4-2-5 0,0 2-7 16,3-2-4-16,0-1-7 0,0 2-6 0,3-1-4 16,-2-3-3-16,3-3-2 0,-1 3-6 0,1-3 1 15,-2-5-7-15,2-1-3 0,-3 2 6 0,2-3-5 16,1-4-1-16,0 0-2 0,0 0-4 0,0 0 2 15,4-17-3-15,-2 7-4 0,-1-1-2 0,3-2 0 16,-1-5-1-16,-2 2-3 0,3 2 1 0,-1-2 1 16,4 0 2-16,-2 3 6 0,-1 2 7 0,-2 0 7 15,2 1 0-15,-2 5 2 0,1 0-7 0,0 1-3 16,3 2-3-16,0-1-1 0,1 3-6 0,4 3-2 16,4 2 0-16,-3 0-2 0,6 3 0 0,-2 2-2 15,3 1 1-15,1 1-1 0,5 3 1 0,-6-3 0 16,5 2 1-16,-6-3-2 0,4 0 0 0,-2-1-4 15,1 2 1-15,-1-6 1 0,-5 2 3 0,0-2-3 16,3-1 0-16,-7-1 6 0,1-3-3 0,-4-2 2 16,0-1 1-16,-1-4 8 0,1 4 16 0,-4-9 12 15,0 4 4-15,0-4 11 0,-4 1-8 0,4-3 1 16,-8-3 7-16,1-2-5 0,-2 0-8 0,1 0-2 16,-3 0-2-16,-1-2 0 0,1 1-6 0,-2-1-7 15,-1 0-4-15,3 1 2 0,-1 2-21 0,0 1 1 16,3 6-6-16,-2 0-11 0,4 1-31 0,-2 2-43 15,2 2-57-15,-1 3-33 0,4 2-33 0,0 0-65 16,0 0-279-16,0 0-591 0,0 0 261 0</inkml:trace>
  <inkml:trace contextRef="#ctx0" brushRef="#br0" timeOffset="36846.5">4959 2882 25 0,'1'15'158'0,"-1"-8"2"0,0 5-9 0,-1 1-6 16,1-1-10-16,-2 8-10 0,5 0-14 0,-3 0-8 15,4 2-8-15,-3-1-8 0,2-1-11 0,1 7-6 16,0-7-5-16,2 0-4 0,-2-1-12 0,0 1 1 15,0-3-7-15,1 0 5 0,0-6-12 0,0 0-3 16,0-2-4-16,-2-2-1 0,-3-3 8 0,1 1 9 16,3-3-2-16,1-1-3 0,-5-1-4 0,0 0 3 15,9-10 2-15,-8 3 4 0,2 0 5 0,4-3 3 16,-4-2 6-16,-1 0 2 0,4 1 10 0,-2-3 4 0,4 3 6 16,2-2 3-16,-5 1-5 0,1 3-6 15,-1-1-2-15,2 3-8 0,-2 2-8 0,-1 0-6 16,3 2-3-16,-3 1-7 0,5 2-2 0,1 1-7 15,3 2-2-15,-1 3-4 0,-1-1-3 0,2 2-5 16,2 3 0-16,1-1-1 0,-1 1 2 0,2 3-2 0,-1-4 1 16,2 1-2-16,-2 0-4 0,2-2 2 15,-2-2 2-15,0 2-4 0,-2-4-1 0,1 0 7 16,-1-3-8-16,-1-2 2 0,-2-1 4 0,1 0-9 16,0-2 13-16,-2-1-20 0,-3-3 7 0,1 1-2 0,-3-3-5 15,-1 1 4-15,1 0 2 0,-3-3 0 0,-2 2-3 16,0-2-4-16,-2-1 3 0,0 2 0 15,-2-1-1-15,0 2-1 0,-3 1 2 0,1 0 2 16,0 3-2-16,2 1-5 0,-3 0-1 0,0 2-1 16,-1 1-2-16,-3 4 5 0,3 1 0 0,-3 0 0 0,0 4 1 15,3 0-3-15,-4 5 1 0,4 2 0 0,-2 0-1 16,2-1-3-16,1 2-2 0,5 2-1 0,0-5-1 16,1 1 2-16,4-2-1 0,-1-1 2 15,5-3 1-15,1 3-1 0,2-4 6 0,1-1 4 16,1-1-9-16,2-3 4 0,0-1-1 0,1-1 2 0,0-1 1 15,5-4-1-15,-2 1 0 0,-4-1-1 0,0 0 5 16,-3-1 3-16,2 1 0 0,-3-4 2 0,-2 2 6 16,3 0 12-16,-6-1 12 0,3 2 15 15,-2 1 4-15,-2-1 10 0,-3 2 1 0,3 3-9 0,0-3-5 16,-2 2-12-16,-2 3-4 0,0 0-6 0,4-3-3 16,-4 3-6-16,0 0-1 0,4 10-4 0,-4-6 0 15,1 2 3-15,1 1-9 0,-1 0 0 0,4 4 0 16,1-2-3-16,-1 0 2 0,2-1-3 15,3 1-5-15,-2-1-3 0,5 0 4 0,-2-2-2 0,3 1-3 16,-3-4-5-16,2 0 7 0,2-1-7 0,-2-2 3 16,-1 0 2-16,0-2 1 0,4-1-5 0,-3-2 2 15,-1 1-4-15,-3-3-4 0,5-4-6 0,-1 2-4 16,0-4-9-16,-2 0-11 0,-1-4-5 16,-1 0-10-16,-2 1-6 0,-3-4-11 0,1 1-6 0,0-8-7 15,-3 1-2-15,0 0 0 0,-4-5 0 0,-1 4 11 16,-5 0 4-16,4 0 8 0,-2 8 10 0,-2-7 26 15,-1 8 20-15,-1 0 27 0,2-1 27 0,-2 4 20 16,0 0 14-16,0-1 14 0,3 6 6 0,-1 1 6 16,0 0 5-16,4 3 0 0,1-1-13 0,0 2-21 15,-2 2-10-15,2 0-8 0,3 3-9 0,0 0-6 16,0 0 1-16,0 0 0 0,2 19-24 0,-1-9-3 16,6 6 11-16,-3 2-3 0,6 0-3 0,0 6 1 15,1 3-2-15,0-2-12 0,1 2-7 0,2-1-4 16,1 1-16-16,-3 1-9 0,-1-1-25 0,3-4-14 15,1 0-21-15,-1 1-17 0,-4-6-19 0,-2-1-29 16,4-2-35-16,-1-2-50 0,-4-2-34 0,4-3-191 16,-7-1-504-16,0-3 223 0</inkml:trace>
  <inkml:trace contextRef="#ctx0" brushRef="#br0" timeOffset="37013.75">5742 2944 76 0,'-3'-3'304'0,"2"1"-26"16,1 2-25-16,0 0-24 0,4-8-27 0,3 7-21 16,1 0-16-16,6 1-19 0,6-1-12 0,0 3-14 15,13 1-18-15,0-2-35 0,1 3-66 0,1 1-83 16,3 0-118-16,0-4-130 0,0-1-357 0,0 2 158 16</inkml:trace>
  <inkml:trace contextRef="#ctx0" brushRef="#br0" timeOffset="37264.61">6644 2840 101 0,'0'0'359'0,"4"3"-40"16,-4-3-29-16,1 3-28 0,2 1-28 0,1 0-14 15,-3 1-4-15,4 5-33 0,0 0-8 0,0 1-19 16,-1 2-14-16,0-1-11 0,5 3-12 0,-1 2-8 16,3 0-13-16,-5 0-8 0,4 1-11 0,3-3-18 15,-3 2-34-15,-2-3-47 0,2-4-50 0,-2 2-60 16,3-4-77-16,1-1-284 0,-1-1-533 0,0-4 236 16</inkml:trace>
  <inkml:trace contextRef="#ctx0" brushRef="#br0" timeOffset="37548.65">6999 2833 112 0,'-3'-4'338'16,"3"4"-8"-16,-5-3-11 0,5 3-14 0,-7 0-15 16,7 0-25-16,-11 0-21 0,11 0-31 0,-10 8-20 15,6-4-16-15,3 1-19 0,-2 2-11 0,0-1-15 16,2 0-10-16,1 4-18 0,1-1-1 0,2 2-12 15,0-1-3-15,-2 1-9 0,3 1-10 0,2-2-1 16,2 2-5-16,0-1-10 0,-1 1-1 0,1-1-2 16,0 0-9-16,0 0-3 0,2 2-2 0,-2-6-6 15,-1 2 0-15,-2-1 10 0,-1-1-23 0,-1-1-19 16,-2 0-6-16,-1-1-7 0,0 1-13 0,-1-1-10 16,-3-2-16-16,-2 2-14 0,-1 0-24 0,-3-4-22 15,0 0-32-15,-2 0-41 0,-1-1-60 0,-1-1-60 16,-8 0-209-16,3-5-558 0,-4-1 248 0</inkml:trace>
  <inkml:trace contextRef="#ctx0" brushRef="#br0" timeOffset="37715.21">6818 2692 95 0,'0'0'163'0,"0"0"-34"0,-3-6-58 16,3 6-59-16,0 0-91 0,0 0-85 0,0 0 38 16</inkml:trace>
  <inkml:trace contextRef="#ctx0" brushRef="#br0" timeOffset="38067.47">8133 2528 170 0,'3'-7'429'0,"0"3"-29"0,-2 0-34 16,2-1-44-16,-2 3-30 0,-1 2-36 0,0 0-31 0,0 0-28 16,0 0-28-16,8 9 6 0,-7 1-23 15,1 3-14-15,-1 1-11 0,-1 6-14 0,4-1-13 16,0-2-12-16,2 11-6 0,-2-2 2 0,5-7-2 16,1 7-18-16,0 0-4 0,2-2-11 0,0 2-5 15,3-2-5-15,1-4-28 0,-2-2-24 0,-2-1-19 0,3-3-25 16,0-1-32-16,-4-2-32 0,1-3-37 15,-1-1-50-15,1-4-67 0,-1-3-273 0,-1 2-591 16,-2-5 261-16</inkml:trace>
  <inkml:trace contextRef="#ctx0" brushRef="#br0" timeOffset="38686.31">8428 2513 191 0,'0'-7'331'0,"0"2"-6"15,0 0-1-15,-4-2-28 0,4 5-31 0,0 2-21 0,0-5-27 16,0 5-33-16,0 0-13 0,0 0-24 0,0 0-15 16,0 0-9-16,0 15-14 0,4-9-12 15,-3 9-6-15,4 3-10 0,0 0-6 0,-1-2-7 16,3 5 2-16,1-2-19 0,-4 2 0 0,0-1-5 16,0 1-2-16,6 4-7 0,-6-5 2 0,4 0-9 0,-1 0-3 15,0-2 12-15,-2-1-17 0,3 0-4 0,-2-5-5 16,-1-3-2-16,1 2-7 0,-4-6 6 15,4 3-5-15,-2-3 0 0,-2-1 2 0,5-4 2 16,-3 1-3-16,-4-1-2 0,10-2 7 0,-10 2-9 16,11-6 4-16,-6 1-1 0,1-2 0 0,1-3 9 0,0 1 6 15,2-1 11-15,-1 4 1 0,-4 0 2 0,3-3 4 16,1 1-5-16,-3 2-9 0,0 2-2 0,1-1-5 16,-1 1 0-16,-1 3-3 0,2-2-11 15,-6 3 7-15,11 2-3 0,-4-1-4 0,0 2 2 0,1-1-12 16,2 2 14-16,-1 2-4 0,3-1 3 0,-1 2 0 15,0 1-4-15,4-4 4 0,-1 2 0 0,-4 0-17 16,4-1 20-16,1-1 1 0,-1-3 2 0,0 2-2 16,0 0-5-16,0-3-1 0,1-3 4 15,-1 0-8-15,-2 1 6 0,0-3 5 0,4-5-12 0,-5 4-1 16,0-4 2-16,1 2-8 0,-5-3-3 0,0 1-2 16,2-2 8-16,-5 1-2 0,2 1-2 0,-5 0-3 15,2-1-10-15,-3-1 21 0,0 4 4 0,0 1 6 16,-3 0-4-16,0 3 4 0,-2-3-3 0,2 3-3 15,-3 2 0-15,-3 1-6 0,4 1 1 0,5 0 3 16,-18 2-5-16,7 3 0 0,3 1-1 0,-4 0 4 16,1 2-1-16,1 3 6 0,1-4-6 0,2 1 0 15,3 2 10-15,1 1-9 0,1-2-5 0,2 0-1 16,4 1 21-16,3-1-5 0,1 1 1 0,7 2 1 16,1-2 6-16,2-3-9 0,2 1-1 0,9-2-4 15,2-2 0-15,0-1-28 0,-1 2-23 0,-1-3-42 16,-1-1-40-16,-4-2-40 0,-3-2-63 0,1-1-72 15,-3 0-274-15,0 0-625 0,-8-1 277 0</inkml:trace>
  <inkml:trace contextRef="#ctx0" brushRef="#br0" timeOffset="38887.01">8068 2710 79 0,'-22'-2'284'0,"11"2"6"16,0 2-2-16,6-4-22 0,-1 0-26 0,6-2-21 16,0 4-27-16,14-8-18 0,0 3-22 0,7 1-14 15,12-4-19-15,2-1-39 0,1 4-52 0,1-2-65 16,3 0-74-16,1 4-81 0,-1 0-177 0,1-4-398 16,-2 5 176-16</inkml:trace>
  <inkml:trace contextRef="#ctx0" brushRef="#br0" timeOffset="39622.68">9877 2655 63 0,'2'-6'387'0,"-2"6"-18"0,2-6-22 0,-1 4-27 15,-1 2-27-15,4-8-35 0,-1 7-23 0,-3 1-25 16,4-1-22-16,-4 1-25 0,15 3-9 0,-11 0-18 15,7 3-11-15,-3 0-16 0,3 5-11 0,0-4-10 16,5 7-5-16,-5 1-10 0,4-4-3 0,0 3-10 0,0 0-8 16,-1-1-2-16,-2-1-11 0,3 1-3 15,-6-5-10-15,1 0-4 0,1 0-8 0,-2-1 9 16,-5-2-10-16,3 0-7 0,-3-2 4 0,2 0 1 16,-2-2-1-16,-4-1-4 0,12-1-3 0,-12 1 7 0,8-6-14 15,-4 1 7-15,0 0 1 0,0-3 1 0,2 1-5 16,-2-2 4-16,0-1-3 0,4-3 7 15,-4 1-5-15,3 2 2 0,0-1 4 0,-3-1 5 0,3 2-3 16,1 0 3-16,-4 1 1 0,0 3-2 16,0-3-2-16,-1 7-6 0,2-2-1 0,-1 1 2 0,2 0 6 15,-4 2-13-15,-2 1 1 0,10 0 11 0,-4 4-14 16,1 0 4-16,0 0-2 0,0 4 1 0,2 0 3 16,-3 2-5-16,1-1 1 0,-2 3-2 15,1-4 3-15,2 3-1 0,-1-1 1 0,0-2-1 0,-1-1-4 16,0 0 7-16,-2-2-1 0,1-1-3 0,-2-2 0 15,2 0 2-15,1-1 3 0,-2 0-2 0,-4-1-2 16,8-5 5-16,0 1 3 0,-5-2-5 0,1 1 3 16,3-4-7-16,1-2-4 0,0 1 11 0,-2-1 7 15,1-5 7-15,2 2 19 0,0 3 16 0,1-4 11 16,-2 4 13-16,0 0 1 0,-1-2 3 0,-1 4-2 16,-1-2-3-16,1 6-7 0,2-3-7 0,-7 4-8 15,3 0-7-15,0 1-7 0,2 1-8 0,-6 2 1 16,0 0-17-16,13 5 7 0,-5-1-4 0,3 2-2 15,-4 3-8-15,2 1-20 0,1 0 1 0,1 5-19 16,5-4-17-16,-2 3-17 0,2 1-25 0,2-2-20 16,-2 1-24-16,2-1-34 0,1-1-7 0,-1-2-52 15,-1-1-70-15,1-3-74 0,1-1-238 0,-3-5-656 16,-2-1 291-16</inkml:trace>
  <inkml:trace contextRef="#ctx0" brushRef="#br0" timeOffset="39840.37">10870 2532 11 0,'-2'-6'346'0,"2"6"-4"0,0 0-22 0,-3-3-33 16,3 3-29-16,0 0-27 0,0 0-24 0,0 0-17 16,0 0-23-16,0 0-18 0,9 13-8 0,-5-6-15 15,0 4-13-15,4-3-4 0,0 4-16 0,-2-1-5 16,1 2-7-16,-2-1-12 0,10 4-1 0,-3 1-8 15,4-1-24-15,-2-1-29 0,2-1-37 0,-2-3-47 16,-3 0-63-16,4-2-82 0,-2-3-283 0,-6-1-548 16,4-1 243-16</inkml:trace>
  <inkml:trace contextRef="#ctx0" brushRef="#br0" timeOffset="40225.07">11120 2564 84 0,'0'6'173'15,"0"1"-13"-15,1-1-17 0,1 0-8 0,-1 2-15 16,-1 1-13-16,3-1-9 0,0 3-8 0,2-2-10 16,-3 0-3-16,1-1-13 0,0 0-2 0,1-4-8 15,0 1-5-15,0 1-5 0,-1-2 0 0,0-1-6 16,3-1-2-16,-6-2-4 0,10 0 8 0,-3-4-13 15,-2 2-4-15,2-1 1 0,-2-5 20 0,4 3 11 16,-2-4 10-16,1 3 8 0,1-4 12 0,-1 0 10 16,1 0 13-16,0 0 15 0,-1-3 18 0,0 4 14 15,2-5 7-15,-2 3-2 0,0 3 1 0,-1 0 0 16,0-1-1-16,-2 4-13 0,-1 1-14 0,3 0-17 16,-3 1-11-16,-1 2-11 0,2-1-12 0,-5 2-7 15,11 5-9-15,-5-1-24 0,3 4 8 0,-5 2 3 16,7 2-4-16,-4-1-8 0,3 4-7 0,0 0-5 15,0-2-10-15,-1 4-22 0,2-3-24 0,0-1-25 16,0 1-35-16,0-3-32 0,-2-2-35 0,0 1-52 0,-2-3-64 16,2-2-78-16,-1-1-223 0,-2-1-617 15,2-3 273-15</inkml:trace>
  <inkml:trace contextRef="#ctx0" brushRef="#br0" timeOffset="40442.68">11619 2524 332 0,'0'0'347'0,"0"-5"-17"0,0 5-27 0,0 0-33 15,0 0-27-15,0 0-24 0,0 0-24 0,0 0-19 16,0 0-14-16,4 15-14 0,-4-7-17 0,5-1-8 0,-3 4-15 16,3-1-8-16,-2 2-21 0,5-1 2 15,-2 4-6-15,-2-3-4 0,4 0-31 0,-1 3-34 16,-2-5-39-16,2-1-43 0,1 4-56 0,-1-6-80 15,1 1-76-15,-1-3-179 0,1-2-505 0,0-2 223 16</inkml:trace>
  <inkml:trace contextRef="#ctx0" brushRef="#br0" timeOffset="41629.01">11840 2496 260 0,'0'0'308'0,"0"0"-23"16,0 0-22-16,0 0-22 0,0 0-27 16,0 0-22-16,0-6-18 0,0 6-21 0,0 0-13 15,0 0-14-15,0 0-13 0,2 15-11 0,-1-10-9 0,1 2-11 16,-1 1-4-16,3 1-11 0,-4 1-8 16,6 0-14-16,-5-2-11 0,2-1-25 0,1 2-15 15,-1 1-18-15,3-1-16 0,-3 1-15 0,2-1-12 16,-2 1-9-16,1-4-6 0,-1 1-1 0,1 0 12 15,2-4 6-15,0 5 14 0,-3-5-8 0,4-1 21 0,1-1-10 16,-5 1 7-16,-3-2 7 0,13-4 11 0,-7 2 12 16,2-2 17-16,-4-2 12 0,4 4 15 15,-1-3 11-15,-3 0 13 0,3-3 13 0,0 4 7 16,-3-2 7-16,1-3 17 0,3 1 4 0,-3 2 11 0,-1-2 7 16,0-2 0-16,1 5 8 0,-4-2 4 0,2 3-18 15,-3-1-11-15,4 2-11 0,-2-2-7 0,-1 2-10 16,-1 3-14-16,1-4-10 0,-1 4-2 15,3-3-8-15,-3 3-2 0,0 0-7 0,0 0-19 16,8 12 9-16,-8-7-3 0,3 1-6 0,-2-1-9 0,1 1 4 16,0 0-13-16,1 0-4 0,-2 0 2 0,2-1 4 15,-2 0-7-15,4 0 5 0,-3-4-18 0,0 3 12 16,-1 0-1-16,-1-4 16 0,4 3 2 16,-4-3-4-16,0 0 2 0,0 0 7 0,14-7 10 0,-13 4 11 15,3-2 2-15,2 2 10 0,-4-4 7 0,3 1 17 16,0-3 6-16,0-2 16 0,-1 5 4 0,-1 0 4 15,1-1-2-15,0 0-8 0,-1 0-4 0,0 1-3 16,1 1-3-16,1-1-2 0,-1 2-7 0,-2-3-9 16,0 4-7-16,1 0-8 0,-2 0-9 0,-1 3-10 15,6-2-18-15,-6 2-11 0,0 0-18 0,11 4-12 16,-6-2-11-16,-1 2-12 0,3 1-6 0,4 3-15 16,1 0-17-16,3 2-18 0,1 0-13 0,1 0-11 15,3 0-15-15,-1-1-10 0,-1 0-7 0,6-1-11 16,-2-3-7-16,-1 0-1 0,0-1-6 0,1-3 4 15,-3 2 11-15,0-2 9 0,-5-2 18 0,-2-1 12 16,-2 0 16-16,2-3 13 0,-4-1 10 0,0 0 5 16,-4 0 11-16,2 0 14 0,-5-2 20 0,2 0 22 15,-3 2 23-15,0-2 15 0,-3 0 21 0,2 2 13 16,-2 1 1-16,-4-2 0 0,4 3-2 0,-2 0-5 16,-1 1 2-16,0 1-10 0,-2 0-7 0,2 2 1 15,-4 0-5-15,1 0-1 0,0 4-1 0,-1-1-4 16,-1 2-1-16,2 0-1 0,0 2-3 0,5-1 1 15,-2 0-1-15,2 0-1 0,2 0 0 0,2 0 1 16,-4-1-3-16,4 2 4 0,2-4-4 0,0 1 2 16,0 0 5-16,2 0-6 0,2-3 0 0,-6-1-1 15,11 3 2-15,-4-5 2 0,1 2 12 0,-8 0 11 16,11-2 14-16,-4 0 8 0,1-1 6 0,0 0 10 16,-2 2 1-16,-2-2-4 0,0 1-4 0,-4 2-2 15,7-3-6-15,-3 2-3 0,-4 1-22 0,6-2 10 16,-6 2-10-16,9 3 1 0,-5 0-7 0,0-2-5 15,1 2 0-15,1 0-6 0,-1 2 1 0,6 2-3 16,0 1 3-16,1-1-3 0,1 0-5 0,5 4 1 16,2-3-4-16,1 0 3 0,1-2-1 0,9-1-5 15,-8 2-9-15,10-5 11 0,-11 0 5 0,1 0-7 16,0-4 7-16,-1 0-7 0,0-3 2 0,-2-2-3 16,3 2 3-16,-4-3-2 0,0-2-1 0,4-8-3 15,-2-1-9-15,-8 4-5 0,-3-3-7 0,3 0-3 16,2-5-3-16,-4-3 3 0,-3 7-2 0,2-5 2 15,-6-4 2-15,0 1 3 0,-1-1-3 0,-2 1 5 16,-5-3 14-16,4 4 17 0,-3-2 26 0,-1 3 32 16,3 4 12-16,-5-5-8 0,0 7 18 0,0-2 5 15,0 2 9-15,-1 0 5 0,-3 2 3 0,4 1-1 16,-4 6-9-16,4 2-13 0,-2 0-13 0,-1 1-9 16,-1 4-17-16,1 3 4 0,-3 0-10 0,-1 6-4 0,-2 0-7 15,2 6-10-15,2 2 3 0,-3 2-1 0,3 4-4 16,-5 5 1-16,9 2-7 0,-2 0-6 15,7 1 6-15,-1-1 0 0,1 2-10 0,3 5-14 16,2-3-9-16,2-3-19 0,2 1-33 0,3 2-4 16,3-1-27-16,-2-2-35 0,3-3-39 0,-5-6-34 0,-2-1-54 15,1-2-76-15,3-6-68 0,-4-1-217 0,-4-4-672 16,4-1 298-16</inkml:trace>
  <inkml:trace contextRef="#ctx0" brushRef="#br0" timeOffset="42064.71">11770 2278 414 0,'0'0'436'0,"0"0"-21"16,0 0-21-16,0 0-19 0,0 0-24 0,0 0-28 15,0 0-24-15,0 0-30 0,0 0-24 0,0 0-28 16,6 4-21-16,-6-4-22 0,0 0-20 0,0 0-14 16,0 0-15-16,0 0-16 0,0 0-15 0,0 0-11 15,0 0-3-15,0 0-8 0,6 1-10 0,-6-1-8 16,0 0-2-16,11-3-8 0,-11 3-8 0,7-3-4 16,-6-1 0-16,-1 4-19 0,9-3-10 0,-7 1-17 15,-2 2-31-15,3-5-34 0,-3 5-56 0,-3-5-53 16,-1 1-50-16,-3 1-53 0,-1-1-73 0,-3 2-293 15,-8-2-711-15,-1 0 314 0</inkml:trace>
  <inkml:trace contextRef="#ctx0" brushRef="#br0" timeOffset="42382.61">10951 2319 160 0,'0'0'201'0,"0"5"-4"0,0-5-1 16,6 6-6-16,-2-1-7 0,1-3-11 0,1 1-5 15,-1-1-8-15,2-1-7 0,1 1-4 0,-1 0-7 16,1-2-12-16,-1 0-13 0,-7 0-5 0,12-2-2 15,-5 0 1-15,-2-1-4 0,2 0-7 0,-3 0-8 16,0-1-4-16,-1 0-12 0,-2 0-11 0,2-1 1 16,-6-3-17-16,3 4-14 0,-4-1-32 0,0 0-26 15,0 0-21-15,-4 1-24 0,0 0-28 0,-2-1-38 16,0 4-48-16,1-2-40 0,-2 2-200 0,-1-1-458 16,1 1 203-16</inkml:trace>
  <inkml:trace contextRef="#ctx0" brushRef="#br0" timeOffset="43218.99">14055 2146 191 0,'0'-3'317'0,"3"-2"0"0,-6-2-2 16,3 2-14-16,-1 2-11 0,-2-2-25 0,2 1-22 15,-3 2-8-15,-2-1-26 0,-4 1-24 0,1 2-19 16,-2 0 1-16,0 0-27 0,-4 2-21 0,4 1-9 16,-3 1-11-16,1 3-9 0,1-3-6 0,1 1-14 15,3 3-6-15,-3-2-22 0,6 5 21 0,1-5-14 16,-1 1-1-16,7 4-1 0,-1 0-4 0,2 0-4 15,5 0 6-15,4 3-7 0,6 0 1 0,8 3-5 16,-4 1 2-16,3-2-4 0,5 1 3 0,0-1-8 16,-3 0-5-16,3-1-16 0,-8-1 15 0,5 2 1 15,-8-6-4-15,-2 2-7 0,-2-2 5 0,-3-2-13 16,-3 2 4-16,-2-2 0 0,-1 1-5 0,-2-2 5 16,-1-2-3-16,-2-1-1 0,-2 3 6 0,-2-3-3 0,-1 1-18 15,-2-3 7-15,-6 0 14 0,-2 2 7 16,-5-2-4-16,3 1-1 0,-4-2-23 0,-1-1 16 15,4 1-16-15,2-2-39 0,1 1-24 0,3-3-24 16,-2 2-19-16,6 0-37 0,0 0-43 0,3-4-44 0,4 5-57 16,0-6-290-16,2 1-638 0,5-3 283 15</inkml:trace>
  <inkml:trace contextRef="#ctx0" brushRef="#br0" timeOffset="43469.83">14343 2089 227 0,'0'0'255'0,"-1"15"-9"0,1-11-3 16,1 4-9-16,1 2-6 0,0 3-7 0,4-3-13 0,-1 8-11 16,7-2-13-16,-5 2-26 0,4 0-13 0,3 0-13 15,-5 0-14-15,9 5-6 0,-3 0-13 16,-1-6-9-16,-1 1-13 0,4 5-4 0,-3-6-6 15,0-2-35-15,1 0-42 0,-5 1-41 0,-1-6-50 16,-1 0-63-16,2-1-66 0,-3 1-235 0,1-5-504 0,-3-2 223 16</inkml:trace>
  <inkml:trace contextRef="#ctx0" brushRef="#br0" timeOffset="44540.27">14429 2308 50 0,'0'0'199'0,"19"6"-17"16,-7-3-9-16,1 1-19 0,3-1-13 0,4 3-13 15,2 0-14-15,1-1-8 0,10 4-9 0,-2-4-14 16,-1 1-4-16,3 2-11 0,-1-1-9 0,2-2-1 0,0 0-7 16,-1-4-8-16,-2-1-1 0,-1 1-5 15,-5-1-5-15,-5-1-1 0,-1-3-6 0,0-1-1 16,0 0-1-16,-8 0 5 0,-1-3-8 0,-1 0-6 15,-1-2 0-15,-4 0-6 0,-4 1 3 0,-4-4-2 0,-1 4-2 16,1-2-3-16,-6-1 3 0,1 3 9 0,-2 2 13 16,-1 0-3-16,-2 2 11 0,0 1 0 15,-4 0 5-15,-2 3-4 0,-1 1 3 0,0 1 4 16,2 3-3-16,-1 0-1 0,-2 3-3 0,4 0-6 16,2 2 0-16,-2 4-1 0,6-3-5 0,3 2 0 0,2 1-3 15,2 0 1-15,4-2 1 0,1 2-7 0,4 6 4 16,0-2-2-16,3-6 2 0,0 1-2 0,9 1-1 15,-2-1-3-15,2 1 2 0,2-3-3 16,1-5-1-16,1 3 1 0,-2-3-3 0,-3-4 0 16,3-1 1-16,1-1-6 0,-5-1 2 0,-1-2-2 0,-1-3 0 15,0 2 0-15,-1-5 1 0,-4 1-1 0,0-2-2 16,0 0 1-16,-2 1 2 0,1-2 1 0,-4 2 10 16,0 1 10-16,2-1 13 0,-3 2 9 15,-1 2 0-15,0-1 7 0,0 2-6 0,0 0-7 16,0 2-5-16,0 3-8 0,0-9-9 0,0 9-1 0,0 0 0 15,0 0-4-15,0 0-2 0,0 0 0 0,-11 12-9 16,11-7 0-16,-4 2 2 0,4 0-5 0,4 3-5 16,0 1 1-16,-1-1 0 0,1 0-1 15,4 1-3-15,3 3-2 0,-4-3 2 0,5-2-4 16,3 4 0-16,1-4-6 0,1 1-5 0,3-2-3 0,-2 0-1 16,2-2-4-16,1-2-5 0,-1-3 2 0,0-1-1 15,1 0 0-15,-2-3-6 0,-4 0-6 0,4-3-4 16,-1-4-7-16,-6 4-2 0,3-6-3 0,-7 1 2 15,3-3 3-15,-2-2-1 0,-2 1 2 0,-3 2 6 16,2-5 3-16,-2 0 8 0,1 0 2 0,-9 1 4 16,4-3 9-16,-2 2 11 0,-1-2 15 0,0 1 14 15,0-2 10-15,-2 2 15 0,1-2 18 0,-2 3 18 16,1-2 15-16,-2 3 8 0,2-2 8 0,-1 3 19 16,1 0-6-16,-2 1 0 0,0 3-1 0,3 2-9 15,-3 0 0-15,3 2-15 0,1 2-6 0,3 0-12 16,-5 3-16-16,5-1-11 0,-3 2-9 0,3 2-6 15,0 0-5-15,0 0-14 0,-8 8-1 0,4 3-8 16,4-1-2-16,-1 6 1 0,-1 2 3 0,1 2 3 16,1-1-26-16,3 6 20 0,-2 3-4 0,3-2 4 15,0-5-6-15,-1 6 4 0,1 0-3 0,1-6-5 16,4 5-2-16,-1 2 2 0,4-4 3 0,-4-4-14 16,10 1 0-16,-6-3 7 0,11 2-9 0,-8-7 4 15,1 0 5-15,2-2-5 0,1-2 6 0,0-1-1 16,2-2 1-16,0-3 4 0,-1 0-4 0,-1-4 1 15,1-1 0-15,-4-2 1 0,-1-1 0 0,2-3 10 16,-1-1-13-16,-4 0 4 0,-4 2 11 0,3-4-12 16,-3 1 6-16,3-5 2 0,-1 4 14 0,-8-2 7 15,-2 1 11-15,3 2 7 0,-3-1 13 0,0 1 3 16,-3-1 3-16,3 4-7 0,-1 1-15 0,-3-1 3 16,-1 1-4-16,3-1-5 0,-3 2-8 0,-2 4-7 15,1-1-8-15,1 1 7 0,-4 1-9 0,0 0 1 16,1 3 0-16,1-1-3 0,-3 5-2 0,4-2-7 15,2 1 2-15,-2 2 8 0,2 1-5 0,-2 0-3 16,3 1 5-16,2-3-3 0,2 3 0 0,3 0 1 16,3-1-2-16,0 0 1 0,4 0 1 0,2 0-5 15,4-1-4-15,1-1-13 0,3-3-5 0,2 1-7 16,0 0-35-16,0-1-31 0,-1-3-19 0,0 1-33 16,-2-5-39-16,3-2-49 0,-4 0-61 0,0-4-60 15,-1 1-266-15,1-3-671 0,-4 0 298 0</inkml:trace>
  <inkml:trace contextRef="#ctx0" brushRef="#br0" timeOffset="44707.53">15309 2217 138 0,'-4'1'273'15,"-2"0"-3"-15,6-1-11 0,0 0-12 0,-9 2-20 16,9-2-24-16,0 0-19 0,0 0-20 0,0 0-14 15,23 0-20-15,-11 1-33 0,1 0-60 0,6 0-71 16,-6 1-89-16,9-1-248 0,-4 0-401 0,5-1 177 16</inkml:trace>
  <inkml:trace contextRef="#ctx0" brushRef="#br0" timeOffset="45393.28">16196 1970 157 0,'1'-4'321'0,"-1"0"-21"0,0 0-27 15,2-1-27-15,3 1-21 0,-1 2-21 0,4 2-25 16,-1-3-18-16,4 2-14 0,1 2-18 0,2-1-13 16,0 3-7-16,0-1-16 0,0 2-5 0,2 5-12 15,2-3-7-15,-6 2-11 0,-1 1-2 0,3 2-6 16,-5-1-3-16,2-2-9 0,-4 0-4 0,2 1-3 16,-5 0-3-16,3 0-6 0,-4-1 0 0,-3-1-3 15,3 1 4-15,-2 1-6 0,-1 1 0 0,-1-2 6 16,-2 1 11-16,-2 1 10 0,-1 0 4 0,-1 2 3 0,-1 0-5 15,1 0-4-15,-2 3-5 0,-1-2-5 16,2 3-2-16,0-1-1 0,0 1 2 0,0-1-4 16,1 1-3-16,4 2-3 0,-1 2 3 0,5-1-6 15,1 1-10-15,2-1-16 0,5 7-26 0,0-5-42 16,-3-4-50-16,13 8-72 0,-5-11-96 0,2 1-238 16,1-3-575-16,0 2 254 0</inkml:trace>
  <inkml:trace contextRef="#ctx0" brushRef="#br0" timeOffset="45760.75">16558 2862 206 0,'0'2'315'0,"0"-2"17"0,-3 6 25 0,3-6 16 16,0 0 1-16,-3 4 3 0,3-4-8 0,0 0-6 16,0 0-14-16,0 0-23 0,0 0-19 0,0 0-28 15,0 0-27-15,0 0-28 0,0 0-18 0,0 0-25 0,0 0-21 16,0 0-17-16,0 0-16 0,0 0-21 0,0 0-14 16,15-8-12-16,-15 8-12 0,6-3-12 15,-2 2-8-15,-4 1-9 0,0 0-4 0,0 0-6 16,9-1-4-16,-9 1-5 0,0 0-1 0,4-2-3 0,-4 2 0 15,0 0-7-15,0 0-1 0,0 0-7 0,0 0-4 16,0 0-5-16,0 0-9 0,0 0-3 0,0 0-13 16,0 0-15-16,0 0-26 0,0 0-22 15,-12-5-61-15,12 5-60 0,-14-1-62 0,5 2-64 16,-2-1-102-16,0 2-314 0,-4-1-820 0,4 0 363 0</inkml:trace>
  <inkml:trace contextRef="#ctx0" brushRef="#br0" timeOffset="55278.11">4200 4773 241 0,'-6'-11'360'15,"-2"-1"-13"-15,2 1-18 0,-3 1-18 0,1 2-23 16,-3 1-12-16,-2 0-10 0,1 4-37 0,0 1-19 16,-4 1-26-16,2 2-13 0,-5 3-17 0,0 2-15 0,3 4-12 15,-6 2-6-15,3 6-12 0,-4 5-3 0,4 0-10 16,3-1-7-16,1 6-7 0,5-5-6 0,0 4-8 15,1-2-9-15,5 3-3 0,3-1-7 0,2 2-1 16,3-9-3-16,5 6-7 0,5-4 3 0,0-7-9 16,5 4-1-16,-2-6 6 0,11 2-4 0,3-4 4 15,-2-1-12-15,2-7-10 0,-1-1 11 0,1-4-5 16,-1-1-4-16,-7-1 1 0,6-5-2 0,-9-1-1 16,6-3 4-16,-7 3 13 0,-1-4 11 0,-3-2 7 15,5-4 5-15,-9 2 5 0,-3-1-1 0,2 0 3 16,-2-9-1-16,-7-1-8 0,2 9-8 0,-6-9-5 15,-2 3-9-15,-4 5 0 0,-1 2-5 0,0 2-4 16,-4 2-3-16,-2 2-2 0,1 2-5 0,-2 1-2 16,0 2-2-16,-3 4-7 0,-2 1-28 0,8 3-39 15,-6 3-32-15,8-1-35 0,-9 3-46 0,12 2-35 16,-6 2-39-16,5 0-52 0,3 1-47 0,0 2-51 16,1 5-225-16,6-6-679 0,3 5 300 0</inkml:trace>
  <inkml:trace contextRef="#ctx0" brushRef="#br0" timeOffset="55579.17">4667 4793 324 0,'0'0'350'0,"0"0"-44"16,0 0-35-16,0 0-23 0,10 6-22 0,-10-1-14 0,0 3-3 15,0 1 1-15,4 4-1 0,0 4 6 0,-2 1-17 16,2 5-7-16,1 7-7 0,3 4-18 0,-1 0-1 16,4 3-13-16,5 13-15 0,-5 0-9 15,1 0-13-15,2 0-10 0,-2 0-7 0,3-1-12 0,0-2-12 16,-1 2-2-16,-5-14-7 0,5 1-5 0,-2-1-6 16,-1-2-1-16,0-2-4 0,-3-6-9 0,-3-4-6 15,0-5-22-15,0 0-29 0,2-6-26 0,-5-2 6 16,1-4-15-16,-2-2-46 0,-1-2-42 0,0 0-39 15,0 0-30-15,3-22-33 0,-4 11-38 0,1-8-46 16,-2-8-241-16,-2-2-612 0,3-2 271 0</inkml:trace>
  <inkml:trace contextRef="#ctx0" brushRef="#br0" timeOffset="55863.47">4735 4807 297 0,'-5'-11'375'15,"0"1"10"-15,2 2 10 0,0 1-1 0,-1 2-5 16,4-1-14-16,-1-1-29 0,1 2-28 0,1 1-33 16,-1 0-32-16,6 1-27 0,-1-1-27 0,3 1-18 15,3 2-15-15,1-2-23 0,3 3-15 0,4 2-12 16,0 0-17-16,2 2-4 0,-2 0-12 0,3 3-11 16,-5 1-3-16,1 1-19 0,2 2-19 0,-2-3-10 15,-7 2-14-15,-2-1-13 0,2 1-2 0,-4-2-6 0,-2 4 0 16,-2-3 0-16,-1 1 3 0,-7 0 2 15,-3 0-3-15,-1 1 2 0,-6 1-14 0,-4 0-17 16,0-1-21-16,-10 3-27 0,2-4-24 0,-2-2-34 16,1 1-32-16,-5-1-40 0,3-1-53 0,7-3-52 0,0-1-59 15,3-1-209-15,5-1-640 0,1-1 283 0</inkml:trace>
  <inkml:trace contextRef="#ctx0" brushRef="#br0" timeOffset="56833.59">5096 4675 169 0,'0'-5'296'15,"2"0"2"-15,0-2 2 0,-1 1 0 0,-1 1-2 16,0-6 6-16,2 0-13 0,-2-1-11 0,-2 0 1 16,1-1-21-16,-1 2-17 0,0-4-8 0,-2 3-12 15,3-1-12-15,-1 0-11 0,-2-1-12 0,3 2-17 16,-2 2-12-16,3 0-15 0,-1 3-13 0,-2 0-12 15,3 2-14-15,-2 0-16 0,2 0-10 0,-1 2-14 16,1 3-11-16,0 0-14 0,0 0 2 0,0 0-8 16,0 0-5-16,0 0-5 0,14 12-1 0,-10-3-5 15,4 2-8-15,-4 2-6 0,6 3-2 0,-5 3-3 16,-1-2 3-16,4 1-2 0,-1-1-6 0,-3 1-4 16,3-1-8-16,-1 1-3 0,-5-2-5 0,5 0 2 15,-1 1-3-15,-3-5 0 0,1 2-1 0,-3-1 2 16,4 0 1-16,-1-2 1 0,1-2-2 0,-1 4 0 15,-3-4 4-15,4-1-7 0,-3 1 10 0,-1-3-2 16,4 0-7-16,-3 1-7 0,2-2 9 0,-1 0-2 0,-1 0-1 16,0-2 6-16,-1 0-2 0,0-3 4 15,3 5-3-15,-2-2 6 0,-1-3 4 0,0 6 1 16,0-6-1-16,0 0 2 0,0 0 7 0,0 0 6 16,0 3-7-16,0-3 3 0,0 0 3 0,0 0-5 0,0 0-1 15,0 0 11-15,0 0-5 0,-2 4 2 0,2-4-1 16,0 0 2-16,0 0-13 0,0 0 6 0,-3 4 1 15,3-4 0-15,-6 5 1 0,1-4 0 0,5-1 7 16,-7 4-7-16,3-3 0 0,0 1 5 0,-1 0 0 16,1 4-9-16,-1-3 4 0,-1-1 0 0,2 1 2 15,1 0 3-15,-1-1 0 0,-3 1 2 0,7-3-6 16,-6 4 2-16,4-3 3 0,2-1-4 0,0 0 3 16,-8 2 4-16,5 1 4 0,3-3 0 0,-3 3 5 15,3-3 1-15,-2 2-2 0,2-2 5 0,0 0-7 16,0 0 4-16,0 0-2 0,0 0 0 0,0 0-11 15,0 0 6-15,0 0 1 0,0 0-3 0,0 0-3 16,0 0-4-16,0 0 3 0,0 0-1 0,0 0 2 16,0 0 0-16,8 4 3 0,-8-4-3 0,12 0 4 15,-4 1-5-15,3-2-8 0,1 1 11 0,1 0-4 16,0 0-5-16,2 0 8 0,0 0-1 0,4 0-7 16,-4 0 3-16,-1 0 5 0,5-1-4 0,-6 1-11 15,2 0-10-15,-3-1-28 0,-1-1-15 0,3 2-23 16,-7 0-15-16,0-1-24 0,-7 1-16 0,9 0-35 15,-9 0-40-15,0 0-42 0,5-1-43 0,-5 1-43 16,0 0-219-16,0 0-608 0,0 0 270 0</inkml:trace>
  <inkml:trace contextRef="#ctx0" brushRef="#br0" timeOffset="57485.89">5926 4894 11 0,'0'0'422'0,"0"0"12"0,0-6 6 0,0 6-25 16,1-3-23-16,-1 3-23 0,0 0-25 0,0 0-35 16,0 0-32-16,0 0-31 0,0 0-26 0,0 0-26 15,0 0-19-15,0 0-18 0,0 0-14 0,-11 9-17 16,8-6-11-16,-1 0-15 0,1 1-9 0,1 0-9 15,0 0-9-15,1 1-7 0,1 0-6 0,0-5-7 16,-4 8-5-16,4-4-5 0,0 0-2 0,0-4-8 16,4 6 1-16,-4-2-6 0,0-4 0 0,0 0 1 15,4 4-2-15,-4-4-4 0,6 1-3 0,-6-1 3 16,0 0-5-16,0 0-1 0,13-6-3 0,-8 1 0 16,-2 2-8-16,0-2-3 0,-2 0-5 0,-1 1-6 15,3-4-5-15,-3 4-3 0,0-2 4 0,0-1-2 16,-3 2 0-16,-1 0-4 0,1-3-9 0,-2 3-8 15,1 2-17-15,0-4-24 0,-1 4-22 0,-2 2-28 16,-1-3-22-16,0 3-23 0,-2-1-21 0,4 2-27 0,-3 0-31 16,-2 0-31-16,4 2-38 0,-1-1-26 15,0 2-210-15,3-1-600 0,-4 1 265 0</inkml:trace>
  <inkml:trace contextRef="#ctx0" brushRef="#br0" timeOffset="57836.91">5825 4674 131 0,'-3'1'285'0,"3"-1"-25"16,-8 4-29-16,4-3-13 0,4-1-25 0,0 0-20 15,-7 4-19-15,5-3-5 0,2-1-19 0,0 0-10 16,-2 7-10-16,2-7-6 0,3 5-1 0,1-3-1 16,-4-2 0-16,4 4-4 0,-4-4-1 0,4 3-4 15,1-2-9-15,-5-1 11 0,9 0 4 0,-9 0 5 16,7 0 3-16,-7 0-1 0,7-1 5 0,-7 1-13 16,6-4 8-16,-2 1-16 0,-4 3 5 0,3-8-10 15,-2 3-7-15,-1 2-5 0,2-4-14 0,-4 2 0 16,1 1-11-16,-2 0-11 0,2-3 0 0,-5 2-7 15,6 1-25-15,-5 0-41 0,2 1-44 0,-2 1-47 16,-2-2-64-16,1 3-70 0,6 1-72 0,-12 0-240 16,12 0-619-16,-12 4 275 0</inkml:trace>
  <inkml:trace contextRef="#ctx0" brushRef="#br0" timeOffset="67722.95">7340 4360 130 0,'-5'-10'382'0,"-1"0"1"0,2-1 2 0,0 5-10 16,3-1-7-16,-1 0-21 0,-3 2-14 15,2 0-32-15,2 1-29 0,-2 2-30 0,3 2-28 0,0 0-27 16,0-6-26-16,0 6-12 0,0 0-16 0,0 0-13 16,12 8-11-16,-6-3-12 0,2 2-16 0,0 0 0 15,1 3-8-15,4-2-10 0,-2 6-9 0,4-1 4 16,-2 1-10-16,5-1-5 0,-4 1-3 0,2 0-3 15,-2-1-6-15,-1 0-4 0,2 0 1 0,-3-1-3 16,-1 1-3-16,0-3 0 0,-3-1-3 0,-1 1-3 16,1-3 3-16,-5-1-6 0,0 0-1 0,2-3 5 15,-1 4-7-15,-1-4 2 0,-2 1 4 0,2-1 2 16,-3-3-6-16,4 1 4 0,-4-1 1 0,0 0-1 16,0 0-5-16,0 0 4 0,0 0-3 0,0 0-2 15,-10-11-5-15,9 4 2 0,-4 1-2 0,-1-2-2 16,-1 0-1-16,1 2 4 0,0-4-3 0,-2 4-1 15,0-2 1-15,1-2-3 0,-1 4-9 0,0 1 11 16,-3-2-3-16,3 3 0 0,0 1 3 0,-5-2-8 16,2 1 4-16,-2 3-2 0,-1-2-3 0,-1 3 2 15,-1-2 1-15,-3 3 1 0,0 0 0 0,-3 3-4 16,0-2 10-16,2 1-10 0,2 1 3 0,-2 1 4 16,3 2-6-16,1-3 0 0,4 2-3 0,-3 1 3 15,4 0-4-15,2 0 7 0,-5 2-5 0,6 0 2 0,1-1 4 16,3 4-9-16,-4-4 2 0,5 3 2 15,3-1 4-15,0 0-1 0,2 2 1 0,2-2 2 16,2 2 2-16,2-2-1 0,5 3 2 0,0 0-1 16,2-1-4-16,3 1 3 0,1-1 2 0,0-1-4 0,0 0 5 15,6 2 2-15,-5-1-5 0,-1-2 0 0,-1 2 2 16,2 0-1-16,-1-2-4 0,-2 0 3 0,1 1 0 16,-2 1-4-16,-2-2 3 0,2 0 4 0,-6-1-6 15,4 3-2-15,-3-2 6 0,0-3-3 0,-2 3 3 16,-2-4-1-16,4 3-2 0,-4-1 1 0,2-2-2 15,-5 2 1-15,3-4 0 0,-3 1 0 0,-1 0-1 16,0 0 1-16,2 0 0 0,-5-1 1 0,4 1-3 16,-4-2 1-16,2 1 6 0,-2-4-2 0,-2 6 0 15,-1-2 1-15,2 0 3 0,-4 0 3 0,-1 0-2 16,-2 2 3-16,1-1 4 0,-5 0-1 0,-3 1 10 16,3 0 3-16,-10-3 4 0,4 6 8 0,-6-2 6 15,-5-1 9-15,1 2 12 0,3-6 9 0,-3 1 7 16,6-2-1-16,-3-1 11 0,2 0 3 0,0 0 8 15,4-1 1-15,0-4-4 0,0-2 8 0,8 4 8 16,-1 0-3-16,1-6 8 0,1 6-6 0,5-2-6 16,1 2-8-16,-4-2-12 0,5 2 1 0,3-1-17 15,-3-1-2-15,2 1-12 0,1-1-11 0,0 5-8 16,4-5-3-16,-1 2-6 0,2 1-4 0,2-1-4 0,-3 2-4 16,-4 1-6-16,11 0 5 0,-4-1-2 15,5 5-3-15,0-2 10 0,-1 1-19 0,3 0-3 16,-2 4-7-16,7-1-20 0,0 2-19 0,3-5-27 15,0 5-29-15,6 1-29 0,-1-1-48 0,2 0-54 0,2-1-71 16,-8-5-68-16,-1 0-50 0,10 2-78 0,0-1-51 16,-6 3-291-16,-3-4-913 0,0 0 405 15</inkml:trace>
  <inkml:trace contextRef="#ctx0" brushRef="#br0" timeOffset="68039.73">8385 4591 398 0,'0'0'467'0,"0"0"-19"0,0 0-16 0,0 0-29 16,0 0-26-16,0 0-26 0,0 0-37 0,0 0-31 16,0 0-31-16,0 0-25 0,0 0-24 0,0 0-22 15,15 2-18-15,-10-3-37 0,3 0-60 0,7 0-55 16,0 1-48-16,-1-3-47 0,-1 0-35 0,8 1-42 16,-3 2-44-16,3-3-54 0,-2 2-53 0,-4 0-276 15,0-2-636-15,-7 3 281 0</inkml:trace>
  <inkml:trace contextRef="#ctx0" brushRef="#br0" timeOffset="68190.27">8462 4693 97 0,'-12'10'248'16,"1"-4"-3"-16,1 2-26 0,5-3-26 0,0 2-21 16,2-3-13-16,0 1-14 0,3 0-9 0,0-5-11 15,7 7-15-15,5-5-5 0,3 1-16 0,6-5-37 16,9 4-55-16,1-5-73 0,3-1-83 0,-3-1-151 15,5 0-336-15,2-3 150 0</inkml:trace>
  <inkml:trace contextRef="#ctx0" brushRef="#br0" timeOffset="68558.23">9451 4081 378 0,'3'-5'417'0,"-1"0"-5"15,0 0-23-15,-4 1-32 0,2 4-41 0,0 0-32 0,-5-3-25 16,5 3-3-16,-26 9 0 0,7 2-2 0,-5 5-7 15,-2 7-1-15,0 4-9 0,-3 1-8 0,1 2-12 16,-8 11-12-16,5 1-11 0,-3 0-20 0,7 2-13 16,1 1-9-16,7-9-12 0,4 12-13 0,1 1-16 15,6-1-7-15,8-10-8 0,14 11-9 0,-2-13-9 16,15 9-5-16,13 1-7 0,6-6-9 0,8 1-8 16,28 8-35-16,2-3-42 0,-20-23-49 0,36 13-60 15,10-8-62-15,-5-5-67 0,6-7-71 0,-3 5-92 16,-2-6-433-16,-2-7-934 0,-3 0 414 0</inkml:trace>
  <inkml:trace contextRef="#ctx0" brushRef="#br0" timeOffset="71451.77">20174 3681 37 0,'0'0'307'0,"0"0"-3"0,0 0-6 0,-7-2-6 15,7 2 1-15,0 0-8 0,0 0-29 0,0 0-4 16,0 0-10-16,0 0 10 0,0 0-2 0,0 0-16 15,13 8-21-15,-8-2-15 0,5 1-3 0,-1 1-18 16,10 4-14-16,0-1-8 0,6 6-18 0,3-1-17 16,-3 2-11-16,3 0-12 0,-2 1-8 0,-4 4-7 15,4 0-12-15,-3 1-4 0,-7 1-12 0,2 4 0 16,-1-3-5-16,-4 7-12 0,-1 0 3 0,-4-2-5 0,-1 5-1 16,-10 2-5-16,-1 10-3 0,-4-10-8 0,-3-2-11 15,-1-2-31-15,-6 0-26 0,-1 0-31 16,-3-2-35-16,-2-3-37 0,-2 1-36 0,-4-3-35 15,0-2-55-15,-2-4-74 0,-4-2-329 0,-1-2-737 0,-2-7 326 16</inkml:trace>
  <inkml:trace contextRef="#ctx0" brushRef="#br0" timeOffset="72672.73">17442 4133 152 0,'0'0'295'16,"0"-7"-13"-16,-1 2-20 0,-1 2-6 0,1-2-4 15,-1 1-14-15,2 4-14 0,-4-5-12 0,4 1-17 16,0 4-21-16,-5-3-12 0,1 1-20 0,-2 1-11 16,6 1-17-16,-17 3-16 0,8-1-8 0,-3 2-8 15,-1 1-4-15,2 2-17 0,-7 1-4 0,2 1 1 16,-1 4-14-16,1-6 1 0,1 6-7 0,2 2-5 16,-1-1-3-16,3-2-1 0,-1 4-9 0,4-4 7 15,1 3-5-15,1 0-8 0,5-2 4 0,-3 1 1 16,8-1-3-16,1-1 1 0,-2-1-2 0,5-1 0 15,5 1-6-15,3 2 7 0,1-2-1 0,12-1-4 0,-10-4-2 16,4-2-4-16,3 0-2 0,-4-1-7 0,1-3-6 16,-1 0-2-16,-3-2-3 0,1-1 5 15,1-2 2-15,-4 0-1 0,2-1 0 0,-8 0 3 16,1-3 1-16,-1-6-2 0,-1 7 2 0,-2-3 1 0,-3 1 2 16,1 0 9-16,-2 0-4 0,0-1 31 0,-2 0-4 15,2 4 15-15,-4-1 10 0,2 0 8 0,-2 1 7 16,0 0 3-16,0 3 12 0,0 0-9 0,0 4-5 15,-2-8-16-15,2 8-2 0,0-5-11 0,0 5-11 16,0 0-3-16,0 0-2 0,0 0-4 0,0 0-2 16,0 0-4-16,0 0-3 0,5 16-3 0,-4-11 0 15,-1 5 0-15,3-2 0 0,-3 1-4 0,1 2 1 16,2-1 5-16,1 1-2 0,-1 0-9 0,0-3-7 16,1 2-6-16,-3-1-10 0,6 0-2 0,0-2-15 15,-5 0 0-15,5-1-4 0,-1 0-1 0,2-1 1 16,-3 0 5-16,2-3-7 0,0-2-1 0,1 2 1 15,1-1 3-15,0-4-1 0,0 0 13 0,3 0-3 16,-3-3 8-16,0-2-3 0,1 2 7 0,-1-4 0 16,-3 3 2-16,-1-4 1 0,-1 1 10 0,1-1-10 15,0 2 12-15,-4-3-3 0,3 1 7 0,-1 1 14 16,-3 1 4-16,0 2 8 0,0 1 8 0,0 1-3 16,0 1-5-16,-3 0 13 0,3 4-24 0,0-5-1 15,0 5-9-15,0 0 2 0,0 0-1 0,-1-4-1 16,1 4-2-16,0 0-6 0,0 0 6 0,-3 14-7 15,2-10 9-15,1 2-4 0,0 1-6 0,4 1 15 16,-3-1-19-16,3 0 0 0,0 2-7 0,-4-1 0 16,3 0-6-16,3 1-7 0,-3-1-11 0,4 1-3 15,0-2-11-15,0 1-11 0,-1-3-4 0,0-1-8 0,2 1-15 16,-2-1-7-16,-1-1-8 0,-2-2-16 16,6-1-21-16,-9 0-20 0,13-1-22 0,-8-2-18 15,2-1-26-15,0-2-25 0,-2 3-130 0,-1-2-417 16,0-1 185-16</inkml:trace>
  <inkml:trace contextRef="#ctx0" brushRef="#br0" timeOffset="73876.98">17944 4223 232 0,'0'0'289'0,"0"0"-8"0,0 0-4 0,0 0-5 16,0 0-18-16,0 0-18 0,0 0-21 0,0 0-26 15,0 0-17-15,0 0-20 0,0 0-17 0,0 0-15 16,0 0-10-16,0 0-11 0,9 8-3 0,-2-4-18 16,-3 0-11-16,3 1-8 0,2 0-2 0,-3 3-8 15,2 0-3-15,3 0-4 0,-2 1-9 0,-2-2-7 16,3 3-11-16,-2-2-4 0,0 2-12 0,-2 0-2 16,0-5-5-16,-3 3-4 0,5-3 2 0,-4-3 2 15,-1 4-3-15,0-1 5 0,-3-3 2 0,0-2 5 16,0 0-3-16,0 0 3 0,0 0 3 0,0 0 13 15,0 0 8-15,-18-5 9 0,15 0 10 0,-1 2 19 16,2-2-2-16,-3-2 15 0,4 1 5 0,-3-4-3 16,0 4 3-16,4-6-19 0,-2 4 6 0,2 1 0 15,0-2-18-15,4 0 2 0,-1-1-2 0,0 3-5 16,1-3-10-16,0 6-8 0,7-4 3 0,-6 5 3 16,4-1-11-16,-2-1-4 0,3 4-5 0,-3-2-6 15,1 3-14-15,2 3-2 0,-2-2-12 0,0 0-9 16,-1 0-1-16,0 2-9 0,1 2 9 0,-3-3-22 0,2 4 3 15,-1-1-7-15,-2 2-5 0,1-1 0 16,0 0-6-16,0 3-2 0,-3-1 2 0,1-2 7 16,1 1-3-16,-1 0 2 0,-2 0 3 0,1-3 2 15,-1 2 6-15,0-2 4 0,1-1 5 0,0 2 7 0,-2-5 7 16,2 4 2-16,-2-4 4 0,0 0 13 0,0 0-13 16,0 0 7-16,0 0 1 0,0 0 1 15,0 0 15-15,1-15-4 0,-1 10 5 0,0-1 1 16,3-2 5-16,-3 1 7 0,1-1 1 0,-1-1 1 0,1 0 2 15,2-2-2-15,-1 1-5 0,0 0 4 0,4 1-3 16,-1 0-3-16,-1 2-5 0,-1 0 2 0,4-2-1 16,-2 1 0-16,-1 1-1 0,3 1-9 15,-2 2-7-15,4 2-3 0,-4-3-17 0,2 1-14 0,4 4-28 16,-6-3-14-16,3 2-12 0,-1 0-18 0,-7 1-15 16,15 1-10-16,-7-1-4 0,-1 0-3 0,0 1-6 15,1 0-3-15,-2-1 8 0,-1 4-3 0,-1-3 15 16,-4-1 13-16,7 1 12 0,-7-1 12 0,9 0 11 15,-9 0 8-15,0 0 10 0,0 0 11 0,7-4 9 16,-5 1 16-16,-2 3 12 0,0 0 13 0,0-4 19 16,0 4 10-16,0 0 24 0,-5-6 19 0,5 6 5 15,-4-3 2-15,2 0 8 0,2 3-3 0,0 0-6 16,-11-2-8-16,11 2 0 0,0 0-8 0,-14 5-4 16,9-2-8-16,-3 3 5 0,2-1 0 0,1 1-2 15,-5 3-2-15,6-4 0 0,-7 3-3 0,6-1-4 16,-1 2-3-16,2 1 1 0,0 0-4 0,0-3-6 15,2-1 2-15,0 2-1 0,2-1-2 0,2-1-1 16,0-1 0-16,2-1 1 0,4 0-5 0,-1-2 2 16,4 1 0-16,1 0-2 0,2-3-1 0,-1 0 1 15,5 0-7-15,1-2 2 0,0 0-3 0,-6-2-2 16,7-1-2-16,-8 0-3 0,2-2 0 0,2 0 4 16,-5 0-5-16,1 2 3 0,-2-3 0 0,-5 3 2 15,1 1 11-15,0-1 22 0,-3 1 11 0,1 2 0 16,0-2-3-16,-1 0-7 0,-2 1-3 0,-1 3-9 15,0 0 0-15,0 0-4 0,0 0-1 0,0 0-5 16,0 0-1-16,0 0-1 0,-12 8-3 0,11-4 4 16,-2 0-7-16,2-2-5 0,-3 6 3 0,0-1-1 0,2-2 1 15,2 0 0-15,-1-1 0 0,1 2-1 0,1-2 1 16,-1 0 0-16,2 0-1 0,2 0 2 16,-3-2-2-16,3 2 3 0,0-3 5 0,-4-1-6 15,10 0 2-15,-10 0-5 0,12-2 2 0,-5 0 0 0,-2-1-1 16,3 0-1-16,2 0 0 0,1-3-2 0,-6 2 0 15,3-1 0-15,2 1-1 0,-1-2 0 0,-2-1 2 16,0 4-1-16,0-3-1 0,2 0 13 0,-2 3 18 16,0 1 3-16,-6-2-1 0,3 3-3 0,-1-3-2 15,-3 4-4-15,4-3-10 0,-4 3 0 0,0 0-5 16,0 0 8-16,0 0-12 0,0 0 0 0,0 0-2 16,4 11-2-16,-4-6 0 0,0-2 0 0,0 2 3 15,0 1 1-15,3 0-4 0,-2-1 2 0,3 1 1 16,-1 0 1-16,1-1-4 0,3 0 4 0,-2-1 0 15,5 4-1-15,-2-5-10 0,-1 0-7 0,2-3-14 16,1 1-18-16,1 0-13 0,1-2-9 0,0 2-19 16,0-2-18-16,2-3-5 0,-3-1-17 0,3 0-22 15,-3-1-12-15,3-2-11 0,-4 2-2 0,2-3-1 16,0 0-11-16,-3-5-127 0,0-2-335 0,-2 4 147 16</inkml:trace>
  <inkml:trace contextRef="#ctx0" brushRef="#br0" timeOffset="74060.95">18954 4013 54 0,'-4'-9'157'0,"-1"-3"40"15,-1 4 20-15,2-5 7 0,1 4 11 0,-2 2 2 16,1 2 5-16,1 0-18 0,3 0-16 0,-2 2-22 0,2 3-25 16,-2-6-20-16,2 6-19 0,0 0-8 15,0 0-13-15,0 0-10 0,-4 16-8 0,5-6-8 16,2 1-6-16,-3 1-7 0,2 2-7 0,0 2-5 16,1 5-5-16,5-1-5 0,-4 1-1 0,0 5-5 0,3 1-3 15,1-1-24-15,2 1-23 0,-5-7-33 0,5-1-43 16,-5 1-48-16,5 0-52 0,-1-2-40 0,-5-2-232 15,0-3-501-15,1-4 221 0</inkml:trace>
  <inkml:trace contextRef="#ctx0" brushRef="#br0" timeOffset="74244.93">18908 4141 144 0,'-1'-2'257'0,"1"2"-19"0,-2-8-27 0,2 8-15 15,4-4-24-15,-4 4-19 0,7-2-12 0,-7 2-15 16,15 2-10-16,-7-2-15 0,3 1-28 0,4 4-30 16,-1-2-55-16,3 2-60 0,3 0-62 0,0-4-159 15,0 3-316-15,-1 1 140 0</inkml:trace>
  <inkml:trace contextRef="#ctx0" brushRef="#br0" timeOffset="74747.32">19457 4010 194 0,'-7'-5'330'0,"2"3"4"16,4-1-16-16,-3 0-13 0,1 0-16 0,-2 0-28 15,5 3-23-15,-9-4-21 0,3 4-23 0,6 0-26 16,-10 0-12-16,3 4-21 0,0-3-20 0,2 4 6 15,-4 1-21-15,3 0-12 0,-1 2-8 0,0 0-9 0,0 2-12 16,0 1 1-16,1 0-8 0,2 1-3 0,-2 4-8 16,4-3-5-16,-1-1 2 0,3 5-7 15,4 1 5-15,-1-6 1 0,1 4-15 0,4-1-10 16,-2-2-2-16,4-3-6 0,-3 2-2 0,4-4-17 0,1 0 8 16,-1-2-2-16,2 0-3 0,0-3-3 0,2-2 4 15,0-1-1-15,-3-1 6 0,0-2-1 0,2-1-3 16,0-1 10-16,-1-1-6 0,-2-1-1 15,1 1-2-15,-5-3 7 0,2 1 4 0,-3 2 7 0,2-4 27 16,-4 6 9-16,1-4 11 0,-3 2 7 0,1 1 5 16,-3 1-2-16,4 0 2 0,-4 4-4 0,0-7-11 15,0 7-4-15,0 0-12 0,0 0-5 0,0 0-4 16,0 0-3-16,0 0-3 0,0 0-3 0,0 0-2 16,-7 13-6-16,7-13 3 0,3 12-6 0,-3-6 1 15,0-1 0-15,3 5-4 0,1-2-5 0,0 3-9 16,3-2 10-16,-2 0-1 0,6-2-3 0,-4 1-10 15,6-1-14-15,-3-2-7 0,3 1-13 0,-2-1-22 16,7 2-12-16,-3-7-11 0,-1 1-9 0,-2-1-15 16,0-1-12-16,2-3-19 0,-2 1-19 0,-2-3-26 15,2-1-15-15,0-4-31 0,0 2-21 0,-1-4-10 16,-1 3-181-16,0-2-486 0,-6-6 216 0</inkml:trace>
  <inkml:trace contextRef="#ctx0" brushRef="#br0" timeOffset="74947.4">19817 3913 164 0,'-3'-9'223'16,"-3"3"9"-16,4 1 1 0,0-2-11 0,-2 2-18 16,1 2-24-16,1 0-19 0,2 3-16 0,-3-4-16 15,3 4-6-15,0 0-21 0,-3 10-11 0,5-5-11 0,-2 2-3 16,4 3-10-16,-2 1-9 0,1 2-1 16,-1 5-7-16,0-1-5 0,4 5-5 0,-1-3-3 15,0 1-1-15,1 8-10 0,-3-6-17 0,2-5-24 16,-1 10-30-16,-1-6-37 0,0-2-31 0,3 1-43 0,-3-9-19 15,1 1-36-15,-4 2-122 0,2-2-360 0,-2-4 160 16</inkml:trace>
  <inkml:trace contextRef="#ctx0" brushRef="#br0" timeOffset="75382.28">19883 4139 104 0,'1'-7'211'0,"2"2"18"15,-3 0-2-15,0-1-9 0,2 2-11 0,0 0-9 16,-2 0-24-16,0 4-19 0,2-5-18 0,-2 5-18 15,0 0-10-15,0 0-13 0,0 0-12 0,0 0-7 16,0 0-7-16,0 0-5 0,5 11-9 0,-1-8-4 16,-1 4-2-16,-2-2-8 0,6 1-5 0,-3-1-5 15,3 0-2-15,-2 1-2 0,5-2-6 0,-1 2-8 16,-2-1-5-16,4-3-4 0,1 1 9 0,-1 0-9 16,0-1-3-16,1 3 2 0,1-5-3 0,-1-4 2 15,-4 4 1-15,2-4 6 0,2 2-9 0,-3 2-1 16,2-4 4-16,-4-1 2 0,0 3 12 0,-3-2 13 15,3 2 16-15,-5 1 10 0,3-1 10 0,-1 0-2 16,-4 2-6-16,6-4-8 0,-6 4-8 0,4-2-5 16,-4 2-10-16,0 0 1 0,0 0-8 0,9 6-1 0,-9-4 0 15,1 5-6-15,2-2-5 0,-2 5 4 16,3 2 0-16,-4 1-3 0,4-1 5 0,2 6-4 16,-2 3 0-16,0-3-6 0,-1 2 5 0,2 0 3 15,-1 6-5-15,0 4 1 0,0-10 2 0,0 1 0 0,-4-1 8 16,3 1-12-16,-3-2-4 0,-1 0 2 15,-1-1 1-15,1-4 3 0,-6 0-1 0,3-2 0 16,0-2-1-16,-4-1 3 0,0-1 4 0,-3-2-3 0,-3-2-3 16,3-1-21-16,-2-2-35 0,-1-4-44 0,-5-2-58 15,-3-1-84-15,3-3-78 0,-5-7-177 0,-1 0-530 16,1-4 234-16</inkml:trace>
  <inkml:trace contextRef="#ctx0" brushRef="#br0" timeOffset="75750.23">19497 4068 62 0,'0'0'264'0,"0"0"-9"15,10-6-3-15,-10 6-7 0,6-3-6 0,-6 3-2 16,4-2-4-16,-4 2 1 0,0 0-19 0,4-3-7 16,-4 3-11-16,0 0-11 0,0 0-20 0,4-4-9 15,-4 4-22-15,0 0-8 0,0 0-19 0,3-2 4 16,-3 2-28-16,0 0-9 0,0 0-3 0,0 0-23 16,0 0 12-16,0 0-13 0,0 0 2 0,0 0-10 15,0 0-3-15,0 0-7 0,0 0 1 0,10 0-3 16,-10 0-2-16,0 0-5 0,5-2 0 0,-5 2 0 15,4-2-6-15,-4 2 5 0,0 0-1 0,0 0-3 16,8-1 14-16,-8 1-20 0,0 0-23 0,0 0-26 0,5-3-26 16,-5 3-40-16,0 0-62 0,0 0-88 15,0 0-89-15,0 0-231 0,0 0-623 0,0 0 276 16</inkml:trace>
  <inkml:trace contextRef="#ctx0" brushRef="#br0" timeOffset="86805.87">9640 4402 270 0,'0'0'388'0,"0"0"2"16,0 0 0-16,0 0-7 0,0 0-8 0,0 0-6 0,0 0-12 16,-8 0-8-16,8 0-19 0,0 0-12 15,0 0-19-15,0 0-23 0,0 0-18 0,0 0-24 16,0 0-17-16,0 0-22 0,0 0-17 0,0 0-19 15,0 0-18-15,0 0-2 0,0 0-22 0,0 0-10 0,16-3-13 16,-1 1-9-16,3-1-10 0,2-2-5 0,13 0-10 16,1 2-10-16,-1-2-19 0,3-2-12 15,2 4-19-15,-1-2-25 0,-2-3-27 0,-2 2-33 16,1 1-30-16,-3-2-30 0,-2 1-26 0,-6 4-24 0,-4-5-13 16,0 5-13-16,-8 0-16 0,3-3-14 0,-5 4-18 15,-2 0-32-15,0-1-45 0,-7 2-8 0,0 0-5 16,0 0-207-16,0 0-611 0,-14 10 271 0</inkml:trace>
  <inkml:trace contextRef="#ctx0" brushRef="#br0" timeOffset="87023.3">9848 4489 29 0,'-11'6'210'0,"5"-3"12"16,-3 1 13-16,4-1 10 0,-1-1 8 0,1-1 11 15,5-1 5-15,-7 3 12 0,7-3-3 0,-4 3-5 16,4-3-5-16,0 0-12 0,0 0-12 0,0 0-21 15,0 0-18-15,0 0-22 0,0 0-22 0,19-4-17 16,-5 1-13-16,1 2-8 0,4-2-16 0,1 1-15 16,3-2-4-16,-1 3-14 0,8-1-9 0,1 0-34 15,-9-1-29-15,8 3-45 0,1-1-33 0,-8 0-36 16,-1 1-27-16,0 0-36 0,0-4-36 0,-5 3-38 16,2-2-36-16,-2 2-36 0,-4 0-237 0,-3 0-604 15,-1-2 268-15</inkml:trace>
  <inkml:trace contextRef="#ctx0" brushRef="#br0" timeOffset="87324.36">9879 4246 158 0,'-2'-5'346'0,"0"0"-4"16,1 0 4-16,-2 0 6 0,3 0-4 0,0 5-8 15,0 0-20-15,0-8-31 0,0 4-30 0,0 4-24 16,0 0-33-16,0 0-22 0,0 0-19 0,0 0-20 0,0 0-11 16,0 0-15-16,6 18-14 0,-2-6-6 15,0-1-17-15,1 6 0 0,0 1-14 0,4 1 4 16,-8 1-10-16,6 1-10 0,-4-2 1 0,5 1-14 16,-4 0-28-16,0 0-25 0,4-1-35 0,-1-1-27 0,0-1-28 15,1 1-28-15,-3-6-22 0,1 1-34 0,-2-1-35 16,2-2-40-16,2-2-27 0,-2-3-37 0,0-1-183 15,-2-2-557-15,0 0 248 0</inkml:trace>
  <inkml:trace contextRef="#ctx0" brushRef="#br0" timeOffset="87558.52">10059 4206 263 0,'-3'-5'341'0,"3"-1"-10"16,-4-2 5-16,4 6-17 0,-1-2-23 0,1 4-30 15,0-6-31-15,0 6-32 0,0 0-23 0,0 0-14 16,0 0-16-16,0 0-10 0,-3 15-18 0,6-5-12 16,-2 1-6-16,3 2-19 0,2 5-3 0,-2 0-12 15,1 2-1-15,1-1-7 0,2-1-8 0,3 8-5 16,-2-6-4-16,2 4-8 0,1 1-2 0,-2-6 7 16,2-2-6-16,-4 2-11 0,6 1-44 0,-3-2-31 15,-3 0-34-15,2-3-40 0,-1-1-51 0,-2-4-56 16,0 0-63-16,1-3-252 0,-4-2-592 0,5-1 262 15</inkml:trace>
  <inkml:trace contextRef="#ctx0" brushRef="#br0" timeOffset="87942">10474 4236 55 0,'0'0'352'15,"-3"-7"-19"-15,3 7-33 0,-4-2-28 0,4 2-31 16,0 0-23-16,0 0-21 0,0 0-21 0,0 0-16 16,-7 9-20-16,7-9-14 0,1 10 1 0,1-5-24 15,-1 1-8-15,1 1-6 0,-1-1-10 0,3 1-11 16,0 1 0-16,2-2-9 0,-2-1 5 0,1 0-20 16,5 3-13-16,-5-3-6 0,2-1 1 0,1-2-14 15,0 3-2-15,-1-3-3 0,0-2 0 0,-7 0-2 16,11-4-5-16,-6 1 2 0,1 0-1 0,-4-3-3 0,0 0 3 15,0 1-2-15,-2 0 1 0,0-3 1 16,-1 1-1-16,-2-2 1 0,-1 1 3 0,-1-1 11 16,1 1-4-16,-7 1 10 0,1-1-5 0,2 1 12 15,-3 1-13-15,3-2-4 0,3 4 8 0,-1 2-10 0,-3-2-2 16,3 2-4-16,1-2 1 0,2 0-22 0,3 4-21 16,-7-3-16-16,7 3-3 0,0 0-16 15,0 0-26-15,0 0-30 0,0 0-29 0,18-2-24 16,-6-2-16-16,1 0-16 0,1-4-3 0,3 3-151 0,0-3-398 15,4-1 177-15</inkml:trace>
  <inkml:trace contextRef="#ctx0" brushRef="#br0" timeOffset="88143.92">10645 4110 982 0,'11'-7'-65'0,"0"-1"51"0,1 0 45 16,-5 1 43-16,0-1 35 0,-3 3 25 15,0 0 25-15,0 0 17 0,-1 1 9 0,-1-3 17 0,-2 4 2 16,0 3-8-16,2-5-21 0,-2 5-20 0,1-5-16 16,-1 5-19-16,0 0-15 0,0 0-8 0,2 13-12 15,-4-3-9-15,2 1-2 0,-3 6-2 0,3 1-15 16,0 2-7-16,2 9-3 0,2 1 1 0,-1 0-6 15,2 3-13-15,-1 0 2 0,6 0 14 0,-6 2-11 16,4 1-10-16,2-3 0 0,3 2 1 0,-6 1-6 16,4 2 1-16,-2-6-12 0,2-2 10 0,-3 0-23 15,3-5-25-15,-4 2-41 0,0-8-36 0,-6-6-49 16,2 2-65-16,0-5-56 0,1-1-245 0,0-3-564 16,-3-2 251-16</inkml:trace>
  <inkml:trace contextRef="#ctx0" brushRef="#br0" timeOffset="88327.9">10724 4368 255 0,'0'-3'288'0,"0"3"-17"0,2-6-28 16,0 3-22-16,1 0-21 0,2 0-18 0,-5 3-22 15,13-3-13-15,-7 3-16 0,6-2-15 0,-1 0-10 16,3 1-9-16,1 0-43 0,-4 2-58 0,4-1-62 15,3-1-72-15,1 0-79 0,-6-2-124 0,9 3-370 16,-2-2 163-16</inkml:trace>
  <inkml:trace contextRef="#ctx0" brushRef="#br0" timeOffset="88663.4">11121 4209 168 0,'0'0'239'0,"-11"5"-16"0,7-2-12 0,4 2-22 16,-1-1-14-16,-3 1-12 0,4 1-14 0,0-1-6 16,0 2-19-16,0 1-10 0,4-1-9 0,-3 2-12 15,3 0-5-15,0 2-8 0,5-4-6 16,-4 0-9-16,4 0-7 0,-3-1-2 0,5 1 2 0,1-2-10 16,-2 0-8-16,1-1-3 0,-1-4-3 0,1 1-3 15,0-3 0-15,-1-2-11 0,-1-2 5 0,-2 3-2 16,0-5-4-16,-1 3-4 0,0-4-1 15,-2-2-4-15,0 0 2 0,-7 1 2 0,3-1 2 0,-1 0-5 16,1 4 4-16,-4-3 13 0,0-1 6 0,-3 4 3 16,0-3 2-16,2 3-2 0,-1 2-7 0,1-2-1 15,-3 6-4-15,3-3-2 0,-1 3-4 0,1-2 6 16,-1 2-13-16,6 1-26 0,0 0-13 0,-12 4-18 16,12 1-27-16,0 0-24 0,4-1-29 0,1 1-36 15,5 1-22-15,0 1-38 0,8 1-177 0,0-2-430 16,3 3 190-16</inkml:trace>
  <inkml:trace contextRef="#ctx0" brushRef="#br0" timeOffset="89080.55">11555 4236 25 0,'-8'-1'195'0,"8"1"10"0,-15-3 0 0,6 2-3 16,-1-1-9-16,-5 2-7 0,1 3-7 0,0 2-13 15,-2-3-11-15,4 3-12 0,0 0-13 0,-3-1-11 16,2 2-11-16,0 2-12 0,1-2-2 0,5 3-15 15,-2-2-6-15,2 2-9 0,0-2-7 0,3 1-3 16,0-2-3-16,4 2-4 0,-3-3-7 0,6 0-1 16,-3 3-2-16,1-5-3 0,3 4 11 0,3-3-17 15,1 0-1-15,0-3-3 0,2 1-2 0,-1-2-1 16,2 0-2-16,3-1 0 0,-3-3-3 0,1 2-3 16,0-4 3-16,-2 0-4 0,1 0-4 0,1-3-2 15,-4 1-9-15,3-6-7 0,0-1-8 0,-3-2-5 16,-4 2-10-16,0 1-5 0,-1-6 7 0,1 2 3 15,-4-2 1-15,0 1 8 0,-4 1 18 0,1-1 15 16,-1 4 17-16,0 0 12 0,0 0 17 0,-2 2 22 16,1 2 13-16,3 1 5 0,-3 0 7 0,3 3-11 15,-3 0-1-15,4 2-5 0,0 0-13 0,-2 0-9 16,3 1-11-16,0 4-16 0,0 0-10 0,0 0-12 16,0 0-5-16,0 0-16 0,-3 13-8 0,5-6-6 0,0 3-14 15,0 1-20-15,0 1 1 0,4-1-26 0,0 7-21 16,1-3-23-16,3 2-19 0,-2 2-27 0,2-3-29 15,2-1-20-15,-2-2-16 0,3 1-20 16,-2-5-168-16,5 2-451 0,-3-4 200 0</inkml:trace>
  <inkml:trace contextRef="#ctx0" brushRef="#br0" timeOffset="89481.96">11790 4168 115 0,'-4'-3'245'0,"-4"1"-6"0,4 1-13 16,-1-3-15-16,-1 3-14 0,-3 0-11 0,-2 1-14 15,-1 3-10-15,-2 1-14 0,2 1-17 0,-2-1-12 16,2 2-13-16,1 1-12 0,-1-1-6 0,2 3-10 16,2 0-3-16,3 0-9 0,0 1-9 0,0-3-4 15,1 4 0-15,4 0-5 0,0-1-5 0,0 0-2 16,3-2-8-16,2 0 1 0,-2-2-5 0,4 2 1 16,1-1-5-16,-1-3-4 0,5-2 2 0,-4 2-3 15,4-4-5-15,2 0-4 0,-2-4-1 0,0 1-1 16,-1-4-2-16,3 1-5 0,-2-7-7 0,-1 2 0 15,1-5-10-15,-2 2-11 0,-2-1-1 0,-4-2-6 16,4-1-2-16,-4 0 3 0,-1-2 3 0,-2-1 4 16,-1 3 6-16,0-1 12 0,-1 0 19 0,-3 0 18 15,-1 2 19-15,-1 0 16 0,2 5 26 0,0-1 6 16,-2 2 20-16,2 0 10 0,0-1-1 0,-2 6-11 16,1 0 0-16,1-1-8 0,0 2-14 0,3 0-22 15,-2 1-7-15,3 4-5 0,-8-1-6 0,8 1-12 16,0 0-12-16,-8 9-17 0,5-2-8 0,3 6-14 15,-1 3-23-15,-1-1-28 0,2 7-24 0,2 5-26 16,-1-2-36-16,2 1-32 0,-2 3-36 0,-1 1-33 16,3-2-46-16,-2 2-216 0,3-4-552 0,2 0 244 0</inkml:trace>
  <inkml:trace contextRef="#ctx0" brushRef="#br0" timeOffset="90100.81">11578 4610 246 0,'-4'-3'338'0,"4"3"-16"0,-4-4-23 0,1 2-16 16,-3-1-25-16,0 2-23 0,6 1-24 0,-18 3-19 15,6 0-18-15,1 3-17 0,-5 0-7 0,0 1-13 16,-1 4-8-16,1-1-14 0,1 1-11 0,1 2-11 15,1 0-14-15,3 0-3 0,2 0-8 0,3-2-5 16,-2 2-5-16,3-1-3 0,4 1-5 0,0-2-6 16,4 1 19-16,3 1-25 0,-2-4 2 0,3 0-9 15,2-1 4-15,8 3 0 0,-1-5-2 0,1-2-7 16,2-3-5-16,-2 1-8 0,2-2-2 0,1-3 2 16,-1 0-6-16,-1-2 1 0,-1 2-3 0,-2-6 2 15,2 3-4-15,-6-1 5 0,-2 0 9 0,0-2-11 16,0 0 1-16,-2 2-2 0,-2-3 11 0,0 3 13 15,-1-1 29-15,-4 3 7 0,2-1 18 0,-2 1 9 16,0-1 7-16,1 2-7 0,-2 4-6 0,0-6-6 16,0 6-15-16,0 0-10 0,-3-6-6 0,3 6-4 15,0 0-8-15,0 0-4 0,0 0-3 0,-10 11-3 16,9-7-3-16,0 1-3 0,-1 2-5 0,2-1-2 16,0 1-3-16,2-1-4 0,-1 4-6 0,3-3-8 15,-2 2-7-15,2-2-10 0,1 0-9 0,1-1-20 0,-1-1-17 16,4 0-18-16,2-1-17 0,-1 0-17 15,1-2-11-15,0 3-29 0,2-7-22 0,-2-2-22 16,-3 0-19-16,6-1-23 0,-3-3-11 0,-2 0-13 16,6-6-16-16,-4 1 10 0,3-3-178 0,-6-2-493 0,0-1 218 15</inkml:trace>
  <inkml:trace contextRef="#ctx0" brushRef="#br0" timeOffset="90635.65">11922 4555 184 0,'0'-17'76'16,"-2"-1"46"-16,0 5 32 0,0 1 31 15,-3 2 24-15,1-1-2 0,-1 3 1 0,5 3-15 0,-1-1-11 16,-2 0-19-16,0 4-17 0,0 0-20 0,3 2-10 15,0 0-11-15,0 0-4 0,-15 9-17 0,11-4-7 16,-1 3-11-16,1 3-5 0,3-1-8 0,-2 4-3 16,1-2-4-16,2 7-4 0,0-1-3 0,2 1-4 15,1-1-8-15,-2 3 3 0,3-5-2 0,1 2-4 16,1-1 1-16,-1-2 1 0,3 3-10 0,-2-4-14 16,3-1 0-16,-3-3-19 0,-1-1-17 0,-2-1-3 15,3-2-14-15,-4-1 3 0,1-1 5 0,1-1 3 16,1 0 3-16,-5-3-5 0,4 0 14 0,-4 0 1 15,0 0 1-15,6-7 5 0,-2 3 7 0,0 0 22 16,-2-1 11-16,0 0 5 0,3-1 1 0,1-3 6 16,-2 2 6-16,0 0 1 0,3-1-1 0,-3 1 3 15,1 1-1-15,2 1-2 0,-3 0-3 0,3 1-6 16,0-1-4-16,-2 2 0 0,4 2-2 0,-4 0-10 16,-1-1 2-16,-4 2 1 0,15 4-6 0,-10-1-2 15,4 2 1-15,-4-1 2 0,6 2-5 0,-7 2 8 16,4-2-7-16,-2 1-3 0,-1 4 0 0,2-3 1 15,-4-2-2-15,1 2 2 0,-3-1-1 0,3-1 0 16,0 0-2-16,-2-2-1 0,0 1 1 0,1-2 4 16,-1 1 3-16,-1-2-3 0,-1-2 3 0,9 1 2 15,-9-1-3-15,0 0 3 0,11-2 8 0,-7-1 15 16,2 0 14-16,-1-1 6 0,0-2 9 0,2 1 15 16,0 0 10-16,-3 0 10 0,-1-1-1 0,2 1 9 15,2-2 7-15,-3 3-2 0,2-1 8 0,-2 1-2 0,-1 1-6 16,-1-2-6-16,2 3-14 0,-4 2-8 0,4-4-15 15,-4 4-12-15,3-2-7 0,-3 2-2 16,0 0-13-16,0 0 0 0,0 0-3 0,0 0-11 0,8 8-40 16,-5-5-15-16,0 1-27 0,1 1-27 0,0-1-30 15,1 0-37-15,1 1-39 0,1-1-55 0,-2 0-62 16,6-3-66-16,-3 1-223 0,3 0-652 0,1-2 288 16</inkml:trace>
  <inkml:trace contextRef="#ctx0" brushRef="#br0" timeOffset="90803.29">12320 4485 140 0,'-9'-3'281'0,"4"-1"-21"16,-4 3-21-16,3-2-22 0,0 2-21 0,-2 0-23 16,-1 1-15-16,9 0-16 0,-14 4-15 0,3-2-14 15,2 2-35-15,-1 1-48 0,-1-1-68 0,2 1-74 16,-3 1-73-16,1-1-119 0,-3 2-328 0,3-1 145 15</inkml:trace>
  <inkml:trace contextRef="#ctx0" brushRef="#br0" timeOffset="90987.27">11880 4595 44 0,'0'0'320'0,"0"0"-17"0,0 0-5 16,0 0-8-16,0 0-23 0,0 0-22 0,18-7-23 15,-9 4-19-15,-2 1-14 0,1 1-31 0,1-1-11 16,3 0-20-16,0-2-32 0,0 3-51 0,0-2-60 16,1 0-71-16,-1 0-99 0,-4 0-259 0,-2 1-480 15,4-1 213-15</inkml:trace>
  <inkml:trace contextRef="#ctx0" brushRef="#br0" timeOffset="91120.07">11665 4464 101 0,'0'0'108'15,"0"-4"-50"-15,0 4-55 0,18-4-48 0,-3 2-49 0,4-3 21 16</inkml:trace>
  <inkml:trace contextRef="#ctx0" brushRef="#br0" timeOffset="91440.93">12945 4404 110 0,'0'0'402'0,"8"0"-3"0,-8 0-7 0,7-3-6 16,-7 3-24-16,4-1-25 0,-4 1-29 0,0 0-34 15,10 1-26-15,-10-1-32 0,4 1-18 0,-4-1-17 16,6 4-20-16,-1-1-16 0,-3 1-15 0,1 1-12 16,1 0-11-16,-4 3-12 0,6-2-16 0,-3 2-21 15,-1 1-25-15,2 2-36 0,-1 0-40 0,-2 0-42 16,3 0-37-16,-4-1-31 0,0 3-52 0,0-1-62 15,-4-4-52-15,4 3-272 0,-1-3-640 0,1-4 285 16</inkml:trace>
  <inkml:trace contextRef="#ctx0" brushRef="#br0" timeOffset="91707.57">13247 4159 132 0,'4'-2'487'15,"-1"-3"-2"-15,0 3-20 0,3-2-24 0,-2-2-34 16,2 2-34-16,1-1-37 0,0 0-30 0,6 1-27 16,-5-1-34-16,6-2-23 0,2 0-22 0,5 1-23 15,-4 0-17-15,5 0-18 0,1 1-17 0,-4 1-35 16,6 1-45-16,-2-1-46 0,0 1-56 0,0 1-38 15,-2 1-52-15,-1 4-37 0,-6-3-51 0,0 2-58 0,0 1-39 16,-2-1-37-16,-4 1-199 0,-2 1-614 0,-2 1 271 16</inkml:trace>
  <inkml:trace contextRef="#ctx0" brushRef="#br0" timeOffset="91907.17">13448 4222 215 0,'-12'5'273'0,"1"0"4"16,3-1 2-16,0-1-6 0,4 0 5 0,0 0-5 15,-2-1 10-15,2 0-3 0,4-2 1 16,0 0-9-16,0 0-6 0,0 0-27 0,15 4-24 0,0-3-19 16,3-2-20-16,6-1-16 0,5 0-15 0,1 2-16 15,1-2-19-15,-1 2-36 0,4 2-46 0,-4-2-48 16,3-3-56-16,-2 2-42 0,-9-2-72 0,-1 3-78 16,1-2-74-16,-3-2-276 0,-5 0-670 0,5-1 296 15</inkml:trace>
  <inkml:trace contextRef="#ctx0" brushRef="#br0" timeOffset="92158.06">13438 4009 308 0,'-3'-2'350'15,"0"-1"5"-15,2-1-6 0,1 4-22 0,-4-4-31 16,4 4-8-16,-2-5-51 0,2 5-25 0,0 0-20 15,0 0-10-15,0 0-26 0,0 0-21 0,6 16-11 16,-3-10-15-16,1 4-14 0,-3 5-6 0,4 0-11 16,2 4-7-16,0-1-2 0,1 8-15 0,-1-1 7 15,4 2-17-15,-3-7-41 0,0 6-21 0,3-8-28 16,-1 8-28-16,-1-9-40 0,2 1-41 0,-3-4-53 16,2-3-53-16,0-1-54 0,0-2-185 0,0-1-539 15,0-4 238-15</inkml:trace>
  <inkml:trace contextRef="#ctx0" brushRef="#br0" timeOffset="92375.36">13688 4008 365 0,'0'-5'381'0,"0"1"-9"16,0-3-18-16,-3 4-24 0,3 3-46 0,-1-3-36 15,1 3-23-15,0 0-22 0,0 0-21 0,0 0-21 0,0 0-16 16,-6 16-11-16,6-10-15 0,0 7-3 15,0 1-19-15,2-1-12 0,-1 7-3 0,2 7-9 16,1 1-3-16,1 0-11 0,1 1-28 0,-1-3-18 16,5-1-32-16,0 2-34 0,1-8-37 0,-1 0-54 0,2-2-69 15,2-2-72-15,2 2-270 0,-1-7-600 0,1-5 266 16</inkml:trace>
  <inkml:trace contextRef="#ctx0" brushRef="#br0" timeOffset="92726.73">14107 3999 75 0,'-3'3'231'16,"0"2"-13"-16,-1-3-9 0,4 6-10 0,-4-3-14 15,4 0-13-15,-4 4-9 0,4-1-13 0,-1-3-12 16,2 5-11-16,3-1-9 0,-3-1-12 0,2-2-9 15,1 2-1-15,-1-1-16 0,0-2-8 0,-2 1-3 16,3-1-6-16,-1-2-6 0,0-1-4 0,2 2-5 16,-5-4 1-16,4 1-5 0,-4-1-4 0,0 0-2 15,10-6-7-15,-8 2-3 0,0-1 4 0,-1 0 0 16,-4-1 2-16,5-2 0 0,-4 1 7 0,1 1-2 16,-2-2 2-16,-1-2 2 0,0 1-5 0,0-1-3 15,-4 2-3-15,5 2-8 0,-1-1 2 0,0 1-6 16,1 2 0-16,0 1-16 0,-1 0-28 0,3-2-22 15,-3 2-29-15,4 3-16 0,0 0-18 0,0 0-21 16,0 0-28-16,0 0-25 0,18-4-24 0,-10 4-5 16,8-1-158-16,-5 1-400 0,5-2 178 0</inkml:trace>
  <inkml:trace contextRef="#ctx0" brushRef="#br0" timeOffset="92944.16">14369 3873 59 0,'-1'-6'183'0,"-2"0"16"16,1-1 12-16,0 1 5 0,-2 2 3 0,1 1-3 0,-1-3-8 15,-3 2-13-15,3 3-10 0,4 1-21 16,-16 1-5-16,8 2-5 0,2 2-12 0,-4 1-15 16,3 3-13-16,1 0-8 0,-2 4-6 0,0 1-11 15,3 3-7-15,0 1-7 0,3 2-6 0,0 0-4 0,4 6-4 16,0 4-7-16,4-2-7 0,-1 3-2 0,5 1-2 16,-1-3-6-16,-2 3-2 0,5 1-2 15,-3 1 0-15,0-1-16 0,2-2-24 0,-4 0-25 16,1-1-39-16,-3 0-42 0,0-3-57 0,1-9-60 0,-2 0-71 15,-4-5-169-15,3-4-509 0,-3-2 225 0</inkml:trace>
  <inkml:trace contextRef="#ctx0" brushRef="#br0" timeOffset="93127.37">14373 4210 184 0,'0'-6'377'0,"-1"1"-28"0,1 0-12 0,-2-2-19 15,1 3-22-15,1 4-22 0,0-6-22 0,0 6-24 16,1-7-25-16,-1 7-20 0,3-3-26 0,0 0-41 16,1 2-54-16,-4 1-51 0,14 0-61 0,-6 0-76 15,6-1-99-15,-1-2-69 0,6 3-148 0,0-2-480 16,-2 1 213-16</inkml:trace>
  <inkml:trace contextRef="#ctx0" brushRef="#br0" timeOffset="93763.37">14715 4120 255 0,'0'0'270'0,"0"0"-1"0,0 0-19 16,0 0-11-16,16 0-12 0,-16 0-21 0,12-3-16 15,-5 2-21-15,4 0-14 0,0-4-17 0,-2 2-12 16,1-1-13-16,2 0-13 0,-4 0-10 0,-1 3-7 15,3-6-10-15,-4 4-4 0,4-1-5 0,-6-1-8 16,3-2-7-16,-1 2-3 0,-1-1-4 0,-1 0-6 16,-3 0-3-16,3 1-2 0,-2 0 0 0,-2-2-6 15,0 5 0-15,0 2-1 0,-6-8-8 0,3 3 0 16,-1 4-2-16,4 1-3 0,-12 1 2 0,12-1-7 0,-14 5 1 16,8-2-4-16,-4 2 3 0,5 1-2 15,-2 2-5-15,1 1 3 0,2 1 10 0,-1-1-15 16,5 2 1-16,0-1 4 0,0 0 0 0,5 0-3 15,-2 1 3-15,4 0-3 0,1-2 1 0,-2 1 4 0,4-2-2 16,0-1-2-16,-2-4 6 0,3-1-10 0,-3 1-5 16,4 1 6-16,-1-4-7 0,-1-4-1 15,-1 0 0-15,2 2 4 0,-3-3 0 0,3-3 1 16,-5 1 0-16,3-1 2 0,-5 1 2 0,3 0 0 0,0-2 3 16,-3 1 6-16,3-1 6 0,-2 2 5 0,-4 2 16 15,2 0-2-15,1 3-3 0,-4-1-7 0,3-1-9 16,4 3 12-16,-7 1-16 0,0 0 1 15,0 0-5-15,0 0-1 0,9 7 3 0,-7-2-1 0,2 0 3 16,0 4 0-16,0 1-2 0,3-1-4 0,-2 1 3 16,1 2-5-16,3-4 7 0,-2 4-4 0,2-4-2 15,-2 3 2-15,1-3 2 0,-3-3-4 0,0 2 3 16,-1-4 0-16,3 0 4 0,-3-1 4 0,1-2-5 16,-5 0 1-16,9 0-5 0,-9 0 5 0,8-6-3 15,-4 0 3-15,-3-1-4 0,2 1 2 0,0-2 8 16,-1-1 21-16,1 1-5 0,-3 1-3 0,1-4 6 15,-1 0 0-15,0 1-7 0,0 0-3 0,2 0-1 16,-1 2 1-16,-1 0-5 0,0 3 2 0,0 0-13 16,0 0-19-16,0 1-31 0,0 4-40 0,2-6-30 15,-2 6-24-15,0-5-30 0,0 5-31 0,0 0-27 16,0 0-20-16,0 0-15 0,4 13-201 0,-2-8-498 16,2-1 221-16</inkml:trace>
  <inkml:trace contextRef="#ctx0" brushRef="#br0" timeOffset="94248.76">15317 4087 133 0,'0'0'245'0,"-1"-5"4"15,-2 2-1-15,2-3-9 0,1 6-12 0,-4-4-12 16,-2 2-21-16,-1-1-18 0,7 3-16 0,-8-3-10 0,0 3-21 16,8 0-14-16,-12 2-15 0,6 1-8 15,0-1-8-15,0 2-9 0,-1 0-6 0,3 0-7 16,-1 2-7-16,0 0-4 0,1 2-2 0,1-1-10 15,0 1-2-15,2-1-4 0,-1-1-3 0,4 5-2 0,-1-3-10 16,3 3 0-16,0-2-7 0,1-6 8 16,2 4-16-16,2-1-5 0,3-2-5 0,0-4-3 15,-2 1-7-15,3-1 0 0,1 0-1 0,-2-1 12 16,0 0-10-16,2-4 2 0,-1-3 3 0,-2 2 0 0,0 2 2 16,1-3 3-16,-1 1 1 0,-4 1 4 0,1-4 1 15,-2 2 12-15,-2 3 11 0,1-1 7 0,-2 1 16 16,0 0-5-16,-2 0 1 0,1 0 1 15,-2 4-10-15,3-5-2 0,-3 5-13 0,0 0 7 0,0 0-4 16,0 0-2-16,0 0-4 0,0 0 1 0,0 0-5 16,0 0 1-16,0 0 0 0,0 0-4 0,-9 13-2 15,9-9 0-15,0-4 1 0,0 7 3 0,0-7-1 16,0 6-6-16,0-3 2 0,0-3 1 0,0 4 1 16,0-4 1-16,3 5 5 0,-3-5-4 0,6 0 6 15,-6 0-1-15,7 2 7 0,-7-2-6 0,0 0 0 16,13-2-1-16,-13 2-7 0,6-3 8 0,2 1-7 15,-2-1-4-15,-1 2 6 0,1-2-10 0,-1 2-15 16,3 0-21-16,-2 0-24 0,-1 0-29 0,2-1-35 16,-7 2-54-16,12 2-30 0,-4-2-38 0,1 1-34 15,-2 0-162-15,2 0-480 0,2 0 213 0</inkml:trace>
  <inkml:trace contextRef="#ctx0" brushRef="#br0" timeOffset="94683.39">15818 3925 256 0,'-3'-4'308'0,"-2"0"-24"16,-1 1-20-16,2 1-11 0,-3 1-35 0,7 1-22 16,-19 1-17-16,7 3-14 0,0 1-19 0,-2 3-12 15,3-2-13-15,-1 2-13 0,2 1-10 0,-4 2-13 16,8-1 1-16,-1 3-11 0,0 3-6 0,3-1-5 15,0-1-9-15,0-2-7 0,4 1 5 0,2 0-12 16,3 0 2-16,-1-1-7 0,4 3 0 0,3-4-8 0,-1-3-3 16,-1 0-5-16,2 1-8 0,8-2-6 15,-5-1-1-15,2 0-7 0,-2-3 1 0,6-1-4 16,-5-1-2-16,6-2 4 0,-7 1 6 0,-1-4-5 16,-1 2 2-16,0-3 14 0,-1 1-5 0,0 0 16 0,-6 1 21 15,1 1 14-15,-1-2 22 0,-2 3-3 0,-3 1 5 16,8-4 5-16,-8 4-17 0,8-1 1 0,-8 1-16 15,4-3-4-15,-4 3-7 0,0 0-7 16,0 0-6-16,0 0-2 0,0 0-6 0,0 0-3 0,-1 13-1 16,1-9-1-16,-3 3-9 0,3-1-4 0,0-1-6 15,0-2-7-15,4 5-10 0,-1-1-6 0,-2-2-11 16,6 1-8-16,-1 1-13 0,0-5-14 0,4 3-21 16,-5-4-23-16,5 4-23 0,2-7-23 0,-4 2-17 15,2-4-25-15,-1-2-23 0,2 0-16 0,0-4-20 16,1 2-187-16,-2-3-481 0,3-1 214 0</inkml:trace>
  <inkml:trace contextRef="#ctx0" brushRef="#br0" timeOffset="95352.65">16193 3891 110 0,'0'-13'205'0,"0"0"4"16,-1 2 1-16,-1 2-7 0,1 2-18 0,-3 0-20 16,0 2-14-16,1 2-14 0,-1 1-20 0,4 2-8 15,0 0-14-15,-15 6-7 0,10-1-11 0,-1 4-6 16,2-2-10-16,0 6 1 0,4-1-9 0,-1 6-8 15,-2-2-4-15,2 2 0 0,1-1-7 0,1 1-3 16,-2-2-2-16,6 2 2 0,-3-2-7 0,0 1-1 16,2-3-2-16,2 1-1 0,-4-5-2 0,1 1-1 15,-2-1 0-15,4-3-9 0,-3-1 0 0,1-1-2 16,1 0 8-16,-1-3-5 0,-2 1-1 0,-1-3-1 16,0 0 6-16,0 0-7 0,12-2-4 0,-12 2-1 15,0 0 2-15,7-5 5 0,-3 2 4 0,-1-2 1 16,0 3-3-16,1-1 0 0,1 0 4 0,-5 3-6 15,6-3-2-15,-2 0 5 0,-4 3-4 0,8 0-3 16,-8 0 0-16,8 0 1 0,-8 0-3 0,8 4 2 0,-2-2-2 16,-2 3 2-16,1-3-4 0,2 4 2 15,-2-2-2-15,1 0 1 0,-1 1 2 0,1 0 0 16,-2 0-3-16,1-1 3 0,2 2-3 0,-2-1-1 16,-2-2 1-16,3-2-1 0,-1 2 3 0,2-2-5 0,0-1-3 15,-7 0 3-15,13-2-4 0,-6 0-3 0,1 0-2 16,-1-2-6-16,1-1 0 0,-1 0 5 0,4-1-1 15,-3-1-1-15,0 1 3 0,-1-1 4 16,0 1 0-16,-2-2 6 0,2 4 16 0,-3-2 3 0,-1 0 9 16,0 2 9-16,-2-1 2 0,4 0 7 0,-5 1-2 15,4 1-4-15,-4 3-1 0,0-5-8 0,0 5-6 16,0 0-2-16,0 0-6 0,0 0 4 0,-9-3-7 16,9 3 1-16,0 0-3 0,-9 10-2 0,7-7 0 15,-2 1-2-15,4 0 0 0,-3 1 0 0,3 0 5 16,-1-1-5-16,0 1 2 0,2 0-6 0,0-1-6 15,-1 1-5-15,3-1 5 0,1 2-1 0,-2-1-6 16,2-2 3-16,0 2-5 0,2-2-2 0,1 0-3 16,0 0 5-16,0-2 4 0,-2 1 1 0,-5-2-1 15,15 1 0-15,-9-4 4 0,3 3-3 0,-5-2 3 16,3 0 3-16,0 0 4 0,-2 0 6 0,0-2 7 16,-1 1 0-16,1 1 13 0,-2-2 9 0,1 0 6 15,-2 0 10-15,1 2-2 0,-1-2 4 0,0 0 8 16,-2 4-20-16,3-5-4 0,-3 5-10 0,1-4 0 15,-1 4-14-15,3-4-24 0,-3 4-22 0,0 0-17 16,0 0-33-16,0 0-40 0,0 0-44 0,4 10-39 16,-4-4-52-16,4-1-198 0,-4 1-491 0,3 1 218 15</inkml:trace>
  <inkml:trace contextRef="#ctx0" brushRef="#br0" timeOffset="95639.16">16847 4415 336 0,'3'4'401'0,"-3"-4"3"0,4 1-9 0,-4-1-17 16,0 0-20-16,0 0-24 0,0 0-27 0,0 5-33 15,0-5-18-15,0 4-28 0,0 0-21 16,2 0-23-16,-2-4-17 0,1 10-15 0,4-3-17 16,-2-1-10-16,-2 5-14 0,2-2-12 0,-2 2-28 0,1 3-24 15,-1-4-44-15,1 4-56 0,0 0-63 0,-4 3-48 16,-1 1-66-16,-3-1-86 0,0 1-89 0,-7-4-210 16,2-1-666-16,-3 1 295 0</inkml:trace>
  <inkml:trace contextRef="#ctx0" brushRef="#br0" timeOffset="107461.99">11570 5578 71 0,'-3'-12'384'0,"3"1"-1"0,-1-1 0 16,-3-1-7-16,4 2-3 0,-1 1 0 0,-1 3-5 15,2 1-16-15,-2 1-23 0,0 0-33 16,4 1-28-16,-2 4-32 0,-2-6-28 0,2 6-27 0,0 0-16 16,0 0-19-16,0 0-13 0,4 13-14 0,-1-4-8 15,-3 4-10-15,4 1-3 0,-3 4-10 0,2 3-5 16,-2-1-11-16,2 7-5 0,-3 0-7 16,0-1-5-16,0 0-5 0,0-4-4 0,0 5-4 0,3-1-2 15,-3-5-4-15,-3 5-3 0,3 1-38 0,0-6-28 16,-3-2-24-16,6-2-29 0,-3-5-41 0,3 5-26 15,-3-4-43-15,1-3-28 0,1 2-32 0,-1-3-45 16,-1-2-48-16,4-2-41 0,-4-1-269 0,4 1-713 16,-2-3 316-16</inkml:trace>
  <inkml:trace contextRef="#ctx0" brushRef="#br0" timeOffset="107897.85">11532 5484 54 0,'0'-4'350'16,"0"-1"-12"-16,0 1-13 0,0 4-16 0,0-4-17 0,0 4-35 16,0-5-31-16,0 5-19 0,0 0-25 15,0 0-25-15,0 0-12 0,0 0-17 0,0 0-13 16,0 0-13-16,0 14-6 0,0-6-12 0,-1 2-12 15,-2 0-2-15,-1 0-9 0,1 1-5 0,-1-2-3 0,1 3-5 16,-4-3-5-16,5 0-7 0,-1-2-4 0,-1-2-2 16,1 1-1-16,2-1 4 0,-2-3-3 15,3-2 10-15,-4 3 14 0,4-3-7 0,0 0 2 16,0 0 1-16,4-14-3 0,0 4 2 0,3-3-2 0,0 0-1 16,1-4 2-16,-1 1 0 0,6-10 5 0,-4 7-5 15,-3 1 15-15,3 0-2 0,-3 1 8 0,1 6 10 16,-1-1 3-16,-1 5-8 0,-2-2-6 0,-2 4-10 15,1 1-10-15,0-2-9 0,2 3-7 0,0 1-4 16,-4 2-4-16,9 5 0 0,-4 2-2 0,3 2-3 16,0 3-5-16,-1 4-5 0,4 1-33 0,7 6-35 15,-2-1-40-15,6 1-34 0,-1-2-50 0,1 0-36 16,1 1-51-16,2-2-59 0,3-2-63 0,-2-1-224 16,1-3-666-16,-2-3 295 0</inkml:trace>
  <inkml:trace contextRef="#ctx0" brushRef="#br0" timeOffset="108699.57">11282 6333 199 0,'0'-9'400'0,"-4"-1"-3"16,4 3-3-16,-2 0-5 0,1 1-20 0,1 0-19 15,-1 0-18-15,-1 2-31 0,2 1-34 0,0 3-28 16,-4-6-33-16,4 6-23 0,0 0-14 0,0 0-20 16,0 0-19-16,0 13-10 0,0-6-11 0,4 3-11 15,-2 2-9-15,2 0-12 0,0 1-3 0,-3 1-2 0,2 2-15 16,2 1-4-16,-1-1-8 0,2-5-2 0,-1 3-10 16,-3-2-4-16,5-1-8 0,-1-1-4 15,-2 0-2-15,2-3-2 0,-5-1 1 0,2-2-2 16,-2 2 4-16,2-3 4 0,-3-3 0 0,1 2-3 0,-1-2 3 15,0 0-4-15,0 0-2 0,11-12 5 0,-7 7 5 16,-1-2 5-16,-2-3 3 0,1 0 6 0,3 1 2 16,-5 0 1-16,4-1 1 0,-1 4-3 0,-2-3-2 15,2 5-3-15,2-1-5 0,-3 0-4 0,-1 2-11 16,0 0-3-16,-1 3-3 0,3-2-2 0,-3 2-1 16,0 0-1-16,15 5-3 0,-7 1 0 0,0 1-2 15,1-3-2-15,-1 7-1 0,4-4 0 0,3 5-6 16,-6-3 4-16,2 0 1 0,-1 1-1 0,6-1 2 15,-1 0 0-15,-1-2 1 0,-5-2 0 0,4 0 4 16,-3-3 1-16,-1 2 3 0,-1-2-2 0,0-2 2 16,-1-2 4-16,-2-2 6 0,1 1 8 0,-1-4 11 15,-1-2 11-15,3 0 9 0,-3-2 0 0,-3-2-3 16,2-2-1-16,-3-3-5 0,0 0-6 0,-1-4 2 16,-3 3-10-16,-1 1-3 0,0 0-10 0,5 0-14 15,-4 6-20-15,0-2-18 0,1 4-31 0,-1 1-41 16,0 3-60-16,4-1-55 0,0 4-78 0,0 3-41 15,-1-3-23-15,1 3-56 0,0 0-338 0,0 0-821 0,7 14 363 16</inkml:trace>
  <inkml:trace contextRef="#ctx0" brushRef="#br0" timeOffset="108967.29">11985 6270 320 0,'3'-2'313'16,"-3"2"-36"-16,0 0-28 0,0 0-26 0,0 0-26 15,0 0-19-15,1 10-16 0,-2-2-15 0,-5 2-8 16,2 3-17-16,0 3-9 0,-3 2-11 0,-1 8-10 16,-1 1-10-16,-4-3-7 0,1 6-8 0,0-3-9 15,1 2 6-15,-1 1-13 0,-1 0-6 0,4 1-2 16,-3-2-5-16,2 2 0 0,-2-3-5 0,-2 1-8 15,4-1-17-15,0-2-19 0,3-7-27 0,2-2-43 16,-1-4-60-16,2-1-61 0,3-6-64 0,1 0-155 16,0-1-455-16,5-4 202 0</inkml:trace>
  <inkml:trace contextRef="#ctx0" brushRef="#br0" timeOffset="109301.8">12012 6642 204 0,'0'0'292'0,"0"0"3"0,4 3 5 16,-4-3-9-16,6 3-7 0,0 0-3 0,-2-2-12 0,3 2-13 16,0-2-18-16,0 1-29 0,1 0-24 15,0 0-9-15,-1-1-16 0,0 4-20 0,2 1-13 16,-3-2-3-16,1 3-23 0,-2 2-12 0,-2 4-2 15,2-4-21-15,-1 3-2 0,-4 2 0 0,-1-1-5 0,-2 1-6 16,-1-2-2-16,3 5-8 0,-3-3 1 0,0-4-7 16,-2 2-3-16,6-2-2 0,-1 0-8 15,-2-2-1-15,3-1-2 0,-1-1-1 0,1 1 3 16,0-2-4-16,1-4 2 0,3 3-3 0,6-4 1 0,-1 0-10 16,5-3-16-16,6 1-38 0,-2-6-47 0,2 0-40 15,-2-2-49-15,1 0-76 0,11-6-74 0,-3 1-304 16,-1-5-687-16,-4 1 304 0</inkml:trace>
  <inkml:trace contextRef="#ctx0" brushRef="#br0" timeOffset="110004.28">11355 6473 41 0,'0'0'326'0,"4"-4"-15"15,-4 4-21-15,4-3-13 0,-4 3-40 0,0 0-25 16,0 0-23-16,0 0-23 0,0 0-15 0,0 0-17 16,6 7-16-16,-6-3-10 0,0 1-10 0,3 1-11 0,-3 2-8 15,1 2-5-15,-1 2-11 0,0-2-6 0,0 1-2 16,0 1-9-16,0 1 1 0,-1-2-4 15,-1 0-3-15,2 0-7 0,-1-4-1 0,1 2-5 16,-2-3-2-16,0 1-1 0,2 0-2 0,0 0 1 0,0-3 0 16,0 2-3-16,-2-1 1 0,-2-3 27 0,4-2 1 15,0 0 12-15,0 5 11 0,0-5 11 0,0 0 3 16,0 0 2-16,0 0-12 0,0 0-4 16,0 0-4-16,0 0-5 0,0 0-6 0,10-15-5 0,-10 10 2 15,3-3-2-15,-2 2 1 0,0-1 0 0,2 0-7 16,4-3 4-16,-5-1 9 0,1 2 0 0,1-1-2 15,-4-2 1-15,-1 1 2 0,2 2-9 0,-2 0-1 16,-2 0-5-16,2-1-2 0,-1 3-8 0,2 0-6 16,-2-1-5-16,0 1-21 0,-3 1-27 0,5 0-45 15,-3 0-62-15,2 1-48 0,0 2-58 0,1 3-92 16,-5-5-92-16,5 5-224 0,2-6-697 0,-2 6 308 16</inkml:trace>
  <inkml:trace contextRef="#ctx0" brushRef="#br0" timeOffset="110606.4">14640 4894 273 0,'-1'-4'366'0,"1"4"-25"16,-2-3-35-16,2 3-28 0,0 0-31 15,0 0-28-15,0 0-28 0,0 0-13 0,0 12-18 0,2-3-14 16,-1 4-12-16,-1 2-10 0,0 13-13 0,5-2-8 16,-3 6-11-16,-1-1 0 0,2 1-16 0,-2 5-6 15,0-3-5-15,1 4 6 0,-2 13-16 0,1-12-9 16,-1-3 5-16,4 0-12 0,0 16-2 0,-1-18-7 15,1-1 5-15,-1 1-15 0,4-2-22 0,-5-3-25 16,1-8-28-16,0-3-31 0,0-1-43 0,-2-2-45 16,0-4-57-16,2-4-36 0,-3-2-231 0,0-2-539 15,0-3 239-15</inkml:trace>
  <inkml:trace contextRef="#ctx0" brushRef="#br0" timeOffset="111041.26">14637 4915 114 0,'3'-7'343'0,"-3"1"-6"0,1 2-19 16,3-2-2-16,-2 1-23 0,-1 0-24 0,-1 5-18 15,0-6-40-15,0 6-26 0,1-2-21 0,-1 2-15 16,0 0-15-16,0 0-15 0,-4 14-11 0,-1-7-10 16,5 5-10-16,-3-2-15 0,-1 1-4 0,-4 0-6 15,1 1-8-15,0-1-6 0,2 0-6 0,-2 4-9 16,0-8-1-16,0 5-5 0,1-3 1 0,0-3-4 0,2-1-2 16,3-2 4-16,-2-1-4 0,3-2 7 15,0 0 4-15,0 0-13 0,-4-9-4 0,7 2 2 16,1-1-4-16,0-5 10 0,0 1-6 0,8-4 1 0,-4 1-4 15,2-2-1-15,-1 0 8 0,-2 2-4 0,3 0 18 16,-5 3 12-16,-1 0 11 0,4 2 1 0,-1 3-11 16,-4-1 0-16,1 3-5 0,-1 1-13 15,0 2-6-15,-1-1-2 0,-2 3-4 0,0 0-6 0,14 5-1 16,-10 1 1-16,4 5-1 0,-2 4-7 0,4 0-29 16,-1 3-35-16,7 7-23 0,-4 2-22 0,-1-1-30 15,2 4-45-15,1-2-50 0,2 0-87 0,-2 2-309 16,1-3-675-16,-3-3 300 0</inkml:trace>
  <inkml:trace contextRef="#ctx0" brushRef="#br0" timeOffset="111843.97">14489 6010 287 0,'0'-2'363'15,"-1"-4"-7"-15,1 6-14 0,0-7-14 0,0 3-25 16,0 4-18-16,-2-6-44 0,2 6-34 0,0 0-22 15,0 0-18-15,0 0-20 0,0 0-8 0,0 0-18 16,0 14-17-16,0-5-8 0,-2 1-11 0,0 2-4 0,1 2-6 16,-3-1-5-16,1 4-14 0,0-1-6 15,0 0 10-15,2 2-18 0,1-1-3 0,0-4-5 16,-3 0-7-16,2-2 12 0,0 1-13 0,1-2-12 16,0-1-11-16,0-2-1 0,-2 0-11 0,2-2 10 0,0-2-6 15,0 2 4-15,0-5 0 0,0 0 2 0,0 0-2 16,0 0 4-16,0 0-5 0,0 0 3 0,11-14 1 15,-7 6 2-15,2 0-2 0,-3-4-2 0,-1-1-2 16,5 0 2-16,1-2 16 0,-4-2-21 0,0 5 6 16,2-4 9-16,-2 3 15 0,0 2 6 0,1 1 1 15,-2-1 16-15,1 2-2 0,-2 4 2 0,0-1-4 16,-2-1-5-16,3 3-8 0,-2 0-12 0,-1 4 9 16,5-1-13-16,-5 1-6 0,0 0-1 0,10 4 3 15,-4 1-1-15,-1 5-3 0,2-3 2 0,2 4-6 16,-2-1 6-16,4 2-2 0,0-1-1 0,0-2-4 15,1 3 0-15,-1-2 16 0,0-1-18 0,-1-1 6 16,4 1-4-16,-5-1 5 0,2-3 1 0,-1 0-13 16,1-1 17-16,-4-2-7 0,2 0 3 0,-2-2-1 15,0-2 2-15,0-1 3 0,2 0-2 0,-5-2 8 16,3-2 15-16,-3 0 10 0,1-1 4 0,0-2-4 16,-1-1-6-16,-3-2 9 0,-1 2 2 0,0-5-5 0,0-1-3 15,-5-1-6-15,5 0-3 0,-1 5-6 0,-2 0-1 16,2 0-4-16,-1 1-12 0,-2 1-30 0,1 2-22 15,3 0-39-15,-1 3-59 0,-2 1-49 16,0 0-68-16,1 2-66 0,2 3-51 0,-2-3-304 0,2 3-736 16,0 0 326-16</inkml:trace>
  <inkml:trace contextRef="#ctx0" brushRef="#br0" timeOffset="112078.25">15101 6002 211 0,'0'0'347'0,"0"0"-31"0,8-2-34 15,-8 2-32-15,3 5-23 0,-3-5-19 0,-4 10-22 16,-2-2-14-16,4 0-16 0,-5 5-16 0,-3 1-11 16,3 4-14-16,-2 0-7 0,2 1-13 0,-4 8-8 15,2-2-9-15,-2 0-4 0,1 3-8 0,-2-2-8 16,1-1-28-16,2 2-32 0,-1-1-35 0,-1-2-47 15,0-4-52-15,5-3-68 0,0 0-79 0,-3-2-149 16,3-4-467-16,2 0 206 0</inkml:trace>
  <inkml:trace contextRef="#ctx0" brushRef="#br0" timeOffset="112412.76">15140 6332 304 0,'4'-1'291'0,"-4"1"-22"0,0 0-23 0,0 0-9 16,0 0-10-16,0 0-8 0,11 2-9 15,-6 1-9-15,-1-1-11 0,2 1-8 0,-2 1-17 0,0-1-12 16,2 2-14-16,-1 0-3 0,0 2-5 0,1-3-27 16,1 4-11-16,-3 1-9 0,0-1 1 0,-1 3-19 15,1-2-3-15,-4-1-10 0,2 3-3 0,-2-1 2 16,-2 1 1-16,-2-1 16 0,1-1-16 0,-2 0 10 15,2 0 9-15,0-2 4 0,-1-2 3 0,0 2 2 16,4-2 2-16,-4-1-5 0,1 1 3 0,2-1-1 16,1-4 3-16,0 5-1 0,0-5 12 0,4 3 4 15,-4-3-5-15,9 0-10 0,2 0-12 0,8-3-6 16,6-1-10-16,8-1-27 0,5-1-43 0,3-2-64 16,17-6-85-16,2 1-88 0,4-3-127 0,-3-1-402 15,30-16-844-15,-30 7 373 0</inkml:trace>
  <inkml:trace contextRef="#ctx0" brushRef="#br0" timeOffset="112931.26">18191 4822 146 0,'0'0'344'0,"0"0"-34"0,0-5-33 15,0 5-31-15,0 0-22 0,0 0-26 0,0 0-18 16,6 13-18-16,-2-5-11 0,1 3-13 0,-2 2-14 16,2 6-3-16,1 0-11 0,-1 9-11 0,3 1-4 15,-2-1-9-15,-1 3 3 0,2 0-24 0,-2-1 1 16,1 1-6-16,-2 1-6 0,2-3-2 0,-2 2-6 16,-1-4-4-16,6 2-1 0,-7-3-7 0,0-6-19 15,-1-2-34-15,-2 0-29 0,1-4-43 0,1-2-49 16,-2-3-57-16,2-1-54 0,-2-3-221 0,-2-4-511 15,3-1 226-15</inkml:trace>
  <inkml:trace contextRef="#ctx0" brushRef="#br0" timeOffset="113399.57">18084 4822 99 0,'0'-4'349'0,"1"1"-6"16,-1 3-12-16,-1-6-13 0,1 6-11 0,1-7-39 15,-1 7-29-15,0 0-26 0,0-4-28 0,0 4-25 16,0 0-16-16,0 0-13 0,0 0-9 0,-4 14-12 15,4-8-17-15,-1 3-8 0,-2-3 0 0,0 5-15 16,-1-3-3-16,0 2-11 0,-1-1-9 0,-1 2 0 16,4-3-1-16,-3 1-10 0,3-2 0 0,-1-1-6 15,-1 0-2-15,2-1-1 0,0 0-5 0,0-2 1 16,2-3-4-16,-5 3 11 0,5-3-7 0,0 0 3 16,0 0-7-16,0 0-6 0,5-14 5 0,-3 7-6 15,4-2-4-15,1 0 5 0,6-4-1 0,-3-2-2 16,4 1 1-16,-2 0-1 0,1 0-2 0,-1-1 5 15,-1 4 13-15,-2 3 20 0,-2-3 8 0,2 1 2 16,-2 2 3-16,-1 3-4 0,1 1-11 0,-3 1-13 16,-1 0-3-16,3 1-10 0,-6 2 6 0,0 0-1 15,15 6-9-15,-11-1 0 0,4 4-3 0,-1 1-23 0,-1 1-31 16,6 5-30-16,-3 2-34 0,1-2-38 0,5 9-44 16,0 1-59-16,1-5-73 0,3 2-301 15,0 0-672-15,-1-1 297 0</inkml:trace>
  <inkml:trace contextRef="#ctx0" brushRef="#br0" timeOffset="114185.68">18364 5872 353 0,'0'0'370'0,"0"0"-32"16,0-5-33-16,0 5-24 0,0 0-36 0,0 0-17 0,0 0-31 15,0 0-19-15,0 0-17 0,-7 12-19 0,4-6-9 16,-1 5-21-16,0-1-8 0,3 3-8 15,-2 3-8-15,-1 0-12 0,0 4-10 0,4-4-6 16,-3 5-2-16,3-3-4 0,3 1-5 0,-3-1-4 0,0 0-9 16,0-4-5-16,0-1-5 0,4 0-11 0,-1-1-10 15,-3-3-10-15,0 0-2 0,1-2-6 0,-1-2 5 16,0-1 5-16,0-2-1 0,0-2 1 0,0 0-2 16,0 0 2-16,0 0 0 0,4-12-4 0,-4 5 5 15,0-3-3-15,0-1-1 0,3 0 2 0,-6-3 3 16,3-5-1-16,3 1 0 0,-3-1 1 0,1-2 2 15,3 2-4-15,-4 0 17 0,3 1 11 0,0 2 11 16,-3 3 13-16,3 0 12 0,-2 0 6 0,-1 4 8 16,3 1-10-16,-2 0 6 0,1 3-9 0,1 0-5 15,-3 2-20-15,0 3-5 0,3-8 0 0,-3 8-2 16,7 1-8-16,-7-1 1 0,8 10-4 0,-1-3 1 16,4 3 0-16,-3 0-3 0,3 4 0 0,4 2-7 15,-3-1 6-15,0-1-8 0,1 1 6 0,0 1-9 0,1-2 1 16,-2 0 6-16,0-2-10 0,3-1 5 0,-4-1 0 15,0-3-2-15,-3-1 3 0,-1-3 5 16,2-1 2-16,-2 0-1 0,1-4 0 0,-8 2 3 16,15-3 15-16,-8-3 12 0,-3 0 4 0,3-5 2 0,-3 1 3 15,1-3-4-15,2-3 1 0,-4 3-1 0,0-6-1 16,2 1-8-16,-5-2-3 0,0 0-6 0,0 0-5 16,-1 1-13-16,2-2-31 0,-1 1-26 0,2 0-38 15,-1 5-46-15,-2 2-47 0,-1 3-53 0,2 3-71 16,-4-1-78-16,1 1-292 0,-1 2-723 0,-3 2 320 15</inkml:trace>
  <inkml:trace contextRef="#ctx0" brushRef="#br0" timeOffset="115339.65">8334 7784 67 0,'11'-16'293'0,"-4"7"14"15,0-2 0-15,-1-1-3 0,0 2 3 0,-6-3-6 16,0 2-11-16,0 2-8 0,0-1-20 0,-4 2-18 15,1 0-27-15,-6 2-19 0,-1 1-19 0,-5-2-19 16,-5 4-17-16,-2 0-11 0,-8 3-16 0,-1 1-9 16,-3 3-13-16,4 2-12 0,1 0-5 0,-2-1-11 15,13 1-4-15,-5 2-10 0,6 1-5 0,6-3-5 16,-3 1-10-16,5 0-2 0,3 1-1 0,2 2 1 16,0-4-6-16,8 5 1 0,3-1 0 0,4 0 6 15,6 4-14-15,9 0 9 0,4-1-13 0,4 2 2 16,4-2-4-16,-1 0 6 0,4-1-8 0,-3 1-1 15,-4 0-7-15,-1 0 6 0,-1 0 2 0,-3 0-7 16,-9-3 1-16,-2 2 13 0,-2 1-18 0,-1-3 10 16,-5-1-11-16,-1 0 1 0,-5 0 0 0,0 1 4 15,-2-2-6-15,-4 2 2 0,-3-1 2 0,-2-1 6 16,-4 2 7-16,-4-1-13 0,-4 1-2 0,0-3 2 16,-11 1 1-16,2-3 2 0,-5-1-2 0,-1 0 3 0,1-6-2 15,3 4 2-15,7-2-4 0,-1-3-18 0,5 0 1 16,5 1-31-16,6 0-26 0,-1-2-29 0,3-2-27 15,3-1-31-15,5 2-35 0,2-5-40 16,11-3-38-16,1-1-45 0,10-5-277 0,-2 1-643 0,5-1 284 16</inkml:trace>
  <inkml:trace contextRef="#ctx0" brushRef="#br0" timeOffset="115657.53">8635 7452 353 0,'0'-5'359'0,"0"1"29"16,0 4-23-16,-4-6-30 0,4 6-35 0,0-7-30 15,0 7-30-15,0 0-27 0,0 0-8 0,0 0-34 16,0 0-24-16,12 13-10 0,-8-4-16 0,2 2-12 16,0 5-8-16,1 4-9 0,1 1-5 0,-4 7-12 15,6 6-7-15,-4-1-9 0,1 3-2 0,0 1-7 16,0 12 4-16,0-1-7 0,-3-9-10 0,4 11-9 15,0 2 1-15,-1-14 1 0,4 10 0 0,-3-10-4 16,-1-1 2-16,1 2-8 0,4-3-4 0,1 15 4 16,-4-18-4-16,5-3 2 0,-5 1-6 0,1 0-4 15,2-3-19-15,-4-2-20 0,-1-8-28 0,-3 0-25 16,1-7-20-16,-2-1-27 0,0 1-26 0,0-5-16 0,-3 0-23 16,-2-1-40-16,1-3-40 0,1-2-36 15,0 0-181-15,-18-5-532 0,9 0 236 0</inkml:trace>
  <inkml:trace contextRef="#ctx0" brushRef="#br0" timeOffset="116058.93">7520 7560 191 0,'-4'-19'417'15,"-1"1"8"-15,3 0 18 0,-1 6 2 0,2 1-4 16,-2 0-22-16,1 4-25 0,-1 2-30 0,3-1-43 15,-2 3-35-15,1-1-31 0,1 4-32 0,0 0-23 16,0 0-21-16,0 0-18 0,1 28-18 0,-2-6-9 16,2 10-15-16,-2 8-13 0,2 12-9 0,1 0-8 15,3 4-9-15,-2-4-8 0,1 3-6 0,3-1-7 16,9-3-7-16,-8-1-2 0,3 0-19 0,2-2-16 16,-3-10-13-16,9 8-22 0,-8-10-20 0,3-1-19 15,3-1-26-15,-3-5-34 0,5 1-43 0,-4-3-46 16,4-5-36-16,3 1-55 0,-9-7-62 0,8-3-63 15,-5-3-286-15,3-2-769 0,1-4 340 0</inkml:trace>
  <inkml:trace contextRef="#ctx0" brushRef="#br0" timeOffset="116376.9">9538 7716 306 0,'5'-2'390'0,"0"0"-22"16,0 1-37-16,2 0-13 0,2-1-21 0,-2-3-23 0,4 3-17 15,0-2-33-15,1 0-16 0,-1 1-23 16,4 1-21-16,3-2-21 0,2 2-9 0,2 0-11 16,-2 1-17-16,13 0-36 0,-14 0-48 0,5-1-40 0,-2 2-39 15,0-1-60-15,1 1-65 0,-3 0-66 0,-6-2-66 16,2 2-184-16,-3 0-539 0,-4 2 239 0</inkml:trace>
  <inkml:trace contextRef="#ctx0" brushRef="#br0" timeOffset="116543.99">9727 7857 126 0,'-7'6'169'0,"3"-1"23"0,3-1 12 15,1-1 0-15,0-3-10 0,9 5-16 0,2-5-12 16,4 0-22-16,4-2-16 0,6 0-12 0,5-2-20 16,1-2-48-16,-2 2-55 0,3-1-68 0,2-3-60 15,-4 2-157-15,3 0-315 0,-3-1 139 0</inkml:trace>
  <inkml:trace contextRef="#ctx0" brushRef="#br0" timeOffset="117112.66">10543 7409 135 0,'3'-5'381'16,"-3"-2"-25"-16,4 2-35 0,-4 1-28 0,0 4-33 16,3-3-33-16,-3 3-25 0,0 0-23 0,0 0-14 0,0 0-17 15,4 8-15-15,-3 3-14 0,3 2-6 16,-4-1-15-16,2 7-10 0,0 1-11 0,2-1-7 16,-2 0-8-16,7 2-4 0,-8 0-8 0,5 0-18 0,-2-3-16 15,3 0-13-15,-6-5-14 0,4-1-5 0,-1 1-7 16,1-3-9-16,-4-2-1 0,-1 0 5 15,2-3 3-15,0 0-1 0,-2-4 9 0,0-1-2 16,0 0 5-16,0 0-1 0,0 0 2 0,-2-15 2 0,0 4 5 16,2-1-5-16,0 0 3 0,-1-7 7 0,1-3 2 15,1 3 6-15,-1 0 13 0,2-2 3 0,0 1 10 16,4 2 5-16,-5 0 9 0,2 1 5 0,1 5 4 16,-3 0 10-16,2 1-3 0,4 0-4 0,-6 5-10 15,3 0-11-15,-1 0-5 0,4 4-1 0,-3 2-7 16,-4 0 0-16,13 2-3 0,-3 4-7 0,0 1 6 15,3 6-6-15,2-3-2 0,1 6-2 0,-2-4 2 16,2 2 3-16,6 6-9 0,-6-6 3 0,2-1-3 16,-4-1 1-16,3-1-4 0,-2-1 6 0,2 2-3 15,-8-6-1-15,1-3 4 0,-2 4 2 0,1-4 6 16,-2-1 33-16,0-2 17 0,0 0 2 0,-7 0 5 16,12-5 2-16,-8-2-3 0,0 3-4 0,0-6 1 15,-2-1-4-15,0-1-11 0,-2 0 9 0,0-6-3 16,-1 5-8-16,0-1-4 0,-2-4-6 0,0 0-8 15,0 0 8-15,1 2-22 0,-1-2-33 0,0 1-31 16,3 3-32-16,2 1-42 0,-2 3-43 0,1 0-45 16,-1 3-57-16,1 2-54 0,3 0-48 0,-1 4-251 15,3-2-664-15,-6 3 294 0</inkml:trace>
  <inkml:trace contextRef="#ctx0" brushRef="#br0" timeOffset="117380.27">11306 7456 64 0,'0'0'280'0,"0"0"-5"0,0 0 22 0,0 0-1 0,-1 7-26 16,1-7-17-16,-7 7-13 0,3-1-8 0,-7 2 1 16,2 2-2-16,-2 3-9 0,-7 3-17 0,0 3-15 15,-2 4-13-15,0-1-19 0,-5 2-18 0,5 2 0 16,-3 1-25-16,0 1-8 0,-2 1-12 0,2 0-8 15,0 4-8-15,-2-4-4 0,5-1-13 0,-1 0-7 16,4 1-24-16,3-3-23 0,2-6-30 0,5-2-34 16,-2-2-33-16,3-4-36 0,2 1-30 0,-1-3-37 15,3 0-40-15,8-5-56 0,-4-1-53 0,1-2-179 16,7 0-563-16,-1-4 249 0</inkml:trace>
  <inkml:trace contextRef="#ctx0" brushRef="#br0" timeOffset="117714.78">11154 7898 134 0,'0'0'238'0,"0"0"-5"0,0 0 12 16,0 0 29-16,-1 11 9 0,1-11-21 0,0 0-3 16,5 3 0-16,-5-3-2 0,4 3-18 0,1-2 1 15,-2 3-4-15,1-2-30 0,3-1-17 0,-3 3-23 0,3-3-11 16,-2 3-15-16,2 3-16 0,-3-2-12 15,5 1-13-15,-5 0-12 0,-3 0-5 0,2 0-12 16,1 3 3-16,-3 0-14 0,-1 2-2 0,0-1-4 0,-5 0-2 16,2 0-3-16,-2 1-1 0,-1 0-7 0,3-1-12 15,-1-1 9-15,-3-1 5 0,4-2-11 0,-2 0-3 16,5-2 2-16,-2 0-3 0,0 0 3 16,2-4 17-16,-3 5 17 0,3-5 9 0,0 0-4 0,12 0-9 15,0-2-4-15,-1 0-1 0,10-1-10 0,-1-3-14 16,4 0-23-16,4-4-34 0,2 2-50 0,3-6-53 15,1 3-60-15,1-5-58 0,-1 4-75 0,3-9-93 16,-3 2-314-16,-1 0-790 0,1-6 349 0</inkml:trace>
  <inkml:trace contextRef="#ctx0" brushRef="#br0" timeOffset="118082.74">11695 7541 78 0,'-12'-4'312'0,"5"2"15"0,3 1-3 0,4 1-18 16,-10-1-34-16,10 1-27 0,-7-1-25 15,7 1-18-15,-9 0-28 0,9 0-13 0,0 0-17 16,-8 2-18-16,8-2-10 0,-3 4-10 0,3 0-12 15,0-4-1-15,2 6-12 0,-2-6-13 0,4 5-5 0,0-2-3 16,0 0-4-16,2 1-7 0,-1-3-6 0,0 0-4 16,-5-1-3-16,13 0-3 0,-13 0-3 15,10 0 3-15,-10 0-9 0,10-1-3 0,-6-4 3 0,-1 2-10 16,1-1 0-16,-4 4 1 0,4-7 0 0,-3 4-3 16,-1-1 0-16,0 4-3 0,0-6 3 0,0 6-7 15,-1-4 4-15,1 4-5 0,0 0 0 0,-4-5-5 16,4 5-13-16,-6-3-26 0,6 3-26 0,0 0-32 15,0 0-43-15,-12 5-55 0,12-5-52 0,-5 4-54 16,2 1-195-16,3-1-538 0,0-4 238 0</inkml:trace>
  <inkml:trace contextRef="#ctx0" brushRef="#br0" timeOffset="118784.21">12204 7156 246 0,'0'-3'376'16,"-3"-1"-28"-16,3 4-18 0,0-5-11 0,-2 1-11 0,2 4-39 16,-2-4-13-16,2 4-50 0,0 0-24 0,0 0-18 15,0 0-12-15,0 0-19 0,0 14-20 0,0-6-4 16,2 2-8-16,0 3-11 0,-2-2-18 0,3 6-2 16,1 2-5-16,0-3-4 0,-3 1-10 0,2-1-3 15,1 2-3-15,0-2-7 0,-2 0-2 0,0-2-2 16,3-1-1-16,-3 1-7 0,0-4 0 0,-1 3-9 15,-1-3 8-15,0-3-16 0,0-4 0 0,0 2-1 16,1 0-4-16,-1-5 20 0,0 3-17 0,0-3-2 16,0 0-1-16,0 0 1 0,0 0 4 0,0 0-4 15,-5-15 0-15,4 7 1 0,-2-3 0 0,1-1-4 16,2 2 2-16,-1-3-4 0,1-1 2 0,-1-3 2 16,1-1-3-16,-2 0 6 0,5 0 2 0,-2 0 3 15,-1 7 11-15,2-2 11 0,2-1 8 0,-3 3 3 16,1 2 7-16,-1-1-3 0,-1 2-4 0,1 3-6 0,-1 0-5 15,0 1-11-15,4 1 2 0,-4 3-5 16,0 0-6-16,14 3-3 0,-10 1 0 0,2 1-2 16,4 2 0-16,1 1 3 0,-2 2-5 0,5 2 2 0,-1-1 1 15,1 1-5-15,0 1 2 0,1-2 2 0,0 1-5 16,1-2 3-16,-2 0-7 0,-3-4 9 0,2-1-2 16,0 1-4-16,-3-2 4 0,1-1 1 15,-1-1 2-15,-3-2-1 0,4 0 2 0,-6-3-7 0,5-1 4 16,-2 1-2-16,-3-4 2 0,5-2 2 0,-5 0-5 15,2-1 4-15,-2-1-9 0,-2 0 7 0,0-3 11 16,0 1-10-16,-2-4-2 0,-2 0 1 0,-1 0 2 16,-2 0-6-16,4-1-2 0,-3 3 3 0,-2 3-10 15,2-2-18-15,-1 3-15 0,0 0-24 0,3 2-35 16,-2 2-41-16,-1 2-39 0,1 4-30 0,-2 0-34 16,5 1-40-16,0 0-41 0,-12 5-282 0,10 0-654 15,2 4 289-15</inkml:trace>
  <inkml:trace contextRef="#ctx0" brushRef="#br0" timeOffset="119021.07">12851 7231 238 0,'0'0'292'0,"3"4"-17"0,-3 0-15 0,0-4-5 16,-5 10-1-16,-1-3-10 0,-3 1-3 0,-5 5-11 0,2-2-13 15,-4 4-11-15,-1 0-8 0,-6 4-23 0,0 1-20 16,0 3-11-16,-2-2-15 0,2 1-12 0,2 2-10 16,0-2-11-16,2 2 4 0,0 2-18 15,1-2-11-15,2 2-19 0,2-3-28 0,2-4-32 0,3-2-31 16,3-2-38-16,-1 2-45 0,3-6-52 0,-1 1-57 16,7-3-68-16,1-1-237 0,1-2-579 0,-1-2 256 15</inkml:trace>
  <inkml:trace contextRef="#ctx0" brushRef="#br0" timeOffset="119370.61">12711 7711 170 0,'0'0'250'0,"0"0"33"0,0 0 26 0,7 7-6 16,-6-6-16-16,6 0-13 0,0 2-6 0,0 0-21 15,4 0-12-15,0-2-14 0,-1 5-9 0,3-1-15 16,0-2-20-16,1 1-20 0,-2 1-8 0,-1 4-20 16,-1-4-9-16,-2 1-12 0,1 2-12 0,-2 0-10 15,1 1-8-15,-5 0-8 0,0 1-8 0,-1 0 3 16,-3 2-9-16,0-2-2 0,-1 2-5 0,-2-1-8 16,0 1-8-16,-1-2 4 0,-1 1-1 0,3-1-2 0,-2-2-6 15,2-1-5-15,1 1 8 0,-1-2-14 0,0-2 0 16,0 1 8-16,2-1-1 0,1 0 8 0,0-4 19 15,6 5 5-15,0-4-3 0,4-1-6 16,3 0-4-16,6 0 2 0,2-3-13 0,3 1-7 0,-2-3-20 16,8-2-30-16,-3-2-47 0,7-2-52 0,-3 1-62 15,-3-3-75-15,3-5-90 0,-1-1-387 0,-3-2-800 16,3-2 354-16</inkml:trace>
  <inkml:trace contextRef="#ctx0" brushRef="#br0" timeOffset="119738.58">13338 7375 281 0,'0'0'470'0,"-2"-5"-16"0,0 3-38 0,1-3-22 0,1 5-30 15,-6-6-30-15,4 3-35 0,-4 0-28 16,5 1-29-16,-4-1-24 0,5 3-22 0,-7-1-23 16,7 1-18-16,-11 4-19 0,11-4-19 0,-8 5-24 15,4-2-20-15,1 3-17 0,0-1-15 0,0 0-15 0,1 2-3 16,0-1-10-16,4-2 7 0,-1 1-19 0,0 4-2 16,1-5-2-16,-1-2-8 0,2 4 8 15,1-3-3-15,-1 0 1 0,0-1 10 0,-3-2-1 0,0 0-6 16,11-1 4-16,-11 1-2 0,7-4 0 0,-7 4 3 15,5-8 0-15,-3 6-4 0,1-4-19 0,-2-1-37 16,2-1-32-16,-3 1-29 0,3 0-20 0,-3 1-37 16,0 0-42-16,0-1-52 0,2 1-51 0,-2 1-255 15,0-3-623-15,2 4 276 0</inkml:trace>
  <inkml:trace contextRef="#ctx0" brushRef="#br0" timeOffset="120307.25">13651 7210 53 0,'0'0'366'0,"0"0"-41"0,0 0-28 0,0 0-37 16,0 0-21-16,3 5-24 0,-3-5-23 15,-3 11-22-15,3-9-15 0,-1 6-14 0,1 1-12 16,-3-3-14-16,3 6-12 0,0-2-13 0,-4 2-8 15,4-1-10-15,-1 3 1 0,2-1-11 0,-2-2-7 0,2 4-6 16,2-4-3-16,-2 2-7 0,-1-1 0 0,3-6-3 16,-3 2-4-16,0-2-11 0,1 0-8 15,-1 0-2-15,0-1 5 0,0 0-6 0,0-5-1 0,0 0-2 16,0 0 1-16,0 0-2 0,0 0 0 0,0 0 2 16,-1-18-3-16,-2 13-1 0,3-7-2 0,-4 1 7 15,3-1-6-15,1-2-3 0,-2 3 5 0,2-4-2 16,0 2-2-16,-3-5 7 0,2 6 0 0,1-6 9 15,-3 5 17-15,3 2 16 0,0-2 19 0,-1 4 2 16,1-3 1-16,-3 6 3 0,3-1-2 0,0 2-5 16,3 0-8-16,-3 2-8 0,0 3-8 0,1-5-9 15,-1 5 8-15,0 0-12 0,0 0-9 0,17 7 1 16,-12-2-4-16,6 4 1 0,3 1-5 0,-1 5-2 16,1-2 9-16,2 1-9 0,-1 1-7 0,3 0 2 15,-2-2 6-15,3 1-10 0,4 4 10 0,-2 0-7 16,3-3-4-16,-5-2 5 0,-2-1-2 0,0-4-2 15,1 2 4-15,0-4-3 0,-7-3 1 0,3 1 23 0,-5-1 29 16,0-1 18-16,0-2 1 0,-2-2 0 0,0-3-2 16,-1 1 0-16,-1-1-5 0,-1-1-4 15,-3-2 3-15,2-3-11 0,4-1-13 0,-10-2 4 16,2-3-5-16,-3 1-5 0,1 3-3 0,-1-5-5 0,2 5-9 16,-1-3 3-16,-1-1-16 0,0 1-26 0,-1 3-21 15,4 1-41-15,-5 0-41 0,4 3-43 0,-1 1-49 16,1 2-62-16,0 2-70 0,-1-1-72 0,2 1-251 15,1 4-722-15,0 0 319 0</inkml:trace>
  <inkml:trace contextRef="#ctx0" brushRef="#br0" timeOffset="120558.13">14626 7259 377 0,'6'-2'369'0,"2"-3"-20"15,1 3-25-15,1 0-27 0,2-2-26 16,0-1-22-16,-2-1-25 0,1 3-24 0,1 0-21 16,3 1-17-16,-3-4-15 0,1 5-6 0,-1-2-23 0,1 3-42 15,1 0-49-15,5 2-53 0,-5-1-65 0,-4 0-62 16,7 2-78-16,-4-2-271 0,-2-1-544 0,-4 2 242 15</inkml:trace>
  <inkml:trace contextRef="#ctx0" brushRef="#br0" timeOffset="120725.39">14636 7352 45 0,'-10'5'258'0,"6"0"-24"0,-1-2-22 0,2 1-3 16,0 1 1-16,6 1-8 0,1-1-18 0,3-3-18 15,5 1-17-15,7 3-11 0,4-3-15 0,11 4-15 16,0-4-45-16,-1 0-68 0,1-1-73 0,7-5-77 16,-3 4-190-16,-1-2-372 0,5-1 166 0</inkml:trace>
  <inkml:trace contextRef="#ctx0" brushRef="#br0" timeOffset="121143.53">15818 7037 368 0,'-8'-2'339'0,"-1"1"-36"0,3-1-28 0,-6 1-26 0,-1 4-18 16,2-1-29-16,1 3-10 0,-3 2-18 15,-3 2-11-15,5 1-18 0,0 4-13 0,-2 1-14 16,2 1-9-16,2 0-8 0,-1 2-13 0,6 2-7 0,-1 0-8 15,4 2-6-15,5 2-4 0,2 3-8 0,0-7-1 16,7 5 0-16,3-2-2 0,3 0-8 0,4-5-1 16,1 0-10-16,6-1 2 0,-1-6-5 15,4 1 0-15,3-5 1 0,-6-1-6 0,4-4 2 0,-1-4-5 16,-2-3 8-16,-9 0-13 0,6-2 2 0,-3-6-7 16,-6 1 4-16,0 0-2 0,-5-5-1 0,3-6 0 15,-6-1 1-15,0-2-4 0,-7-1-2 0,3 0 8 16,-11-4-2-16,-3 2-10 0,-2-1 4 0,-4 1 13 15,1 2 5-15,-7-1 7 0,-7 2-9 0,0 4-1 16,-3 2 3-16,-1 5-9 0,-3 1 5 0,-4 3-6 16,3 5-1-16,-2 0-14 0,8 3-30 0,4 5-28 15,2-1-16-15,3 4-25 0,3 3-30 0,6 2-44 16,-5 2-48-16,11 1-49 0,0 4-57 0,7 0-186 16,-2 1-553-16,9-2 244 0</inkml:trace>
  <inkml:trace contextRef="#ctx0" brushRef="#br0" timeOffset="121461.31">16658 6972 401 0,'0'-8'450'0,"0"-1"-27"0,-4 2-32 0,3-1-35 16,-3 3-41-16,-3 0-24 0,-4 1-28 0,0 2-25 15,-4 2-21-15,3 1-21 0,-6 3-9 0,1 2-27 16,-1 3-16-16,-1 2-17 0,4 2-9 0,0 3-8 16,0 6-18-16,4-3-4 0,-1 5-7 0,2-3-7 15,6 4-9-15,-1 2-8 0,2-6-8 0,6 5-1 16,0 1 1-16,2 3-3 0,6-5-5 0,5 2-2 16,-1 1-3-16,6-3-3 0,3-2-6 0,5 0-11 15,-1-3-16-15,3 0-27 0,1 0-26 0,3-4-30 16,2-1-35-16,1-2-34 0,0-2-31 0,3-2-35 15,-2-5-37-15,-2-3-36 0,0-2-28 0,-2-4-32 16,-2-4-179-16,-3-4-574 0,-1 0 254 0</inkml:trace>
  <inkml:trace contextRef="#ctx0" brushRef="#br0" timeOffset="121996.53">17170 7066 160 0,'-3'-6'265'0,"-1"0"-6"0,3 2-12 15,-1 2-18-15,2 2-22 0,-2-7-23 16,-3 6-18-16,5 1-17 0,0 0-13 0,0 0-19 0,0 0-9 16,-5 9-13-16,2-4-7 0,3 2-9 0,-1 0-6 15,-1 3-11-15,2 1-5 0,-1 1-5 0,0 0-6 16,1 1-4-16,0-1-2 0,-5 4 1 0,3 1-10 16,2-3-5-16,0-2 0 0,-3 3-2 0,2-1-1 15,1-5-2-15,-1 4-3 0,-1-6-5 0,1 0 3 16,-1-1-3-16,0 0-2 0,0-2 2 0,2 0 0 15,0-4-1-15,-4 3-1 0,4-3 0 0,0 0 0 16,0 0-2-16,-4-11 2 0,4 5 10 0,-1 1 13 16,-2-3 10-16,3-2 11 0,0-2 9 0,-1 1 12 15,2-2 0-15,-1-1 5 0,4 1 12 0,-4-3-2 16,4 1-6-16,-2-1 2 0,2 3-4 0,1 1-1 16,-2 1-4-16,1 1-2 0,0-1-5 0,0 4-10 15,-1 2-7-15,1-1-4 0,0 3-4 0,2 1-14 0,-6 2-1 16,12 3-7-16,-3 4-2 0,-2-1 1 0,4 4-4 15,2 3-5-15,0 2-1 0,3 1 2 16,-1 0-5-16,4 3-10 0,0 2 11 0,-4-6-6 16,0 1 6-16,4 0 1 0,-1-1-5 0,-2-3-3 0,2 0 1 15,-3-1 5-15,4-2-1 0,-7-3-4 0,0 1 0 16,-2-3 6-16,-2-3 1 0,1 2-1 0,2-3 2 16,-5-2 3-16,-1 0 8 0,2-4 12 0,-3 1 2 15,0-1-1-15,0-4 1 0,-2-1-2 0,-2-3-6 16,-3-2-1-16,-1-3-2 0,-3-2-10 0,-2-6 7 15,-2 2-3-15,4 0-2 0,-1 5 2 0,1 0-3 16,0 1-6-16,2-1-15 0,-2 1-22 0,2 4-28 16,0 2-44-16,1 2-41 0,0 0-45 0,0 2-51 15,1 4-69-15,2 0-59 0,-2 2-305 0,-1 1-724 16,4 2 321-16</inkml:trace>
  <inkml:trace contextRef="#ctx0" brushRef="#br0" timeOffset="122548.48">17731 6784 209 0,'0'-3'344'0,"3"-1"-21"16,-3 4-25-16,4-4-15 0,-1-1-23 0,1 0-20 15,0 1-14-15,0 1-26 0,6-3-10 0,-5 4-34 16,1-2-10-16,3 2-17 0,-1 0-11 0,-1 1-11 16,4 0-14-16,-2 2-12 0,0-1-8 0,-1 1-9 15,-3 2-8-15,6 0-6 0,-3-1-3 0,-1 5-11 16,-3-4-3-16,0 1-11 0,3 2-7 0,-4-1 0 15,-2-1-3-15,-1 3 3 0,3-2-5 0,-3 1-1 16,-3 1-2-16,3-2 0 0,-3 0 4 0,2 0-9 16,0 0 1-16,-5 1 1 0,2-3-1 0,3 1 9 15,-3 1-15-15,2-1 5 0,2 0-2 0,-1-1 2 16,1-3-3-16,-3 6 3 0,2-2 7 0,1-4-10 16,-3 5 2-16,3-5-4 0,0 5 3 0,0-5-1 15,0 5 7-15,0-5-5 0,3 8 1 0,-2-4 5 16,-1-4 1-16,3 5 4 0,-2 1-2 0,2 0 5 15,0-4-1-15,1 2-1 0,3 1 0 0,-3 0-2 0,0 0 1 16,1 0-5-16,1-2 1 0,-2 3-3 16,0 0-2-16,1-3 5 0,-1 2-3 0,-1-1-1 15,-2 0-1-15,1 1-1 0,-1-2 4 0,-1-3-6 16,0 7 1-16,-1-3 3 0,-2 0-3 0,2 0 3 0,-5 1 4 16,-3-3-15-16,2 2-15 0,0-1-32 0,-5 0-33 15,-2-1-38-15,-4 2-42 0,4-2-57 0,1-2-48 16,-1 2-254-16,-2-1-568 0,4 0 251 0</inkml:trace>
  <inkml:trace contextRef="#ctx0" brushRef="#br0" timeOffset="122882.99">18043 6776 91 0,'0'0'418'0,"0"0"-12"15,0 0-22-15,0 0-17 0,0 0-17 16,0 0-16-16,10 8-15 0,-1-4-16 0,3 1-15 16,-1 2-16-16,3 0-20 0,2 4-28 0,3 1-21 15,-2-1-19-15,0 2-19 0,2 2-20 0,-5 1-15 0,1 0-10 16,-2 1-15-16,2 6-7 0,-1 2-15 15,-7-1-6-15,0 2-4 0,-5-1-13 0,-3 2-3 16,-7 2-6-16,-1 0-6 0,-4 0-7 0,-6 0-24 0,-4 1-50 16,0-1-64-16,-4-2-59 0,-9 9-52 0,-1 0-54 15,7-10-76-15,-9 9-90 0,6-11-255 0,1 0-743 16,-5-2 329-16</inkml:trace>
  <inkml:trace contextRef="#ctx0" brushRef="#br0" timeOffset="127131.29">4806 9875 250 0,'-5'-8'316'15,"-5"-2"-14"-15,-1 2-17 0,0 1-14 0,2-1-11 16,-2 1-19-16,2 2-12 0,-1 3-17 0,1-1-22 16,-1 2-10-16,-1 2-31 0,2 1-11 0,-2 1-14 15,1 2-16-15,-2 5-7 0,1-2-12 0,-2 5-9 16,3 4-5-16,3 0-10 0,0 3-6 0,2-1-13 15,-2 9 4-15,7-7-2 0,0 1-9 0,7-3-3 16,-2 1-3-16,5-2 0 0,1-1-3 0,2-2-6 16,5-1 2-16,0-5-4 0,-2 0-2 0,3-2 1 15,1-6-6-15,0 0 6 0,1-1 4 0,-2-2-8 16,-2-2-1-16,2-4-5 0,-1-1 4 0,-5-2 2 16,2-2 14-16,-3-2 11 0,-1-3 2 0,-1 1 4 15,-4-2 2-15,-2 0-9 0,-2-1 5 0,-2-1 2 0,-3 1-5 16,-3 1-3-16,-1 0-2 0,-6 3 1 15,-2 1-4-15,0 1-4 0,-2 3-6 0,0-1 0 16,-4 3-6-16,-1 3-5 0,4-1 8 0,-5 5-29 16,1 0-19-16,4 2-28 0,0 3-29 0,5-1-26 0,0 6-20 15,5-1-18-15,-2 2-24 0,4 2-30 0,1 3-33 16,4-1-33-16,9 5-34 0,0 0-240 16,3 0-584-16,8 3 258 0</inkml:trace>
  <inkml:trace contextRef="#ctx0" brushRef="#br0" timeOffset="127432.35">5123 9915 162 0,'0'-3'272'16,"0"-1"-17"-16,0 4-30 0,0 0-27 0,0 0-23 16,0 0-18-16,0 0-14 0,0 0-16 0,0 0-3 15,7 15-10-15,-5-5 6 0,3 3-7 0,-1 4-4 16,0 2-2-16,4 8-5 0,0-2-7 0,0 3-8 15,-1 1-7-15,0 3-9 0,1 2-6 0,-1 0-2 16,0 2-9-16,0 0-5 0,2 2-8 0,-1-1-2 16,-1-2-2-16,1-1-2 0,2-4-5 0,-2 0 1 15,-4-4-6-15,0-5-3 0,2-2 0 0,-5-2-2 16,3-6-4-16,-2 1-16 0,1-6-1 0,-1 1-2 0,-1-5-25 16,0 1-24-16,-1-3-20 0,0 0-16 15,3-12-18-15,-6 3-21 0,2-1-18 0,-2-4-20 16,0-5-17-16,-3-8-9 0,0-3-16 0,1-1-130 0,-5-3-364 15,1 0 162-15</inkml:trace>
  <inkml:trace contextRef="#ctx0" brushRef="#br0" timeOffset="127683.24">5202 10152 168 0,'-6'-33'58'16,"0"7"43"-16,-2-2 28 0,1 4 25 15,0 6 22-15,1 0 15 0,-1 0 3 0,1 2 1 0,2 7-3 16,-3-4 1-16,4 4-1 0,-1 3-4 0,0-1-3 16,0 1-8-16,3 0 2 0,-2 1-14 0,2 2-5 15,-1-1-24-15,0 0 1 0,2 4 19 0,-6-3-11 16,6 3-14-16,1-6-15 0,-1 6-18 0,0 0-7 15,0 0-9-15,13 2-11 0,-13-2-5 0,15 2-10 16,-7 2-6-16,3 0-5 0,0 1-1 0,-2 0-5 16,5 1-3-16,-5 4-5 0,1-4-3 0,-2 1-8 15,4 2-2-15,-6 3 3 0,-1-5-9 0,2 6 0 16,-6-2-5-16,3 1-8 0,-4 0-6 0,-5 0 0 16,2 0-12-16,-4 4-16 0,-1-2-18 0,0 0-20 15,-6 0-27-15,2-1-22 0,-3 1-29 0,0-1-29 16,-1 0-43-16,1 0-55 0,-1-1-55 0,2-2-178 15,-1-3-553-15,7-2 245 0</inkml:trace>
  <inkml:trace contextRef="#ctx0" brushRef="#br0" timeOffset="128117.82">5394 9647 230 0,'0'-6'336'0,"-2"1"7"0,-2-2-25 0,3 3-2 15,1 0 0-15,-1-1-16 0,1 5 4 0,-2-5-19 16,2 5-32-16,-3-3-30 0,3 3-25 0,0 0-25 16,0 0-11-16,-1 16-25 0,2-9-14 0,1 6-10 15,-1 2-9-15,2 1-10 0,-2 0-9 0,6 5-10 16,-3-1-6-16,3 0-12 0,1 6 3 0,-2-5-10 15,0-3-2-15,1 8 12 0,1-6-22 0,1-1-6 16,-3 1-12-16,3-1-19 0,0-4-40 0,-1 3-34 16,-1-3-34-16,0 2-34 0,1-8-36 0,-3 3-39 15,2-3-46-15,-4-4-37 0,1-1-45 0,0-2-201 16,-4-2-589-16,0 0 261 0</inkml:trace>
  <inkml:trace contextRef="#ctx0" brushRef="#br0" timeOffset="128302.05">5429 9819 41 0,'0'0'274'0,"-4"-4"-22"0,4 4-26 15,0 0-19-15,-4-4-21 0,4 4-15 0,0 0-17 16,0 0-17-16,0 0-4 0,0 0 10 0,0 0-8 0,8-4-14 16,-2 3-9-16,2-2-13 0,3 2-10 0,-2 0-27 15,6-1-45-15,-4 4-44 0,4-4-56 0,-1 1-69 16,4-1-75-16,-4-1-118 0,1 1-374 0,-1 0 165 15</inkml:trace>
  <inkml:trace contextRef="#ctx0" brushRef="#br0" timeOffset="128720.22">5777 9749 135 0,'0'0'344'0,"-9"-2"-18"0,9 2-19 16,0 0-20-16,0 0-31 0,0 0 0 0,0 0-11 16,0 0-26-16,0 0-24 0,0 0-19 0,0 0-16 15,0 0-16-15,0 0-16 0,19 8-8 0,-15-5-17 16,1 2-13-16,6 2-6 0,-4-1-9 0,1 3-11 15,-1-3-4-15,2 4-1 0,-2-3-14 0,-1 1-4 16,1 2 0-16,-3-2-8 0,0 2 1 0,0-1 0 16,-2 1 0-16,0 0 12 0,-5-1 13 0,0 2 6 15,1-1 13-15,-2 0 8 0,-2-1 9 0,1 0 4 0,-1 1-3 16,2 1-5-16,-2-1-5 0,0-3-10 16,1 5-5-16,2-7-7 0,0 1-10 0,-1-1-4 0,1 0-7 15,3-2-1-15,3 1-2 0,-3 2-4 0,0-6-5 16,5 5-5-16,4-3-10 0,3 1-21 0,2-2-38 15,7-2-47-15,1 1-42 0,8 2-40 0,-7-4-42 16,6-2-51-16,1 1-59 0,-2-2-62 0,2-1-250 16,-3-4-689-16,4-1 305 0</inkml:trace>
  <inkml:trace contextRef="#ctx0" brushRef="#br0" timeOffset="129054.74">6434 9856 19 0,'-7'2'304'0,"2"2"-4"15,-3-1-6-15,0-1-3 0,2 2 15 0,-2-1-4 16,1-1-25-16,2 2-31 0,2-2-22 0,-2 1-23 16,1 1-22-16,-1-1-16 0,3 1-20 0,-2-1-10 15,1 1-12-15,2 0-15 0,-2 1-8 0,4 0-4 16,1 0-7-16,1 1-13 0,-2-3-3 0,3 1-9 15,0-1-7-15,0 0-7 0,0 0-6 0,2-1-3 16,-2 0-5-16,-4-2-3 0,13 1-5 0,-9-1 1 0,-4 0 10 16,10-3-14-16,-6 1-7 0,0-1-1 15,3 0-1-15,-6 0-7 0,3-2-8 0,-3-2-15 16,-1 2-12-16,0-1-8 0,0 1-11 0,-1-3-6 16,-2 2-14-16,1-1-13 0,-6 1-16 0,2-1-15 0,-2 2-30 15,1-1-25-15,-4 2-36 0,3-2-43 0,0 2-54 16,-3 0-189-16,2 2-526 0,-1-1 232 0</inkml:trace>
  <inkml:trace contextRef="#ctx0" brushRef="#br0" timeOffset="129389.25">6316 9711 40 0,'-6'-2'298'0,"6"2"-18"0,0 0-23 16,0 0-19-16,0 0-21 0,-8 0-20 0,8 0-4 16,0 0-10-16,0 0-14 0,0 0-20 0,0 0-8 15,0 0-17-15,0 0-13 0,0 0-8 0,0 0-12 16,10 10-5-16,-5-9-8 0,-2 1-11 0,4 1-2 16,1-2-7-16,-4 3-8 0,4-3-2 0,-2 0-3 15,-1 1-2-15,0 0-10 0,1-1 0 0,-6-1-1 16,8 0 18-16,-8 0 10 0,0 0 7 0,8-1 5 15,-8 1 3-15,0 0-1 0,2-6-7 0,-2 6-8 16,1-6 0-16,-2 2-11 0,1 4 3 0,-6-8-10 16,4 5 1-16,-4 0-13 0,3-2-2 0,-2 2-17 15,-2 0-22-15,2-1-37 0,-1 3-35 0,-2 0-42 16,8 1-42-16,-13-1-63 0,13 1-65 0,-11 2-253 16,5-2-595-16,6 0 263 0</inkml:trace>
  <inkml:trace contextRef="#ctx0" brushRef="#br0" timeOffset="136262.47">8073 9383 239 0,'-4'-12'345'15,"4"3"-9"-15,-1-3-8 0,1 3-6 0,0-1-3 16,0 3-11-16,1-1-11 0,-1 1-25 0,0 3-19 16,0 0-23-16,0 4-25 0,0-9-25 0,0 7-22 15,0 2-7-15,0 0-26 0,0 0-15 0,0 0-17 0,0 0-3 16,0 0-8-16,13 11-7 0,-7-6-12 0,0 4-7 15,2 0 0-15,-4-1-12 0,7 4 2 16,-6-2-6-16,5 0-3 0,-3 1-7 0,2 1 2 0,-2 0-6 16,-2-2-4-16,4 1-2 0,-4-2-5 0,4 0-13 15,-3 1-13-15,-2-5-8 0,0 3-4 0,-1-3-7 16,0-2 5-16,-1 2 18 0,1-2-6 0,-3-3 0 16,4 5 5-16,-3-3 0 0,-1-2-1 0,0 0 6 15,0 0 8-15,0 0-8 0,0 0 3 0,-9-15-6 16,3 11-2-16,0-3 5 0,-1-3-5 0,-5 0 6 15,2 2-3-15,-1 0 0 0,-5-5 14 0,2 3-12 16,-1 2-2-16,4 2-4 0,-3-4 8 0,1 4-10 16,-1 1 9-16,1-1-7 0,1 2 6 0,1 0-5 15,-1 0 5-15,-1 3 1 0,1 0 2 0,1 1-8 16,0 1 17-16,3 0-19 0,-4 3 3 0,1 0-6 16,6 0 5-16,-4 2-4 0,1 1 7 0,-1 3 14 0,2-2-17 15,0 2-1-15,0 0 6 0,2 0-3 0,-2 3-5 16,5-2 3-16,0 1-1 0,1 2 8 15,1-1-4-15,0 1 2 0,1-1 6 0,3 3-5 16,1-3 4-16,1 3-3 0,-2-3 2 0,6 3-1 0,-2-1 10 16,7-2-9-16,-3 2-3 0,4 0-1 0,1-3 1 15,-1 1-4-15,3 0 6 0,-1-2-4 0,2 2 0 16,-1-2 5-16,0 0-3 0,0 0 1 0,-1-2 16 16,-2 2-21-16,2 0 9 0,-2-3-5 0,-1 3 2 15,-1-6-5-15,-6 6-2 0,3-5 6 0,-2 2-5 16,-1-3-4-16,-2 3 2 0,-1-2 6 0,0-2-3 15,0 1 4-15,-3 0-5 0,1 1 2 0,-3-3 14 16,0 2-17-16,0-1-3 0,-4 2 6 0,0-4 19 16,0 2-24-16,-4-1 4 0,-2 0 0 0,-3 1 1 15,1 0 18-15,-2 0-14 0,-5-1 17 0,0 0-19 16,0 1-2-16,-3-3 2 0,-1 0 2 0,1 0 2 16,-2-1 2-16,2 0 5 0,-1-1 7 0,2 1 9 0,1-1 2 15,4 0 11-15,2-1 3 0,2 1 2 0,1 0 3 16,1 0-1-16,5 1 12 0,-3-3-2 0,1 2-8 15,7 1-1-15,-7-1-8 0,7 1-5 16,-8 0-4-16,8 0-4 0,0 0 2 0,-4-4-10 0,4 4-2 16,0 0-2-16,0 0-4 0,0 0 10 0,0 0-13 15,14 7-2-15,-10-5 3 0,-1 1-1 0,6 0 3 16,-4-2-5-16,2 3 2 0,0-1-6 0,5 2 3 16,-1 1 8-16,0-2-12 0,0 3 0 0,1 1 3 15,3-4 0-15,0 3-2 0,4 0 4 0,-4 0-1 16,0-2 2-16,3 0-5 0,-5 0-1 0,2 1-1 15,0-3 3-15,-4 1-3 0,1 0 1 0,-1 0-5 16,0-2-6-16,-4 0-3 0,2 0-16 0,-3 1 5 16,-2-2-14-16,-4-1-8 0,8 3-22 0,-8-3-29 15,0 0-26-15,0 0-62 0,0 0-51 0,0 0-56 16,0 0-56-16,0 0-292 0,0 0-695 0,0 0 308 16</inkml:trace>
  <inkml:trace contextRef="#ctx0" brushRef="#br0" timeOffset="136715.06">8991 9566 17 0,'-8'-1'400'16,"8"1"-1"-16,0 0-6 0,0 0-3 0,-3-3-30 15,3 3-20-15,0 0-18 0,0 0-20 0,0 0-26 16,0 0-21-16,0 0-22 0,0 0-21 0,0 0-17 16,0 0-15-16,0 0-15 0,0 0-17 0,24-1-11 15,-12 1-14-15,7-1-15 0,1 0-8 0,3 0-15 16,-1-1-30-16,5 0-39 0,-5 1-47 0,3 0-48 15,-4 1-51-15,0 0-51 0,-6 0-51 0,-3 1-75 16,-1-2-63-16,1 2-278 0,-5 0-700 0,-3 1 311 0</inkml:trace>
  <inkml:trace contextRef="#ctx0" brushRef="#br0" timeOffset="136866.56">9052 9698 45 0,'-2'3'214'15,"2"-3"-6"-15,0 0-10 0,7 4-20 0,-2-3-13 16,7-1-18-16,2 0-13 0,3-1-14 0,5-1-12 16,1 2-10-16,9-3-30 0,-1 0-56 0,4-1-63 15,-2-2-74-15,-2 2-129 0,2-2-274 0,-3 0 122 16</inkml:trace>
  <inkml:trace contextRef="#ctx0" brushRef="#br0" timeOffset="137568.07">10409 8945 254 0,'-2'-11'314'0,"2"4"-14"16,-4-1-4-16,1 2-22 0,1 2-16 0,-4-4-16 16,2 5-21-16,0-1-31 0,-4 4-13 0,1 0-5 15,-5 2-35-15,2 5-9 0,-1-1-8 0,-3 9 15 16,1-3-22-16,-6 12-12 0,3 2 2 0,0 4-1 15,2 3-3-15,-5 12 6 0,4 5-11 0,0-2 11 16,4 1-4-16,-1 1 0 0,2 1-5 0,5 5-4 16,-2-4-4-16,3 0-10 0,4-2-3 0,7-1-5 15,1-1 2-15,4 3-11 0,7-4-9 0,2 0-7 16,-2-11-2-16,13 9-5 0,1-3 0 0,1 2 8 16,4-8-12-16,-8-11-4 0,12 5-5 0,6-1-5 15,-13-11-40-15,5-4-41 0,-1 0-49 0,3-4-54 0,-4-2-69 16,3-4-71-16,-5-6-83 0,1 0-274 0,-4-6-717 15,-3-2 317-15</inkml:trace>
  <inkml:trace contextRef="#ctx0" brushRef="#br0" timeOffset="140628.84">11124 9364 360 0,'0'0'372'0,"0"0"-3"0,0 0-3 15,0 0-4-15,0 0-6 0,0 0-11 0,0 0-9 16,0 0-14-16,0 0-18 0,0 0-20 0,0 0-21 16,0 0-20-16,0 0-20 0,0 0-16 0,26-4-28 15,-14 4-16-15,7 0-17 0,0-2-13 0,2 0-13 16,10-2-11-16,0 2-12 0,1-1-9 0,-3-2-10 15,4 3-11-15,-3-4-41 0,-6 4-28 0,1-1-17 16,-2 0-29-16,-4 0-27 0,-4 1-40 0,-3 0-18 16,0 1-30-16,-3 1-15 0,-4-2-33 0,-5 2-28 15,8 0-41-15,-8 0-39 0,0 0-32 0,0 0-281 0,0 0-682 16,0 0 301-16</inkml:trace>
  <inkml:trace contextRef="#ctx0" brushRef="#br0" timeOffset="140847.34">11180 9538 208 0,'-3'2'265'0,"0"0"2"0,3-2 3 0,0 0-6 16,-4 4-9-16,4-4-3 0,0 0-13 0,0 0-8 16,0 0-16-16,0 0-15 0,0 0-14 0,14 1-24 15,-2-3-13-15,2 0-12 0,6 0-18 0,2 1-10 16,1-2-19-16,10-1-4 0,-2 0-7 0,3 3-19 15,-4 0-33-15,-7-1-31 0,0 2-30 0,-1 0-37 16,0 0-43-16,-1 0-39 0,-7 2-48 0,1-2-29 16,-3 0-45-16,0-2-190 0,-5 1-504 0,-3 0 223 15</inkml:trace>
  <inkml:trace contextRef="#ctx0" brushRef="#br0" timeOffset="141147.34">11274 9288 146 0,'-2'-5'351'0,"-1"-1"-5"0,2 1-1 0,-2 2-2 0,2-2-2 16,1 5-8-16,-3-7-11 0,2 5-24 0,1 2-26 16,0 0-30-16,-2-5-30 0,2 5-21 0,0 0-28 15,0 0-12-15,0 0-18 0,0 0-12 0,7 13-14 16,-3-7-11-16,2 5-10 0,1-3-9 0,-3 7-6 15,4 1-13-15,0 4 1 0,0 0-3 0,3-1-10 16,-5 2-2-16,3 3-4 0,-5-2-5 0,0-1-17 16,3 0-24-16,-3 4-39 0,0-6-31 0,0 1-19 15,-1-2-24-15,-2 1-26 0,2-2-22 0,-3-6-23 16,2 2-36-16,-1-1-38 0,-1-5-40 0,0 0-36 0,0-2-181 16,0-1-565-16,1-2 249 0</inkml:trace>
  <inkml:trace contextRef="#ctx0" brushRef="#br0" timeOffset="141414.94">11418 9250 176 0,'-2'-5'342'0,"0"0"-11"0,0 2-5 15,2 3-18-15,-5-8-15 0,5 5-28 0,0 3-30 16,0 0-30-16,0-4-18 0,0 4-22 0,0 0-8 15,0 0-25-15,9 15-21 0,-6-7-5 0,1 2 6 16,3 5-25-16,1 3-12 0,0-1-3 0,-6 2-12 16,4 1-4-16,0 1-2 0,-1 0-5 0,1-1-6 15,3 7-4-15,-6-7-8 0,2 8 12 0,2-3-12 16,-2-4-17-16,1-2-28 0,1-1-18 0,-3-2-31 16,0 0-34-16,-2-2-43 0,3-1-47 0,-1-6-60 15,3 4-61-15,1-6-196 0,-4-2-544 0,7 1 242 16</inkml:trace>
  <inkml:trace contextRef="#ctx0" brushRef="#br0" timeOffset="142067.25">11845 9332 152 0,'-7'2'269'0,"3"0"-20"0,0 3-10 0,0-1-12 16,-2 1-16-16,5 0-16 0,-2 2-14 0,-1-1-18 16,2 1-12-16,2 1-12 0,0 1-13 0,0 0-16 15,0 1-7-15,2-2-12 0,2 2-8 0,0-2-5 16,2 2-7-16,-1-4-6 0,4 4-5 0,-3-5-8 16,4-3-4-16,-3 3-3 0,-2-1-4 0,6-2-7 15,-4-1-2-15,-1 0 1 0,3-3-7 0,-3-1-3 16,-2 0-6-16,2-3 0 0,-2 2-3 0,0-1-6 15,-1-4 2-15,-3 1 0 0,0-5-5 0,-3 2 1 16,-1 1 0-16,0-3-1 0,-2 3 1 0,-3-1-1 16,2 1-3-16,-2 0 1 0,-1 1 1 0,-2 0 3 15,1 1-2-15,0 2-1 0,-1-2-3 0,2 2-1 16,0 3 3-16,1 0 2 0,5-1-7 0,-1 1 0 16,-1-1-5-16,6 4-9 0,-4-2 4 0,4 2-11 0,0 0-13 15,0 0-20-15,15-2-12 0,-2 0-14 0,1 1-16 16,0-2-8-16,5 2-2 0,3-5-8 15,-3 3 0-15,5-1-4 0,4-7 1 0,-7 4-4 16,5-4 5-16,0 0 8 0,-4 3 11 0,-5-3 19 0,1 0-1 16,0 2 13-16,-7 1 22 0,-2-2 17 0,2 0 16 15,-3-1 23-15,-2 2 19 0,-2 1 18 0,1 2 18 16,-1-2 14-16,-7 1 9 0,6 0 9 0,-3 1 10 16,-3-1 2-16,2 4 4 0,1 0 1 0,-4-2-8 15,0 2-5-15,4 3-12 0,-7-1-6 0,7 1-7 16,0 0-8-16,-12 4-5 0,8 0-4 0,-3 0-9 15,3-1 0-15,1 2-1 0,-1 6-5 0,4-2 3 16,-4 2-3-16,3-1 1 0,-2 1-3 0,3 1 1 16,0-2-3-16,0-1-5 0,0 2 1 0,4-2-13 15,0 0 5-15,-4-2 1 0,3 0-8 0,-2 1 3 16,2-2 7-16,0 0-9 0,-2 0-4 0,2-1-2 16,1 0-2-16,0 0 4 0,-1-1-21 0,-2-3-3 15,3 2-26-15,-4-3-24 0,6 3-37 0,-6-3-56 16,4 2-52-16,-4-2-55 0,0 0-255 0,0 0-553 15,5-7 245-15</inkml:trace>
  <inkml:trace contextRef="#ctx0" brushRef="#br0" timeOffset="142535.57">12132 9145 123 0,'-3'-7'342'0,"3"7"-8"15,-3-3-10-15,3 3-13 0,-4-5-11 0,4 5-27 16,-4-2-22-16,4 2-32 0,0 0-22 0,0 0-19 16,0 0-18-16,0 0-13 0,0 0 0 0,-5 12-30 15,4-3-14-15,1 1-18 0,0 4-4 0,0 0-4 16,2 4-11-16,6 9-10 0,-5-5 1 0,0 5-4 15,-2 1-7-15,5 2-3 0,-2 1-10 0,0 0 1 0,0 1 0 16,1 0-4-16,-1-3-7 0,0 2-1 0,6-2 0 16,-7 1-3-16,-2-3-3 0,3 3 3 15,0-10-2-15,-4 1-2 0,4-2 3 0,-3-1-9 16,-1-1-24-16,3-4-26 0,-1-2-32 0,-2-1-38 0,-2-2-38 16,2-1-38-16,0-2-39 0,0-2-49 0,0-3-279 15,0 0-601-15,0 0 266 0</inkml:trace>
  <inkml:trace contextRef="#ctx0" brushRef="#br0" timeOffset="142736">12107 9517 28 0,'-4'-2'325'0,"-4"-2"22"0,4 2-4 15,-3-1-12-15,2-1-7 0,1 2-3 0,1-1-14 16,3 3-13-16,-7-3-28 0,4 1-31 0,3 2-18 15,-1-5-30-15,1 5-31 0,8-4-31 0,-2 2-58 16,2-1-60-16,4 0-33 0,0-2-40 0,3 3-42 16,-2 0-53-16,4-1-61 0,2-2-49 0,0-1-234 15,-1 1-546-15,4-4 242 0</inkml:trace>
  <inkml:trace contextRef="#ctx0" brushRef="#br0" timeOffset="143087.51">12450 9270 193 0,'-4'4'199'16,"1"3"-4"-16,2-1-11 0,0-2-7 0,2 5-4 16,0-3-13-16,1 3-5 0,2-2-13 0,1 2-14 15,0 0-12-15,4-2-13 0,-1 1-7 0,0-1-7 16,7 0-9-16,-3-1-10 0,3 1-2 0,-4-3-10 15,5-1-3-15,-5-1-5 0,3 0-4 0,-2-2-7 16,1 0-1-16,-3-1-4 0,1-2-4 0,-4 0 0 16,-1-1-6-16,0-2-3 0,-2 1 3 0,0-2 4 15,-1-2 5-15,-3-1 3 0,0-2 3 0,-3 2-2 16,-1 0 8-16,0 1 7 0,-4-3 3 0,1 5 10 16,-2-5-1-16,-2 4-1 0,1-1-10 0,2 2-5 15,-3 3-2-15,3-1-10 0,-3 2-1 0,3 2-3 16,-3 1-9-16,6-2-19 0,5 2-25 0,-14 6-24 0,8-2-34 15,1 1-42-15,3-2-31 0,2 2-50 16,2 3-38-16,3-4-213 0,2 4-489 0,3-2 218 16</inkml:trace>
  <inkml:trace contextRef="#ctx0" brushRef="#br0" timeOffset="143539.1">12945 9267 249 0,'0'0'254'0,"-11"-3"-6"0,3 3-12 0,-1 0-10 16,-2 1-9-16,-2 1-12 0,-1 0-5 0,1-1-11 15,-2 3-17-15,3 3-11 0,-3-1-13 0,0-1-18 16,4 3-13-16,-2 3-9 0,3-1-10 0,-2-2-9 16,5 3-12-16,0-2-4 0,0 0-8 0,3 1-2 15,-1-2-7-15,5 3-6 0,0-2 0 0,0-1-12 16,0-1 0-16,4 0-2 0,1 0-8 0,1-2 0 15,2 0 3-15,-1 1-1 0,5-2-5 0,-2-2-12 16,2-1-4-16,0-1-2 0,-1-1-4 0,3 0-4 16,-3-3-4-16,1-1-6 0,0-2-2 0,-1 0-9 15,1-1-2-15,-2-1 0 0,1-4-4 0,1 0 0 16,-5-3-8-16,1-1 8 0,-4 1-6 0,0-4 5 0,1 0 1 16,-2 1 1-16,-6-2 5 0,3 1 3 15,-5-1 3-15,-2 2 14 0,4 1 13 0,-3 1 9 16,0 2 10-16,1 2 7 0,-2 3 15 0,4 0-1 15,-2-1 4-15,-1 3 1 0,2 4-7 0,0-3-5 0,-1 2-5 16,2 3-10-16,0 0-1 0,3 2 0 0,0 0-10 16,0 0-5-16,-12 5-10 0,12 0 3 15,0 2-12-15,0 2-4 0,4 4-5 0,-3 1-8 0,6 0-12 16,0 1-15-16,2 1-19 0,1 1-23 0,-2-3-28 16,4 2-44-16,2-1-38 0,-2 1-37 0,5-4-53 15,0 0-145-15,0 1-474 0,0-4 209 0</inkml:trace>
  <inkml:trace contextRef="#ctx0" brushRef="#br0" timeOffset="144007.41">13288 9241 124 0,'-5'-1'284'0,"5"1"-12"0,-11-3-9 0,2 2-10 16,9 1-8-16,-20 3-16 0,13-2-8 0,-5 2-17 15,1-1-18-15,3 2-12 0,-4 2-16 0,-1 2-11 16,5-2-13-16,-4 2-14 0,4 2-12 0,-2-1-8 16,1 0-11-16,2-1-11 0,-2 1-12 0,4 0 1 15,1 0-14-15,-1 0 2 0,5-2-10 0,-3 4 1 16,6-4-6-16,-3 0-2 0,5-1 0 0,-2 3-6 16,1-2-13-16,7-1-3 0,-5-4-5 0,6 1-10 0,0-1-7 15,3-2-2-15,-3 0-9 0,1-1 11 0,1-3-19 16,0 2-4-16,5-4-4 0,-7-1-4 0,7-3-4 15,-8-3-1-15,4 2 2 0,-5-4-12 0,2 0-9 16,-1-3-5-16,-6 0 10 0,-1-4 3 0,1 3 5 16,-3 0 10-16,2-3 18 0,-8 2 18 0,-1-2 16 15,2 3 16-15,-2 1 14 0,-2-3 16 0,0 3 5 16,-4 0 16-16,4 2 18 0,-1 1 8 0,2 2 8 16,-1 3 3-16,0-1 0 0,4 4 0 0,-3-1-19 15,1 3 0-15,0 0-23 0,3 1-14 0,0 1-11 16,2 3 0-16,-10 0-10 0,10 0-11 0,-3 7-8 15,3-7-8-15,3 12-10 0,-3-1-6 0,4 0-11 16,4 7-7-16,-2-2-14 0,0 4 2 0,1 7-26 16,-4-5-21-16,1-3-19 0,3 8-18 0,0-2-26 15,-2-6-25-15,-1 2-37 0,2-1-44 0,-1-1-30 16,3 1-48-16,-2-4-164 0,3 0-531 0,-3-2 236 16</inkml:trace>
  <inkml:trace contextRef="#ctx0" brushRef="#br0" timeOffset="144375.38">13717 9260 450 0,'-9'-3'480'0,"9"3"-13"16,0 0-12-16,0 0-8 0,0 0-10 0,0 0-13 15,0 0-28-15,0 0-31 0,0 0-34 0,0 0-36 16,0 0-31-16,15-7-28 0,-8 6-28 0,4-4-12 0,2 2-24 15,1 3-18-15,5-4-30 0,0 4-36 16,3-1-41-16,-2-1-44 0,-1 1-59 0,0 1-55 16,3-1-62-16,-3 0-53 0,-4-1-56 0,4 4-73 0,-4-2-83 15,0-2-295-15,-4 1-795 0,0 0 352 0</inkml:trace>
  <inkml:trace contextRef="#ctx0" brushRef="#br0" timeOffset="146231.93">14300 9095 113 0,'-4'-1'345'0,"0"-3"2"16,1 3-23-16,0-2-20 0,3 3-25 0,-8-3-23 15,8 3-25-15,-11 0-16 0,11 0-25 0,-11 2-23 16,4 0-13-16,0 0-13 0,1-1-12 0,1 3-17 16,0 1-10-16,1 1 5 0,0-1-22 0,0 3-9 15,2-4-7-15,0 2-12 0,1-1 3 0,-1 3-10 16,2-1-2-16,2-2 0 0,-1 0-7 0,1 0-5 0,-2 0 3 16,2-1-4-16,2 0-6 0,0 0 4 15,-2 0-1-15,0-1-1 0,-2-3 0 0,10 0 5 16,-10 0-9-16,0 0 16 0,11-2-22 0,-6-1 4 0,-1-1-1 15,0 0-5-15,-1 1 0 0,0-2 3 0,1 0-10 16,-3-2 10-16,3 1 1 0,-2-1-8 0,-1 2 2 16,-1-3-5-16,0 5 3 0,-1-3-3 0,1 0 0 15,0 2-2-15,-2-1-5 0,2-2-2 0,-4 4 1 16,3-1-2-16,1 4-2 0,-7-3 0 0,4 1-3 16,3 2 0-16,-4-4 5 0,4 4-1 0,-4-3-3 15,4 3 6-15,0 0-8 0,0 0 5 0,-7-4 2 16,7 4 8-16,0 0-25 0,-5-1 14 0,5 1-5 15,0 0 5-15,0 0 0 0,-4-2-2 0,4 2 10 16,0 0-3-16,0 0 17 0,0 0 11 0,0 0 2 16,0 0 6-16,0 0 5 0,0 0-2 0,0 0 3 0,0 0 0 15,0 0-4-15,0 0-9 0,0 0-1 0,12-4-1 16,-4 4-10-16,6-1 2 0,-2 0-9 0,9 1-9 16,-1 1-11-16,2-1-17 0,10 1-10 0,0-1-17 15,0 2-12-15,2 0-23 0,-1-1-14 0,0 0-12 16,1 2-13-16,-3-3-11 0,0 0-18 0,-9 1-15 15,-2 0-19-15,-5-1-18 0,4 1-16 0,-8-1-8 16,0-1-8-16,-3 1-15 0,-4-1-14 0,-4 1 5 16,0 0-133-16,3-3-425 0,-3 3 188 0</inkml:trace>
  <inkml:trace contextRef="#ctx0" brushRef="#br0" timeOffset="146449.34">14352 9205 32 0,'-6'4'201'0,"3"0"16"0,3-2 25 0,0-2 10 16,0 6 2-16,0-6-11 0,11 2-12 0,-4 0-14 0,5-2-12 15,3 0-15-15,6-3-17 0,0 1-16 0,12-3-17 16,-2 2-15-16,1-1-15 0,-3 0-9 0,4 3-10 16,-3-4-6-16,-1 2-9 0,-9 0-11 0,0 2-6 15,1-1-23-15,-7-1-29 0,-1 3-30 0,2-1-28 16,-5 1-38-16,-2-1-41 0,-3-1-38 0,2 1-47 15,-7 1-35-15,4-3-181 0,-4 3-466 0,0 0 206 16</inkml:trace>
  <inkml:trace contextRef="#ctx0" brushRef="#br0" timeOffset="146733.7">14430 8988 313 0,'-1'-5'338'16,"1"5"-5"-16,0-6-13 0,-4 4-23 16,4 2-24-16,0 0-25 0,0 0-28 0,0 0-29 0,0 0-13 15,0 0-26-15,0 0-8 0,8 10-15 0,-5-4-13 16,2 5-6-16,2 1-6 0,-3 0-10 0,4 5-15 16,-1-1-6-16,3 11-7 0,-5-9-5 0,2 3-3 15,0-3-10-15,2 7-4 0,-2-1 1 0,0-3-11 16,0-3 2-16,2 6-9 0,-2-4-14 0,1-3-18 15,0 0-24-15,-1 1-22 0,1-8-25 0,-2 2-30 16,0-2-32-16,-2-1-45 0,-1-3-34 0,3-2-38 16,-1-2-35-16,-2-1-176 0,-3-1-504 0,0 0 222 15</inkml:trace>
  <inkml:trace contextRef="#ctx0" brushRef="#br0" timeOffset="146951.13">14687 8988 213 0,'0'-5'317'0,"-1"2"-19"0,1 3-21 0,-1-7-25 0,1 7-25 16,0-5-26-16,0 5-22 0,0 0-17 0,0 0-13 15,0 0-12-15,-2 16-3 0,2-10-2 0,0 4-11 16,3 2-9-16,-2 1-13 0,4-1-8 0,0 5 3 16,-1 1-18-16,3 0-8 0,-2 1 5 0,4 2-17 15,0-1-19-15,0-2-25 0,4 6-28 0,-1-6-36 16,-3-1-54-16,2 0-53 0,4-4-58 0,-1 0-63 15,-6-1-169-15,4-4-484 0,1 1 215 0</inkml:trace>
  <inkml:trace contextRef="#ctx0" brushRef="#br0" timeOffset="147301.84">14992 9030 160 0,'-5'7'185'0,"2"-2"0"16,3 1-9-16,0 1-11 0,0 0-14 0,1 3-5 0,1 1-12 15,2-3-8-15,-2 3-10 0,1-4-12 0,1 2-7 16,3 0-9-16,1-1-7 0,-7-2-9 0,4-2-3 16,3 0-8-16,-3 0-6 0,4-2-8 0,-3 1-3 15,-2-2-5-15,-4-1-1 0,11-3-3 0,-11 3-5 16,9-3-6-16,-4-1 3 0,-4-1-2 0,2 1-5 15,-2-3-2-15,3 2 0 0,-4-4-3 0,-1 2 1 16,1-2-1-16,0-3 9 0,0 6 6 0,0-3 2 16,1-1-1-16,-5 2-5 0,4 2-1 0,0-3-3 15,-1 2 0-15,-2 2-1 0,3 1-3 0,-3-1-3 16,1 0-4-16,2 5-7 0,-3-5-15 0,-1 2-23 16,4 3-30-16,0-3-23 0,0 3-9 0,0 0-16 15,0 0-16-15,4-4-14 0,-4 4-21 0,11 0-15 0,-4-2-130 16,1 1-334-16,0 0 147 0</inkml:trace>
  <inkml:trace contextRef="#ctx0" brushRef="#br0" timeOffset="147536.07">15259 8852 81 0,'-3'-11'166'0,"2"1"12"16,-2 0 16-16,0 2 7 0,-1 2 12 0,1-1-5 16,-1 2-6-16,3-1-15 0,-5 5-20 0,1-2-15 15,5 3-15-15,0 0-1 0,-15 8-4 0,8-1-3 16,2 4-5-16,0-2-6 0,-1 9 5 0,2 1-12 15,1 2-7-15,0 6-5 0,2-2-12 0,1 4 0 16,3 2-5-16,2 1-10 0,2-1 2 0,0 5-2 16,1 1 0-16,2-1 0 0,1-1-22 0,2 0 0 15,-2 2-5-15,-2-3 0 0,4-1-6 0,-2-1-2 16,-1 1-12-16,0-2-16 0,1-4-24 0,-3-7-26 16,-4-2-28-16,0-5-38 0,-1-1-53 0,0-4-52 15,-2-1-60-15,-1-2-262 0,-1-4-579 0,1-1 256 0</inkml:trace>
  <inkml:trace contextRef="#ctx0" brushRef="#br0" timeOffset="147720.51">15192 9149 332 0,'-3'-3'327'0,"3"-2"-23"0,3 1-37 15,1-2-17-15,0 3-33 0,3 0-21 0,1-1-18 16,3 1-19-16,4-2-15 0,-1 1-15 0,5 2-25 15,2-2-39-15,0 0-49 0,1 1-50 0,-2-1-63 16,2 1-62-16,2 3-70 0,-2-3-133 0,0 0-392 16,-3-1 174-16</inkml:trace>
  <inkml:trace contextRef="#ctx0" brushRef="#br0" timeOffset="148389.53">15665 9013 214 0,'3'4'255'0,"-2"-2"-3"15,5 0-2-15,-2 1-7 0,4-2-11 0,2 3-9 16,-4-3-10-16,7-1-15 0,-2 0-19 0,-2 0-3 16,4-1-20-16,0-1-12 0,-2 0-13 0,2 1-13 15,-3-4-11-15,1 2-9 0,0-2-13 0,-2 1 2 16,1-3-18-16,-5 2-3 0,5-1-10 0,-5-2-4 15,1 2-11-15,-2-3 2 0,0 0-12 0,-4-1 3 16,3-2-3-16,-5 4 0 0,0-3-9 0,-4 2 1 16,3 1-5-16,-2-1 1 0,-2 2 0 0,-1-1-8 15,-2 3 2-15,-2 1-3 0,3 0-4 0,0 3 1 16,-3 2 0-16,1-1-2 0,2 3 2 0,-1 1-10 16,2 1 4-16,-1 1-2 0,3 2 2 0,2-1 0 15,3 5-2-15,1-3 2 0,1 4 2 0,3-1 2 16,0-3-7-16,6 6 5 0,-4-4-3 0,4 2 8 0,2 0-4 15,3-2-3-15,-1 0 2 0,-3-4 14 16,2 0-15-16,-2-2-1 0,1-1 2 0,-1-1 1 16,4 0-2-16,-7-3 4 0,2 0-2 0,1 0-3 0,-6-3 1 15,2 1 1-15,0-2-1 0,-1-2-3 0,0 2 3 16,1-1-2-16,-3-2 0 0,-1 1 0 0,2-1 1 16,-2 2-1-16,1 0-3 0,-1 0 5 0,1-1 3 15,0 2-2-15,-3 0-13 0,2 1 4 0,-3 3-2 16,0 0 3-16,0 0-4 0,0 0 4 0,0 0 0 15,0 0 17-15,11 8-20 0,-10-4 5 0,2 1-2 16,2 0 0-16,-1 2 2 0,0 0-10 0,3 1 5 16,0 1-7-16,1-2 7 0,0 1 11 0,-1-1-8 15,0-1-1-15,2-1 0 0,-2-1 6 0,-1-2-3 16,1 1-1-16,0-1 4 0,-1-2-5 0,-6 0 7 16,11-1 0-16,-7-1 1 0,0 0 0 0,-1-4-3 15,0-1 4-15,-2 1 12 0,3 0-14 0,-4-6 4 0,0 2 3 16,0 1 4-16,0-2-3 0,0 0 5 0,0 0 1 15,0-1-3-15,-4 2-2 0,3-1-3 16,1-2-2-16,-2 5 1 0,2-1-5 0,0 1-14 0,0 4-28 16,-1-2-30-16,1 2-48 0,0 4-25 0,0 0-26 15,0 0-33-15,0 0-19 0,0 0-20 0,8 12-17 16,-7-8-177-16,2 1-471 0,0 3 210 0</inkml:trace>
  <inkml:trace contextRef="#ctx0" brushRef="#br0" timeOffset="148891.29">16355 8966 129 0,'1'-7'210'0,"1"0"9"0,-2 2 12 0,0-3-1 16,-2 0-5-16,1 3-11 0,1-4-18 0,-3 4-15 16,-1 0-20-16,1-2-13 0,-1 5-15 0,-1-2-15 15,0 3-6-15,-1 0-20 0,-1-1-8 0,7 2-10 0,-15 2-2 16,7 1-16-16,1 2 0 0,-2 2-9 0,2-3-3 15,0 3-5-15,3 4-5 0,-1-4-3 16,1 4-5-16,2-5 0 0,2 6-2 0,0-2-1 16,2-2 0-16,2 0-4 0,-3-1 0 0,5 2-4 0,-4-3-2 15,7 0 2-15,-3-1-1 0,2-2 0 0,-1 1-4 16,4-1 5-16,0-1-3 0,0-1 2 0,2-1-6 16,-2-2 4-16,-2-1-4 0,3 1-4 0,-3-2 3 15,-2 2 9-15,4-4-2 0,-2 1-13 0,0 1 4 16,-4-1-1-16,1-1 4 0,2 1 12 0,-6 0 6 15,2 1 4-15,1 0-3 0,-1 0-2 0,-3 1-5 16,-1 3-1-16,4-2-7 0,-4 2-2 0,0 0-1 16,0 0-1-16,0 0 0 0,0 0 1 0,0 0-4 15,0 0-1-15,3 10-1 0,-3-10-1 0,0 8-1 16,2-4 2-16,-2 1-2 0,3-1 4 0,-2 1-3 16,2 0 2-16,-1-3-1 0,2 2 8 0,-3-1 10 15,3 0 9-15,2-1 19 0,-6-2-8 0,9 3 4 0,-5-3 2 16,2 1-4-16,-6-1-3 0,13-3 4 0,-9 2-8 15,-4 1-3-15,13-2 1 0,-9 0-9 0,0-1 1 16,1 2-2-16,-1-1-7 0,3-1 1 0,-3 1-14 16,-4 2-13-16,8-4-5 0,-4 3-33 0,2-1-22 15,-6 2-25-15,8-1-28 0,-8 1-31 0,12 1-25 16,-8 1-28-16,2-1-30 0,3-1-20 0,-3 1-25 16,3-1-167-16,-2 0-484 0,-7 0 214 0</inkml:trace>
  <inkml:trace contextRef="#ctx0" brushRef="#br0" timeOffset="149142.18">16638 8729 56 0,'-3'-7'281'16,"2"2"-14"-16,-2 2-16 0,0-1-23 0,3 4-29 15,0 0-16-15,-7 0-20 0,7 0-9 0,-1 7 1 16,-2 1 2-16,3 2-5 0,3 5-10 0,-3 0-2 0,0 1-16 15,4 2-7-15,0 1-8 0,-1-1-14 0,1 2-2 16,0-1-13-16,1 0-9 0,1-1-3 16,-2 1-12-16,-2-1 0 0,3 0-19 0,1-1-25 0,-4-5-31 15,1 0-35-15,1 1-48 0,1-2-50 0,1-1-50 16,-5-4-68-16,3 0-172 0,-1-2-477 0,0-1 211 16</inkml:trace>
  <inkml:trace contextRef="#ctx0" brushRef="#br0" timeOffset="149309.44">16594 8871 215 0,'0'0'249'16,"0"0"-18"-16,0 0-17 0,0 0-20 0,20 1-18 16,-14 2-15-16,2-1-16 0,3 2-16 0,3 2-11 15,0-3-14-15,0 1-29 0,4 2-41 0,1 2-43 16,-1-3-51-16,4-1-74 0,-1 0-173 0,-1 1-334 15,3-2 148-15</inkml:trace>
  <inkml:trace contextRef="#ctx0" brushRef="#br0" timeOffset="149861.37">17099 8688 181 0,'0'0'363'16,"-7"-1"-6"-16,7 1-13 0,0 0-23 0,0 0-20 15,0 0-24-15,0 0-30 0,0 0-20 0,0 0-21 16,0 0-17-16,-1 6-9 0,6-1-9 0,5 3-12 16,1 0-14-16,5 3-18 0,11 4-9 0,-1-2-10 15,3 3-11-15,1-3-11 0,2 2-12 0,-2-1-2 16,3-3-10-16,-3 2-5 0,-2 0-9 0,-1-2-2 15,-7-1-6-15,1-2-2 0,-2 0 0 0,-6-3-12 0,0 0 1 16,-1 0-9-16,-6 0 7 0,2-1-8 0,-3-1 0 16,-2 1-10-16,0-2 0 0,-2 4 10 0,-2-1-3 15,-2-2 7-15,-2 4 6 0,-2 1 1 16,-3-3 1-16,-1 5 15 0,-5 1-2 0,1 1-1 0,-4 1-3 16,-5 1-2-16,-1 5-7 0,3-1 4 0,5-4 5 15,-2 4-14-15,-3 3-4 0,2-1 0 0,6-4 2 16,-5 7-2-16,4-2 0 0,0-6-3 0,4 2 2 15,-1 0-13-15,4-3-20 0,-1 1-35 0,7-3-38 16,-4-1-40-16,1-3-36 0,1 2-55 0,3-3-62 16,-1-2-83-16,1-3-326 0,1-2-744 0,0 0 330 15</inkml:trace>
  <inkml:trace contextRef="#ctx0" brushRef="#br0" timeOffset="151634.12">17964 8884 207 0,'0'0'210'0,"0"0"-3"0,0 0-5 0,0 0-9 16,0 0-6-16,0-6-8 0,0 6-6 0,0 0-8 16,0 0-8-16,0 0-7 0,0 0-11 0,0 0-4 15,0 0-12-15,0 0-4 0,0 0-7 0,0 0-5 16,0 0 0-16,0 0-12 0,0 0-4 0,0 0-8 0,0 0-10 16,0 0 5-16,0 0-15 0,0 0-5 15,0 0-7-15,0 0-7 0,-14 7 1 0,12-3-6 16,-2-1-1-16,-2 1-8 0,2 1 2 0,-1 2-4 0,3-2-3 15,-3 1-3-15,1 4-2 0,1-4-3 0,2 3-1 16,-1 0 5-16,2 3-7 0,0-2 1 0,3 1-1 16,1 1 4-16,2-2-3 0,0 0-1 0,9 3-3 15,-6-4-4-15,3-2 5 0,4 1 0 0,-1-4-8 16,-3 3 7-16,5-4 0 0,-5-1 0 0,0-2-6 16,-1-2 3-16,3 2 2 0,-5-3 22 0,3-2 21 15,-5-3 7-15,3 2 16 0,-5-4 14 0,4 0-1 16,-4 0 2-16,-3-4-1 0,1 1-3 0,-3 0 0 15,0-4-1-15,-1 4-5 0,-3-2-2 0,-2-1-14 16,-2 0-6-16,4 4-6 0,-6 0-5 0,1-2-8 16,-3 5-9-16,2 0-26 0,-2 3-40 0,1 1-51 15,-3 1-51-15,0 1-40 0,1 5-39 0,-3-1-41 16,2 4-59-16,2-1-52 0,-1 4-257 0,2-1-675 0,-4 2 299 16</inkml:trace>
  <inkml:trace contextRef="#ctx0" brushRef="#br0" timeOffset="153708.14">18871 9185 88 0,'0'0'390'15,"0"0"-32"-15,0 0-31 0,-1-4-23 0,1 4-25 0,0 0-32 16,0 0-30-16,0 0-23 0,0 0-18 0,0 0-12 16,0 0-14-16,5 14-12 0,-2-7-15 0,1-1-10 15,-1-1-16-15,0 3-11 0,1-2-7 0,1 0-10 16,-2 2-6-16,-1 2-6 0,1-2-9 0,-3 0 5 16,2-1-11-16,-2 2 2 0,-3-2-4 0,0 0-9 15,-1 0-11-15,-5 0-20 0,-1 1-27 0,0 0-38 16,-4-2-43-16,1 0-57 0,-7 2-59 0,0-4-82 15,2 1-211-15,-4 1-561 0,10-5 248 0</inkml:trace>
  <inkml:trace contextRef="#ctx0" brushRef="#br0" timeOffset="155096.16">19523 8656 186 0,'0'-8'319'0,"-2"0"-4"0,2 2-5 16,0-1-12-16,-2-1-12 0,0 0-11 0,-2 3-17 16,4-2-19-16,-4 0-11 0,0 3-33 0,3-1-18 15,-2 0-21-15,0 2-15 0,-2 1-26 0,5 2-1 0,-15 2-12 16,3 2-16-16,1 3-6 0,-3-1-7 0,0 5-10 16,0-2 3-16,0 7-10 0,3-2-8 15,-4 0-5-15,6 1-7 0,-1 1-1 0,3-5-8 0,0 6-7 16,6-2 7-16,1-2-9 0,0 1-1 0,1-1 0 15,5 1-9-15,2-3 0 0,4 1-5 0,2-1-14 16,4 0-3-16,-2-4-10 0,7 0-12 0,-1-3-11 16,-1 0 0-16,1-3-2 0,0 0 4 0,1-1 2 15,-4-1-3-15,3-2 10 0,-4 1 16 0,-5-4-9 16,6 0 2-16,-5 1 0 0,-1-1 7 0,-2-1 3 16,-2 1 4-16,0 0 10 0,-2-1 3 0,-2 2 11 15,-1 0 14-15,2 1 4 0,-3 0 3 0,-1-1-8 16,0 1-2-16,-2 4-7 0,0 0 1 0,1-2-3 15,-1 2-8-15,0 0 8 0,0 0-8 0,0 0 2 16,-5 16 1-16,2-12-5 0,0 5 5 0,0 0-5 16,2 0-6-16,1 0 12 0,1 2-9 0,2 0 5 15,0-2-5-15,-2 2 9 0,5-1-9 0,0 1 8 0,-2-4-9 16,5 3 3-16,-1-3 6 0,0 0-2 0,3 0-7 16,1-3-1-16,-2 0-4 0,1-2-1 15,-3-2 1-15,1 0-1 0,-1 0 0 0,1-1 2 0,0-3 4 16,0 2-8-16,-3-3 3 0,2-6 3 0,-2 5 1 15,2-6 1-15,-6 2-4 0,3-1 5 0,1-1 1 16,-3-1-2-16,1 0 9 0,-4 3 10 0,3-3 6 16,-2 5 22-16,-1-3-4 0,3 4 6 0,-3 0-3 15,0-1 6-15,0 5-4 0,0-1-8 0,0 0-6 16,0 4-11-16,0-5 0 0,0 5-1 0,0 0-7 16,0 0 7-16,0 0-15 0,0 0 0 0,0 16 5 15,0-8-16-15,4 1-2 0,-3 1-10 0,2-2-9 16,1 2-15-16,-1 1-12 0,2-4-20 0,0 4-12 0,0-4-24 15,0 1-33-15,1-2-33 0,-2 1-34 16,1 0-40-16,2-3-41 0,1-1-235 0,-1-2-569 16,-1 2 252-16</inkml:trace>
  <inkml:trace contextRef="#ctx0" brushRef="#br0" timeOffset="156468">20053 8777 152 0,'0'0'268'16,"0"0"-8"-16,0 0-14 0,2-3-16 0,-2 3-17 16,0 0-14-16,0 0-13 0,0 0-14 0,16 5-15 15,-13-3-16-15,2 2-12 0,1-1-15 0,-2 2-11 16,5-1-10-16,-2 2-8 0,1 1-10 0,0 0-4 16,0-2-10-16,-1 3-5 0,0 0-4 0,1 1-5 15,0-2-4-15,-2 0-9 0,-1 1-2 0,-1-2-1 16,0 0-1-16,-1 1-5 0,1-1-1 0,0 0-3 15,-4 1-6-15,0-3-2 0,0-1 3 0,-4 1-2 16,3 2-2-16,-2-4-3 0,3-2 4 0,-7 3 2 16,7-3-3-16,-9 0 7 0,9 0 13 0,-10-3 14 15,10 3 20-15,-8-5-6 0,4 2 13 0,1 1 5 16,0-2 13-16,2 0 3 0,-2-3-9 0,3 2 3 0,0 1-9 16,0-4-2-16,3 1-12 0,1 1-2 15,2-3-7-15,-1 0-7 0,3 2-3 0,-1-1-8 16,1 0-1-16,-1 0-5 0,5 3-1 0,-2 0-7 0,-2 0-2 15,0 1 1-15,-1 1-6 0,0 0-1 0,2 1-9 16,-5 0-2-16,7-1-5 0,-11 3-20 0,8 4 2 16,-3-3-11-16,1 2-8 0,-3-1-11 0,2 3-6 15,-2-2-10-15,1 2-10 0,0 2-10 0,-2-2-9 16,0 3-3-16,0-2-19 0,1 2-9 0,2 1-13 16,-4-1-6-16,3 2-1 0,-1-3 4 0,1 0-1 15,0-1 4-15,0 0 7 0,-1 1 17 0,1-3 4 16,3 1 8-16,-5-3 11 0,5 1 10 0,-3 1 4 15,2-3 11-15,-6-1 4 0,12 0 11 0,-12 0 8 16,8-7 4-16,-1 4 10 0,-1-1 14 0,-1-3 19 16,3 1 5-16,-4 0 11 0,4-2 9 0,-2-1 7 15,-2 0 4-15,5 0 16 0,-3-1 2 0,2 1 6 16,-1-1 4-16,1-1 4 0,-1 1 4 0,0-1-2 16,-2 2-5-16,4-2-4 0,-4 3-3 0,0 1-5 15,1-4-13-15,2 3 3 0,-7 1-5 0,6 1-6 16,-5 1-3-16,1 0-5 0,1 1-3 0,-4 0-10 15,3 1-4-15,-3 3-17 0,0 0-14 0,4-6-12 0,-4 6 0 16,0 0-1-16,0 0-3 0,0 0 2 16,0 0 2-16,0 0-2 0,0 0 4 0,0 0 1 15,0 0 0-15,0 0 6 0,-8 13 4 0,2-12 0 0,6-1 0 16,-2 4 3-16,2-4 0 0,-5 2 2 0,5-2 2 16,-6 2 0-16,3 2 2 0,3-4 3 0,-8 0 3 15,4 1 4-15,4-1 5 0,-8 3 6 0,8-3 3 16,-10 3 2-16,6-1 3 0,-1 1 0 0,1 2-4 15,-3-1-2-15,2-2 4 0,0 2-3 0,1 1 2 16,0 1-2-16,1-2-1 0,2 2 3 0,-2 1-2 16,3-2-1-16,0 3 0 0,0-2-3 0,4 3 1 15,-1-3-1-15,1 2 1 0,3-1-3 0,0 0 0 16,4-1 0-16,1 0 0 0,-1 0-2 0,1 0-14 16,3-4-10-16,-3 2-1 0,2-2-5 0,0 0 2 15,-1-1-5-15,2-1 3 0,-4-1 0 0,-3-1 3 16,6-1 0-16,-5-2 2 0,1 0 5 0,-1-1 2 15,-3 1-1-15,-1 0 3 0,-1 0 7 0,1-2 5 16,-1 1 11-16,-1-1 7 0,0 1 6 0,0 2 4 0,-2-1-1 16,1 1 3-16,-1 0-4 0,0-1-6 0,-1 5-6 15,0 0 2-15,0 0-3 0,0 0 0 16,0 0-4-16,0 0-1 0,0 0-1 0,0 0-1 0,0 0-1 16,-11 10-2-16,11-4 2 0,-2-2-4 0,1 1 3 15,1 0-1-15,0-5-1 0,1 8 2 0,1-3-1 16,-2 0 2-16,6-2-2 0,-3 2 1 0,1-3-3 15,0 2 2-15,0-2 4 0,2 1-3 0,0-3-3 16,0 1 0-16,-1 0 1 0,3-1 0 0,-8 0-3 16,12-1 5-16,-8-1-3 0,3 0-2 0,-3 0 1 15,3 1 2-15,-2-2-3 0,0 1-1 0,-5 2 0 16,9-5 6-16,-5 2-4 0,-1 1 0 0,-3 2 0 16,7-5-6-16,-7 5 3 0,5-1 0 0,-5 1-5 15,0 0 3-15,0 0 2 0,0 0 1 0,11 5 1 16,-9-1-2-16,0-2 0 0,1 4-1 0,3-4 1 15,-2 5-4-15,2-4-1 0,-2 4-6 0,5-3-4 16,-4 1-5-16,4 0-9 0,-2-1-5 0,2 0-14 16,-1-2-4-16,0 1-6 0,1-2-4 0,-2 0-6 15,1-1-6-15,2 0-12 0,-1-1-6 0,0-1-6 16,0-2-5-16,1-1-2 0,-2-1 1 0,1-1 8 16,3-1 0-16,-5-2 3 0,4 1 11 0,0-5-1 0,1 0 11 15,-2-2 2-15,2-1-1 0,-4-2 10 0,2-1 4 16,-1-6 8-16,1 1 7 0,-5-1 19 0,2 6 27 15,-2-1 21-15,-2 0 26 0,1-7 26 16,0 9 26-16,0 1 18 0,-1 2 11 0,-1 3 8 0,0 0 3 16,0 1 2-16,-1 2 9 0,-1 1-2 0,0 2-3 15,0 3-10-15,4-2-19 0,-4 1-16 0,0 5-7 16,0 0-14-16,0 0-5 0,0 0-12 0,0 0-3 16,-12 12-8-16,8-2-6 0,2 2-5 0,2 1-5 15,-1 2 1-15,1 3-9 0,3 1-2 0,-2 0 1 16,5 3-1-16,-2 3-4 0,4 1 0 0,-3-5-4 15,3-2-17-15,-1-1-27 0,5 1-36 0,-5-1-46 16,3-1-54-16,0-2-55 0,-1-5-68 0,-4 2-250 16,2-6-577-16,-1 1 255 0</inkml:trace>
  <inkml:trace contextRef="#ctx0" brushRef="#br0" timeOffset="156651.97">20948 8620 257 0,'0'0'264'16,"0"0"-23"-16,16-4-26 0,-9 4-20 0,8 3-17 0,4-1-19 15,3 2-16-15,2 0-15 0,8 1-25 0,-1 3-40 16,0 0-47-16,-1 0-53 0,4 2-60 0,-1-3-54 16,-5 1-129-16,2-2-303 0,-8-1 134 15</inkml:trace>
  <inkml:trace contextRef="#ctx0" brushRef="#br0" timeOffset="157153.75">21749 8414 275 0,'-8'-5'299'0,"-3"-3"-3"15,-1 3-15-15,1 0-15 0,-8-2-14 0,1 2-13 16,3 4-4-16,-2 1-29 0,0 0-3 0,-1 3-35 16,-2 0-16-16,0 4-11 0,2-1-15 0,-1 5-13 15,8-4-15-15,-8 6-2 0,6 0-14 0,-1 1-9 16,3 3-2-16,-1 1-9 0,7 0 2 0,3 1-2 16,-2 1-5-16,5 2-6 0,2-1 13 0,4 5-24 15,5-2-7-15,-2 1 2 0,6-2-1 0,-4-6-5 16,3-1 5-16,0-1-5 0,3 0-4 0,1-4 0 15,-3-1-8-15,2 0 3 0,2-3-6 0,-1-2-14 0,-1-1 8 16,2-2-19-16,-6-2 13 0,1-1 2 0,0 0-4 16,-2-2 0-16,5-3 11 0,-6 2-11 0,2-1-2 15,-3-3 5-15,-2 2-4 0,1-3 4 0,-2 3 12 16,2-4 16-16,-5 3 18 0,2 2 8 0,-4-2-2 16,1 2 6-16,0 2-2 0,-3-1-6 0,2 1-5 15,-1-1-6-15,-2 4-12 0,0 0-1 0,3-4-4 16,-3 4-5-16,0 0-4 0,0 0 5 0,0 0-8 15,0 0 2-15,-5 15-3 0,4-11-2 0,1 1 0 16,0 2-3-16,0-2-1 0,0 1-6 0,1 3-12 16,1-5-7-16,1 4-6 0,0-1-12 0,1-2-14 15,4 3-34-15,-1-1-13 0,1-3-26 0,-1 0-26 16,5-1-24-16,-1 0-33 0,-1 1-27 0,2-1-21 16,4-3-17-16,-1 0-29 0,0-2-203 0,0-1-546 0,3-3 241 15</inkml:trace>
  <inkml:trace contextRef="#ctx0" brushRef="#br0" timeOffset="157655.51">22182 8312 191 0,'-4'-11'304'16,"0"1"-4"-16,1 2-9 0,1 3-16 0,1-1-28 0,-2 4-28 15,3-3-28-15,0 5-15 0,0 0-22 0,0 0-13 16,0 0-9-16,-8 19-14 0,8-6-14 0,4 5-5 15,-4 0-11-15,7 2-6 0,-7 6-7 0,1 3-5 16,1-9-7-16,2 8-13 0,-1-2 0 0,-2 2-3 16,3 0-1-16,0-3-6 0,0-1-9 0,0 0-18 15,-4-3-24-15,3-2-17 0,-3-7-28 0,0 3-21 16,0-4-21-16,0-1-17 0,-3-2-8 0,3-3-8 16,-1 0-6-16,-3-1 7 0,1-2 4 0,3-2 13 15,0 0 6-15,0 0 20 0,0 0 11 0,0 0 17 16,-5-12 19-16,5 8 12 0,0-2 23 0,0-1 14 15,1 1 21-15,1-1 12 0,-2 1 10 0,2-1 11 16,2 1 2-16,0 1 2 0,-1-1-4 0,1 2-1 16,0 0-8-16,2 0-5 0,-1 3-6 0,5-2-4 15,-5 3-4-15,-5 0-4 0,14 3-1 0,-5-1-4 16,2 1-4-16,-3 2-2 0,4 2-2 0,-1-2 0 16,0 3-5-16,1-1 0 0,-2-1-2 0,1 4 3 15,1-2 5-15,-1 2-2 0,1-2-2 0,2 5 5 0,-3 0-3 16,0-3 0-16,0 4 1 0,-2-1-1 15,3 1-1-15,-2 2 1 0,-2-2 4 0,3 2 0 16,-6 0 1-16,6-1-3 0,-4 2-1 0,-2-2-2 0,2 1 1 16,-3 1-1-16,0-4-5 0,-1 1 0 0,1-2 2 15,-4 1-4-15,0-2 4 0,0-1-1 0,-2-2-4 16,-1 1 0-16,-3-1-10 0,2-4-21 0,-3 3-22 16,1-3-30-16,-2-1-44 0,2-2-42 0,-2-2-56 15,-4-2-235-15,-2-1-487 0,-5-6 215 0</inkml:trace>
  <inkml:trace contextRef="#ctx0" brushRef="#br0" timeOffset="157858.19">21921 8282 135 0,'-2'-6'339'0,"-1"0"-24"0,2 0-23 0,-4 2-29 15,4-1-30-15,1 5-22 0,-2-7-24 16,-1 5-20-16,3 2-19 0,0 0-25 0,0 0-45 16,0 0-52-16,0 0-64 0,12 9-89 0,-5-4-82 15,-3 0-149-15,6 2-386 0,1 0 171 0</inkml:trace>
  <inkml:trace contextRef="#ctx0" brushRef="#br0" timeOffset="158207.46">22508 8124 278 0,'0'0'376'0,"0"0"-24"0,10 5-29 0,-6-2-17 15,4 1-13-15,1 0-2 0,1 2 0 16,8 3-3-16,-2 0-6 0,11 7-15 0,-1 0-18 16,1 6-13-16,3-3-17 0,-1 3-21 0,1 1-13 0,2 1-19 15,4 13-17-15,-8-9-16 0,9 10-9 0,-14-6-15 16,6 12-9-16,-10-10-12 0,1 12-8 0,-5-9-5 16,-1 12-9-16,-5-1-7 0,-7-9-5 0,0 12-13 15,-10 1-13-15,-1-4-21 0,-9-1-30 0,-3 2-44 16,-3 1-38-16,-9 0-44 0,-1-4-35 0,-9 4-36 15,-5-3-38-15,-21 13-58 0,23-25-69 0,-9 2-283 16,0-6-724-16,-5 1 321 0</inkml:trace>
  <inkml:trace contextRef="#ctx0" brushRef="#br0" timeOffset="163191.69">11495 9977 22 0,'0'0'237'16,"-1"-5"-22"-16,1 5-25 0,0 0-21 0,0 0-17 16,0 0-16-16,0 0-15 0,0 0-14 0,0 0-9 15,-8 15-6-15,5-9-7 0,4 0 2 0,-2 4 2 16,0 1-7-16,2-3 1 0,0 4-3 0,2 2 3 16,0-3-2-16,0 1-1 0,2 5-4 0,-1-5 3 0,1-1 1 15,2 0-1-15,4 5-5 0,-1-5-2 16,2 2 3-16,7-1-5 0,-1 1 3 0,2-5 1 15,7 5 3-15,6-2 0 0,0-1-5 0,6-3-4 0,2 2-2 16,16-2-5-16,1-1-2 0,0-1-7 0,1-2-5 16,4-1-2-16,2-2-3 0,-1 0-8 0,-3-1 1 15,5 0-3-15,4 0 0 0,0-2-2 0,-2-2-4 16,3 1 1-16,25-2-3 0,-31 0-4 0,2 0-3 16,0 0 2-16,-2-2-7 0,2-1 0 0,-6 0 1 15,4-2 2-15,-4-4 1 0,3 5-5 0,-4-4 5 16,1 0-10-16,-1-1 3 0,-1-3-3 0,-1 4 0 15,-5-2-1-15,-11 6-1 0,-2-2-1 0,-1-1-4 16,-1 4 1-16,-4-2 1 0,0 0 1 0,-4 2 0 16,-4 0-1-16,-4 4-1 0,-4-1 0 0,-4 3 9 15,-3-1-10-15,-1 0 4 0,-2 0-1 0,-1 1-1 16,-2 3-2-16,1-1 0 0,-6 1-4 0,0 0 3 0,12-2-5 16,-12 2-3-16,5 0-1 0,-5 0-15 15,4-3 4-15,-4 3 6 0,0 0-5 0,0 0 3 16,0 0 5-16,7 0-3 0,-7 0-2 0,0 0 4 15,0 6 2-15,0-6 4 0,0 5 2 0,0-5-4 0,0 6 5 16,0-2 1-16,0-4-6 0,0 8 7 0,0-3-3 16,0-2 3-16,0 2-4 0,2 1 0 15,-1-1 4-15,3 0 0 0,-4 1-3 0,5 1-4 0,-2-1 5 16,5 1-3-16,-1 2 2 0,1-3 5 0,3 0-5 16,0 1-2-16,4-1 2 0,3-2-12 0,2 2-5 15,-2-3-6-15,2-1-2 0,1 0-4 0,-4-1-3 16,2-1 4-16,0 0 5 0,-5-3 1 0,1-2 4 15,-1 4 3-15,-5-4 1 0,2 0 6 0,-2-2-2 16,1 1 8-16,-2-3 4 0,0-2 6 0,-1 4 3 16,0-4 6-16,-3 2 9 0,0 0-1 0,3-2 10 15,-5 4 5-15,3 0 3 0,-3 1 12 0,3-2-3 16,-4 3-2-16,2 0-8 0,-2-1-4 0,2 2-7 0,-2 1-2 16,-1 3-7-16,0-4 0 0,0 4-4 15,8-1-2-15,-8 1 3 0,0 0-4 0,11 4 4 16,-11-4-4-16,8 2-1 0,-2 2-5 0,0 3-4 0,-2-4 8 15,5 1 0-15,-4-1-8 0,7 5 5 0,-1-6-3 16,0 3 4-16,4-2 2 0,2 2-5 0,0 0-2 16,5-2 3-16,-2 2 0 0,5-3 2 0,5 1-2 15,1-2-2-15,-1 2-1 0,0-1 1 0,2-3 1 16,3 5-3-16,0-5 1 0,-1-2-2 0,4 2-2 16,-1 0-2-16,-1-1 2 0,5-4-1 0,0 3 6 15,-2 2-2-15,2-3 2 0,4 2-4 0,-3-1 3 16,-1-2 1-16,14 1-6 0,-15 0-1 0,15-1 4 15,-15 1-4-15,0 1 8 0,-2 2-5 0,5-1 1 16,-4-2-1-16,0 3 2 0,-1-6 1 0,1 2-1 16,1 5 0-16,-5-5 0 0,1 0-1 0,-2 5 4 15,-3-3-1-15,-1 0-2 0,1 1 0 0,-6-1 2 0,-4 0 3 16,-1 3-1-16,1-3-8 0,-6 2 7 0,0 1-4 16,-5-3-3-16,5 0 3 0,-4 0 2 15,-1-1 0-15,-3 3 2 0,0-2-2 0,1 2 1 0,-1-2-1 16,0 3 2-16,-2-2-4 0,3 1-1 0,-1-2 7 15,1 2-7-15,-1 0 5 0,0-1-2 0,1 2 5 16,0 2-7-16,0-5 1 0,-1 1 0 0,8 1 2 16,-5 1-3-16,2 0 7 0,0-1-5 0,0 1-4 15,3-1 1-15,-4-1 6 0,-1 4-3 0,-1-4 1 16,-1 2-1-16,2 0 2 0,-2 0-3 0,0-1 3 16,-8 1 0-16,13 1 2 0,-9-1-6 0,-4 0 15 15,12 0-15-15,-7-1 3 0,-1-1-4 0,-4 2 1 16,14-3-3-16,-5 2 5 0,-2-3 1 0,3 1-4 0,2 1 4 15,-1-2 0-15,1 0 1 0,-1 1-4 0,1 0 13 16,2 0-11-16,-2-1-2 0,2 1 4 16,-3-1 4-16,2 0 6 0,-1-3 3 0,2 2 9 15,-3 0 21-15,1-1-15 0,-1 1 2 0,0 0-1 0,1-5-3 16,3 3-6-16,-3-3-3 0,-1 3 1 16,-1-4-2-16,1 4-2 0,-2-4-1 0,6 0 0 15,-5 3-5-15,1-2 6 0,-1 2-15 0,1 0-20 0,-4-1-25 16,3 0-34-16,-4 1-42 0,-1 3-64 0,0-1-81 15,1-1-76-15,-4 4-210 0,1-2-596 0,2 0 264 16</inkml:trace>
  <inkml:trace contextRef="#ctx0" brushRef="#br0" timeOffset="174799.26">13941 10522 113 0,'0'-3'345'0,"0"3"-9"16,0 0-15-16,-2-5-15 0,2 5-18 0,0 0-24 16,0 0-17-16,4-4-23 0,-4 4-19 0,0 0-22 15,0 0-19-15,0 0-12 0,0 0-17 0,0 0 6 16,0 0-22-16,0 0 1 0,0 0-5 0,-2 18-13 15,2-13-15-15,0 1-1 0,0 1-11 0,0-1-5 0,-2 0-5 16,1 1-6-16,1-1-11 0,-4 2-2 0,4-1-4 16,-1 0-4-16,-2-2-8 0,2 0 2 15,1 2-4-15,-2-5-4 0,2 2-1 0,0-4 6 0,0 0 1 16,-1 8-3-16,1-8 12 0,0 0-14 0,0 0-4 16,0 0-1-16,0 0-10 0,0 0 18 0,8-13-14 15,-8 7 3-15,7 0 10 0,-3 0 5 0,0 0 4 16,0-3 0-16,0 2 16 0,0 1-4 0,0-1-5 15,4 2 5-15,-5 1-1 0,1-2 1 0,-1 1-17 16,2 1-5-16,0 1-4 0,2 0 3 0,-1 2-8 16,-6 1-1-16,11 1 0 0,-3 2 0 0,0 0-5 15,3 2-2-15,-4 2-4 0,2 0 7 0,2 2-8 16,0-1 3-16,0 2 0 0,-3-1-2 0,3 0-3 0,3 2 1 16,-5-4-6-16,1 2-9 0,-1-1 0 15,1 1-1-15,-2-3-6 0,-2-2 6 0,0 1 6 0,-2-1 4 16,0-1-7-16,0-1 10 0,-4-2-4 0,0 0 7 15,0 0 16-15,10-8 9 0,-10 2 9 0,1 1 4 16,-1-2 3-16,0-4 6 0,0 2 1 0,-1-1 3 16,-2-4-3-16,-1 1 3 0,1 0-1 0,1 0-6 15,-2-5 4-15,-1 6-12 0,4-1-5 0,0 0-6 16,-3 2 0-16,3 1-8 0,-2-1-21 0,0 6-34 16,3-2-47-16,0 4-59 0,-1-1-60 0,1 4-45 15,0 0-28-15,0 0-45 0,0 0-48 0,0 0-46 16,9 9-271-16,-4-1-740 0,0-3 327 0</inkml:trace>
  <inkml:trace contextRef="#ctx0" brushRef="#br0" timeOffset="175050.14">14416 10508 25 0,'0'0'319'16,"0"-6"-16"-16,0 6-27 0,0 0-31 0,2-4-22 15,-2 4-30-15,0 0-14 0,0 0-17 0,0 0-18 16,-4 15-10-16,1-8-9 0,2 4-12 0,1-2-6 16,-4 3-11-16,1 1-9 0,-1 3-9 0,-1 0-7 15,-2 1-6-15,3 2-8 0,-2-2-2 0,1 3-7 16,-2-2-3-16,-1 1-9 0,4-2-10 0,-6 0-26 16,5 1-22-16,-4 0-35 0,3-1-33 0,1 0-53 15,-2-3-52-15,2-4-63 0,2 1-151 0,-1-5-441 0,4 1 196 16</inkml:trace>
  <inkml:trace contextRef="#ctx0" brushRef="#br0" timeOffset="175384.65">14496 10781 41 0,'0'0'317'0,"0"0"-16"0,0 0-23 15,5-2-10-15,-5 2-15 0,0 0-1 0,0 0-5 16,7 6-15-16,-4-3-10 0,2-2-15 0,-1 3-10 16,3-2-14-16,0 5-24 0,-2-4-8 0,-2 0-10 15,4-1-17-15,-2 1-13 0,1 4-8 0,-1-2-13 16,-1 0-3-16,0 0-24 0,-2 2 12 0,-1-1-2 16,3-1 5-16,-4 1 5 0,0 0 11 0,-4-1 6 15,1 1 16-15,2 2 7 0,-2-3 8 0,-1 0-2 0,0-1-5 16,1 0-7-16,0 1-9 0,2-1-1 0,1-4-11 15,-4 6 5-15,4-4 1 0,0-2 7 16,0 0 5-16,0 0-11 0,5 5-5 0,8-5-10 0,3-2-9 16,3 2-6-16,15-1-12 0,0-2-27 0,5 1-28 15,1-2-44-15,1-1-53 0,2 1-60 0,21-5-70 16,-4 1-84-16,4-1-104 0,1-4-480 0,5-2-964 16,25-9 427-16</inkml:trace>
  <inkml:trace contextRef="#ctx0" brushRef="#br0" timeOffset="175986.43">21030 9672 180 0,'0'0'318'0,"0"0"-14"15,-6-5-31-15,6 5-21 0,0 0-24 0,0 0-19 16,0 0-10-16,0 0-9 0,13 16-12 0,-9-6-3 16,1 0-18-16,3 3-10 0,2 1-12 0,-1 3-10 15,2 2-12-15,-3 0-12 0,3 5-11 0,-1 4-7 16,-1-3-7-16,-1-1-10 0,-1 5-5 0,0 0-8 15,0-1-1-15,-2 2-5 0,5-5-7 0,-5-6-15 16,1 2-25-16,-1-2-25 0,-2 1-29 0,1 0-39 16,0-4-42-16,-1-3-49 0,1 0-57 0,-1-3-64 15,0-2-169-15,0-1-513 0,1-4 227 0</inkml:trace>
  <inkml:trace contextRef="#ctx0" brushRef="#br0" timeOffset="176421.64">21135 9629 168 0,'-2'-4'333'0,"1"-1"-20"0,-1-2-11 15,1 4-17-15,0 0-22 0,1 3-30 0,-2-6-21 16,2 6-23-16,-4-3-24 0,4 3-15 0,0 0-13 15,0 0-17-15,-7 14-6 0,2-5-17 0,-2-1-11 16,5 5-3-16,-4-3-11 0,-1 2 1 0,2-1-20 16,-5-1-2-16,5 1-10 0,-2-1 3 0,0 0-5 15,-2 0-5-15,-1-2-5 0,2 0-2 0,1-1-1 16,2-1-6-16,2-4 1 0,-4 2 0 0,5-2 3 16,2-2-6-16,0 0 3 0,0 0 0 0,-11-7-1 15,12 0 10-15,-1 1 14 0,4-1-3 0,-3-5 6 16,6-4 1-16,-3 5-5 0,7-6 8 0,-4 2 9 0,3-1 18 15,-1 0 5-15,-1 7-1 0,0-4 12 16,-1 5-8-16,-3-2 5 0,1 5-12 0,-3-1-5 16,3 1-11-16,-2 0-9 0,-1 2-9 0,3 1-11 0,-5 2 1 15,0 0-5-15,11 4-6 0,-7 3 0 0,4 3 5 16,-4-1-27-16,2 4-23 0,1 5-31 0,-2-2-44 16,4 4-36-16,-2 5-40 0,3 1-54 0,-1 1-63 15,1-8-80-15,1 6-285 0,2 3-707 0,0-3 313 16</inkml:trace>
  <inkml:trace contextRef="#ctx0" brushRef="#br0" timeOffset="177040.49">21375 10343 181 0,'0'0'331'0,"-1"-6"-24"0,1 4-33 0,0 2-30 16,0 0-25-16,0 0-24 0,0 0-20 0,0 0-17 0,0 0-15 16,-8 13-13-16,6-5-16 0,1 1-12 0,1 3-11 15,-3 0-7-15,3 1-13 0,-1 1-1 16,2-1-11-16,-2 5-2 0,1-8-5 0,0 2-8 0,0 1-2 16,0-4-9-16,0-2 0 0,0 0-4 0,0-2 2 15,0 0 24-15,1-1 30 0,-1-4 48 0,0 3 11 16,0-3-8-16,0 0-7 0,0 0-6 0,0 0 2 15,0-16-3-15,0 6 3 0,0-2-7 0,1-2 3 16,-1 3-2-16,3-7 5 0,1 0-6 0,-1 0 1 16,1 2-2-16,0 2-9 0,1 3 2 0,-3 1-3 15,5-1-11-15,-4 3-8 0,-1 0-9 0,1 3-12 16,1 1-11-16,0 1-6 0,0 3-5 0,-4 0-5 16,15 5-6-16,-4 3-4 0,-1 0-3 0,7 5 0 15,-4 0 4-15,2 2-10 0,-2 0 0 0,5 0-5 16,-4-1-3-16,0 3-4 0,0-3 6 0,1 1-2 15,-3-2-2-15,-3-3 0 0,1-4 0 0,0 0 2 0,-2-2 6 16,1-1 15-16,-3-1 14 0,2-3 8 0,0 1 2 16,4-5 4-16,-5 0-3 0,2-4-9 0,-3 1 3 15,2-3-8-15,-4-2-6 0,5-3-1 0,-5 0-13 16,-1-1-8-16,-1-1-29 0,1-1-57 0,-3 0-71 16,0 0-85-16,0 1-61 0,0 3-57 0,-5 3-80 15,3 1-76-15,1 5-341 0,-3 1-909 0,-5 0 402 16</inkml:trace>
  <inkml:trace contextRef="#ctx0" brushRef="#br0" timeOffset="177759.69">11524 11793 329 0,'-3'-18'428'0,"-1"5"-20"0,1-4-16 0,2 7-15 0,-2 0-20 16,2 2-27-16,1 2-29 0,-2 1-33 15,4 1-33-15,-2 4-26 0,0 0-25 0,0 0-15 16,5 11-20-16,-1 1-16 0,2 7-10 0,5 7-11 0,-3 2-10 16,4 4-15-16,3 19-4 0,-4-15-13 15,-1 13-3-15,3 0-8 0,-3 3-2 0,-5-3-8 16,6 0-3-16,-7-13-5 0,6 16 3 0,-4-4-11 0,0 1-3 15,2-11-1-15,-1 0-4 0,-2-2-6 0,2-1-6 16,0-2-19-16,-2-2-16 0,1-5-26 0,-2-7-45 16,1-2-28-16,-2-5-26 0,1 1-20 0,0-5-34 15,0 1-34-15,0-4-28 0,2-5-39 0,-1 1-53 16,-5-1-212-16,14-5-614 0,-5-5 273 0</inkml:trace>
  <inkml:trace contextRef="#ctx0" brushRef="#br0" timeOffset="178160.45">12128 11923 61 0,'5'-12'311'0,"1"0"5"16,-2 0-5-16,0 4-10 0,1 2 2 15,-4-3-6-15,2 3 2 0,-3-1-5 0,3 2-14 16,-3 2-22-16,0 3-20 0,-1-8-24 0,-1 6-23 0,-2-1-18 15,4 3-17-15,-15 3-19 0,4-1-10 0,-1 2-12 16,3 2-14-16,-2 0-9 0,-3 1-6 0,3 1-7 16,-4 2-11-16,6-1-5 0,-1 1-7 0,3 0-7 15,-1 1-4-15,2-1-3 0,1 0-5 0,5 2 1 16,3-1-3-16,3 1-4 0,4-1-1 0,1 4 1 16,3-1-6-16,4-2 1 0,-3 2-3 0,2-2-4 15,2 1-8-15,-2 0 7 0,2-2 4 0,-4 1-9 16,2-2 3-16,-3 0-7 0,-5-1-2 0,1-1-2 15,-5-1 2-15,4 1-2 0,-8 0 0 0,-1-2 0 16,0 1 2-16,-3 0 1 0,-4-1-7 0,-1 1 6 16,-2 2-7-16,-6-1 12 0,-3-2-4 0,2 0-11 15,-4-2-12-15,-2 2-40 0,4-3-27 0,0 0-39 0,1-1-28 16,2-3-22-16,2 1-25 0,2 0-37 0,4-1-55 16,4-3-55-16,0 0-302 0,4-1-699 15,4-3 309-15</inkml:trace>
  <inkml:trace contextRef="#ctx0" brushRef="#br0" timeOffset="178428.72">12372 11715 207 0,'2'-4'345'0,"-2"4"-25"16,4-5-22-16,-4 5-27 0,0-3-29 0,0 3-8 15,0 0-12-15,11 11-10 0,-6-3 2 0,5 3-7 16,-2-1 0-16,3 7-13 0,9 2-1 0,-2 4-17 15,1 2-3-15,0 0-28 0,3 4-10 0,-3-1-15 16,-3 3-9-16,2 3-8 0,-2 2-13 0,-1-1-10 16,-3 2-6-16,-2 0-8 0,-5 12-9 0,-3 1-7 15,-1-1 2-15,-2-11-7 0,-3 11-9 0,1 2 2 16,-3-15-5-16,1 0-4 0,-2-1 0 0,2-1 6 0,-3-4-12 16,2-1-21-16,-1-4-26 0,2-4-39 15,1-4-44-15,3-8-29 0,1 3-33 0,-2-4-42 16,4-3-59-16,0-4-66 0,6 1-290 0,-8-2-677 15,17-8 299-15</inkml:trace>
  <inkml:trace contextRef="#ctx0" brushRef="#br0" timeOffset="178796.68">13176 11966 171 0,'3'-2'440'16,"-3"2"-1"-16,6-3-13 0,-6 3-30 0,4-3-44 15,-4 3-33-15,4-1-28 0,-4 1-20 0,12 0-12 16,-4 1-13-16,-1 0-16 0,5-1-15 0,3 3-22 16,1 1-21-16,5 0-15 0,1-2-18 0,1 1-12 0,1 1-12 15,6-2-15-15,0-1-20 0,1 2-34 16,-2-1-33-16,-6 0-40 0,-1-2-46 0,-1 0-50 16,-3-2-39-16,-3 4-44 0,-4-2-50 0,0 0-47 0,-3 1-38 15,-2-2-277-15,-6 1-669 0,0 0 296 0</inkml:trace>
  <inkml:trace contextRef="#ctx0" brushRef="#br0" timeOffset="178947.2">13399 12078 95 0,'-16'11'154'0,"-4"1"27"0,4-1 8 0,-1-1 10 15,6-1 4-15,2 0 6 0,0 0-11 0,4-5-5 16,-1 1 4-16,3 2 8 0,4-2 0 0,3-3-10 16,4 1-15-16,2 0-16 0,9 0-18 0,5-2-15 15,6-2-18-15,8-2-32 0,0-2-34 0,19-1-50 16,-2-3-47-16,-2 0-60 0,-10 1-64 0,14-3-69 15,-3-2-209-15,-3-3-487 0,-14 6 215 0</inkml:trace>
  <inkml:trace contextRef="#ctx0" brushRef="#br0" timeOffset="179482.42">14115 11547 298 0,'0'0'307'16,"7"-5"-32"-16,-7 5-29 0,5-3-21 0,1 3-25 0,-6 0-18 15,12 5-11-15,-8-2-23 0,4 2-11 0,-4 4-19 16,0-3-9-16,2 5-14 0,1-1-5 0,-5 7-8 16,2-2-8-16,0 3-11 0,-2-1-4 0,-2-1-1 15,0 2-10-15,0 0-6 0,-3 0-3 0,0-3-5 16,2 2-3-16,-3-4-3 0,3-2-2 0,1 0-2 15,-2-5 0-15,1 2-5 0,-1-3 2 0,1-1 3 16,1 0 18-16,0-4-5 0,0 0-3 0,0 0 8 16,0 0-16-16,0 0-2 0,0-16-1 0,6 7-3 15,0-2 1-15,0-1-4 0,2-2 6 0,0-1 6 16,0-1 10-16,3 1 6 0,-3-1 0 0,1 0 7 16,1 7 0-16,-4-1-4 0,-2 2-2 0,4 0-4 15,-3 2-10-15,-1 2-3 0,3 0 1 0,-3 2-5 16,2 2-4-16,-6 0-4 0,15 3-5 0,-7 2 4 0,-4 1-9 15,4 4 8-15,0 0-11 0,-1-1 1 16,3 4 1-16,-3-2 3 0,2-2-3 0,-4 2 4 16,4-2-5-16,-4-1-2 0,4-1 17 0,-3-1-17 0,-2-1 6 15,2 1 3-15,-2-4 23 0,0-2 16 0,-4 0 7 16,10-5 10-16,-4 1 0 0,-2-1 12 0,0-5-4 16,0 5-5-16,-2-8-7 0,0-5-3 15,2 0-3-15,-2 0-6 0,-2 2-5 0,1-2-3 0,-1-2-5 16,0 4-5-16,-1-1-11 0,1 1-24 0,-2 4-27 15,-2 1-21-15,4-1-36 0,2 1-29 0,-4 5-32 16,2 0-57-16,0 1-56 0,0 5-33 0,0 0-35 16,0 0-39-16,0 0-195 0,0 0-606 0,15 12 269 15</inkml:trace>
  <inkml:trace contextRef="#ctx0" brushRef="#br0" timeOffset="179699.86">14768 11665 55 0,'0'0'327'0,"0"0"-6"16,0 0-25-16,9 3-26 0,-9-3-22 0,0 0-25 15,-12 12-15-15,7-4-8 0,-4 1-17 0,-2 3-14 0,-1 4-17 16,0-1-9-16,-6 8-10 0,1 0-16 0,-1 2-9 16,0 3-14-16,-1 2-2 0,-1 3-12 15,-1-1-6-15,0 2-28 0,-8 9-25 0,10-12-32 0,-1 2-29 16,5-2-31-16,-2-2-37 0,5 0-54 0,1-3-46 15,6-7-67-15,-1-3-173 0,5-3-485 0,1-2 215 16</inkml:trace>
  <inkml:trace contextRef="#ctx0" brushRef="#br0" timeOffset="180000.48">14639 12196 160 0,'0'0'269'0,"0"0"12"15,0 0 6-15,0 0 1 0,10 6-7 0,-6-3 1 16,-1 0-5-16,3 2 7 0,1-1-9 0,3 2-7 16,-2 2-11-16,2-2-14 0,1 5-15 0,-2-3-18 15,1 1-19-15,-2 0-16 0,4-1-17 0,-8 2-14 0,6-1-17 16,-6 0-10-16,3 1-12 0,-2 1-11 0,-1-5-7 16,-4 5-10-16,3-2-3 0,-2-4-9 15,-1 3-4-15,0-1-9 0,3-1-3 0,-3-2-3 0,0 1-3 16,0-5-2-16,0 8-1 0,2-7-1 0,-2-1-5 15,9 0-3-15,-9 0-3 0,18-4-7 0,-7 3-15 16,-1-4-9-16,10-1-20 0,-3-1-25 0,9-4-36 16,-7 0-53-16,10-2-49 0,-5-2-54 0,3-3-77 15,-2-2-85-15,-2-2-325 0,2-4-785 0,-1-2 348 16</inkml:trace>
  <inkml:trace contextRef="#ctx0" brushRef="#br0" timeOffset="180285.25">15073 11849 100 0,'-6'2'255'0,"2"-1"-8"0,4-1-24 0,-6 5-12 16,2-4-13-16,2 2-9 0,2-3-9 0,-2 6-10 0,2-2-12 16,0-4-11-16,2 6-6 0,0-3-12 15,1 1-8-15,1-2-8 0,0 1-11 0,0 0-6 16,4-1-8-16,-2-1-10 0,-1 1-6 0,-5-2-8 0,11 0-7 15,-11 0-4-15,11-4-8 0,-6 0-2 0,-2 1-6 16,3-1-1-16,-2-2-3 0,-1 1-5 0,-2-2-8 16,2 1-4-16,-3-1 2 0,-3 0 2 0,3 0 3 15,-1 0-7-15,-1 1-6 0,-2-2 1 0,-3 3-5 16,3 1-17-16,0-1-18 0,-4 0-20 0,4 2-28 16,-3 2-38-16,0-2-52 0,7 3-44 0,-12 0-43 15,12 0-187-15,-8 4-476 0,5-1 210 0</inkml:trace>
  <inkml:trace contextRef="#ctx0" brushRef="#br0" timeOffset="180970.49">15483 11518 208 0,'0'-8'334'0,"0"4"-4"0,-3-1-24 16,3-1-8-16,-2 2-15 0,-1 1-18 0,3 3-21 15,-3-4-30-15,3 4-22 0,0 0-21 0,0 0-6 16,0 0-28-16,-6 9-19 0,3 0-7 0,1 2-14 16,1 1-11-16,0 5-10 0,-1 2-1 0,4 3-7 15,-2 3-9-15,1-3 0 0,2 3-19 0,1 3 5 16,-3-9-14-16,2 0 2 0,-2-1-3 0,5-1 1 16,-1 0 13-16,-5-6-22 0,3 1 2 0,-2-1-1 15,2-6 1-15,-2 2-4 0,-1 0 3 0,0-3 1 16,0-4 3-16,0 0-6 0,0 0-8 0,0 0 6 15,0 0-5-15,0 0-3 0,0-21 0 0,-1 9 0 16,-2 0-2-16,3-2 7 0,-1-2-10 0,-2-2 4 0,0-2-4 16,1-7-2-16,2 7 7 0,-3-1 0 0,3 2-3 15,-3-1 18-15,2 2 0 0,1 1 2 16,1 6 21-16,-1-2-7 0,3 4 4 0,-3 2-2 0,0-2-4 16,0 3-16-16,0 3 9 0,3-3-8 0,-3 6-7 15,9-1 2-15,-9 1-6 0,10 7-3 0,-2-2 2 16,4-1-10-16,-5 6 8 0,4-2 0 0,2 4-7 15,0-1 4-15,0 6-2 0,1-3-3 0,1 3 8 16,-3-2-4-16,4 3-5 0,-5-4 4 0,2 1-1 16,-3-6-2-16,7 3-3 0,-9-3 9 0,4-1-3 15,-2-2 26-15,-2 0 21 0,-1-3 13 0,1 0 15 16,-3-3 2-16,2 0-6 0,1-1-6 0,-1-2-7 16,-3-2-4-16,3-3-8 0,-3 1-5 0,2-3-6 15,0-5-1-15,1-2-6 0,-2-1-3 0,-2 0-4 16,0-1-3-16,-2 2-4 0,2-3-18 0,-2 2-19 15,5-1-33-15,-5 1-37 0,2-1-50 0,-2 1-45 0,5 5-46 16,-2-1-50-16,-4 1-51 0,3 3-56 0,-1 2-329 16,1 2-774-16,2-1 342 0</inkml:trace>
  <inkml:trace contextRef="#ctx0" brushRef="#br0" timeOffset="181221.89">16274 11590 263 0,'0'-5'431'0,"0"5"13"0,0-6-23 0,3 2-34 16,-1-1-33-16,3 1-31 0,1-1-37 0,6 1-28 15,-1-2-24-15,8 2-25 0,1-2-21 0,13 1-19 16,0-1-20-16,1 2-33 0,1 0-39 0,4 2-30 15,-1 0-63-15,1-1-51 0,0 1-44 0,-8 4-60 16,2 0-64-16,-3-1-67 0,-8 0-274 0,-6-1-624 0,-2 1 276 16</inkml:trace>
  <inkml:trace contextRef="#ctx0" brushRef="#br0" timeOffset="181372.42">16469 11670 171 0,'-12'4'247'15,"3"0"-18"-15,3 0-20 0,1-2-12 0,2 2 4 0,-2-2-2 16,5-2-14-16,8 6-16 0,-3-5-14 0,10 0-15 16,7 0-18-16,12 3-36 0,1-4-53 0,7-1-49 15,12-2-62-15,1 0-54 0,2 0-62 0,-14 0-127 16,15 1-347-16,-1-2 153 0</inkml:trace>
  <inkml:trace contextRef="#ctx0" brushRef="#br0" timeOffset="181740.37">17311 11427 240 0,'-12'5'285'0,"0"1"-14"16,2 2-20-16,-1-1-19 0,1 3-11 0,3 0-18 15,-2 5-12-15,5-2-13 0,1-1-12 0,3 8-11 0,2-2-5 16,3 1-10-16,5 7-3 0,0-8-6 0,7 5-13 15,2 0-6-15,0-4-16 0,3-1-4 0,-7-4-8 16,4-4-9-16,0-1-2 0,-1-2-10 0,-1-2-5 16,-3-3-4-16,0 1-5 0,-2-6-8 0,-1 1 1 15,2-5-8-15,-2-1-3 0,-1-2-2 0,-1-5-2 16,-2-4-4-16,0 0-4 0,-3-11-3 0,1 2-4 16,-3 0-11-16,-4-2-2 0,-3 4-4 0,-2-3 2 15,0 4-3-15,-2 4 1 0,-1 2 1 0,1 0 9 16,-5 3-8-16,1 1 10 0,-4 2-12 0,-2 5 7 15,-1-1-23-15,1 3-12 0,-3 4-11 0,10 2-14 16,-7 1-14-16,6 3-20 0,-1 1-14 0,3 3-31 16,0-1-32-16,1 5-38 0,6-1-42 0,0 2-234 15,1 1-523-15,6-1 233 0</inkml:trace>
  <inkml:trace contextRef="#ctx0" brushRef="#br0" timeOffset="182024.72">18003 11259 177 0,'0'-5'349'16,"-5"2"-36"-16,1 1-26 0,4 2-22 0,-14 2-8 16,2 2-5-16,0 3-17 0,-3 1-12 15,1 4-14-15,-1 2-6 0,3 1 0 0,1 3-16 0,2 0-13 16,-1 8-6-16,5-7-12 0,2 3-8 0,0 4-10 15,3-5-12-15,7 7-9 0,-3-2-11 0,10 0-3 16,-3-1-9-16,6-2-9 0,0 0 4 0,2 2-18 16,4-5-11-16,0-3-21 0,-3-6-28 0,7 1-37 15,-6-5-41-15,2-3-37 0,-3-1-45 0,3-3-51 16,-5-4-46-16,3-1-46 0,-3-7-51 0,-1 2-227 16,-1-3-617-16,-3-4 273 0</inkml:trace>
  <inkml:trace contextRef="#ctx0" brushRef="#br0" timeOffset="182510.19">18134 11362 78 0,'-4'6'141'0,"0"-1"-9"0,-3 1-8 16,3 4 3-16,4-2-10 0,-3 1-4 15,1 0-10-15,0 0-14 0,-1 3 1 0,3-5-7 0,3 2-8 16,-3-1-11-16,0 0-2 0,-3-5-8 0,3 4-5 15,0-2-2-15,-1-1-5 0,1-4-6 0,0 0-3 16,0 4 5-16,0-4-7 0,0 0-8 0,0 0 2 16,0 0-2-16,-7-9-4 0,6 3-5 0,1 0 5 15,-2-3-5-15,2 1 1 0,2-2 8 0,-2 0 12 16,1-1 9-16,2 0 18 0,-2 0 14 0,2 0 7 16,1 1 7-16,-1 0 2 0,1 1 7 0,0 2-6 15,-1 1-5-15,2 1-11 0,-2 2-7 0,2-3-4 16,-2 4-10-16,4 0-9 0,-7 2 2 0,12 2-13 15,-8 0-3-15,2 5-3 0,1 1 0 0,1 2-5 16,1-2-2-16,-2 4-5 0,4 3-3 0,-2 1 4 16,2 0-4-16,0 2-1 0,1-1-2 0,1 0 2 15,-1-1-6-15,0 1 6 0,0-1 0 0,3-3-3 0,-1 0 0 16,1-1 4-16,-4-4 14 0,0 0-1 0,1-3 5 16,-3-1 1-16,1-1 15 0,1-3-5 15,-4 0-2-15,-7 0 1 0,13-5-1 0,-5 1 2 0,-4-2 1 16,1-1-5-16,-1-4 5 0,-2-2-6 0,1 0-6 15,-3-3 2-15,-3-2 6 0,1 1 0 0,-1-5-1 16,-1 4-2-16,1 0 0 0,-4 0 8 0,-1 0-20 16,1 1-9-16,2-1-17 0,1 6-17 0,-2 0-19 15,0 0-22-15,0 4-27 0,3-1-29 0,-1 2-50 16,3 4-57-16,-2-1-41 0,3 4-31 0,0 0-216 16,0 0-550-16,0 0 244 0</inkml:trace>
  <inkml:trace contextRef="#ctx0" brushRef="#br0" timeOffset="182877.51">18523 11208 65 0,'0'0'408'0,"0"0"-11"0,-4-3-9 0,4 3-11 15,0 0-20-15,0 0-18 0,0 0-19 0,0 0-32 16,0 0-26-16,0 0-31 0,0 0-20 0,0 0-12 16,22 3-26-16,-17-1-18 0,5 2-15 15,1 0-15-15,-5-1-13 0,4 2-10 0,-2 0-12 0,-4-2-12 16,4 3-7-16,-2-1-8 0,-1 0-8 0,-1 0-6 16,-1 2-5-16,-2-2-5 0,-1 0 1 0,2 0-5 15,-2 0-3-15,-2-1-8 0,2 2 0 0,-1-2-3 16,-2 0 0-16,3 1-4 0,0-5 1 0,-2 5-4 15,2-5-3-15,2 4-1 0,-2-4-10 0,0 0-6 16,4 4-23-16,2-4-12 0,3 3-34 0,-3-2-28 16,7-2-14-16,-2-2-17 0,5 0-23 0,-2 2-25 15,8-2-29-15,-3 2-33 0,1-5-33 0,-1-2-32 16,1 2-40-16,-2-2-180 0,-2-1-573 0,3-1 255 0</inkml:trace>
  <inkml:trace contextRef="#ctx0" brushRef="#br0" timeOffset="183095.16">18885 11097 8 0,'-3'-2'206'16,"-1"1"20"-16,1-2 4 0,3 3-7 0,-7-1 2 16,7 1 5-16,0 0 2 0,-9 4 6 0,9 1 16 15,0-5 12-15,5 9 6 0,-2-3 11 0,1 3 1 16,2 1-9-16,2 3-9 0,4 2-17 0,0-1-22 16,2 1-22-16,2 0-23 0,-1 2-13 15,6 3-19-15,0 0-14 0,-7-2-15 0,-2-3-10 0,2 1-13 16,-5 2-10-16,2 3-15 0,-3 3-24 0,-5-5-31 15,-3 2-51-15,-5 7-55 0,-1 0-54 0,-6 2-48 16,-3-2-49-16,-7 1-54 0,-1 1-67 0,-12 8-349 16,-6-2-766-16,8-11 339 0</inkml:trace>
  <inkml:trace contextRef="#ctx0" brushRef="#br0" timeOffset="198566.31">11555 14625 144 0,'0'-5'258'0,"-4"-1"-7"0,4 2-16 0,-4 0-9 16,3-3-10-16,-5 4-5 0,1-2-7 0,-2 1-9 15,2 1-4-15,-1-1 0 0,2 2-2 0,4 2-9 16,-13-3-13-16,7 1-13 0,-1 2-18 0,2-2-15 0,5 2-9 15,-18 2-16-15,10 0-6 0,-2-1-5 16,1 2 5-16,2 1-25 0,-3 0 2 0,1 1-12 16,2-1-6-16,0-1-9 0,2 3-3 0,1 0-1 0,0-1 1 15,-3 2 2-15,3-1-5 0,3-1 0 0,-1 2-8 16,2-1 0-16,3-1 3 0,1 3-3 0,4-2-1 16,0 3-2-16,1-2 1 0,4 1-6 15,-2-1-4-15,1-1 0 0,2 2 1 0,1 2-7 0,0-1 2 16,-3-1-3-16,0-2 5 0,-1 3-4 0,-3 0-2 15,2 0 0-15,-2-1-2 0,0 2-6 0,-2-1 4 16,-1 0-2-16,0 1 2 0,-2-1-3 16,-2-3 0-16,2 5 3 0,-7-5-2 0,4 2 4 0,-4 0 3 15,-1-1 0-15,-4 0-5 0,3 2 4 0,-5-6 3 16,0 1 3-16,0 2 7 0,-4-4 2 0,1-1 14 16,-2 2-11-16,2-3 0 0,-4 0-5 0,5 0-5 15,1-1 9-15,1-3-5 0,3 1-5 0,1-2-33 16,-1 2-55-16,5 0-56 0,2-4-74 0,2 1-82 15,9-1-87-15,-1-1-244 0,2 1-668 0,7 2 295 16</inkml:trace>
  <inkml:trace contextRef="#ctx0" brushRef="#br0" timeOffset="199084.69">11907 14785 28 0,'0'0'290'0,"0"0"-6"0,0 0-15 0,0 0-10 0,0 0-7 16,0 0-7-16,0 0-8 0,0 0-4 0,0 0-19 15,0 0-5-15,0 0-16 0,0 0 2 0,0 0-23 16,20-3-18-16,-6 1-7 0,0 2-19 0,9-4-12 16,7 3-13-16,8-2-8 0,15 0-9 0,7 0-17 15,4-1 2-15,5 0-5 0,29 0-11 0,4-1-5 16,-4 4-5-16,6-1 1 0,-1-2-7 0,-4-4-4 15,3 7 6-15,3-3-23 0,-2 1 10 0,-2-2-7 16,-3 0 6-16,-1 0-14 0,-30 2 17 0,31-4-14 16,-34 3-4-16,2 0-3 0,-5 1 0 0,-4-3 3 15,-19 2-2-15,3-1-1 0,-2 0-1 0,-3-1 3 16,-7 0 1-16,-4 2 0 0,-7 1 6 0,1-2-13 16,-7 1 4-16,0 1-2 0,-4 2 3 0,-2-2-6 15,1 2 0-15,-3 0-1 0,-4 1-17 0,5-3-19 16,1 2-26-16,-6 1-28 0,0 0-29 0,0 0-27 0,0 0-30 15,0 0-38-15,0 0-44 0,5 5-45 16,-5-5-259-16,0 0-605 0,0 7 267 0</inkml:trace>
  <inkml:trace contextRef="#ctx0" brushRef="#br0" timeOffset="199419.31">14127 14555 205 0,'0'0'230'0,"0"0"-7"16,0 0 0-16,0 0-6 0,0 0-10 0,14 8-13 15,-9-5-14-15,6 0-4 0,0 1-16 0,0 1-10 16,4-1-10-16,3 2-11 0,-1-1-10 0,-1-1-18 15,1 1-7-15,2 0-10 0,-7-1-22 0,-1 0-8 16,0-1-5-16,-2 3-7 0,-2-3-4 0,0 0-7 16,-3 1-3-16,-3 0 9 0,1 0-10 0,-4 1-1 15,1 0 0-15,-7 3-2 0,-3-2-3 0,-1 2-2 16,-5 2 0-16,-2-1-1 0,-2 0-1 0,-2 0-4 16,2-2-30-16,2 4-35 0,1-5-36 0,1 5-43 15,3-6-41-15,7 0-57 0,-1 1-220 0,4-2-487 16,3 0 215-16</inkml:trace>
  <inkml:trace contextRef="#ctx0" brushRef="#br0" timeOffset="200072.4">14832 14514 205 0,'0'0'266'0,"0"-7"-11"0,0 4-4 16,0 3-6-16,-2-7-11 0,2 7-14 0,-2-8-7 15,2 8-14-15,-2-2-10 0,2 2-14 0,-4-4-13 16,4 4-14-16,-4-5-10 0,4 5-17 0,-7 0-11 16,7 0-10-16,-12 1-6 0,4 2-10 0,1-2-4 15,-4 4-10-15,2-1-7 0,-2 0-2 0,5-1-6 16,-3 4-4-16,2-2-3 0,0 0-10 0,2 1-2 16,-1 2 4-16,2-4-12 0,0 2 1 0,3 4-3 15,1-5 5-15,1 4-2 0,7-2-1 0,-1 2 3 16,1 0 0-16,4-1-3 0,5 2 0 0,-4-2-3 15,2 1 0-15,3 0-7 0,-7-3 0 0,1 1-2 16,-1-1-5-16,0 0 0 0,-1 1-3 0,-1-2-2 16,-5 0-2-16,3-1-2 0,-2 1 4 0,-2-2 1 15,0 2-7-15,-1-3 5 0,-4 2-1 0,-1 0-3 16,-1 0 8-16,-1-3-2 0,-1 3-1 0,-6-3-4 16,0 2 3-16,-3-1-1 0,0 2 1 0,-2 0-2 15,-2-3-4-15,-1 1-13 0,6-1-18 0,-2-2-22 16,1 2-31-16,2-2-20 0,2 1-37 0,0 0-37 0,4-2-56 15,2 1-36-15,5 1-55 0,-6-7-175 16,5 5-543-16,1 2 240 0</inkml:trace>
  <inkml:trace contextRef="#ctx0" brushRef="#br0" timeOffset="200339.21">15114 14298 284 0,'0'-3'329'16,"0"-2"1"-16,0 1-20 0,0 4-23 0,2-6-30 0,-2 6-36 16,-4-2-17-16,4 2-17 0,0 0-24 0,-12 7-16 15,8-2-11-15,-1 1-15 0,1 0-15 0,-1 5-7 16,1 2-12-16,-6 2-16 0,6 0-33 0,-3 1-34 15,3 2-39-15,-1-2-48 0,2 2-51 0,-2 0-63 16,4-5-69-16,-4 1-179 0,5 3-481 0,-1 0 213 16</inkml:trace>
  <inkml:trace contextRef="#ctx0" brushRef="#br0" timeOffset="201142.03">15468 14682 257 0,'-1'-3'289'0,"1"3"-10"0,-1-4-4 0,1 4-18 0,0 0-19 16,0 0-20-16,5-8-20 0,-1 6-16 0,4-2-14 15,0 0-12-15,5 0-15 0,3 2-15 0,7-3-10 16,5 0-10-16,5-1-15 0,4 1-8 0,1 0-11 16,19-2-2-16,3 5-8 0,1-4-8 0,3 2-1 15,6-1-8-15,26 0-5 0,-27 2-3 0,32-2-2 16,-30 3-6-16,30-1-7 0,-28 0 1 0,26-2-2 16,-31 0 1-16,-1 3-4 0,5-1 0 0,0 2 0 15,-5-3-3-15,-1 0-3 0,-4 0 2 0,-7 2-7 16,-13-1 3-16,-1 2-2 0,-5-6-2 0,-2 5 2 15,-6-1-6-15,-6 1 2 0,0 0 7 0,-11 1-9 16,-2-3 3-16,2 3 2 0,-4 0-1 0,-2 0-1 16,-1-1-12-16,-4 2-9 0,4-3-7 0,-4 3-24 15,0 0-20-15,0 0-20 0,0 0-23 0,0 0-31 16,0 0-36-16,0 0-59 0,0 0-22 0,-12-3-204 16,12 3-501-16,0 0 221 0</inkml:trace>
  <inkml:trace contextRef="#ctx0" brushRef="#br0" timeOffset="201476.54">17311 14423 192 0,'0'0'263'0,"-4"-4"-25"0,4 4-20 16,0 0-17-16,0 0 6 0,0 0-16 0,0 0-9 0,15 8-5 16,-6-4-11-16,1-1-11 0,4 3-12 0,2 1-10 15,-5 0-17-15,5 2-12 0,-3-3-8 0,0 1-10 16,-1 2-8-16,2-2-5 0,-3-1-8 0,-3 0-9 16,3 1-6-16,-4 1-8 0,-3-3 0 15,0 1-8-15,-1 1-6 0,-1 1 0 0,-2-2-2 0,0 0-3 16,-4 2 0-16,-1 0-2 0,-5 1-7 0,2 0-11 15,-3-2-25-15,0 1-26 0,-2-2-28 0,-2 4-37 16,1-3-52-16,3-1-39 0,0 2-49 0,-1-2-180 16,1 1-467-16,3 1 207 0</inkml:trace>
  <inkml:trace contextRef="#ctx0" brushRef="#br0" timeOffset="202128.71">18006 14282 121 0,'-1'-4'254'16,"1"4"-13"-16,-2-6-7 0,-3 3-5 0,1 1-10 16,0-2-11-16,0 0-14 0,-2 3-5 15,1-3-6-15,-3 3-13 0,1-1-2 0,-1 0-13 16,2 2-4-16,-3-3-12 0,9 3-9 0,-17 3-8 0,11-2-17 15,-2 0-9-15,1 3-8 0,1 0-4 0,-2-2-12 16,3 3-3-16,-2 1-10 0,7-1 6 0,-3 1-13 16,2 2-6-16,1-1 5 0,0 4-1 0,4-1-3 15,4 0-5-15,-1 2-1 0,1 1 1 0,2 1 6 16,2-3-23-16,0 3 0 0,0 2-6 0,-4-5 4 16,-1 0-2-16,2 0-3 0,0 1-2 0,-2-2-3 15,-2 0-3-15,1-1 0 0,-5 1-1 0,0-4 1 16,-1 2 1-16,-1-1-1 0,1-2-3 0,0 0 0 15,-4 1-1-15,-2-2 1 0,-3-1 3 0,1 0-2 16,1 0 2-16,-5-1 2 0,0-1-5 0,1-1-16 16,-2-3-30-16,-6 3-33 0,-1-4-40 0,6 2-38 15,0-1-52-15,0 1-60 0,1-1-53 0,1-1-235 16,3 3-596-16,0 1 265 0</inkml:trace>
  <inkml:trace contextRef="#ctx0" brushRef="#br0" timeOffset="205256.5">11399 15204 213 0,'0'-5'318'15,"0"1"1"-15,0 4-11 0,1-8-14 0,-1 6-19 16,3-1-22-16,-3 3-29 0,0 0-27 0,4-2-22 16,-4 2-16-16,0 0-17 0,0 0-7 0,8 11-23 15,-4-3-1-15,0 3-15 0,-2 0 0 0,3 5-2 16,1 5-4-16,-2-2-2 0,-2 2-10 0,5-1 2 0,-2 5-6 16,0 2 7-16,-3-6-16 0,2 3-6 15,1-2-2-15,-2 3-3 0,0-5-3 0,0 0-5 16,-2 2 0-16,1-3-7 0,-2 2 0 0,-2-2-6 0,2-1-7 15,2 0 5-15,-2-5-7 0,-2-1 2 0,2 1-2 16,-1-2 0-16,-2-3-6 0,3 0-27 0,0-1-21 16,-1-2-23-16,1-2-19 0,0 1-25 15,-2 0-39-15,2-4-40 0,-5 4-43 0,5-4-42 0,0 0-40 16,0 0-253-16,-3-12-599 0,3 12 265 0</inkml:trace>
  <inkml:trace contextRef="#ctx0" brushRef="#br0" timeOffset="205925.52">11414 15203 65 0,'0'0'270'0,"0"0"-15"16,0 0-21-16,0-5-21 0,0 5-19 0,0 0-19 16,0 0-19-16,-2-5-17 0,2 5-13 15,0 0-15-15,0 0-8 0,0 0-8 0,-10 16-14 16,7-14-8-16,-3 5-18 0,2 1 2 0,1-3-11 0,-1 1-5 15,-5 3 0-15,6-4-9 0,-2 6-3 0,-1-5-1 16,2 2-4-16,0-1-1 0,0-2-3 0,0 1-1 16,0-1 1-16,4-2-3 0,-3 0 24 15,3-3 27-15,-4 4 29 0,4-4 4 0,0 0-9 0,0 0 5 16,0 0-19-16,0-13-10 0,4 5-11 0,-1-2 1 16,2 0-2-16,2-1-11 0,1-2-2 0,-1 0 2 15,0 0-3-15,2-1 7 0,-2 2-5 0,0 3 3 16,1-2 4-16,-1 2 3 0,-3 4 8 0,0-2-8 15,0 2-1-15,0 3-13 0,-4-2-7 0,3 2-5 16,-3 2-5-16,8-3-2 0,-8 3-2 0,8 5-5 16,-2 0-3-16,-2-1-3 0,1 4 8 0,2 0-7 15,1 3 0-15,0-1 1 0,1 2-4 0,0-1-4 16,3-3-23-16,-2 6-23 0,3-1-19 0,-3-6-18 16,0 2-25-16,3-2-30 0,-3-1-42 0,-2 1-48 15,3-5-39-15,-5 2-54 0,1-3-174 0,0 0-533 16,1-1 236-16</inkml:trace>
  <inkml:trace contextRef="#ctx0" brushRef="#br0" timeOffset="-212448.76">7249 13730 109 0,'3'-6'254'0,"-1"-6"-9"15,0 3-10-15,-1-2-5 0,-1-1-7 0,-1 4-13 16,1-4-2-16,-2 3-9 0,0-1-9 0,0 2-6 16,1 0-11-16,0 2-6 0,-5 0-2 0,5-1-17 15,-3 1-10-15,1 2-17 0,0-2-7 0,-1 3-11 16,-2 0-14-16,-1 2-7 0,-3 0-13 0,5 1-4 16,-9 2-10-16,3 2-4 0,3 0-3 0,-7 2-10 15,4 1 3-15,-6 4 2 0,4 0-20 0,1 1 1 16,1 3-3-16,0-1-2 0,2-1-3 0,-1 2-3 15,2 0 1-15,2 3 1 0,2-3-5 0,1-1-1 16,1-2-3-16,2 5 14 0,2 0-16 0,1 0 4 16,1-4-3-16,3 1-10 0,2 1 4 0,1-2 3 15,0 1-2-15,4-1-3 0,0 1-7 0,2-2-5 16,1-3-8-16,0-1-11 0,2 2-7 0,-2-7-5 0,4 3-9 16,-4-1-14-16,1-1-14 0,1-2-8 15,-4-1-7-15,0-2-9 0,0 0-1 0,-3 0-15 16,2-3-4-16,-1-2 0 0,1 4-2 0,-2-4 5 15,-2-1 2-15,1 1 5 0,-4-3 13 0,3 2 12 0,-3-2 7 16,-1-1 3-16,-1 1 8 0,0-1 10 0,-1 2 10 16,-2-2 22-16,0 3 15 0,-2 0 25 0,3 1 16 15,-3-1 16-15,2 3 13 0,-2 0 1 16,1 1 2-16,-1 3-5 0,0-6-7 0,0 6-7 0,0-4-3 16,0 4-7-16,0 0 0 0,0 0-3 0,0 0-4 15,0 0 0-15,0 0-1 0,0 0-1 0,0 0-4 16,0 13 2-16,0-8-3 0,0 2 1 0,0-3-4 15,1 1 3-15,2 2-3 0,-1-1-1 0,0-1 0 16,0 1 2-16,0 0-2 0,5-1 1 0,-3 2 1 16,0-3-2-16,-1 0 5 0,5 0-3 0,-1-2-4 15,2 1-3-15,1-2-6 0,1 0-7 0,1-2-9 16,-1 0-4-16,2-2-7 0,1 0-3 0,-3 0-1 16,1-1 1-16,-1-1 5 0,1-3 3 0,-4 3-1 15,3-1 1-15,-4-2 3 0,3 1 2 0,-5 0 5 16,-1 1 7-16,2 1 7 0,-5-2 16 0,2 2 13 15,1 0 8-15,1-1 9 0,-3 1 11 0,0 1-4 16,0 1 2-16,-1-1-1 0,0 0-6 0,-1 4-1 16,3-5-2-16,-3 5-5 0,0-4 0 0,0 4 1 15,3-2-10-15,-3 2-2 0,0 0-4 0,0-6-3 16,0 6 0-16,0 0-8 0,0 0-3 0,0 0 3 16,0 0-7-16,0 0 3 0,0 0-4 0,0 0-1 15,0 0-2-15,5 11 0 0,-5-11-1 0,5 5 1 16,-4-2-1-16,3 3 2 0,-3-2-2 0,3 3 0 15,-4 0-4-15,4-1 2 0,0 3 2 0,1 3 2 16,-1 1-5-16,1-1 4 0,3 4-3 0,-2 2-1 16,-1 0-1-16,3 0-1 0,0 2 5 0,2 7 2 15,0 2-5-15,0-4 1 0,1 4 1 0,-4-1-3 16,0 0 2-16,2 1 5 0,-3-3-6 0,2 4 2 0,-4-9 7 16,0-1 16-16,-4 0 5 0,3 2 8 15,-6-1 14-15,3-2 18 0,-4 1 25 0,0-10 22 16,-2 5 28-16,-2-4 41 0,-1-1 11 0,-2-1 24 15,-3-1 9-15,-6-3 8 0,5-4 2 0,-6-1-6 0,-2-2-10 16,-8-4-7-16,1-5-18 0,0-2-13 0,-1-3-11 16,4-2-16-16,-2-5-12 0,5 1-18 15,3-6-2-15,1-1-35 0,8-6-19 0,1-1-31 16,7-1-42-16,5 1-41 0,7 0-37 0,2 0-39 0,4 2-19 16,2 4-31-16,4 0-39 0,5 5-38 0,2 2-38 15,0 2-43-15,-4 5-57 0,4-2-54 0,-2 6-336 16,-6 4-836-16,1 1 370 0</inkml:trace>
  <inkml:trace contextRef="#ctx0" brushRef="#br0" timeOffset="-211595.76">8001 13757 167 0,'0'0'253'0,"0"0"-17"16,0 0-19-16,0 0-11 0,-4-6-18 0,4 6-14 15,0 0-18-15,0 0-13 0,-13 1-5 0,13-1-5 16,-11 4-6-16,4-2-7 0,-1 2-7 0,2 1-8 0,-5 1 0 15,-1-3-2-15,4 4-7 0,0 1-13 16,-2 0-4-16,1 0-9 0,1 0-6 0,-1 0-4 16,4 2-3-16,-2 0-7 0,3-1-6 0,0-2-3 15,3 3-6-15,-1-4-3 0,4 4 0 0,-1-3-4 0,2 1 2 16,2 0 0-16,3 1-2 0,0-1-7 0,2-2 0 16,3-1 5-16,5 3-7 0,1-4-3 15,0-1-1-15,5-2-2 0,-3-1-5 0,1 0-3 16,0-3 5-16,-2 2-9 0,3-3 1 0,-5-1 1 0,1 0-1 15,-4-2-1-15,4-2 0 0,-3-1-2 0,-3-1 1 16,-1-1 3-16,-3-1-4 0,1-2 1 16,-2-2 1-16,-2-2 1 0,0-1-3 0,1-7 2 15,-6 6 2-15,2-6 2 0,0-2-4 0,-3 4 1 0,-3-3 1 16,0 7-1-16,2-5 9 0,-5 6 3 0,2-1 6 16,-1 2-5-16,1 1 7 0,0 6 16 0,1-1 6 15,-1 0 7-15,0 2 6 0,1 2 4 0,0 3-5 16,2-2 6-16,0 4-27 0,-3-1-3 0,3 3-9 15,1 2-1-15,0 0 1 0,0 0-10 0,0 0 5 16,-5 15-9-16,4-5 7 0,1 5-6 0,-4-1-5 16,4 6 8-16,4 0-1 0,-4 1-7 0,0-1 4 15,0 6-3-15,3-4 2 0,-3-2-4 0,4 6 3 16,0-3-5-16,0-4 3 0,0 7-3 0,1-8-3 16,1-1 5-16,2 0-4 0,-1-1 0 0,-2-5 3 15,2 0-7-15,3 0 4 0,0-2-3 0,0 0 3 16,1-3 1-16,2-1-8 0,-2-1 2 0,4 0 0 15,-1-3-1-15,2-2 3 0,-5 1-1 0,4-4 3 16,0 1-1-16,-3-3-4 0,2 1 8 0,-2 0-4 0,0-5 1 16,-1 4 2-16,0-5 6 0,-4 2-6 15,4 0-3-15,-7 0 1 0,0 0 21 0,2-1 5 16,-5 3 13-16,0 0-1 0,2-1 16 0,-3 3 8 16,0-1 2-16,2-1-2 0,-2 2-10 0,0 5-1 0,0-4-13 15,0 4 1-15,0 0 1 0,-2-4-13 0,2 4-4 16,0 0-7-16,0 0 0 0,-4 12 1 0,4-6-2 15,-1 1-2-15,2 1 8 0,-2 2-12 0,2 0-3 16,-1 0 0-16,0 1-2 0,4 0 0 0,1-2-10 16,1 1-7-16,-1 0-6 0,1 0-23 0,6-2-16 15,-3-1-30-15,-2 2-35 0,7-5-33 0,-3 3-36 16,1-4-42-16,3 0-51 0,-1 0-41 0,0-4-274 16,-1 1-652-16,0 0 289 0</inkml:trace>
  <inkml:trace contextRef="#ctx0" brushRef="#br0" timeOffset="-211211.08">8889 13704 28 0,'-1'-7'288'16,"-1"4"-1"-16,2 3-6 0,-6-3-1 0,5 0-10 15,-2-2-7-15,0 2-12 0,3 3-14 0,-7-6-9 16,3 5-6-16,4 1-12 0,-9-1-7 0,3 1-14 0,6 0-18 16,-8 0-14-16,8 0-15 0,-12 1-10 15,5 1-12-15,0 2-5 0,3 0-4 0,-3 4-7 16,0-3-6-16,1 3-4 0,0 0-6 0,1 2-11 0,1-2-4 15,0 4-6-15,-1-3-4 0,5 1-10 0,0 0 1 16,0-2-12-16,2-1 6 0,1 4 5 0,-1-5-9 16,4 3 2-16,1-1-10 0,3-1-3 0,0-1-9 15,2-1-9-15,3 0-21 0,-1-2-32 0,5 1-35 16,-1-3-28-16,-1-1-44 0,2 1-23 0,-5-1-39 16,1-1-43-16,-2-2-56 0,4-2-37 0,-4 1-267 15,1-2-662-15,-1 0 293 0</inkml:trace>
  <inkml:trace contextRef="#ctx0" brushRef="#br0" timeOffset="-210943.92">8620 13476 301 0,'-3'-2'391'0,"3"2"-26"16,-4-4-40-16,4 4-24 0,-4-3-39 0,4 3-24 16,-7-2-27-16,7 2-32 0,0 0-44 0,0 0-29 15,0 0-38-15,0 0-43 0,0 0-60 0,0 0-78 16,0 0-81-16,15 12-234 0,-12-8-463 0,1 2 205 0</inkml:trace>
  <inkml:trace contextRef="#ctx0" brushRef="#br0" timeOffset="-210324.63">7171 14514 228 0,'-4'0'305'0,"-4"1"-14"16,8-1-11-16,0 0-15 0,-8 1-15 16,8-1-17-16,0 0-19 0,0 0-18 0,19-7-19 0,0 2-12 15,16-3-17-15,20-3-18 0,3-1-11 0,11 0-3 16,30-5-6-16,8 0-12 0,-1 1 3 0,7 2-2 15,3 2-9-15,9-4-3 0,1 4-16 16,-6 0 4-16,1-1-12 0,-3 2-1 0,-7 4-1 0,0 0-13 16,-2-2-6-16,-3 2 1 0,-38 1-5 0,5 0-9 15,-5 0 1-15,-5 0-4 0,-7-2-12 0,-21 4-24 16,-2-1-13-16,-10 3-20 0,-12-4-24 0,-3 4-33 16,-2 0-19-16,-6 0-31 0,0 2-43 0,-13-6-47 15,1 2-50-15,-13 0-222 0,-5-1-554 0,-2 2 245 16</inkml:trace>
  <inkml:trace contextRef="#ctx0" brushRef="#br0" timeOffset="-209688.06">6411 14012 220 0,'-5'-1'326'0,"5"1"-10"16,-6-2-21-16,6 2-21 0,0 0-25 0,-7-4-21 16,7 4-24-16,0 0-7 0,0 0-17 0,0 0-9 15,0 0-10-15,24 1-19 0,-5-1-4 0,0 0-10 16,3-1-21-16,10 2-5 0,-1-2-18 0,6 0-7 16,-2-2-5-16,3 1-10 0,1 1-2 0,0-2-38 15,-1 1-27-15,2-1-32 0,-5 3-36 0,-1-1-43 16,-4 0-55-16,-7-2-59 0,0 1-53 0,-5 1-201 15,-2 0-523-15,-5 1 231 0</inkml:trace>
  <inkml:trace contextRef="#ctx0" brushRef="#br0" timeOffset="-209421.92">6717 13871 267 0,'0'0'270'0,"0"0"-10"16,0 0-7-16,0 0-5 0,19 8-10 0,-12-6-9 16,5 1-5-16,-1-2-9 0,4 3-13 0,4 2-6 0,-1 1-17 15,2-4-15-15,-5 2-15 0,-3-2-11 16,5 2-15-16,-2-1-12 0,-3 1-2 0,0 1-17 16,0-1-12-16,-2 1-6 0,1 1-11 0,-3-1-5 0,-1 1-7 15,-4 1-4-15,-2 1-12 0,4 2-12 0,-5-2-25 16,0 2-30-16,-6 1-37 0,0 5-40 0,-2-3-41 15,-2 4-49-15,0-9-62 0,-3 4-58 16,-2 1-175-16,0 0-533 0,1 0 237 0</inkml:trace>
  <inkml:trace contextRef="#ctx0" brushRef="#br0" timeOffset="-204604.49">7367 16383 183 0,'-1'-14'386'0,"-2"2"9"0,2 2-6 16,-2 0-19-16,2 4-23 0,-1 2-34 0,1-2-30 15,0 1-33-15,1 5-29 0,0-3-25 0,0 3-21 16,0 0-18-16,0 0-30 0,8 15 8 0,-4-5-17 15,-3 3-13-15,5 5-9 0,-1 0-23 0,-1 3 7 16,2 3-11-16,-1 2-3 0,-3 2-9 0,3-2-7 16,-1-4-25-16,1-1-28 0,-2-2-24 0,0 1-40 15,1-1-19-15,-3 2-27 0,2-8-31 0,1 1-34 16,-2-1-42-16,-1-5-48 0,-1-2-32 0,4 0-244 0,-4-2-588 16,3-1 260-16</inkml:trace>
  <inkml:trace contextRef="#ctx0" brushRef="#br0" timeOffset="-204286.73">7286 16323 154 0,'-6'-7'320'0,"5"2"-12"0,-4-1-23 0,3 2-19 16,1-1-27-16,1 5-25 0,4-8-24 0,4 6-21 15,4-2-16-15,2 4-14 0,9-2-4 0,-1 2-21 16,9 4-9-16,0-2-8 0,0 2-9 0,2 1-5 0,0 3-4 15,-2 0-6-15,-9-1-14 0,-2 1-7 16,9 4-7-16,-7 5 3 0,-5-7-9 0,-2 2-10 0,-1 3 1 16,-1-1-1-16,-4 3-2 0,-1-2 0 15,-4-2-7-15,-8 4-10 0,1 1 5 0,-5 0 4 16,-2 1 4-16,-6 5-9 0,0-2 2 0,-5 1-7 0,-2-5 5 16,0 0-4-16,-3-3 5 0,7-4-1 15,-8 5-4-15,9-7-2 0,-2 0-6 0,1 1-24 16,5-5-31-16,3 0-29 0,1-3-25 0,1-1-43 15,5 0-55-15,4-1-54 0,0 0-228 0,-1-7-526 16,1 7 233-16</inkml:trace>
  <inkml:trace contextRef="#ctx0" brushRef="#br0" timeOffset="-204036.01">7823 16332 164 0,'0'0'260'0,"0"0"-25"0,0 0-11 16,0 0-14-16,8 15-15 0,-6-6-17 0,2 3-11 15,-2-1-14-15,1 2-16 0,1 6-11 0,-3-2-13 16,5 0-12-16,-3-5-8 0,2 7-5 0,2 2-8 0,2 5-11 16,-5-7-2-16,2 0-8 0,-2 1-8 15,3 0 0-15,-2-2-10 0,-2-6 4 0,1 1-8 16,-4-4-6-16,4 2-14 0,-4-4-28 0,1-1-16 15,2-1-10-15,-3-2-25 0,0-3-38 0,0 0-34 16,0 0-35-16,0 0-31 0,0 0-176 0,-9-14-406 0,4 4 179 16</inkml:trace>
  <inkml:trace contextRef="#ctx0" brushRef="#br0" timeOffset="-203768.25">7854 16313 302 0,'-1'-7'340'0,"1"2"0"0,-2 0 6 0,2 0-22 15,0 0-11-15,0 5-27 0,0-6-23 16,0 6-21-16,3-3-28 0,-3 3-24 0,6-4-15 16,-6 4-18-16,12 2-15 0,-12-2-12 0,15 3-22 15,-7-1-4-15,7 2-12 0,-4-2-12 0,1 2-6 16,-1 2-8-16,3-2-8 0,-1 2-1 0,4 2-13 0,-4-2-3 16,-3 1-2-16,1-1-8 0,-2 3 0 15,-1 0-8-15,-4 0 9 0,3-1-4 0,-7 2-12 16,0-1-5-16,-1-3 5 0,-5 5-3 0,-2-2-3 15,-2 1-10-15,-6 0-7 0,0 1-11 0,-3-3-25 0,-3 5-36 16,3-5-35-16,-1 0-37 0,1-1-46 0,-2 2-58 16,9-4-58-16,0 0-281 0,2-1-643 0,5 0 285 15</inkml:trace>
  <inkml:trace contextRef="#ctx0" brushRef="#br0" timeOffset="-202597.88">8735 16429 195 0,'2'-6'288'16,"-1"-3"-11"-16,2-1-4 0,-2 2-4 0,2 2-14 15,-3-4-13-15,0 3-9 0,-3 1-14 0,2-1-21 16,1 1-10-16,-4-1-12 0,1 2-13 0,-1 0-18 0,0 2-20 16,0 1-9-16,-1 1-13 0,5 1-10 15,-16 3-12-15,7 4-7 0,-2-1-11 0,-2 2-4 16,3 2-9-16,0 0-4 0,-3 6-4 0,5 1-6 15,1-2-3-15,1-4-7 0,4 7-3 0,-1-2 0 16,3 2 12-16,3-6-20 0,1 5 14 0,1-2-16 0,5 0-2 16,6-3-16-16,-1 2 7 0,4-4 1 0,1 0-17 15,4-6 3-15,-3 2-10 0,3-5 0 16,5-1-7-16,3-1 6 0,-10 1-3 0,6-8 0 16,-6 3 3-16,-2-7 0 0,-1 6 5 0,-1-6-2 15,0 2-2-15,-5-1 4 0,1-1-2 0,-1-1 3 0,-6 3 0 16,0 1 6-16,-4-1-1 0,0 2 2 0,-3-2 5 15,0 2 3-15,-3 2-2 0,-4 0 0 16,3-1 2-16,-4 2-1 0,-3 3 1 0,0-1 0 16,0 2-2-16,-1 0 2 0,-2 2 1 0,-1 0-1 0,4 3-1 15,-1-3-1-15,-1 5 0 0,3 1 5 0,0-1-8 16,3 0 4-16,-2 4 1 0,1-3-3 0,7 0-4 16,-2-1 0-16,0 2-8 0,3 1 9 15,1-3 2-15,4 0-1 0,-4 1-4 0,7-2 1 16,-4-1-6-16,3 1-12 0,4-2-6 0,1-1-5 0,3 2-5 15,-7-4-3-15,6-1 2 0,-2 0 2 0,-1-2 6 16,0-2 0-16,4 1 6 0,-7 0 3 0,3-2 4 16,-4-1 3-16,1 0 1 0,-4 0 5 0,3-2 0 15,-2 0 4-15,-1 1 9 0,-1 2 7 16,-3-1 10-16,0-1 7 0,0 0 8 0,0 0 2 0,3 1 7 16,-6 3-2-16,3 0 5 0,0 4-6 0,0-8-7 15,0 8-12-15,0-5 1 0,0 5-3 0,0 0 0 16,0 0-5-16,0 0 2 0,0 0-1 0,0 0 2 15,0 16-5-15,3-11-2 0,-2 1 1 16,0 1 1-16,2-1 2 0,0 1-7 0,1-1-7 0,-3 1-5 16,4 0-1-16,3 1 0 0,-6-2-10 0,2 0 5 15,-1 0-4-15,1-3 2 0,-1-1 1 0,-3-2 4 16,11 2 1-16,-7-1 0 0,-4-1 1 0,0 0 2 16,12-5 0-16,-8 2 3 0,0-2-4 15,2 0 5-15,-4-1 0 0,2 1-2 0,-1 0 2 0,0-5 1 16,2 4-1-16,-2-1 0 0,-1 2 3 0,-1 1 2 15,0 0 4-15,2 0-4 0,-2 0-6 0,-1 4 5 16,7-2-9-16,-7 2 3 0,0 0-1 0,0 0 0 16,0 0 3-16,6 9-2 0,-6-5 2 15,2 1 0-15,1-3-1 0,0 4-1 0,-2 1 2 0,3-1 1 16,-1-1 0-16,1 0-2 0,0 0 3 0,-3-2 0 16,2 0 1-16,-3-3 14 0,6 4 11 0,-4-3 6 15,-2-1 0-15,0 0 0 0,0 0 14 0,15-5 15 16,-12 1 0-16,1 2-6 0,-1-3 9 0,-1 0 4 15,3 2 6-15,0-2 3 0,-2 1-2 0,-2 0-12 16,4-1-6-16,-1 1-1 0,1 1-9 0,-1 1-12 16,-4 2 0-16,5-5-5 0,-5 5-10 0,6-2-22 15,-6 2-26-15,0 0-29 0,12 5-29 0,-11-2-27 16,6 2-35-16,0-1-46 0,1 3-73 0,3-1-63 16,-3 0-209-16,4 2-585 0,2-2 258 0</inkml:trace>
  <inkml:trace contextRef="#ctx0" brushRef="#br0" timeOffset="-201911.87">9942 16129 114 0,'0'0'282'0,"0"0"-30"16,0 0-21-16,0 0-26 0,0 0-17 0,1 16-19 16,2-5-17-16,-2 1-14 0,5 5-15 0,-2 0-11 15,0 1-7-15,0 2-14 0,0-3-9 0,0 3-8 16,-1-2-8-16,1 1-6 0,0-4-4 0,-1 2-9 16,0-3-3-16,0-2-4 0,-1-1-4 0,-1 1-4 15,-1-6-3-15,0 4-1 0,0-6-2 0,0 3 0 16,3-2 2-16,-3-1 15 0,0-4 7 0,3 1 0 15,-3-1-9-15,0 0-3 0,0 0-2 0,0 0-4 16,11-8-5-16,-7 6-4 0,0-3 6 0,4 2-11 16,-3 0 0-16,1 0-2 0,1 1-2 0,0-1 0 15,1 3-3-15,-2 0-2 0,3 3-1 0,-1 0-4 16,3-1 1-16,-2 3-1 0,0 2 1 0,-2 1-3 16,2 0-2-16,-4 1 2 0,2 0-1 0,-6 3-1 15,2 0 0-15,1-1-3 0,-4 2 3 0,0-2 2 16,-4 2-4-16,0-1 3 0,-3-1 0 0,-1-3 0 15,-3 2 1-15,0-5 2 0,-1 1-3 0,0 0-1 16,2-1 2-16,-1-3 12 0,-1-1 5 0,4 1 12 16,0-4 2-16,1 1 0 0,2-1 5 0,-1-3-4 15,5-5-4-15,2 7-2 0,-1-3-2 0,8-5-5 16,3 2-13-16,4-2-9 0,4-1-9 0,8-1-5 16,3-1-1-16,-4 4-4 0,1-2 3 0,6 2-5 15,-7 2 8-15,-3 1 0 0,0 0 4 0,-4-2-3 16,2 5 1-16,-7-1 2 0,-3-2 3 0,0 2 2 15,0 2 2-15,-6 1 0 0,1-1 3 0,-2 0 0 16,-4-2 0-16,0 5-4 0,0 0 2 0,-4-6 1 16,-3 6 6-16,7 0 3 0,0 0 14 0,-19 1 4 15,11 1-1-15,-3-1 8 0,3 3-4 0,-2-3 1 16,1 6-2-16,2-4-1 0,-1 0-5 0,5 2 5 16,-2 2-6-16,1-1-5 0,1-4 10 0,1 6-6 15,2-3-2-15,3 3-4 0,3 0 0 0,2-2-10 16,5 0-27-16,4 3-29 0,3-1-41 0,7-2-45 15,3 1-64-15,7-5-61 0,0 1-255 0,-2 1-561 16,7-2 249-16</inkml:trace>
  <inkml:trace contextRef="#ctx0" brushRef="#br0" timeOffset="-201393.22">11269 16429 1 0,'0'-6'257'0,"-1"-2"-16"0,-2 3-16 0,-1-5-11 15,0 2-8-15,-2-2-7 0,1 1-8 0,0 3-12 16,-1-2-12-16,-2 0-15 0,0 2-12 0,-3-1-16 16,0 3-13-16,1 2-7 0,-1-1-14 0,-3 3-7 15,3 0-11-15,-3 2-5 0,1 1-9 0,-1 2-6 16,2 2-6-16,1 1-4 0,0 0 0 0,1 2-5 16,0 0-6-16,3 1-3 0,2 0 0 0,-1-2 4 15,5 2-4-15,1-1 2 0,0 2 1 0,1-3 1 16,5 0 4-16,-2 0-2 0,1-3 2 0,2-2-2 15,3 0-1-15,0-2-3 0,1 0 3 0,3-2-2 16,-5-2 2-16,4 0 7 0,-1-2 7 0,-4 2-7 16,2-3 19-16,-5 2 7 0,4-2 3 0,0 0 3 15,-2-1 3-15,-3 1 7 0,2 0 6 0,-2 2 0 16,-1-2-11-16,0 0-5 0,0 3-7 0,-3 2-14 16,4-1-6-16,-4 1-3 0,0 0-8 0,0 0 6 15,0 0-15-15,0 0 0 0,3 8-8 0,-3-8-20 16,-2 11-22-16,4-5-22 0,0 1-24 0,-2 0-13 15,4 2-20-15,2 1-19 0,0-1-13 0,0 0-24 16,2-4-31-16,-2 3-32 0,3 0-35 0,1-4-32 16,2 2-234-16,-3-1-568 0,2-1 251 0</inkml:trace>
  <inkml:trace contextRef="#ctx0" brushRef="#br0" timeOffset="-201125.61">11452 16400 147 0,'0'0'202'16,"0"0"0"-16,0 0 5 0,0 0-11 0,-3 13-12 16,0-2-8-16,3-3-7 0,-4 7-8 0,4 2-5 15,0 1-8-15,0 2-10 0,4 12-8 0,-1-2-8 16,1 3-8-16,-1 1-11 0,1-3-9 0,1 2-10 16,0 0-7-16,1-2-6 0,2 1-6 0,1-1-8 15,-2 0-4-15,2-4-7 0,-1-6-6 0,-2-3-5 16,-1 1-3-16,2-4 0 0,-2-2-2 0,1-4-1 0,-5-2 0 15,0-2 1-15,3-1-4 0,-1-3-2 16,-3-1-4-16,0 0-15 0,0 0-19 0,2-16-20 16,-7 6-13-16,4-8-23 0,-3-3-21 0,3-5-32 15,-4-4-44-15,4-1-35 0,2-2-28 0,-1 1-180 16,0-1-443-16,-1-2 196 0</inkml:trace>
  <inkml:trace contextRef="#ctx0" brushRef="#br0" timeOffset="-200908.18">11539 16644 1423 0,'-2'-28'-112'16,"0"3"37"-16,-1 3 36 0,-1 1 37 15,1 3 19-15,1 0 37 0,0 2 12 0,-1 3 26 16,2 1 4-16,-2 1 11 0,3 1 6 0,-1 4 7 15,1-4 9-15,-3 5 5 0,2 0 2 0,1-2-6 16,1 4-10-16,2-1-14 0,-3 4-9 0,4-6-7 0,0 5-12 16,-4 1-6-16,10 0-9 0,-10 0-2 0,9 1-11 15,-2 4 1-15,1-3-11 0,-1 0-3 16,1 4-3-16,0-1-6 0,-1 3-5 0,1-1 2 16,0 1-7-16,-5 1 0 0,3 1-3 0,-4-3 0 15,1-1-1-15,-3 4 5 0,3-1-10 0,-6-1-1 0,3 1-5 16,-3 0-15-16,-4 0-16 0,1-1-17 0,-4-2-27 15,2 3-30-15,-2-1-44 0,1-2-58 16,-2 0-52-16,-3 2-181 0,1-5-472 0,3 2 209 16</inkml:trace>
  <inkml:trace contextRef="#ctx0" brushRef="#br0" timeOffset="-200655.87">11751 16482 191 0,'1'4'234'0,"-5"3"-12"0,3 4-6 16,-2-1-7-16,-1 8-10 0,0 2-6 0,1 5-9 15,1 4-19-15,0 0-13 0,-1 2-17 16,3-2-11-16,3 2-11 0,-3-2-12 0,4 1-10 16,-1-1-10-16,0 0-5 0,2-1-6 0,3-2-8 0,-1-7-6 15,-3-2-5-15,3 0-3 0,0-5-6 0,-2-1-2 16,-1 0-18-16,-2-6-25 0,3 0-9 0,-1-1-21 15,-1-4-17-15,-3 0-38 0,0 0-23 16,7-9-40-16,-6 0-42 0,-1-4-47 0,-1-1-126 16,-2-12-397-16,3-2 175 0</inkml:trace>
  <inkml:trace contextRef="#ctx0" brushRef="#br0" timeOffset="-200389.86">11762 16481 157 0,'-4'-10'256'0,"-3"2"-8"15,3 1-3-15,1 2-9 0,3-2-13 0,-4 2-8 0,1-1-15 16,3 4-17-16,-1-2-18 0,1 4-17 0,0 0-14 16,3-10-16-16,2 8-11 0,-1 1-9 15,3 0-10-15,-7 1-11 0,15 2-5 0,-8 0-8 16,2-2-12-16,-2 5-3 0,1-3-6 0,1 2-6 16,1 2-3-16,-3 2-3 0,0 0-4 0,-1-1-4 0,-1-1-13 15,-4 4-6-15,2-1-12 0,-2-2-14 0,-1 3-4 16,-1-2-14-16,-2 2-10 0,-1 0-12 0,-3-4-14 15,3 0-5-15,-3 3-15 0,2-2-7 16,-2 1-15-16,-4-1 0 0,6-3-15 0,-1 1-12 16,-2 2-10-16,3-5-12 0,4 1-17 0,1-3-110 0,-6 1-318 15,6-1 141-15</inkml:trace>
  <inkml:trace contextRef="#ctx0" brushRef="#br0" timeOffset="-199503.86">12087 16304 33 0,'0'-12'208'0,"-4"4"-10"0,1-3-7 15,-1 5-5-15,-1-5-11 0,-1 6-9 16,2-1-15-16,-4 1-14 0,1 0-5 0,2 2-21 16,1 2-11-16,4 1-12 0,-14-1-6 0,14 1-10 15,-14 5-7-15,12-2 2 0,-4 5-14 0,3 0-5 0,1 4-4 16,-1-1-8-16,3 0 1 0,0 1-2 0,3 1-6 15,-1 3-1-15,4 1-4 0,-2 1 0 16,0-3-5-16,4 2 3 0,0 0-5 0,-4-3-6 16,6 0 0-16,-2-4-4 0,3 1 0 0,-6-3 6 15,4 0-7-15,-1 0-2 0,1-3-2 0,-3-2 2 0,2-1-1 16,-2-2 0-16,0 0 2 0,2 0 1 0,-1-3-2 16,-1-1 4-16,1-1-3 0,-1-1 9 15,-2 1 13-15,0-2 7 0,2-2 13 0,-1 0 3 16,-1 0 1-16,-1 1 8 0,1 1-1 0,0-1-4 15,-4 3-6-15,4 2 0 0,-4-2-4 0,0 0-3 0,0 5-10 16,2-3-7-16,-2 3-3 0,0 0-2 0,0 0 1 16,0 0-6-16,0 0 3 0,12 11-7 0,-11-8 2 15,6 1-4-15,1 5-11 0,0-3-5 16,7-1-17-16,-1 4-10 0,5 0-14 0,-3-2-18 16,6 1-14-16,7 1-12 0,-6-2-8 0,4-1-12 0,2 0 3 15,-1-2 3-15,2-1-2 0,1 0 3 0,-8-2 2 16,-1-2 1-16,9-1 0 0,-10 1 8 0,1-2 21 15,-1-2-12-15,-3 1 5 0,2-1-1 16,-6 0 11-16,2-4 8 0,-3 3 2 0,0-2 16 16,-2 0-4-16,1-1 15 0,-2 2 9 0,1-2 9 0,-1 0 14 15,-1 3 12-15,-1-5 13 0,0 6 12 0,0-4 4 16,-2 4 10-16,-1 0-4 0,1 0 10 0,-2 0 12 16,2 2 12-16,-2-1 6 0,1 2 7 15,-3 0 3-15,-2 2-7 0,4-5-6 0,-4 5-8 16,0 0-9-16,0 0-5 0,-9-3-4 0,9 3-3 0,-12 1-5 15,2 0-4-15,1 2 0 0,-5 0-4 0,-1 1-6 16,2 2-3-16,0 0-4 0,-3-1 2 0,2 4-4 16,-2 1 1-16,5-4-8 0,0 4 1 0,-1-4-5 15,4 3 2-15,1-1-5 0,4-1 1 16,-1 0 1-16,-1 0-4 0,5-1 2 0,0 0-2 0,5 0-1 16,-1-1-5-16,-1-1-2 0,8 3-3 0,0-5-9 15,-2 1-4-15,5-3-9 0,1-2 2 0,-3 0 1 16,3-1-6-16,0-5-3 0,1 3 2 0,1-3-5 15,-2-5-6-15,-2-3-3 0,2 5 4 16,0-6 5-16,0 1-4 0,3-7-7 0,-3-3 9 0,-8 6 1 16,2-4 3-16,-2-2 5 0,-6 6 16 0,3-8 22 15,-4 9 19-15,0 0 13 0,-5 1 13 0,2 4 6 16,-2-3 6-16,-1 7 2 0,2-1-4 0,-1 3-3 16,-3 2-7-16,2 2-4 0,2 2-6 15,-6 1-8-15,10 1 0 0,-13 8-5 0,8 1-4 0,-1 2-3 16,2 2-6-16,3 5 1 0,-1 1-2 0,2 1 0 15,0 1-2-15,3 1-1 0,1 4-1 0,0 1-2 16,0-6-3-16,2 6-12 0,0-8-19 0,1-1-24 16,0 0-36-16,0-3-41 0,0-4-54 0,2 0-56 15,-3-5-216-15,-1 2-484 0,-1-3 214 0</inkml:trace>
  <inkml:trace contextRef="#ctx0" brushRef="#br0" timeOffset="-199353.72">12522 15975 25 0,'-8'-2'160'16,"8"2"-54"-16,-8 0-56 0,8 0-70 0,0 0-34 16,0 0-58-16,16 12 26 0</inkml:trace>
  <inkml:trace contextRef="#ctx0" brushRef="#br0" timeOffset="-199034.92">13749 16006 42 0,'0'-5'290'16,"0"5"-31"-16,0 0-26 0,0 0-24 0,0 0-21 15,0 0-17-15,-7 20-15 0,6-9-14 0,-2 4-3 0,0 4-9 16,2 0-11-16,0 2-10 0,-1-1-11 0,0 8-9 16,0-3-8-16,2 1-6 0,-3-5-9 15,3-1-7-15,-1 6-3 0,2-5-9 0,2 0-4 16,-1-2-6-16,-1-1-19 0,0-1-19 0,1-5-33 15,-1 1-25-15,2 0-29 0,-2-4-27 0,-1 0-42 0,4-2-34 16,-4-4-178-16,0 2-399 0,0-5 176 0</inkml:trace>
  <inkml:trace contextRef="#ctx0" brushRef="#br0" timeOffset="-198683.69">13694 16320 123 0,'-1'-5'209'0,"-2"0"8"16,1 1-3-16,2 4-4 0,-3-6-12 0,3 3-20 15,0 3-17-15,3-5-16 0,-3 5-11 16,11-1-17-16,-11 1-12 0,12 2-7 0,-5 0-11 16,2 0-9-16,2 2-7 0,3 0-8 0,-3 2-3 0,2 1-7 15,-1-1-7-15,-1 2-3 0,4-2-2 0,-1 3-9 16,-4-1-1-16,0 0-2 0,1 1-2 0,0-1-2 16,1 3-4-16,-2-4-5 0,-2 4 2 15,3-5-2-15,-3 5 0 0,0-5-2 0,-1 1-3 16,2-1-1-16,-3-1-1 0,-2 0 9 0,2-2 0 0,-2 2 15 15,1-4 21-15,-4 1 9 0,-1-2-3 0,10 0-1 16,-10 0 5-16,8-4 0 0,-4-1-11 0,-2-2 1 16,-1-1-2-16,0-2-2 0,2 1 8 15,-3-3-5-15,0-1 0 0,0 1-1 0,-3-1-15 16,2-4 8-16,-2 6-4 0,0-2-16 0,2 2 3 0,-2 0 1 16,2 1-6-16,-2 0 1 0,0 2-11 0,1 1-28 15,0 3-35-15,-2-1-40 0,3 0-40 0,1 5-44 16,-8-5-66-16,8 5-51 0,-7 1-220 15,7-1-551-15,-3 10 244 0</inkml:trace>
  <inkml:trace contextRef="#ctx0" brushRef="#br0" timeOffset="-198265.55">14866 16131 58 0,'5'-12'367'0,"-4"0"-7"0,6-2-20 16,-3 3-21-16,-1 0-26 0,2-1-12 0,-1 5-13 16,-1-3-23-16,0 4-20 0,-3 1-22 0,3 1-10 15,-2 1-37-15,-1 3-13 0,0 0-14 0,0 0-17 0,10 13-11 16,-7 0-12-16,-3 4 4 0,1 4-23 0,3 5-4 16,-2 1-6-16,-2 1-6 0,-2 2-12 15,6-1 15-15,-3-2-23 0,2 3-3 0,1-5-5 16,-3 2-25-16,4-7-16 0,-1 0-15 0,1-2-18 15,3-2-8-15,-2 1-33 0,0-4-21 0,1-3-27 0,-3 2-22 16,3-5-28-16,-3-1-30 0,2-1-34 0,-1-3-32 16,-1-2-190-16,-4 0-511 0,0 0 226 0</inkml:trace>
  <inkml:trace contextRef="#ctx0" brushRef="#br0" timeOffset="-197596.53">15096 16093 116 0,'-2'-4'244'0,"4"-3"-3"16,-2 1-10-16,-2 2-12 0,2 4-18 0,0-5-26 0,0 5-19 16,0 0-15-16,0 0-16 0,0 0-11 0,0 0-8 15,6 13-15-15,-5-3-10 0,7 1-8 16,-4 2-8-16,0 4-7 0,5 1-4 0,-4 1-4 16,4 0-5-16,1-1-7 0,-5 2-5 0,5-4-3 15,-1 3-5-15,-2-4-1 0,0 1 0 0,1-1-1 0,0-6-4 16,-5 2-1-16,1-5 0 0,2 0-3 0,-2 0 3 15,-3-1 3-15,3-3 9 0,-2 1-7 16,-2-3-1-16,6 1 1 0,-6-1-2 0,0 0-3 16,7-6 6-16,-3 1 4 0,-4-1 7 0,4 1 4 15,-4-1 5-15,3 0 0 0,0 3-7 0,-2-2 5 0,-1 0-8 16,0 1-2-16,5 1 1 0,-5 3-7 0,3-4-7 16,-3 4 0-16,7-1 0 0,-7 1-2 15,8 4-2-15,-1-3-3 0,1 4-1 0,-3 0-3 16,8 0-2-16,0 0 5 0,0 2-7 0,4-1 2 15,0 2-1-15,2-3 1 0,-3 2-4 0,4-5 6 0,-6 2 0 16,5-2-2-16,-7-1-1 0,3-1-1 0,-1 0-1 16,-5-6-2-16,2 4-2 0,-4-2 4 15,0-1-4-15,-2-2-3 0,-1-1-3 0,-1 1-2 16,-3-4 2-16,0-1 6 0,-3 2-8 0,3-1 7 16,-4 3-3-16,-1-1 1 0,2-1 8 0,-1 5 3 0,0-3-3 15,1 4 2-15,-1 0-3 0,-1 2 1 0,5 2-1 16,-8 0 0-16,8 0-1 0,0 0 0 15,-9 7 2-15,8 0-1 0,1-2 6 0,1 2 2 16,5 4 0-16,0-3 3 0,4 1 2 0,-2-1-4 16,7 3 5-16,2-1-10 0,-1 0 6 0,0-1-2 0,2 0-8 15,0-4-12-15,1-1-21 0,1 1-31 0,-8-1-41 16,1-3-49-16,0 1-73 0,-2-2-55 0,-3-3-206 16,2 0-526-16,-5 1 234 0</inkml:trace>
  <inkml:trace contextRef="#ctx0" brushRef="#br0" timeOffset="-197429.28">15019 16194 151 0,'-9'0'220'16,"-1"1"-24"-16,6 0-12 0,4-1-12 0,-4 1-17 0,4-1-19 15,0 0-11-15,23 2-14 0,-5-2-38 0,13-2-47 16,5 1-61-16,6 0-68 0,17-2-133 0,1 0-255 15,7 4 114-15</inkml:trace>
  <inkml:trace contextRef="#ctx0" brushRef="#br0" timeOffset="-197078.04">16529 16164 125 0,'4'-1'298'0,"-4"1"-32"0,0 0-29 15,0 0-20-15,8 6-26 0,-6 1-15 0,2 2-11 0,-1 3-3 16,-2 3-6-16,3 3-5 0,-1 2-9 0,-1 8-10 15,2 0-8-15,3 2-9 0,-4-2-8 16,4 4-12-16,-2 4-10 0,3-6-8 0,1 1-6 16,-1 3-11-16,2-3 0 0,3 3-3 0,-5-3-10 15,4-3-1-15,1 0-4 0,-4-4-11 0,-1-3-11 0,0-4-24 16,-1-5-25-16,0 0-29 0,0-4-31 0,-5 1-27 16,1-5-17-16,0 0-41 0,-2-3-34 15,-1-1-31-15,0 0-163 0,0 0-434 0,0 0 193 16</inkml:trace>
  <inkml:trace contextRef="#ctx0" brushRef="#br0" timeOffset="-196425.75">16706 16160 33 0,'-7'-11'325'0,"-1"0"-17"0,1 3-13 0,-1 1-12 0,4-2-17 16,0 4-17-16,0 2-15 0,1-3-23 0,0 1-18 15,3 5-17-15,0-4-21 0,0 4-17 16,0 0-14-16,11 0-7 0,1 3-18 0,2 3-8 16,1-2-5-16,4 4-10 0,1-2-9 0,2 5-12 15,-4 0-1-15,2-1-4 0,1 1-7 0,-5 1-7 0,0 0-8 16,-3 0-17-16,-4-1-10 0,-5 0-10 0,3 0-5 16,-4-1-5-16,-3-1 3 0,-2-1-9 15,-6 3 3-15,0-4-6 0,-3 3 1 0,-1-5-2 16,0 1 2-16,-6-2-2 0,-1-1 0 0,4 0 3 15,1-1-2-15,0-2 4 0,1 1 6 0,2-1-2 0,3-1-2 16,0-1-4-16,4 1-5 0,0-3 0 0,4 4 0 16,1-8 0-16,3 5 4 0,4-3 2 0,3-1 0 15,0 1 5-15,8-2 5 0,2-2-1 16,0 2 1-16,1-2 3 0,8 1-1 0,-5 0 1 16,-4 4 2-16,-2-5 4 0,-1 4-1 0,-4 2 0 15,-5 1 0-15,6-1-2 0,-5 0 3 0,-4 2-4 0,1 1 3 16,-3 0-1-16,-4 1 2 0,10 4 0 0,-8-1-1 15,1 0 5-15,1 2-3 0,-4 2-1 0,2-2 5 16,-1 3-1-16,2-2 1 0,-3 2 0 16,1-1-2-16,2 5 3 0,2-4 0 0,-2 2 3 0,1-1 5 15,0-3-11-15,0 1 3 0,5 0-2 0,-4-1 3 16,4-1-3-16,-2-3 2 0,0 1-2 16,1-1 3-16,0-2 0 0,6-1-1 0,-3 0 0 0,1-3 0 15,-2-2-1-15,0 1 0 0,1-1 1 16,-1-2 0-16,-1 0 6 0,-1-2 9 0,1 0 9 15,-4 3 16-15,1-4 10 0,2 3 12 0,-4 0 10 0,-1 0 9 16,1 3-1-16,-3-2-1 0,3 2-3 0,-2 0-10 16,0 3-7-16,-2-2-9 0,0 4-3 0,3-5-10 15,-3 5-4-15,0 0-1 0,0 0-7 16,0 0-3-16,0 0-7 0,0 0 5 0,0 0-15 16,0 0-14-16,0 15-21 0,2-11-21 0,1 1-14 0,-1 0-21 15,3-1-20-15,-4 1-26 0,5 0-28 0,1-1-29 16,-2 1-31-16,2-1-33 0,-2-3-188 15,2 1-477-15,-3-1 211 0</inkml:trace>
  <inkml:trace contextRef="#ctx0" brushRef="#br0" timeOffset="-195104.52">17420 15834 135 0,'1'-6'285'0,"-1"0"-16"16,0 2-26-16,0 1-20 0,2-1-24 0,-2 4-22 16,0 0-19-16,-2-8-17 0,2 8-15 0,0 0-10 15,0 0-11-15,0 0-14 0,6 15-7 16,-5-4-9-16,3-2-7 0,3 4-4 0,-3 0-10 16,-1 0-3-16,5 4-5 0,-3 2-4 0,0 1-5 0,1-1-2 15,0-1-6-15,-1 0-2 0,3 0-4 0,-4-2 2 16,1 1-6-16,-3-3 0 0,1 0-4 0,1-4-2 15,-1 2-4-15,-2-2 0 0,2-2-6 16,-3-3 3-16,4 0-2 0,-3 0-1 0,-1-2-2 16,0-3 2-16,4 5 2 0,-1-3-3 0,0 1 0 0,2-2-2 15,-5-1 2-15,11 2-1 0,-4 0 2 0,-2-1-1 16,1 0-3-16,3 1 4 0,-5 0-5 0,3 1 0 16,-3-1 1-16,3 2 3 0,1 0-5 0,-4 0 1 15,0 1 2-15,3 0-3 0,-4 1 1 16,1 1-2-16,-4-1-1 0,0 2 5 0,-1-1-2 0,-1-1 2 15,0 1 0-15,-1 1-1 0,-3-4 2 0,1 2-1 16,-4 0 2-16,3-2 0 0,1-2-2 0,-4-1 3 16,0 2-2-16,2-2 2 0,7-1 2 0,-14-2 0 15,8 0 1-15,0 0-4 0,2-2 6 16,0-4-4-16,3 3 2 0,-1-4 0 0,4-1-3 0,0-2 0 16,5 0 1-16,3-3 3 0,2-1-6 0,8-7-1 15,-2 2 1-15,4-2-6 0,1 2-8 0,-1-4-8 16,6-1-7-16,0 3-9 0,-1 0-1 15,1-3-1-15,-2 3 6 0,-2 1-1 0,-3 0 7 16,-6 9 5-16,-4-1 10 0,-3 4 17 0,0 2 7 16,-4-2 4-16,0 3-4 0,-2 2-4 0,-2 5-1 0,-2-4 0 15,2 4-1-15,0 0-3 0,0 0 3 0,-23 7 1 16,12 3-3-16,0 2 1 0,-2 3 1 0,0 2-3 16,3 1 3-16,0 1 2 0,1 5 3 15,3-3 7-15,2 7-7 0,4-1 0 0,0 1 3 16,4-6-3-16,3 4-1 0,1 0 2 0,3-6-3 0,3 2 2 15,-2-5 0-15,7 5 0 0,-4-5-2 0,7 1-3 16,-5-5 5-16,2-1-6 0,2-5 2 0,-2 2 2 16,-1-3-3-16,2-3 0 0,-8-1-4 0,2-4 0 15,-1-1-4-15,0 2-6 0,-4-4-5 16,2-5 1-16,-1 4-1 0,-4-4-1 0,-2 2 3 0,-1-4 2 16,-2 4-2-16,2-4 2 0,-7 2 2 0,4 1 8 15,-3 1-3-15,1 2-5 0,-3 0 2 0,-2 3 1 16,1 0-2-16,-4 1 0 0,1 2 0 0,9 0 2 15,-14 3-3-15,7 0 4 0,1 1 2 16,-1 2-4-16,4 1 7 0,1-1-3 0,0 2 3 0,4 2 1 16,3 2 0-16,2-4 2 0,2 3-1 0,0-2 2 15,5 2 0-15,0-1 1 0,5 0-2 0,-1-2-1 16,2-1-1-16,3-2 6 0,-4-1-4 0,3-2 2 16,1-2-5-16,-4-1 5 0,0 0-1 15,-3-3-3-15,-2 0 5 0,0 1-1 0,-1-4-2 0,-2 1-2 16,0-2 0-16,-3-2 4 0,-1 3-1 0,0-4-1 15,-1 4-1-15,-1-3 6 0,-1 4 2 0,-1-2 4 16,-1 3 2-16,1 0-2 0,-2-2 2 0,1 4-4 16,-1 0-3-16,-1 3 0 0,3-5-4 0,-3 5-5 15,0 0 5-15,0 0-3 0,0 0 0 0,0 0-2 16,0 0 2-16,11 9 0 0,-9-5 2 0,2 1 3 16,-1 0-9-16,0-2 8 0,1 3-7 0,0-2-3 15,0 1 2-15,3 0-2 0,-3 1 6 0,0-2-3 16,0 1 0-16,0-2 2 0,1 2 0 0,-3-2-1 15,3-1 3-15,1-1-2 0,-6-1 10 0,5 3-12 16,-5-3 2-16,10-1 0 0,-10 1-2 0,8-2-2 16,2 2 2-16,-5-3 4 0,1 0-4 0,3 2-1 15,0-7 1-15,1 4 0 0,0 2 0 0,-1-6 1 16,1 4 0-16,-2-2-1 0,1-1-1 0,-2 1 6 16,-1 1 17-16,-2 0 19 0,0 0 6 0,0-1 2 15,1 1 3-15,-1-1 5 0,-2 2 0 0,-1 1 0 16,2 1-6-16,-3 2-5 0,5-5-6 0,-5 5-2 15,2-3-11-15,-2 3-1 0,0 0-3 0,0 0-3 16,0 0-1-16,0 0-5 0,0 0-2 0,0 14 9 16,2-10-10-16,-2 1-3 0,2 0 0 0,-1 2-2 15,0-2 0-15,1 0 2 0,1 0-3 0,0-1 1 16,0 1-2-16,1-2-3 0,0 2 7 0,2-2 0 16,-3-1-4-16,1 1 1 0,-4-3-1 0,10 0-4 15,-10 0 7-15,10-5-2 0,-6 3 0 0,3-2 4 16,-3 2-7-16,4-5 8 0,0 1-5 0,3 1 5 15,-7-3 1-15,7 1 2 0,-3 0-2 0,-5 2-5 16,4-2 2-16,1 2-3 0,-5 1-1 0,4-1 3 16,-5 1-2-16,1 0-6 0,1 1-28 0,-1 0-39 15,-3 3-27-15,6-2-21 0,-6 2-23 0,0 0-26 16,0 0-32-16,9 7-42 0,-8-4-24 0,2 1-20 16,-2 0-174-16,-1-4-493 0,4 8 218 0</inkml:trace>
  <inkml:trace contextRef="#ctx0" brushRef="#br0" timeOffset="-194502.32">19011 16059 176 0,'2'-5'249'15,"-1"-1"-9"-15,1 0-16 0,0 1-6 0,-1 3-11 16,-1 2-16-16,2-5-18 0,-2 5-15 0,0-8-14 15,0 8-16-15,-3-4-16 0,3 4-10 0,-4-2-9 16,4 2-9-16,0 0-7 0,0 0-12 0,0 0-5 16,-15 6-3-16,12-4-9 0,1 3-4 0,-3 0-10 15,4-2 1-15,-3 2-3 0,4 3 1 0,0-3 0 16,0 0-4-16,4 5 1 0,0-3-4 0,0 1-2 16,2 0 0-16,-1 1-2 0,4 1-4 15,-2-3-2-15,3 1-1 0,-2 1 2 0,0-3-1 0,-1 2-3 16,0-4-3-16,-1 1-2 0,-2 0-1 0,0-1-2 15,0 1 0-15,-3-2-3 0,0-1 3 0,-1 2 2 16,0-4-1-16,0 0 0 0,-9 4 2 0,4-3-9 16,5-1-23-16,-16-1-27 0,7 0-39 0,-2 0-59 15,1-1-63-15,1 1-64 0,-3-4-147 0,-1 3-457 16,4 0 203-16</inkml:trace>
  <inkml:trace contextRef="#ctx0" brushRef="#br0" timeOffset="-192595.82">19978 15671 216 0,'0'0'195'0,"0"0"-18"16,0 0-11-16,0 0-22 0,0 0-20 16,0 0-5-16,-5 20-16 0,6-10-8 0,-1 4-6 15,0 6-11-15,3-2-9 0,0 10-9 0,-2-7-3 16,0 5-7-16,4 2-5 0,-3-3-8 0,1-4 0 0,0-1-7 16,0 0-3-16,-2-2 0 0,0-1-1 15,3 0-6-15,-3-5-1 0,1-4-2 0,-2 0-4 16,1-1 2-16,-1-2 33 0,0-2 29 0,4 0 24 15,-4-3-2-15,0 0-11 0,0 0-6 0,0 0-3 0,6-16-8 16,-2 8-5-16,0-4 3 0,2 1-10 0,4-5 5 16,0 1-4-16,0-2-9 0,3 3-2 15,-1-1-2-15,-5 7-8 0,2-3 2 0,1 2-6 16,0 1-10-16,0 3-1 0,1 1-2 0,0 3-3 0,-1 2-5 16,-1 0 3-16,2 4-3 0,3-1-3 0,-3 5-2 15,1-1 0-15,-1 1 2 0,2 1-4 0,2 4 1 16,0-4-1-16,0 3-4 0,0-1 2 0,-1-1-4 15,-2-5-13-15,1 2 6 0,5 0-17 16,0-1-4-16,-8-4-4 0,4 1-3 0,-3-1-11 0,2-3 6 16,-3-2 5-16,0 0 0 0,-2-3 8 0,-1-2-1 15,4 0 4-15,-4-1 1 0,-2-1 5 0,1-3 6 16,-1 1-4-16,-2-1 1 0,-3 1 0 0,-2-4 1 16,2 4 10-16,-3-1-6 0,-2 0 4 0,1 4 2 15,0 0-1-15,-4 1-1 0,4 2 0 0,-8 2 3 16,5 2-1-16,-4-1-1 0,-1 4 1 0,-1 1-5 15,5 0 6-15,-4 2-2 0,4 3 0 0,-2 0-1 16,0-1 0-16,4 3 5 0,0 0-4 0,2 0 4 16,0 0-1-16,4-1-1 0,0-1 0 0,0 0 0 15,0-2 2-15,4-1-1 0,0 0 1 0,-1 1 1 16,4-4 0-16,2 2-1 0,-2-3-1 0,2-1 3 16,-4-1-3-16,8-1 3 0,-3-1-2 0,0-3 0 15,0 1 2-15,0 0 1 0,0-4-1 0,2 4 2 16,-1-2 3-16,-4 0-8 0,-2 2 2 0,4 0 0 15,0 0 3-15,-4 1-3 0,-1-1-6 0,0 3 2 16,0 1-1-16,-4 1 3 0,0 0-2 0,8 5 1 16,-8-1-2-16,3 0 1 0,-2 1-5 0,2 1 4 15,-3 1 1-15,3 2-1 0,-2 0-1 0,2 1 3 16,1-1 0-16,-4 1 2 0,5-1-1 0,-3-1-1 16,1-2 2-16,3 3-1 0,-1-2 4 0,1-2-4 15,2-3 3-15,-1 4 1 0,0-5 0 0,1 1-1 16,4 0-1-16,-5-2 2 0,4 0 8 0,3-3-3 15,-3 1-9-15,0-3 2 0,2 0-2 0,-2 2 2 16,0-4 1-16,-2 1-2 0,2 1 1 0,-1-3 2 16,-1 1-6-16,-1 0 5 0,-1 1 0 0,1 0 2 0,-4 1 0 15,3-1-2-15,-3 1-2 0,2 1 6 16,-2 0-6-16,1 0 5 0,-3 1-3 0,-2 3-5 16,5-3-1-16,-5 3 1 0,0 0 1 0,4-2-1 15,-4 2-2-15,0 0-2 0,7 5 4 0,-6 0 1 0,4-3 1 16,-1 3 1-16,1 2-1 0,-1-1-2 0,-1 0-1 15,6 2 1-15,-2 0 3 0,1 0-3 16,0-1 1-16,-1 2 4 0,0-4 2 0,2 2-2 16,-3-2-4-16,1-2 2 0,2 3 1 0,-1-4-1 0,-2 1 2 15,-1-3 3-15,2 1-1 0,-7-1-4 0,8-1 2 16,-8 1-8-16,13-4-31 0,-9 2-40 0,0-4-46 16,1 1-38-16,3 0-44 0,-1 0-184 15,-3 0-421-15,3-2 187 0</inkml:trace>
  <inkml:trace contextRef="#ctx0" brushRef="#br0" timeOffset="-191809.52">21193 15867 144 0,'-5'-1'253'0,"2"-2"-14"16,3 3-24-16,0 0-19 0,-8-1-24 0,8 1-11 15,-10 0-19-15,10 0-17 0,-4 5-13 0,1-2-10 16,3-3-10-16,-4 6-10 0,4-2-2 0,0-4-9 16,4 10-5-16,-4-5-7 0,4 2 0 0,2-1-6 15,1-1-7-15,-2 2-2 0,2-3-7 0,4 2-2 16,0-2-2-16,1 1-2 0,1-2-6 0,1 2 0 16,4 0-7-16,2-4 4 0,-1 1 1 0,3 0-9 15,-3-2 0-15,3 0-3 0,2 0 0 0,6-3-2 16,-9 2 4-16,7-1-3 0,-3-1 0 0,6-1-4 15,3 0 0-15,-1 3-3 0,-1-4 2 0,4 1 3 16,-1-3-7-16,-3 4 2 0,7-4-3 0,-1 5 0 16,-3-5 0-16,4 1 5 0,-2 1-3 0,-3 4-3 15,-4-7 1-15,3 1-1 0,-10 2 0 0,-4 0 3 16,4-3-2-16,-5 3 2 0,-5 2-2 0,-3-4 5 16,-1 4 4-16,-3 1 3 0,-1-2-2 0,-1 0 0 15,1 1 1-15,-5 0-3 0,0 3-2 0,0 0-1 16,0 0 0-16,0 0 1 0,-20 1-1 0,10 3-4 0,1 2 1 15,-4 2 4-15,-1 5-2 0,-1 1-2 16,2 3 6-16,-8 3 2 0,6 3 6 0,2 3 3 16,2 5 1-16,0-3 0 0,3 6 2 0,1-1 4 15,3 1-5-15,4-1 30 0,0-1-7 0,4 0-2 0,1 2-7 16,2-5 4-16,1 2-8 0,3-3-3 0,3-1 2 16,1 0-9-16,-6-8 1 0,1-1 0 15,-1-3-14-15,2-5-30 0,-7 2-38 0,2-3-43 16,-3-6-75-16,1-1-76 0,-4-2-233 0,0 0-527 15,0 0 233-15</inkml:trace>
  <inkml:trace contextRef="#ctx0" brushRef="#br0" timeOffset="-191157.22">23010 15778 96 0,'6'-7'264'16,"-4"0"-8"-16,0 4-19 0,0-3-21 0,-2 2-16 15,-4-1-20-15,2-2-20 0,-4 3-15 0,2 2-14 16,-3 1-11-16,-6 1-12 0,0 0-15 0,-3 1-7 16,2 3-11-16,-4 3-6 0,1 0-6 0,-2 3-6 15,1 0-8-15,2 1-2 0,4 1-8 0,0-1-1 16,3 2-5-16,4-1-2 0,1-1-3 0,2 1-3 16,2 1 4-16,6-3-3 0,-3 2 1 0,5-5 1 15,3 3-4-15,2-3 1 0,6-2-1 0,-5 1-1 16,2 0-5-16,6-4 3 0,-3-2-1 0,0 0-5 15,-1-5 2-15,1 0 8 0,-7-3 11 0,6 2 4 16,-2-4 3-16,-5 3 7 0,1-7 4 0,-5 4 2 16,0 0 11-16,0-2-2 0,-3 2 7 0,0-1 6 15,-3 1-4-15,-1 2-3 0,0 1-5 0,0 1-4 16,0-2-2-16,-4 3-7 0,1 1-14 0,-1 3 0 16,-1-2-9-16,5 3 1 0,0 0-7 0,-17 5-6 15,13 0-26-15,2 0 2 0,-5 2-24 0,4 0-17 16,3 3-14-16,-1 0-16 0,2 0-29 0,1 1-20 15,1 0-32-15,3 0-26 0,-1 0-30 0,2-3-36 16,5 2-31-16,-3-4-177 0,2 4-497 0,1-6 220 16</inkml:trace>
  <inkml:trace contextRef="#ctx0" brushRef="#br0" timeOffset="-190454.75">23418 15744 123 0,'-8'-2'243'0,"1"-3"-14"0,0 1-10 16,-3 3-12-16,0 1-18 0,-1 0-11 0,-2 0-15 15,0 1-11-15,1 3-20 0,3 1-3 0,0-3-17 16,2 5-9-16,-2 0-7 0,4 2-5 0,1-1-8 16,-1-1-2-16,5 3-8 0,-2-2-7 0,4 2-6 15,1-3-3-15,1 2-5 0,3 0-2 0,2-3-4 16,-2 1-7-16,4-1-2 0,3-2-7 0,-1 0-7 0,2 0-2 15,-2-4-5-15,0 1-6 0,2 1-2 16,0-4-1-16,0 2-4 0,-3-3 0 0,2-2 0 16,-3 5 1-16,-2-5 1 0,2 2 4 0,-4-2-8 15,1 3-1-15,-2-2 4 0,0 0 0 0,-3-2-1 0,1 2 4 16,0 1-2-16,-4 3 0 0,4-3-2 0,-4 3-2 16,0 0-3-16,0 0 0 0,0 0 4 15,0 0-4-15,0 0-1 0,0 0 5 0,0 0-1 16,-4 13-1-16,4-7 2 0,0-2-3 0,0 1-1 15,2 1 6-15,0-2-4 0,3 2-2 0,-3 0 7 0,2-1-2 16,3-1-3-16,0 1 0 0,-2-1 2 0,1-2-2 16,-1 0 2-16,5-2-1 0,-5 0 1 0,3 0-1 15,1 0 0-15,-3-2-1 0,2 1-1 16,1-3 4-16,-4 1-4 0,4 0 0 0,-2-2 5 0,0 1 0 16,-1 1-2-16,-1-1 0 0,4 2-3 0,-6-1 1 15,1-1-1-15,-4 4 0 0,11 0-1 0,-11 0 1 16,14 3-3-16,-10 1 0 0,4-1 0 0,-5 4 1 15,5 1 0-15,-1 5-3 0,0 2 8 0,-1 0-3 16,1 3 0-16,1 2-1 0,-1 6 4 0,0 1-3 16,1 0 2-16,-1 1 3 0,2-2 6 0,-2 2 1 15,-1-2 1-15,-5 0 8 0,4-6 3 0,-1-1 1 16,-1 0 2-16,-1 0 5 0,-2-2 11 0,0-6 31 16,-2 2-10-16,-1-2 21 0,-1-4 26 0,-1-2 17 15,-2 0 21-15,-1-1 1 0,-2-1-8 0,-6-4-5 16,2-2-10-16,-4-4-1 0,0 0-16 0,0-2-7 15,1-3-10-15,1-3-9 0,2-1-8 0,1 0-6 16,4-2-6-16,-1-6-4 0,6 6-14 0,2-3-19 16,2-1-30-16,5-4-23 0,6-1-48 0,1-3-64 15,7 4-54-15,3-2-47 0,7 4-51 0,-1 0-36 16,6 2-7-16,14-5 21 0,-20 12 30 0,5 0 25 16,-2 3 16-16,-1 4 6 0,-7 5 5 0,-4-5-135 15,0 1-397-15,-8 1 175 0</inkml:trace>
  <inkml:trace contextRef="#ctx0" brushRef="#br0" timeOffset="-189869.8">24078 15794 484 0,'-6'-5'-18'0,"6"1"13"16,-5 0 17-16,-2 2 23 0,0-3 21 0,0 2 13 16,-5-1 18-16,3 0 8 0,-1 3 4 0,2 0 0 15,-5 0 3-15,1-1-7 0,-1 2-3 0,3 2-6 16,-1 0-8-16,-1 0-4 0,3 4-4 0,-1 0-5 16,1 0-3-16,2 4-2 0,0-2-7 0,0 2-2 15,2 0-2-15,2 0-5 0,2 1-3 0,1 2-4 16,1 2-3-16,2-4-3 0,2 2 2 0,1-1-8 15,2-1 1-15,2 3-2 0,2-2-3 0,1-1-4 16,4-2-6-16,-1 1 1 0,4-4-11 0,-4 1-7 16,2-3-7-16,1-2-15 0,-1 0-5 0,-2-4-4 0,2-3-2 15,-2 0-16-15,2-3-9 0,0-2-11 16,-1-2-16-16,-2-1-11 0,4-12-7 0,-8 10-7 16,6-9-2-16,-6-4 1 0,-2 2 9 0,0 0 10 15,-2-1 8-15,-3-1 16 0,-4 8 22 0,0-1 22 16,-1-6 31-16,-2 8 24 0,-1-1 23 0,1 2 13 0,-6 0 13 15,1 0 4-15,-2 4 3 0,2 2 1 16,0 1-2-16,0 3-6 0,-2 1-4 0,1 1-8 16,2 4-11-16,0 0-4 0,0 4-1 0,7-2 9 15,-13 6-3-15,7 2 2 0,2-1-2 0,2 5-2 0,2 4 2 16,1 2-4-16,0 1 0 0,5 8-1 0,-1-2-2 16,7 0 1-16,-5 1-2 0,0-4-4 15,1-3-2-15,4 7 13 0,2-2-21 0,-4-5 2 16,3 0-4-16,-2-3-5 0,0-1-5 0,-2 0 5 15,-2-4-1-15,3-4-1 0,-5 1 12 0,-2-3 2 0,5-1-3 16,-2 0 5-16,3-3-5 0,-1-1-2 0,-8 0 0 16,11-7-1-16,-3 3-1 0,2-3 2 0,-3-2 2 15,2 3 8-15,-2-6 8 0,1 4 4 16,-4-3 12-16,4 1 4 0,-3 2 3 0,0-1 1 0,0 0-17 16,-1 3 6-16,0-3 3 0,-1 5-13 0,0-1-1 15,0 4-11-15,-3 1-3 0,2-5-4 0,-2 5-6 16,5-1-1-16,-5 1-3 0,0 0-2 15,7 9-3-15,-2-2-1 0,-3-1 0 0,2 3-4 0,2 0-19 16,-2 0-17-16,3-1-16 0,2 2-19 0,-2-2-18 16,1 0-23-16,-1-1-24 0,5 4-33 0,-2-6-22 15,3 0-31-15,1 0-21 0,-2-1-18 0,2-3-168 16,-2 2-451-16,3-3 199 0</inkml:trace>
  <inkml:trace contextRef="#ctx0" brushRef="#br0" timeOffset="-189652.3">24744 15760 98 0,'-4'-5'175'0,"-1"2"1"16,-1-1 3-16,-1 0 1 0,-2 2-4 0,2-1-5 15,-1 3-5-15,-2 3-9 0,-2-2-5 0,1 4-6 16,2-1-7-16,-2 0-11 0,4 4-9 0,-1 2-6 16,2-2-3-16,0 4-4 0,3-2-8 0,-2 1-2 15,5 0-8-15,1 1-4 0,2 1-6 0,2-3-10 16,3 1-7-16,0 1-5 0,6 1-5 0,1-2-15 15,1-4-25-15,-1 0-35 0,0 1-49 0,4-2-50 16,-4-2-57-16,3-2-66 0,-3-2-183 0,-3 0-465 16,3 2 206-16</inkml:trace>
  <inkml:trace contextRef="#ctx0" brushRef="#br0" timeOffset="-188347.34">25427 15720 106 0,'-1'-10'235'0,"-5"-7"-8"0,0 4-7 16,1 1-15-16,-1 1-18 0,-3-3-19 0,-1 5-20 15,0-1-15-15,0 1-10 0,1 1-13 0,1 2-12 16,0-2-9-16,1 7-10 0,0 1-8 0,3-1-9 0,-1-1-4 15,5 2-8-15,-9 3-1 0,5 2-4 16,4 0 3-16,0 3-5 0,0 1 4 0,4 4-5 16,0-3-2-16,3 1 3 0,-1 4 3 0,3 0-1 15,-1 1-3-15,3 4 4 0,3-4-4 0,-2 2 1 0,4 7-8 16,-3-3 3-16,2 1-4 0,0 0-4 0,-6-3-5 16,9 6-3-16,-7-3 1 0,2 3-5 15,-2 0 2-15,2 1-5 0,1 1-1 0,-4 2-1 16,2-2 0-16,-2 3-3 0,-1-1 0 0,-1 0-6 0,2-1 2 15,-5-1-2-15,-3-8 1 0,0-2-2 0,-2 1 1 16,0-3 4-16,-2-3 3 0,-4 0 7 0,2-2 7 16,-3-2 28-16,-2-2-1 0,-1-4 1 0,-3-1 25 15,0-2-6-15,-7-5-8 0,2-2 1 16,1-2 2-16,-1-5-2 0,4 0-3 0,2-3-6 0,-3-5 0 16,2-5-5-16,7-2 0 0,3 9-14 0,3-7-11 15,0-3-8-15,10 1-26 0,0-2-28 0,4 1-36 16,4-2-30-16,5 1-35 0,3 0-31 0,-2 0-23 15,6 5-20-15,-1-1-7 0,2 1 7 0,-6 4 14 16,2 3 21-16,-5 1 8 0,-3 8 16 0,-6 4 14 16,-2-1 17-16,-3-2 8 0,1 7 15 0,-5-3 0 15,-2 2 17-15,3 2 5 0,-5 1 7 0,2-5 10 16,-2 5 3-16,0 0 8 0,0 0 2 0,0 0 10 16,0 0 2-16,-7 13 8 0,7-13 5 0,-1 10 10 15,1-6 10-15,0 3 4 0,0 0-5 0,1 0 8 16,-1 0 2-16,3 0 0 0,0 1 5 0,0-2-1 15,-2 1 1-15,3-1 2 0,-3 1-7 0,2-1 11 16,-2-1-9-16,3-3-6 0,-4 3 7 0,0-5 5 16,0 6 8-16,0-6 8 0,-4 2 5 0,4-2-3 15,-8 0 2-15,8 0-10 0,-12-3-1 0,5-1-2 16,0 0 3-16,-2-1-9 0,-1 0 4 0,6 0-4 16,-1 1-4-16,-2-2 5 0,3 1-6 0,3 2-1 15,1-3 3-15,1 0-5 0,3 2-2 0,3-2-1 16,5 2-8-16,3-1-7 0,1 0-18 0,7 0-8 15,6-3-10-15,6 0-17 0,-2 3-3 0,1-2-4 16,4 3 7-16,0-4-2 0,-4 6 6 0,-1-6 5 16,-2 1 7-16,-9 2 6 0,-2 4 6 0,-6-4 24 15,-5 2 18-15,1-1 14 0,-6 1 1 0,0-1 2 16,-4 0 9-16,0 0 6 0,-2-1 14 0,-3 1 7 16,-6 2 2-16,-2-3 4 0,-1 3 2 0,-3 2-3 15,-4-1-1-15,1 2 0 0,0 1-2 0,2 3-5 16,-1-2 1-16,5 2-4 0,-1-1-6 0,3 2 0 15,-2-1-6-15,6-2 6 0,1 8-6 0,2-6 0 16,2 1-1-16,2 3 5 0,1-4-3 0,1 3 2 16,3-1-5-16,0-2 4 0,3 1-10 0,5 0-3 15,-1-2-5-15,2 0 2 0,1 0-4 0,0-2-2 16,2-1-2-16,1 1-1 0,-4-4-3 0,1 2-3 16,1-2 2-16,-3 0-4 0,4-2-1 0,-5 0 1 15,-2 0-1-15,0 1 12 0,-4 1 5 0,-1-4 1 16,2 3-3-16,-2 1-4 0,-3-2 0 0,2 1-3 0,-3 3-3 15,0-6 2-15,0 6-6 0,0 0-4 16,-7-4 0-16,7 4 2 0,0 0-3 0,0 0-2 16,-7 9-12-16,6-6-10 0,-2 2-14 0,3-5-12 15,3 8-18-15,-2-3-22 0,2-1-20 0,4 3-28 16,1-2-28-16,4 0-24 0,-1 0-8 0,1 0-144 0,2 0-360 16,-3-2 159-16</inkml:trace>
  <inkml:trace contextRef="#ctx0" brushRef="#br0" timeOffset="-187895.79">26363 15771 14 0,'-4'-4'152'0,"4"4"-3"0,0 0 4 16,0 0 5-16,-14 9 5 0,10-1-2 0,-3 1 8 15,3 2-2-15,-3 6-6 0,2 1-1 16,-2 2-8-16,-4 6-12 0,2 2-7 0,1 1-9 16,2 4-8-16,2-1-17 0,0 0-5 0,3 2-4 0,-2 1-5 15,1-1-5-15,5-2-7 0,-1 1-3 0,3-3-8 16,1 0-2-16,1-5-6 0,-1-4-6 0,-1-3-7 15,1-2 1-15,-3-4 1 0,0-2-7 0,2-1-2 16,-4-1-1-16,-1-3 1 0,4-1-5 0,-1-4-3 16,-3 0-3-16,0 0-2 0,0 0-4 0,1-16-4 15,-2 5-6-15,-3-5-1 0,1-2-9 0,-1-1-2 16,3-10-5-16,1 0-1 0,-1 0-6 0,1-4-8 16,1 1-9-16,4-2-8 0,-5-4-7 0,4 2-1 15,0 3 3-15,-2-1 7 0,-2 0 6 0,0 3 3 16,0 2 6-16,0-1 8 0,1 2 17 0,-2 9 19 15,1 0 16-15,-2 1 15 0,1 1 5 0,0 4 7 16,-1 0 8-16,2 2-2 0,2 4 3 0,-4-1 1 16,4 0 0-16,-2 3-7 0,1 0-9 0,2 3-5 15,1-1-5-15,-4 3-5 0,9 1-3 0,-3 3-3 16,3 2-6-16,1 2-15 0,-1 2 11 0,6 3 0 16,-4 1 0-16,5 0-10 0,-5 3-2 0,0 0-2 15,1-4-10-15,-1 3-19 0,1-2-9 0,-5 2-13 16,-1-5-21-16,-5 1-13 0,1-4-13 0,-2 2-12 15,-3-3-18-15,-1-1-22 0,0 0-30 0,-4-4-39 16,2 1-26-16,-2-3-35 0,-4 0-160 0,2-4-465 16,2 3 205-16</inkml:trace>
  <inkml:trace contextRef="#ctx0" brushRef="#br0" timeOffset="-187544.79">26608 15510 65 0,'1'-4'168'16,"-1"1"-19"-16,0 3-11 0,0 0-14 0,0 0-8 15,0 0-6-15,1 12-8 0,-1-6-1 0,0 5 1 16,2 0 1-16,-1 6-3 0,-1 0 5 0,4-1 1 16,2 4 0-16,-2-1-7 0,-3-1-5 0,0-2-8 15,3 3-2-15,-1-2-7 0,3 0-5 0,-2-2-8 16,-3-4-6-16,2-4-3 0,-2 2 1 0,-1-3 6 15,2-2 17-15,-2 3 14 0,3-4 23 0,-1 1 21 16,-2-4 6-16,0 0 0 0,4 3-12 0,-4-3 4 16,0 0-11-16,0 0-6 0,0 0-7 0,11-3-8 15,-11 3-12-15,7-3-10 0,-7 3-11 0,10 0-8 16,-10 0-9-16,10 0-1 0,-2 2 0 0,3 2-12 0,0-1 1 16,1 1-13-16,3 3 1 0,3 2 4 15,-5-3-9-15,4 3-2 0,-1-1-5 0,4 1-9 16,-2-1-39-16,-2-1-5 0,5-2-33 0,-8 1-32 15,1-1-35-15,0 0-38 0,-1-2-54 0,2-1-70 0,-4-2-297 16,2 1-643-16,1 2 285 0</inkml:trace>
  <inkml:trace contextRef="#ctx0" brushRef="#br0" timeOffset="-187243.46">27216 15751 31 0,'0'0'253'0,"-10"2"-17"0,7 1-17 0,-1 1-12 0,-1-1-16 15,-1 1-14-15,4 0-10 0,-1 0-10 0,1 0-1 16,1-1-15-16,2 3-2 0,1-1-7 0,-1 1-5 16,2-1-7-16,1 1-6 0,0-1-10 15,2-3-11-15,-1 2 1 0,2-2-3 0,-2 0 4 0,1 1-1 16,-1-2 5-16,4-1-5 0,-9 0 1 0,10-3-10 15,-6 0-3-15,0 0-7 0,-2-1-6 0,1-2-4 16,-1-2-18-16,-2 1 3 0,0 1-4 0,-2-2-2 16,0 2-18-16,-1 0-18 0,3-1-30 0,-4 1-37 15,-1 3-39-15,-1 0-43 0,-2-1-60 0,3 2-64 16,-1 1-275-16,-3 1-584 0,-1 3 258 0</inkml:trace>
  <inkml:trace contextRef="#ctx0" brushRef="#br0" timeOffset="-149811.83">14294 10312 241 0,'2'-8'280'0,"-2"-4"2"16,1 3-9-16,-2-3-8 0,2 1-7 0,-2 0-12 16,-1-1-11-16,0-1-1 0,-1 1-9 0,3 0-3 15,-3-1-5-15,-1 2-8 0,0-2-4 0,1 0 1 0,-5 3-20 16,3 0-11-16,-1-1 0 0,-3 3-14 0,-2 0-6 16,-3-1-2-16,-6 2-13 0,1 2-11 0,-4 3-9 15,0 3-5-15,-6 3-11 0,-1 2-19 0,2 1-6 16,8 0-11-16,-1 2-7 0,-5 7-7 0,-1 3-6 15,1 2 0-15,-3 0-8 0,6 2-4 0,-3 1-5 16,3 2-3-16,3 0-3 0,3 2-2 0,1-3-5 16,5 3-1-16,2-2-1 0,6 0-3 0,-1 1-1 15,7-2 0-15,2-3-2 0,10 3 0 0,5-1 0 16,6-1 1-16,4-1-2 0,4-2 0 0,18 4 2 16,-13-8-3-16,13 2 0 0,5-1 2 0,-2-6-1 15,-14-4 0-15,1 0 0 0,-3-3-1 0,1-1-1 16,-1 0 0-16,-4-3 0 0,-1-3 2 0,-2 1-2 0,-9-2 1 15,-1-1 1-15,-1 0 0 0,-3-4 5 16,-2 0 23-16,-1-1 8 0,-1-2 5 0,-3-2 3 16,-2-5-4-16,2-7 0 0,-4 7-3 0,-3-9-9 0,-4 0 6 15,-4-3-11-15,0-2 4 0,-6-2-11 0,-3 1-4 16,-2 0-3-16,-6 3 1 0,2-2-6 0,-7 5-14 16,-2 4-16-16,-2 3-22 0,-1 3-30 0,-2 5-49 15,-4 2-48-15,1 6-58 0,-4 6-59 0,-13 7-50 16,1 7-71-16,2 4-438 0,4 8-913 0,2 5 404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8T09:46:42.50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3037 1096 217 0,'-6'-8'273'15,"2"-2"-6"-15,0 2-6 0,0 1-10 0,0 1-6 0,-2 0-11 16,2 0-13-16,3-2 3 0,-3 5-11 0,0-1-6 15,4 4-19-15,-3-7-14 0,3 7-24 0,-3-5-11 16,3 5-22-16,0 0-10 0,0 0-11 16,0 0-12-16,-8 16-12 0,3-4 0 0,-2 5-9 15,-1 3 1-15,1 8-4 0,0 0-8 0,-2 1 3 16,3 4-5-16,0-2-8 0,0 3 0 0,2-4-5 0,1 2-3 16,3-3-2-16,0 4-10 0,4-4 8 0,2 1-3 15,2-1 2-15,3-4-15 0,1-8 3 16,0 0-3-16,11 1 3 0,5-3-2 0,-1-2-1 15,3-3 4-15,1-4 0 0,0 0-6 0,2-6 7 16,4-1-2-16,0-6-2 0,-3-2 4 0,-2-3 0 0,2-1 6 16,-3-3 29-16,-5-2 22 0,0 0 7 0,-6-7 1 15,2 3-4-15,-5-8-7 0,-3 0-7 16,0-2-5-16,-6-3-9 0,-3-1-2 0,-3 1-6 16,-6-1-6-16,-4 1-7 0,-2 0-6 0,-7 1 3 15,-4 3-3-15,-6 0-10 0,-2 4-3 0,-17 1-2 16,0-3-4-16,8 14 0 0,-14-1-5 0,7 9-8 0,-9-2-7 15,12 7-21-15,-11-1-13 0,12 4-24 16,4 3-25-16,2 4-40 0,3 1-28 0,1 5-35 16,7 0-36-16,6 0-45 0,3 3-40 0,8-1-33 15,3 3-256-15,4 2-661 0,10 5 294 0</inkml:trace>
  <inkml:trace contextRef="#ctx0" brushRef="#br0" timeOffset="300.88">3250 1165 94 0,'-5'-5'349'0,"2"-2"-2"0,-1 3 3 0,0-3-5 15,1 2-6-15,3 3-24 0,0 2-44 0,-4-6-34 16,4 6-25-16,0 0-22 0,0 0-25 0,0 0-21 15,0 0-17-15,0 0-10 0,15 12-8 0,-9-6-11 16,0 5-8-16,4 3-7 0,-2 0-13 0,-1 1-5 16,2 1-1-16,4-1-5 0,-4 1-3 0,2 2-8 15,0-1-3-15,4-3-8 0,-3 2-6 0,4-2-31 16,-2 0-22-16,-2-4-32 0,4 0-28 0,2-2-32 16,-3-3-31-16,-1-1-39 0,3-3-49 0,2-2-32 15,1 0-47-15,-1-2-196 0,-7 0-550 0,0-4 244 16</inkml:trace>
  <inkml:trace contextRef="#ctx0" brushRef="#br0" timeOffset="669.01">3668 1145 58 0,'0'-5'277'0,"-3"0"5"0,0-1 2 0,2 1-13 16,0 2-7-16,-1-1-24 0,2 4-22 0,0 0-32 16,0 0-18-16,0 0-16 0,0 0-16 0,0 0-12 15,0 0-10-15,4 12-11 0,-2-5-10 0,-1 1-15 16,6 1-7-16,-3 1-1 0,1-1-7 0,2 2-4 15,3 0-9-15,-2-3-4 0,5 3-2 0,-3-4-1 16,1 1-4-16,4-3-5 0,-4 2 2 0,1-4-6 16,2 0-6-16,-2-3 2 0,0 0 2 0,-2-4-7 15,-1 2-4-15,1-5-1 0,-1 1 3 0,-1-4-5 16,0 0 6-16,-2-2-8 0,1 0 9 0,-6 1 1 16,3 1 18-16,-1 1 31 0,-2-2 30 0,1 1 21 15,-4 1 17-15,4 3 3 0,-4 1 10 0,4 1-11 16,-2 0-11-16,0 4-15 0,-2-8-14 0,2 8-20 15,2-3-13-15,-2 3-9 0,0 0-9 0,0 0 2 16,0 0-8-16,6 15-7 0,-3-5-1 0,1-2-13 16,0 3-13-16,-1-1-31 0,4 1-20 0,1 1-22 15,0-3-21-15,-1 3-34 0,3-2-14 0,3 3-27 16,-2-1-27-16,0-3-22 0,0-2-28 0,-2-3-26 16,3 1-30-16,1-2-24 0,-6-4-263 0,5 1-626 15,-12 0 278-15</inkml:trace>
  <inkml:trace contextRef="#ctx0" brushRef="#br0" timeOffset="869.72">4125 1062 8 0,'0'0'225'0,"0"-7"-11"0,0 7-28 0,0 0-23 0,0 0-9 16,0 0 23-16,0 0 5 0,5 13-2 0,-2-5-2 16,-3 2-9-16,4 2-12 0,-2-1-16 0,4 6-11 15,-2 2-12-15,3-1-9 0,0 1-13 16,1 1-6-16,6 4-9 0,-9-7-7 0,5 1-6 15,0-1-7-15,-3 1-24 0,3-2-37 0,-3-5-33 16,-2-1-51-16,-1-2-47 0,2-1-49 0,-1-2-44 0,-2-3-167 16,-3-2-425-16,0 0 188 0</inkml:trace>
  <inkml:trace contextRef="#ctx0" brushRef="#br0" timeOffset="1205.23">4292 1103 14 0,'0'-8'335'0,"0"8"-3"16,0-5-5-16,0 5-17 0,0 0-22 0,0-4-29 16,0 4-27-16,0 0-27 0,0 0-25 0,0 0-16 15,0 0-12-15,15 5-20 0,-10-2-7 0,2 1-4 16,-1 1-14-16,5-1-10 0,0 1-6 0,2 2-8 16,-3 0-5-16,2 2-9 0,0 0-11 0,0-1-8 15,3 3-7-15,-4-1 1 0,3 3-5 0,-3-3 2 16,-5 2-9-16,0-2-1 0,1 3 4 0,-3-2-10 15,1 1 31-15,-1 2 3 0,-4 0 18 0,-4 3 10 16,3-6 7-16,-3 2-5 0,4-1-5 0,-1-4-5 16,-1-1-8-16,1 0-7 0,-1 2-10 0,2-4-6 15,0-1 1-15,0 1-11 0,3 0 2 0,0-2-1 16,2 0 12-16,2-2 2 0,3-2-8 0,6-2 1 16,3-2-5-16,1 2-4 0,3-3-8 0,-1 0 0 15,4-2-3-15,-1 2-39 0,2-6-32 0,0-2-49 16,-1 1-40-16,-7 2-48 0,-3-2-52 0,-1 1-57 15,3-1-67-15,-7-2-332 0,-2 5-746 0,-5-1 331 16</inkml:trace>
  <inkml:trace contextRef="#ctx0" brushRef="#br0" timeOffset="1388.21">4386 1199 202 0,'-11'0'324'0,"4"0"5"0,0 0 3 16,7 0-2-16,-9-2-13 0,9 2-4 0,-5-3-33 15,5 3-30-15,-2-5-23 0,2 5-31 0,3-8-17 16,0 3-15-16,1 1-29 0,1 0-51 0,0-5-60 16,1 5-54-16,-2-1-65 0,3 2-71 0,-2-5-93 15,5 4-264-15,-6-2-566 0,-1 0 250 0</inkml:trace>
  <inkml:trace contextRef="#ctx0" brushRef="#br0" timeOffset="1689.27">4714 848 342 0,'0'0'487'0,"0"0"10"0,0 0-1 0,0 0-10 0,0 0-14 16,0 0-32-16,0 0-42 0,0 0-38 0,0 0-33 16,0 0-37-16,-7-11-29 0,7 11-24 0,-2-5-25 15,4-1-25-15,-2 6-32 0,4-9-43 16,0 6-50-16,3-2-46 0,4-1-42 0,1 1-43 16,0 1-36-16,17-5-36 0,-9 5-39 0,3-3-25 15,-2 3-29-15,13-1-39 0,-7 2-32 0,3-4-45 0,0 3-309 16,-10 1-713-16,3 0 316 0</inkml:trace>
  <inkml:trace contextRef="#ctx0" brushRef="#br0" timeOffset="1956.87">5146 1002 145 0,'0'0'354'16,"0"0"-17"-16,0 0-13 0,11 1-17 0,1-4-28 15,1 0-18-15,1 0-33 0,4-2-15 0,3 0-26 16,10-4-20-16,0 1-13 0,3 3-19 0,-1-3-14 16,4-1-12-16,-1 3-10 0,-3-2-32 0,4 0-41 15,-8 3-40-15,-4 2-36 0,6-2-46 0,-10 0-39 16,-1 2-35-16,0-4-50 0,-6 5-29 0,-4 0-182 15,-2 0-464-15,-3 0 205 0</inkml:trace>
  <inkml:trace contextRef="#ctx0" brushRef="#br0" timeOffset="2140.86">5364 1083 92 0,'-4'3'201'0,"-2"1"-9"0,5-1-5 0,-2-1 7 16,3-2 28-16,0 6 21 0,0-6-1 0,13 0-14 15,1 0-22-15,4-3-13 0,5-2-23 0,7 1-21 16,4-4-9-16,0-1-18 0,-1 2-1 0,-2-3-25 16,0 1-28-16,-2 2-48 0,1-2-42 15,-8 3-46-15,-2-1-51 0,0 2-54 0,1-3-57 0,-9 4-183 16,0-1-446-16,-8 2 197 0</inkml:trace>
  <inkml:trace contextRef="#ctx0" brushRef="#br0" timeOffset="2659.35">5281 853 81 0,'-3'-7'389'0,"2"3"5"15,1-3 4-15,0 2-14 0,0 1-12 16,0 0-28-16,0 4-39 0,0-5-37 0,0 5-34 15,0 0-25-15,0 0-20 0,0 0-27 0,13 7-12 0,-7-1-14 16,-1 4-11-16,1 2-11 0,6 4-10 0,-3 5-13 16,-2-2-4-16,8 6-9 0,-1 3-10 15,-2-3-7-15,-4-6-4 0,6 9-12 0,-1-6-19 16,2 3-18-16,0-7-29 0,-6 0-17 0,2-4-30 16,2 3-24-16,-5-4-27 0,2-2-27 0,-2-3-24 15,0-1-12-15,-4-2-9 0,6-1-1 0,-5-3-19 0,-5-1-17 16,12-5-17-16,-6-2 8 0,-2-1 17 0,3-3 14 15,-2 0 21-15,-4-7 14 0,2 0 16 16,-3-10 23-16,0-2 7 0,1 0 11 0,-2-1 13 16,1-1 18-16,-3 5 30 0,3-2 56 0,-2 0 50 15,-2 10 53-15,0-1 36 0,1 3 49 0,-1-1 27 16,0 7 26-16,2-2 32 0,-2 0 29 0,1 4 9 16,-2 2 4-16,5 0-17 0,-1 3-27 0,-2-2-33 15,3 2-36-15,0 4-28 0,0 0-17 0,0 0-15 16,0 0-16-16,0 0-10 0,8 23-14 0,-4-6-7 15,3 2-9-15,0 9-8 0,5 2-8 0,0 1-3 16,2 2-9-16,-2 1-4 0,2 1-6 0,1-1-5 16,-3 1-2-16,4-2-6 0,-1 0-24 0,4 1-29 15,-5-5-37-15,2 0-38 0,1-3-52 0,0-2-48 16,-6-6-52-16,1-2-58 0,-1-3-61 0,-3-2-59 16,-1-3-269-16,0-3-745 0,-2-1 329 0</inkml:trace>
  <inkml:trace contextRef="#ctx0" brushRef="#br0" timeOffset="5653.21">6195 804 196 0,'0'0'317'0,"3"-3"-17"0,-3 3-24 0,1-5-22 16,-1 5-29-16,0 0-20 0,0 0-27 0,4-2-16 15,-4 2-20-15,0 0-13 0,12 2-14 0,-5 0-10 16,0 2-9-16,1-2-10 0,0 3-6 0,-1 0-9 15,4 0-7-15,-3 2-10 0,3 1-5 16,-3 1-3-16,3 1-3 0,-3-1-5 0,-1 3-3 0,0-1 3 16,-2-1-1-16,2 3 12 0,-4-1 13 0,-2 1 8 15,-1 3 11-15,-1-1 18 0,-2 0 18 0,-1-2-8 16,-3-2-1-16,0 6-4 0,-1-1-2 0,1-6 0 16,1 2 0-16,-1 0-7 0,0-5-10 15,6 1-7-15,-2-3-11 0,0 0-6 0,0-2 4 16,3 3-10-16,0-6-3 0,3 3 5 0,-3-3 13 0,7 1 19 15,8-2-4-15,8-2-6 0,6-3-9 0,2-1-6 16,3 2-6-16,0-4-6 0,0 2-5 0,1-1-4 16,-4 0-12-16,1 3-36 0,-12-2-40 0,2 2-46 15,1 1-47-15,-4-3-44 0,-4 4-48 16,-1 2-51-16,-6-1-53 0,0 2-46 0,-3 1-25 0,-5-1-205 16,0 0-660-16,0 0 291 0</inkml:trace>
  <inkml:trace contextRef="#ctx0" brushRef="#br0" timeOffset="6071.34">4008 2235 47 0,'-33'10'366'0,"9"0"-5"0,6-3-7 15,3-5-18-15,5 2-24 0,5-2-26 0,-1 1-20 16,0 0-21-16,3-1-13 0,3-2-7 16,0 0 25-16,0 0 3 0,48-11-11 0,-9 2-25 15,27-8-17-15,26-6-22 0,3 0-14 0,3-4-20 16,3 5-14-16,-1-7-8 0,1 3 1 0,4 2-6 0,1-3-11 15,12-1-7-15,-4 4-6 0,2-1-11 16,1 1-9-16,-4-1-7 0,-4-1-4 0,-7 0-10 16,-3 5-5-16,3-4-4 0,-34 11-3 0,27-8-8 15,-28 7 0-15,-3-1-9 0,-3-3 5 0,-5 5-7 16,-6 2-1-16,-12 1-4 0,-5 2-3 0,-13 4-2 0,1 0-13 16,-9 2-20-16,0 0-21 0,-4 1-21 0,-1 1-26 15,-3-1-59-15,-4 2-68 0,0 0-64 16,0 0-65-16,-19 7-70 0,-3 0-335 0,-5 2-811 15,-3 3 359-15</inkml:trace>
  <inkml:trace contextRef="#ctx0" brushRef="#br0" timeOffset="7175.22">7052 2216 37 0,'-2'-11'326'16,"1"6"-5"-16,1 0-10 0,0 0-26 0,0 1-31 15,-3 0-28-15,3 4-26 0,0 0-21 16,0 0-18-16,0 0-12 0,11 11-16 0,-4-1-9 15,2-2 3-15,2 9-3 0,3 0-12 0,5 5-17 0,-3 1 4 16,1-2-17-16,-1 3-5 0,0-1-5 0,1 2-5 16,-2-2-12-16,-5-4 5 0,4 4-12 0,-3-3-5 15,3 2 0-15,-5-2-15 0,-2-4 1 16,2-1-28-16,-2-2-33 0,-3-3-35 0,0-1-32 16,-1-3-30-16,0 0-24 0,-3-2-45 0,4-2-63 15,-4-2-228-15,0 0-528 0,0 0 233 0</inkml:trace>
  <inkml:trace contextRef="#ctx0" brushRef="#br0" timeOffset="7543.19">7412 2141 152 0,'0'0'195'0,"-8"13"-1"0,4-3-12 16,0 0-8-16,-6 1-17 0,2 4-20 0,-3 1-7 15,2-1-10-15,-1 0-9 0,-1 1-14 0,3-1-8 16,-3-2-9-16,2-2 4 0,-1-1-8 0,1 1-2 16,-2-5-1-16,3 3 8 0,2-4-1 0,-2-1 9 0,5 1 8 15,-3-2 5-15,0-2 1 0,5 2-2 16,1-3 0-16,0 0-1 0,-6 1-5 0,6-1 0 16,0 0-4-16,0 0-9 0,0 0-4 0,0 0-13 15,0 0-4-15,11-9-4 0,-5 7-8 0,2 1-7 16,0 1-4-16,3 0-5 0,1 3-4 0,0 1-3 0,3 1-3 15,-4 0 0-15,8 2 9 0,-1 1-9 16,-2-1-10-16,2 3 1 0,1-2-1 0,-4 2-1 16,3-2 0-16,-3 2 1 0,-3-4-11 0,0 2 11 15,-1-1-5-15,1 1-9 0,-1-3-13 0,1 2-19 16,-1-2-28-16,0-1-27 0,0-3-31 0,-6-1-45 16,-5 0-56-16,14-2-62 0,-6-1-225 0,-4-4-548 15,-1 2 242-15</inkml:trace>
  <inkml:trace contextRef="#ctx0" brushRef="#br0" timeOffset="7744.33">7661 2275 36 0,'0'0'318'0,"0"0"-4"15,0 0-20-15,0 0-10 0,0 0-16 0,0 0-7 16,0 0-18-16,0 0-34 0,0 0-22 0,0 0-11 15,11 0-15-15,-11 0-16 0,18 1-15 0,-9-2-12 16,14 2-19-16,-5-4-39 0,2 2-49 0,1-3-63 16,-2 3-65-16,1-4-74 0,2 1-82 0,-4-2-175 15,-1 3-483-15,4-1 214 0</inkml:trace>
  <inkml:trace contextRef="#ctx0" brushRef="#br0" timeOffset="8981.34">8012 2170 104 0,'0'0'350'16,"0"0"-13"-16,-3-3-22 0,3 3-25 0,0 0-28 16,0 0-29-16,0 0-28 0,0 0-17 0,0 0-23 15,0 0-18-15,0 0-7 0,16 12-17 0,-7-5-3 16,-2 0-28-16,2 3-4 0,3 3-4 0,-1 0-16 15,4 0 0-15,-1 2-7 0,-5-3-10 0,6 2 0 16,-4-2-9-16,-4-1-3 0,5 4-3 0,-4-8-3 16,1 2-3-16,-1-3-2 0,-4 1-3 0,0-3 1 15,0-1-4-15,0-1 1 0,-4-2-5 0,3 1 6 16,-3-1-4-16,0 0-2 0,0 0 0 0,1-14 9 16,-1 9 5-16,0-4-1 0,-1-1 9 0,1-3-9 15,0 0 8-15,1 2-5 0,-1-4 13 0,4-3 4 16,-1 7-3-16,-2-2 9 0,0 3 14 0,2 0 0 15,-1 2 2-15,-1 1-15 0,0 2-7 0,1 2-6 16,0-1-10-16,-2 4-9 0,3-7 0 0,0 6-2 16,-3 1-9-16,0 0 14 0,13 7-15 0,-6-2 0 15,-1 2-4-15,-1 1-3 0,2 2 1 0,1-2 0 16,-1 1-3-16,-2 1 2 0,5 2-4 0,-2-3-3 16,-3 1 1-16,4-2-2 0,-4 2 1 0,1-4 0 15,-1 1-4-15,-1-3 2 0,0-1 2 0,-3 0-3 16,4 2 3-16,-4-2 1 0,-1-3 5 0,0 0 4 15,4 1-7-15,-4-1 2 0,0 0 6 0,4-9-9 16,-4 4 2-16,0 0 8 0,0-4-1 0,3-1 5 16,1-2-6-16,-2 1 6 0,0 0 4 0,1 0 6 15,-2-1 10-15,0 0 14 0,2 4 10 0,1-3 3 16,0 2-1-16,-1 3-7 0,-3 1-4 0,4 0-5 16,-4-1-6-16,4 3-8 0,-1-5-8 0,-3 8-6 15,4-2 1-15,0 0-2 0,-4 2-4 0,10 4-1 16,-3 2-1-16,-1-1-1 0,4 0-2 0,-1-1 2 15,3 6-7-15,-2-2 4 0,1 2-2 0,5 0-10 16,-1-1-9-16,4 1 0 0,-6-4-9 0,5 2 0 16,0 0-13-16,3-3-4 0,-4-1-11 0,1 0-3 15,5-3-1-15,-4 0-9 0,-4-1 4 0,4-2 9 16,-2-2 5-16,-4-2 3 0,2 1 1 0,-6 0 4 16,4-4 3-16,-4 2-3 0,-1-2-4 0,1-3 11 15,-4 0 0-15,-2 1-8 0,1-2 13 0,-3 1-3 16,2-1 2-16,-3-1 3 0,0 2 2 0,0 1 9 15,-4 1 4-15,1 0-4 0,2 3 15 0,-6 1 3 16,6 0 12-16,-5 2-1 0,0 1 3 0,1 0-8 16,-1 2-1-16,6 1-3 0,-14 2 4 0,3 2-6 15,4 0 1-15,-4 2 0 0,2 3-6 0,2 0 0 16,0 2 2-16,0-1 2 0,6 1-2 0,-5 2-2 16,4-3 1-16,2 3 5 0,2-2-11 0,4 1 0 15,-1-1 3-15,9 2-1 0,1-1 0 0,4-2 4 16,8 1 1-16,3-3-4 0,3 0-2 0,3-3 4 15,3 2-10-15,0-7-14 0,2 0 0 0,15-4-11 16,-17 1-4-16,-1-2-1 0,-1 0-10 0,1-3 9 16,-1 1 4-16,-3-4-6 0,-3 0 9 0,-1-2 0 0,-7-2 9 15,-5 4-1-15,-3-1 4 0,0-1 4 16,-7 3-7-16,0-2 12 0,-4 1 1 0,-4 2 2 16,0-1 9-16,-4 0 12 0,0 2-11 0,-4 0-2 15,1 0 5-15,-8 3 10 0,-1-2 6 0,1 6 11 16,-6 0-2-16,2-2 8 0,-4 5-14 0,3 3 7 15,-1-1-10-15,-2 3 5 0,3 2 6 0,2 0 4 16,-1 3-16-16,1 1-3 0,2 1 1 0,2-3 0 16,1 3 3-16,2 2-8 0,3-1 1 0,1-4-6 15,3 1 3-15,3 1 1 0,-1-3-8 0,2 2 5 16,3-2-5-16,1 0 8 0,0-2-4 0,1-2-3 0,1 1 4 16,-1-3-5-16,2 1 7 0,0-4-2 0,5 0 0 15,-1-1-1-15,1-1-1 0,1 0 4 16,-2-6-4-16,2 2 2 0,-2 0-1 0,2-1 5 15,-2-2 10-15,0 1 17 0,0 1 12 0,-4-2 14 0,1 1 13 16,-2 0 13-16,-2 2 10 0,1 0 10 0,-2 1 2 16,-2 0-3-16,1 2-7 0,-2 2-14 0,4-6-10 15,-4 6-12-15,2-2-14 0,-2 2 0 16,0 0-9-16,0 0-3 0,0 0-3 0,10 8-7 16,-6-4-6-16,0-1-6 0,0 4-7 0,4-2-7 0,1 1-8 15,1 1-20-15,-2-1-17 0,6 1-24 0,1-2-28 16,-1-2-38-16,5 3-37 0,-1-4-25 0,-1 2-21 15,2-1-21-15,-4-2-25 0,0-2-41 0,-4-2-21 16,1-1-25-16,-1-2-24 0,-3-1-208 0,2 0-626 16,-5-2 276-16</inkml:trace>
  <inkml:trace contextRef="#ctx0" brushRef="#br0" timeOffset="9315.08">9591 2107 168 0,'3'-13'75'0,"-6"1"43"0,3 4 41 16,0 0 36-16,-4 3 27 0,4-2 17 0,-3 2 9 15,1 2-6-15,-1 0-8 0,3 3-18 16,-3-5-24-16,3 5-22 0,0 0 1 0,0 0 1 0,-10 6-6 15,9 0-19-15,-3 3-17 0,3 3-24 0,1-1-18 16,1 1-8-16,3 4-7 0,2-1-5 0,-1 1-9 16,1-7-5-16,3 8-11 0,1-1-2 0,-1-1 1 15,-3-4-3-15,3 1 6 0,-2-4-18 16,4 2-3-16,-6-3-2 0,5-2-3 0,-5-1-3 0,-1 0 1 16,3-3 2-16,0 1-9 0,-3-2 1 0,-4 0-3 15,12-7 1-15,-10 2 5 0,2-1-6 0,0-5 0 16,-1 0 0-16,2 0-1 0,-4 0 13 0,6-1 15 15,-4 1 16-15,-2-2 15 0,-1 3 11 0,3 0 9 16,-2 4-3-16,-1-4-1 0,3 4-1 0,-3-2-7 16,0 3-9-16,0 3-4 0,1-3-17 0,1 1-6 15,-2 4-24-15,4-4-11 0,-4 4-22 0,0 0-26 16,0 0-28-16,13 8-19 0,-10-3-24 0,2-2-23 16,1 4-23-16,-1-2-26 0,5 1-31 0,-2 5-39 15,2-5-49-15,2-1-32 0,-3 3-187 0,0-3-569 16,3-1 252-16</inkml:trace>
  <inkml:trace contextRef="#ctx0" brushRef="#br0" timeOffset="9600.42">10032 2020 9 0,'0'-5'323'0,"-3"2"7"0,2-1-1 0,-1 0-14 15,2 4-15-15,-6-3-20 0,6 3-27 0,-6-2-23 16,6 2-19-16,0 0-12 0,-9 2-25 0,9-2-18 15,-9 3-21-15,6 0-4 0,-2 2-4 16,1 2-28-16,0-2-3 0,4 2-10 0,0 1 0 0,0-2-17 16,0 2-18-16,4 1 8 0,0 0-5 0,1 1-10 15,1 0-3-15,2-1 1 0,-1 0 0 0,4 3-11 16,-3-5 2-16,2 3-14 0,1-4 13 0,-2-1 1 16,-1 4-13-16,1-1 1 0,-4-4 2 0,2 0-10 15,-3 1 4-15,1-2-2 0,-3 1-4 0,0 0 14 16,-2-2-14-16,0-2-5 0,0 6 6 0,0-6-26 15,-8 5-31-15,4-3-58 0,-4 1-51 0,1-1-72 16,0-1-93-16,-7 2-303 0,1-1-675 0,-2-1 299 16</inkml:trace>
  <inkml:trace contextRef="#ctx0" brushRef="#br0" timeOffset="42587.1">10680 2900 215 0,'0'-3'332'16,"2"-1"-24"-16,-2 4-17 0,1-5-21 0,-1 5-24 16,0 0-26-16,0 0-16 0,0 0-26 0,0 0-19 15,0 0-15-15,3 10-13 0,-2-5-11 0,4 0-13 16,-1 3-12-16,0 1-1 0,2 0-15 0,0 1-10 16,1 3-6-16,-2-1-4 0,1-1-8 0,2-1-27 15,-2 3-9-15,0-3-24 0,-1 1-19 0,1 1-19 16,0-1-27-16,-3-5-22 0,0 4-25 0,-3-3-37 15,4-1-31-15,-4-1-32 0,0-1-202 0,0 0-456 16,0-4 202-16</inkml:trace>
  <inkml:trace contextRef="#ctx0" brushRef="#br0" timeOffset="43287.34">10562 2834 210 0,'-1'-7'277'0,"1"5"-13"0,0 2-19 0,0-8-24 16,1 5-20-16,-1 3-22 0,4-7-19 0,2 7-17 16,3-2-17-16,1 2-7 0,2 2-13 0,7 0 10 15,3 0-11-15,0 4-9 0,6 2-10 0,2 1-9 16,-4 1-7-16,2 2-6 0,1 1-7 0,-2 2-6 16,-9-4-7-16,9 7-2 0,-2-1-5 0,-2 0-4 15,-8-1 0-15,1-3-8 0,-2 1-6 0,-5 3-7 16,-1-3-2-16,-4-1-3 0,-2 0-2 0,-1-1 0 15,-4 1 0-15,-3 1 0 0,-7 1 0 0,0-3-1 16,-3 2 2-16,-4-4-2 0,-8 3-1 0,-1 0 0 16,6-5 1-16,-5 0 2 0,6-1 0 0,-8-2-4 15,12-2 4-15,6-1 2 0,-3-1 1 0,8 1 6 16,0-2-1-16,7 0-4 0,-9-3-3 0,9 3-7 16,4-7-6-16,11 1-18 0,5-4-19 0,10-3-20 15,6 1-23-15,-1 0-16 0,6 0 4 0,13-1-23 16,-14 2-9-16,2 0-6 0,8-5-12 0,-9 5-1 15,-4-1 9-15,-2 2 4 0,-6-1 15 0,-1 0 9 16,2 1 15-16,-15 5 13 0,-1 0 25 0,-5-1 33 16,-5 2 24-16,-1 1 6 0,0-1 11 0,-3 4 8 15,-3-6 16-15,3 6 9 0,-8 0 8 0,8 0 12 16,-22 6 5-16,11-4 1 0,-5 3 1 0,4 0-1 0,-6 1 1 16,0 2-4-16,1 1-11 0,0-2-2 0,4 1-7 15,3-2-4-15,-1 2-5 0,-1-1-3 16,9-1-1-16,-4 0-4 0,6 0-6 0,-2-1-1 15,3 0 3-15,3 0-3 0,-2-1-1 0,6 0 0 16,-1-2-5-16,3-1-3 0,-1-1 1 0,6 0-2 0,-2 0-3 16,-1-1 3-16,4-1-7 0,-5-3 0 0,3 0 1 15,-3 2-3-15,-4-2 1 0,1 1-1 16,0 0 3-16,-4-1 15 0,5 1 17 0,-4 0 13 16,1 0 8-16,0 2 0 0,-4-1 5 0,-1 3-5 15,4-5-3-15,-4 5-10 0,3-3-8 0,-3 3-6 0,0 0-8 16,0 0-2-16,0 0-3 0,0 0-3 0,0 0-1 15,0 0 0-15,9 8-1 0,-7-3-13 16,0-1-6-16,5 1-6 0,-3 0-6 0,6 1-14 16,-1-1-9-16,-3 0-17 0,2-2-16 0,4 2-21 0,-2-2-24 15,2-1-17-15,-1-1-10 0,1 0-42 0,-1-2-17 16,1-2-8-16,-1 1-11 0,-4-2-141 0,-2-1-389 16,6-3 173-16</inkml:trace>
  <inkml:trace contextRef="#ctx0" brushRef="#br0" timeOffset="43488.09">11494 2913 391 0,'-4'-20'-9'15,"0"-1"29"-15,0 1 36 0,1 1 44 0,-5 1 28 16,2 1 27-16,1 5 21 0,2 1 8 0,-2 2 9 16,2 3 8-16,0-1-5 0,-1 1-16 0,4 1-18 15,-2 1-17-15,2 4-18 0,0 0-13 16,-3-3-14-16,3 3-8 0,0 0-8 0,0 0-14 0,-1 17-1 16,5-7-11-16,2 2-4 0,-3 0-4 0,-2 6-5 15,5-1-6-15,2 1-1 0,-2 0-1 0,3 0-15 16,-1 1-14-16,0 0-14 0,3 1-18 0,0-2-20 15,-4 1-16-15,4-2-25 0,-5 0-29 0,1-4-26 16,0-1-30-16,-1-2-37 0,0 0-200 0,-2-4-438 16,-1 1 193-16</inkml:trace>
  <inkml:trace contextRef="#ctx0" brushRef="#br0" timeOffset="43972.16">11448 2995 148 0,'-2'-5'243'0,"-2"2"-2"0,0 1-12 0,4 2-16 15,-5-6-17-15,5 2-22 0,0 4-16 0,5-5-15 16,-5 5-16-16,14-1-11 0,-2 1-14 0,3 1-10 16,-3 0-11-16,7-2-7 0,3 5-3 0,-3-3-11 15,4 3-12-15,2-2-13 0,-5 0-17 0,5 0-16 16,-2 0-11-16,0 0-14 0,-3-1-7 0,3-1-4 16,-9 2-4-16,2-2-3 0,-3 0 1 0,-3-2 2 15,1 1 6-15,-4-1 4 0,-3-2 7 0,0 2 1 16,-4-3 5-16,0 5 9 0,-4-6 11 0,4 6 14 15,-8-7 8-15,4 3 12 0,-4 3 7 0,-2-1 4 16,2 0 6-16,0 1 0 0,-3 0-2 0,3 2-5 16,-2-1-3-16,2 1-6 0,0 1-5 0,1 0-4 15,0 1 0-15,2 1-6 0,2 0 2 0,-4 1-7 16,2 1 4-16,2-1-4 0,2 0-2 0,1 3 6 16,-3-2 0-16,3 2 2 0,2-2-2 0,0-1-3 15,0 1 2-15,0-1-2 0,2 1-1 0,-1-2 0 16,1 0-3-16,-2 0 2 0,-1-2-2 0,-1-2 8 15,4 4 9-15,-1-3-2 0,-3-1-2 0,0 0-2 16,0 0 0-16,15-4-4 0,-10 1-1 0,-1-1-7 16,0 0 1-16,0-3 4 0,3 2-7 0,-3 2-5 15,2-2 2-15,-2 2 9 0,0 0 7 0,-3 1-10 16,-1 2 1-16,6-5-1 0,-5 1-6 0,-1 4-2 16,0 0-2-16,0 0 4 0,7 0-9 0,-7 0-4 15,0 0 1-15,5 5-17 0,-1-3-9 0,0 1-18 16,-1 2-16-16,1-1-25 0,0 1-26 0,7 3-35 15,-3-2-39-15,2 1-44 0,0-1-221 0,0-1-490 16,3 0 217-16</inkml:trace>
  <inkml:trace contextRef="#ctx0" brushRef="#br0" timeOffset="44240.78">12238 2668 290 0,'0'0'351'0,"0"-3"-32"15,0 3-43-15,0 0-31 0,0 0-25 0,0 0-24 16,0 0-18-16,12 16-18 0,-8-4-15 0,-1 1-15 16,2 3-16-16,4 4-6 0,7 7-11 0,-11-2-7 15,9 4-7-15,-5 0-6 0,1 0-8 0,3 0-7 16,-3-1-2-16,0-3 1 0,2-1-39 0,-4-4-29 15,0-3-27-15,-1 0-35 0,0-4-38 0,-3-3-42 16,1-1-50-16,-1-4-45 0,1-1-180 0,-3-3-460 16,-2-1 204-16</inkml:trace>
  <inkml:trace contextRef="#ctx0" brushRef="#br0" timeOffset="44524.98">12178 2639 184 0,'-1'-2'342'16,"1"2"-27"-16,0 0-25 0,-4-6-25 0,4 6-33 16,0 0-27-16,0 0-17 0,0 0-17 0,0 0-21 0,20 6-15 15,-9 1-8-15,-2-2-12 0,4 3-15 16,4 0-11-16,-6 0-9 0,7 2-3 0,0-1-10 16,-1 2-6-16,1 2-2 0,-2-2-10 0,1 2-5 15,-3 0-5-15,0 0-4 0,-2 0-7 0,-3-3-15 16,-3 2-9-16,3-3-5 0,-3 3-4 0,-2-4-6 0,-1 3-4 15,-3 0 1-15,-3-4-5 0,-3 3 4 16,-2-2 2-16,-3 0-4 0,-6 2-6 0,2-1-4 16,-4 0-11-16,7-2-10 0,-3-2-9 0,0 1-14 15,3-1-25-15,1 0-27 0,5-2-39 0,1 1-24 0,2-1-17 16,2-1-26-16,1-2-120 0,0 0-378 0,0 0 168 16</inkml:trace>
  <inkml:trace contextRef="#ctx0" brushRef="#br0" timeOffset="45344.74">12568 2943 63 0,'-1'4'183'16,"0"0"-11"-16,-2-1-8 0,2 2-11 0,-1 1-16 16,-2-1-12-16,4 0-9 0,0 1-15 0,0 0-7 15,0-3-5-15,0 5-8 0,4-2-6 0,-2-2-7 0,2 4 11 16,0-3-1-16,0-2-5 0,4 3-1 0,-1-4-8 15,0 2-7-15,0-3-4 0,3 1-5 16,-4 0-7-16,2-2-2 0,-8 0-1 0,12-2-7 16,-4-1-3-16,-4 1-2 0,2-2-2 0,-1 2-5 0,-2-4 2 15,-2 1-6-15,2-1-1 0,-3-1-3 0,-3 2-3 16,2-4 1-16,-3 6 0 0,-2-4-7 0,2-1 3 16,0 3 1-16,-4 1-4 0,4-1-3 0,-1 1 3 15,-1 1-5-15,-1 0 1 0,3 2 0 16,-5-3-4-16,5 2-1 0,4 2-5 0,-10 0-5 0,10 0-1 15,0 0-8-15,0 0 0 0,-8 0 0 0,8 0 1 16,0 0 2-16,0 0 5 0,0 0-4 0,0 0 5 16,21 6 8-16,-15-6-7 0,4 1 1 0,-1-1 2 15,-2 0 4-15,2-1-2 0,0 1 1 0,-1 1 6 16,0-2 1-16,-8 1 3 0,12 0 9 0,-6 0 2 16,-6 0 5-16,8-3-1 0,-8 3 0 0,8 3 3 15,-8-3-7-15,7-3 1 0,-7 3-1 0,0 0-3 16,0 0-3-16,5 3 0 0,-5-3 2 0,0 0-3 15,7 4 1-15,-5-3 0 0,-2-1 8 0,8 5-8 16,-3-3-1-16,-2 0 4 0,4 1-1 0,-2 0-2 16,1-1 0-16,-1 0 3 0,3 1-4 0,2-2 2 15,-2 0 1-15,1-1-1 0,-2 0-2 0,3-1 2 16,-1 1 5-16,-2-3 25 0,0 1 12 0,-2-1 9 16,1 3 7-16,-1-3 10 0,-5 3 2 0,8-6 12 15,-7 5-7-15,2-2 2 0,1 1-8 0,-4 2-5 16,4-3-6-16,-4 3-11 0,0 0-4 0,0 0-6 15,3-2-11-15,-3 2-2 0,0 0 0 0,0 0-8 16,0 0-6-16,0 0 2 0,4 6-3 0,-2-2-2 16,-2-4-1-16,2 7-1 0,1-4 0 0,1 0-3 15,0-1 4-15,-4-2-1 0,7 8-3 0,-3-6 0 16,0 1 0-16,-1-1 2 0,-3-2 1 0,12 0 0 16,-8 1-5-16,-4-1 0 0,11-1 8 0,-11 1-11 15,12-2 5-15,-5 0-8 0,-3 0 2 0,0 1 4 16,3 0-4-16,-4-3 0 0,3 3-1 0,-6 1 1 15,7-4 5-15,-4 3-7 0,-3 1-4 0,0 0 0 16,7-2 0-16,-7 2 0 0,0 0-2 0,15 3 4 16,-10-1 1-16,1 0-3 0,1 0 2 0,0 3 3 15,-1-3-12-15,2 2-8 0,-1-1-2 0,0 2 0 16,6-4-8-16,-3 3-3 0,1-1-8 0,0-2-6 16,-3 2-9-16,0-3-10 0,3 0-8 0,-4-2-4 15,1 1-9-15,0-3-13 0,-1 0-10 0,-3-2-10 16,0-1-14-16,2-2-4 0,-1-1-9 0,-2-2-18 15,-2-1-3-15,3-5-11 0,0 0-134 0,-7-1-338 16,3-3 150-16</inkml:trace>
  <inkml:trace contextRef="#ctx0" brushRef="#br0" timeOffset="45528.73">13189 2726 290 0,'-3'-15'20'15,"0"1"46"-15,-1 1 39 0,4 3 39 0,-4-2 32 16,1 2 11-16,0 5 0 0,1-1-6 0,-1 1-13 16,3 1-20-16,0 4-17 0,0-6-16 0,-4 4-13 15,4 2-10-15,0 0-7 0,0 0-10 0,2 12-7 16,-2-4 2-16,2 3-17 0,1 0-2 0,5 6-8 15,-7 1-2-15,2-2-2 0,4 4-5 0,-3 0-3 16,0 4-3-16,7 2 1 0,-7-4-3 0,6 3-6 16,-6-4-18-16,1-2-13 0,-1 0-15 0,2 1-17 15,-2-6-21-15,0-3-23 0,-3 2-34 0,3-2-31 16,-1-5-16-16,-3 1 0 0,1-2-14 0,3-2-116 16,-4-3-323-16,3 1 144 0</inkml:trace>
  <inkml:trace contextRef="#ctx0" brushRef="#br0" timeOffset="45796.36">13257 2985 796 0,'-2'-5'-55'0,"2"-4"18"16,0 3 18-16,2-5 15 0,-2 1 28 0,4 1 14 15,-3 0 16-15,0-1 17 0,2 1 8 0,3 0 10 16,-2 0-4-16,1 1 4 0,-2 1-13 0,3 0-5 16,4 1-7-16,-3 1-6 0,0 1-6 0,2-3-4 0,-2 5-3 15,1-2-8-15,-2 2-1 0,3 0-2 16,-1 2-9-16,2-1 0 0,-5 2-7 0,6-1-1 16,-5 0 13-16,3 3-15 0,-2-2-4 0,0 0 2 15,-3 0-3-15,1 1 1 0,1 0-1 0,-2-1-6 0,-4-1-1 16,5 5 2-16,1-3 1 0,-2 1-7 0,-2-1 8 15,-2-2-5-15,3 6-1 0,-3-3-2 16,0-3 4-16,3 7-2 0,-2-4 4 0,-1 1-3 16,0-4 0-16,-1 8-1 0,1-4 4 0,0 1-1 15,0-1 0-15,0 1-2 0,0 0 0 0,0 0 5 0,0 1-1 16,0-1-1-16,0 0 3 0,-3 0-5 0,3 0-1 16,0 0-47-16,-1-1-53 0,1 1-73 0,-4-1-111 15,2-1-305-15,-2 0 135 0</inkml:trace>
  <inkml:trace contextRef="#ctx0" brushRef="#br0" timeOffset="45979.35">12851 2721 190 0,'-5'-1'260'0,"5"1"-30"0,-6-3-26 15,4 1-41-15,2 2-53 0,0 0-54 16,-3-3-59-16,3 3-66 0,0 0-122 0,0 0-206 16,18 2 92-16</inkml:trace>
  <inkml:trace contextRef="#ctx0" brushRef="#br0" timeOffset="46297.58">14082 2889 98 0,'0'0'341'0,"-4"1"-20"0,4-1-23 16,0 0-26-16,0 0-24 0,0 0-24 0,0 0-19 16,0 0-23-16,0 0-15 0,0 0-18 0,19 0-13 15,-8 2-29-15,4-4-28 0,0 2-37 0,-3-1-34 16,10 2-34-16,-2 1-39 0,-6 0-39 0,2-1-42 16,-2 1-46-16,-1 0-41 0,1 1-120 0,-2-2-380 15,-2 0 169-15</inkml:trace>
  <inkml:trace contextRef="#ctx0" brushRef="#br0" timeOffset="46448.68">14220 2987 112 0,'-8'2'192'16,"-2"4"4"-16,2-1-4 0,-2-1-10 0,4-1-14 15,0 1-20-15,3-2-9 0,-1 1-13 0,4-3 12 16,0 0 9-16,0 5-7 0,0-5-10 0,0 0-14 16,15 0-9-16,-1 0-9 0,6-2-31 0,-2 0-49 15,6-2-53-15,-3-1-69 0,8 0-70 0,-1-2-177 16,3-1-379-16,-5-1 167 0</inkml:trace>
  <inkml:trace contextRef="#ctx0" brushRef="#br0" timeOffset="47234.84">14837 2450 81 0,'-3'-4'304'0,"2"0"-15"0,1 4-13 16,-7-5-26-16,3 3-23 0,-1-1-22 0,-1 0-20 15,-2 2-20-15,-4 0-16 0,2-1-17 16,-3 4-11-16,-2-2-10 0,1 2-16 0,-1-1-8 15,-5 5-10-15,2-2-7 0,1 1-8 0,3-2-4 16,-1 3-10-16,5 0 1 0,-2 0-8 0,4-1-9 0,1 2 1 16,2-3-6-16,-1 1-3 0,3-2 3 0,3 6-4 15,0-3-2-15,5 1 3 0,3 0-6 16,1 0 2-16,6 3-1 0,4-2-4 0,-2 2 2 16,0-2-6-16,1 2 0 0,2-2 0 0,2-1 0 0,-4 2-2 15,-2 1-1-15,-4-5-4 0,3 2-1 0,-5 1 3 16,-2-1-5-16,-2 1-4 0,3-1 6 0,-5 4-5 15,-3-4 0-15,-1 1 1 0,-1 2 1 0,-3 0 1 16,-5-1 0-16,2-2 1 0,-3 3-2 0,-2-1 1 16,1-1 1-16,-3 0 3 0,1 0-1 0,3-1-4 15,-4-2 4-15,4 1-3 0,3-3 2 0,4 1 4 16,-5-2-3-16,4 1 0 0,1 0 4 0,3-3-3 16,0 0 2-16,0 0-2 0,0 0-3 0,19 0 3 15,-5 0-1-15,6-1 2 0,1-3-5 0,2 4 0 16,-1 0-2-16,-2 2 3 0,-2 0-5 0,4-1 1 15,-2 2 1-15,-2 2 1 0,-3-1-1 0,1 5-1 16,-3-1-3-16,-3 2 5 0,1 4 3 0,2 0-6 16,-3 3 1-16,-3 1 2 0,-2 1 0 15,-1 8 4-15,-4-5 5 0,2 4 9 0,-2-1-1 0,-2-3 2 16,5-2-5-16,-6 2 3 0,3 3-3 0,0-4 1 16,2-2 4-16,2 1 0 0,0-2 4 0,0 2-5 15,4-4 9-15,0 0-7 0,3-1-2 0,7-5-2 16,0 2 4-16,3-2-15 0,2-2-31 0,-2-4-41 15,10 2-41-15,-2-1-56 0,-1-2-76 0,4-6-82 16,-11 1-163-16,1 0-524 0,-1-1 232 0</inkml:trace>
  <inkml:trace contextRef="#ctx0" brushRef="#br0" timeOffset="49543.11">15585 2673 366 0,'4'-7'372'0,"-1"2"0"16,1-1-1-16,1-2 4 0,-3 4-4 16,-1 0-16-16,2-2-17 0,-3 4-22 0,1-3-30 0,1 3-29 15,-2 2-31-15,0 0-24 0,0 0-25 0,0 0-15 16,0 0-22-16,0 0-16 0,-18 12-10 0,14-1-10 15,-6-1-12-15,5 6-10 0,-4-1-8 16,-1 0-6-16,3 2-7 0,0 1-7 0,2-3-4 0,1 2-4 16,1-2-5-16,6 2-2 0,-3-4-6 0,4 2-2 15,1-1-19-15,3-2-33 0,-1-1-38 0,4 2-34 16,1-4-50-16,2 1-38 0,-1-2-45 0,0-2-49 16,4 1-65-16,1-4-63 0,-6-1-259 15,2-2-717-15,-3 0 317 0</inkml:trace>
  <inkml:trace contextRef="#ctx0" brushRef="#br0" timeOffset="49744.88">15746 2757 165 0,'0'0'260'0,"0"0"-2"16,0 0-8-16,0 0-9 0,0 0-27 0,0 0-22 15,24-1-17-15,-17 0-16 0,1-1-18 0,0 2-15 16,3-1-9-16,8 0-44 0,-8 0-50 0,3-2-57 16,-5-1-61-16,2-1-62 0,1 2-195 0,-6 1-380 15,2-2 168-15</inkml:trace>
  <inkml:trace contextRef="#ctx0" brushRef="#br0" timeOffset="49961.28">15996 2607 61 0,'-10'13'201'0,"10"-13"-7"0,5 6-11 0,-7-1-10 16,2-5-12-16,2 10-14 0,-1-4-17 0,2-4-11 16,-2 6-7-16,4-2-8 0,-5-1-17 0,4 6-7 15,-1-4-8-15,1 3-3 0,-1 0-7 0,-2 0-52 16,2 0-27-16,-2 1-60 0,5-1-58 0,-3-1-155 15,-1-2-313-15,0 1 138 0</inkml:trace>
  <inkml:trace contextRef="#ctx0" brushRef="#br0" timeOffset="50231.07">16199 2801 17 0,'2'3'265'0,"1"0"-13"0,-3-3-13 0,3 4-19 16,-2 0-14-16,-1-4-24 0,2 7-14 0,-1-3-8 16,0 0-22-16,-1 3-14 0,0 0-12 0,0-1-10 15,0 0-12-15,0 1 5 0,0 1-20 0,-1 2-4 16,0 2-5-16,-4-3-11 0,1 0-5 0,0 1-2 15,-1-1-27-15,-5 0-24 0,6-1-28 0,-1-1-35 16,-5-2-43-16,6 0-41 0,-1-2-57 0,-1 0-158 16,6-3-396-16,-6 0 175 0</inkml:trace>
  <inkml:trace contextRef="#ctx0" brushRef="#br0" timeOffset="50563.43">16426 2693 129 0,'0'0'263'0,"-14"9"-5"15,10-5-20-15,0 1-15 0,-3-1-17 0,5 2-19 16,0-2-22-16,-2 3-13 0,4-1-14 0,-3 0-11 16,3 2-10-16,3-2-10 0,-3 1 2 0,4-2-10 15,0 1-2-15,4 1-7 0,-4-2-11 0,2-1-2 16,2-2-4-16,0 1-10 0,0 1-6 0,3-4-3 0,-4 0-9 15,1 0 0-15,0-4-4 0,-2 0-6 16,1 2-1-16,-2-3-6 0,0 0-2 0,-1-1-1 16,-1-3-5-16,-1 1-6 0,-1-2-1 0,-1 4 2 15,-1-3-4-15,-2 1-5 0,0 3-1 0,0-3-2 16,-5 0-4-16,3 3-3 0,-3-1-11 0,1 2-13 0,-4-1-16 16,0 1-19-16,4 3-23 0,-5 1-36 0,5 1-42 15,-1-1-58-15,8 0-233 0,-15 3-492 16,11-3 218-16</inkml:trace>
  <inkml:trace contextRef="#ctx0" brushRef="#br0" timeOffset="50831.06">16621 2494 67 0,'0'0'291'0,"3"-5"-27"0,-3 5-23 16,0 0 2-16,0 0 3 0,0 0-10 0,7 10-9 16,0-4-11-16,-3-3-11 0,4 4-15 0,2 7-5 0,-1-4-29 15,1-1-15-15,2 2-8 0,2 2-18 0,0 2-15 16,0-2-1-16,0 2-11 0,-3-1 3 0,2 3-19 16,-2-2-6-16,0 1-28 0,0 0-31 15,-2-1-33-15,-9-1-37 0,4 3-37 0,-2 0-36 0,-1-4-49 16,-2 1-51-16,-2 1-260 0,-4-3-536 0,0 0 237 15</inkml:trace>
  <inkml:trace contextRef="#ctx0" brushRef="#br0" timeOffset="51065.23">17023 2857 3 0,'1'5'287'0,"-1"-3"-14"0,1 3-20 0,2-2-22 15,-3 1-22-15,0-4-18 0,2 8-15 0,0-4-18 16,0 1-14-16,-1 1-15 0,1 2-13 0,-1-2-7 16,0 1-12-16,2 1-29 0,-3-2-52 0,0 3-56 15,-4-1-59-15,3-2-96 0,-2 0-160 0,-1-2-384 16,-1 1 171-16</inkml:trace>
  <inkml:trace contextRef="#ctx0" brushRef="#br0" timeOffset="51383.04">17455 2429 99 0,'4'-4'405'0,"-1"2"-6"0,0-2-13 16,-2 0-31-16,-1 4-30 0,3-4-43 0,-3 4-27 16,0 0-31-16,0 0-23 0,0 0-21 0,-8 11-20 15,2-5-15-15,1 4-15 0,-3 0-10 0,2 3-13 16,-3 3-12-16,2 4-10 0,-1-2-6 0,5 0 5 15,-1 1-19-15,3 1-6 0,-1-3-5 0,2 1-7 16,3 1-4-16,3-1-16 0,0-1-30 0,1 0-27 16,1-3-30-16,5 0-37 0,3-1-44 0,-2-2-58 15,2-2-69-15,0-1-67 0,-2-4-212 0,-1-2-592 16,1-3 263-16</inkml:trace>
  <inkml:trace contextRef="#ctx0" brushRef="#br0" timeOffset="51700.84">17658 2559 203 0,'-4'6'255'16,"1"1"-18"-16,-4 1-15 0,5 0-16 0,-4 0-14 16,3 2-19-16,-2 0-13 0,5-1-12 0,0 0-12 0,0 1-11 15,4 1-6-15,0-1-15 0,0-1-5 16,0 0-4-16,6-1-8 0,-6-2-9 0,7 1-7 15,-3-3-7-15,3 0-5 0,1-2-3 0,3-1-3 16,-4-1-11-16,3-1 0 0,-5-3-8 0,5 1 0 16,-5-2-3-16,2-4-6 0,-3 2-5 0,-1-1-12 0,-3-4 1 15,2 3-6-15,-1-1-3 0,-5-1-1 16,-1 0-2-16,-2 0 0 0,0 0-2 0,-1 0 5 16,-5 1-7-16,3 0 1 0,-6 3 2 0,5 2-4 15,-4 1 0-15,-2-1-15 0,3 3-20 0,-3 2-26 0,0 2-32 16,2 1-40-16,2-2-64 0,2 4-223 0,-2-1-463 15,3-1 206-15</inkml:trace>
  <inkml:trace contextRef="#ctx0" brushRef="#br0" timeOffset="51918.28">18023 2733 31 0,'0'4'256'0,"-2"1"-8"0,1 1-13 16,-1-1-13-16,1 0-18 0,-2 2-19 0,2 1-19 16,-2-2-15-16,-2 3-8 0,0 0-20 0,0 1-10 15,3 0-11-15,-5-1-18 0,3 3-37 16,1-4-43-16,-4 3-43 0,2-5-68 0,4 1-40 16,-1-1-191-16,-2-2-364 0,4-3 162 0</inkml:trace>
  <inkml:trace contextRef="#ctx0" brushRef="#br0" timeOffset="52152.46">18185 2579 1 0,'0'0'325'16,"0"0"-12"-16,0 0-12 0,0 0-15 0,0 0-8 15,0 0-32-15,0 0-19 0,0 0-19 0,12-4-24 16,-12 4-18-16,13-2-18 0,-5 2-18 0,-1-1-12 16,4 2-10-16,1-2-50 0,-4-1-35 15,2-1-40-15,1 1-46 0,1 1-58 0,-1 1-64 0,1-3-61 16,-2 1-169-16,-1-2-449 0,3 0 198 0</inkml:trace>
  <inkml:trace contextRef="#ctx0" brushRef="#br0" timeOffset="52386.63">18485 2446 250 0,'4'-4'299'0,"-4"4"-16"0,0 0-19 0,0 0-24 16,0 0-25-16,0 0-19 0,0 0-23 0,0 0-18 15,0 0-17-15,0 0-8 0,0 18-10 0,0-14-13 16,0 1-7-16,3 3-14 0,-2-1-4 0,2 5-8 15,-2 5-7-15,2-4-8 0,4 5-3 0,-5 2-4 16,3-7 3-16,-1 3-44 0,0 1-31 0,-3-3-35 16,4-2-45-16,-5-1-65 0,3-1-66 0,1-1-210 15,-2-2-476-15,0-1 210 0</inkml:trace>
  <inkml:trace contextRef="#ctx0" brushRef="#br0" timeOffset="52687.71">18531 2330 2 0,'0'0'405'0,"0"0"-21"15,0 0-28-15,0 0-30 0,0 0-23 0,-4 4-15 16,4-4-11-16,0 0-11 0,0 0-10 0,15 9-32 15,-1-4-8-15,-3 1-20 0,1 1-15 0,4 2-24 16,3 2-12-16,-4 0-17 0,5 1-10 0,2 4-14 16,-3-3-7-16,3 4-4 0,-7-3-16 0,1 1-7 15,-1 7-4-15,-5-4-9 0,1 1-12 0,1-2-29 16,-6 2-43-16,-2-1-30 0,-4 3-30 0,-2-5-35 16,-2 3-28-16,-4-1-38 0,-6 8-42 0,6-11-59 15,-8 7-78-15,-9-7-189 0,2 2-603 0,5-4 267 16</inkml:trace>
  <inkml:trace contextRef="#ctx0" brushRef="#br0" timeOffset="54176.14">19113 2707 36 0,'3'-4'338'0,"-3"4"-25"0,0 0-27 0,0-4-32 16,0 4-20-16,0 0-26 0,0 0-21 0,0 0-16 15,0 0-24-15,8 0-13 0,-8 0-10 0,8 7-13 16,-2-2-12-16,0-2-14 0,1 2-3 0,0-2-9 16,0 1-12-16,0 2 1 0,1-3-7 0,-4 2-8 15,4-1-6-15,-5 2-6 0,1-1-20 0,-2-2-15 16,1 4-20-16,-3-2-22 0,0 1-23 0,-3 1-28 16,1-1-41-16,-5-1-60 0,0 3-40 0,-1-1-169 15,-4 1-436-15,1-3 192 0</inkml:trace>
  <inkml:trace contextRef="#ctx0" brushRef="#br0" timeOffset="56601.31">19596 2351 11 0,'3'-5'370'0,"-2"1"-3"15,3 1 6-15,-4 3-5 0,0-5-13 0,0 5-22 16,0-7-30-16,0 7-29 0,4-1-30 16,-4 1-28-16,0 0-32 0,0 0-14 0,0 0-18 0,0 0-14 15,-10 19-10-15,6-9-17 0,-2 0-6 0,1 6-10 16,-1-5 0-16,0 1-18 0,0 1-6 0,2 2-7 16,1-1-6-16,0-2-1 0,3 0-8 15,0 5-5-15,0 2-13 0,5-2-26 0,0-4-32 16,4 2-36-16,0-1-41 0,2 0-42 0,-1-5-46 0,5 3-51 15,4-4-57-15,-2 0-71 0,-4 0-196 0,2-6-615 16,1 0 272-16</inkml:trace>
  <inkml:trace contextRef="#ctx0" brushRef="#br0" timeOffset="56919.53">19889 2418 200 0,'-14'5'199'0,"11"-3"-4"16,2 2-18-16,-2 2-7 0,-1-1-15 0,3 1-13 16,-2 1-10-16,0-2-13 0,0 2-12 0,2-2-12 15,2 4-6-15,2-1-8 0,-3-1-5 0,2 0-7 16,2-2-5-16,-3 4-5 0,3-3 2 0,0-1-10 16,3-1-5-16,-2 0-6 0,2-1-3 0,0-2-2 15,0 2-4-15,2-3-1 0,-9 0-1 0,11-5-7 16,-2 2 1-16,-4-2-4 0,3-2-2 0,-3 1 1 15,-2-3 11-15,1 0 6 0,1 1 1 0,-4 2 12 16,-1-6 3-16,1 7 2 0,-2-3 32 0,-2 1 1 16,0 2-11-16,-1-4-4 0,0 4-5 0,0 1-12 15,-3-1-10-15,3 1 3 0,-1-1-18 0,-2 2-22 16,0 3-30-16,-4 0-37 0,11 0-39 0,-11 3-49 16,5 1-67-16,1 0-58 0,3-1-158 0,-3 1-468 15,5 2 208-15</inkml:trace>
  <inkml:trace contextRef="#ctx0" brushRef="#br0" timeOffset="57103.53">20170 2620 160 0,'-1'6'281'16,"-1"-1"-1"-16,-2 0-8 0,0 2-16 0,-4-3-21 15,4 5-18-15,0-3-25 0,-6 4-18 0,5-3-11 16,-6 3-18-16,4-1-14 0,-2-1-13 0,2 2-33 15,0-1-36-15,0 0-47 0,1-1-45 0,1 1-56 16,1-4-66-16,1 0-63 0,1-1-144 0,2 0-401 16,0-4 179-16</inkml:trace>
  <inkml:trace contextRef="#ctx0" brushRef="#br0" timeOffset="57438.06">20271 2422 100 0,'-3'3'227'15,"0"1"-16"-15,2 2-12 0,0 0-7 0,-1-1-9 16,4 2-13-16,0 1-14 0,1-3-6 0,-1 3-14 16,4 2-10-16,-3 1-10 0,2-5-9 0,2 3-13 15,-3-4-5-15,2 0-9 0,2 3-10 0,-1-6-1 16,1 2 8-16,-3-1 6 0,-1-3 7 0,-4 0 4 15,12-3-2-15,-5 1 10 0,-3-2 2 0,-1 0-9 16,1-2 9-16,-1-2-5 0,-3 0-7 0,4 0-8 16,-4-3-3-16,0 1 11 0,-4 3-19 0,4-4-13 15,-7 2 19-15,6 0-15 0,-3 1-10 0,0 2-5 16,-1 0-3-16,0-1-9 0,-2 3-14 0,3 0-29 16,-1 1-31-16,-2 0-39 0,0 2-34 0,7 1-37 15,-15 1-39-15,7 0-58 0,0 2-56 0,1-1-225 16,-1 1-567-16,1-1 252 0</inkml:trace>
  <inkml:trace contextRef="#ctx0" brushRef="#br0" timeOffset="57705.68">20459 2255 231 0,'0'0'363'0,"0"0"-28"16,0 0-22-16,5-1-39 0,-5 1-25 0,0 0-13 16,0 0-14-16,9 6-4 0,-7-2-6 0,2 1-8 15,-1-1-9-15,-1 0-15 0,5 4-16 0,0-3-12 0,1 5-15 16,3-2-16-16,-3 1-9 0,3 1-12 16,-3 0-10-16,2-1-6 0,1 6-11 0,0 0-10 15,2-2-41-15,-5 3-34 0,-1-3-37 0,0 2-42 16,-3 2-34-16,-1-1-50 0,-3 4-50 0,0-3-72 15,-3-2-266-15,-4 0-610 0,3-4 271 0</inkml:trace>
  <inkml:trace contextRef="#ctx0" brushRef="#br0" timeOffset="57923.4">20789 2652 160 0,'0'7'230'0,"0"-7"-13"0,1 6-8 15,-2-4-18-15,1 5-15 0,-3-1-19 16,2 0-11-16,-2 2-16 0,3 0-10 0,-4 2-11 16,3-1-17-16,-4 3-56 0,0-1-61 0,4-2-87 15,-3 1-194-15,1-2-332 0,0 1 147 0</inkml:trace>
  <inkml:trace contextRef="#ctx0" brushRef="#br0" timeOffset="59227.8">21132 2245 300 0,'0'-5'365'0,"0"5"3"0,0 0 3 0,0 0-12 0,0 0-21 16,0 0-21-16,-2-5-27 0,2 5-31 0,0 0-19 15,0 0-32-15,0 0-29 0,0 0-18 0,0 0-14 16,0 0-21-16,-12 11-7 0,8-6-24 0,0 1 1 16,-3 0-10-16,2 1-5 0,-1 3-5 0,-1 0-10 15,0-1-6-15,1 1-8 0,2 2-3 0,-2-3-7 16,2 2-3-16,0 0-3 0,1 0-5 0,3 1-3 16,-5-3 1-16,5 3-4 0,0-1-1 0,3 0-2 15,2-1-3-15,-1 0 0 0,3 0-3 0,1 3-12 16,3-5-17-16,0 6-13 0,1-3-38 0,3-4-39 15,0 4-41-15,3-4-41 0,-6-1-42 0,4 2-55 16,1-2-57-16,-2-1-288 0,-8-2-678 0,4-1 299 16</inkml:trace>
  <inkml:trace contextRef="#ctx0" brushRef="#br0" timeOffset="61485.89">21356 2339 138 0,'0'-7'357'0,"0"7"-14"0,3-4-2 15,-3 4-21-15,0 0-24 0,0 0-36 0,0 0-24 16,0 0-29-16,0 0-14 0,0 0-46 0,0 0 2 16,0 0-17-16,0 0-12 0,-11 9-12 0,8-4-14 15,2 0-4-15,0 0-12 0,-2 2 3 0,0-1-20 16,6 0 0-16,-3 1-13 0,0 1 4 0,0-3-6 15,3 1-9-15,-1 2 0 0,1-3-8 0,5 0 15 16,-3-1-14-16,7 0 0 0,-6 0-7 0,8-2-4 16,-3-2 5-16,1 1-4 0,0-2-1 0,-1 0 1 15,-1-3-7-15,3 0 3 0,-2 1 9 0,-5-1-8 16,4-3-6-16,-3 2 1 0,-3-2-1 0,2 1 3 16,-5 0 0-16,3 0 0 0,0-1-5 0,-4 2 2 15,0-1-2-15,-4 0 2 0,3 2-6 0,-2-1-8 16,-2 2 1-16,-1 0-13 0,-5 1-18 0,2 1-15 0,-1 2-28 15,-1-1-36-15,-3 2-29 0,3 2-43 0,-3 0-62 16,7 1-62-16,-2 2-245 0,2-3-598 16,0 1 265-16</inkml:trace>
  <inkml:trace contextRef="#ctx0" brushRef="#br0" timeOffset="61686.61">21755 2506 26 0,'0'0'265'0,"-8"8"-4"16,3-2-6-16,1 2-11 0,2 0-12 0,-5 2-20 0,0 0-17 15,-1 0-21-15,1 1-15 0,0 1-17 16,-1-1-13-16,4 0-8 0,-4 2-14 0,2-3-23 16,2 2-32-16,-2 1-36 0,2-6-41 0,2 5-46 15,1-2-58-15,1-4-62 0,-2 1-186 0,2-2-407 0,5-1 180 16</inkml:trace>
  <inkml:trace contextRef="#ctx0" brushRef="#br0" timeOffset="62054.59">21862 2337 188 0,'-3'-2'283'0,"3"2"-20"0,0 0-27 0,0 0-26 0,0 0-15 16,0 0-6-16,0 0-6 0,0 0-8 0,0 0-14 15,7 12-11-15,-3-9-13 0,2 1-9 16,0 0-13-16,-1-1-12 0,0 1-8 0,-1 1-17 16,0-2 0-16,0 3-10 0,-1-2-8 0,-1 1-4 0,4 2-4 15,-5-2-4-15,-1 1-10 0,0-1-2 0,0 2 6 16,-1-2 14-16,-4 2 10 0,1 0 18 0,2-2 15 15,-2 0 4-15,-1 2-1 0,1-3 4 16,0 1 0-16,-1-2-2 0,0 1-6 0,3-1-11 16,0 1 0-16,2-4-33 0,-3 4 12 0,3-4-10 0,0 0-5 15,-4 2-2-15,4-2-5 0,0 0 0 0,0 0-10 16,13 3-17-16,-5-2-15 0,4-2-35 0,-1 1-34 16,5-3-58-16,6 3-43 0,-4-2-47 0,2-1-64 15,0-4-57-15,2 4-275 0,-3-1-659 0,1-2 291 16</inkml:trace>
  <inkml:trace contextRef="#ctx0" brushRef="#br0" timeOffset="62306.49">22108 2244 35 0,'0'0'300'0,"0"0"-18"16,0 0-20-16,0 0-9 0,0 0-4 0,-4 3-5 15,4-3-6-15,0 0-17 0,11 10-10 16,-7-7-31-16,2 4 2 0,6-2-18 0,-3 3-13 0,2-1-18 16,0 2-17-16,4 1-8 0,1 5-10 0,-2-1-7 15,1-2-13-15,-3 2-7 0,3-2-19 0,-4 3 8 16,-1-1-2-16,0 1-28 0,-3-4-35 0,0 7-28 16,-5-4-30-16,0 3-30 0,-2 3-31 0,-1 0-38 15,-3-4-52-15,0-2-53 0,-2-2-218 0,-4 3-524 16,1-4 232-16</inkml:trace>
  <inkml:trace contextRef="#ctx0" brushRef="#br0" timeOffset="62522.94">22542 2675 92 0,'-1'5'276'0,"-2"-1"-14"0,0 3-22 0,-1-1-24 16,0 0-18-16,-1 3-20 0,1-1-17 0,-3 1-16 16,1 0-12-16,-3 1-23 0,4-2-39 0,-1 1-46 15,-1-1-50-15,4-2-76 0,1 0-76 0,-5-3-124 16,3 1-326-16,1 0 145 0</inkml:trace>
  <inkml:trace contextRef="#ctx0" brushRef="#br0" timeOffset="62857.47">22893 2280 176 0,'4'-4'397'0,"0"0"5"0,-1 0-9 0,-2 3-13 15,2-3-28-15,-3 4-25 0,3-4-36 0,-3 4-25 16,0 0-36-16,0 0-15 0,0 0-28 0,0 0-19 16,-11-1-22-16,11 1-27 0,-11 9 6 0,0-6-14 15,3 5-15-15,-4 1-6 0,2 0-14 0,3 1-6 16,-5 1-3-16,1 2-16 0,2 2-3 0,-2-1-3 16,1 0 2-16,2-3-8 0,4 7 0 0,-1 0-9 15,3-5-1-15,2 5 0 0,0-1-5 0,5 2 1 16,1-3 4-16,4 1-6 0,-2-3-7 0,5 0-19 15,1-2-18-15,5 0-45 0,-1-4-47 0,1-1-50 16,1 1-54-16,-2-3-50 0,2-3-66 0,2-3-330 16,-8 0-717-16,0-3 317 0</inkml:trace>
  <inkml:trace contextRef="#ctx0" brushRef="#br0" timeOffset="63074.78">23117 2299 29 0,'0'-6'338'0,"0"6"-16"0,0 0-23 16,0 0-32-16,0-5-25 0,0 5-27 0,0 0-22 15,0 0-15-15,0 0-16 0,3 15-8 0,-1-12-23 16,-2 5-10-16,2 0-13 0,-2-2-4 0,6 7-11 16,-2-2-8-16,0 2-11 0,-1-1-4 0,5 5-6 15,-3 0-8-15,2-1-45 0,-3-3-42 0,0 3-51 16,4 1-61-16,-2-3-77 0,2 0-254 0,-1-5-513 15,2-2 227-15</inkml:trace>
  <inkml:trace contextRef="#ctx0" brushRef="#br0" timeOffset="63258.78">23429 2497 5 0,'-1'8'247'0,"1"-8"-7"0,-6 7-14 15,2-4-18-15,0 3-19 0,1 1-15 0,-1-1-19 16,-3 4-15-16,6 0-13 0,-6-2-9 0,1 4-12 16,3-1-12-16,-4 0-43 0,0 0-51 0,0 0-77 15,1-1-79-15,0 1-153 0,2-6-333 0,0-1 149 16</inkml:trace>
  <inkml:trace contextRef="#ctx0" brushRef="#br0" timeOffset="63643.62">23550 2354 140 0,'-7'-4'341'16,"7"4"-28"-16,0 0-29 0,0 0-22 0,0 0-10 15,0 0-18-15,0 0-24 0,23 4-13 0,-16-3-18 16,1 2-12-16,3 0-19 0,-2 2-17 0,1-1-15 16,0-1-18-16,-1 2-14 0,1 0 10 0,-5 0-8 15,2 1-15-15,0 1-7 0,-3-2-6 0,0 3-4 16,0-2-2-16,-1 1-10 0,-3 1-16 0,0-2 10 16,-2 1 3-16,1 1 5 0,-4 1 5 0,1 0 10 0,0-1 0 15,1-3 6-15,0 3-12 0,0-3-3 16,2-2-1-16,-2 0 2 0,2 3-4 0,-1-3 0 15,2-3-17-15,0 5 12 0,0-5-3 0,0 0 1 16,2 5-1-16,2-2 0 0,3-1-4 0,4 0 1 0,-2-1-13 16,2-1-24-16,4-3-32 0,-1 3-42 0,5-2-50 15,-2 0-51-15,2-1-65 0,1-2-73 16,-1-1-305-16,2-3-669 0,-2 1 296 0</inkml:trace>
  <inkml:trace contextRef="#ctx0" brushRef="#br0" timeOffset="63894.52">23809 2208 190 0,'0'0'317'0,"0"0"-11"16,-2 5-2-16,2-5-14 0,0 0 7 0,8 8-14 15,-2-5-10-15,0 2-19 0,3 2-44 16,-1-1-21-16,4 2-1 0,-4 1-21 0,2 0-14 15,3 5-13-15,0-3-28 0,-1 4-1 0,0 3-10 0,-2 1-11 16,-1-3-11-16,3 4-4 0,-6-1-13 0,1 0-32 16,0 8-34-16,-4-2-38 0,0 4-34 0,-3-8-31 15,-1 5-36-15,-2-6-38 0,-4 0-60 16,3-1-67-16,-3 0-213 0,-1-3-562 0,-1 0 249 0</inkml:trace>
  <inkml:trace contextRef="#ctx0" brushRef="#br0" timeOffset="64212.32">24316 2552 316 0,'0'0'366'0,"0"0"-31"0,0 0-49 16,5-1-23-16,-5 1-29 0,0 0-21 0,0 0-14 16,0 0-24-16,-3 11-15 0,3-4-18 0,0-1-16 15,-1 4-9-15,2 1-12 0,-2 0-18 0,0 2-39 16,-4 0-38-16,0 1-39 0,1 4-41 0,-1-2-56 15,-4 0-71-15,0 1-263 0,-2-4-499 0,0 2 221 16</inkml:trace>
  <inkml:trace contextRef="#ctx0" brushRef="#br0" timeOffset="67323.07">24691 2296 218 0,'1'-5'408'0,"2"2"-1"15,-1 1-12-15,-2-2-20 0,0 4-24 0,1-6-21 16,0 3-32-16,-1 3-34 0,0 0-27 0,0 0-30 15,0 0-19-15,-4-5-29 0,4 5-12 0,-7 8-16 16,-3-1-15-16,4 0-10 0,-2 3-17 0,0-1 2 16,0 4-13-16,0-1-10 0,-2 1-4 0,1 3-7 15,0 0-5-15,4-4-6 0,-1 1-1 0,5 3-3 16,-3-3-6-16,4 5-5 0,1 0-3 0,2 0-7 16,3-2-13-16,3 0-11 0,-3-3-26 0,6 2-23 15,1 0-47-15,1-7-45 0,2 4-44 0,3-2-55 16,2-2-69-16,-2-1-54 0,1-3-244 0,-2-1-661 15,1-3 294-15</inkml:trace>
  <inkml:trace contextRef="#ctx0" brushRef="#br0" timeOffset="67574.36">24950 2324 328 0,'1'-5'397'0,"-1"5"-13"0,0 0-25 16,0 0-37-16,1-3-31 0,-1 3-35 0,0 0-24 16,0 0-25-16,0 0-23 0,0 0-18 0,0 0-20 15,3 11-15-15,1-4-16 0,-4-1-2 0,5 0-13 16,-2 5-13-16,4 0-18 0,-3-1 5 0,-1 1-8 16,4 2-34-16,-1 3-42 0,0-5-47 0,-1 6-50 15,-2-5-50-15,4 3-71 0,0-2-82 0,-2-2-222 16,-1-2-576-16,3 0 255 0</inkml:trace>
  <inkml:trace contextRef="#ctx0" brushRef="#br0" timeOffset="67758.35">25246 2556 242 0,'-3'4'237'0,"3"1"-13"0,-2 0-13 0,-4 2-24 15,2-1-14-15,2 0-20 0,-7 2-11 0,5 1-14 16,-3 0-12-16,-1 2-10 0,3-3-27 0,-3 5-47 16,2-3-59-16,-3-1-76 0,3 0-76 0,-1-1-109 15,1-3-310-15,4 0 138 0</inkml:trace>
  <inkml:trace contextRef="#ctx0" brushRef="#br0" timeOffset="68310.33">25333 2303 267 0,'0'0'322'0,"6"-7"-11"0,-4 4-11 0,2 0-10 15,1 1-35-15,-1 0-27 0,-4 2-20 0,12-3-21 16,-8 3-18-16,0-3-15 0,-4 3-18 0,11 0-15 16,-6 0-13-16,-5 0-8 0,11 3-12 0,-8-1-9 15,5-1-6-15,-4-1-7 0,0 4-7 0,4-3-1 16,-1 1-36-16,0 4-8 0,0-4-2 0,-4 0-6 16,2 0-10-16,0 2-9 0,-1-2-9 0,-1 4 0 15,-1-2-3-15,2-2 2 0,-3 2 1 0,-1-1 4 16,1 2 0-16,-1-5 2 0,-6 8 0 0,4-1 3 15,-1-2 2-15,1-1 4 0,-2 1-1 0,-1-1 0 16,0 1-1-16,1-2 1 0,1 0 1 0,-2 1 1 16,2-1 0-16,0 0 2 0,-1 0-1 0,4 1 5 0,0-4 2 15,-6 5 1-15,6-1 8 0,0-4 12 16,4 8 3-16,-4-6 12 0,2 3-6 0,-2-2-4 16,4 2 6-16,2-1 5 0,1 0-4 0,-3 2-1 15,2 0-5-15,3-1-1 0,-4 0-2 0,3 2 0 0,3-1-4 16,-4 0-5-16,1 1 3 0,2-2-6 0,-1 2-4 15,-1 0-2-15,-1 3 3 0,0-2-3 0,0-1-1 16,-2-2-9-16,-1 1-4 0,0-1 13 16,-1 2-3-16,0-2 1 0,-2 1 3 0,-1-2 1 15,0-4-4-15,-2 8 8 0,-1-4 2 0,-3 0-24 0,2 1 10 16,-3-1-6-16,-1-2-26 0,-1 0-29 0,-4-1-30 16,3 1-28-16,-3 1-40 0,-3-3-59 0,5 0-55 15,-3-1-224-15,2-2-536 0,1 1 237 16</inkml:trace>
  <inkml:trace contextRef="#ctx0" brushRef="#br0" timeOffset="68611.4">25677 2227 25 0,'0'0'357'0,"0"0"-24"16,0 0-21-16,0 0-19 0,0 0-8 0,0 0-12 15,0 15-24-15,4-10-9 0,-1-1-22 0,5 2-33 16,-4 0-2-16,6 1-16 0,-5 3-10 0,5-2-17 16,-2 4-13-16,1-6-17 0,0 6-17 0,-2-3 0 15,3 6-9-15,-2-2-9 0,-5 0-5 16,3-2-3-16,1 6-12 0,-5 1 0 0,0-5-13 0,-2 1-14 15,-3 5-42-15,-1 0-34 0,-2 2-45 0,-1-2-42 16,-5 0-45-16,0-1-74 0,-2 0-66 0,-5 1-226 16,-1-1-591-16,6-3 262 0</inkml:trace>
  <inkml:trace contextRef="#ctx0" brushRef="#br0" timeOffset="70518.23">25994 1966 229 0,'0'-5'318'0,"0"5"-10"0,0-7-11 16,0 7-13-16,0 0-25 0,0-5-26 0,0 5-22 16,3-2-27-16,-3 2-19 0,4-2-15 0,-4 2-18 15,9-1-11-15,-9 1-13 0,13 3-9 0,-6-2-11 16,0 3-10-16,3-1 4 0,3 4-25 0,-4-2-3 15,6 4-6-15,-7 0-5 0,8 1-5 0,-5-1-2 16,-4 0-6-16,1 2-1 0,0 0-7 0,1 0-5 16,-4 0-9-16,-1 0 6 0,4 0 1 0,-4 0-11 0,-1-1 7 15,-2 2 1-15,-1 1-5 0,0-5-6 16,-4 4 4-16,3-1 3 0,-2-1-6 0,-5 0 1 16,6 0 2-16,-3-1-7 0,-3 1 4 0,1-1 4 15,-3 1-5-15,1-1 0 0,-4 3 0 0,5-3 1 16,-3 0 1-16,1 0-2 0,-1 2 1 0,0-4-1 0,3 3-2 15,-1-2 3-15,2 2 2 0,0-2-2 16,4 2 1-16,-1-1-2 0,0 1 0 0,3-2 1 16,1 0-3-16,1 3 3 0,-2-4 1 0,2 4-1 15,3-2-2-15,-4 1 4 0,2 0 0 0,0 1-3 0,3-3-1 16,-1 2 1-16,0-2 3 0,2 5-3 0,0-2-3 16,1 2 3-16,-3-3 4 0,1 0-5 15,2 0 5-15,0 1-2 0,1 1 1 0,-3-2-6 16,1 1 4-16,3 0-2 0,-3-1-1 0,2-1 3 15,-2 2-1-15,3-3 1 0,-4 2-2 0,2 1 1 0,-3-6 2 16,0 3 0-16,-1-2 4 0,1 0 0 0,-1 0 0 16,1-1-4-16,-3 0 4 0,2 1 0 0,-2 1-3 15,-1-2 12-15,3 3-1 0,-3-2 1 16,0-1 5-16,0 2-6 0,1-1 15 0,-1 0-13 0,3 5 1 16,-1-5-4-16,-4 4 9 0,2-1-1 0,0 2 1 15,2 0 4-15,-1-2-8 0,-1 2 3 0,3 1-3 16,-2-1-12-16,2 2 14 0,-2 0-5 15,3 0-6-15,0-2 4 0,-4 2 0 0,1 0 0 16,-2-1-3-16,0-1-3 0,-2 1 1 0,-4-1 3 0,3 1-13 16,-4-3-30-16,-7 2-37 0,-3-2-44 0,-2 1-47 15,-8 0-70-15,0-2-89 0,-7-2-261 0,-2-1-627 16,3-3 277-16</inkml:trace>
  <inkml:trace contextRef="#ctx0" brushRef="#br0" timeOffset="72441.42">12031 4907 209 0,'0'0'300'0,"0"0"-1"0,1 4 4 0,-1-4 5 15,0 0-10-15,0 0-14 0,0 0-10 0,0 0-15 16,13-11-9-16,-12 6-10 0,3 0-17 0,-1-1-10 16,2-1-14-16,-2-1-11 0,1-2-3 0,0-1-22 15,0-2-7-15,-1 3-13 0,1-3-1 0,2-5-3 16,-1 2-36-16,-2-2-9 0,-2-2-4 0,3 0-5 15,0-7-9-15,-4 0-6 0,0-3-8 0,2 3-3 16,-4-2-5-16,-2 3-12 0,4-2-1 0,-4 8-3 16,4-1-4-16,-3-2-3 0,2 3-3 0,-3 1-2 15,1 1-2-15,2 0-1 0,-2-1-2 0,3 2-3 16,0 7-1-16,0-4-3 0,-1 3 0 0,1 2-2 16,0 2-5-16,0 0 4 0,-3-4-4 0,6 5-4 15,-3 0 4-15,-3 3-3 0,3-2 0 0,0 5-8 16,0-5-2-16,0 5-4 0,0-4-9 0,0 4 1 15,0 0-5-15,0 0 6 0,0 0 1 0,0 0 0 16,7 12 1-16,-6-4 3 0,1-3 0 0,-1 4 1 16,1 2 2-16,0-2-1 0,2 2-1 0,-1 1 7 0,-2 1-3 15,3-3 3-15,-2 3-1 0,0-2 1 16,5 1-1-16,-3-1 5 0,3 1-5 0,-3-1-4 16,4-2-6-16,-1 0-1 0,2-1 0 0,0 1-4 0,2-3-3 15,2 1 3-15,-5-4-5 0,6 0 3 0,-2-1-7 16,2-1 1-16,-5-1 4 0,2 0 0 0,3-2 7 15,-2 0 1-15,0-2-5 0,0-3 8 0,-2 1-1 16,0-2 11-16,-1-1-3 0,-1-1-6 0,-4 0 1 16,0-2 0-16,-5-2 4 0,4 1-2 0,0 2 3 15,-2-6-8-15,0-2 11 0,-1 10 0 0,-1-4 5 16,0 0-1-16,1 1 6 0,-2 3 9 0,-2-1 3 16,1 3 4-16,3 2 5 0,-1 0-5 0,0-1-4 15,1 3-3-15,-2-1-6 0,2 4-8 0,-1-5-1 16,1 5-3-16,0 0-5 0,0 0 7 0,0 0-1 15,0 0 5-15,4 11-7 0,-4-4 0 0,1-1 1 16,2 4-2-16,1 1 4 0,-4-2 0 0,4 3 0 16,-1 0-1-16,4 2-3 0,-2 2 4 0,1 0 4 15,-1-3-3-15,-1-1-7 0,-1 1-6 0,1 0-20 16,5 2-34-16,-4-3-30 0,-1-1-27 0,1 1-27 16,1 0-28-16,-2-1-32 0,2 0-47 0,1 1-51 15,-1-4-60-15,-1 3-226 0,1-7-642 0,3 4 285 16</inkml:trace>
  <inkml:trace contextRef="#ctx0" brushRef="#br0" timeOffset="72793.06">12681 4647 42 0,'0'0'337'0,"0"0"-21"0,0 0-17 0,0 0-24 16,0 0-25-16,0 0-28 0,0 0-21 0,6 3-24 0,-6-3-12 15,1 5-23-15,0-2-14 0,-1 4-7 0,2-5-10 16,2 5-14-16,-4 2-4 0,4-4-9 0,-2 6-10 15,0-3-7-15,2 4-7 0,-1-2 1 0,1 1-11 16,-3 0-3-16,2 0-3 0,1 1-2 0,-2 0-4 16,3-1-3-16,-2 1-6 0,-2-1-4 0,4-1 1 15,-3 1-13-15,2-4-21 0,-1-1-28 0,1 2-20 16,-2-3-33-16,1-1-35 0,0 2-46 0,1-3-54 16,0-2-65-16,-4-1-158 0,4 1-482 0,-4-1 213 15</inkml:trace>
  <inkml:trace contextRef="#ctx0" brushRef="#br0" timeOffset="73060.48">12917 4429 2 0,'0'0'327'0,"0"0"-12"15,0 0-14-15,0 0-17 0,0 0-21 0,0 0-21 16,0 0-22-16,4-4-18 0,-4 4-25 0,5-3-17 16,-5 3-14-16,8 0-17 0,-1-3-14 0,0 3-8 15,2-1-3-15,1-2-17 0,0 2-25 0,2 0-26 16,-3 0-32-16,4-1-27 0,0 2-28 0,-3 0-39 16,2 0-39-16,-3-1-35 0,0 1-41 0,1-3-41 15,-4 4-151-15,-1-2-428 0,-5 1 190 0</inkml:trace>
  <inkml:trace contextRef="#ctx0" brushRef="#br0" timeOffset="73227.5">13008 4534 38 0,'-1'3'211'16,"1"-3"4"-16,0 0-2 0,-2 5 4 0,2-5 0 15,0 0-9-15,8 1-18 0,-8-1-17 0,12-1-18 16,-3 0-16-16,3-1-15 0,-1 1-11 0,0 0-14 0,5-2-34 15,-4 2-50-15,7-3-54 0,-5 3-68 0,6-3-63 16,-5 1-176-16,4-3-376 0,-6 2 167 16</inkml:trace>
  <inkml:trace contextRef="#ctx0" brushRef="#br0" timeOffset="73696.28">13603 4110 193 0,'0'0'326'0,"-1"-6"-12"0,1 6-27 15,0 0-28-15,-3-4-31 0,3 4-24 0,0 0-22 16,0 0-22-16,0 0-16 0,-10 12-13 0,8-4-14 15,-2-1-4-15,1 6-12 0,2-3-5 0,-5 7-2 16,2 1-3-16,2 0-6 0,-1 0-3 0,0 1 5 16,2-1-17-16,0 1-2 0,2-1-9 0,-1 1 9 15,4-1-23-15,-1-3-1 0,1 2-1 0,1 0-4 16,2-1-1-16,-1 0-5 0,4-1 0 0,0 0-8 16,0-4-25-16,3-3-27 0,-3 2-37 0,2 0-41 15,0-4-52-15,-1 1-53 0,6 0-72 0,-7-3-221 16,4-3-544-16,-1 0 241 0</inkml:trace>
  <inkml:trace contextRef="#ctx0" brushRef="#br0" timeOffset="73913.73">13806 4330 240 0,'0'0'400'0,"-4"-2"-1"0,4 2-4 15,0 0-13-15,-1-3-22 0,1 3-19 0,0 0-33 16,0 0-19-16,0 0-33 0,0 0-26 0,8-7-19 16,-8 7-27-16,9-2-32 0,-5 2-38 0,3-3-42 0,6 3-54 15,-1-3-64-15,0 0-36 0,4 1-53 16,-3 1-51-16,1-2-52 0,6 0-66 0,-6 1-256 16,0 1-607-16,5-5 268 0</inkml:trace>
  <inkml:trace contextRef="#ctx0" brushRef="#br0" timeOffset="74131.17">14097 4135 313 0,'0'0'368'0,"0"0"-3"0,0 0-1 16,0 0-20-16,0 0-28 0,0-6-26 0,0 6-27 15,0 0-32-15,0 0-25 0,0 0-19 16,0 0-20-16,0 0-16 0,0 0-14 0,0 0-16 0,4 14-14 15,-1-10-11-15,-3 1-6 0,4 2-27 0,0 2-41 16,-1 1-35-16,0 0-33 0,3 3-36 0,-3-1-40 16,3 1-29-16,2 2-50 0,0-1-52 0,3 1-61 15,-6-3-190-15,6 1-545 0,-2-3 242 0</inkml:trace>
  <inkml:trace contextRef="#ctx0" brushRef="#br0" timeOffset="74331.58">14377 4366 43 0,'0'0'226'16,"0"0"3"-16,3 7-4 0,-3-7-5 0,-3 8-8 15,3-3-6-15,-1 0-13 0,-2 0-15 0,0 4-13 16,2 1-15-16,-7 0-18 0,4 1-9 0,3-1-15 16,-5 2 1-16,2-3-20 0,0 4-7 0,-4 3-33 15,5-5-36-15,-5 1-38 0,5-3-46 0,1 2-63 16,-3-6-71-16,3 3-182 0,0-3-418 0,-1 0 186 15</inkml:trace>
  <inkml:trace contextRef="#ctx0" brushRef="#br0" timeOffset="74699.89">14611 4249 163 0,'-1'4'217'15,"-2"2"-13"-15,3-2-14 0,0-4-15 0,3 8-7 16,-3-1-10-16,1-2-12 0,3 0-14 0,-1 2-6 0,0-2-18 16,1 2-8-16,1-4-11 0,1 4-7 0,-1-4-5 15,3 1-8-15,-1 0-6 0,1-2-5 16,-1 0-5-16,3-2-12 0,-4 0 2 0,4 0 1 15,-10 0-7-15,12-4-4 0,-5 0-3 0,-3-2-4 0,3 1-2 16,-3-1-2-16,-2-2-4 0,0-3-2 0,1 0 3 16,-2-1-3-16,-2 1 4 0,-2 1 4 0,-1 0 4 15,0 0 1-15,-1 2-2 0,-1-2 0 16,-1 4-4-16,-2 0-4 0,1-1-4 0,1 5-1 0,-4 0-4 16,3 0-5-16,-2 1-14 0,2 2-22 0,-5 0-21 15,3 0-30-15,-1 3-36 0,0 3-40 0,6-3-50 16,-1-1-181-16,2 2-420 0,0 2 186 0</inkml:trace>
  <inkml:trace contextRef="#ctx0" brushRef="#br0" timeOffset="75017.62">14830 4002 98 0,'0'0'440'0,"-6"-3"-14"0,6 3-22 0,0 0-26 16,0 0-39-16,0 0-30 0,0 0-29 0,0 0-29 16,21-2-23-16,-10 5-27 0,1 0-17 0,2 1-21 15,4 1-13-15,-2 1-14 0,2 2-22 0,1-1-9 16,-4 4-9-16,5-1-9 0,-1 2-8 0,4 3-9 15,-4-1-9-15,3 3-3 0,-7-1-6 0,0 6-7 16,0-5-2-16,-7 2-8 0,2 6-24 0,-2-4-34 16,-3 5 5-16,2 1-48 0,-7-2-29 0,-4 2-26 15,-3 2-35-15,-5 0-36 0,-2-1-48 0,2 2-50 16,-4-5-317-16,-5 2-659 0,4-6 292 0</inkml:trace>
  <inkml:trace contextRef="#ctx0" brushRef="#br0" timeOffset="76087.7">16098 4466 95 0,'0'0'250'0,"0"0"-22"0,0 0-24 16,0 0-17-16,0 0-15 0,0 0-19 0,0 0-12 0,-9 13-12 15,6-7-16-15,1-2-12 0,2 3-6 16,-1 0-10-16,1 0-27 0,0 1-43 0,1 2-64 15,4-2-92-15,-2 0-165 0,1 2-332 0,1-4 147 16</inkml:trace>
  <inkml:trace contextRef="#ctx0" brushRef="#br0" timeOffset="76773.75">16806 4620 241 0,'0'0'265'0,"10"-1"-1"0,-10 1-7 15,11-4-9-15,-6 2-8 0,2-2-7 0,0-2-2 16,-1 3 8-16,2-5-23 0,-2-1 13 0,3 1-9 15,0-1-3-15,0-2-6 0,-3 0-9 0,-2-2-5 16,6-3-8-16,-5 2-10 0,3-7-7 0,-4 2-11 16,0-9-19-16,-1 8-15 0,3-7-9 0,-1-1-12 15,-1-3-13-15,0 3-10 0,-1-3 3 0,-3-1-20 16,1 1 0-16,-1-1-13 0,0 5-4 0,-1-2-8 16,1 1 2-16,0 1-9 0,0 5-4 0,0 3-3 15,0-2-2-15,0 2-2 0,-3 1-1 0,3 2-4 16,0 3-2-16,0 1 2 0,0 2 1 0,0 0-1 0,0 3-2 15,0 1-2-15,0 1-1 0,0 1-7 0,-4 0-10 16,4 4-6-16,0-6-13 0,0 6-1 16,0 0 3-16,0 0 2 0,0 0-2 0,0 0 5 15,0 15 2-15,0-9 0 0,-1 2 4 0,2 2 0 0,-1 1-1 16,0 0 4-16,4 1-3 0,-4 0 1 0,4 1-10 16,-2 3-6-16,0-6-9 0,1 6-8 0,5-1 2 15,-4-4-4-15,3 2 3 0,-2-1-3 0,4-2-5 16,-4-2 6-16,6 0-9 0,-2 0 1 0,0-3 3 15,0 0 6-15,1-2-3 0,-1-3 3 0,1 0-2 16,3 0 14-16,-2-1-3 0,0-2-1 0,-3-2 12 16,3 0 1-16,-2-2-1 0,1-1 0 0,-3-2 9 15,0 0 3-15,-3-1-2 0,5 2 9 0,-5-4 12 16,1 3 12-16,-3-2 18 0,1-1 2 0,-3 3 28 16,0 1-10-16,3 0 7 0,-3 3 9 0,0-1 6 15,0 5-12-15,1-3-5 0,-1 5-9 0,-1-8-10 16,1 5-13-16,0 3-4 0,0 0-1 0,0 0-6 15,0 0-4-15,-6 11 0 0,5-6-4 0,0 2 2 16,-1 3-4-16,2-1-2 0,-3 4-10 0,5 0-19 16,2 4-10-16,-3-6-22 0,2 7-17 0,4-5-24 15,1 5-31-15,0-3-14 0,0 1-45 0,2-1-39 16,1 2-52-16,-2-7-65 0,2 3-324 0,-1-3-716 0,-1-1 317 16</inkml:trace>
  <inkml:trace contextRef="#ctx0" brushRef="#br0" timeOffset="77108.48">17406 4273 186 0,'0'0'273'16,"5"3"-1"-16,-3-1-12 0,-2-2-8 0,8 4-11 15,-5 0-16-15,1-2-15 0,0-1-18 0,0 4-20 16,1-1-15-16,-1-1-18 0,-3 1-13 0,7 0-10 16,-5 0-14-16,1 1-13 0,-3 0 8 0,1 0-24 15,-2 2-1-15,1-1-13 0,-2 0-2 0,1 2-5 16,-2-2-1-16,-1-1 7 0,1 3 6 0,-2 0 0 16,1-2-2-16,-1 0-4 0,1-1-1 0,1-2-11 15,-1 1-6-15,1-1 1 0,2-3 1 0,-4 5-5 16,4-5-5-16,0 0-4 0,0 0 4 0,0 0-5 15,9 3-22-15,-9-3-27 0,16-3-41 0,-4 1-43 16,0-3-51-16,2 4-61 0,3-6-74 0,-3 2-260 16,5-5-597-16,-1 2 264 0</inkml:trace>
  <inkml:trace contextRef="#ctx0" brushRef="#br0" timeOffset="77325.95">17791 4039 146 0,'0'0'408'15,"0"0"-21"-15,0 0-41 0,6-8-31 0,-6 8-33 16,9-4-29-16,-3 2-24 0,3-1-23 0,2 1-27 0,0-1-20 16,1-1-14-16,2 1-44 0,5 2-45 0,-7 0-53 15,3 0-57-15,-3 1-68 0,3 0-74 16,-2 0-81-16,-2 0-151 0,-1 1-464 0,-2 1 206 15</inkml:trace>
  <inkml:trace contextRef="#ctx0" brushRef="#br0" timeOffset="77493.22">17874 4140 181 0,'0'0'193'0,"0"0"10"0,-1 7-3 0,1-7-6 16,9 0-17-16,-2 2-16 0,0-1-19 0,4-1-13 15,2 0-14-15,1 0-31 0,2 0-51 0,-2 0-56 16,6-1-60-16,1-2-75 0,-6 0-100 0,0-1-280 16,3 0 124-16</inkml:trace>
  <inkml:trace contextRef="#ctx0" brushRef="#br0" timeOffset="77793.28">18375 3790 216 0,'0'0'428'0,"2"-2"-16"16,-2 2-20-16,0 0-33 0,3-3-36 0,-3 3-35 16,0 0-30-16,0 0-32 0,0 0-23 0,0 0-14 15,-1 10-13-15,-2-3-10 0,2 0 2 0,-1 5-12 16,-3-3-11-16,4 3-8 0,-2 1-10 0,0-1-16 15,1 5-8-15,-1-4-13 0,1 1-6 0,-2 4-9 16,8-2-5-16,-4 2-6 0,2-1-9 0,1-5-2 16,1 8-8-16,0-7-3 0,2-2-17 0,3 4-30 15,0-4-28-15,5 2-35 0,-1-2-40 0,-2-3-38 16,4-2-43-16,2 1-56 0,0-1-40 0,3-2-53 0,0-1-291 16,-6-5-680-16,4 0 301 0</inkml:trace>
  <inkml:trace contextRef="#ctx0" brushRef="#br0" timeOffset="78111.84">18688 3903 82 0,'0'0'281'0,"-14"3"-5"0,9-1-12 0,2-1-10 16,-4 3-13-16,4 0-15 0,-1 0-16 0,-4-1-21 15,5 2-15-15,1-2-16 0,0 2-13 0,2 0-13 16,0 0-13-16,0 0-9 0,2 0-5 0,0 1-6 15,1-1-8-15,5-1-5 0,-2 2-14 0,3 1 0 16,0-5-8-16,5 2-7 0,-3-1 1 0,3 0-8 16,-3 0 1-16,1-1-6 0,0-2-6 0,2-2-8 15,-1-1 0-15,-3 0-6 0,0-1-6 0,-3 0-2 16,2-2-12-16,-2-2-6 0,-3 3-5 0,-3-4-5 16,3 1-6-16,-4 0-3 0,-4-2-2 0,4 3-4 15,-3-2 1-15,-2 2 0 0,1-1-3 0,-2 2-2 16,2 2-12-16,-7 1-10 0,6-1-13 0,-5 1-19 15,1 2-18-15,2 1-26 0,-1 0-33 0,0 1-43 16,1 1-46-16,4 1-181 0,-1 0-464 0,1 1 205 16</inkml:trace>
  <inkml:trace contextRef="#ctx0" brushRef="#br0" timeOffset="78295.5">19060 4090 196 0,'0'5'282'16,"0"-1"1"-16,0 1-2 0,-4 0-6 0,4-1-16 16,-3 0-17-16,2 2-16 0,-2-1-25 0,-2 0-21 15,1 2-15-15,0 0-18 0,-2-2-12 0,-1 6-20 16,2-2-30-16,-2 0-50 0,-1-2-48 0,4 4-46 16,-3-4-51-16,3 1-63 0,0-3-59 0,0 0-188 15,3 0-455-15,-1-3 201 0</inkml:trace>
  <inkml:trace contextRef="#ctx0" brushRef="#br0" timeOffset="78547">19188 3913 132 0,'0'0'360'0,"0"0"-22"0,0 0-25 16,7-5-23-16,-7 5-20 0,13-1-11 16,-6-2-32-16,0 2-28 0,0 0-17 0,5-2-21 0,-4 2-8 15,2 0-19-15,2-1-13 0,-2 1-17 0,-1 0-28 16,2-1-46-16,-3 2-47 0,-1 0-52 0,4-1-72 16,-3 0-78-16,0 0-266 0,-1-1-523 15,2 1 232-15</inkml:trace>
  <inkml:trace contextRef="#ctx0" brushRef="#br0" timeOffset="78848.08">19512 3724 105 0,'0'0'428'15,"0"-5"2"-15,0 5-4 0,0 0-16 0,0 0-18 16,0 0-28-16,0 0-33 0,0 0-36 0,0 0-37 16,0 0-23-16,0 0-26 0,0 0-24 0,0 0-16 15,0 0-20-15,0 0-11 0,5 11-16 0,-1-6-11 16,-1 3-10-16,3 1-11 0,-4 1-8 0,2 2-7 16,2-1-19-16,-2 0-24 0,0 4-27 0,1-2-26 15,1 4-27-15,-2-8-30 0,5 8-26 0,-5-4-25 16,3-2-14-16,-4 1-38 0,3 1-28 0,-2-3-42 15,2-1-54-15,-4-1-56 0,0-1-201 0,2 0-608 16,2-3 270-16</inkml:trace>
  <inkml:trace contextRef="#ctx0" brushRef="#br0" timeOffset="79198.33">19525 3524 326 0,'0'0'432'0,"0"0"-18"0,0 0-14 15,0 0-30-15,0 0-18 0,0 0-24 16,0 0-19-16,19 1-22 0,-8 1-18 0,3 3-12 15,6 1-14-15,1 2-14 0,7-1-22 0,-8 1-20 0,8 4-17 16,-1-1-17-16,0 1-17 0,-2 2-12 0,1 0-10 16,-9-2-15-16,6 5-9 0,-4-3-12 0,-5 1-7 15,5 1-1-15,-7-3-10 0,2 5-7 0,-3 0-8 16,-4 0-3-16,0 2-22 0,-3 2-44 0,-3-2-32 16,-1 7-47-16,-3-5-43 0,-8 6-45 0,-1-2-35 15,-8 2-30-15,-1 1-54 0,-3-4-73 0,-4 4-324 16,-1-1-766-16,0-5 340 0</inkml:trace>
  <inkml:trace contextRef="#ctx0" brushRef="#br0" timeOffset="87846.98">8587 4735 240 0,'-4'-13'258'16,"0"1"-9"-16,-1 4-5 0,-1-5-7 0,1 3-4 15,1-2-3-15,-2 3-8 0,2 1-11 0,-1 1-16 16,-2-2 3-16,3 4-9 0,1-2-11 0,-1 1-15 16,0 3-20-16,1 0-8 0,-2-1-25 0,1 1-7 15,-2 2-15-15,6 1-15 0,-13 1-2 0,2 3-6 16,0 2-9-16,-1 1-4 0,-2 2-8 0,2 0-10 15,-3 4-3-15,4 1 2 0,-4-3-5 0,4 4-2 16,2 0-3-16,-1-4-1 0,1 4 5 0,0 0-13 16,4-2-2-16,2-2 10 0,2 2-18 0,1-1 7 15,1-1 10-15,2 2-15 0,5 1 1 0,-1-1 8 16,5-2-12-16,-1-2-1 0,9 4 11 0,-4-3-19 16,4-2-7-16,-2 0-2 0,5-2-2 0,0-1-8 15,-2 0-7-15,0-2-5 0,2-2-3 0,-1-1 6 16,-3 2-2-16,1-5-1 0,1 1 3 0,-8-1 6 15,8-1-2-15,-10-1 3 0,0 0 7 0,-1-2 3 16,-3 3 1-16,3-3 0 0,-5 0 3 0,0 0 3 0,1-3 1 16,-2 0 3-16,-4 4 6 0,0-1 4 0,1-1 9 15,-2 3 7-15,2-5 5 0,-2 5 1 16,-2 1 0-16,2-3-4 0,-2 3 6 0,2 0-12 16,-3 1 0-16,-1 1-6 0,5 2-2 0,-10-1 4 0,10 1-7 15,-10 4-5-15,5-2 2 0,-2 2 0 0,3 1-3 16,-1 1-1-16,2-2 5 0,0 4-7 0,-1-1 8 15,3 1-15-15,-1 1-4 0,2-3 6 0,2 2-12 16,0 0 0-16,3 1 5 0,-1-3-2 0,1 0-1 16,4-1 3-16,2 1-8 0,-1-2-4 0,3-1-1 15,1-2 0-15,1 0-5 0,-1 1 3 0,0-4 2 16,-1 0-1-16,2-1 6 0,-3-1 3 0,0 0 0 16,0-1 2-16,-2 0 2 0,-3 1 2 0,0 0 6 15,-3-2 0-15,3 2 1 0,-3 0 7 0,-2 0 1 16,1-2 3-16,1 1 7 0,-2 4 7 0,-2 1-4 15,4-6-2-15,-3 4 2 0,-1 2-5 0,0 0-2 16,3-5-3-16,-3 5 2 0,0 0-2 0,0 0-3 16,0 0 3-16,0 0-1 0,0 0-4 0,0 0 2 15,0 0-6-15,-3 14 0 0,3-11-3 0,2 2-1 16,-2-5-1-16,0 6-1 0,0-6-2 0,1 5 2 16,-1-5-1-16,0 4 9 0,0-4-5 0,6 3 1 15,-6-3 5-15,0 0-6 0,0 0 2 0,13-5 2 16,-13 5 0-16,5-6 4 0,-1 2-5 0,-1-1 8 15,1 0 1-15,0 3 7 0,-4-4 21 0,4-1 2 16,-2 3 9-16,-1 1 4 0,0-4 9 0,-1 3 15 16,3 0 10-16,1 1 12 0,-4-2 5 0,0 5-8 15,3-6-8-15,-3 6-10 0,0-4 0 0,0 4-19 16,0-3-20-16,0 3 3 0,0 0-2 0,0 0-10 0,0 0-3 16,9 8-12-16,-9-8-6 0,6 6-15 0,-2-1-9 15,0 0-14-15,3-2-13 0,1 4-20 16,1-3-14-16,-2 2-24 0,3-2-29 0,2 2-38 0,-1-3-37 15,2 1-38-15,0-3-40 0,-2 0-232 0,-2 1-562 16,-2-4 249-16</inkml:trace>
  <inkml:trace contextRef="#ctx0" brushRef="#br0" timeOffset="89034.56">9012 4557 91 0,'0'0'165'0,"0"0"-10"0,9 0-12 16,-9 0 0-16,8 8-11 0,-2-3-18 0,3 2-2 15,1 0-12-15,-2 2-8 0,3 0-8 0,-3 3-10 16,3 0-6-16,0 2-4 0,0 2-13 0,-2-1-1 16,2 0-3-16,-3 1-4 0,-1-3-6 0,1 1-3 15,0-1-7-15,-1 1 1 0,-1-1-2 0,-1-2-3 16,-1 0-6-16,-2-4 3 0,-1 0-2 0,0 0 0 15,-1-1-4-15,3 1 2 0,-3-3-1 0,0-4-1 16,-3 5 2-16,3-5-3 0,-4 1 1 0,4-1 0 16,0 0 3-16,0 0 10 0,0 0-3 0,-9-7 1 15,7 1-4-15,1 2 1 0,1-1 0 0,1 1-5 16,1-2-4-16,-1 0 1 0,3 1-11 0,0-1 7 16,0 2-2-16,4 1 0 0,-1-1 4 0,-1 0-6 15,2 2 1-15,0 1 1 0,0-1-4 0,-1 1-1 16,1 1 1-16,0 1 2 0,-1 1-9 0,0-1 1 15,-3 1-3-15,5 0-4 0,-3 0-3 0,-1 2-3 0,1-2-6 16,-5 1 4-16,3 1-5 0,3-1 0 16,-3 0-5-16,-1-1 1 0,-3-2-3 0,1 4-6 15,3-1 4-15,-4-3 12 0,3 2-2 0,0 2-4 16,-3-4 10-16,0 0-1 0,0 0 5 0,5 1-2 16,-5-1 1-16,0 0 3 0,0 0 0 0,12-6 2 15,-5 5 2-15,-3-2 4 0,2 1-7 0,1-2 2 16,-1 2 0-16,1 1 3 0,-1-2-2 0,-1 0 0 15,1 0 7-15,-2 2-5 0,2-1 5 0,-3-1 7 16,0 1 10-16,1-1 12 0,-4 3 7 0,4-3 11 0,-4 3-5 16,0-5 2-16,0 5 4 0,0 0-1 15,-4-6-2-15,4 6-4 0,-6-4-5 0,6 4-2 16,-5-3 0-16,-3 0-3 0,4 1-8 0,1 0-1 16,3 2-1-16,-11-1-4 0,11 1-4 0,-5-3 6 0,5 3-8 15,0 0-3-15,-8-1-6 0,8 1-10 0,0 0-8 16,0 0-3-16,0 0 1 0,0 0-2 0,0 0-6 15,0 0-2-15,0 0-5 0,0 0-4 0,17-5-5 16,-10 4 5-16,0-1 7 0,5 1-9 0,-4 0 11 16,0-1-1-16,3 2 7 0,-4-1-4 0,4-2 7 15,-2 3-1-15,0 0 0 0,-3 0 5 0,-6 0 0 16,10 0 0-16,-2-1 1 0,-8 1 1 0,7 0 1 16,-3 3 4-16,-4-3 1 0,4 1-7 0,-4-1 5 15,7 5 4-15,-4-3-3 0,-2 1 8 0,0 1-4 16,-1-4-6-16,4 6 6 0,0-1 6 0,2-2-10 15,-2 2 2-15,0-1 5 0,3 0 4 0,1 1-8 16,3-1 1-16,-3 0-1 0,7-2 3 0,-1 1-4 16,0-2-7-16,2 0-19 0,5-1-20 0,-4-2-9 15,2 0-5-15,2 0-2 0,-1-2 0 0,-6 1 7 16,4-2 5-16,-4-1 14 0,-2 1-3 0,0 0 8 16,-2-3-6-16,-2 1 5 0,1 0 21 0,-6 1 16 15,1-1 12-15,-1 2 10 0,-2-3 14 0,2 3 15 16,-6-2 8-16,2 3 11 0,-2 0-5 0,-1 1 3 15,4 3-10-15,-9-6 2 0,3 6-6 0,-1-1-6 16,7 1-3-16,-16 1-6 0,11 0-4 0,-4 4-3 16,0-1-2-16,1-1-3 0,-2 5-4 0,2-2 2 15,0-1-7-15,-2 4 2 0,2 0-3 0,3-1-3 16,2-1 2-16,-4 1-2 0,6-1-2 0,-2-1-1 16,2 1 0-16,0-1 0 0,-1 0-1 0,2-1-2 0,2 1 0 15,0-3 3-15,2 1-4 0,4-2-1 16,-1 1-4-16,1-2 1 0,-2-2 0 0,7 1-4 15,-3-4 1-15,5 2-4 0,-4-2 3 0,0-1-4 16,1-2 3-16,0 1-2 0,0-1 0 0,-2-3 3 0,-1 0 2 16,2-1-5-16,-4-4 1 0,0 0-1 0,-2 1 1 15,2-4 3-15,-5 1-4 0,-2-1 4 16,1 0 0-16,-2 2 7 0,-1 3 3 0,-5-5 21 16,1 3 17-16,0 2 17 0,-1 2 12 0,1 0 12 0,0 1 6 15,-2 2 2-15,4 3-8 0,-2-2-6 0,0 3-10 16,2 0-13-16,-2 2 2 0,3-1-13 0,3 3-9 15,0 0-6-15,0 0-3 0,-14 6-3 0,12-2-5 16,2 2-6-16,2 3-2 0,1-1 4 0,0 3-15 16,1 0-8-16,3 2-16 0,0 1-17 0,5 0-20 15,-1-1-17-15,1 1-22 0,3-1-33 0,0-2-36 16,1-1-19-16,2 0-34 0,1-3-31 0,-4 0-148 16,2-1-428-16,4-1 189 0</inkml:trace>
  <inkml:trace contextRef="#ctx0" brushRef="#br0" timeOffset="89252.01">10142 4633 71 0,'0'0'238'16,"-4"-6"12"-16,4 6-1 0,-7-2-12 0,7 2-7 15,-3-3-26-15,3 3-20 0,0 0-17 0,0 0-18 16,-12 4-17-16,12-4-6 0,-7 6-19 0,5-1-7 16,0-2-12-16,0 4-5 0,0-4-10 0,2 3-4 15,-1 1-8-15,1-1-7 0,0 0-2 0,0 3-5 16,0-2-7-16,1 1-4 0,-1-1 2 0,0-1-6 15,2 1-7-15,0-1-17 0,-2 1-14 0,0-4-30 16,0 2-21-16,0-1-28 0,0 2-35 0,0-6-35 16,-4 3-45-16,4-3-216 0,-7 2-450 0,7-2 200 15</inkml:trace>
  <inkml:trace contextRef="#ctx0" brushRef="#br0" timeOffset="89435.63">9466 4455 107 0,'-1'-2'311'15,"-3"-2"-20"-15,4 4-18 0,-6-2-25 0,6 2-21 16,0 0-26-16,-4-4-18 0,4 4-28 0,0 0-28 16,0 0-19-16,0 0-34 0,0 0-37 0,0 0-36 15,-7 10-47-15,4-4-57 0,2-1-66 0,1 2-169 16,-4-1-366-16,-3 0 162 0</inkml:trace>
  <inkml:trace contextRef="#ctx0" brushRef="#br0" timeOffset="89636.66">9156 4696 295 0,'-3'1'316'0,"3"-1"-4"0,-8 1-10 16,8-1-16-16,0 0-19 0,-3 3-25 0,3-3-24 15,0 0-21-15,0 0-8 0,0 0-25 0,22-9-27 0,-11 6-32 16,1 2-48-16,3 1-47 0,3-4-55 0,2 0-63 16,5 0-78-16,-2 3-84 0,7 0-145 0,-2-2-449 15,-6 1 198-15</inkml:trace>
  <inkml:trace contextRef="#ctx0" brushRef="#br0" timeOffset="90238.65">10576 4707 329 0,'-6'-3'368'0,"6"3"-23"15,0 0-7-15,0 0-44 0,0 0-33 0,0 0-24 16,0 0-30-16,0 0-16 0,0 0-19 0,0 0-21 16,0 0-12-16,0 0-12 0,0 0-18 0,0 0-13 15,0 0-11-15,2 11-9 0,-2-11-14 0,5 5-5 16,-1-3-6-16,-4-2-7 0,4 4-6 0,-4-4-10 16,4 3 10-16,-4-3-8 0,3 3-3 0,-3-3-4 15,0 0 3-15,0 0-2 0,0 0-4 0,0 0-1 16,0 0 0-16,7-8-10 0,-7 8-6 0,-3-8 4 15,-1 4-28-15,1-1-16 0,1 1-30 0,-3-1-25 16,-1-1-36-16,0 2-36 0,1-1-55 0,2-2-58 16,-2 5-231-16,1-2-550 0,-2 1 243 0</inkml:trace>
  <inkml:trace contextRef="#ctx0" brushRef="#br0" timeOffset="90556.68">10535 4537 297 0,'0'-6'286'0,"0"6"-24"0,0 0-25 16,0 0-22-16,0 0-23 0,-1-3-17 0,1 3-21 16,0 0-16-16,0 0-10 0,0 0-17 0,0 0-12 15,0 0-6-15,0 0-11 0,9 10-6 0,-6-9 1 0,-3-1-17 16,8 4-3-16,-4-1-7 0,-4-3-7 0,4 1 2 15,-1 3-5-15,-3-4-2 0,0 0-4 0,8 0 0 16,-8 0-2-16,0 0 13 0,0 0 8 16,4-5-3-16,-4 5-1 0,0-5 2 0,0 5-10 0,0 0-7 15,-1-7-3-15,1 7-5 0,-6-6-3 0,6 6-14 16,-5-4-24-16,1 4-27 0,4 0-29 0,-11-1-31 16,11 1-41-16,-18 3-55 0,14-1-57 0,-5-1-186 15,1 4-476-15,1-1 210 0</inkml:trace>
  <inkml:trace contextRef="#ctx0" brushRef="#br0" timeOffset="102214.56">4069 6122 122 0,'0'0'232'0,"0"0"-11"16,0 0-10-16,0 0-20 0,0 0-17 0,0 0-7 15,0 0-21-15,0 0-14 0,0 0-9 0,0 0-15 16,0 0-10-16,0 0-8 0,0 0-7 0,0 0-1 16,0 0-14-16,0 0-12 0,0 0-4 0,0 0-8 15,0 0-3-15,0 0-3 0,0 0-6 0,0 0-3 16,0 0 2-16,0 0-6 0,0 0 0 0,0 0-3 16,0 0-2-16,0 0 3 0,16 6-2 0,-12-5-3 15,-4-1 0-15,14 2 2 0,-7 0-4 0,5-1 2 16,-1 1-4-16,4 1-2 0,-3-3-14 0,-1 2 1 15,4-1-3-15,-1 1 3 0,0-1 1 0,0 0 0 0,1 0 3 16,-1 1-3-16,-1-2 0 0,0 1 1 16,1-1-2-16,-3 0-1 0,2 0 2 0,0 1 2 15,-6-2 0-15,4-2-3 0,-2 2 4 0,-2 1 2 16,0-1-5-16,0 1 0 0,-7 0 0 0,12-1 0 0,-5-1 3 16,-4 0-2-16,-3 2 3 0,8-1-3 0,-8 1-1 15,4-2 2-15,-4 2 1 0,0 0 2 16,6-1 0-16,-6 1 4 0,5-1-1 0,-5 1-2 15,0 0-3-15,0 0 3 0,0 0-1 0,0 0 0 0,0 0-1 16,0 0-4-16,0 0 2 0,0 0 0 0,0 0-2 16,0 0-1-16,0 0 5 0,-3 9-2 0,3-9 0 15,-3 6 1-15,-1-1-3 0,3-1 3 16,-2 1 5-16,-1 0-7 0,-1 2 1 0,3-1-1 0,-2 5 0 16,-3 0-2-16,-1-3 3 0,3 4-1 0,-2-1-2 15,0 0-5-15,2 1 7 0,-5 0 0 0,6 0-1 16,-4 3 1-16,1-3-1 0,-1 3 9 0,1 1-9 15,-1-1 4-15,4-2-5 0,0-3 0 0,-3 3 8 16,3 0-10-16,-1-2 1 0,0-1 5 0,4 1-5 16,-4-3 7-16,2 1-7 0,1 0 2 0,1 1-2 15,-3-4 4-15,3 1-2 0,-2-1 0 0,2 0 0 16,-2-2 2-16,3 1-2 0,0-2 1 0,0-3 0 16,-1 7 1-16,-1-4 14 0,2-3 18 0,-1 4-2 15,1-4 15-15,-3 3 7 0,3-3 18 0,0 0 5 16,0 0 2-16,0 0 0 0,0 0 2 0,0 0 1 15,0 0-16-15,0 0-3 0,0 0-7 0,0 0-3 16,0 0-6-16,0 0 3 0,0 0-8 0,0 0-2 16,0 0-5-16,0 0-6 0,0 0-1 0,-9-7-1 15,9 7-3-15,0 0-4 0,0 0-5 0,0 0 1 16,-2-5 1-16,2 5 2 0,0 0-7 0,0 0-7 16,0 0 6-16,0 0-12 0,0 0 10 0,-2-5-2 15,2 5 6-15,0 0-9 0,0 0-8 0,0 0 7 16,0 0 3-16,-2-4 0 0,2 4 0 0,0 0-7 15,0 0 2-15,0 0-2 0,0 0 5 0,0 0-9 16,0 0 5-16,7-4 1 0,-7 4-3 0,7-1 2 16,-7 1 6-16,8-3-10 0,-2 2-1 0,-6 1 8 15,10-1-5-15,-3 1 2 0,-7 0-2 0,15-2 5 16,-8 1-2-16,0 0-1 0,-1 0-1 0,1-1 1 16,4 1 1-16,-5-1-2 0,2 2 0 0,-3-1 0 0,5-1 6 15,-10 2-5-15,9-2-2 0,-2 2 2 16,0 0 0-16,-7 0 2 0,12-1-3 0,-12 1 2 15,8 1-2-15,-8-1 2 0,8-1 0 0,-8 1-5 16,6 1 2-16,-6-1 2 0,9-1-1 0,-9 1 2 0,7-1-2 16,-7 1 7-16,7 0-4 0,-7 0-3 0,7-1-2 15,-7 1 5-15,11 0-1 0,-6-2-2 16,-5 2 4-16,10 0-6 0,-10 0 3 0,8 2 0 16,-3-5-8-16,-5 3 7 0,0 0-29 0,10-1-12 0,-10 1-6 15,0 0-14-15,8 0-13 0,-8 0-17 0,0 0-23 16,0 0-22-16,0 0-23 0,0 0-38 0,0 0-47 15,0 0-32-15,0 0-196 0,5-1-511 16,-5 1 226-16</inkml:trace>
  <inkml:trace contextRef="#ctx0" brushRef="#br0" timeOffset="102683.45">4197 6368 175 0,'0'0'210'16,"0"0"-14"-16,-4 3-12 0,4-3-11 0,0 0-11 16,0 0-10-16,0 0-11 0,-3 3-6 0,3-3-9 15,0 0 2-15,0 0-10 0,0 0-11 0,0 0-3 16,0 0-4-16,0 0-1 0,7 8-2 0,-7-8-5 15,9 1-1-15,-5 0-7 0,3-1-5 0,-7 0-8 16,21-2-7-16,-10 1-7 0,1-2-4 0,0 1-9 16,2-1-1-16,0 1-6 0,2-1-3 0,-3 1-6 15,1-3 0-15,-3 3-3 0,2 1-5 0,-2-2-8 16,-4 2-11-16,1 0-11 0,-1-1-18 0,-2 1-20 16,1-1-18-16,-6 2-28 0,10-1-31 0,-7 0-36 15,-3 1-38-15,6-3-47 0,-6 3-137 0,0 0-414 16,0 0 184-16</inkml:trace>
  <inkml:trace contextRef="#ctx0" brushRef="#br0" timeOffset="110912.93">4810 6546 31 0,'0'0'211'0,"0"0"-15"0,0 0-21 0,0 0-17 15,0 0-16-15,0 0-14 0,3 8 4 0,-3-8-10 16,6 8-6-16,-4-2-10 0,-1 0-5 0,2-1-7 0,-3 1-3 16,4 4-5-16,-2-1-3 0,2 0 0 0,-3-3-2 15,2 3-8-15,-2 1-3 0,2 0 2 16,-2 0-10-16,4 0-6 0,-4 0-7 0,-1 0-1 15,0-5-3-15,4 1-5 0,-3 4-5 0,-1-5-3 0,0 2-2 16,0 0-3-16,3-3-2 0,-3 1-2 0,0-2-3 16,0 1 0-16,0 0-3 0,0-4-1 0,0 7-11 15,0-7-16-15,0 4-27 0,0-4-34 0,0 5-32 16,0-5-47-16,0 0-54 0,0 0-182 0,0 0-419 16,0 0 185-16</inkml:trace>
  <inkml:trace contextRef="#ctx0" brushRef="#br0" timeOffset="111381.21">5276 6219 225 0,'1'-3'355'15,"-1"3"-8"-15,0 0-12 0,0 0-1 0,0 0-22 0,0 0-19 16,0 0-22-16,4-3-18 0,-4 3-28 0,0 0-17 16,0 0-24-16,0 0-14 0,0 0-17 15,0 0-14-15,0 0-13 0,12-1-5 0,-8-1-18 16,3 2-16-16,-7 0-6 0,15 0-9 0,-6-1-7 0,1 0-5 15,2 1-21-15,2 0-16 0,1-3-31 0,0 3-29 16,-2-1-27-16,1 1-27 0,0-1-32 0,-2 1-29 16,0 0-36-16,-4 0-43 0,3-4-33 0,-5 4-44 15,2 1-212-15,-8-1-562 0,9 0 249 0</inkml:trace>
  <inkml:trace contextRef="#ctx0" brushRef="#br0" timeOffset="111581.99">5388 6333 184 0,'-1'2'189'0,"1"-2"-2"0,-1 3 1 15,1-3-5-15,0 0-7 0,-2 5 6 0,2-5-6 16,0 0-6-16,0 0-7 0,13-1-24 0,-13 1-16 16,16-2-10-16,-4 0-10 0,1 0-11 0,0-1-11 15,6-2-10-15,0 1-20 0,0 2-34 0,0 0-44 16,0-1-57-16,0-2-64 0,-1-2-59 0,4 2-147 15,-5-1-383-15,1-1 169 0</inkml:trace>
  <inkml:trace contextRef="#ctx0" brushRef="#br0" timeOffset="111883.07">5901 6000 207 0,'-4'-3'347'0,"4"3"-21"15,0 0-9-15,0 0-31 0,0 0-22 0,4-6-24 16,-4 6-25-16,0 0-23 0,0 0-22 0,0 0-20 0,0 0-12 16,0 0-11-16,5 12-12 0,-3-7-10 0,-1 0-17 15,1 2-2-15,-1 0 2 0,-1 2-16 16,4 1-10-16,-3 2-6 0,5-2 2 0,-3 1-12 15,2 1-3-15,0 0-1 0,-1 0-8 0,1 1 1 0,3-1-2 16,-5-1-33-16,3 2-28 0,1-1-27 0,-3 0-41 16,2 0-41-16,-1-2-43 0,3 2-82 0,-1-5-269 15,-3 4-575-15,2-4 254 0</inkml:trace>
  <inkml:trace contextRef="#ctx0" brushRef="#br0" timeOffset="113388.46">5917 6133 68 0,'-1'-6'163'0,"1"6"-1"16,0-7-1-16,0 7 4 0,1-5-8 0,-1 5-4 0,3-6-1 16,-3 6-4-16,3-3-9 0,-3 3-13 0,1-3-9 15,-1 3-13-15,0 0-10 0,0 0-13 0,0 0-5 16,5-3-10-16,-5 3-7 0,0 0-8 0,0 0 2 15,0 0-9-15,7 10-6 0,-7-4-3 0,3-2-4 16,1 2-2-16,-2 1-3 0,2 0-2 0,-3 3-2 16,2-1-1-16,1 1-1 0,0 1-4 0,0 2 1 15,1-2-2-15,0-1 2 0,-1 3-4 0,1-1 1 16,-2 1-2-16,5 1 1 0,-4-1-1 0,3-3-1 16,-3 2 0-16,1 0 3 0,2-2-6 0,-2 0 1 15,2 0 1-15,-1 1-3 0,-2-4 2 0,3 3 2 16,-2-4-5-16,-2 1-1 0,0-3 1 0,1 2 0 15,-2 0-1-15,1-4 2 0,-1 3-2 0,-1-4 3 16,0 6-2-16,2-4-11 0,-3-3-30 0,1 6-32 16,-1-6-36-16,4 4-54 0,-4-4-57 0,0 0-166 15,0 0-411-15,-2 4 182 0</inkml:trace>
  <inkml:trace contextRef="#ctx0" brushRef="#br0" timeOffset="114274.97">9398 6212 110 0,'0'0'272'0,"0"0"-24"0,0 0-22 15,0 0-24-15,0 0-13 0,0 0-20 0,0 0-14 16,6 1-17-16,-6-1-12 0,2 5-11 0,0-1-12 0,-2-4-14 15,5 6-4-15,-4-3-9 0,2 3-9 0,-2-2-6 16,1 1-4-16,0 2-5 0,0-1-6 16,-1 0-3-16,2 2-10 0,-3-2-26 0,0 4-30 15,-3-3-37-15,2 2-59 0,-2-1-62 0,0-2-200 0,-1 2-413 16,3-3 182-16</inkml:trace>
  <inkml:trace contextRef="#ctx0" brushRef="#br0" timeOffset="115278.49">11671 5640 151 0,'0'0'316'0,"0"0"-8"16,-3-4-12-16,3 4-23 0,0 0-29 0,0 0-24 15,4-6-21-15,2 4-16 0,-6 2-23 0,12-4-16 16,-5 3-11-16,5-2-18 0,0 0-8 0,0 2-11 15,2 0-9-15,2 1-10 0,-2 0-8 0,2 0-7 16,3 1-6-16,-5-1-5 0,0 1-5 0,-1 2-6 16,1-1-5-16,-2-1 0 0,-1 1-9 0,0 1-3 15,-2-1 0-15,-1 2-6 0,-1-2 0 0,-1 4-3 16,3-2 0-16,-5-2-3 0,2 3-1 0,-1 0-2 16,-4-1 0-16,4 1 1 0,-4 0 0 0,3 1-4 15,-4 0-1-15,0-1-1 0,0 3-2 0,-3 0-1 16,1-2 7-16,0 3-4 0,-2-3 2 0,0 5-3 15,0-1 2-15,0 0-2 0,-2 0-2 0,-2 2 3 16,1-2-2-16,1 1 3 0,-1-2-2 0,-1 1-3 0,2 1 3 16,-1-2-2-16,2 0 3 0,-1-4-1 0,2 4 1 15,-1-4 3-15,1-1-8 0,1 4 1 0,2-4 2 16,-2-1-1-16,2-1 4 0,-2 1-1 16,3-3 0-16,0 6 9 0,0-6 10 0,5 4 8 0,-5-4 1 15,9-2-3-15,-9 2-1 0,16-1-1 0,-8 0-2 16,3-2-6-16,1-2-2 0,2 4 1 0,1 1-3 15,-2-3-4-15,2 2-1 0,-2-2-1 0,1 0-1 16,-3 3-8-16,3-3-9 0,-5 0-10 0,4 3-22 16,-8 0-17-16,3-1-20 0,-8 1-27 0,8-1-28 15,-8 1-37-15,7 0-46 0,-7 0-46 0,0 0-230 16,0 0-535-16,0 0 237 0</inkml:trace>
  <inkml:trace contextRef="#ctx0" brushRef="#br0" timeOffset="115498.2">11788 5784 50 0,'0'0'302'0,"0"0"-4"0,0 0-15 0,0 0-9 15,0 0-9-15,0 0-13 0,0 0-15 0,0 0-20 16,0 0-22-16,24-4-15 0,-16 2-16 0,1 1-24 15,2-1-10-15,2 2-17 0,-2 0-12 0,5-2-16 0,-2 1-35 16,1 1-44-16,-3 0-60 0,0 0-59 16,2-1-79-16,-2 0-78 0,-3 0-183 0,2 1-489 15,-1-2 216-15</inkml:trace>
  <inkml:trace contextRef="#ctx0" brushRef="#br0" timeOffset="115947.63">12247 5898 205 0,'7'3'268'16,"-4"-2"-7"-16,-3-1-7 0,0 0-9 0,7 2-6 16,-7-2-19-16,8 3-1 0,-3-2-29 0,2 3-15 15,-4-3-16-15,1 3-15 0,0-1-13 0,3-1-10 16,-3 1-15-16,0 1-10 0,0-1-7 0,0 0-12 16,0 0-9-16,-1-1-6 0,0 2-4 0,-2 0-7 15,2 1 2-15,-3 0-7 0,1-1-2 0,-1 1 11 16,-4 0 13-16,4 2 7 0,-4-4 12 0,-1 1 3 15,0 1 3-15,0-1-3 0,-1-1 3 0,1 2-3 16,1-3-12-16,0 2-1 0,1-1-6 0,3-3-12 16,-4 4 0-16,4-4 5 0,-7 2-18 0,7-2 12 0,0 0-10 15,0 0-8-15,0 0-2 0,0 0 2 16,0 0-12-16,0 0-19 0,22-2-20 0,-10-2-32 16,-1 0-31-16,4 1-31 0,3-4-33 0,-5 1-38 15,5 0-46-15,1-1-63 0,-1-4-68 0,1 4-252 0,3-6-656 16,-2-4 290-16</inkml:trace>
  <inkml:trace contextRef="#ctx0" brushRef="#br0" timeOffset="116198.53">12623 5731 108 0,'0'0'365'0,"0"0"-11"0,0 0-21 0,-6-3-26 16,6 3-11-16,0 0-35 0,0 0-27 0,13-7-20 15,-6 5-25-15,-1 2-16 0,2-1-19 0,3-1-3 16,-1-1-27-16,2 2-7 0,-1 0-23 0,1 0-27 16,0 1-33-16,1 0-35 0,-1 0-44 0,-3 0-45 15,1 1-49-15,3-1-67 0,-4 1-53 0,-2 3-214 16,0-2-512-16,-1-1 227 0</inkml:trace>
  <inkml:trace contextRef="#ctx0" brushRef="#br0" timeOffset="116382.52">12719 5819 5 0,'0'0'301'0,"0"0"-1"0,-4 1-4 0,4-1-16 16,0 0-15-16,0 0-17 0,0 0-24 15,0 0-26-15,0 0-11 0,23-3-28 0,-12 2-11 0,0-1-17 16,1 1-21-16,2 0-40 0,2 0-44 0,-1-2-52 16,0 3-60-16,0-1-70 0,8-2-80 0,-5 3-172 15,5 0-441-15,-4-1 195 0</inkml:trace>
  <inkml:trace contextRef="#ctx0" brushRef="#br0" timeOffset="116934.5">13270 5642 118 0,'-3'-2'360'16,"3"2"-7"-16,0 0-5 0,0 0-21 0,0 0-3 16,0 0-37-16,0 0-17 0,0 0-19 0,0 0-33 15,0 0-24-15,0 0-22 0,9-5-14 0,-9 5-18 16,0 0-3-16,16 5-27 0,-8-4-9 0,-1 1-11 0,4 2-8 15,-2-2-8-15,-2 3 4 0,3 0-22 0,0 0-4 16,-3-2-10-16,3 4-2 0,-5-2 0 16,2 1-6-16,-2-2-6 0,0 2-2 0,0 2-4 0,-2-3-4 15,-2 5-3-15,2-4 0 0,-3 1 0 0,0 0 2 16,0-1-7-16,-3 2 14 0,-1 1 16 0,0-1 14 16,-2 1 9-16,4-3 9 0,-6 0 8 15,2 4-2-15,-3-3 1 0,3-2 6 0,2-1-1 0,-4 1 0 16,3 0-3-16,3 0-5 0,-2 1-3 0,0 0-4 15,3-2 8-15,-2-3 2 0,3-1 5 0,-1 5 5 16,1-5-1-16,0 0-4 0,0 0-4 0,0 0-7 16,13 1-8-16,-2-5-12 0,1 3 0 0,2 0-9 15,6 0-4-15,2-4-15 0,0 3-29 0,8-3-30 16,-2 2-41-16,-4 1-53 0,8-3-63 0,-2 1-61 16,3 2-59-16,-6-1-81 0,4-2-88 0,-11 2-309 15,0 1-854-15,-1-2 377 0</inkml:trace>
  <inkml:trace contextRef="#ctx0" brushRef="#br0" timeOffset="120329.99">835 7803 146 0,'0'0'284'0,"0"0"-24"16,0 0 8-16,0 0-21 0,0 0-23 0,0 0-25 15,0 0-17-15,0 0-10 0,0 0-24 0,14-4-16 16,0 2-12-16,-1-1-12 0,3 0-12 0,5 0-8 15,-1-1-9-15,0 0-8 0,-1 2-7 0,0 1-3 16,-6 1-8-16,0-4-5 0,-2 4-7 0,1 0-5 16,-1 0 1-16,-3 0-8 0,-1 2-1 0,-2 0-6 15,2 0 1-15,-4-1-7 0,1 3 0 0,0 0-3 16,1 2 2-16,-5 1-1 0,3 1-2 0,-6 3-2 16,1-2 1-16,-4 2 0 0,2 1 0 0,0 1 2 15,-3 0-1-15,0 0-3 0,-1 4 2 0,3-4 1 16,-2-4 2-16,0 5-2 0,1-4-5 0,2 2 4 15,1-2-5-15,0-1 3 0,-1 0 2 0,3-1-6 16,-2-2 1-16,1-1 3 0,1 0-2 0,1 0 3 16,0 0 6-16,1-2 12 0,1 1 4 0,-2-4 0 15,5 5 14-15,-2-4 5 0,5 1-7 0,3-2-3 16,-3 0-2-16,6-2-7 0,-3 2 0 0,1-1-5 16,1-1-3-16,1-1-16 0,1 1 9 0,-1-1-6 15,-2-1-23-15,4 1-32 0,-6 0-37 0,3-1-42 16,-6 1-40-16,1 0-60 0,3-2-61 0,-4 2-235 15,-4-1-561-15,1 0 249 0</inkml:trace>
  <inkml:trace contextRef="#ctx0" brushRef="#br0" timeOffset="120580.66">946 7951 222 0,'0'0'306'16,"0"0"-12"-16,-8 2-10 0,8-2-11 0,0 0-16 15,0 0-24-15,0 0-12 0,0 0-35 0,0 0-6 16,0 0-21-16,0 0-12 0,0 0-15 0,25-5-10 16,-11 1-18-16,-1 1-7 0,1 2-9 0,3-4-16 15,2-2-26-15,3 5-34 0,-3-4-44 0,-2 0-45 16,1 0-56-16,-3 5-65 0,3-3-81 0,-6 0-174 15,-2 2-491-15,1-3 217 0</inkml:trace>
  <inkml:trace contextRef="#ctx0" brushRef="#br0" timeOffset="121300.13">1402 8017 133 0,'0'0'260'15,"0"0"-20"-15,0 0-18 0,0 0-18 0,0 0-19 16,0 0-20-16,0 0-15 0,0 0-14 0,8-5-14 15,-8 5-14-15,0 0-9 0,0 0-8 0,0 0-10 16,0 0-7-16,10 1-10 0,-10-1-7 0,0 0-8 16,9 0-3-16,-4 3-6 0,-5-3-1 0,10 0 0 15,-6 1-8-15,2 0-2 0,-6-1-2 0,8 3-2 16,-8-3-5-16,5 2-3 0,-5-2-2 0,7 2-2 16,-4 0-1-16,-3-2-3 0,2 6-1 0,0-4 3 0,-2-2-1 15,1 5-3-15,-1-5-3 0,0 9-1 16,0-5 1-16,-1 0-3 0,1-4 3 0,-2 10-2 15,1-7 1-15,0 2-3 0,-1-1 2 0,1 2-2 16,-2-3 2-16,2 1-1 0,2 0 1 0,-1-4 2 0,0 7 0 16,1-5-1-16,-1-2 3 0,5 5 2 0,-3-1 2 15,0-1 0-15,-2-3 4 0,5 5-3 16,-1-1 0-16,1-3-1 0,-5-1-3 0,5 4-1 16,0-1 3-16,-5-3-5 0,3 2-1 0,-3-2 4 15,4 4-2-15,-4-4-2 0,3 4 3 0,-3-4-3 0,0 0 8 16,1 3 3-16,-1-3 10 0,0 0 14 0,-7 8 8 15,4-4 2-15,-1-1 1 0,-1 0-1 0,-2 1 5 16,-1 0-11-16,3-1-2 0,-5 2 0 16,-2-1-5-16,5-1-7 0,-3 2 3 0,0 0-7 0,3-2-4 15,-1 0 3-15,1-1-5 0,-1 1 12 0,1-3-22 16,3 2-17-16,4-2-19 0,-7 1-30 0,7-1-44 16,0 0-56-16,-7-6-67 0,7 3-66 15,0 3-178-15,3-10-506 0,-3 3 224 0</inkml:trace>
  <inkml:trace contextRef="#ctx0" brushRef="#br0" timeOffset="121584.48">1614 7894 232 0,'0'0'347'0,"0"0"-15"0,8-2-19 16,-8 2-20-16,0 0-17 0,7-2-23 0,-7 2-26 15,8-4-17-15,-2 2-27 0,0-1 12 0,2 1-63 16,2-2 3-16,2 1-12 0,2-1-17 0,0 3-12 16,-1-1-32-16,-1-2-38 0,2 3-40 0,-3-1-40 15,-2 0-49-15,3 1-52 0,-5-1-47 0,2 1-60 16,-4 2-193-16,3 1-493 0,-8-2 219 0</inkml:trace>
  <inkml:trace contextRef="#ctx0" brushRef="#br0" timeOffset="121751.75">1690 7991 8 0,'0'0'208'0,"0"0"0"15,0 0 9-15,0 0 8 0,0 0-12 0,3 6-15 16,-3-6-18-16,12-2-21 0,-12 2-16 0,16-5-13 15,-2 1-12-15,-2 0-13 0,2 1-18 0,5-2-41 16,-1-1-53-16,-2 2-66 0,4 1-68 0,-2-4-197 16,0 3-365-16,-5 0 161 0</inkml:trace>
  <inkml:trace contextRef="#ctx0" brushRef="#br0" timeOffset="122821.65">2238 7736 208 0,'0'0'348'16,"0"0"5"-16,0 0-23 0,0 0-32 0,0 0-34 15,0 0-26-15,0 0-26 0,0 0-26 0,0 0-17 16,0 0-11-16,0 0-22 0,0 0-10 0,7 12-13 15,-3-7-18-15,2 3-5 0,-2-2-11 0,0 0-6 16,0 4-7-16,4 0-8 0,-4 0-7 0,2 0 0 16,-1 1-3-16,3-1-9 0,-3 0-8 0,1-1 4 15,1 1-7-15,-4-2 0 0,-1-1 1 0,1-1-6 16,1 0-3-16,-1 1 10 0,-1-1-20 0,1-2 4 16,-3-2 4-16,0-2-3 0,6 6 3 0,-6-2 8 15,0-4 2-15,0 0 19 0,2 2-1 0,-2-2 4 16,0 0-2-16,0 0-6 0,3-12 3 0,-3 12 4 0,0-10-12 15,0 3 1-15,0 4-1 0,0-6-3 16,0 3 2-16,3-5-2 0,-3 4-1 0,1-4 0 16,6 3 2-16,-6 1-4 0,1-1 0 0,-1 3-7 15,-1-3 0-15,3 3-5 0,-2 0 5 0,2 2-7 0,-3-2-4 16,0 5 2-16,4-5-7 0,-4 5 0 0,5-1-8 16,-5 1 3-16,0 0-13 0,0 0 15 0,15 5-7 15,-11-1 1-15,2 0-2 0,1 0 0 16,-3 0-5-16,1 1-21 0,1 1 20 0,-1-1-8 0,1 0 2 15,-1 2-24-15,-1-2 1 0,1 0 21 0,2 0 0 16,-4-1 16-16,1 0-16 0,-1-1 7 0,1 0-1 16,-3 0 2-16,2 1-2 0,-3-4 6 0,5 2 4 15,-5-2 0-15,0 0 5 0,0 0 3 0,0 0-2 16,0 0 7-16,10-7 7 0,-10 7 9 0,1-7 1 16,-1 2 3-16,3 1-6 0,-3-2 22 0,1 1 2 15,2-3 5-15,-2 2 3 0,4 1 8 0,-4-3 0 16,2 1 8-16,-2 2-6 0,3 0-1 0,-3 0 2 15,1 1-7-15,-1-1-2 0,3 2-5 0,-2-2-3 16,-1 1-15-16,-1 4-3 0,0 0-3 0,4-1-6 16,-4 1-6-16,0 0 0 0,0 0-4 0,0 0 0 15,15 5-4-15,-14 0-1 0,3-3-6 0,2 3-22 16,-2 0-23-16,0 0-13 0,0 2-22 0,3-2-39 16,-3 1 0-16,1 1-24 0,1-1-33 0,-2 0-24 15,3 0-25-15,-1-1-37 0,0 1-49 0,-2-2-57 16,3 1-285-16,-3-4-702 0,0 2 311 0</inkml:trace>
  <inkml:trace contextRef="#ctx0" brushRef="#br0" timeOffset="123072.64">2679 7720 310 0,'0'0'342'0,"0"0"-16"0,0 0-12 16,0 0-41-16,0 0-31 0,0 0-22 16,0 0-23-16,0 0-18 0,0 0-17 0,0 0-24 15,8 10-6-15,-5-8-14 0,-2 3-9 0,2 1-12 16,1-1-8-16,1 0-13 0,-1 3 4 0,5-1-18 0,-5 2-26 16,1-2-30-16,2-1-40 0,0 1-39 0,-3-2-50 15,3 4-61-15,-3-4-58 0,5-1-234 16,-6 0-514-16,4-1 227 0</inkml:trace>
  <inkml:trace contextRef="#ctx0" brushRef="#br0" timeOffset="123491.33">2884 7723 84 0,'0'0'192'0,"0"0"-6"0,0 0-12 0,0 0-9 16,0 0-15-16,0 18-9 0,0-15-13 16,2 1-10-16,-2 0-14 0,1 4-6 0,0-3-10 0,1 0-10 15,-1 3-8-15,0-3 2 0,2 1-14 0,1 1-5 16,-2-4-6-16,0 2-1 0,1 0-7 0,-1 1-4 16,1-4 1-16,0 1-2 0,0-2-6 15,-3-1-2-15,5 3 1 0,-5-3-7 0,0 0 0 0,0 0-5 16,11-5-2-16,-6 1 2 0,0 0-2 0,-1 0 7 15,0 0 14-15,0-1 15 0,-1 0 15 0,1 0 14 16,-1 1 12-16,-1 0 12 0,1-1 29 0,2-2-2 16,1 2-7-16,-5 2 7 0,2-2 7 0,1 0-1 15,-3 3-25-15,4 0 14 0,-5 2-14 0,4-5-20 16,-3 2-26-16,-1 3 10 0,8-1-6 0,-8 1-6 16,0 0-7-16,11 1-9 0,-7 3-2 0,2-3-7 15,0 3-1-15,-2-2-2 0,3 2-5 0,-1 3 0 16,-1-2-1-16,6-2-4 0,-3 6-19 0,-1-5-23 15,0 0-30-15,-1 1-21 0,3-2-24 0,-4 1-32 16,-1-2-32-16,0 2-37 0,0-3-50 0,-4-1-53 16,11 3-273-16,-11-3-617 0,0 0 273 0</inkml:trace>
  <inkml:trace contextRef="#ctx0" brushRef="#br0" timeOffset="123708.09">2852 7574 332 0,'-6'-4'372'16,"6"4"-25"-16,-5-1-28 0,5 1-31 0,-3-3-23 16,3 3-24-16,0 0-32 0,-4-2-29 0,4 2-58 15,0 0-41-15,0 0-44 0,0 0-46 0,0 0-64 16,0 0-85-16,0 0-81 0,0 0-147 0,4 13-418 15,-5-8 185-15</inkml:trace>
  <inkml:trace contextRef="#ctx0" brushRef="#br0" timeOffset="125096.06">1898 7553 258 0,'-1'-5'271'0,"-3"0"-4"0,0 0-12 15,4 0-15-15,-3 2-12 0,2 0-10 0,1 3-17 16,-4-4-19-16,4 4-15 0,-6-3-27 0,6 3-11 15,0 0-16-15,0 0-13 0,-10 5-11 0,4 0-5 16,3-2-11-16,2 5-8 0,-6-1-9 0,6 1-8 16,-1 4 1-16,-2-6-11 0,1 3 2 0,2-2-6 15,1 4-4-15,0-5-3 0,0 5-3 0,0-5-3 16,0 0-6-16,0 1-1 0,4-2 0 0,-4-1-6 16,4-1 2-16,-1 0-3 0,1-2-1 0,-4-1 3 15,12-1-3-15,-5 0-4 0,-2-1 1 0,2-1 1 16,-1-1 2-16,2 1-1 0,-4-3-4 0,3-1 3 15,-2-1-2-15,-1 1 2 0,1 1-3 0,0 0 4 16,-1-5 0-16,-1 7-3 0,-1-5 1 0,0 5-2 16,-1 1 7-16,0-2 4 0,1 1-1 0,-2 4-1 15,3-7 0-15,-3 7-3 0,1-4-1 0,-1 4-8 16,0 0-1-16,0 0 3 0,0 0-3 0,0 0 6 0,0 0-1 16,0 0-8-16,-1 16-3 0,1-16 0 0,0 8-12 15,0 1-12-15,1-4-12 0,0-2-11 16,1 3-19-16,0 1-12 0,0-2-17 0,2-1-20 15,-3 2-30-15,3-3-19 0,0 0-20 0,-2 0-26 0,0 0-171 16,1-1-422-16,-3-2 187 0</inkml:trace>
  <inkml:trace contextRef="#ctx0" brushRef="#br0" timeOffset="125565.4">2037 7541 14 0,'0'0'140'0,"0"0"-3"0,0 0-19 15,0 0-8-15,0 0-10 0,0 0-7 0,4-3-6 16,-4 3-13-16,0 0 1 0,0 0-10 0,0 0-5 16,0 0-5-16,0 0-8 0,-1 12 1 0,1-12-10 15,0 6-3-15,0-6-7 0,0 7 2 0,0-4-1 16,0-3-7-16,0 3 3 0,0-3-6 0,0 5-3 16,0-5-8-16,1 5 5 0,-1-5 3 0,0 4-7 15,0-4-8-15,0 0 13 0,0 0-8 0,0 0 7 16,0 0 2-16,0 0-8 0,0 0-10 0,0 0-4 15,12-11-3-15,-9 8-5 0,4 0-5 0,-3-3-1 16,1-2-3-16,6 1 2 0,-1-3-13 0,-2 3 4 16,4-1 6-16,-1 2 5 0,0-3-3 0,-2 1 4 15,1 3 18-15,-2 1-11 0,-2-1 1 0,2 0 10 16,-4 1 3-16,1 0 21 0,2 3 8 0,-4-2 6 16,0 1 11-16,-1-1 5 0,-2 3 3 0,3-4 0 15,-3 4 0-15,0 0 4 0,0 0 0 0,0 0-2 16,0 0-1-16,0 0-3 0,0 0-1 0,0 0-4 15,-11 8-4-15,11-8-4 0,-4 5 1 0,3-1-3 0,1 3-5 16,0-4-3-16,-2 2 1 0,1 2-8 16,1-2-1-16,0 3 1 0,1-1-3 0,1 1-1 15,-1 1-3-15,3-1-1 0,-4 3-1 0,3 1-4 16,1-5 3-16,-4 5 0 0,4-3-3 0,-3 2-1 0,2-1 3 16,-3 1-8-16,1 0-22 0,-1 0-33 15,0 0-47-15,3-4-46 0,-3 3-61 0,-3 1-132 0,3 0-363 16,0-5 162-16</inkml:trace>
  <inkml:trace contextRef="#ctx0" brushRef="#br0" timeOffset="128224.93">3540 7288 158 0,'0'-5'258'15,"0"0"-2"-15,0 5-7 0,-3-6-8 0,3 1-14 16,-4 1-2-16,4 4-25 0,-4-6-12 0,2 1-20 16,2 5-16-16,-6-3-12 0,2 3-18 0,4 0-15 15,-11 0-8-15,11 0-12 0,-14 2-6 0,3 3-12 16,3 1-10-16,-4-1-1 0,1 1-8 0,2 2-5 15,-5-2-9-15,6 4 0 0,-2-2-3 0,1 3-5 16,2-1-4-16,-1-2 1 0,0 3-10 0,0-1 8 16,4 0-8-16,-1 0 0 0,4-3-1 0,-2 2-3 15,3-1 0-15,3 2-3 0,-2-3 3 0,5 3-4 16,2-2 1-16,-1 1 0 0,2-1-3 0,2 1-1 16,4 2 2-16,2 0-4 0,-4-2 3 0,2 1-4 15,0 0 1-15,1 1-2 0,1-3-1 0,-9 2-1 16,8 1-6-16,-5-3 2 0,0 4-4 0,0 0 4 15,-3-5 3-15,0 5-4 0,0-2 1 0,0 1-4 16,-1 0-1-16,-1 2 3 0,-2-1-1 0,5 4 3 16,-9-4-2-16,4 4 3 0,-4-3 0 0,2 0 0 15,-4 2 0-15,1 0 2 0,-5 1-1 0,0 0 6 16,-1 0-3-16,0-1-1 0,-4 0-4 0,0 0 4 16,-1-2 3-16,1 1-2 0,-1-2-3 0,1-2 5 15,-5 1 5-15,8-3 7 0,-2-1 3 0,1-2 0 16,3 2 6-16,-2-3-10 0,5-1 4 0,-1 0 4 15,-1 1-5-15,2-3 4 0,-1 2 0 0,4-3-2 16,-3 2 3-16,-1 1-4 0,4-3-1 0,0 0-3 16,0 0-2-16,7 5 10 0,-3-3-9 0,1 1-5 0,2 1 7 15,-1 0-7-15,-1 0 9 0,7 1-8 16,-2 1-1-16,1 2-2 0,1-1-2 0,-2 3 3 16,-1-2 2-16,6 4-5 0,-4-2 0 0,0 2-3 15,5 2-2-15,-4 0 3 0,3-1 2 0,-4 0 0 0,4 0-15 16,-1-1-13-16,-1 0-22 0,1-2-27 0,1 0-36 15,1 0-42-15,-2-3-59 0,4-1-73 16,-5-2-199-16,2-1-523 0,0-3 232 0</inkml:trace>
  <inkml:trace contextRef="#ctx0" brushRef="#br0" timeOffset="129077.47">3725 8221 42 0,'0'0'250'0,"0"6"-2"0,0-3-6 0,0-3-14 16,-2 7-10-16,2-1-13 0,2-1-16 0,-2 1-11 15,1 0-14-15,2 2-11 0,-2 2-21 0,4-2-11 16,0 1-8-16,0 1-11 0,2 0-9 0,0 2-9 0,1-2-6 16,4-1-9-16,2 4-16 0,1-5-28 15,1 2-43-15,2-2-63 0,-2-1-66 0,5-2-81 16,-8 0-192-16,6 1-453 0,-5-5 202 0</inkml:trace>
  <inkml:trace contextRef="#ctx0" brushRef="#br0" timeOffset="133041.75">20018 1553 75 0,'1'-2'256'0,"-1"2"-16"0,3-4-17 0,-3 4-25 15,4-5-18-15,-4 5-17 0,0 0-21 0,0 0-11 16,0 0-22-16,4-2-5 0,-4 2-11 0,0 0-8 16,5 15-9-16,-3-10-5 0,0 3-8 0,4 0-3 15,-3 3-14-15,-1 0-1 0,1 2-5 0,4 0-5 16,-5-3-1-16,3 8-2 0,-1-6-5 0,0 5 0 15,1-5-4-15,-2 0-3 0,3 4-5 0,-2-3 2 16,1 0 1-16,-4-2-4 0,1 1 0 0,0 1-1 16,0-4-2-16,1 4-1 0,-3-3 1 0,2-2-2 15,0 2-1-15,-1-4-12 0,-1 1-11 0,0-3-19 16,1 3-18-16,2 0-33 0,-3-4-31 0,0 1-40 16,0 0-37-16,2 0-155 0,0 0-376 0,-2-4 167 15</inkml:trace>
  <inkml:trace contextRef="#ctx0" brushRef="#br0" timeOffset="133276.34">20208 1847 14 0,'-8'1'113'15,"5"1"0"-15,3-2-3 0,-5 3-14 0,2 1-16 16,-1 1-1-16,0-1-9 0,0 1-8 0,-1-1 5 16,3 2-11-16,-1-1-18 0,1 0-12 0,-1 0-25 15,2 2-51-15,-5-2-37 0,6 0-45 0,-1 1-142 16,-2-3 63-16</inkml:trace>
  <inkml:trace contextRef="#ctx0" brushRef="#br0" timeOffset="133477.07">19999 1902 22 0,'0'0'130'0,"9"6"-10"16,-5-3-16-16,3 0-9 0,0 2-9 0,2 0-4 15,-2-2-21-15,1 1-37 0,4 1-56 0,0 3-84 16,-3-4-124-16,1 1 55 0</inkml:trace>
  <inkml:trace contextRef="#ctx0" brushRef="#br0" timeOffset="141790.19">4578 7641 222 0,'0'0'276'0,"-2"-4"-14"0,2 4-19 0,0 0-17 15,0 0-22-15,0 0-19 0,-5-3-21 0,5 3-14 16,0 0-16-16,-10 7-9 0,9-2-3 0,-3 0 0 16,4 1-8-16,-7 3-2 0,4-1 4 0,-2 1-10 15,1 1 2-15,0 2-2 0,-2-3-3 0,2 5-4 16,3-5-3-16,-5 2-14 0,1 2-1 0,2-2-10 15,2 0-9-15,-2-4-2 0,2 0-6 0,1 2-8 16,0-3-3-16,0 1-2 0,1-1 5 0,2-1-8 16,0 0-3-16,2-1-3 0,2 0 7 0,-2-2 2 15,2 0-18-15,5-2 0 0,-1-3 4 0,2 2-9 16,-3 0 1-16,1-3 7 0,0 0-12 0,0 0 3 16,-1 0-7-16,-2-1 2 0,0-1 5 0,-3 0-5 15,2 1 12-15,-4 0-8 0,0 0-4 0,-2-1 1 16,2 1 4-16,-3-1 0 0,-3-1 1 0,0 2 9 0,1 0-8 15,-4-2-2-15,2 3-6 0,-2 3-1 16,-2-3 1-16,2 1 0 0,-3-1-5 0,4 3 1 16,-2-1-9-16,7 2 2 0,-13 0-6 0,13 0-8 15,-10 0-38-15,6 2-27 0,4-2-38 0,-9 2-18 0,6 1-25 16,3-3-31-16,-2 5-41 0,2-5-50 0,10 2-48 16,-5 0-174-16,1 0-545 0,2-1 241 0</inkml:trace>
  <inkml:trace contextRef="#ctx0" brushRef="#br0" timeOffset="142041.09">4873 7706 118 0,'0'0'282'0,"0"0"-10"0,0 0-1 16,0 0-7-16,9 0-6 0,-9 0-10 0,7-3-17 15,-3 2-19-15,-4 1-13 0,8-1-26 0,-3-2-12 16,0 1-14-16,3 0-20 0,0 0-12 0,2-1-11 16,-1 2-8-16,1 0-12 0,2-2-10 0,-5 1-16 15,4-2-24-15,-3 3-31 0,0-1-35 0,4-1-41 16,-5 1-46-16,-1-1-42 0,6 1-63 0,-4-2-53 16,-4 3-165-16,3 0-477 0,-3-4 212 0</inkml:trace>
  <inkml:trace contextRef="#ctx0" brushRef="#br0" timeOffset="142275.26">5153 7571 198 0,'0'0'237'15,"2"-2"-14"-15,-2 2-25 0,0 0-15 0,0 0-12 16,0 0-12-16,0 0-9 0,0 0-9 0,-2 15-11 0,2-11-3 15,0 2-20-15,-1 0-11 0,1 0-8 0,1 0-7 16,-1 3-10-16,0-1-7 0,3 1-4 16,-3-1-6-16,1 2-4 0,4-1-19 0,-5-2-17 15,2 1-32-15,-1 0-37 0,2-3-57 0,-2 0-55 0,2 0-56 16,-3 3-120-16,3-5-373 0,0 2 165 0</inkml:trace>
  <inkml:trace contextRef="#ctx0" brushRef="#br0" timeOffset="142609.44">5266 7524 117 0,'0'0'260'16,"0"0"-7"-16,5-2-7 0,-5 2-2 0,0 0-13 15,0 0-12-15,15 5-14 0,-11-4-18 0,2 3-12 16,-1-3-12-16,4 1-17 0,0 3-16 0,0-2-12 16,1 2-9-16,2-1-12 0,-1 2-10 0,-1 0-8 15,2-1-9-15,-1 1-3 0,-3 2-10 0,5-1-1 16,-3 3-12-16,-3-3-5 0,2 3 0 0,-2-2-7 16,-1 1-12-16,-1 0-14 0,-1 2-14 0,-2-1-10 15,-4 1-14-15,0 1-10 0,-4 1-7 0,1-3-21 16,-7 5-19-16,-1 1-13 0,1-5-32 0,-9 9-25 15,5-7-23-15,-2 0-28 0,-2 0-30 0,-3 2-121 16,-6 2-389-16,5-4 172 0</inkml:trace>
  <inkml:trace contextRef="#ctx0" brushRef="#br0" timeOffset="143211.94">4431 7633 168 0,'0'0'322'0,"-3"-2"-2"15,3 2-5-15,0 0-12 0,0 0-16 0,0 0-14 16,0 0-23-16,-7-1-23 0,7 1-23 0,-9 4-4 15,3-1-21-15,-2 4-5 0,1 1-12 0,-2 1 9 16,2 0-18-16,0 3-10 0,-1 3-7 0,0 0-9 16,1 2-9-16,0-2-6 0,3 3-16 0,0-2-8 15,-1 0-4-15,5 1-10 0,0-3-5 0,5 3-9 16,-2-1-9-16,1-3-3 0,4 5-1 0,0-6-8 16,7 2 3-16,-5-1-33 0,6 0-16 0,-1-1-32 15,4-4-47-15,-2 0-41 0,0 0-52 0,1-1-61 16,-1 0-67-16,4-4-77 0,-8 0-230 0,6-5-665 0,1 2 294 15</inkml:trace>
  <inkml:trace contextRef="#ctx0" brushRef="#br0" timeOffset="143880.53">5371 7337 92 0,'5'-3'331'16,"-5"3"-18"-16,0 0-17 0,3-2-22 0,-3 2-23 15,2-3-18-15,-2 3-30 0,0 0-15 0,0 0-25 0,0 0-17 16,7 0-15-16,-7 0-14 0,0 0-12 0,10 5-9 15,-7-2-6-15,2 0-12 0,0 1-12 0,-1 1-4 16,-2-2-9-16,2 1-1 0,0 2-9 0,-1-3-5 16,-2 2-2-16,2 0 1 0,-2 1-8 0,-1-1-2 15,-1-1 1-15,1 1-3 0,0 1 8 0,0 1 19 16,-1-5 3-16,-1 2 11 0,-1 3 2 0,2-4 5 16,1-3 6-16,-4 4-3 0,4-2 7 0,0-2-4 15,-1 5-6-15,1-5 1 0,0 0-6 0,0 0 0 16,0 0-1-16,0 0-8 0,0 0-9 0,0 0-6 15,0 0-8-15,21-6-22 0,-14 5-25 0,6-1-34 16,0-2-45-16,-2-1-33 0,4 2-52 0,-3 0-54 16,2 1-71-16,1-1-69 0,-4 1-211 0,2 1-628 15,-2-1 278-15</inkml:trace>
  <inkml:trace contextRef="#ctx0" brushRef="#br0" timeOffset="144198.81">5829 7601 259 0,'0'0'259'0,"16"0"-20"16,-7-2-19-16,0 0-18 0,2 0-14 0,1-3-18 15,-1 3-22-15,3 1-15 0,1-2-12 16,-2 0-12-16,1 1-11 0,-2 0-12 0,0 0-7 16,3-1-18-16,-4 2-34 0,-3-1-42 0,3 3-37 0,-6-1-42 15,2-1-46-15,-1 0-46 0,-6 1-133 0,0 0-345 16,10 0 152-16</inkml:trace>
  <inkml:trace contextRef="#ctx0" brushRef="#br0" timeOffset="144416.26">5881 7522 155 0,'0'0'300'16,"0"0"-27"-16,0 0-26 0,0 0-14 0,0 0-5 15,0 0-7-15,-3 10 4 0,3-10-22 0,4 9-18 16,-3-3-6-16,2-1-24 0,-1 3-13 0,0 1-17 16,5 1-12-16,-3 0-6 0,0 2-11 0,2 0-11 15,-1 1-7-15,-1-1-16 0,5 4-34 0,-2 1-40 16,0-5-53-16,3 6-60 0,-1-3-90 0,2 0-290 16,-1 1-545-16,-1-6 242 0</inkml:trace>
  <inkml:trace contextRef="#ctx0" brushRef="#br0" timeOffset="147259.78">6511 7423 117 0,'0'0'260'0,"0"0"-35"0,0 0-18 16,-3-2-24-16,3 2-16 0,0 0-13 0,0 0-7 15,-6 8-11-15,5-2-3 0,1 1-1 0,0 1-5 16,0 3-1-16,-3 2-2 0,6 0-1 0,-2 5-7 16,-2-5-9-16,1 3-2 0,0 1-3 0,0 1 2 15,0 0-6-15,0-2-7 0,1 2 0 0,-1-5-14 16,0 4-6-16,-1-4-7 0,1-2-2 0,0 2-12 15,4 0 1-15,-3-1-6 0,1 0-4 0,1-3-6 16,2 1-3-16,-4-1-14 0,3-1-24 0,3-3-30 16,-1-1-36-16,-1 3-45 0,4-4-59 0,1 0-73 15,1-2-263-15,2 0-552 0,-3-1 244 0</inkml:trace>
  <inkml:trace contextRef="#ctx0" brushRef="#br0" timeOffset="147627.76">6694 7652 164 0,'-5'7'224'0,"2"-6"-10"0,2 3-14 16,-1-1-17-16,2-3-10 0,0 8-18 0,-3-4-11 0,3 0-12 15,0-4-6-15,3 6-9 0,-3-3-9 0,3 1-3 16,1-2-8-16,-4-2-5 0,7 4-9 0,1-4-7 15,-3 1-4-15,-5-1-9 0,13-2-5 16,-8 1-6-16,3-3-7 0,-1 2 2 0,0-2-5 0,-2 1-8 16,3-1-3-16,-5-1-3 0,3-2-2 0,-2 0-4 15,0 0 3-15,-3-1 4 0,-1 2 3 0,0-2-2 16,0 1 1-16,-4-1 3 0,1 1 0 0,1 0 5 16,-4 2 2-16,5-1-3 0,-6 1-4 0,0 2-2 15,3-1-1-15,-3 0-7 0,-1 0-1 0,0 3-7 16,8 1 1-16,-11 0-4 0,11 0-6 0,-12 3-24 15,5 1-17-15,3-2-19 0,4 3-26 0,0-5-32 16,-4 6-43-16,4-6-52 0,8 6-58 0,-3-1-158 16,4-2-455-16,-3 0 202 0</inkml:trace>
  <inkml:trace contextRef="#ctx0" brushRef="#br0" timeOffset="147861.94">6985 7588 244 0,'0'0'321'0,"3"-2"-5"16,-3 2-15-16,4-3-8 0,-4 3-14 0,7-2-17 0,-3 0-20 16,1 0-21-16,-1-1-3 0,3 1-35 0,0 0-20 15,1 0-20-15,4 0-13 0,-2-1-11 16,1-1-13-16,-3 3-9 0,4-3-25 0,-2 1-33 15,-2 2-27-15,4-1-34 0,-6 2-44 0,3 0-46 0,-5-3-55 16,1 3-60-16,4-2-63 0,-9 2-190 0,8-1-519 16,0 0 229-16</inkml:trace>
  <inkml:trace contextRef="#ctx0" brushRef="#br0" timeOffset="148246.65">7282 7461 160 0,'0'0'287'15,"-8"5"-10"-15,8-5-10 0,-6 4-14 0,3-1-2 16,1-1-28-16,-1 2-11 0,-1 0-14 0,0 1-18 16,1 0-13-16,0 2-10 0,-1-2-18 0,4 1-7 15,-4 1-22-15,4-2-6 0,0 1-12 0,0 0-7 16,0 1-4-16,0-1-7 0,4-1-7 0,-4-2-8 15,6 1-2-15,-4 1-11 0,4-2 0 0,-2-1-4 16,1-1-1-16,2 2-2 0,0-3-5 0,1 0-4 16,0 0-2-16,-2-3-3 0,2 1-4 0,1-1 1 15,-3 0-3-15,-1-2-5 0,1 1-4 0,-1 0 0 16,-2-1 2-16,2-2-3 0,-4 1-4 0,2-1 4 0,-3 1 2 16,0-1-6-16,-3 1-1 0,2 1 1 15,1 0 1-15,-5 0-1 0,5 1 1 0,-6 0-6 16,2-1 1-16,0 2-7 0,0 1-2 0,4 2-14 0,-12 0-12 15,12 0-12-15,-10 0-23 0,10 0-30 16,-12 3-32-16,7-1-37 0,-1 1-47 0,1-2-53 16,4 3-245-16,-2-1-554 0,0 1 246 0</inkml:trace>
  <inkml:trace contextRef="#ctx0" brushRef="#br0" timeOffset="148565.44">7434 7344 176 0,'0'0'285'0,"0"0"-14"16,0 0-1-16,0 0-12 0,0 0-6 0,0 0-12 15,11 5-3-15,-11-5-16 0,7 5-21 0,-2-4-7 16,-1 1-18-16,0 3-10 0,3-2-15 0,-2 2-18 15,4 2-18-15,-1 1 13 0,0-3-26 0,1 1-16 16,1 4-10-16,-3-2-4 0,4 4-9 0,-2-1-4 16,1 2 2-16,-1 1-12 0,-2 1-3 0,0 0-8 15,-3-3-3-15,0 5-2 0,-4 0-11 0,0-4-12 16,0 3-18-16,-3-3-11 0,-2-1-16 0,2 1-24 16,-5 4-18-16,1-6-24 0,2 1-23 0,-3-2-34 15,2 2-37-15,1-6-50 0,-1-1-55 0,-2-1-178 16,3 1-519-16,-2-4 230 0</inkml:trace>
  <inkml:trace contextRef="#ctx0" brushRef="#br0" timeOffset="149166.6">7533 7149 19 0,'0'0'348'0,"0"0"-13"0,3-3-19 0,-3 3-14 15,3-2-20-15,-3 2-25 0,0 0-23 0,0 0-23 16,0 0-21-16,9 0-21 0,-9 0-20 0,0 0-10 16,0 0-16-16,11 4-10 0,-7-2-11 0,-3 1-12 15,4 0-7-15,-3 1-14 0,2 2-4 0,-1-1-7 16,0 0-6-16,2 1 7 0,-2 1-18 0,1-2-1 16,0 0-1-16,-4 3-8 0,1-5 1 0,-1 4 9 15,0-2-2-15,0 0 16 0,0-1 14 0,-1 0 10 16,1 0 2-16,0-4 4 0,0 6 3 0,0-6 0 15,0 0 4-15,0 4 3 0,0-4-6 0,0 3-5 16,0-3-5-16,0 0-4 0,0 0-4 0,0 0-8 16,0 0-7-16,0 0-5 0,0 0-13 0,18-3-25 15,-7 2-29-15,-6-1-45 0,7-3-42 0,3 0-68 16,-1 1-58-16,4 0-71 0,1-2-93 0,2-2-292 16,0 3-741-16,-2 0 328 0</inkml:trace>
  <inkml:trace contextRef="#ctx0" brushRef="#br0" timeOffset="149785.5">8429 7577 16 0,'0'0'348'16,"0"0"-14"-16,0 0-21 0,0 0-12 0,0 0-20 16,0 0 1-16,0 0-9 0,0 0-16 0,0 0-13 15,0 0-24-15,0 0-26 0,0 0-17 0,20 7-16 16,-16-4-14-16,0-2-21 0,1 3-6 0,-4-1-13 15,2 1-12-15,1-1-21 0,-2 3 8 0,2 1-14 16,-3 1-3-16,-1-2-6 0,0 4-5 0,-4 0-4 16,1 1-5-16,-1 0-11 0,-4 1-17 0,1-1-32 15,-5 6-30-15,1 0-40 0,-4-1-31 0,-8 3-57 16,3 3-74-16,-2-1-89 0,-7-3-253 0,5 0-636 16,-1-3 282-16</inkml:trace>
  <inkml:trace contextRef="#ctx0" brushRef="#br0" timeOffset="162633.06">9462 7085 162 0,'0'0'209'0,"-11"9"-6"0,8-3-3 16,-1 1-1-16,1 0-2 0,0 5-4 0,1-1-12 16,-2 2-8-16,0 0-9 0,4 3-4 0,-3 4-11 15,0-4-5-15,3 1-12 0,-1 1-11 0,2-4-11 16,-1 3-8-16,-1-1-10 0,2-2-10 0,2 1-6 15,0-3-8-15,1 1-5 0,0 0-6 0,4 3-6 16,-1-5-4-16,3 2-6 0,-4-5-13 0,8 8-31 16,-6-9-43-16,-1 1-54 0,5-1-63 0,-1-2-69 15,1 0-245-15,-1-1-517 0,-4-2 229 0</inkml:trace>
  <inkml:trace contextRef="#ctx0" brushRef="#br0" timeOffset="162999.49">9667 7274 222 0,'0'0'256'0,"0"0"-13"0,0 0-13 16,0 0-16-16,0 0-16 0,-8 5-9 0,8-5-23 15,0 6-14-15,0-3-13 0,0-3-15 16,-1 7-11-16,1-7-8 0,1 9-10 0,0-5-7 0,2-1-9 15,1 0-6-15,0-1-6 0,2 1-5 0,1-1-1 16,2-1-9-16,-3-1-1 0,2 0-8 0,0 0-8 16,4-3 2-16,-5 2-4 0,0-1-6 0,1-1 0 15,-3 0-5-15,1-1 6 0,-1-1-11 0,-2-1 2 16,1 1-6-16,-1-2 3 0,-2 1 0 0,-1-1 8 16,0 1-8-16,-3-2 4 0,2 1 2 0,-3 3-4 15,0-2 2-15,-2 2-4 0,-2-1-3 0,2 2 0 16,-4 1 4-16,3 0-9 0,-5-2-2 0,5 4 1 15,-2 3-15-15,3-2-20 0,-3 1-20 0,3 0-30 16,2-1-36-16,1 2-34 0,2 1-63 0,1-4-61 16,4 9-163-16,0-5-470 0,2-2 209 0</inkml:trace>
  <inkml:trace contextRef="#ctx0" brushRef="#br0" timeOffset="163200.21">10010 7266 276 0,'0'0'273'15,"0"0"-26"-15,10-2-21 0,-5 1-24 16,2 0-18-16,1 0-19 0,-1-3-16 0,5 3-13 16,0 0-17-16,2-2-14 0,6 1-16 0,-1 1-36 15,-5 1-50-15,6-3-48 0,-6 2-54 0,5-1-44 0,-4-2-48 16,-2 1-101-16,-2 0-316 0,3 0 140 0</inkml:trace>
  <inkml:trace contextRef="#ctx0" brushRef="#br0" timeOffset="163534.74">10305 7154 186 0,'0'0'256'15,"-8"4"-10"-15,8-4-10 0,-5 2-17 0,5-2-12 16,-3 6-17-16,3-6-16 0,-3 3-18 0,2 2-12 15,-1-2-13-15,2-3-13 0,0 8-7 0,2-3-11 16,-1-1-8-16,2-1-9 0,0 3-10 0,2-2-2 16,-5-2-9-16,7 2-6 0,-3 0-4 0,1-2-5 15,1 4-5-15,-1-6-3 0,2 2-2 0,0-1-3 16,-7-1-7-16,12-1-3 0,-6 0-5 0,-6 1-4 16,10-4-4-16,-3-1-3 0,-6 2 2 0,4-1-3 15,-4 1-2-15,-1-4-2 0,0 1 2 0,3 1-2 16,-3 0 0-16,-3-1 3 0,2 1 0 0,-4 0 5 15,4 0 3-15,-3 0-1 0,-4 1 1 0,3 0-4 16,-1 0 1-16,-2 2 5 0,1-1-9 0,-1 2-2 16,3-1-2-16,5 2-7 0,-11-1-22 0,11 1-23 15,-10-1-33-15,10 1-35 0,0 0-31 0,-8 2-54 16,8-2-60-16,0 0-160 0,0 0-456 0,0 0 202 16</inkml:trace>
  <inkml:trace contextRef="#ctx0" brushRef="#br0" timeOffset="163802.14">10426 7081 115 0,'0'0'288'0,"0"0"-5"0,0 0-9 16,0 0-6-16,10 2-2 0,-10-2-15 0,7 3-9 0,-1 0-6 15,0-3-13-15,3 5-11 0,-2-2-17 0,3 1-27 16,-2 1-8-16,3-1-12 0,-3 3-22 0,4 0-12 15,-2-1-1-15,-1 1-21 0,2 1-9 0,-3 1-10 16,0 1 1-16,2-2-12 0,-4 2-7 0,1 0-2 16,0 0-4-16,-4-4-9 0,1 4-29 0,-1-1-13 15,-3-1-14-15,-1 5-17 0,-1-6-17 0,1 1-24 16,-5-3-20-16,1 5-25 0,-4-5-26 0,0 2-33 16,-2-1-37-16,2 1-34 0,-3-5-52 0,-1 1-166 15,0-1-505-15,0-2 223 0</inkml:trace>
  <inkml:trace contextRef="#ctx0" brushRef="#br0" timeOffset="164187.07">10596 6952 285 0,'0'0'320'0,"0"0"-19"16,0 0-19-16,0 0-25 0,0 0-23 0,-7-2-16 15,7 2-23-15,0 0-23 0,0 0-9 0,0 0-10 16,0 0-4-16,0 0-9 0,13 8-14 0,-10-6-10 16,3 3-4-16,-2-2-22 0,-2 0-11 0,2 1-6 15,1-1-3-15,-2-1-13 0,-2 3-2 0,2-1-5 16,1 0-6-16,-2-1-4 0,3 1-6 0,-4 2 0 15,2-3-4-15,-3-3-4 0,0 5 7 0,0-5 4 0,1 4 6 16,-1-4 17-16,0 0 13 0,0 0 3 0,0 4 8 16,0-4-3-16,0 0 9 0,0 0-8 0,4 3-11 15,-4-3-10-15,0 0-5 0,0 0-7 16,14-4-2-16,-5 2-12 0,-2 0-30 0,4-1-39 0,1 1-50 16,1-1-46-16,-1 0-64 0,0 1-74 0,3-2-86 15,-6 2-284-15,4-1-690 0,-2 2 305 0</inkml:trace>
  <inkml:trace contextRef="#ctx0" brushRef="#br0" timeOffset="164555.06">10970 7344 10 0,'0'0'276'15,"7"-2"-15"-15,-7 2-17 0,0 0-23 0,8-1-20 16,-8 1-16-16,6 3-19 0,-6-3-16 0,5 3-15 15,-2 0-15-15,1 1-11 0,0-2-11 0,-2 4-5 0,1-3-13 16,0 2-10-16,-3 0-6 0,1 2-4 16,-1-1-4-16,0 2-6 0,-1 0-4 0,0-2-6 15,-4 3-2-15,0 0-4 0,1 2-7 0,-3-3-22 0,1 1-26 16,-1 0-38-16,-1-1-36 0,1-2-50 0,1-1-44 16,-2-1-200-16,2 1-420 0,1-2 186 0</inkml:trace>
  <inkml:trace contextRef="#ctx0" brushRef="#br0" timeOffset="165056.84">11295 7072 82 0,'3'-4'109'0,"-3"4"0"0,0 0-4 0,0 0-15 15,0 0-6-15,0 0 0 0,0-3-2 0,0 3-8 16,0 0 1-16,0 0 1 0,0 0-7 0,0 0-3 15,0 0 1-15,0 0-6 0,0 0-5 0,0 0 6 16,0 0-8-16,0 0 2 0,0 0 1 0,0 0 0 16,0 0-4-16,0 0 1 0,0 0-5 0,0 0-3 15,0 0-2-15,3-5-4 0,-3 5-6 0,0 0 2 16,0 0-6-16,1-5-5 0,-1 5 2 0,0 0-5 16,0 0-2-16,4-3 0 0,-4 3-3 0,0 0-3 15,3-3 0-15,-3 3-3 0,6-1 1 0,-6 1-3 16,0 0 0-16,0 0 2 0,2-4-3 0,-2 4 1 0,0 0-3 15,0 0 0-15,0 0-1 0,0 0 0 16,4-5-1-16,-4 5 0 0,0 0 2 0,0 0-2 16,0 0 3-16,0 0-2 0,0 0-2 0,0 0 2 0,4-2-3 15,-4 2 5-15,0 0-7 0,0 0-1 0,0 0-3 16,0 0 1-16,0 0-13 0,0 0-22 0,0 0-27 16,0 0-46-16,0 0-37 0,-8 11-164 0,3-9-338 15,5-2 149-15</inkml:trace>
  <inkml:trace contextRef="#ctx0" brushRef="#br0" timeOffset="165475.03">10943 7223 118 0,'0'0'347'0,"-5"2"-7"0,5-2 3 15,0 0-21-15,0 0-6 0,0 0-22 0,0 0-11 16,0 0-15-16,0 0-13 0,0 0-13 0,0 0-18 16,0 0-9-16,0 0-13 0,0 0-10 0,0 0-17 0,0 0-14 15,20-7-10-15,-12 4-19 0,7 2-13 16,-1 0-14-16,0 0-11 0,4-2-7 0,1 2-11 16,-1 0-18-16,0-3-20 0,-4 3-20 0,0-2-37 0,0 1-36 15,-1 1-32-15,-3 0-27 0,-3 0-19 0,1-1-24 16,-1 2-26-16,-7 0-31 0,7-1-34 0,-7 1-46 15,0 0-28-15,0 0-237 0,0 0-604 16,0 0 267-16</inkml:trace>
  <inkml:trace contextRef="#ctx0" brushRef="#br0" timeOffset="165876.09">11016 7155 135 0,'-1'-6'246'15,"1"6"4"-15,0-5 5 0,0 5 5 0,0 0-1 16,0-4-2-16,0 4 0 0,0 0-4 0,0 0-6 16,-3-5-17-16,3 5-11 0,0 0-16 0,0 0-19 15,0 0-19-15,-1-4-18 0,1 4-21 0,0 0-15 16,0 0-12-16,0 0-11 0,0 0-11 0,0 0-4 16,0 0-11-16,0 0-12 0,0 15-4 0,0-8 13 15,1-2-17-15,-1 1-5 0,2 3-8 0,-1-3 1 16,-1 5-6-16,1 1-5 0,2-1 6 0,0 2-5 15,-2-3-6-15,1 3-1 0,-1 0 7 0,2-1-6 16,-2 0 1-16,2 0-5 0,1 0 1 0,-3 0 0 16,3-2 0-16,-2-1-1 0,-1-1-3 0,0-1 3 15,1 0-4-15,-1-1-7 0,2-2 10 0,-2 1-5 0,2-2 3 16,-3 2 4-16,0-5-7 0,0 4 7 0,0-4 6 16,0 0-1-16,0 0-3 0,0 0-4 0,0 0 3 15,0 0-6-15,0 0 5 0,0 0 1 16,0 0-4-16,-3-17-8 0,3 12 6 0,0-3-24 0,0-1-26 15,0 0-29-15,0-1-30 0,0-1-33 0,-1 0-39 16,2-1-41-16,-1 2-48 0,3 0-49 0,-2 4-279 16,-1-2-641-16,3 1 284 0</inkml:trace>
  <inkml:trace contextRef="#ctx0" brushRef="#br0" timeOffset="166361.53">11514 6911 91 0,'0'-6'286'0,"0"6"3"16,0-6 10-16,-1 2-3 0,1 4-11 0,-3-5-13 0,3 5-12 15,0 0-29-15,-1-2-15 0,1 2-36 16,0 0-13-16,0 0-18 0,0 0-14 0,-15 7-15 16,11-1-4-16,0 1-9 0,0 1-8 0,-2 4 2 15,0-1 1-15,0 2-7 0,2 3 1 0,-3 5 1 0,3-3-11 16,1 0-6-16,-1 2-5 0,-1 0-7 0,2-2-8 16,3-1-2-16,2 1-7 0,-1-1-3 0,0-1-6 15,1 1 0-15,4 1-6 0,0-5-2 0,1 1-3 16,-1-1-14-16,4-3-28 0,-2 0-26 0,3-4-40 15,1 5-41-15,-1-6-45 0,3 2-54 0,-2-1-59 16,2-2-67-16,-1-2-254 0,-2-1-645 0,1 1 287 16</inkml:trace>
  <inkml:trace contextRef="#ctx0" brushRef="#br0" timeOffset="167582.57">11710 7040 245 0,'0'0'319'0,"-4"-3"3"16,4 3-2-16,0 0 0 0,0 0-13 0,0 0-9 15,0-5-16-15,0 5-17 0,0 0-24 16,0 0-25-16,0 0-16 0,0 0-30 0,0 0-12 0,0 0-26 15,0 0 2-15,0 0-27 0,0 0-16 0,-8 15-3 16,5-10-12-16,0 1-5 0,1 1-10 0,-2-2 0 16,4 1-12-16,-3 1-1 0,0-1-5 0,2 1-8 15,1 0-2-15,0 0 0 0,0 0 0 0,1 0-8 16,2-3-7-16,-2 1 7 0,1 0 9 0,2 0-20 16,-2-2 4-16,3 1-5 0,-1-1 5 0,1-1-6 15,1-1 5-15,-1 1-11 0,3-1 6 0,-8-1-4 16,10-3 1-16,-2 1 1 0,-4-1 2 0,1 0-4 15,2-2 3-15,-3-1-1 0,-2 1-2 0,2-1 0 16,-3-1-4-16,0 0 9 0,4 1-6 0,-5-3-1 16,1 0 11-16,-4 0-9 0,0 2 1 0,2 2-2 15,-2-4-2-15,1 4-5 0,0 0-1 0,-2 1-13 16,3-1-17-16,-5 1-15 0,1 1-22 0,1 1-20 0,-4 1-25 16,8 1-18-16,-13 1-20 0,5 0-29 0,4 2-29 15,-3-1-32-15,3 2-38 0,2 1-37 16,0-2-228-16,-3 1-589 0,3-1 261 0</inkml:trace>
  <inkml:trace contextRef="#ctx0" brushRef="#br0" timeOffset="168067.64">11978 7053 46 0,'0'0'339'16,"4"-1"-5"-16,-4 1-5 0,0 0-10 0,0 0 8 15,0 0-29-15,0 0-11 0,0 0-10 0,0 0-12 0,0 0-28 16,0 0-20-16,6-3-20 0,-6 3-17 16,0 0-15-16,0 0-24 0,9-1-12 0,-9 1-15 15,8-1-10-15,-8 1-9 0,9 0-10 0,0 0-8 16,-1 0-7-16,-8 0-8 0,14 0-8 0,-9 0-13 0,6 1 2 15,0-1-9-15,-3 0-1 0,3 0 2 0,1 0-9 16,-5 1-3-16,1-1-14 0,2 0-14 0,-1 1-11 16,-2 1-11-16,2-2-14 0,-2 1-17 0,3-1-10 15,-6 1-8-15,4-1-16 0,-8 0-7 0,10 0-17 16,-10 0-8-16,0 0-14 0,9 1-19 0,-9-1-17 16,3 2-26-16,-3-2-31 0,0 0-21 0,0 0-30 15,0 0-191-15,0 0-513 0,0 0 228 0</inkml:trace>
  <inkml:trace contextRef="#ctx0" brushRef="#br0" timeOffset="168368.28">12071 6989 253 0,'0'0'317'0,"0"0"-1"0,0 0 0 16,0 0-12-16,0 0-7 0,2-4-16 0,-2 4-17 15,0 0-15-15,0 0-35 0,0 0-10 0,0 0-22 16,0 0-12-16,0 0-33 0,0 0-14 0,0 0-22 16,0 0 4-16,0 0-12 0,0 0-7 0,-2 14-11 0,3-9-6 15,-1 2-7-15,0 0-6 0,1 1-5 16,1-2-9-16,-1 6-14 0,3-3-19 0,-1 3-21 15,0-4-25-15,0 4-29 0,0-2-30 0,0 2-26 16,1-1-34-16,2-2-47 0,-2-3-58 0,1 1-53 0,2 1-210 16,-2-3-565-16,1 0 250 0</inkml:trace>
  <inkml:trace contextRef="#ctx0" brushRef="#br0" timeOffset="168653.07">12340 6988 300 0,'0'0'373'0,"-2"-4"-2"0,2 4-13 16,0 0-18-16,-1-4-20 0,1 4-32 0,0 0-25 16,0 0-33-16,0 0-28 0,0 0-21 0,0 0-17 15,0 0-13-15,0 0-6 0,0 0-25 0,3 13-16 16,-2-10-9-16,2 4-8 0,-2-1-5 0,2 3-8 15,0 2 2-15,1-3-14 0,0 3-6 0,-1-2-18 16,2 2-16-16,0-1-28 0,1 0-29 0,-1-2-28 16,0 2-31-16,0-2-34 0,0 0-29 0,-1-2-49 15,-1 1-48-15,0-2-50 0,0-1-239 0,2 1-587 16,-5-3 259-16</inkml:trace>
  <inkml:trace contextRef="#ctx0" brushRef="#br0" timeOffset="168970.31">12450 6893 79 0,'0'0'329'0,"0"0"-22"0,0 0-12 15,0 0-5-15,0 0 12 0,0 0-23 0,0 0-1 0,18 5-22 16,-11-3-8-16,2 3-11 0,5-2-14 0,-5 4-19 16,5-4-20-16,-2 4-12 0,3 1-20 0,-1-2-14 15,-1 3-18-15,5 0-7 0,-7-1-14 0,4 3-8 16,-4-2-19-16,3 1 3 0,-3 3-18 0,-1 1 3 16,-1-4-5-16,1 3-6 0,-6-3-7 0,2 3-23 15,-1 2-24-15,-3-4-26 0,0 1-28 0,-2 0-31 16,0 0-23-16,-2 1-31 0,-3-2-30 0,0 1-35 15,1-1-47-15,-2-1-47 0,2-2-271 0,-4 0-622 16,1-3 276-16</inkml:trace>
  <inkml:trace contextRef="#ctx0" brushRef="#br0" timeOffset="169372.24">12703 6768 16 0,'0'0'317'0,"11"-2"-8"0,-7-1-11 15,4 3-8-15,4-1 3 0,-2 1-22 0,1 0-9 0,1 0-18 16,-1 1-13-16,4-1-29 0,-3 0-16 0,-1 5-19 15,3-4-16-15,-5 3-8 0,2-2-17 0,0 3-13 16,-3-3-5-16,-2 3-17 0,-1-2-9 16,-1 1-10-16,4 1-11 0,-4-1-4 0,-2 1-4 0,2 3 0 15,-3-3-5-15,2 2-10 0,-6-1 11 0,3-1-10 16,0 2-1-16,-4-1 1 0,3-1 10 0,-1 0-12 16,2 2-4-16,-4-5-1 0,4 1 1 0,-3 0-6 15,3-3-3-15,-1 5-1 0,1-5-7 0,0 6-1 16,0-6-1-16,0 0 2 0,0 0-1 0,0 0-12 15,4 4-10-15,0-3-23 0,3 0-35 0,-7-1-35 16,16-1-42-16,-7 0-51 0,3 1-62 0,0-3-85 16,-1 2-269-16,0-2-660 0,5-2 292 0</inkml:trace>
  <inkml:trace contextRef="#ctx0" brushRef="#br0" timeOffset="170610.02">13122 6500 219 0,'0'0'286'0,"0"-3"-7"15,0 3-16-15,0 0-17 0,4-5-25 0,-4 5-21 16,2-2-18-16,7 0-20 0,-9 2-16 0,0 0-18 16,11 2-11-16,-3-1-12 0,-2-1-9 0,7 4-9 15,-2-2-12-15,1 2-7 0,3 1-4 0,-4 0-5 16,4 2-9-16,-1-1-3 0,-1 2-8 0,2-1-3 0,-3 3-5 15,-1-3-1-15,-2 3-5 0,1-1-3 16,1 0-3-16,-5 0 0 0,3 0 2 0,-4 2-6 16,0-3-1-16,-3 0 2 0,1 2-3 0,1 2-5 0,-4-1 1 15,-1 3 2-15,-2-1-4 0,-1-1-1 0,-2-1 3 16,-3 5-2-16,0-1 0 0,2-3-2 0,-4 3 2 16,-3-1-2-16,-2-1 1 0,2 0-1 0,1 0-3 15,-1-1-1-15,7 0 1 0,-1-2 0 0,-1 2-3 16,-1-4 2-16,5 3 3 0,-1 0-2 0,0-2 0 15,4 0 1-15,-2-1 6 0,4 2-7 0,0-4-2 16,0 2 1-16,0 1 2 0,4-2 4 0,4 1-6 16,-4 1 0-16,3 0 1 0,0 0-1 0,2 0 0 15,2 0 2-15,0 2 0 0,-1-3 1 0,-1 3-4 16,1-5 0-16,0 6 2 0,1-5-2 0,-4 4-4 16,3-3 8-16,-2 1-5 0,-1 2-1 0,-2-3 2 15,1 3 0-15,3-1 2 0,-5-1-1 0,0 1-2 16,2-1 0-16,-5 1-2 0,5 0 5 0,-2-2 0 0,1 3-5 15,0-1 4-15,0 0-3 0,0 0 1 16,2 0 3-16,-3-1 0 0,4 2 3 0,0 0-2 16,1 0 2-16,-3-1 4 0,6 0 7 0,-2 1 7 0,5 0 0 15,-4 2-1-15,-2-3-2 0,1 0-4 0,-3-1-1 16,1 2 1-16,0-4-3 0,-1 4-3 0,-5-5-2 16,0 1 5-16,-1 3-4 0,-2-6 5 0,-2 8-4 15,-5-1 2-15,-1 0-2 0,-1-2 3 0,-9 1-6 16,0 0-4-16,1 1-9 0,-12-4-24 0,0 5-34 15,3-3-44-15,-7-1-52 0,0-1-56 0,1-1-76 16,-5 0-203-16,5-1-535 0,-3 0 236 0</inkml:trace>
  <inkml:trace contextRef="#ctx0" brushRef="#br0" timeOffset="175209.89">13786 6905 175 0,'0'0'379'0,"0"0"-15"16,0 0-4-16,0 0-13 0,0 0-8 0,0 0-14 16,0 0-24-16,0 0-23 0,0 0-28 0,0 0-22 15,0 0-24-15,0 0-15 0,0 0-21 0,0 0-18 16,0 0-18-16,0 0-19 0,0 0-34 0,0 0-27 16,0 0-38-16,0 0-31 0,0 0-40 0,0 0-32 15,0 0-34-15,0 0-44 0,0 0-60 0,1 3-82 16,-1-3-268-16,0 0-624 0,0 0 277 0</inkml:trace>
  <inkml:trace contextRef="#ctx0" brushRef="#br0" timeOffset="175979.31">13859 6908 211 0,'0'0'357'0,"0"0"0"16,0 0 18-16,0 0-21 0,0 0-1 0,0 0-2 15,0 0-15-15,0 0-14 0,0 0-17 0,0 0-17 16,0 0-20-16,0 0-25 0,0 0-20 0,0 0-23 16,0 0-19-16,0 0-22 0,23-1-14 0,-17 0-17 15,6-2-19-15,0 3-27 0,2-3-26 0,5 1-31 16,-7 2-40-16,4-3-49 0,-3 3-61 0,1 0-47 15,-2 3-49-15,1-3-63 0,-2 0-68 0,-3 1-348 16,-1 0-757-16,0 0 335 0</inkml:trace>
  <inkml:trace contextRef="#ctx0" brushRef="#br0" timeOffset="176180.04">13939 7044 5 0,'0'0'301'0,"-5"4"-5"16,5-4-5-16,-4 2-14 0,4-2-8 0,0 0-11 16,0 0-14-16,0 0-12 0,0 0-24 0,12 5-18 15,-6-5-20-15,6 0-14 0,-3 0-18 0,5 2-9 16,1-2-24-16,0 0-45 0,2-2-49 0,1 1-58 16,1 0-76-16,3-2-88 0,1 3-283 0,2-2-534 15,-5 1 237-15</inkml:trace>
  <inkml:trace contextRef="#ctx0" brushRef="#br0" timeOffset="177902.87">14881 6448 167 0,'0'0'299'0,"0"0"-3"16,1-6-3-16,-1 6-8 0,0-5-14 0,0 5-7 16,0 0-8-16,1-5-11 0,-1 5-18 0,-2-4-25 15,2 4-18-15,-6-2-14 0,6 2-21 0,-9-1-11 16,9 1-20-16,-15 0-5 0,8 1-17 0,-4 1-5 16,-4 2-5-16,3-3-11 0,-3 3-2 0,4 0-7 15,-4-1-7-15,0 1-14 0,4 3-1 0,-1-3-3 16,2 1-5-16,2 0-4 0,-3 0-4 0,6-1-9 15,-2 1 1-15,4 2 0 0,-1-4-1 0,-1 4-8 16,4-1 4-16,1-2 1 0,1 2-9 0,4 1 9 16,-1 3-8-16,5-4 1 0,0 4 4 0,3 0 16 15,2-1-24-15,1 3-1 0,0 0 1 0,1-2 0 16,-1 1-3-16,0-2 2 0,-1 3-3 0,-5-3-3 16,6 4-4-16,-8-3 6 0,4 0-9 0,0 3 3 15,-3-3-4-15,-3 2-3 0,1-1-2 0,0 1 2 16,-1 0 19-16,-4-2-20 0,-1 0 1 0,0 1 0 15,0 0 6-15,-4-1-2 0,0-1 4 0,-3 0 1 16,2 0 4-16,-5-1-3 0,0 0 0 0,-3-1 2 16,2 1 5-16,-4-3-9 0,-3 3 5 0,4-6 0 0,1 2 2 15,1 0-1-15,0-1 0 0,1-1 5 16,4 1-2-16,-1-2 6 0,3-1 2 0,-1 1 0 16,6-1 4-16,-7 1-1 0,7-1 4 0,0 0-6 0,0 0 2 15,0 0 6-15,0 0-11 0,0 0-4 0,0 0 2 16,0 0-5-16,0 0 2 0,22 2-1 0,-14-1-6 15,0 0 5-15,1 0-2 0,-1 3-1 16,-2-3 1-16,4 4-4 0,-5-2 6 0,4 4-3 0,0-1-6 16,-2 3 3-16,1-2-3 0,0 4 0 0,-1 0 2 15,1 5-3-15,-2-3-1 0,-2 5 7 0,1-2-5 16,-2 2 2-16,2 0 3 0,-1 1-3 0,-2-1 1 16,-1 0 14-16,-1 0-11 0,1 0-7 0,5-1 0 15,-6 1-5-15,1-2 10 0,-1-2 4 0,0 2 0 16,0-2-1-16,3-3-4 0,0 0 3 0,-2-3 1 15,-1 0 10-15,5 0-9 0,-1-1 0 0,2 0 18 16,2 0-16-16,2 0 4 0,3-3-2 0,-2 1-17 16,4-4-17-16,4 3-40 0,-4-3-35 0,3 0-42 15,-2 1-51-15,3-4-55 0,-4 1-79 0,1 0-265 16,1-3-646-16,-2 0 286 0</inkml:trace>
  <inkml:trace contextRef="#ctx0" brushRef="#br0" timeOffset="179475.17">14753 6538 95 0,'0'-4'258'0,"0"1"-3"16,1-2-12-16,-1 0-8 0,0 5-21 0,2-5-15 15,-2 5-18-15,-2-5-17 0,2 5-15 0,0 0-17 16,0-5-15-16,0 5-12 0,0 0-8 0,0 0-15 16,0 0-9-16,0 0-8 0,0 0-6 0,0 0-3 15,19 9-9-15,-11-6-6 0,-1 2-3 0,4 1-4 16,-3 1 0-16,3 1-9 0,1 0-4 0,-5 4-2 15,4-6-4-15,-4 6-11 0,1 1 2 0,-4-2-6 16,0 2-6-16,-3-2 6 0,2 2-5 0,-3 0 1 16,-3 0 1-16,2-1 0 0,-4 1 1 0,-2 2 0 15,0-4 0-15,-1-1 4 0,1 2-6 0,-2-2 1 0,-1-1 2 16,5 0-2-16,-4-2 0 0,5 3-1 16,-2-5 2-16,2 1 3 0,2 0-5 0,-2 1 4 15,4-2 0-15,-3 0-1 0,3 2-1 0,3-2 0 16,-2 0 2-16,2 1 3 0,4 2-1 0,1-1-1 0,0 1-2 15,1-1 1-15,1 1-2 0,-3 0 3 0,4 1 3 16,-1 0-2-16,-2 0-4 0,-3 0 2 16,3 1-2-16,-4 0 1 0,2-1 0 0,-4 1-1 15,1 0 1-15,-2 1 0 0,-2 1 1 0,1-3-2 0,-1 2 2 16,-3 0 0-16,1-1-1 0,3 0 0 0,-3-1 1 16,1 1-4-16,0 1 4 0,1-2-1 15,1-2 1-15,-1-1 3 0,2 2 1 0,0 0-4 0,1-1 0 16,0-1 4-16,1 0-1 0,5 1 0 0,-5-1 0 15,5 0 1-15,-4 1-2 0,5 0 1 0,-2 0 2 16,-1-1-2-16,1 2 1 0,0-1 0 0,-2-1-1 16,4 3 0-16,-4-3-1 0,0 2 0 0,-1-3-2 15,0 0 3-15,0 4 3 0,0-4-6 0,2 6 2 16,-5-5 0-16,0 0 0 0,2 0 1 0,-1 0 0 16,-2 0 0-16,0-1-2 0,2 0 4 0,-4-1-2 15,2 1 5-15,0-5-6 0,0 6-15 0,0-6-20 16,-2 5-25-16,-1-3-35 0,3-2-38 0,0 0-47 15,0 0-48-15,0 0-169 0,0 0-427 0,-12-7 189 16</inkml:trace>
  <inkml:trace contextRef="#ctx0" brushRef="#br0" timeOffset="180010.42">15524 6816 35 0,'4'-5'319'16,"-1"0"-3"-16,0 1-1 0,-2 0-18 0,3-2-8 16,-4 2-3-16,1 0-14 0,-1 4-26 0,-1-9-17 15,-3 5-18-15,3 1-20 0,-5-2-23 0,2 3-16 16,-3 0-17-16,7 2-17 0,-20-1-10 0,10 2-11 15,-2 3-12-15,0 1-8 0,2 1-11 0,-5-3-2 16,3 4-11-16,1 1-8 0,0-1 0 0,0 2-10 16,3 0 2-16,0 2-9 0,1-1-3 0,-1-1 0 15,7 1-5-15,-2 2-5 0,3-5-2 0,0 5 0 16,0-6-6-16,3 1 2 0,1 0-9 0,1 1 1 16,-1-3 1-16,3 0 3 0,0-2-5 0,1 1-6 15,2-3 7-15,3 0-4 0,-6-1 4 0,4-1-2 16,-2 0 5-16,2-3-6 0,-2 0 2 0,-3 0 3 15,5 0-3-15,-7-2 0 0,3 2 4 0,1-4 3 16,-5 2 6-16,4 1 3 0,-3-4 18 0,-3 4 18 16,0-2 13-16,1-1 5 0,-1 2 21 0,-1 1 5 0,0 1 7 15,0 4-3-15,0-10 1 0,0 7-5 16,0 3-8-16,0-5-5 0,0 1-17 0,0 4-11 16,0 0-6-16,0-5-9 0,0 5-11 0,0 0-15 0,0 0-7 15,0 0-23-15,0 0-5 0,0 0-17 0,0 0-10 16,0 0-19-16,3 17-19 0,-2-12-16 0,2 0-24 15,1 0-18-15,-1 2-20 0,2-1-25 16,-1 1-22-16,0-2-33 0,2 0-39 0,-2 1-31 0,3-2-39 16,-1 0-201-16,-3-2-601 0,4 1 266 0</inkml:trace>
  <inkml:trace contextRef="#ctx0" brushRef="#br0" timeOffset="180595.84">15649 6781 78 0,'0'0'247'0,"0"-5"-5"16,0 5-9-16,0-3-11 0,0 3-14 0,2-5-19 16,-2 5-15-16,4-5-19 0,-4 5-17 0,4-1-15 15,-4 1-15-15,0 0-10 0,13 1-9 0,-9 2-7 16,-4-3-10-16,11 4-8 0,-8-1-4 0,6-1-8 16,-6-1-5-16,3 2-6 0,-1-1-3 0,2 1-4 15,-6 1-2-15,5 0-6 0,-1-2-2 0,-2 2-3 16,-2-2-1-16,-1 2-2 0,0-4 0 0,2 4-4 15,-2-4 3-15,0 0-5 0,-6 7-1 0,3-5 0 0,-5-1-3 16,4 2 1-16,4-3-3 0,-11 1 2 16,7-1-2-16,4 0 2 0,-10-2 0 0,10 2-4 15,-7-2-4-15,7 2 2 0,-2-3-7 0,2 3-4 0,0 0-8 16,9-9-15-16,-2 6-17 0,3-2-6 0,2 1-10 16,7-4-13-16,3 1-11 0,-1 2-14 0,0 0-18 15,4-2 2-15,3-2 5 0,1 2 10 16,-1 0 3-16,-6 2 8 0,0 1 14 0,-3 2 4 0,-1-2 12 15,-5 1 15-15,-5-1 27 0,-1 2 36 0,-1-1 8 16,-1 0-3-16,-4 1 2 0,-1 2 10 0,0-6 12 16,0 6 10-16,0 0 10 0,-15-4 8 0,10 4 6 15,-6 1 3-15,-1 0 4 0,1 2-3 0,-4 2-4 16,4-2-2-16,0 2-6 0,-1 2-6 0,2 0-9 16,2 1-2-16,-1-1-2 0,3 4-6 0,2-3-4 15,0 5 1-15,3-1 0 0,2 0 0 0,6 5 0 16,-1 0 2-16,4 2-6 0,-3-2 4 0,8 7-6 15,1 1-1-15,1 0-1 0,-1-1-7 0,3-2-2 16,-4 2-3-16,1-2-3 0,-5-3 2 0,0-2 3 16,0 0-11-16,-3 1 4 0,-1-7-6 0,-1 1 0 15,-1-2 6-15,-4-1 15 0,0-2 26 0,-2-1 30 16,0-1 21-16,-4-1-4 0,-2-2-2 0,0-1-10 16,-1-1 6-16,-7-1-23 0,2-1-6 0,-1-2-33 0,0-3-32 15,-5 0-57-15,2-2-31 0,4 1-41 16,2-1-44-16,0 0-56 0,3-3-69 0,4 1-271 15,1 0-609-15,3-5 271 0</inkml:trace>
  <inkml:trace contextRef="#ctx0" brushRef="#br0" timeOffset="181231.19">16207 6660 188 0,'0'0'358'0,"-3"-5"-16"0,3 5-28 15,0 0-25-15,0 0-26 0,0 0-36 0,0 0-21 16,0 0-23-16,0 0-22 0,0 0-4 0,0 0-23 15,0 0-14-15,1 14-9 0,2-8-15 0,-1 0-9 16,0 1-7-16,2 1-6 0,-3 0-4 0,4-1-24 16,-1 3 0-16,0-2-11 0,-3 1-8 0,2-3-12 15,0 0-5-15,-2 0-7 0,1-3 1 0,0 2-4 16,-2-5 9-16,4 7-9 0,-4-4 4 0,0-3 0 16,0 0 1-16,4 1-1 0,-4-1 1 0,0 0 1 15,0 0-1-15,0 0-3 0,10-9 2 0,-9 5-1 0,2 0-1 16,-2 1 1-16,3-2 4 0,-1 2-2 0,0-1 0 15,1 0 5-15,-3-1-2 0,3 3-3 16,2 0 1-16,-6 2-1 0,7-2-5 0,-2 2-2 16,-5 0 2-16,0 0-1 0,12 0 0 0,-8 2-1 0,-4-2 0 15,8 7 3-15,-5-4-5 0,0 1 9 0,1 0-10 16,1 0 5-16,-2 0-3 0,1-1 2 0,0 2 1 16,-1-1 6-16,-2-1-7 0,2 0 2 0,-3-3-3 15,3 3 2-15,-2 1 3 0,-1-4 2 0,0 0 3 16,0 0-4-16,0 0 2 0,0 0 4 0,0 0 7 15,12-10 9-15,-12 7 6 0,2-2 7 0,0 1 20 16,0 0-4-16,-1-3 16 0,3 3-1 0,-4-2 14 16,3-2 6-16,-2 5 16 0,2-2-13 0,1 0 1 15,-4 3-6-15,0 2-9 0,4-6-3 0,-1 4-5 16,-3 2-15-16,0 0-9 0,1-6-4 0,-1 6-13 16,0 0-14-16,0 0 2 0,0 0-18 0,0 0-11 15,0 0-13-15,8 8-19 0,-6-5-14 0,2 2-22 16,0-1-20-16,0 2-21 0,3-1-27 0,-3 1-27 15,0-1-39-15,0 0-41 0,6 3-52 0,-1-1-297 0,-2-2-651 16,1 0 288-16</inkml:trace>
  <inkml:trace contextRef="#ctx0" brushRef="#br0" timeOffset="181465.64">16597 6658 219 0,'-4'-2'308'0,"4"2"-19"0,0 0-24 16,0 0-27-16,0 0-22 0,0 0-22 0,0 0-19 15,0 0-7-15,0 0-9 0,0 0-11 0,0 0-11 16,3 15-15-16,2-10-11 0,-3-1-14 0,2 4-8 16,3-2-9-16,-4 4-3 0,4-4-7 0,-3 0-17 15,3 0-20-15,-3 0-27 0,6 0-36 0,-6 0-44 16,1 1-48-16,-2-2-47 0,3-2-47 0,-1 0-42 15,-1 0-140-15,3-3-431 0,-7 0 191 0</inkml:trace>
  <inkml:trace contextRef="#ctx0" brushRef="#br0" timeOffset="181800.17">16711 6699 44 0,'0'0'236'0,"-1"-5"2"0,1 5-2 0,0 0-18 15,-4-5-16-15,4 5-21 0,0 0-17 0,0 0-21 16,0 0-11-16,0 0-14 0,0 0-9 0,0 0-6 15,0 0-14-15,0 18-9 0,0-14-8 0,4 2 1 16,0 2-14-16,-1 0-7 0,1-1-4 0,-3 0-2 16,3 1-3-16,2-2-6 0,-2 1 2 0,1-2-10 0,2 1 1 15,-1-4-5-15,-1 1 1 0,-1 0-4 0,0-1-2 16,-4-2-2-16,12 0-2 0,-12 0 0 16,7-3 3-16,-3-1-1 0,-1 1 11 0,-2-1 19 0,4 0 19 15,-2 1 15-15,-1-4 8 0,2 3 10 0,1-3 6 16,-2 3 8-16,-2-3 13 0,1 1 14 0,1 1-14 15,-2 2-6-15,3-2-23 0,1 0 1 0,-3 4-6 16,-2 1-12-16,1-4-13 0,-1 4-6 0,0 0-11 16,0 0-9-16,11 5-26 0,-11-5-27 0,4 7-29 15,0-2-32-15,4-3-28 0,-4 6-33 0,0-2-34 16,5-1-44-16,-4 2-50 0,-1-3-55 0,7 1-260 16,-7-1-623-16,3-1 276 0</inkml:trace>
  <inkml:trace contextRef="#ctx0" brushRef="#br0" timeOffset="181967.43">16601 6442 135 0,'-7'-6'223'0,"2"0"-24"0,2 0-19 0,3 1-28 16,1 1-34-16,4-1-46 0,0 2-57 0,6 1-70 0,5-1-119 15,-2 2-187-15,1 0 83 0</inkml:trace>
  <inkml:trace contextRef="#ctx0" brushRef="#br0" timeOffset="182603.04">17413 6236 30 0,'0'-5'304'16,"-1"0"-25"-16,-3 1-18 0,-2 0-18 0,-2-4-14 15,-4 4-13-15,0 1-7 0,-3-1-18 0,-3 1-15 16,-4 2-14-16,2 1-7 0,-2 0-16 0,-1 3-11 15,3 2-14-15,2-2-8 0,-2 3-9 0,3 3-11 16,4-3-11-16,0 2-7 0,1 1-7 0,3 0-6 16,0-2-5-16,5 3 2 0,0 1-5 0,3-1-5 15,2 0-6-15,3 3-3 0,6 1-2 0,-2 0-3 16,8 2-1-16,5 2-4 0,-5-6-1 0,4 4-4 16,4 0 1-16,-5-4-3 0,0 0-1 0,5 3-1 0,-8-3-1 15,2-3-4-15,-4 3-6 0,-5-3 6 0,1-1-4 16,-3 2-2-16,-2-1 2 0,-1-3-4 15,-1 3 3-15,-3-2 0 0,-3-1 0 0,-1 3 0 16,-1-2 2-16,-4-1-2 0,-3 1 2 0,-3 3 0 0,-4-4-1 16,0 1 0-16,-3-1 0 0,2-1 3 15,5 1-2-15,1-2-3 0,3-1 3 0,3-1-4 0,0 1-1 16,0-1 0-16,5 2 2 0,-1-2 1 0,4-2-2 16,-1 7 2-16,4-3 9 0,2-2-11 0,5 3-3 15,4 2 3-15,3-1 1 0,2 3 0 0,0 0-3 16,8 6 3-16,-2-4-6 0,2 2 1 0,-10-2 4 15,1 1-4-15,0 1 2 0,-2-1-4 0,-1 1 4 16,-1 1-8-16,-2 0 3 0,-5 3 4 0,1-2-1 16,-2 2 0-16,-1 0 3 0,-4 1-3 0,-1 1 1 15,-1 0 1-15,-1 2 3 0,-4 4 0 0,0-6 1 16,2 2 9-16,0-2-4 0,1 0-3 0,1 2-8 16,-1-2 8-16,-1-2 8 0,4-4-4 0,4 0 0 15,0 0 2-15,1-1-7 0,2-2 5 0,2 1-3 16,5 1-1-16,1-3-13 0,4-1-22 0,0-3-26 15,2 0-50-15,1 0-45 0,-1-2-63 0,1-6-80 16,1 0-250-16,-2-3-589 0,-4 1 260 0</inkml:trace>
  <inkml:trace contextRef="#ctx0" brushRef="#br0" timeOffset="185296.02">18373 6519 109 0,'0'0'341'0,"0"0"-10"0,4-4-13 16,-4 4-10-16,3-4-9 0,-3 4-8 0,3-4-12 15,-3 4-10-15,1-6-16 0,2 2-10 0,0 2-21 0,0-3-13 16,-2 0-4-16,2-1-14 0,2 1-10 16,-2 0-18-16,-1-2-16 0,1 1-1 0,1 0-1 15,0-1 24-15,0 1-9 0,-1-1-9 0,0-1-8 16,0 1-12-16,2-3-8 0,-4 4-13 0,3-3-6 0,-4 3-12 15,2-1-7-15,2 2-8 0,-3-2-6 0,3 2-9 16,-4 1-6-16,0 1-9 0,0 3-6 16,3-5-9-16,-3 5-11 0,0-3-8 0,0 3-8 0,0 0-8 15,0 0-4-15,0 0 1 0,0 0-1 0,0 19-4 16,2-12 0-16,-2 3-3 0,2-1-3 0,1 2-7 16,1 1-3-16,1 0-6 0,-2 0-3 0,3 1-9 15,-1 2-3-15,-1-2-10 0,4 2-9 0,-1-2-1 16,-3 0-6-16,4-3-4 0,-2 3-5 0,0-4-2 15,-2 2 4-15,3-3-1 0,-4 1 1 0,1-3 3 16,2 1 2-16,-2-1 0 0,-2-1 6 0,0 1 3 16,-1-1 3-16,-1-2 4 0,0 1 6 0,0-4 11 15,0 7 5-15,0-7 2 0,-5 4 10 0,-1-3 6 16,6-1 7-16,-8 1 6 0,8-1 8 0,-11 0 4 16,3 3 6-16,8-3 6 0,-14-2 0 0,10 2 3 15,4 0 7-15,-12-1 11 0,12 1-13 0,-8 0 2 16,8 0-2-16,0 0-4 0,-11 0 0 0,11 0-2 15,0 0-1-15,-4-1 8 0,4 1 9 0,0 0 4 0,0 0-3 16,0 0 10-16,0 0 0 0,0 0-2 16,0 0-11-16,30 4-1 0,-18-6 1 0,4 1-5 15,-2 1-4-15,5-1-13 0,0 0-23 0,0-1-29 0,3 1-42 16,-3-2-42-16,0 2-58 0,-1 0-69 0,-3-1-92 16,-3 0-365-16,4-1-769 0,-5 1 340 0</inkml:trace>
  <inkml:trace contextRef="#ctx0" brushRef="#br0" timeOffset="185546.92">19207 6722 168 0,'0'0'212'0,"1"6"-12"0,-1-6-12 16,2 4-17-16,-2-4-12 0,-3 7-20 0,0-2-12 15,0 1-13-15,1 1-10 0,-2-1-14 0,0 4-38 16,-3-1-70-16,3 1-73 0,-4 0-179 0,1 0-291 0,0 0 129 16</inkml:trace>
  <inkml:trace contextRef="#ctx0" brushRef="#br0" timeOffset="186333.07">19939 6299 24 0,'0'0'281'0,"0"0"6"16,-1-6 4-16,1 6 7 0,-3-5 2 0,3 5 10 15,-1-6 5-15,1 3-14 0,-2 0-9 0,2 3-13 0,0-7-14 16,0 3-13-16,0 4-21 0,0-6-16 0,2 2-19 16,-2-1-22-16,0 1-11 0,1 0-25 0,-1 4-3 15,1-10-15-15,1 6-12 0,-2 2-10 0,0 2-10 16,1-5-10-16,-1 5-8 0,0-7-7 0,0 7-9 16,5-4-2-16,-3 2-7 0,-2 2-6 0,4-3-3 15,-4 3-3-15,2-6-5 0,-2 6-3 0,3-4-2 16,1 2-3-16,-1-1 2 0,-3 3-4 0,3-4-1 15,-2 0-2-15,-1 4-1 0,3-4 1 0,-3 4-6 16,4-3-2-16,-4 3 0 0,0 0-1 0,1-5-1 16,-1 5-2-16,0 0-8 0,0 0-11 0,0 0-9 15,0 0-1-15,0 0-1 0,0 0 2 0,0 0-2 16,-1 18 5-16,1-10 2 0,-3 2 7 0,6 0-7 16,-3 2 0-16,0 0 1 0,1 0 2 0,-1 1-3 0,3 0 4 15,-2 5-7-15,2-1 0 0,0-3 0 16,0-1-13-16,-1 3 1 0,1-4-1 0,1 2-4 15,-1-2-6-15,0 1 3 0,0-1 4 0,0-1-6 0,1 0-2 16,-4-4 3-16,3 1-5 0,-2-2 5 0,-1 1 5 16,0-1-1-16,2-2-4 0,-2 1 5 15,1-1 5-15,-1 0 5 0,0-4 2 0,-1 5 1 16,1-5 4-16,0 0 17 0,-6 3-18 0,6-3 7 0,0 0 6 16,-8 0-2-16,8 0 4 0,0 0 6 0,-12-3-4 15,12 3 0-15,-10-1 8 0,10 1-1 0,-9-1 8 16,4-1-5-16,5 2 3 0,-9-1-4 0,9 1-2 15,-9-1 3-15,9 1 24 0,-11-1-27 0,11 1 3 16,-8 0 3-16,8 0 4 0,0 0-8 0,-10 1-1 16,10-1 1-16,-4 2-5 0,4-2-1 0,0 0 6 15,-4 2-3-15,4-2 8 0,0 0 12 0,0 0 1 16,0 0-4-16,12 5 9 0,-3-5-6 0,-3 1 0 16,9 0-6-16,-4-1-11 0,3 0-23 0,-1 1-31 15,2-1-35-15,-1-1-40 0,-1 1-45 0,0-1-56 16,-1-2-76-16,2 1-81 0,-1-2-193 0,-1-1-623 15,-3 1 276-15</inkml:trace>
  <inkml:trace contextRef="#ctx0" brushRef="#br0" timeOffset="187253.03">20309 6003 95 0,'0'0'341'0,"0"-8"-12"0,0 8-12 0,1-6-9 16,5 1-20-16,-4 1-17 0,5 0-21 0,-3-1-18 16,3 1-14-16,1 0-23 0,4-1-4 0,-2 2-21 15,2-2-19-15,3 0-12 0,0 4-19 0,-3 0-6 16,3 0-10-16,0 1-18 0,-1 0-6 0,1 3-1 16,-3 1-18-16,7 0-2 0,-6 1-7 0,1-1-7 0,-1 2-8 15,-1 2-2-15,0 1-1 0,-1 0-7 16,1 0-2-16,-5 1-1 0,1 3-7 0,3 1 1 15,-7-3-6-15,0 1-9 0,3 0-1 0,-4 0-4 0,1 0 0 16,-3-1-5-16,-1 1 7 0,-1 1-13 0,1-3 4 16,-3 2 2-16,-1-1 0 0,-1 1-1 0,-5 2 1 15,-1 0 6-15,2-3-6 0,-1-2 1 0,-5 4 3 16,6-4-1-16,-5 4 3 0,-1-1 2 0,0-3-5 16,6 0-3-16,0-2 0 0,3 2 5 0,-4 0-7 15,6-4 4-15,0 1 5 0,1 1-3 0,1-1-1 16,0 0 0-16,5 1 3 0,-2-1 1 0,3 4 7 15,5-3-6-15,0 1-2 0,2 2 3 0,6-2 1 16,-1 2-6-16,1 0 1 0,2 1 5 0,-2-2-3 16,2 2 0-16,-2 0 1 0,4-2-4 0,-6 0 1 15,-5-1 4-15,1 0-7 0,-2-3 6 0,-4 0-2 16,3 3-8-16,-4-2 2 0,0-1-4 0,-4 0 10 16,2 0-4-16,-4 3 0 0,2-3 6 0,-4 2-3 15,-4-2 1-15,3-1-4 0,-2 2 7 0,-3-1-7 16,3 2 3-16,0-1 16 0,0-2-22 0,1 2 7 15,3 1-2-15,-1-1-1 0,-4-1 0 0,7 1 1 16,-2 1 11-16,3-1-11 0,-1 2 4 0,2 1-1 16,-1 1-6-16,4 2 12 0,3-1-4 0,1 7-2 0,2-4 1 15,-2-3 10-15,4 5-8 0,-2 0-6 16,7 8 3-16,-7-8 3 0,2 3-4 0,0-1 0 16,-1 0 1-16,-2 0-1 0,1 4 5 0,-2-3-2 15,-2 2-5-15,-2-2 3 0,1-2-3 0,-1 2 3 0,-2-1 0 16,-4 0 2-16,2 0 6 0,-4-6-6 0,-2 5 3 15,-3-4-3-15,1 1-2 0,1-3-19 16,-2 0-39-16,-5-1-47 0,2-1-55 0,-2 2-58 0,2-5-90 16,-4 0-279-16,4 0-633 0,-3-3 280 0</inkml:trace>
  <inkml:trace contextRef="#ctx0" brushRef="#br0" timeOffset="200349.94">21343 6397 310 0,'0'0'347'0,"0"0"-10"15,0 0-7-15,0 0-4 0,0 0-7 0,0 0-12 16,0 0-17-16,0 0-15 0,0 0-18 16,0 0-27-16,0 0-19 0,0 0-9 0,0 0-17 15,0 0-15-15,0 0-17 0,0 0-10 0,0 0-12 0,0 0-11 16,0 0-16-16,0 0-3 0,0 0-10 0,0 0-3 15,0 0-6-15,0 0-7 0,16 0-10 16,-9 0-5-16,-7 0-6 0,18-3-3 0,-6 1 3 0,1 1-13 16,2 1-4-16,0-3-6 0,1 3 0 0,-5 0-5 15,3-1-4-15,2-2 2 0,-5 2-8 0,3 1 1 16,-5-1-3-16,1 1 0 0,-1-1-1 0,1 1-8 16,-5 0-7-16,2-3-13 0,-7 3-17 0,12-1-22 15,-12 1-27-15,7 0-27 0,-7 0-48 0,0 0-40 16,6 1-30-16,-6-1-35 0,0 0-33 0,0 0-45 15,0 0-59-15,0 0-202 0,-17 9-649 0,14-8 287 16</inkml:trace>
  <inkml:trace contextRef="#ctx0" brushRef="#br0" timeOffset="200650.57">21413 6526 118 0,'0'0'304'0,"-2"2"-11"0,2-2-11 16,0 0-9-16,0 0-15 0,0 0-13 0,0 0-9 16,0 0-13-16,0 0-8 0,0 0 12 0,0 0-11 15,5 5 4-15,-5-5-8 0,0 0-11 0,9 0-12 16,-9 0-18-16,10 0-18 0,-2 0-13 0,-2 1-10 15,7-2-4-15,-2 1-24 0,1-1-10 0,3 1-9 16,-4 0-14-16,3 0-25 0,0 0-31 0,-2-1-36 16,1 1-48-16,1-2-40 0,-2 1-37 0,-2 1-43 15,2 0-58-15,-4 0-63 0,0-2-310 0,0-1-673 16,-1 1 297-16</inkml:trace>
  <inkml:trace contextRef="#ctx0" brushRef="#br0" timeOffset="201771.7">22134 6714 111 0,'0'0'278'16,"0"0"-8"-16,0 0-9 0,0 0-14 0,0 0-5 0,6-8-5 15,-6 8-11-15,2-5-1 0,-2 5-2 0,3-4-5 16,-3 4-6-16,4-5-1 0,-4 5 1 16,4-4-14-16,-4 4-8 0,3-4-1 0,-3 4-8 0,5-6-10 15,-5 1-9-15,4 1-8 0,-4 0-7 0,3 0-15 16,-2-2 0-16,2 1-12 0,-1-1-3 0,2 0-11 15,-3-2-9-15,2 2-11 0,0-3-11 0,-1-3-5 16,5 4-6-16,-6-3-3 0,3-1-12 0,-1 2-7 16,-1-2 2-16,2-1-8 0,0 2-3 0,0-4-3 15,2 0-2-15,-6 2-2 0,7-5-5 0,-4 7 0 16,0-4-4-16,-2 2 5 0,1 1 1 0,0 0 4 16,1-4-1-16,-2 2-2 0,1 2-3 0,-2 0 6 15,1 1 0-15,2-1-1 0,-3 2-3 0,0-1-1 16,0 1-1-16,2 3-2 0,-2-1-1 0,0 1-4 15,0 0 3-15,-2 1-5 0,4 1-1 0,-4-2-1 16,2 5-2-16,0 2-2 0,0-6 1 0,0 6-2 16,0-7-2-16,0 7 0 0,0 0-2 0,0-4-2 0,0 4 2 15,0 0 1-15,-1-4-2 0,1 4 0 16,0 0-1-16,0 0 0 0,0 0 1 0,0 0-1 16,0 0 0-16,0 0-3 0,0 0 3 0,0-5-2 0,0 5 1 15,0 0 0-15,0 0 0 0,0 0-1 0,0 0-1 16,0 0-2-16,0 0 0 0,0 0-2 0,0 0 1 15,0 0-1-15,0 0 0 0,0 0 0 0,0 0-6 16,0 0 1-16,0 0-1 0,0 0 3 0,0 0 0 16,0 0-1-16,0 0-1 0,0 0 2 0,0 0-1 15,0 0 4-15,0 0-1 0,0 0-3 0,0 0 3 16,0 0 6-16,0 0-5 0,0 0 5 0,0 0-1 16,0 0 5-16,-2-5-10 0,2 5 4 0,0 0 2 15,0 0 0-15,0 0-2 0,0 0 1 0,0 0 5 16,0 0-6-16,0 0-4 0,0 0 0 0,0-5 0 15,0 5 0-15,0 0 2 0,0 0-2 0,0 0 1 16,0 0-1-16,5-1 1 0,-5 1-3 0,0 0-1 16,0 0-3-16,0 0-3 0,0 0-2 0,0 0-8 15,0 0 1-15,0 0-11 0,0 0 1 0,0 0-6 0,0 0-2 16,0 0-4-16,0 0 6 0,0 0-11 16,0 0-2-16,0 0 11 0,0 0-2 0,0 0 5 15,0 0 5-15,0 0-3 0,0 0 5 0,-5 11 6 0,5-11 5 16,-1 5-2-16,1-5 2 0,1 4 7 0,-1-4 0 15,0 8 1-15,2-5 2 0,-1 0-5 0,-1-3-13 16,0 5-5-16,2 1-10 0,-2-2-13 16,3-2-16-16,-3-2-23 0,4 7-27 0,-4-4-23 0,2 1-45 15,-2 0-49-15,0-4-67 0,4 5-314 0,-4-1-676 16,0-4 299-16</inkml:trace>
  <inkml:trace contextRef="#ctx0" brushRef="#br0" timeOffset="203160.01">22208 6231 257 0,'-2'-3'260'0,"2"3"-4"15,0 0-5-15,0 0-3 0,0 0-6 0,0-5-8 16,0 5-9-16,0 0-13 0,0 0-9 0,6-4-14 15,-6 4-10-15,0 0-13 0,0 0-18 0,0 0-14 16,0 0-11-16,0 0-12 0,0 0-11 0,0 0-13 16,0 0-4-16,0 0-10 0,0 0-12 0,0 0-2 15,0 0-5-15,0 0-12 0,0 0-3 0,0 0 10 16,0 0-21-16,0 0 0 0,0 0-2 0,0 0 3 16,0 0-7-16,0 0-4 0,-10 9 0 0,7-6-1 0,3-3 0 15,-5 9 11-15,1-5-11 0,-1-1-6 16,3 3-6-16,-2-1 1 0,-1 0 4 0,0 0 0 15,1 0-1-15,0 1-4 0,-2 2 1 0,2-1 1 16,-1-1 0-16,1 1 1 0,0 0 1 0,0-1-9 0,1 1-20 16,-2-2-18-16,4 1-31 0,-2-1-17 0,2 0-22 15,1 1-37-15,-2-2-46 0,2-4-54 16,3 8-78-16,-2-6-211 0,2-1-578 0,-3-1 256 16</inkml:trace>
  <inkml:trace contextRef="#ctx0" brushRef="#br0" timeOffset="203962.42">22064 6699 258 0,'0'0'282'0,"-5"-3"-5"0,5 3-7 0,0 0-2 15,0 0-12-15,0 0-5 0,0 0-17 0,0 0-23 16,0 0-21-16,0 0-14 0,15-4-18 0,-8 3-15 16,1-1-10-16,2 2-17 0,-2-1-11 0,3-2-10 15,0 2-4-15,0 0-20 0,0-1 4 0,-1 2-15 16,1-1-4-16,-1 0-7 0,-2 1-1 0,0-1 1 16,0 1-17-16,-2-2-1 0,3 2 0 0,-9 0-3 0,11-1-11 15,-11 1 4-15,8 1-4 0,-4 1 2 16,-4-2-4-16,0 0-2 0,8 0-5 0,-8 0 2 15,0 0-7-15,0 0 0 0,7-2 0 0,-7 2 1 16,0 0-3-16,0 0 7 0,3 4-11 0,-3-4 2 0,0 0-2 16,0 0 5-16,-1 5 1 0,1-5 1 0,0 0 6 15,0 0-13-15,-6 6 4 0,6-6 1 0,-3 2-1 16,3-2 0-16,-2 4-2 0,2-4 11 0,-3 2-12 16,3-2-13-16,-5 3-19 0,5-3-17 0,-6 4-25 15,6-4-29-15,0 0-34 0,-4 3-42 0,4-3-44 16,0 0-40-16,0 0-255 0,0 3-562 0,0-3 248 15</inkml:trace>
  <inkml:trace contextRef="#ctx0" brushRef="#br0" timeOffset="206655.86">1101 9260 200 0,'0'0'351'0,"-4"-3"-16"0,4 3-1 0,0 0-16 15,-3-2-15-15,3 2-13 0,0 0-25 0,0 0-18 16,0 0-30-16,0 0-17 0,0-6-20 16,0 6-16-16,0 0-15 0,7-2-18 0,-3 0-15 15,6 0-5-15,-6 0-19 0,8 0 2 0,-1 0-17 0,0-2-5 16,4 3-6-16,-4 0-13 0,2-1-9 0,1 1 4 16,-2 1 3-16,2 0-17 0,-3-1 0 0,2 1-10 15,-5 0 4-15,2-1-5 0,1 2 1 16,-6-1-7-16,-5 0-1 0,13 0 0 0,-8 0-9 0,-5 0 0 15,12 1 8-15,-8 0-14 0,0 1-3 0,1-1-9 16,0 1 8-16,-1 1-5 0,-3 4 4 0,-1-2 2 16,0 0-5-16,3 1-3 0,-3 2-2 0,-3-1 10 15,2 3 1-15,-3 0-7 0,0-1 0 0,1 3 0 16,-1 0 2-16,0 1 4 0,-2 0 3 0,2 0 9 16,-1-2-6-16,1 0-2 0,-2 1-3 0,1-1 4 15,-2 2-6-15,0-4 0 0,2 2 6 0,-2-3-6 16,3 3 9-16,-1-4 5 0,-1 0-15 0,5 1 22 15,-4-3-12-15,2 1 8 0,-3-2 0 0,5 0-5 16,0 0 5-16,-1-2-3 0,2-2 0 0,-3 4-1 16,3-4 1-16,-2 4 2 0,2-4-1 0,0 0-8 15,0 0 13-15,0 0-1 0,0 0-2 0,0 0 12 16,0 0-8-16,4 4-4 0,-4-4 1 0,9 1 2 0,-1-2-3 16,1 1-5-16,-1-1-3 0,1-1 7 0,1 1-5 15,2 0 3-15,3-2-1 0,0 2-3 16,-4-1-7-16,11 1-5 0,-8 0-7 0,3-2-14 15,-2 1-10-15,0 1-20 0,4-3-17 0,-5 1-14 0,-1 0-10 16,1 2-18-16,-2-1-16 0,0 0-14 0,-5 0-18 16,1 1-19-16,-1-3-27 0,-2 1-28 0,-2 1-34 15,1-4-14-15,-4 6-6 0,0-3-148 16,0 3-473-16,-8-5 210 0</inkml:trace>
  <inkml:trace contextRef="#ctx0" brushRef="#br0" timeOffset="206940.21">1173 9443 148 0,'0'0'292'16,"-4"-2"5"-16,4 2 2 0,0 0 0 0,0 0-4 15,-9-3-11-15,9 3-7 0,-6-3-14 0,6 3-6 16,0 0-16-16,0 0-23 0,0 0-21 0,0 0-15 15,0 0-27-15,0 0-15 0,0 0-13 0,0 0-12 16,0 0-14-16,0 0-10 0,0 0-2 0,15-2-13 16,-15 2-13-16,15 0 0 0,-4 1-18 0,1-2-20 15,-1 1-23-15,3-1-24 0,-2-1-39 0,3 0-35 16,3-1-31-16,1-4-36 0,0 5-30 0,-6 0-44 16,5-3-48-16,-3 1-45 0,-2 3-192 0,-3-2-564 15,0 2 249-15</inkml:trace>
  <inkml:trace contextRef="#ctx0" brushRef="#br0" timeOffset="207508.55">1655 9401 149 0,'0'0'329'16,"0"0"3"-16,0 0-18 0,0 0-13 0,0-5-15 0,0 5-15 15,0 0-23-15,0 0-15 0,0 0-35 0,0 0-27 16,0 0-19-16,0 0-17 0,0 0 4 16,0 0-27-16,1 13-19 0,-1-8-4 0,0 1-6 15,1 2-9-15,-1-3-8 0,0 3-4 0,0 1-8 16,0 0-6-16,0 0-12 0,2-2 1 0,-2 1 4 0,0 0-7 16,1 0-2-16,-1-1-7 0,3-1 9 0,0 0-10 15,-1-1 0-15,1 0-2 0,0-2 2 16,2 2-2-16,-1-4-14 0,0 0 6 0,-4-1 0 15,10 0-2-15,-10 0 9 0,10-4-10 0,-4 1-1 0,-2 0-3 16,2 0 2-16,-2 0 2 0,0-2 5 0,0 0 20 16,-1 0 11-16,2 2 18 0,-4 0 7 0,2-1 10 15,0 1 6-15,-3 3 4 0,1-5 5 0,-1 5-1 16,3-3-3-16,-3 3-15 0,0 0-6 0,0 0-14 16,0 0-5-16,0 0-11 0,4-2-5 0,-4 2-5 15,0 0-5-15,3 8 2 0,-3-8-4 0,1 9-2 16,-1-3-12-16,0 1-24 0,3-1-23 0,-3 4-25 15,0 1-21-15,0-1-27 0,1 0-22 0,2 1-26 16,-3 0-32-16,3 0-27 0,-2 0-41 0,0-5-51 16,1 1-57-16,-1 0-262 0,0-3-679 0,1-2 302 15</inkml:trace>
  <inkml:trace contextRef="#ctx0" brushRef="#br0" timeOffset="207910.34">2000 9303 224 0,'0'0'398'0,"0"0"-17"0,0 0 4 0,0 0-3 15,0 0-22-15,0 0-31 0,0 0-18 0,0 0-24 16,0 0-22-16,14-12-23 0,-9 11-27 0,-1-1-16 15,3 0-20-15,-3 1-17 0,6-2-17 0,-1 1-14 16,1-3-13-16,-2 3-14 0,3-2-10 0,-3 4-34 16,2-2-40-16,2-1-49 0,-3-2-51 0,4 2-58 0,-8 2-43 15,6 0-55-15,-7-1-64 0,-4 2-64 16,10-1-247-16,-6 0-661 0,-4 1 293 0</inkml:trace>
  <inkml:trace contextRef="#ctx0" brushRef="#br0" timeOffset="208094.34">2053 9409 98 0,'0'0'285'0,"-3"3"7"0,3-3 9 0,0 4 21 0,0-4 4 16,0 0-8-16,10 2-11 0,-10-2-25 0,11-4-29 16,1-1-27-16,-2 0-20 0,2 0-18 0,3-1-22 15,0 0-43-15,3-3-65 0,-5 4-59 16,3-4-64-16,1 3-78 0,0-2-91 0,-5 3-318 0,1-3-597 15,-3 2 264-15</inkml:trace>
  <inkml:trace contextRef="#ctx0" brushRef="#br0" timeOffset="-194840.58">4710 7588 78 0,'0'0'253'0,"0"0"-7"0,0 0-8 0,0 0-7 15,0 0-6-15,0 0-5 0,0 0-6 0,0 0-6 0,0 0-4 16,-10 4-2-16,10-4-10 0,-4 7-5 0,4-7-8 16,-4 2-17-16,4-2 0 0,-3 2-31 0,3-2-15 15,-2 3-16-15,2-3-2 0,-2 2-11 16,2-2-7-16,0 0-10 0,-5 4-3 0,5-4-2 0,0 0-10 15,-7 0-6-15,7 0 1 0,-6 5-6 0,6-5-7 16,0 0 1-16,0 0-6 0,0 0 3 0,0 0-2 16,0 0-4-16,0 0 1 0,0 0-4 0,0 0 0 15,0 0-12-15,0 0 14 0,0 0-14 0,0 0 3 16,0 0-14-16,0 0 3 0,0 0-4 0,0 0 3 16,14-9 8-16,-14 9-22 0,14 0 9 0,-8 0-15 15,3-2-1-15,-4 1-1 0,3-2-3 0,2 1 4 16,-3 1-4-16,1-3 4 0,-1 1-3 0,2 1-1 15,-1 1 4-15,-1 0-3 0,5 0 2 0,-5-2-3 16,1 2 3-16,-2 1 1 0,1-1 0 0,-1 0-2 16,-6 1 1-16,8-2-1 0,-8 2 2 0,6-2 2 15,-6 2 16-15,0 0-13 0,5-2-1 0,-5 2 2 16,0 0-1-16,0 0 1 0,0 0 1 0,0 0-2 0,6-3 4 16,-6 3 0-16,0 0 2 0,0 0-8 0,0 0 7 15,0 0 0-15,0 0 1 0,0 0 2 16,0 0-2-16,-24 5 4 0,24-5 1 0,-9 0-3 15,4 2 1-15,5-2 2 0,-7 2-3 0,7-2 3 0,-10 0 0 16,10 0 13-16,-8 1-22 0,8-1-16 0,0 0-28 16,-8-1-30-16,8 1-41 0,0 0-56 0,0 0-66 15,-1-6-55-15,1 6-214 0,0 0-555 0,13-6 245 16</inkml:trace>
  <inkml:trace contextRef="#ctx0" brushRef="#br0" timeOffset="-194255.15">5017 7510 222 0,'0'-4'230'15,"0"4"-4"-15,0 0-6 0,0 0-15 0,0 0-5 16,0 0-10-16,-7-5-16 0,7 5-8 0,-6-1-13 15,6 1-13-15,0 0-8 0,0 0-10 0,-11 4 0 16,5-2-11-16,2 1-12 0,-2 0-6 0,1 1-3 16,1 0-12-16,0 0-2 0,-3 1-8 0,3 1-4 15,-3 2-6-15,2 0-4 0,-2 1-8 0,3 1-1 16,0 1-6-16,0-3-2 0,1 3-4 0,-3 0-4 16,4-1 1-16,1 0-7 0,1 3 0 0,-3-1-3 15,3 1-2-15,-1-2-1 0,1 1 1 0,1-2-3 16,2 2 14-16,0 0-5 0,6-2-20 0,-4 1-18 15,2-3-33-15,0 3-33 0,-2-2-42 0,5-1-52 0,-2 0-45 16,3-1-43-16,-2 2-210 0,-2-3-509 16,4 1 226-16</inkml:trace>
  <inkml:trace contextRef="#ctx0" brushRef="#br0" timeOffset="-193620.54">5167 7488 98 0,'0'0'264'0,"0"0"-10"15,0 0-12-15,0 0-13 0,0 0-21 0,0 0-18 16,0 0-17-16,0 0-18 0,0 0 2 0,0 0-4 16,0 0-9-16,0 0-1 0,0 0-8 0,13 11-11 15,-9-8-7-15,3 1-9 0,0 1-4 0,-3-2-9 16,3 2-4-16,1 0-12 0,1 0-10 0,-2 0-1 16,3 1-15-16,-1 1-3 0,-2-2-6 0,0 3-2 0,0-2-7 15,-2 2 7-15,3 2-13 0,-4-2-5 16,2 2 3-16,-5 1 4 0,-1 1-10 0,0 0-16 15,0-1-32-15,-1 2-30 0,-6 4-27 0,1-1-54 16,0 1-53-16,-1-3-65 0,0 3-253 0,-2 1-550 0,-1 0 243 16</inkml:trace>
  <inkml:trace contextRef="#ctx0" brushRef="#br0" timeOffset="-187698.33">2850 9358 274 0,'0'-6'313'0,"-2"0"-8"0,0 0 1 0,1 0-9 16,0-1-2-16,-2 1-6 0,-1-1-13 0,0-3-7 15,-2-2-9-15,2 5-13 0,0-4-16 0,0 6-16 0,0-5-7 16,-2 3-8-16,1 2-21 0,-2-3-17 0,3 1-14 15,-3 3-18-15,-1-3-12 0,4 2-13 0,-3 1-13 16,3-1-16-16,-4 2-5 0,1 1-1 0,3 0-17 16,4 2-5-16,-16 3-5 0,9 1-8 0,0-1-3 15,0 5-1-15,-3 1-8 0,4 0-1 0,-2 4-4 16,1 2-4-16,0-5-3 0,2 4 8 0,0 4-11 16,0-2 0-16,4-2-6 0,0 1-8 0,-2-2-6 15,6-1-3-15,-2 0-4 0,0 0 0 0,2-2-2 16,0 0-1-16,1-1 4 0,-1-3 1 0,2 2 5 15,0-3 0-15,1-2 1 0,-1-1 4 0,2 0 1 16,4-4 1-16,-1-1 9 0,-1-1-7 0,1-4 1 16,1 2-1-16,-2 1 2 0,0-7 3 0,1 2-4 15,0-4 5-15,3 1-3 0,-3-2 0 0,-2 2-2 16,0 2 6-16,-4 0 8 0,0 2-6 0,0-1 17 16,0 4 0-16,-1-1 4 0,-1-1-2 0,-1 6-3 15,-1-3-5-15,3 1-4 0,-1 0-7 0,-2 4-5 16,0 0-5-16,0 0 5 0,0 0 2 0,0 0-3 15,6 13 4-15,-5-9-4 0,0 5 5 0,1-4-24 16,0 5 0-16,0-1-29 0,2 0-15 0,1 3-19 16,1-4-17-16,0 4-8 0,0-3-7 0,1 0-13 15,0 0-14-15,0-2-14 0,2 0-19 0,-4-3-25 0,2-1-29 16,0 0-37-16,5 0-20 0,-8-2-22 0,3-2-203 16,-7 1-551-16,14-4 245 0</inkml:trace>
  <inkml:trace contextRef="#ctx0" brushRef="#br0" timeOffset="-187347.2">3023 9269 14 0,'0'-4'220'0,"0"4"7"15,0-6 6-15,0 6-16 0,-1-4-20 0,1 4-17 16,0 0-19-16,0 0-18 0,0 0-15 0,1-5-15 16,-1 5-10-16,0 0-10 0,0 0-10 0,0 0-8 15,8 9-10-15,-6-5-5 0,2 0-3 0,-3-1-10 16,3 1-3-16,2 3-2 0,-5-1-5 0,6-2-7 15,-6 0-2-15,3 1-2 0,1 1-2 0,-3-1-1 16,-1-1-5-16,1 2 0 0,-1-3-1 0,-1 2-1 16,0-5-2-16,4 5-1 0,-4-2 2 0,0-3 2 15,0 0 12-15,0 0 18 0,-4 5 12 0,4-5 10 16,0 0 6-16,0 0 18 0,0 0-11 0,-11-11-5 16,10 4-9-16,-2 2 1 0,3-1-10 0,0-2-6 15,3-2-4-15,0 0-9 0,2-1 0 0,-1 2-8 16,3-2-4-16,1 1-6 0,4-3-10 0,-5 4-15 15,5 0-22-15,2 3-21 0,2-6-23 0,3 7-21 16,-2 0-26-16,3 0-20 0,-1 1-24 0,2 1-26 16,-4-1-15-16,1 3-15 0,1-3-2 0,-4 3-8 0,-3 0-126 15,-1 0-381-15,2-1 169 0</inkml:trace>
  <inkml:trace contextRef="#ctx0" brushRef="#br0" timeOffset="-187045.99">3408 9140 439 0,'0'-4'-9'15,"0"4"29"-15,1-8 26 0,-1 8 18 0,-4-5 19 16,-1 1 16-16,5 4 16 0,-7-9 18 0,4 8 7 0,-1-3 19 15,-1 2 4-15,-1 1 1 0,6 1-9 0,-10-6-12 16,5 4-10-16,5 2-15 0,-12 0-13 16,4 2-10-16,0 1-8 0,2 6-10 0,-2-4-7 0,-1 5-6 15,2-3-9-15,1 3-3 0,2 1-4 0,0 2-6 16,0 3-3-16,-1 0-3 0,2 3-4 0,2 0-2 16,2-1-5-16,2 2-1 0,1-2-4 0,0 1 5 15,-3 0-6-15,7-1-2 0,-2 0-1 0,2 0 0 16,1 1-2-16,0-4-3 0,-1 2 2 0,-1-2-3 15,2 3 1-15,-2-5-3 0,-1-1 4 0,-2-2-1 16,2 1-3-16,-3 0 14 0,0-4 28 0,-2 1 20 16,0-1 22-16,-1-3 16 0,-1 3 25 0,0-3 8 15,-3 1-5-15,-3-3-6 0,0 0-6 0,0 0-14 16,-5-1-9-16,-1 1 0 0,1-2-23 0,-1 0-32 16,1-3-52-16,-3-1-63 0,-3 1-52 0,1-3-55 15,0-3-64-15,5 2-100 0,0-2-285 0,5-1-677 16,1 1 301-16</inkml:trace>
  <inkml:trace contextRef="#ctx0" brushRef="#br0" timeOffset="-185339.88">3532 9110 179 0,'-3'-2'279'0,"3"-2"-26"15,0 4-30-15,0 0-26 0,0 0-19 0,0 0-18 16,0 0-16-16,0 0-15 0,11 13-16 16,-4-4-7-16,0 1-10 0,6 5-12 0,1 2-8 0,1 0-8 15,0-2-6-15,-1 3-4 0,3 4-7 0,-5-7-3 16,2-1-4-16,-5 3-5 0,6-3-2 0,-9-5-4 16,2 4-5-16,-4-4 1 0,5-1-6 0,-5-5 1 15,-2 2 2-15,2-1 40 0,0 0 37 0,-1-3 13 16,-3-1 4-16,0 0 7 0,0 0 3 0,1-11 10 15,-2 5 7-15,1-2 1 0,-3-4 3 0,0 2-5 16,2-3-5-16,1 0-6 0,-4-1-9 0,4 2-10 16,-2-1-6-16,1 0-10 0,2 2-1 0,-1 0-13 15,0 2-8-15,2-1-9 0,-2 4-9 0,0 0-8 16,0 1-11-16,0 5-9 0,1-6-18 0,2 5 1 16,-3 1-12-16,11 1-4 0,-3 1-9 0,-1 1-3 15,0 1-4-15,0 0-8 0,2 1-5 0,-1 1-4 16,2 0-2-16,-1 0-6 0,2 1-9 0,-4-1 10 15,-2-1 2-15,3 1 1 0,-2-2 4 0,-2-1 5 16,4 2 3-16,-6-4 8 0,2 0 7 0,-4-1-2 16,0 0 6-16,10 0 6 0,-10 0 19 0,3-5-3 15,-3 5 16-15,4-5 13 0,-2-1-1 0,-1-1 11 16,3 2 2-16,-4-1 1 0,3-3 12 0,-2 5-9 0,1-3 2 16,-1 1-4-16,2 1-4 0,-3 0-3 0,5 1-6 15,-1-1-8-15,-4 2-5 0,0-1-8 0,4 2-3 16,-4 2-5-16,4-2-2 0,-4 2-2 0,10 4-2 15,-6 0-11-15,4 0-18 0,-4 2-13 0,2-2-23 16,0 4-31-16,1-2-19 0,7 2-27 0,-6 1-28 16,-1 0-14-16,1-1-25 0,0 0-25 0,-4-1-25 15,3-2-32-15,-2 1-49 0,2-2-47 0,-3-1-191 16,0-2-613-16,-4-1 272 0</inkml:trace>
  <inkml:trace contextRef="#ctx0" brushRef="#br0" timeOffset="-185139.16">4053 9135 74 0,'0'0'235'0,"0"0"-18"16,0 0 8-16,0 0 1 0,0 0-18 0,0 0-13 16,5 13-19-16,-4-10-16 0,2 2-16 0,1 1-12 15,0 0-9-15,6 2-15 0,-5-2-8 0,-1 2-11 16,3-1-10-16,0 3-8 0,5-3-41 0,-5 1-44 0,0-3-50 15,-3 1-53-15,2-2-50 0,0 0-205 16,-2 0-403-16,3-2 178 0</inkml:trace>
  <inkml:trace contextRef="#ctx0" brushRef="#br0" timeOffset="-184787.9">4219 9109 137 0,'0'0'169'0,"0"0"-9"16,0 14-7-16,1-9-11 0,2 0-14 16,-2 0-9-16,2 2-15 0,-2-2-6 0,2 3-13 15,-2-2-6-15,3 1-5 0,-1-2-5 0,1 0-9 0,-1 0-5 16,0 0-9-16,1-1 2 0,-3-2-5 0,5 4 2 16,-2-5-9-16,2 2-5 0,-6-3-1 0,8 0-6 15,-8 0 0-15,10-5-1 0,-6 3-2 16,3-2-1-16,-3 0 29 0,0-1 25 0,0 2 12 0,0-3 12 15,-2 2 16-15,-1 1 21 0,2-1 14 0,-2-1 11 16,2 1 9-16,-3 4-9 0,5-5-9 0,-5 5-18 16,1-3-12-16,-1 3-12 0,0 0-18 0,0 0-7 15,7 0 8-15,-7 0-27 0,0 0-5 0,10 5-5 16,-6-2-7-16,4 1-6 0,-4 0-1 0,0-1 1 16,6 5-11-16,-6-3-23 0,5 2-33 0,-2-2-21 15,1 1-40-15,-1-1-34 0,-3-1-48 0,6 0-51 16,-5-2-53-16,2 3-49 0,-3-5-202 0,-4 0-565 15,8 0 250-15</inkml:trace>
  <inkml:trace contextRef="#ctx0" brushRef="#br0" timeOffset="-184603.91">4219 8921 197 0,'-3'-3'307'0,"3"3"-31"0,0 0-28 0,0 0-26 16,0 0-20-16,4-6-21 0,-4 6-32 0,11 0-45 16,-11 0-50-16,15 4-68 0,-7-3-69 0,5 1-99 0,-3 3-96 15,4-4-299-15,-2 1 133 0</inkml:trace>
  <inkml:trace contextRef="#ctx0" brushRef="#br0" timeOffset="-183834.73">4903 8602 54 0,'-2'-6'289'16,"1"0"-11"-16,-3 0-5 0,1-3-12 0,2 3-10 16,-3 0-19-16,1 1-7 0,-5-1-14 0,4 1-19 15,-2 0-15-15,1 1-16 0,1-1-14 0,-5 3-14 16,-1 0-16-16,0 1-13 0,-3 1-8 0,-1 3-15 15,3-1-7-15,-5 2-4 0,4 0-6 0,-3 0-10 16,2 5-8-16,0-3 0 0,1 3-2 0,2-3-11 16,-2 5-2-16,1-4-4 0,1 3-4 0,5-3-2 15,-2 3-4-15,5-1-2 0,-3-1-2 0,4 2 2 16,1-1-2-16,4 1 0 0,2 0 0 0,-1 1-2 16,4-2 5-16,0 0 1 0,4 3-12 0,1 0 2 15,1-2 1-15,3 1 0 0,-1 1-1 0,9 0 1 16,-8 1-3-16,-2-3-2 0,-2 1 4 0,1 1-3 15,2-1 0-15,-3 2-1 0,1-1 1 0,-7-2-4 16,2 1-4-16,-2 0 6 0,0-3-1 0,-3 5-3 0,-1-5 3 16,1 4 2-16,-7 0-5 0,1-4 5 0,-1 2-2 15,-2-1 3-15,-1 3-1 0,-5-3 4 0,0 0-3 16,-3-1 1-16,-6 2 10 0,4-1-5 16,-5 0 9-16,2-1 5 0,-2-2 1 0,1 0 1 0,5-1 15 15,-1-1-12-15,4 2 10 0,-1-3 11 0,5-1-31 16,-1 0 0-16,7-1-2 0,1-1-4 0,-9 1-1 15,9-1-1-15,-4 3 2 0,4-3-4 0,0 0 18 16,14 6-17-16,-4-3-7 0,3 2 7 0,1-1 0 16,6 5-3-16,-1-3-3 0,-2 7 12 0,4-3-13 15,5 6-7-15,-3-1 4 0,2 2-1 0,-2 1 2 16,-3 2-4-16,-2 4 7 0,-2-1-6 0,-3 3 3 16,3-1-6-16,-4 1 4 0,-1 1 1 0,-2-1 2 15,0 3-5-15,-4 0 3 0,1 0 0 0,0-4 15 16,-6-6-8-16,4 9-8 0,-1-9 6 0,3 1-4 15,-5-2 3-15,7 2-5 0,-6-7-2 0,5 3 9 16,-1-1-8-16,2-4 11 0,-1 0 5 0,1 1-6 16,3-4 7-16,4 2-7 0,4-3-17 0,0 1-34 15,3-1-26-15,-2-5-36 0,2 0-41 0,0-2-46 16,1 0-63-16,7-3-75 0,-10-3-248 0,1 0-625 16,7-7 277-16</inkml:trace>
  <inkml:trace contextRef="#ctx0" brushRef="#br0" timeOffset="-182078.59">21377 1611 296 0,'0'-5'336'0,"-2"-3"2"0,2 2-4 16,-1 0-14-16,1 0-6 0,-1 1-13 0,1 0-22 15,-2 1-23-15,2 4-23 0,2-6-26 0,-2 6-22 16,0-5-17-16,0 5-18 0,0-4-21 0,0 4-18 16,0 0-15-16,0 0-10 0,0 0-6 0,0 0-10 15,5 13-9-15,-1-6-4 0,-1 0-4 0,3 6-5 16,-4-2-3-16,7 2-6 0,-2 2-1 0,-3 3-6 15,1-1-1-15,1 1-5 0,-2 1-15 0,2-3-3 16,-4 4-14-16,5-1-16 0,-5-1-12 0,4-1-11 16,-2-1-19-16,-1 0-15 0,-2-4-17 0,2 1-19 15,1 0-13-15,-4-2-20 0,0 1-16 0,2-2-21 16,-2-1-15-16,0-1-31 0,0-1-27 0,-2-2-237 16,4 0-534-16,-2-2 236 0</inkml:trace>
  <inkml:trace contextRef="#ctx0" brushRef="#br0" timeOffset="-181844.03">21583 1902 45 0,'-1'4'87'0,"-2"-1"-3"15,-2 4-13-15,-2-2-4 0,3 0-9 0,-3 3 0 16,0 1-2-16,-2-3-11 0,-1 3 2 0,2-2-8 16,1 0-1-16,-2 2-5 0,-1-2-30 0,2-1-33 15,-4 1-88-15,5-2-126 0,-3-1 56 0</inkml:trace>
  <inkml:trace contextRef="#ctx0" brushRef="#br0" timeOffset="-181643.31">21367 1949 91 0,'10'4'145'0,"4"3"-13"15,2-1-13-15,1-1-9 0,2 3-4 16,0-2-19-16,2 0-7 0,-4 2-10 0,5 0-48 0,0 0-61 15,-6 1-116-15,3-3-165 0,-1 3 73 0</inkml:trace>
  <inkml:trace contextRef="#ctx0" brushRef="#br0" timeOffset="-179050.78">5923 8976 265 0,'-3'-3'270'0,"3"3"-8"16,-3-5-7-16,3 5-11 0,0 0-13 0,-4-1-10 16,4 1-13-16,0 0-14 0,-7-1-19 0,7 1-17 15,0 0-14-15,0 0-12 0,-12 2-12 0,8 2-11 16,2 1-7-16,0 1-8 0,-6 0 0 0,7 0 2 15,-4 3-18-15,-1 0 7 0,2 0-21 0,0 3 3 16,0-2-19-16,1-1 0 0,0 3 0 0,0-3-7 16,3 4-4-16,0-6-4 0,0 3-6 0,6 0 2 15,-5-1-8-15,2-4 4 0,1 2 1 0,0-1-5 16,3-2 5-16,0-1-7 0,4-2 3 0,2-1-3 0,-5-4-2 16,3 0-2-16,1 0-1 0,-2 0 11 0,1-1-11 15,0-1 1-15,-2-2-2 0,-3 3-5 16,2-2 10-16,-2-3 9 0,0 3 5 0,-2-1-1 15,-4 0 1-15,0 2 4 0,0-1-9 0,-1 1 1 0,-2-1-2 16,-4 0-7-16,2 2-5 0,2 0 1 0,-5 1-4 16,2 0 0-16,0 2-4 0,-2 0 1 0,2 2-6 15,-4 0-21-15,2 0-17 0,0 2-18 0,1 0-21 16,1 1-18-16,0 1-22 0,2-2-22 0,-1 3-24 16,2 0-25-16,4 0-36 0,1 0-36 0,4-2-44 15,-3 2-193-15,1-1-535 0,3-1 238 0</inkml:trace>
  <inkml:trace contextRef="#ctx0" brushRef="#br0" timeOffset="-178783.06">6192 9038 239 0,'0'0'256'0,"0"0"-9"0,3-3-6 0,-3 3-10 16,0 0-13-16,0 0-12 0,0 0-10 0,0 0-9 0,0 0-18 16,0 0-3-16,8 0-8 0,-8 0-15 0,0 0-7 15,8-1-20-15,-1-1-9 0,-7 2-12 0,11-1-8 16,-2 0-11-16,2 1-7 0,0-1-9 0,0-1-4 16,3 1-13-16,-3-1-34 0,-1 0-28 0,4 1-33 15,-2-1-41-15,-1 1-47 0,0 0-57 0,1-3-52 16,-1 3-212-16,-4 0-498 0,2-1 221 0</inkml:trace>
  <inkml:trace contextRef="#ctx0" brushRef="#br0" timeOffset="-178448.57">6588 8884 289 0,'0'0'314'16,"0"0"-19"-16,0 0-20 0,3-4-32 0,-3 4-23 16,0 0-21-16,0 0-27 0,0 0-16 0,0 0-8 15,0 0-20-15,-4 15-5 0,2-10-1 0,-1 3-7 16,1 1-6-16,0 0 5 0,-3 0-18 0,1 3-9 0,3-2-12 15,-2 0-5-15,0 1-4 0,2 2-8 16,1-2-7-16,-3 1-2 0,2 0-8 0,1 0-1 16,0-1-7-16,0-4 1 0,2 6 1 0,3-4-10 15,-1 2-20-15,-3-5-23 0,8 6-20 0,-3-7-33 0,2 2-41 16,2-3-49-16,-1-2-51 0,2-1-45 0,-3-2-230 16,3-1-527-16,-2 0 234 0</inkml:trace>
  <inkml:trace contextRef="#ctx0" brushRef="#br0" timeOffset="-178231.08">6737 8998 185 0,'-10'0'337'0,"10"0"-3"16,0 0-24-16,0 0-4 0,0 0-18 0,0 0-16 15,0 0-20-15,0 0-20 0,0 0-24 0,0 0-14 16,0 0-27-16,0 0-7 0,0 0-22 0,0 0-9 15,0 0-13-15,0 0-16 0,23-4-24 0,-12 3-37 16,-5 1-31-16,7-3-44 0,0 2-41 0,-2 0-49 16,-1-1-56-16,2-1-56 0,0-2-58 0,-5 3-187 15,5-2-523-15,-4-1 231 0</inkml:trace>
  <inkml:trace contextRef="#ctx0" brushRef="#br0" timeOffset="-178046.97">6931 8909 96 0,'0'0'204'16,"0"0"0"-16,0 0-2 0,0 0-1 0,0 0-11 16,0 0-12-16,7 10-12 0,-6-5-15 0,0-2-12 15,2 2-15-15,2-1-11 0,-3 1-10 0,0-1-9 16,1 1-10-16,0 2-6 0,1-1-7 0,0-1-8 16,-1 2-35-16,0-2-45 0,-2 0-48 0,4 0-58 15,-2-1-59-15,0-2-169 0,-2 2-380 0,-1-4 170 16</inkml:trace>
  <inkml:trace contextRef="#ctx0" brushRef="#br0" timeOffset="-177679.11">7064 8838 116 0,'0'0'328'0,"0"0"-10"16,0 0-17-16,0 0-17 0,0 0-21 0,0 0-18 15,0 0-22-15,0 0-25 0,0 0-22 0,0 0-14 16,0 0-23-16,0 0-11 0,0 0-10 0,0 0-8 16,0 0-19-16,16 5-6 0,-16-5-2 0,7 4-16 15,-3-3-6-15,3 2-10 0,0-1-1 0,-2 1-3 16,2 0-6-16,-1 0-3 0,4 1-5 0,-3 1-5 15,0-1-4-15,3 1 4 0,-1-1-6 0,-1 1-1 16,2 1-4-16,-5-2-3 0,3 4 1 0,-1-4-2 16,-3 2 0-16,2 2 1 0,-1-2 5 0,-1 3-8 15,-3 0 4-15,-1-1-6 0,0 2-2 0,-1 1 1 16,-4 0 1-16,1-1-15 0,-3 0-23 0,-1 2-30 16,-3-3-40-16,-1 4-32 0,1-1-48 0,-3-2-55 15,6-3-57-15,-2 2-212 0,0-3-544 0,3-2 241 16</inkml:trace>
  <inkml:trace contextRef="#ctx0" brushRef="#br0" timeOffset="-177327.85">7151 8733 43 0,'0'0'340'0,"0"0"-20"0,0 0-24 0,7-6-8 16,-7 6-14-16,12 0-19 0,-6 0-19 0,3 2-14 16,3-2-17-16,-1 3-12 0,4 0-10 0,3 3-14 15,-2 3-16-15,2-1-14 0,2 4-16 0,-2 0-12 16,-2 1-10-16,3 0-11 0,3 7-8 0,-7-5-10 15,0-1 0-15,-3 1-14 0,-1 1-1 0,-1 3 10 16,-2-1-21-16,0 0-7 0,-4-1-1 0,0 1-14 16,-1 0-30-16,-3 0-24 0,-6-1-26 0,4 1-27 15,-9 2-25-15,0-3-28 0,-3-1-36 0,-6 5-40 16,5-8-43-16,-3 1-66 0,-2-2-166 0,-8 0-526 16,3-1 233-16</inkml:trace>
  <inkml:trace contextRef="#ctx0" brushRef="#br0" timeOffset="-176708.97">5901 8787 242 0,'-7'-6'328'0,"1"0"-6"15,1 2-17-15,0 2-19 0,5 2-33 0,-10 0-27 16,10 0-23-16,-14 5-15 0,5 2-19 0,1 1-14 0,-4 5-2 16,1 2-8-16,-1 3 2 0,0 6-9 15,-1 2-4-15,1-2-12 0,4 3-10 0,0 3-11 16,-2-3-9-16,5 4-12 0,-2-3-13 0,4-1 0 0,-1 3-5 15,1-9-1-15,6 8-7 0,0-3-4 0,1-6-3 16,1 0-4-16,5-4-7 0,2 0-1 16,2 0 1-16,5-3-45 0,5 1-32 0,9-5-32 15,-3-3-48-15,2-2-52 0,1 0-63 0,4-4-62 0,-3-1-287 16,4 0-634-16,-3-5 281 0</inkml:trace>
  <inkml:trace contextRef="#ctx0" brushRef="#br0" timeOffset="-176006.65">7463 8547 95 0,'-2'-4'384'0,"2"4"-8"0,-2-4-14 15,-3 2-8-15,5 2-16 0,0-5-17 0,0 5-28 16,-1-4-24-16,1 4-30 0,0 0-22 0,0 0-25 16,0 0-20-16,4-5-23 0,-4 5-14 0,0 0-13 15,12 0-11-15,-12 0-2 0,13 2-23 0,-8 1-6 16,2 0-9-16,2-2-7 0,-2 3-11 0,0-1-6 15,1 2-2-15,-1 0-3 0,-2 0-7 0,2-2-4 16,-3 3-9-16,-1 0-5 0,0 0 2 0,-2-1 5 16,2 3-6-16,-2-3 0 0,-1 3-3 0,-1-3-5 0,-2 0 6 15,0 3-6-15,2-3 4 0,0 0-3 0,-1-1 0 16,-2 0-7-16,4-1 5 0,0-3-2 16,-4 6-6-16,3-2 7 0,1-4-6 0,-2 3-4 0,2-3 7 15,3 4 1-15,-3-4-11 0,10 3-10 0,-5-3-18 16,3 0-33-16,4 0-38 0,2-2-28 0,0 2-40 15,6 0-48-15,-2 0-68 0,1-2-69 16,-4 2-251-16,4-1-658 0,0-3 291 0</inkml:trace>
  <inkml:trace contextRef="#ctx0" brushRef="#br0" timeOffset="-175772.38">7865 8908 269 0,'0'0'267'0,"21"-3"-9"0,-9 1-24 0,3 0-26 16,1-1-17-16,3 0-10 0,3 1-17 0,-3-2-19 15,4 2-14-15,-5-2-12 0,1-1-14 0,0 3-35 16,-4 0-52-16,-3 0-56 0,0 0-63 0,3-1-57 0,-5 1-187 15,-2-1-372-15,-4 0 166 0</inkml:trace>
  <inkml:trace contextRef="#ctx0" brushRef="#br0" timeOffset="-175571.56">7928 8789 133 0,'0'0'251'0,"0"0"-27"15,0 0-22-15,-2 6 2 0,2-6-5 0,0 7-7 16,0-7-22-16,3 9-14 0,2-3-13 0,-2 1-15 16,3 2-9-16,-2-1-11 0,1 3-12 0,-1 1-10 15,4-1-6-15,1 4-7 0,-1 2-6 0,1-3-31 16,-2 4-49-16,3-4-57 0,-4-1-73 0,5-1-66 16,-1-1-163-16,-2-2-403 0,4-1 178 0</inkml:trace>
  <inkml:trace contextRef="#ctx0" brushRef="#br0" timeOffset="-175253.76">8510 8668 278 0,'0'0'338'16,"0"0"-39"-16,0 0-30 0,0 0-27 0,0 0-16 15,0 12 10-15,0-4-28 0,-4-2-4 0,4 6-17 16,-3-2-15-16,0 3-14 0,2-2-8 0,0 2-15 16,-1 5-15-16,2-1 2 0,0 1-26 0,2-2-8 15,-1 0-14-15,2 0-3 0,5 2-5 0,-4-1-8 16,1-1-4-16,2-2-9 0,0-3-39 0,-2 3-38 15,6-3-52-15,-3-3-63 0,2 1-79 0,1-3-82 16,-2 0-210-16,4-2-561 0,1-2 249 0</inkml:trace>
  <inkml:trace contextRef="#ctx0" brushRef="#br0" timeOffset="-172410.25">8745 8721 195 0,'0'0'314'0,"0"-6"9"0,0 6 8 16,-3-4 6-16,3 4 7 0,0 0 3 0,0-6-3 15,0 6-7-15,0 0-17 0,0-4-20 0,0 4-22 0,0 0-25 16,0 0-21-16,0 0-24 0,-4-3-20 0,4 3-20 16,0 0-19-16,0 0-16 0,0 0-11 0,0 0-18 15,0 0-11-15,0 0-12 0,0 0-4 0,0 0-6 16,17 7-9-16,-12-3-7 0,0-2-4 0,4 2-5 16,-4-1-5-16,1 1-5 0,3 1-2 0,-4 0-7 15,4-1-3-15,-4 1-5 0,-1 2-6 0,4-2 0 16,-5 0-1-16,1 4-8 0,-3-4-1 0,4 3-1 15,-4 0 0-15,-1-2 1 0,0 2-1 0,-6-2-2 16,5 2 0-16,-3-2 4 0,-3 1-2 0,2-1 0 16,2 0-1-16,-5 1 0 0,5-2 3 0,-4 1-4 15,2-1 1-15,0-2 1 0,3 1-1 0,-2-1 1 16,3-1 5-16,1-2-4 0,0 0-2 0,-3 4-12 0,3-4-6 16,0 0-12-16,0 0-18 0,0 0-33 0,15 0-36 15,-3-2-34-15,-1 0-42 0,3 0-28 16,-2-2-53-16,2 3-56 0,5-3-54 0,-5 0-331 0,3-1-773 15,0-2 342-15</inkml:trace>
  <inkml:trace contextRef="#ctx0" brushRef="#br0" timeOffset="-172209.51">9028 8803 190 0,'0'0'305'0,"0"0"-15"0,19-5-17 0,-14 4-19 16,1-1-21-16,2 0-18 0,0-1-24 0,3 2-16 16,0-1-20-16,4 0-18 0,0 2-15 0,4-3-27 15,0 2-53-15,-5-1-55 0,-1 0-55 0,4 2-59 16,-4-2-57-16,3 1-198 0,-5-2-412 0,1 1 183 16</inkml:trace>
  <inkml:trace contextRef="#ctx0" brushRef="#br0" timeOffset="-171874.98">9312 8730 176 0,'-4'4'214'0,"3"1"-5"0,-2-1-6 16,3 3-12-16,-3-4-16 0,2 5-13 15,0-4-13-15,1 1-7 0,-2 0-18 0,4 2-10 0,-2 0-12 16,1 1-8-16,2-3-8 0,-2 1-9 0,2-1-4 15,2 0-8-15,1 1-5 0,-1-2-5 0,1-2-1 16,-1 1-6-16,2-2-10 0,-2 0 0 0,2 0-6 16,-7-1-1-16,14-3-3 0,-7 3-4 0,-1-3-1 15,1-1-3-15,-1-1 1 0,-1 0-3 0,-1-1-4 16,0-1 3-16,4-2-6 0,-6 3 2 0,-1-2-4 16,0-3 0-16,-1 4-1 0,2-1-2 0,-2 4 0 15,-2-6 0-15,2 3-2 0,-1 3-1 0,-2-4-2 16,-1 3 0-16,0 1 0 0,-1 1-10 0,-1 0-12 15,1 2-14-15,-1-1-24 0,-6 1-27 0,3 1-42 16,0 0-48-16,0 3-50 0,-2-1-144 0,0 0-399 16,-1 0 177-16</inkml:trace>
  <inkml:trace contextRef="#ctx0" brushRef="#br0" timeOffset="-171557.18">9454 8620 186 0,'0'0'316'0,"0"0"-2"0,12 4-7 0,-7-3-3 16,1 1 5-16,-6-2-2 0,8 2-8 0,0 3-15 0,4-1-19 15,-2 2-17-15,2 0-24 0,6 0-20 16,-7 1-18-16,2 0-17 0,4 3-17 0,-1 2-14 15,-2-3-15-15,-1-1-15 0,-3 0-10 0,-1 2-8 0,2-2-12 16,-3 4-9-16,-1-3-4 0,0 2-6 0,-4-1-6 16,1 2-14-16,0-1-10 0,-7 1-21 0,-1-2-28 15,0 1-27-15,0 0-35 0,-6-3-28 0,3 2-24 16,-3 0-27-16,0-1-28 0,-1-1-34 0,-5 2-33 16,4-4-42-16,2-2-288 0,-3 0-633 0,1-1 280 15</inkml:trace>
  <inkml:trace contextRef="#ctx0" brushRef="#br0" timeOffset="-171172.47">9621 8508 16 0,'0'0'404'0,"0"0"-9"16,-5-3-16-16,5 3-22 0,0 0-16 0,0 0-22 16,0 0-28-16,1-5-26 0,-1 5-19 0,0 0-25 15,12-2-23-15,-12 2-16 0,0 0-16 0,14 4-22 0,-10 0-11 16,1-2-19-16,3 3-9 0,-1-2-11 16,-3 2-9-16,3 1-10 0,-3-1-2 0,-1 1-11 15,4-1-6-15,-6 2-9 0,3 0-2 0,-4-1-4 16,2 3-6-16,0-3-3 0,-2 3 5 0,-2-4-12 0,2 0 5 15,0 2 2-15,0-2 8 0,0 1 6 0,0-2 0 16,-2-1 2-16,2-3 0 0,0 6 3 16,2-2 7-16,-2-4 2 0,0 0 5 0,0 0 3 0,0 0 0 15,0 3-4-15,0-3-8 0,0 0-5 0,13-6-9 16,-5 5-20-16,-1-2-29 0,5 0-33 0,-1 0-48 16,3-1-64-16,5-2-63 0,-3-1-68 0,3 1-85 15,0 0-94-15,-1-4-249 0,1 3-769 0,-3-1 340 16</inkml:trace>
  <inkml:trace contextRef="#ctx0" brushRef="#br0" timeOffset="-170035.06">10301 8858 230 0,'0'0'386'16,"0"0"-18"-16,0 0-26 0,0 0-27 0,0 0-19 15,0 0-24-15,5 1-23 0,-5-1-19 0,7 2-19 0,-7-2-17 16,9 4-16-16,-5-3-15 0,4 3-13 0,-2 0-12 16,4-1-11-16,-4 1-23 0,4 3-3 0,-2-2-11 15,2 1-12-15,-4 3-9 0,0-4-2 0,-2 1-8 16,-1 4-9-16,3 0-6 0,-2-2 5 0,-3 2-7 16,-2 0-1-16,-3 1-8 0,-1 0-40 0,1 0-34 15,-6 0-35-15,0-1-35 0,-1 3-37 0,-4-2-41 16,1 2-50-16,5-5-65 0,-2 0-290 0,2 1-643 15,-1-3 285-15</inkml:trace>
  <inkml:trace contextRef="#ctx0" brushRef="#br0" timeOffset="-167057.78">11080 8511 73 0,'0'-6'268'0,"0"-1"3"15,2 4 3-15,-2-2 4 0,0 0-1 0,0 2 3 16,0 3-3-16,-2-9 0 0,4 5-7 0,-2 4-17 16,2-4-19-16,-2 4-32 0,0 0-29 0,0 0-17 15,0 0-13-15,0 0-5 0,0 0-24 0,-17 17-16 16,10-7-5-16,3 1-13 0,-6 6 4 0,2 0-16 15,2 0-4-15,-1 1-6 0,1 1-5 0,-2 0-11 16,1 8-1-16,3-7-6 0,0-1-3 0,0 1-1 0,3-1-4 16,2 0 2-16,0 0-4 0,2-1-8 0,4 0-6 15,-1-1-26-15,1-3-30 0,4 0-23 0,4-1-26 16,-4-3-30-16,3 2-42 0,-1-5-39 16,5 1-44-16,-3-3-44 0,-1 0-54 0,1-3-193 0,-2 0-585 15,1-1 258-15</inkml:trace>
  <inkml:trace contextRef="#ctx0" brushRef="#br0" timeOffset="-166706.47">11260 8638 86 0,'0'0'188'0,"0"0"-3"0,0 0-5 0,0 0-1 16,-9 12-8-16,7-9-3 0,2 2-9 0,0 2-11 15,0-1-9-15,0 1-12 0,0-1-9 0,2 1-8 16,0-1-2-16,2 0-6 0,-1 1-5 0,1-2-6 16,0 0-6-16,3 0-3 0,0-1-2 0,-1 0-11 0,1-1-5 15,3 0-4-15,0-2-6 0,0 0-5 16,-3-1-6-16,4-1-1 0,-3 0-2 0,0-2-10 16,0 1 2-16,-1-2-4 0,3-1-2 0,-5 0-2 0,-1 0 5 15,0-1 4-15,1-1 1 0,-4-1 6 0,0 1-12 16,-1-1 6-16,-1 2-3 0,-2-2 0 0,0 1-4 15,-1 1-1-15,0 1-3 0,1-2-1 16,-6 4-5-16,5-1-1 0,-2 0-5 0,-2 2-1 0,0-1-16 16,0 1-12-16,0 4-19 0,-2-2-19 0,2 1-23 15,1 2-24-15,-1-2-38 0,4 3-42 0,-1 0-41 16,0-1-42-16,3 1-145 0,-1-1-444 0,3-3 196 16</inkml:trace>
  <inkml:trace contextRef="#ctx0" brushRef="#br0" timeOffset="-166505.75">11528 8680 200 0,'9'0'309'0,"-9"0"-1"16,0 0-5-16,9-1-12 0,-9 1 1 16,6-1-33-16,3-1-24 0,-3 1-25 0,1 0-12 15,0-2-24-15,1 2-22 0,3 0-12 0,0-2-21 0,1 2-9 16,0-2-39-16,1 1-47 0,1 0-41 0,0 1-53 15,-2 0-61-15,2 0-53 0,0-2-66 0,-1 1-208 16,1-2-495-16,-2 1 220 0</inkml:trace>
  <inkml:trace contextRef="#ctx0" brushRef="#br0" timeOffset="-166171.81">11850 8561 255 0,'-1'4'271'0,"-3"0"-7"0,-1 0-9 0,-1 1-15 16,3 1-17-16,-1 0-14 0,1-3-15 0,2 3-16 15,-2 1-16-15,2-3-16 0,1 2-12 0,0 0-4 16,0 0-18-16,1 0-9 0,2 0-8 0,0 1-9 16,1-2-8-16,0 1-9 0,4-2-7 0,-1 0-3 15,0 0-5-15,1-1-7 0,3-2-2 0,-5 0-2 16,3-1 5-16,-1 0-5 0,1-2-19 0,-5 0 5 0,5 0-7 15,-4-2 2-15,2-1-4 0,1-2-2 0,-5 2-1 16,1-1-2-16,-1-1-2 0,-2 1-3 16,2-2-1-16,-3-1-3 0,-4 3-2 0,1-3-3 15,-1 3 4-15,1 1 1 0,-5-2-8 0,1 0-2 0,-1 3-10 16,2-2-8-16,-3 4-14 0,5-1-12 0,-4 2-19 16,-1 0-18-16,3 1-28 0,6 0-33 0,-15 0-42 15,8 1-34-15,4 1-49 0,-1 1-164 0,4-3-472 16,-3 2 209-16</inkml:trace>
  <inkml:trace contextRef="#ctx0" brushRef="#br0" timeOffset="-165870.15">12016 8455 36 0,'0'-5'319'15,"0"5"-18"-15,0 0-16 0,0 0-21 0,0 0-3 0,0 0-4 16,0 0-4-16,12 7-2 0,-5-3-15 16,-1-1-13-16,-1 1-12 0,5 0-14 0,-1 2-6 15,2 0-24-15,0 1-17 0,1-1-14 0,1 3-12 0,-1-1-11 16,1 2-13-16,-3 0-17 0,1-1-1 0,1 3-6 16,-1 2-8-16,-5-4-7 0,3 1-5 0,-1 5-9 15,-4-3 0-15,-2 0-5 0,0-1-11 0,-2 1-27 16,-4 4-26-16,1-4-32 0,-1 3-15 0,-3-3-20 15,-1 1-21-15,-4 2-23 0,0-5-18 0,2 2-22 16,-2-2-28-16,4-3-34 0,-2 1-33 0,0-2-42 16,1-2-167-16,1-4-515 0,0 0 228 0</inkml:trace>
  <inkml:trace contextRef="#ctx0" brushRef="#br0" timeOffset="-165468.72">12141 8331 81 0,'-4'-4'382'0,"4"4"-12"16,0 0-21-16,-2-3-22 0,2 3-9 0,0 0-16 15,0 0-17-15,0 0-44 0,0 0-19 0,8-5-22 16,-8 5-18-16,10 1-20 0,-10-1-22 0,11 3-12 15,-4-1-8-15,0 1-13 0,1 1-11 0,0-1-4 16,-1 2-21-16,0 0-1 0,-2-1 2 0,5 2-18 16,-6-2-4-16,3 1-11 0,-3 0 1 0,-3 0 0 15,3 0-12-15,0 0 4 0,-4 1-6 0,0-1-1 16,0-1 3-16,0 2-2 0,0-2-12 0,0-4 7 16,0 4-2-16,0-4 19 0,0 6 0 0,0-6 3 15,0 5 4-15,0-5-5 0,0 0 1 0,0 6-6 16,0-6-4-16,0 0 5 0,0 0-5 0,0 0-7 15,0 0 5-15,6 0-2 0,-6 0-4 0,8 0-8 0,-8 0-26 16,16-5-22-16,-2 5-28 0,1-1-48 16,-1-2-35-16,4 0-48 0,2 1-63 0,0-1-77 15,0-1-354-15,-2 0-744 0,1-1 330 0</inkml:trace>
  <inkml:trace contextRef="#ctx0" brushRef="#br0" timeOffset="-164716.02">12548 8622 109 0,'0'0'386'0,"0"0"-8"0,0 0-11 0,5-3-17 0,-5 3-10 15,6-4-18-15,-2 0-14 0,1 3-17 0,1 0-20 16,3-1-19-16,1-2-19 0,2 2-18 0,2 0-25 15,-1-1-18-15,6-2-19 0,1 4-15 0,0-2-17 16,3 0-12-16,-4-1-14 0,4 2-28 0,-4-1-39 16,-1 1-45-16,-2 1-47 0,-5-1-41 0,3 1-45 15,-3 1-45-15,-5 0-55 0,2 0-63 0,-8 0-321 16,10-1-687-16,-9-2 305 0</inkml:trace>
  <inkml:trace contextRef="#ctx0" brushRef="#br0" timeOffset="-164498.56">12680 8502 109 0,'0'0'273'0,"0"0"-26"0,0 0-26 16,0 0-21-16,-9 4-3 0,9-4-2 16,1 7-11-16,-1-2-11 0,2 1-13 0,1 1-13 15,-3 3-14-15,4 1-15 0,0 0-7 0,0 1-11 0,2 5-12 16,0 0-6-16,3 3-7 0,-4 1-8 0,2-3-13 15,0 2-36-15,-3-2-45 0,1 1-42 0,4-3-59 16,-4 0-68-16,1-1-226 0,-2-2-458 0,2-3 203 16</inkml:trace>
  <inkml:trace contextRef="#ctx0" brushRef="#br0" timeOffset="-162391.43">13110 8389 239 0,'2'-10'299'0,"3"2"4"0,-3 1 3 0,1 1-1 15,-2-1 1-15,2 1 2 0,-1 1-2 0,-2 2-5 0,1-1-13 16,0 1-24-16,-1 3-26 0,2-5-21 0,-2 5-35 15,0-5-18-15,0 5-16 0,0 0-18 0,-9 11-14 16,4-2-12-16,-1 0-15 0,4 1-9 0,-8 4-3 16,2 2-7-16,1 1-5 0,2-2-5 0,-1 2-8 15,0 1-4-15,2 0-5 0,-1 1-4 0,4 1-6 16,0-2 0-16,1-2-4 0,4 0 5 0,-3 4-11 16,5-2-4-16,0-2 0 0,2 1-1 0,2-1-10 15,1-4-36-15,4 0-29 0,-4-3-36 0,4 0-41 16,1 0-37-16,0-3-47 0,-2-1-54 0,1-3-58 15,-1 0-64-15,-1-2-217 0,-2 0-663 0,1-2 294 16</inkml:trace>
  <inkml:trace contextRef="#ctx0" brushRef="#br0" timeOffset="-162006.3">13300 8374 272 0,'0'0'265'0,"0"0"-16"15,8-3-7-15,-3 1-12 0,-5 2-18 0,12 3-12 16,-3-2-13-16,-3 0-14 0,1 2-15 0,3-1-14 16,0 2-16-16,-1-2-8 0,2 4-20 0,-3-1-7 15,-1 0-15-15,4 3-3 0,-4-7-10 0,-2 5-8 16,1 1-3-16,-2 0-6 0,0 0-5 0,-3-1 1 15,3 1-6-15,-2-1-5 0,-2 3 1 0,-2 1 5 16,2-3 17-16,-5 1 4 0,1 0 14 0,0 0-4 16,0-1-2-16,1-1-6 0,0-1 4 0,-1 0 2 0,3-1-3 15,-4 0-3-15,3 0-3 0,-1-1-10 16,3-3-1-16,-1 6-7 0,-2-4-5 0,3-2-6 16,0 4 3-16,0-4 0 0,3 4-4 0,-3-4 1 0,11 3-12 15,-6-3 7-15,6 0-28 0,-4 0-17 0,4 0-28 16,1 0-34-16,-1 0-30 0,5-1-49 0,-3 0-48 15,0 0-63-15,-2-2-68 0,7 1-196 0,-6-1-581 16,1 0 256-16</inkml:trace>
  <inkml:trace contextRef="#ctx0" brushRef="#br0" timeOffset="-161805.65">13674 8478 188 0,'0'0'315'0,"0"0"-7"0,0 0-12 16,0 0-15-16,0 0-22 0,0 0-23 0,0 0-19 0,14-9-23 15,-14 9-21-15,12-1-14 0,-8-1-20 0,4 1-10 16,2 1-20-16,-1 0-36 0,2-1-42 16,-1 1-42-16,1-2-48 0,0 4-56 0,-1-1-49 0,3-2-62 15,-5 2-196-15,5-1-458 0,-2 0 203 0</inkml:trace>
  <inkml:trace contextRef="#ctx0" brushRef="#br0" timeOffset="-161454.78">14044 8324 145 0,'0'-4'387'0,"0"4"-5"15,-3-5-10-15,3 5-20 0,-1-5-19 0,1 5-22 16,0 0-33-16,0 0-34 0,-4-3-21 16,4 3-19-16,0 0-9 0,-9 7-34 0,9-7-15 0,-6 8-13 15,3-3-19-15,1 3-1 0,-2-2-14 0,1 3-15 16,1 1-3-16,1 2-2 0,1-2-13 0,0 3-4 15,0 0-5-15,1-3-6 0,2 2-6 0,0-1-4 16,1-1-5-16,2 1-1 0,-2 0-13 0,4-1-23 16,-2-1-31-16,1 1-27 0,3-2-26 0,-2-2-36 15,1 1-43-15,0-2-47 0,1 0-55 0,3-4-52 16,-8 2-281-16,9-3-650 0,-7 0 288 0</inkml:trace>
  <inkml:trace contextRef="#ctx0" brushRef="#br0" timeOffset="-161253.62">14190 8423 248 0,'0'0'279'0,"-3"-7"-4"0,3 7-11 16,0 0-4-16,0 0-10 0,0 0-14 16,0 0-16-16,0 0-14 0,0 0-15 0,0 0-21 0,0 0-4 15,0 0-27-15,8-2-13 0,-8 2-10 0,8 0-19 16,-1-1-25-16,3 1-25 0,-10 0-35 0,12 0-33 15,-4 0-44-15,1 1-42 0,2-2-45 0,-1 1-45 16,1-1-33-16,-2-1-204 0,0 1-470 0,3 0 208 16</inkml:trace>
  <inkml:trace contextRef="#ctx0" brushRef="#br0" timeOffset="-161053.33">14395 8359 176 0,'-1'-5'227'0,"1"5"7"0,0 0 1 0,0-5-2 16,0 5-10-16,0 0-14 0,0 0-26 0,0 0-14 15,0 0-12-15,0 0-18 0,0 0-16 16,0 0-10-16,0 0-9 0,0 0-10 0,0 0-10 0,1 16-6 16,-1-10-9-16,5 0-3 0,-3 0-11 0,0 1-5 15,0 0-4-15,1 2-2 0,-2-2-5 0,0-2-30 16,4 5-29-16,-4-5-33 0,2 6-40 16,-1-4-47-16,1-1-49 0,1-1-58 0,-3 1-157 0,-1-1-435 15,6-1 192-15</inkml:trace>
  <inkml:trace contextRef="#ctx0" brushRef="#br0" timeOffset="-160752.81">14494 8271 115 0,'0'0'300'0,"0"0"-15"0,0 0-18 0,0 0-10 16,0 0-4-16,0 0-9 0,0 0-13 0,0 0-13 0,0 0-15 16,8 13-11-16,-2-9-17 0,1 2-23 0,1 0-7 15,0 0-13-15,0 2-16 0,-2-2-7 0,4 2-15 16,-1 1-9-16,-1 1-9 0,0-1-6 0,0 0-9 16,-2 3-2-16,2-4-13 0,-4 3-3 0,4-1 9 15,-7-2-20-15,1 4-18 0,-1-4-24 0,-2 1-19 16,-1-3-22-16,1 2-25 0,-6 1-28 0,3-1-35 15,0 1-39-15,-3-1-48 0,0-3-52 0,-3 2-212 16,4-2-529-16,1-2 234 0</inkml:trace>
  <inkml:trace contextRef="#ctx0" brushRef="#br0" timeOffset="-160417.28">14618 8114 322 0,'0'0'321'0,"0"0"-10"0,0 0-6 0,0 0-10 15,19 7 4-15,-8-4-10 0,0 0-7 0,1 1-16 16,3 2-27-16,2 1 4 0,2 1-31 0,-2 0-19 15,0 1-13-15,-1 0-18 0,2 3-16 0,-2-2-22 16,0 3-4-16,-1 1-14 0,-4-1-9 0,4 3-11 16,3 7-8-16,-8-5-4 0,3 7-7 0,-8-6-2 15,1 0-11-15,-2 3-4 0,1 5-3 0,-4-3-7 16,-2-2-9-16,-4 0-36 0,-1 3-29 0,-2-4-35 16,1-2-23-16,-2-1-31 0,-2 0-19 0,-1-2-36 15,-6-1-37-15,4 0-44 0,0-5-56 0,-3 0-297 16,2-4-663-16,4-4 293 0</inkml:trace>
  <inkml:trace contextRef="#ctx0" brushRef="#br0" timeOffset="-160015.84">14864 8010 235 0,'0'0'310'16,"0"0"-21"-16,0 0-17 0,14-1-24 0,-14 1-15 16,8 0-15-16,1 3-17 0,0-2-20 0,-4 2-8 0,5 1-24 15,1-1-20-15,-5 1-9 0,1 2-14 16,3-1-11-16,-4 2-8 0,1 0-11 0,-1-1-8 15,-1 0-14-15,-2-1 5 0,-2 2-7 0,3 2-6 16,-4-2-4-16,-1 0-2 0,-2 0-4 0,-1 1 0 0,0-1 1 16,0-1 8-16,-1 3 1 0,-1-4 1 0,1 1-1 15,-2 0 9-15,4-4-18 0,-1 2 2 0,1 0-7 16,3-4-3-16,-5 5 20 0,5-5-18 0,-3 3 9 16,3-3 2-16,-1 4 0 0,1-4-6 0,0 0-9 15,0 0-24-15,16-3-29 0,-16 3-35 0,15-4-38 16,-7 3-51-16,3-2-64 0,0 1-61 0,3-2-295 15,-1-2-616-15,1 0 274 0</inkml:trace>
  <inkml:trace contextRef="#ctx0" brushRef="#br0" timeOffset="-158694.45">15078 7881 247 0,'0'0'283'0,"-2"-6"-8"0,2 6-8 0,3-5-7 16,-3 1-10-16,0 4-11 0,0-4-17 0,0 4-20 0,0 0-13 16,4-4-11-16,-4 4-13 0,0 0-18 0,3-3-13 15,-3 3-14-15,0 0-13 0,0 0-10 16,0 0-8-16,0 0-15 0,0 0-7 0,1-3-5 16,-1 3-8-16,0 0-2 0,0 0-8 0,0 0-8 0,0 0-6 15,0 0-1-15,0 0-3 0,0 0 1 0,0 0-7 16,0 0 8-16,0 0-5 0,0 0-9 0,0 0 3 15,0 0-3-15,0 0-1 0,0 0 0 0,0 0-5 16,0 0 2-16,0 0-5 0,0 0 0 0,0 0 0 16,0 0 5-16,0 0-9 0,0 0 1 0,0 0 2 15,0 0-3-15,0 0 1 0,0 0-2 0,0 0 3 16,0 0-3-16,0 0 5 0,0 0-2 0,0 0 0 16,0 0 0-16,0 0-2 0,0 0 0 0,0 0 2 15,0 0-2-15,0 0-2 0,0 0 1 0,0 0 0 16,0 0-2-16,0 0 4 0,0 0-4 0,0 0 0 15,0 0 4-15,0 0 2 0,0 0-7 0,0 0 5 16,0 0-5-16,0 0 4 0,0 0-1 0,0 0 3 0,0 0-1 16,0 0-7-16,0 0 4 0,0 0 3 0,0 0-2 15,0 0 1-15,6 8-2 0,-6-8 7 0,0 0 3 16,0 0-7-16,0 0 0 0,0 0-5 0,0 0 6 16,0 0 10-16,0 0-14 0,0 0-1 0,0 0 3 15,0 0 4-15,0 0-4 0,8-2-2 0,-8 2 1 16,11-1 2-16,-11 1 1 0,11 0 0 0,-6 1-8 15,-5-1 0-15,14-1 6 0,-6 1 1 0,-1 0-4 16,0 0-2-16,3 1 5 0,-3-1-1 0,1 2-4 16,3 0 3-16,-3-2 13 0,-1 1-9 0,4 1-2 15,-3 0-3-15,-1-1 2 0,1 2-3 0,-1 0-1 16,1-1-1-16,0 1-1 0,-1-1 3 0,0 3-1 16,-3-2-2-16,4 0 6 0,-1 3-4 0,-3-1 5 0,-1 0 2 15,2 1-5-15,1 0 1 0,-4-1-6 16,1-2 2-16,-3 7 2 0,3-5-1 0,-3 2 0 15,0 0 1-15,-3-1 1 0,2 2-2 0,-2-2 2 0,2 2-1 16,-5 1 2-16,1 0-3 0,-1 0 7 0,-2-1-5 16,5-1-1-16,-2 1 2 0,-2 0-2 0,0-2 0 15,2 2 7-15,-2 0-8 0,-1-4 7 0,4 3 0 16,-3-1-3-16,3-2 0 0,1 0 1 0,-1 0 0 16,0 1 1-16,0-3-1 0,2 1 7 0,2-3-7 15,-3 5-5-15,3-5 3 0,-3 5 3 0,2-2-7 16,1-3 5-16,5 4 2 0,-5-4 0 0,6 3 0 15,-1 1 0-15,0-1 0 0,2 1-2 0,0-2 2 16,2 2 1-16,1 2-7 0,-2 0 4 0,3-1-3 16,1 0 3-16,-1 1 2 0,1 1 0 0,-2 0-2 15,0 0-1-15,0 1-4 0,0-1 6 0,-1 0-2 16,-2 2 0-16,1-2-4 0,-2-3 5 0,-1 3 1 16,-1 0 0-16,-1-1-6 0,-2 2 5 0,1-3 2 0,-2 1-2 15,-3 1-1-15,0 1 0 0,-1 1 6 16,0-2-6-16,-3 0 3 0,-2 2 1 0,1 0 14 15,-2 0-16-15,2-3 0 0,-1 2-4 0,0 0-2 0,1-1 7 16,3-1-5-16,-2 2 1 0,0 2 1 0,4-2 3 16,-1 0-3-16,0 1 3 0,4 1-3 0,0 0-1 15,4 3-3-15,0 0 8 0,-1 0 9 0,8 4-6 16,-3 1-8-16,9 5 0 0,0-2 6 0,0 2-3 16,0 1-2-16,0-1 3 0,3 1-1 0,0-4 2 15,-5 3-5-15,-3-5 4 0,5 5 0 0,-4-3 2 16,-2-4 1-16,-4 2-5 0,0-2-4 0,-2 0 4 15,-1-3 3-15,-1-2 2 0,-3 2 3 0,-3-2 10 16,-2 0 13-16,-6-1 7 0,1-1-5 0,-4 2 4 16,-3-4-5-16,-3-1-15 0,-4 1 6 0,4-3-22 15,-6-3-33-15,-3 3-34 0,-1-4-34 0,5 0-37 16,6 0-32-16,-4-2-41 0,4 0-54 0,5 1-66 0,0-4-193 16,7 0-566-16,1 0 250 0</inkml:trace>
  <inkml:trace contextRef="#ctx0" brushRef="#br0" timeOffset="-158109.02">15830 8283 95 0,'0'0'394'0,"-3"-2"-1"16,3 2 8-16,0 0 5 0,0 0-22 0,0-4-14 15,0 4-27-15,0 0-31 0,0 0-29 0,0 0-32 16,4-7-26-16,-4 7-22 0,10-2-22 0,-2 0-26 15,4 2-41-15,-2-1-42 0,1 1-59 0,6-1-50 16,0 2-47-16,-4 0-46 0,2-1-53 0,0 2-66 16,-1 0-43-16,-2 1-312 0,-1 0-653 0,-2-1 288 0</inkml:trace>
  <inkml:trace contextRef="#ctx0" brushRef="#br0" timeOffset="-157941.75">15902 8359 61 0,'-4'2'263'0,"4"-2"4"0,-8 3 7 0,5-2-6 0,3-1-3 16,-7 2-4-16,7-2-10 0,0 0-1 0,0 0-16 16,0 0-21-16,0 0-8 0,0 0-36 0,24 0-22 15,-12-1-23-15,4 0-48 0,3-3-40 0,1-1-50 16,4 3-65-16,-3-2-76 0,11-1-75 0,-9 1-251 16,0 0-522-16,8-1 231 0</inkml:trace>
  <inkml:trace contextRef="#ctx0" brushRef="#br0" timeOffset="-157373.04">16438 8212 223 0,'4'-7'260'15,"0"1"-5"-15,2 0-10 0,-5-1-11 0,2-1-14 16,-2 2-15-16,-2-2-17 0,-2 1-15 0,2 0-12 16,-3-1-17-16,-1 3-16 0,1 0-18 0,-4 0-7 15,-1 1-11-15,-4 2-8 0,1-1-2 0,1 3-19 16,-4 1-8-16,0 1-5 0,-2 1-3 0,2 2-7 15,2 1-1-15,0 1-2 0,-1 1-9 0,2 0 1 16,3-1 1-16,-2 3-11 0,5 0-2 0,0-1-2 16,0 2-1-16,3 0-4 0,3 1 3 0,-1-4 0 15,1 1-3-15,1 0 0 0,2 0 2 0,3-1-3 0,-2-1 2 16,2-3-1-16,1 2-1 0,0-3 0 16,4 1-1-16,-2-3-2 0,4 0 0 0,-1-2 0 15,-1 1 4-15,1-2-7 0,-1-4 4 0,1 4 3 16,-4-3 12-16,4 0 16 0,-5-1 11 0,0-1 10 0,-3-1 16 15,3 3 3-15,-2-2 17 0,-2 1 8 16,1 0 12-16,-3 2 15 0,1-2-5 0,1 1-1 16,-2 2 3-16,-1 3-16 0,0-9-11 0,1 6-10 0,-1 3-14 15,0 0-14-15,0 0-10 0,0 0-2 0,0 0-8 16,0 0-5-16,0 0-1 0,0 0-3 0,0 0-8 16,2 13-9-16,-1-8-17 0,-1 3-19 0,3-3-13 15,-2 0-24-15,6 5-17 0,-2-3-14 0,-1-1-14 16,6 0-22-16,-3 0-16 0,1 1-19 0,-3-3-24 15,2 1-20-15,0-1-29 0,0 1-27 0,-1-1-24 16,1-1-13-16,-1-2-17 0,-1 0-165 0,-5-1-518 16,11-4 230-16</inkml:trace>
  <inkml:trace contextRef="#ctx0" brushRef="#br0" timeOffset="-156787.62">16547 8204 25 0,'0'-6'177'15,"1"-1"18"-15,-1 2 21 0,2 0 7 0,-2 0 9 16,0 1 5-16,1 0-5 0,-1 4-9 0,0-6-15 0,0 6-22 15,1-5-18-15,-1 5-22 0,6-4-14 0,-6 4-10 16,9 0-15-16,-9 0-10 0,8 2-8 16,-1 1-14-16,1 1-1 0,-1-1-7 0,3 4-9 0,0-2-11 15,1 1-1-15,-1 2-5 0,2-3-7 0,-2 3 3 16,-1-1-9-16,3-1 3 0,-5 0-6 0,1 1-3 16,-2-2-3-16,-2 0 0 0,3 0-4 0,-3-3 0 15,0 1 6-15,-3 1-11 0,3-2-2 0,-4-2 2 16,0 0 6-16,0 0-10 0,0 0 2 0,-12 4-4 15,12-4 1-15,0 0 4 0,-15-6-2 0,11 4 2 16,-3-2-2-16,7 4-5 0,-5-5-1 0,-2 2-3 16,7-1-13-16,0 4-8 0,0-8-15 0,5 2-12 15,-2 1-15-15,8 0-2 0,-4-2-10 0,8 2-7 0,3-2-6 16,2 0-8-16,2 1-5 0,5-3-8 16,3 2-10-16,-2-2-1 0,-2 1 0 0,-1 3 15 15,-2-1 12-15,-3-1 8 0,-1 0 5 0,-3 2 12 0,-2-2 33 16,-3 2 12-16,-3 1 17 0,-2-1 8 0,-4-1 6 15,1 2 9-15,-4-1 6 0,-1 0 7 0,0 1 3 16,-3 0 3-16,-1 3 5 0,-8-1 2 16,9 1 0-16,-8 1 4 0,3 0-4 0,-3 3 4 0,0-1-5 15,-1 4-6-15,-1 1 1 0,6-1-3 0,-1 4-3 16,2-2-4-16,-1 3 1 0,3 0-4 0,3 6 11 16,1-4 9-16,6 4 3 0,-3 2 1 0,7 1 3 15,4 8 7-15,-5 0 0 0,8-1-2 0,4 3 1 16,-4-2-5-16,0 6 2 0,4-8-3 0,-4 3-3 15,4 1-4-15,-4-2-7 0,1-1 0 0,-3-2-2 16,0-6-2-16,-7 0-3 0,2-2-9 0,-4-4 1 16,-3 0 5-16,1-1-1 0,-4-3 23 0,1-2 24 15,-2-2 7-15,-1-2-2 0,-3-1-6 0,-2-4 4 0,-2 1-24 16,1-1 1-16,-2-4-5 0,1-1-23 16,-5-4-23-16,-2-1-55 0,2-1-36 0,0-3-31 15,1 3-27-15,3-3-38 0,5 2-41 0,1-3-62 0,2 5-229 16,4-8-561-16,5 2 248 0</inkml:trace>
  <inkml:trace contextRef="#ctx0" brushRef="#br0" timeOffset="-156152">17175 8149 80 0,'0'0'257'15,"0"0"-16"-15,0 0-6 0,0 0-8 0,0 0-13 16,0 0-11-16,0 0-14 0,0 0-17 0,0 0-11 16,0 0-23-16,7 11-17 0,-6-7-7 0,2 0-15 15,-3 1-6-15,6 0-12 0,-5 0-3 0,2 0-11 16,-2 2-7-16,4-1-4 0,-1-1-6 0,-2 2-5 16,0-1-1-16,1 2-6 0,0-4-7 0,0 1-10 15,-1-1-5-15,0 2-5 0,1-4 6 0,-1 2-3 16,-2-4 0-16,4 2-2 0,-4-2-2 0,0 0 2 0,0 0-7 15,11-6 5-15,-7 4-4 0,-1-2 3 0,1-2 3 16,0 0 2-16,1-1 9 0,2 0 3 16,-3-3 10-16,2 3 14 0,1-2 1 0,-2 0 5 0,2 1-2 15,-2 0-3-15,2 2 5 0,-3 1 1 0,-1 1-4 16,1-1 0-16,1 1-9 0,-2 2-1 0,-3 2-14 16,3-5-2-16,-3 5-9 0,0 0 4 0,8 0-2 15,-8 0-2-15,0 0-11 0,0 0 2 0,4 10 17 16,-2-5-16-16,-2 0-3 0,1 0-5 0,0 1 0 15,-1 1-9-15,3-2-2 0,0 1 0 0,-2-1 1 16,0 1-3-16,1-1 0 0,-1 0-1 0,-1-1 4 16,1-1 6-16,2 0-1 0,-3-3 2 0,4 4-2 15,-4-4 3-15,6 1-9 0,-6-1 14 0,0 0 2 0,8 2 9 16,-8-2 7-16,8-7 7 0,-4 4 7 16,0 0 7-16,2-1 12 0,-2 0 14 0,0-1 9 15,2 1 1-15,-1-1 11 0,-1-1 4 0,0 2 3 16,1 0 9-16,0 0-5 0,-1-1-5 0,1 2-2 0,-1-2-4 15,-1 2-2-15,1-2-7 0,-1 3-11 0,-1-1-7 16,1 1-7-16,-3 2-16 0,4-4-7 16,-4 4-5-16,0 0-4 0,0 0-17 0,0 0-21 0,12 5-13 15,-10-2-17-15,0 0-12 0,2 2-13 0,-1 0-14 16,1-2-13-16,0 4-12 0,2-2-10 0,-1 1-19 16,-1-1 0-16,3 2-12 0,0-2-21 0,0 0-23 15,2 1-25-15,-2-1-32 0,-1-3-26 0,4 2-28 16,-2-3-252-16,-1 0-601 0,0-1 267 0</inkml:trace>
  <inkml:trace contextRef="#ctx0" brushRef="#br0" timeOffset="-155650.21">17644 8046 97 0,'0'0'286'0,"-7"-1"-19"0,7 1-25 0,0 0-24 15,0 0-21-15,0 0-18 0,0 0-18 0,-9 4-17 16,9-4-12-16,4 4-11 0,-4-4-15 0,5 8-7 16,-3-4-10-16,2 1-7 0,0 2-11 0,2 2-5 15,-1-2-5-15,3 1-9 0,-2-1-31 0,-1-1-19 16,5 2-25-16,-5-3-19 0,3 0-21 0,-2 0-25 16,-1 0-12-16,3-1-10 0,0 0-3 0,-1-2 12 15,0 0 3-15,0-2 13 0,-3 0 2 0,-4 0 9 16,12-2 11-16,-6 0 26 0,-6 2 23 0,6-4 27 15,-3 2 27-15,1-2 22 0,0 1 26 0,-4 3 23 16,6-2 12-16,-2-1 15 0,-4 3-1 0,0 0-7 16,5-4-8-16,-5 4-16 0,2-2-12 0,-2 2-11 15,0 0-10-15,0 0-7 0,0 0-6 0,0 0-8 16,8 6-4-16,-7-2-6 0,1-1 0 0,1 2-5 16,-3-2-5-16,4 2-3 0,-1-2-3 0,3 2-1 15,-5-1 9-15,3 1-16 0,0-2 6 0,-1 0-4 16,-1-1-1-16,-2-2 0 0,6 3 0 0,-6-3 10 0,0 0 7 15,0 0 3-15,11-4-3 0,-8 0 13 0,0-1-4 16,-1 1 5-16,1-1 3 0,-2 0 8 16,7-1 8-16,-5 1-2 0,0-1-4 0,1-1 0 0,-1 2-7 15,1 0-2-15,1 0-5 0,-2 0-13 0,2 4-2 16,-1-3-7-16,-4 4-4 0,6-1-14 0,-6 1-11 16,0 0-21-16,9 1-19 0,-9-1-16 0,7 5-14 15,-3-1-21-15,0 0-25 0,-2 2-20 0,0-1-28 16,3 2-34-16,-5-2-34 0,5 0-29 0,-5 0-249 15,4-1-555-15,-2 0 246 0</inkml:trace>
  <inkml:trace contextRef="#ctx0" brushRef="#br0" timeOffset="-155481.95">17687 7901 15 0,'-10'-7'217'0,"3"-1"-25"0,3 2-20 16,-1 0-14-16,2 0-16 0,2 1-19 16,2 0-22-16,2 2-38 0,5-2-50 0,4 2-64 0,6-1-141 15,2-1-206-15,10 1 92 0</inkml:trace>
  <inkml:trace contextRef="#ctx0" brushRef="#br0" timeOffset="-154312.08">19074 6657 75 0,'0'0'274'0,"0"0"-15"16,0 0-14-16,0 0-17 0,0 0-16 0,0 0-2 15,0 0-5-15,0 0-3 0,0 0-7 16,15 9-6-16,-10-5-8 0,1 0-9 0,2 0-15 0,1 1-12 15,2 0-5-15,3 1-14 0,-5 1-15 0,5 1-11 16,-2-3-10-16,-2 3-12 0,2-1-13 0,0 3 2 16,-4-1-9-16,2 1-4 0,-2 0-10 0,-1 1-14 15,-3 0-26-15,0 2-31 0,-4 2-33 0,0-2-29 16,0 4-31-16,-3 4-47 0,-2-5-55 0,2 0-82 16,0 2-185-16,-1-1-528 0,-1 0 235 0</inkml:trace>
  <inkml:trace contextRef="#ctx0" brushRef="#br0" timeOffset="-153375.39">18481 7611 41 0,'0'0'299'0,"-3"-6"-9"0,3 2-14 15,0 4-16-15,-7-9-16 0,3 7-20 0,-4 0-13 16,1 2-18-16,-2-1-17 0,-3 1-14 16,-2 1-7-16,0 1-17 0,-5 3-19 0,2 0-9 15,0 0-13-15,4-2-7 0,-1 2-2 0,2 3-17 0,-2 0-10 16,5 0-7-16,-2-1-2 0,1 2-7 0,2 0-5 16,1 0 2-16,3 0-7 0,0 1-3 0,4 0-5 15,0-2 1-15,4 2-5 0,0 1-4 0,6-3-2 16,0 3 3-16,6-2-3 0,-3 2 0 0,6-2-3 15,-2-1-4-15,2 1 2 0,-2 1-6 0,-3-1-1 16,-3-3-2-16,1 0-2 0,-1 0 2 0,-3 1-6 16,0-2-1-16,-2 0 0 0,-2 0 0 0,-1 0 1 15,-1 2 7-15,-2-1-9 0,-2 1 3 0,-1 1 0 16,-3-2 7-16,-2 5-5 0,-3-5-3 0,0 5 2 16,2-3 1-16,-6 5-5 0,4-4 2 0,-1 2-2 15,4-1 2-15,-2 0 1 0,6 0-4 0,-1 3 11 16,2 0 2-16,3-2-6 0,7 2 4 0,1 4 8 0,4 0 2 15,10 4 1-15,2-3-2 0,0 0 6 0,4 2-1 16,2-3 0-16,-3 1-7 0,-1-1 0 16,1 0 3-16,-2-1-2 0,-5 1 9 0,-5-3-14 15,0 0 3-15,-3 1-1 0,-6-3-8 0,2 4 5 0,-2 1 0 16,-5-5 2-16,-2 0 3 0,-5 5 4 0,-1-1 9 16,-2-2-1-16,-5 3 1 0,0-3-9 0,0 1 7 15,1-1-5-15,-2-2-4 0,2 1 0 0,3-2-7 16,1-1 4-16,-1-1-17 0,5 1-14 0,-1-1-18 15,3 2-24-15,2 0-18 0,1-5-28 0,4 2-36 16,2 0-37-16,2 2-40 0,3-4-48 0,1 2-252 16,0-4-562-16,3 1 249 0</inkml:trace>
  <inkml:trace contextRef="#ctx0" brushRef="#br0" timeOffset="-149846.08">19199 7986 177 0,'2'-5'301'0,"1"0"0"0,-3 1-5 16,0 0-3-16,3-1-7 0,-3 5-3 0,1-7-4 15,-1 4-3-15,0 3-14 0,0-8-21 0,0 8-17 16,-1-4-15-16,1 4-20 0,0 0-22 0,-3-4-18 16,3 4-16-16,0 0-20 0,-5-5-10 0,5 5-8 0,0 0-15 15,-11 7-5-15,6-3-6 0,-1-1-10 16,-3 2-8-16,3 1-4 0,-2 0-7 0,3 0-1 16,0 1-5-16,3-2-15 0,-5 1 3 0,3 1 1 15,3-1 0-15,-1 1-3 0,2-1 0 0,3 2 2 0,0-1-1 16,6 1-1-16,-1 0-2 0,-1 0-1 15,4-1 0-15,1 1-4 0,3 0-4 0,4 0 2 0,-5-1-2 16,5 1-3-16,-5-3 5 0,-1 0-2 0,-2 1-1 16,4-2-2-16,-4 1-1 0,-1 0-3 0,0 1 11 15,-2-4-11-15,-1 2-4 0,0 0-3 0,-2-2 2 16,0 2 2-16,-3-1-2 0,4-2 3 0,-5 3-3 16,-1-4-2-16,2 5 2 0,-2-1-3 0,0-4 5 15,0 5-1-15,0-5 5 0,-3 8-5 0,-3-6 1 16,2 1 2-16,0 0 0 0,-4 2-3 0,1-3-15 15,-1 1-10-15,1-1-16 0,-2 2-22 0,1-3-19 16,-2 0-15-16,1 2-16 0,-2-3-16 0,2 0-21 16,0 2-14-16,-2-2-19 0,3 1-20 0,8-1-28 0,-15-3-38 15,8 2-34-15,0-1-210 0,3 0-557 0,0-1 247 16</inkml:trace>
  <inkml:trace contextRef="#ctx0" brushRef="#br0" timeOffset="-149578.52">19218 8005 260 0,'0'0'351'0,"0"0"-11"0,1-3-8 0,-1 3-16 15,6-4-9-15,-6 4-18 0,7-4-13 0,-1 1-25 16,0 2-17-16,-1-3-20 0,4 2-19 0,1-2-18 15,0 3-20-15,2-3-16 0,0 1-16 0,-1 0-14 16,3 1-9-16,-5-1-12 0,2 1-9 0,1 1-22 16,1-1-33-16,-6 1-26 0,2 0-42 0,-1 0-27 0,-2 1-35 15,-1-2-33-15,-5 2-40 0,10 2-43 0,-2-1-42 16,-3 0-45-16,-5-1-213 0,7 4-562 16,-4-3 248-16</inkml:trace>
  <inkml:trace contextRef="#ctx0" brushRef="#br0" timeOffset="-149210.49">19797 8240 256 0,'7'3'328'16,"-7"-3"-17"-16,0 0-15 0,10 2-23 0,-10-2-18 15,5 2-15-15,-5-2-18 0,7 5-16 0,-4-3-5 0,-1 0-27 16,1 3-27-16,1-2-11 0,0 1-16 0,2-1-11 15,-1 4-6-15,-4-3-12 0,2 2-11 0,-1 0-6 16,-2 0 7-16,1 1-19 0,-1 3-9 0,0 0-1 16,-3-2-11-16,0 3-29 0,-1-1-34 0,-5 1-28 15,2 1-31-15,-5 1-46 0,-3 4-53 0,0-7-60 16,-3 4-298-16,-5 3-581 0,-4-2 257 0</inkml:trace>
  <inkml:trace contextRef="#ctx0" brushRef="#br0" timeOffset="-145380.22">20423 8038 81 0,'0'0'272'0,"0"0"-6"0,7-3-7 0,-7 3 1 16,3-2-8-16,-3 2-15 0,6-3-8 0,-6 3-5 15,3-4-12-15,0 1-20 0,0 1 1 0,-3 2-2 16,2-5-19-16,0 1-4 0,-1 0-15 0,2-1-2 16,-2 1-9-16,1-1-7 0,-1 0-6 0,0 1 5 15,-1-1-17-15,0-1-5 0,2 0-11 0,-2 1 3 16,-2 0-18-16,2-2 0 0,-1 1-19 0,-2 0-6 16,2-1-7-16,-2 2-6 0,-1 0 0 0,-2 2-18 15,2-2-1-15,-2 0-1 0,-1 4-7 0,0 0-3 16,0-1-5-16,-3 4-7 0,4-1 3 0,-5 0-2 15,1 2-1-15,-2 4-2 0,1-1-1 0,3-1-5 16,-4 4-2-16,4 0-10 0,-2 0 1 0,0-2-13 16,4 3-1-16,-1-2-5 0,3 3-9 0,0-1 3 0,0 0-7 15,4-3 20-15,-1 0-18 0,1 1 2 0,1-2 10 16,2 2 14-16,1-4-13 0,1 1 5 16,1-1 1-16,1 1-2 0,3-4 23 0,1 0-22 0,0 0 10 15,3 1-5-15,-5-4 4 0,6 0-1 0,-7 2 3 16,3-3 3-16,-2 0 3 0,1-1 5 0,-3 2 9 15,0-2 6-15,-3 1 16 0,5-2 5 0,-5 2 11 16,1 1 12-16,-3-1 4 0,2 1-3 0,-4 2-1 16,3-3-6-16,-3 3-10 0,4-3-9 0,-4 3-4 15,0 0-14-15,0 0 4 0,0 0-4 0,0 0-4 16,0 0 3-16,2 11-6 0,-2-7 3 0,0 2-6 16,0-1 3-16,0 2-4 0,-2 0 4 0,4 2 2 15,-1 1 2-15,-1-1-6 0,4 1-8 0,-1 1-18 0,1-1-12 16,-1 0-16-16,1 0-21 0,1 0-22 15,1 0-26-15,0-2-23 0,-2-1-33 0,2 1-40 16,-1-3-47-16,2 0-54 0,-3 0-283 0,4-1-648 16,-4-1 287-16</inkml:trace>
  <inkml:trace contextRef="#ctx0" brushRef="#br0" timeOffset="-144460.12">20714 7710 42 0,'-1'-4'330'0,"1"4"-9"0,0 0-6 0,0-6-14 0,0 6-20 15,0 0-12-15,1-6-29 0,-1 6-22 0,0-4-22 16,0 4-20-16,8-2-20 0,-4 1-11 0,-4 1-20 16,11 0-11-16,-3 1-11 0,-1 0-9 0,0 0-15 15,1 2-6-15,0 0-10 0,2 1-7 0,0 1-4 16,0 0-5-16,0 1-6 0,-2 1-4 0,4 0-4 15,-4 0 1-15,1 2-12 0,-3-3 4 0,4 4-9 16,-5-2 1-16,2 1 9 0,-3 0-11 0,0-1-5 16,-1-1-6-16,0 1 3 0,-2 0 1 0,-2-1-5 15,1 1-2-15,-3 2 5 0,3-2-4 0,-4 2 3 16,0-1 6-16,-2 0-7 0,0 1 0 0,-4-2-2 16,3 2 0-16,-4-3-3 0,3 3 0 0,0-4 14 15,0 3-13-15,0 0 0 0,1-2-4 0,-2 0 4 16,4-1-1-16,-3 2-3 0,4-3 3 0,-2 0 0 0,4 2-4 15,-1-2 0-15,2 0 5 0,1 0 0 0,0 1-2 16,1-1 5-16,4 1-6 0,0 1 2 16,3 0 1-16,-1-1-2 0,1 2 2 0,3 0 0 0,-2-2 3 15,4 2-3-15,-3-1-1 0,3 0 18 0,-1 2-21 16,-3-2 9-16,4 0-9 0,-3 1 6 0,0-2-4 16,1 1-3-16,-2 0 1 0,0 1-1 0,-5-3 4 15,1 1 9-15,-1-1-14 0,-1 2 0 0,-2-2 2 16,3 1-1-16,-1-1-2 0,-3 1 4 0,0 0 16 15,1 0-17-15,-1 0-1 0,0-1 2 0,0 1-3 16,0 1 0-16,0-1 4 0,0 0-2 0,0-1 2 16,2 1 2-16,1 2-3 0,-3 1 2 0,2-3 20 15,4 0-20-15,-1 4 1 0,3 2 0 0,3 2 2 0,0 1-6 16,0-2 3-16,0 1 3 0,0 0-3 16,-1 1 0-16,0-5 1 0,-2 0-2 0,2 0 3 15,-5 2-1-15,2-1-7 0,-1 1 5 0,-4-4-1 16,1 2-1-16,-3-3 4 0,0 1-2 0,-3-2 4 0,2 2-2 15,-3-3-2-15,0 0 2 0,-2 0 1 0,-2-2-16 16,-3 1-16-16,3 0-16 0,-7-3-26 16,4 2-25-16,-3-1-27 0,1-1-28 0,-1-2-42 0,2 0-44 15,1-2-49-15,0 2-199 0,1-3-526 0,1 1 233 16</inkml:trace>
  <inkml:trace contextRef="#ctx0" brushRef="#br0" timeOffset="-144008.52">21593 7863 241 0,'0'0'293'16,"0"0"-6"-16,-3-2-9 0,3 2 13 0,0 0-30 15,0 0-18-15,0 0-12 0,0 0-19 0,0 0-15 16,-1-4-15-16,1 4-11 0,0 0-17 0,0 0 0 16,0 0 4-16,0 0-30 0,0 0 11 0,0 0-22 15,0 0-6-15,0 0 2 0,0 0-12 0,4-4-5 16,-4 4-8-16,0 0-7 0,10 2-3 0,-10-2-12 16,10 0-7-16,0 1 5 0,-3 0-20 0,3-1-5 15,-4 0-11-15,6 1-20 0,0 2-22 0,-2-3-25 16,2 1-23-16,0-2-29 0,-6 2-27 0,2-1-28 0,0 1-31 15,0 1-44-15,-8-2-38 0,8 1-42 0,-3 0-247 16,-5-1-593-16,0 0 263 0</inkml:trace>
  <inkml:trace contextRef="#ctx0" brushRef="#br0" timeOffset="-143808.1">21583 8021 147 0,'0'0'275'0,"0"0"8"16,4 5 1-16,-4-5-2 0,0 0-14 0,6 2-20 16,-1 0-17-16,-5-2-28 0,12 0-12 0,-12 0-21 15,16-2-21-15,-6 4-13 0,0-2-17 0,1 1-15 16,2-1-40-16,0 0-34 0,0-1-44 0,1 1-45 16,-2-2-51-16,3 2-70 0,0-1-41 0,0 1-213 15,-3-1-469-15,4-2 207 0</inkml:trace>
  <inkml:trace contextRef="#ctx0" brushRef="#br0" timeOffset="-142854.37">22149 7767 242 0,'0'0'235'15,"0"0"1"-15,-3-4-11 0,3 4 0 0,0 0-6 16,-1-4-8-16,1 4-15 0,0 0-6 0,0-6-11 15,0 6-15-15,0 0-1 0,1-5-17 0,-1 5-2 16,0 0-20-16,3-5-12 0,-3 5-15 0,0-6 2 16,0 6-10-16,2-7-4 0,-2 6 13 0,0 1-22 15,2-9-8-15,0 5-8 0,-2 0-4 0,1 0-4 16,0-1-8-16,3-1 3 0,-4-1-10 0,0 1-4 16,4 1-4-16,-4-3-4 0,3 2 1 0,-3 0-3 0,3-2-1 15,-2 3 6-15,1-3-6 0,-1 1 9 0,3 1 0 16,-4 0-1-16,3-1-6 0,-2 2 15 15,1 0-14-15,0-2 9 0,-2 1-7 0,3 3 15 0,-2 0-20 16,-1 3-6-16,0-8 1 0,0 8 0 0,3-5-1 16,-3 5-1-16,1-4-9 0,-1 4 2 0,0 0 10 15,0 0-21-15,0-3-5 0,0 3 1 0,0 0 3 16,0 0-3-16,0 0 1 0,0 0-1 0,4 9-1 16,-1-4 1-16,-3 1 2 0,0-1 5 0,0 1-6 15,0 5 18-15,2-4-19 0,0 2 2 0,-2 1 2 16,2 5 4-16,-2-5-2 0,4 1-2 0,-4 2 0 15,4 0 0-15,-3 0-3 0,4 4 6 0,1-2 1 16,-3 2-4-16,2 0-3 0,-1-1-4 0,0 0-5 16,2-3 9-16,-1 0-2 0,-4 0-3 0,4 0-2 15,-3-2 1-15,1 2-1 0,1-2 6 0,-1 2-7 16,3-3 8-16,-4-1 2 0,3-1-1 0,-2 1-3 0,0-4 7 16,0 1 10-16,-2 0-12 0,0-2 12 0,1-1-19 15,-2 1 6-15,3 0 0 0,-3-4 0 16,1 5-5-16,-1-5-1 0,1 4 6 0,-1-4-5 15,0 4 4-15,0-4 0 0,0 0-1 0,4 2-11 0,-4-2 6 16,0 0-16-16,0 0-4 0,0 0 7 0,0 0-5 16,0 6 6-16,0-6 2 0,0 0-4 0,0 0 2 15,-4 4 0-15,4-4 1 0,0 0 0 0,-1 3 4 16,1-3 1-16,0 0 0 0,0 0 6 0,-1 4-2 16,1-4 10-16,0 0-7 0,-5 3-1 0,5-3 2 15,0 0 0-15,0 0 4 0,-2 3-2 0,2-3 1 16,0 0-1-16,0 0 3 0,-3 5 1 0,3-5 0 15,0 0-2-15,-6 1 3 0,6-1 15 0,-6 1-14 16,6-1 0-16,0 0 0 0,-7 1 1 0,7-1 0 16,-7 2 9-16,7-2 5 0,-10 0-1 0,10 0 9 15,-6 0-1-15,6 0 6 0,0 0 8 0,-10 0 1 16,10 0 6-16,0 0 12 0,0 0-11 0,-8 0 17 0,8 0-3 16,0 0 5-16,0 0 1 0,0 0 9 0,-3-4 5 15,3 4 4-15,0 0 1 0,0 0-15 16,0 0-7-16,0 0-9 0,15-4-2 0,-7 2-3 0,3 1-8 15,0 0-3-15,3 1-7 0,1 0-28 0,7-1-15 16,-1 3-26-16,-2-2-41 0,3 1-34 0,1 1-34 16,-1 1-47-16,-3-2-56 0,1 1-65 0,1 1-331 15,-3-2-701-15,-1 2 311 0</inkml:trace>
  <inkml:trace contextRef="#ctx0" brushRef="#br0" timeOffset="-138622.55">1384 10503 280 0,'0'0'357'0,"-8"-2"-7"0,5-1-8 0,3 3-3 16,0 0-20-16,-8-2-20 0,8 2-22 0,0 0-25 15,-4-5-24-15,4 5-21 0,0 0-25 0,0 0-24 16,0 0-12-16,0 0-14 0,0 0-14 0,0 0-10 16,0 0-15-16,13-3-10 0,-7 2-5 0,-6 1-5 0,18 0-11 15,-6 0-7-15,2-1-7 0,-1-1-8 16,1 1-5-16,5 1 2 0,-1-1-4 0,-1 1 0 15,1 1-6-15,-2-1-2 0,-5 1 5 0,4 1-11 16,-1-1-6-16,-1 2-2 0,-2-2-1 0,0 1-10 0,-3 1 8 16,0-2 3-16,1 3-9 0,-4 0 1 0,2 0-2 15,-3 0-6-15,0-1 5 0,0 2 1 0,-4 2-3 16,0-1 2-16,0 0 0 0,-3 3 0 0,0 0-2 16,-2 2 0-16,-3-1 4 0,0 0 6 0,-2-1 4 15,-2 5-7-15,1 2 4 0,0-7 3 0,0 4-4 16,3-2 10-16,-3-2-1 0,7-1-4 0,-5 1-6 15,5-3-1-15,0 0 0 0,2 1-2 0,-2-2 4 16,4 1-9-16,0-2 10 0,-3 1 2 0,3-5 0 16,3 7-1-16,-2-5 3 0,2 1 4 0,3-1 1 15,2 1-2-15,-3-3 5 0,5-2-8 0,-2 2 6 16,4 0-3-16,-2-1-1 0,2 0-2 0,0 0-4 16,2-2 3-16,-5 1-3 0,6-1-2 0,-2 1-4 15,-3 0-13-15,0 0-22 0,-2 1-27 0,3-4-17 16,-4 4-31-16,1-1-23 0,0 0-24 0,-8 2-24 15,12-1-27-15,-6 0-21 0,-2 0-32 0,0-3-39 16,1 3-26-16,1-2-217 0,-5 0-584 0,-1 3 259 16</inkml:trace>
  <inkml:trace contextRef="#ctx0" brushRef="#br0" timeOffset="-138354.92">1549 10651 210 0,'0'0'301'0,"-6"1"-7"15,6-1-4-15,0 0-10 0,0 0-12 0,0 0-6 16,-7 0-11-16,7 0-25 0,0 0-11 0,0 0-13 0,0 0-8 16,0 0-13-16,0 0-12 0,0 0-10 0,-5-2-22 15,5 2-12-15,0 0-26 0,0 0 3 0,0 0-11 16,0 0-6-16,0 0-9 0,12-5-10 15,-5 5-13-15,5-3-28 0,-1 1-33 0,4-1-30 0,0-1-34 16,4 1-33-16,-1 1-32 0,2-1-38 0,2-1-36 16,-2 0-41-16,4 2-53 0,-4 1-205 0,-1-3-552 15,1 1 244-15</inkml:trace>
  <inkml:trace contextRef="#ctx0" brushRef="#br0" timeOffset="-137786.22">2006 10676 121 0,'0'0'256'0,"0"0"-18"0,0 0-12 0,0 0-3 15,0 0-9-15,0 0-11 0,0 0-6 0,-2 10-9 16,2-10-7-16,-1 5-22 0,2-2-6 0,-1-3-9 16,2 8-11-16,-2-5-13 0,1 2-10 0,0 0-4 15,2 0-11-15,0-1-2 0,2 0-5 0,-2 1-11 16,5 2 5-16,-4 0-6 0,0-2-3 0,7 1-9 16,-7 2-6-16,3-3-2 0,0 0-9 0,1 4-3 0,0-1-3 15,-4-4-5-15,4 5-1 0,-2-4-2 16,-5 0-1-16,3 2-9 0,2-1 1 0,-4 0-3 15,0-1-5-15,-1-1 6 0,-1 0-5 0,3 0 5 16,-3-1 23-16,0-3-2 0,-3 9 8 0,3-4-2 0,-3-2-3 16,1 0 1-16,-5-1-7 0,2 3-3 0,-2-3-8 15,0 0 1-15,-4 1-2 0,3-2 0 0,-4-1-3 16,1 1-19-16,1-1-19 0,2 0-27 16,-4 0-17-16,4 0-22 0,1 0-32 0,0-3-34 0,-1-1-36 15,1 0-47-15,4-3-54 0,1 4-40 0,0-3-211 16,1 0-576-16,1-1 255 0</inkml:trace>
  <inkml:trace contextRef="#ctx0" brushRef="#br0" timeOffset="-137585.53">2008 10695 262 0,'0'0'277'0,"-1"-6"3"0,2 4 1 0,-1 2 0 16,0 0-15-16,0 0-12 0,0 0-16 0,6-6-27 15,-6 4-22-15,5-2-17 0,-5 4-19 0,6-5-10 16,-1 3-18-16,-1-2-11 0,0 1-14 0,7 0-14 16,-7-2-20-16,4 4-25 0,-1-1-43 0,2-1-38 15,-3 2-45-15,1-2-44 0,3 2-58 0,2-4-60 16,-3 3-229-16,1 1-513 0,-2-1 227 0</inkml:trace>
  <inkml:trace contextRef="#ctx0" brushRef="#br0" timeOffset="-137317.87">2399 10576 2 0,'0'0'271'0,"0"0"-13"0,0 0-16 0,0 0-8 15,0 0-14-15,0 0-12 0,0 0-19 16,0 0-16-16,0 0-21 0,0 0-15 0,0 0-14 16,0 0-12-16,0 0-2 0,0 0-18 0,13 4-11 0,-6-5-34 15,1 1-31-15,-8 0-38 0,15 0-36 16,-5 1-40-16,-2 0-28 0,0-1-38 0,4 2-42 16,-5-1-124-16,0 1-357 0,-3-1 158 0</inkml:trace>
  <inkml:trace contextRef="#ctx0" brushRef="#br0" timeOffset="-137149.62">2463 10674 33 0,'-2'2'202'0,"1"2"-10"0,1-4-14 0,0 0 2 16,-3 6 2-16,3-6-1 0,0 3 7 0,0-3-2 16,0 0-13-16,8 3-19 0,-8-3-10 0,15-1-14 15,-8 1-16-15,5-3-11 0,2 1-14 0,1-1-35 16,1 1-43-16,1 1-52 0,0-1-59 0,4-2-63 15,-2 0-202-15,-2 3-396 0,1-4 175 0</inkml:trace>
  <inkml:trace contextRef="#ctx0" brushRef="#br0" timeOffset="-135995.48">3254 10423 170 0,'0'-10'254'15,"-1"0"-1"-15,-4 0-1 0,1 1-5 0,-2-1 4 0,2 0-10 16,0 1-4-16,-3-2-5 0,-1 3-12 16,2 0-16-16,-2 0-14 0,0 1-20 0,-4 3-20 15,4 1-12-15,-2 2-11 0,-3 2-21 0,-1 1-10 16,0 0-11-16,-2 6-9 0,0 1-5 0,1 4-13 0,1-2-1 15,2 2-10-15,0 0-3 0,0 1-3 0,6-3-10 16,-1 1 1-16,3 1-4 0,0-2-4 16,4 1-6-16,0 0 3 0,0-1-5 0,1-1-1 0,2-3-3 15,1 0 5-15,-1-1-3 0,4 0-3 0,-2-2 1 16,5-1 0-16,1 0 4 0,-6-2-3 0,3-2-4 16,3 0 1-16,0-3-4 0,-3 1 21 0,7 0-21 15,-3-4-4-15,-1 1 3 0,-3 1 1 0,-1-3-3 16,1-1 2-16,-2 1 4 0,-1 0-7 0,-4 1 8 15,4 0 12-15,-3 2 22 0,0 0 16 0,-1 1 6 16,2 0 1-16,-2 0-4 0,2 1 1 0,-3 3-16 16,0-4-6-16,0 4-8 0,0 0-3 0,3-3-5 15,-3 3-9-15,0 0 5 0,0 0-3 0,1 13-2 16,0-8 2-16,2-1-4 0,1 1-4 0,-1 3 9 16,-1-3-12-16,1 3-12 0,3 1-15 0,2-3-11 15,0 4-8-15,0-3-22 0,-1 0-14 0,5 0-16 16,-2-2-19-16,-2 0-20 0,3-2-16 0,-3 0-18 15,0-2-22-15,-1 1-12 0,1-4-16 0,0 1-18 16,0-1-11-16,-2-2-7 0,-2 0-10 0,4-1-1 16,-5-1-145-16,1-3-438 0,-3 2 193 0</inkml:trace>
  <inkml:trace contextRef="#ctx0" brushRef="#br0" timeOffset="-135411.28">3352 10411 706 0,'-1'-9'-32'0,"1"-1"22"0,-2 1 28 16,1 1 20-16,0 2 21 0,-1-2 23 0,1 3 18 0,1 0 17 15,0 0 3-15,-1 1-8 0,1 4-11 0,0-5-10 16,0 5-7-16,2-5-8 0,-2 5-6 15,6-2-7-15,-6 2-6 0,0 0-6 0,12 5-5 16,-6-3-4-16,0 1-1 0,1 0 1 0,1 4 0 0,-1-3 3 16,1 2-10-16,-1-1-5 0,0 1 0 0,1 1-5 15,-2-1 0-15,3 1-3 0,-5-1-3 16,2-1 2-16,-1 0-6 0,-1-2-1 0,-1 1 2 0,-1 0-4 16,1-2 3-16,0 1 18 0,-3-3 20 0,0 0 13 15,-3 6 7-15,3-6 5 0,-5 4 2 0,2-1 1 16,3-3-1-16,-9 0 6 0,3 1-6 0,6-1 2 15,-11-1-6-15,11 1-3 0,-8-5-2 0,4 3-1 16,-2-3-9-16,4 2-8 0,0-2-5 0,2 0-11 16,2 1-5-16,0-3-17 0,4 2-10 0,2-3-12 15,7-1-10-15,-1 0-9 0,2-1-2 0,4 1-1 16,-2-1-4-16,5 2 1 0,-4 0 6 0,2-1-2 16,-1 3 3-16,-5 1 6 0,-2-2-1 0,0 1 3 15,-1 4 5-15,-2-3-1 0,-5 0 3 0,2 3 3 16,-3 1 3-16,1-3 2 0,-5 4 2 0,0 0 1 15,0 0 0-15,0 0 3 0,0 0 10 0,0 0-5 16,0 0 1-16,-21 1-1 0,15 3 2 0,-3 0 0 16,2 4-2-16,-3-2 3 0,2 3-6 0,0-1 1 15,1 3 0-15,2 1-1 0,-1-1-2 0,2 2 1 0,0 2-2 16,3 2 7-16,2 1 0 0,4-2 4 16,0 5 2-16,0-3 6 0,3 1 5 0,3 0-1 15,0 5 1-15,0-7 2 0,1 2-2 0,-1 5 0 16,0-8-3-16,-2 2 1 0,-2-1-3 0,1-2-1 0,-2-1 4 15,-2-1 7-15,0-1 12 0,0 1 13 16,-4-4 23-16,0-2 21 0,-4 3 25 0,0-4 16 16,0 4 8-16,-2-5-1 0,-3-2-2 0,-5 2-3 0,2-5-13 15,0 0-12-15,-10 0-14 0,3-1-5 0,0-3-9 16,0-2-12-16,4 4-6 0,-4-5-8 0,1 1-17 16,6-2-32-16,1-1-29 0,2-1-41 0,-1-4-51 15,6 1-55-15,3-5-53 0,2 0-50 0,2 0-57 16,8-10-74-16,3 2-336 0,-1 4-790 0,7-1 350 15</inkml:trace>
  <inkml:trace contextRef="#ctx0" brushRef="#br0" timeOffset="-134808.89">3779 10246 248 0,'0'0'235'15,"0"0"-26"-15,0-4-20 0,0 4-21 0,0 0-17 16,0 0-9-16,0 0-9 0,11 12-1 0,-8-7-8 16,0 0-10-16,2 3-12 0,-1-1-10 0,1 4-6 15,1-1-8-15,-1-1-9 0,1 2-5 0,-2-1-7 16,4 0-6-16,-1 0-5 0,-2-1-4 0,1 0-2 16,-2-2-3-16,1-2-6 0,-2 2-3 0,1-2-2 0,-4-1 0 15,3-2-1-15,-2 2 7 0,1-1 30 0,-2-3 24 16,4 3 10-16,-4-3-5 0,0 0-3 15,0 0-8-15,0 0-4 0,5-11-9 0,-5 7-7 16,2-2-1-16,-2-1-5 0,1 1 5 0,0 0-1 0,4-2-3 16,-2 2 9-16,0-2-14 0,1-1 7 0,-3 2-4 15,2 1-2-15,0 0-3 0,0 0-9 0,-2 2-3 16,3-2-10-16,-1 1-2 0,1 4-3 16,-4 1-1-16,11-2-6 0,-8 0-4 0,-3 2 2 0,0 0-3 15,11 4-3-15,-9 1-2 0,6-1 2 0,-4 0 0 16,-1 2-3-16,1-1 5 0,2 2-3 0,-1-1 1 15,-2 1-7-15,2 2 7 0,1-3-3 0,-2-1 0 16,0 2-2-16,-3-2 2 0,2-2 2 0,1 1 1 16,-3-1 1-16,-1-3 3 0,4 3 24 0,-4-3 34 15,0 0-13-15,0 0 1 0,0 0-7 0,0 0 0 16,10-7-7-16,-7 3 4 0,-2 1 0 0,0-4 1 16,2 2 0-16,0-3 0 0,1 3 6 0,-3-1 4 15,3 1 2-15,0 0-5 0,0-1 2 0,-1 2-7 16,0 1-5-16,1-2-2 0,-4 5-8 0,6-3-6 15,-4 0-5-15,3 2 1 0,-5 1-10 0,0 0 6 16,13 3-9-16,-9-1-5 0,0 5 4 0,2-2 0 16,0 3 1-16,1 0-9 0,0 2-19 0,1-2-21 15,0 1-14-15,-1 1-20 0,1 0-18 0,-1 0-31 16,4-2-21-16,-3 2-23 0,0-3-32 0,-1 2-32 16,2-4-44-16,0 0-48 0,-3-1-52 0,0 0-209 15,1-2-631-15,-2-1 279 0</inkml:trace>
  <inkml:trace contextRef="#ctx0" brushRef="#br0" timeOffset="-134590.45">4325 10225 144 0,'0'0'247'15,"0"0"-5"-15,0 0 3 0,-6 13-12 0,5-9-17 16,0 3-19-16,2-1-16 0,-2 2-19 0,2 0-10 15,0 4-17-15,-1-3-16 0,3 4-9 0,1-3-10 16,0 3-10-16,-1 0-7 0,1-1-8 0,0-3-30 16,2 2-28-16,-2-2-31 0,4 0-36 0,-6 0-49 15,5-4-45-15,0 0-37 0,0-1-44 0,-2-2-122 16,6 0-376-16,-5-2 167 0</inkml:trace>
  <inkml:trace contextRef="#ctx0" brushRef="#br0" timeOffset="-134256.91">4504 10325 97 0,'0'-5'202'0,"0"5"7"0,0-5 1 16,3 2-8-16,-3 3-15 0,1-3-19 0,-1 3-18 16,0 0-13-16,0 0-19 0,0 0-9 0,0 0-9 15,0 0-13-15,6 10-6 0,-5-5-7 0,0 1-6 16,1 0-6-16,2 0-9 0,-1 3-1 0,-1 0-5 16,1-1-7-16,1-1-2 0,0 0-4 0,2-2 0 15,-4 1-3-15,2-1-4 0,2 0 2 0,-2 0-4 0,0-2 0 16,-1-1-3-16,1-1 1 0,-4-1 12 15,12 0 12-15,-12 0 11 0,11-4 2 0,-7 2 11 16,3-3 14-16,-2 0 5 0,-1 2 7 0,3-2 12 16,-4 0 3-16,2 2 9 0,3-2 12 0,-3 0 10 0,-3 0 10 15,5 0-2-15,-4 2-6 0,1 0-11 16,0 1-8-16,-1-1-18 0,2 0-11 0,-5 3-9 16,7-4-7-16,-7 4-15 0,10 0-8 0,-10 0-6 0,8 4-7 15,1-3-19-15,-3 1-28 0,-2 1-28 0,1 1-38 16,1-2-36-16,-1 2-36 0,0-1-32 0,1 1-33 15,-2-2-44-15,0 2-55 0,0-3-50 0,-4-1-247 16,7 4-651-16,-7-4 288 0</inkml:trace>
  <inkml:trace contextRef="#ctx0" brushRef="#br0" timeOffset="-134089.65">4531 10035 32 0,'6'-2'118'0,"1"0"-7"0,-7 2-25 0,13 0-32 15,-4 3-47-15,4-2-75 0,-2 2-74 0,4 1 32 16</inkml:trace>
  <inkml:trace contextRef="#ctx0" brushRef="#br0" timeOffset="-133337.36">5081 9952 106 0,'0'0'262'15,"0"0"1"-15,0 0-2 0,0 0-10 0,0-4-12 16,0 4-9-16,0 0-12 0,-6-7-7 16,6 7-7-16,-5-2-22 0,5 2-8 0,-9-1-10 0,9 1-15 15,-11-2-8-15,1 2-15 0,2 0-13 0,-3 0-11 16,4 3-4-16,-1 2-10 0,0-3-9 0,-2 1-4 15,2-2-14-15,0 3-3 0,0 3-9 0,1-2-1 16,2 0-9-16,-1 1-8 0,1 1 1 0,-1-2 5 16,4 3-9-16,0-1-6 0,2 1-3 0,0 1-1 15,2 3 2-15,2-4-1 0,0 3 1 0,4-1-6 16,-3 0 1-16,5 0-4 0,2 3 0 0,-1 1-2 16,4 0 3-16,0-2-2 0,0 2 9 0,0 1-10 15,-3-2 8-15,4 1-18 0,-2-1 3 0,0 1 0 16,-9-3 2-16,6 2 0 0,-3-1-5 0,0-1-2 15,-5 1-2-15,0 1 6 0,-2-2-3 0,-2-2 10 16,-2 4-11-16,2 0 3 0,-6-3 8 0,-4 0-11 16,-3 5 6-16,0-6 0 0,-3 4 5 0,-5-3-7 15,-2 3 2-15,3-2 6 0,-7 0-2 0,8-2-3 16,-4-2 0-16,5 1 2 0,-1-1 0 0,1-1-5 16,8 1 3-16,-1-3 2 0,1 0-9 0,3-1 3 15,2 0-5-15,-1-1-2 0,6 1-2 0,1-3 6 16,-4 4 2-16,4-4-3 0,12 4 1 0,-5-2 0 15,6 1 1-15,1-2-7 0,7 2 4 0,-1-1 3 0,0 0-2 16,2 2 2-16,-3-1-2 0,2 1 3 16,-3 0-3-16,0 1 1 0,1 2-5 0,-8-3 5 15,2 3-4-15,-3 2-2 0,0-2 0 0,1 4 4 0,-3-2-3 16,0 4 10-16,-2-2-8 0,-1 6 2 0,3-1 3 16,-4 5 4-16,-1-2 2 0,1 1 6 0,0 0 15 15,0 6-12-15,1 2 2 0,-3-7-1 16,5 5 8-16,-3-5-1 0,0 0-4 0,2-3 2 0,-1-1 0 15,2-1-5-15,-1 0 0 0,1-4 3 0,2 0-2 16,0-3-1-16,0 1-8 0,4-5-15 0,-2 3-24 16,1-5-32-16,3-1-35 0,-3-3-44 0,0 0-55 15,3-2-81-15,-1-2-80 0,-2 1-209 0,2-6-615 16,2-2 272-16</inkml:trace>
  <inkml:trace contextRef="#ctx0" brushRef="#br0" timeOffset="-131179.22">23222 1693 206 0,'0'0'243'0,"0"0"-22"0,0 0-17 16,0 0-25-16,0 0-17 0,0 0-17 0,0 0-20 15,0 0-5-15,0 0-18 0,0 0-10 0,0 0-5 16,0 11-6-16,3-7 1 0,-3 1 8 0,1 2-10 15,-2-2-5-15,1 3-4 0,-3 0-3 0,6-3-10 16,-3 2-4-16,-3 0-4 0,3 0-4 0,3 3-4 16,-3 0-4-16,0 3-4 0,0-6 0 0,3 4-2 15,-5 1-4-15,1-3-3 0,2 2-3 0,4 1 1 16,-4-2-11-16,2-1-27 0,2 3-21 0,-4-3-34 16,5-2-26-16,-5 4-40 0,3-5-63 0,-1 0-198 15,-2 1-430-15,2-1 191 0</inkml:trace>
  <inkml:trace contextRef="#ctx0" brushRef="#br0" timeOffset="-130924.89">23466 1924 93 0,'0'0'195'0,"0"0"-21"0,0 0-8 0,0 0-12 16,-19 6-10-16,13-4-17 0,1 2-9 0,-1 0-11 15,-1 3-14-15,-3-5-4 0,0 4-12 0,3 1-7 16,-1-1-7-16,-1 1-4 0,-1-1-6 0,-2 1-1 16,2 3-16-16,2-2-25 0,0-1-34 0,0-1-56 15,1 1-53-15,3-2-143 0,-6 2-297 0,5-2 132 16</inkml:trace>
  <inkml:trace contextRef="#ctx0" brushRef="#br0" timeOffset="-130711.89">23117 2038 169 0,'3'2'193'0,"1"-1"-19"0,3 3-18 16,-3-1-13-16,3-1-14 0,5 5-15 0,-2-3-11 15,-2 1-23-15,4 1-62 0,2 1-64 0,-3-2-66 16,1 0-76-16,-2 0-201 0,4 1 89 0</inkml:trace>
  <inkml:trace contextRef="#ctx0" brushRef="#br0" timeOffset="-127733.54">5923 10330 127 0,'1'-6'191'0,"1"-1"7"15,1-1 8-15,-1-1 5 0,-2-1 11 0,4-1 8 16,-4 5 6-16,1-4-4 0,2 2 3 0,-2-1 5 16,-1 1 5-16,2 1 11 0,-1 0-14 0,1 0 0 15,-2 1 1-15,0-1-7 0,1 2-10 0,-1 0-10 0,0 5-7 16,0-7-18-16,0 7-15 0,0-4-20 15,0 4-13-15,0-3-24 0,0 3-12 0,0 0-12 16,0 0-11-16,0 0-9 0,-10 10-10 0,6-4-4 0,-1 2-7 16,-2 2-3-16,3 3-6 0,-4 2-5 0,-3 1-3 15,7 0-7-15,-1 2-1 0,0-1-5 0,0 1 0 16,5-1-3-16,-1 1-1 0,-1-1-4 0,2 0-1 16,3 0-1-16,1-5-3 0,0 5 0 0,2-5-5 15,3 2 5-15,-5-3-1 0,3 0-3 0,3 0 2 16,3-1 0-16,-6-1-15 0,1-1-19 0,3-2-29 15,-2-1-34-15,2 2-25 0,0-3-40 0,-7-1-20 16,3 1-23-16,0-3-19 0,1 2-26 0,-4-3-33 16,1 1-52-16,-5-1-52 0,10-2-284 0,-7-1-716 15,-3 3 317-15</inkml:trace>
  <inkml:trace contextRef="#ctx0" brushRef="#br0" timeOffset="-85717.55">6165 10338 56 0,'-3'-3'196'0,"2"-2"-8"0,1 5-8 16,-3-7-7-16,2 3-7 0,1 4-11 0,-2-6-7 15,2 6-6-15,0-4-3 0,0 4-17 0,-1-4-8 16,1 4-8-16,-1-4-11 0,1 4-9 0,0 0-8 15,0 0-6-15,0 0-8 0,0 0-5 0,0 0-6 16,0 0 4-16,0 0-11 0,0 0-5 0,0 0 5 16,0 0-3-16,0 0 2 0,0 0-1 0,0 0-2 15,0 0-2-15,0 0 0 0,0 0 1 0,8 11-1 16,-7-6 9-16,-1-2-8 0,3 0-1 0,1 2 7 16,-4 0-4-16,3 0 0 0,1 1 1 0,1 1-4 15,-2 1-4-15,-3 0 0 0,5 0 1 0,1 2-1 16,-2 0-2-16,0 0-5 0,-2 0-2 0,1-1-4 15,3-1 0-15,-5-1-3 0,2 4-2 0,-2-5 0 0,2 3-1 16,0-4-3-16,0 4-20 0,-2-4-22 16,2 1-23-16,-2 0-28 0,3-1-33 0,-3 0-42 15,-1-1-50-15,3-1-54 0,-3-3-199 0,1 3-495 16,3 0 219-16</inkml:trace>
  <inkml:trace contextRef="#ctx0" brushRef="#br0" timeOffset="-85365.31">6363 10421 194 0,'0'0'324'15,"0"0"-4"-15,0 0-7 0,0 0 0 0,0 0-18 16,0 0-5-16,0 0-11 0,0 0-21 0,0 0-10 16,0 0-15-16,0 0-23 0,0 0-12 0,0 0-17 15,0 0-22-15,0 0-18 0,0 0-12 0,0 0-22 16,0 0-1-16,16-7 3 0,-11 6-26 0,2-2-6 16,-1 1-9-16,1-1-8 0,3 0-9 0,1-1-1 15,-5 2-6-15,4-1-2 0,2 0-8 0,-1 0-11 0,-1-1-10 16,0 1-24-16,0 1-14 0,1-2-31 0,1 1-18 15,-5 0-19-15,1 0-21 0,-4 0-25 16,3 1-30-16,0 0-36 0,-7 2-38 0,8-5-35 0,-5 2-39 16,0-1-221-16,-3 4-584 0,1-3 259 0</inkml:trace>
  <inkml:trace contextRef="#ctx0" brushRef="#br0" timeOffset="-85015.06">6717 10189 173 0,'0'-5'296'0,"0"5"-18"16,0 0-13-16,0 0-19 0,0 0-15 0,0 0-28 15,0 0-15-15,0 0-21 0,0 0-10 0,-7 11-11 16,7-11-8-16,-1 10-9 0,1-3-7 0,-3 0-12 16,5 1-5-16,-1 2-10 0,-2-1-8 0,1 1-4 15,0 3-11-15,1-4 2 0,-1 3-13 0,4-1-5 16,-4-2-10-16,4 3 1 0,0-2-7 0,2-1-1 16,-1 0-4-16,3 0-8 0,-1-1-10 0,0-2-16 15,2 0-24-15,-2-2-19 0,1 0-37 0,3 1-45 16,0-2-48-16,0-2-68 0,2 0-62 0,-4-2-157 15,2 0-497-15,-2-1 220 0</inkml:trace>
  <inkml:trace contextRef="#ctx0" brushRef="#br0" timeOffset="-84814.35">6920 10281 236 0,'0'0'298'0,"0"0"-10"15,-11 0-18-15,11 0-19 0,0 0-20 0,0 0-22 0,0 0-21 16,0 0-14-16,0 0-18 0,0 0-16 0,0 0-14 16,0 0-8-16,0 0-17 0,0 0-10 0,22-5-19 15,-14 2-27-15,4-1-34 0,-4 4-40 0,5-4-44 16,-3 0-44-16,0 2-45 0,1-3-48 0,1 1-193 16,-1 0-436-16,-1 0 194 0</inkml:trace>
  <inkml:trace contextRef="#ctx0" brushRef="#br0" timeOffset="-84596.91">7107 10152 205 0,'0'0'227'0,"0"0"-19"0,0 0-18 16,0 0-15-16,0 0-6 0,0 0-8 0,0 0-15 15,0 0-9-15,3 13-18 0,-3-13-9 0,3 8-11 16,1-4-11-16,-4 0-6 0,4 1-7 0,-2-1-8 15,0 2-6-15,2 0-7 0,0 1-1 0,-1-2-10 16,1 1-21-16,-3-1-33 0,5 2-42 0,-3-1-49 16,1 1-53-16,-3-3-58 0,2 0-114 0,1-2-353 0,0 1 157 15</inkml:trace>
  <inkml:trace contextRef="#ctx0" brushRef="#br0" timeOffset="-84279.13">7221 10093 135 0,'-3'2'282'15,"3"-2"-24"-15,0 0-16 0,0 0-19 0,0 0-8 16,0 0-4-16,0 0-13 0,0 0-8 0,6 8-14 15,0-3-8-15,-2-4-8 0,0 2-19 0,4-1-13 16,0 2-15-16,-1 0-11 0,0-2-9 0,0 2-9 16,4 0-9-16,-6 3-6 0,5-2-5 0,-3 0-10 15,0 0-4-15,2 1-1 0,-4-1-8 0,2 2-5 16,0 1-5-16,-1-1-6 0,-3 0-15 0,0-1-10 16,-2 0-19-16,-1 1-24 0,-1-1-27 0,0 2-37 15,-1-2-37-15,-1-1-47 0,2 2-48 0,-4-2-230 16,2-1-507-16,-1 0 225 0</inkml:trace>
  <inkml:trace contextRef="#ctx0" brushRef="#br0" timeOffset="-83977.06">7336 9949 32 0,'0'0'281'0,"0"0"-24"0,0 0-3 0,0 0-6 16,0 0-3-16,0 0-8 0,12 8-12 0,-8-3-11 15,2 1-10-15,2 2-17 0,3-2-7 0,-3 4-10 16,3-3-14-16,4 2-8 0,0 1-13 0,0 1-17 16,1 0-8-16,0 0-10 0,-2-2-17 0,2 3-1 15,1-1-5-15,-1 4-8 0,-4-4 5 0,-2 2-21 16,1-1-2-16,-5 3-11 0,3 1 1 0,-4-4-7 15,0 1-10-15,-1-1-7 0,-1 6-24 0,-1-6-6 16,-2-1-27-16,-2 1-16 0,-1-2-25 0,-1 1-28 16,3 2-32-16,-7-6-39 0,3 3-50 0,0-6-44 15,0 4-229-15,-2-6-544 0,-1 2 241 0</inkml:trace>
  <inkml:trace contextRef="#ctx0" brushRef="#br0" timeOffset="-83593.36">7589 9915 159 0,'0'0'316'0,"0"0"-25"0,0 0-26 16,0 0-27-16,0 0-22 0,0 0-17 0,0 0-21 0,0 0-17 15,0 0-7-15,0 0-13 0,0 0-11 0,19 2-12 16,-19-2-10-16,8 4-14 0,-1-2-3 0,0 2-11 16,-2-1-10-16,-1 1-5 0,0 0-7 15,2-1-4-15,-1 4-6 0,-1-5-2 0,-1 5-3 0,-3 0-7 16,4-2-4-16,-4 3 9 0,0-1 15 0,3-2 14 16,-6 1 4-16,3 1 13 0,0-4 11 0,0 1-13 15,0 2-3-15,0-6-6 0,0 5-3 0,0-5-4 16,0 5-10-16,0-5-5 0,0 0-2 0,0 0-4 15,0 0-3-15,0 0-10 0,0 0-2 0,0 0-16 16,23-7-20-16,-12 1-24 0,3 1-28 0,2 0-42 16,3-4-54-16,-1 0-62 0,5-3-85 0,-7 3-320 15,6-4-668-15,-2 3 297 0</inkml:trace>
  <inkml:trace contextRef="#ctx0" brushRef="#br0" timeOffset="-83158.49">8013 10195 384 0,'-5'0'376'0,"5"0"-3"0,0 0-27 0,0 0 5 15,0 0-32-15,0 0-22 0,0 0-24 0,0 0-17 16,14-13-20-16,-2 9-28 0,-3 2-21 0,3-2-18 16,2-1-17-16,6-2-19 0,-2 2-14 0,4-1-7 15,0 2-14-15,-3-2-9 0,1 1-33 0,-6 2-27 16,5 0-37-16,-7-1-28 0,3 2-30 0,-7-1-26 0,-1 2-29 16,0 0-30-16,-3 0-25 0,-4 1-40 0,0 0-35 15,5-3-21-15,-5 3-9 0,0 0-7 16,0 0-147-16,-16-2-470 0,16 2 209 0</inkml:trace>
  <inkml:trace contextRef="#ctx0" brushRef="#br0" timeOffset="-82974.5">8190 10095 582 0,'-9'-4'-17'0,"1"3"31"0,-5-3 40 0,8 1 20 16,-2 2 41-16,-1-1 28 0,2-2 26 0,-2 1 20 15,4 1 16-15,0 1 8 0,4 1 3 0,-8-5-15 16,8 5-5-16,-4-2-9 0,4 2-29 0,0 0-22 16,0 0-11-16,0 0-16 0,0 0-4 0,0 0-1 15,0 0-22-15,5 14-10 0,2-9-3 0,0 0-9 16,-3 4 0-16,3 1-7 0,1-2-5 0,0 4-9 15,0-3-2-15,5 5-3 0,-3 1-19 0,0-1-21 16,0 1-20-16,-3-4-30 0,3 3-33 0,-3 0-34 16,1-4-50-16,1-1-50 0,0 0-53 0,-1 0-204 15,1-2-519-15,-3-2 231 0</inkml:trace>
  <inkml:trace contextRef="#ctx0" brushRef="#br0" timeOffset="-82639.98">8567 9900 106 0,'0'0'330'0,"4"-4"-17"0,-4 4-27 0,0 0-16 15,0 0-24-15,0 0-20 0,0 0-16 0,0 0-10 16,0 0-8-16,-10 11-11 0,8-5-1 0,-4 4-3 16,3-3-5-16,2 3-4 0,-4 4-9 0,4 1 0 15,-6 3-6-15,4-1-9 0,0 2-13 0,2-1-6 16,-2 1-10-16,2-1-14 0,-2 0-6 0,3 0-10 16,4-1-7-16,-1 1-16 0,1-4 3 0,-3-1-7 15,3 4-8-15,2-6-19 0,0 1-17 0,3-3-41 0,-1 1-33 16,0-2-25-16,0 0-38 0,2-1-39 15,-2 0-51-15,3-3-60 0,1-1-73 0,-1-1-254 16,2-2-648-16,0-1 288 0</inkml:trace>
  <inkml:trace contextRef="#ctx0" brushRef="#br0" timeOffset="-77254.24">8746 10005 229 0,'0'-5'304'0,"0"2"-16"0,0 3-23 0,0-8-25 0,0 8-23 16,3-7-22-16,-3 5-19 0,0 2-15 0,7-4-17 15,-3 2-13-15,4 0-17 0,-8 2-9 0,15 2-12 16,-8-2-7-16,5 2-4 0,-2 2-11 0,2 0-6 16,-4-1-7-16,3 2-5 0,1 0-7 0,-5-2-2 15,1 0-6-15,-2 1-3 0,1 1-6 0,-1 0-2 16,0 1 0-16,-5-1-3 0,3 2-1 0,-4-1 10 15,3 0 18-15,-3 3 11 0,-3-2 7 0,3 0 5 16,-5 3 11-16,-1-3 3 0,0 2 1 0,0-4 1 16,-1 3-5-16,3-1 14 0,-1-1-19 0,0-1-6 0,2-2-2 15,-3 2-5-15,5-1-5 0,-2-2-3 16,3-2-7-16,-3 4-4 0,3-4-4 0,0 0-3 16,0 0 3-16,2 5-2 0,-2-5 6 0,8 0-12 15,-8 0-7-15,20-3-3 0,-6 2-11 0,2-3-21 0,4 2-25 16,1-1-34-16,-3-3-30 0,3 3-37 0,-3-1-45 15,-3 2-46-15,0-3-62 0,4 0-69 0,-8 2-257 16,4-1-663-16,-4-1 294 0</inkml:trace>
  <inkml:trace contextRef="#ctx0" brushRef="#br0" timeOffset="-77053.53">9074 10051 85 0,'0'0'235'0,"0"0"-7"0,7-7-19 16,-7 7-19-16,11-2-19 0,-7 0-12 0,7-4-17 15,-3 5-18-15,2-3-11 0,2 2-9 0,1-2-12 0,1 2-10 16,0-1-22-16,-2 0-39 0,4 0-53 16,-5 0-49-16,4-2-45 0,0 1-41 0,-3 2-102 15,-1 1-290-15,-1-3 129 0</inkml:trace>
  <inkml:trace contextRef="#ctx0" brushRef="#br0" timeOffset="-76735.74">9330 9934 17 0,'-7'2'228'0,"7"-2"0"16,-9 5-3-16,3 0-6 0,5-1-8 0,-2 2-12 16,-1-1-6-16,1 0-9 0,-1 0-7 0,3 3-19 15,-2-3-17-15,2 0-12 0,-1 3-6 0,2-1-16 16,0-2-12-16,2 1-8 0,-1 0-2 0,3 0-8 15,-2 0-9-15,2-1-7 0,1-2-3 0,3 0-4 16,-1-1-8-16,0-1-4 0,1-1-8 0,-1 2 1 16,1-2-1-16,1-2-2 0,1 0-11 0,-3-1 5 15,2 0 2-15,-3-2-6 0,2 0-1 0,-5-2-3 16,2 2 1-16,2-1 1 0,-6-1-2 0,1 0-9 16,-1-1 3-16,-1 3 2 0,0-3 6 0,-3 1 0 15,-1 2 0-15,-1 0 3 0,1 0 4 0,-2 1-10 16,2 0 3-16,-7 2-9 0,3-3 2 0,-1 4-2 15,-2 1-6-15,0 0 2 0,4-2-15 0,-1 5-17 0,0-2-26 16,-2 0-31-16,6 3-31 0,-1 0-38 16,-1-3-43-16,2 2-46 0,4-3-245 0,-1 4-524 15,1-4 232-15</inkml:trace>
  <inkml:trace contextRef="#ctx0" brushRef="#br0" timeOffset="-76434.86">9485 9827 277 0,'0'0'305'0,"0"0"-26"16,-3-2-17-16,3 2-26 0,0 0-8 0,0 0 9 16,0 0-23-16,0 0-9 0,11 12-4 0,-5-10-11 15,0 3-6-15,-2-1-7 0,2 4-6 0,5-2 3 16,-2-1-23-16,4 2-10 0,-1 0-18 0,0 1-7 15,3 2-12-15,0 0-11 0,-1 2-17 0,2-2-1 16,-4 3-9-16,3-1-7 0,-5 1 0 0,-1 3-5 16,1-2-9-16,-1 2-17 0,-5-4-26 0,0 5-12 15,-2-1-25-15,-2-4-21 0,-4-1-20 0,0 2-25 16,1 0-23-16,-5 4-28 0,1-6-27 0,0 1-32 0,0-1-44 16,0 0-40-16,-2-4-212 0,2 1-549 0,-1-3 244 15</inkml:trace>
  <inkml:trace contextRef="#ctx0" brushRef="#br0" timeOffset="-76066.71">9667 9789 174 0,'0'0'301'0,"-8"-1"-20"0,8 1-22 0,0 0-15 16,0 0-7-16,0 0-5 0,0 0 3 0,0 0 3 16,0 0-24-16,19 2-11 0,-19-2-6 0,10 1-1 15,-5 1-23-15,-5-2-16 0,8 1-15 0,-1 1-16 16,0 1-7-16,1-1-15 0,-4 0-14 0,3 2-9 16,-4-3-7-16,2 2-10 0,-2 1-2 0,2 1-8 0,-1-3 0 15,-2 5-13-15,-1-3 16 0,0-2-19 16,-1-2 4-16,0 10-12 0,0-6-4 0,-1 0-4 15,2 0 5-15,-1-4 5 0,0 9-13 0,0-6-1 0,0 2-2 16,0-1-2-16,0-1 9 0,0-3-21 0,4 6-10 16,-1-4-7-16,0 1-12 0,2-1-13 0,5 0-19 15,-5-2-26-15,4 0-24 0,0 0-31 0,3-2-34 16,2 1-47-16,2-2-58 0,3-2-77 0,0-2-179 16,0 2-578-16,-1-2 256 0</inkml:trace>
  <inkml:trace contextRef="#ctx0" brushRef="#br0" timeOffset="-75046.43">10591 9997 235 0,'-6'-2'361'0,"6"2"-6"0,0 0-5 0,-9-1-1 16,9 1-19-16,0 0-14 0,0 0-24 0,0 0-23 15,0 0-30-15,0 0-21 0,0 0-9 0,0 0-6 16,0 0-13-16,0 0-10 0,0 0-15 0,0 0-16 15,13 10-13-15,-6-6-16 0,-3 1-14 0,2-1-8 16,2 0-10-16,-3 1-11 0,-2 0-4 0,3 0-8 16,-5 0-4-16,3 3-11 0,-3-1-1 0,2 1-4 15,-3 3-13-15,0 0-16 0,-4-1-20 0,1 2-29 0,-1-3-20 16,-1 4-36-16,-1-4-39 0,0-1-22 16,0 0-30-16,-1 0-29 0,3 0-38 0,1-3-43 15,-1 0-41-15,4-2-288 0,-4 0-670 0,4-3 296 0</inkml:trace>
  <inkml:trace contextRef="#ctx0" brushRef="#br0" timeOffset="-74544.66">11286 9629 318 0,'0'0'344'0,"0"-4"-15"0,0 4-6 0,0 0-35 16,0 0-27-16,0 0-21 0,0 0-15 0,0 0-7 15,-10 12-6-15,6-7-3 0,0 2-9 0,-1 4-16 16,0-1 1-16,-1 3-6 0,3 0-14 0,-4 5-9 15,5-2-8-15,0 3-10 0,-2-2-14 0,4 2-7 16,0 3-9-16,1-5-9 0,4 1-17 0,-1 1-4 16,3 0-10-16,5 4-2 0,3 4-6 0,0-5-2 15,-2 2-6-15,6-3-13 0,-4-5-16 0,3-1-17 16,5 2-29-16,-1 0-35 0,-3-4-29 0,-1-3-36 16,2-1-32-16,0 2-44 0,-2-4-58 0,1 0-62 15,1 0-80-15,-2-6-215 0,-3 0-665 0,3 1 294 16</inkml:trace>
  <inkml:trace contextRef="#ctx0" brushRef="#br0" timeOffset="-72955.69">11479 9775 111 0,'0'0'323'0,"-3"-5"-13"0,6 2-30 0,-3 3-27 16,1-5-30-16,-1 5-22 0,0 0-15 16,4-1-24-16,-4 1-15 0,0 0-15 0,0 0-14 15,14 9-11-15,-10-7-9 0,0 5-10 0,0-1-7 0,3 3-7 16,-3 3-9-16,3-3-6 0,0 1-3 0,-3 0-7 15,0 0-5-15,0 1 7 0,0-2-13 0,0 1-6 16,0-3 1-16,-1 3-9 0,1 0 2 0,-3-3-21 16,-1 0-24-16,3-1-30 0,-3 2-31 0,1-4-46 15,2 2-44-15,0-2-43 0,-3-4-241 0,4 4-490 16,-1-3 217-16</inkml:trace>
  <inkml:trace contextRef="#ctx0" brushRef="#br0" timeOffset="-72754.98">11747 9848 112 0,'0'0'330'15,"0"0"-7"-15,0 0-2 0,0 0-4 0,0 0-11 16,0 0-8-16,0 0-11 0,5-3-19 16,-5 3-34-16,0 0-20 0,7-3-17 0,-4 1-23 15,1-1-16-15,0 0-12 0,3 2-13 0,2-2-35 0,2 0-41 16,4 1-39-16,4-2-40 0,0-1-43 0,-1 0-50 15,4 2-50-15,-3-1-67 0,-1-2-58 0,2-1-227 16,1 5-561-16,-1-3 248 0</inkml:trace>
  <inkml:trace contextRef="#ctx0" brushRef="#br0" timeOffset="-72420.73">12103 9731 177 0,'-5'3'237'0,"1"1"-2"0,-1 0-9 0,0-1-12 16,1 2-12-16,0 1-11 0,1-1-16 0,2 2-15 16,0-3-12-16,-1 2-12 0,-1 0-10 0,6-1-16 15,-3 0-9-15,2 3-10 0,-2-3-4 0,4-1-10 0,-3 4-7 16,7-6-5-16,0 3-7 0,-1-4-5 16,1 2-6-16,-1-2-4 0,5 1-1 0,-5-2-9 15,6-2-1-15,-3 1 1 0,0 0-7 0,-1-3-1 0,3 0-5 16,-3-2-3-16,-1 0 0 0,-2 3-1 0,0-4-4 15,1-1 2-15,-4 3-3 0,-2-3 0 0,2 1 3 16,-3 2-5-16,-2-4 3 0,1 1-3 0,-2 3-1 16,2-1 0-16,-3 0-2 0,-3 1 2 0,-1 2-6 15,1-1 3-15,0 2-5 0,3-1 4 0,-5 3-5 16,-1 0-10-16,3 1-19 0,7-1-19 0,-14 3-24 16,8-1-32-16,1 1-39 0,-1-1-39 0,6-2-36 15,-4 5-216-15,1-4-471 0,3-1 208 0</inkml:trace>
  <inkml:trace contextRef="#ctx0" brushRef="#br0" timeOffset="-72119.4">12295 9603 168 0,'0'0'270'0,"0"0"4"15,0 0 5-15,6 8-1 0,-1-6-1 0,-1 1-9 16,1 2-4-16,5 0-14 0,-2-2-2 0,3 4-12 16,1-2-13-16,0 0-19 0,2 1-20 0,-3 1-15 15,3-1-21-15,-3 0 4 0,6 3-26 0,-7 0-16 16,1-1-12-16,3 2-10 0,0 3-10 0,-5-3-3 16,1 3-16-16,-2 4 2 0,-1-6-8 0,-2 3-5 15,1 4-29-15,-5-5-18 0,2 0-22 0,-3 1-23 16,0-2-23-16,-4 1-18 0,1-1-21 0,-1 2-23 15,0-4-24-15,0 2-31 0,-3 2-29 0,2-6-44 16,-4 0-36-16,3-1-233 0,2 1-571 0,-3-6 253 16</inkml:trace>
  <inkml:trace contextRef="#ctx0" brushRef="#br0" timeOffset="-71768.26">12536 9525 106 0,'0'0'343'0,"0"0"-14"15,0 0-21-15,0 0-20 0,-7-2-17 0,7 2-14 16,0 0-26-16,0 0-8 0,0 0-12 0,0 0-11 16,0 0-11-16,0 0-6 0,0 0-5 0,0 0-37 15,18 6-2-15,-13-5-14 0,-1 3-12 0,3-1-11 16,-2 0-12-16,1 0-12 0,-1 0-10 0,1 2-1 15,-1-2 3-15,-1 2-19 0,0 0-7 0,-1 0 0 16,0 0-7-16,0 0-6 0,-1 3-4 0,2-5 7 16,-4 3-9-16,0-1-5 0,0 0 7 0,0-1-9 0,0-1-1 15,0-3 5-15,2 8-10 0,-2-8 15 0,0 5-3 16,0-5-16-16,1 3 12 0,-1-3-15 16,0 0-4-16,1 4-14 0,-1-4 10 0,7 3-13 15,-7-3-18-15,13-3-21 0,-3 1-28 0,0 0-24 0,2 2-47 16,3-3-50-16,2 0-64 0,4-5-71 0,1 3-249 15,5 0-637-15,-4-2 281 0</inkml:trace>
  <inkml:trace contextRef="#ctx0" brushRef="#br0" timeOffset="-71500.54">12941 9760 278 0,'-5'2'341'0,"5"-2"-8"0,-4 1-8 0,4-1-5 15,0 0-14-15,0 0-22 0,0 0-22 0,0 0-22 0,0 0-24 16,0 0-35-16,17-1-4 0,-6 0-19 16,-1-2-20-16,3 2-10 0,-2 0-8 0,6-1-14 15,2-2-13-15,-2 3-10 0,2 1-11 0,-4-4-18 0,-1 4-29 16,1-1-25-16,-3 0-23 0,-1 0-35 0,1-1-22 15,-4 2-31-15,-4-1-37 0,3 0-43 0,-7 1-43 16,11-2-50-16,-7 0-235 0,-4 2-561 16,1-4 248-16</inkml:trace>
  <inkml:trace contextRef="#ctx0" brushRef="#br0" timeOffset="-71182.75">12994 9649 198 0,'0'0'263'0,"0"0"-16"0,0 0-21 0,0 0-21 16,0 0-21-16,0 0-17 0,0 0 1 0,-1 8-3 15,1-8-9-15,1 9-7 0,-1-4-13 0,4 3-3 0,-4-2-16 16,3 2-7-16,0 4-6 0,1-3-10 16,1 2-8-16,3 6-7 0,-6-5-13 0,3 0-2 15,-1 0-5-15,3 3-4 0,-2-1-9 0,2 1-1 0,0-3-20 16,-1-1-34-16,0 1-41 0,1-2-41 0,0-2-55 16,-2 1-62-16,1-4-267 0,-1 0-512 0,3-1 227 15</inkml:trace>
  <inkml:trace contextRef="#ctx0" brushRef="#br0" timeOffset="-70864.96">13555 9502 182 0,'0'0'392'0,"-3"-2"-23"16,3 2-23-16,0 0-28 0,0 0-25 0,-6-3-31 16,6 3-31-16,0 0-30 0,0 0-18 0,0 0-13 15,-4 13-16-15,1-6-20 0,2 0-5 0,1 5-2 16,-1-1-6-16,-2 2-7 0,-1 4 2 0,4-1-1 0,-4 1-8 16,4 2-12-16,-1-2-11 0,1 1-5 0,1-2-7 15,3 1-6-15,-2 0-3 0,0-1-8 0,1-3-7 16,2-1-8-16,-1 1 1 0,3 3-12 0,0-6-24 15,0 0-22-15,1 1-32 0,1-4-32 0,1 1-38 16,4-3-52-16,-3-1-62 0,3-3-78 0,0 1-316 16,6-4-679-16,-6 0 300 0</inkml:trace>
  <inkml:trace contextRef="#ctx0" brushRef="#br0" timeOffset="-70346.68">13711 9593 70 0,'-4'-3'319'0,"4"3"5"0,0 0 2 0,-4-2-2 16,4 2-3-16,-3-4-7 0,3 4-17 15,0 0-18-15,0-5-18 0,0 5-25 0,0 0-19 0,3-5-19 16,-3 5-24-16,0 0-19 0,4-4-12 0,-4 4-22 16,4-3-5-16,-4 3-10 0,6-2-15 0,-6 2-3 15,6-3-15-15,-6 3-11 0,10-1-3 0,-10 1-6 16,8 1-5-16,-1 1-4 0,-7-2-8 0,13 0-1 16,-9 1-11-16,3 0 5 0,-1 0-3 0,0 1-6 15,0-1 10-15,1 1-15 0,-2 0 2 0,2 2-7 16,0-2 1-16,-3 1-1 0,1 1 3 0,-1-1-4 15,2 0-4-15,-3 2-1 0,3 2-1 0,-2-2 0 16,-2-2 4-16,2 5-5 0,-3-1-4 0,-1-2-1 16,3 4 4-16,-7-3 0 0,2 3 2 0,0 0 1 15,-4 0-5-15,0 0 7 0,1 0-2 0,0-1-1 16,-5 0 9-16,6 1-8 0,-5-2 13 0,1-2 8 16,-1 2-1-16,4-2 3 0,-2-2-3 0,3 1-2 15,0-1 0-15,1-1-2 0,3-2-3 0,-4 4 0 16,4-4-2-16,-4 3 1 0,4-3-1 0,0 0-2 15,0 0-5-15,0 0 0 0,10 5-13 0,-3-5-11 0,2 0-15 16,3-3-14-16,-2 2-27 0,3 0-37 0,1-2-23 16,-1 2-28-16,4 0-38 0,-4-1-47 0,0-2-48 15,0 1-62-15,2-1-277 0,-1-1-684 0,-1 1 303 16</inkml:trace>
  <inkml:trace contextRef="#ctx0" brushRef="#br0" timeOffset="-69761.05">14069 9638 273 0,'0'0'333'0,"0"0"-4"0,0 0-1 15,0 0-3-15,0 0-4 0,0 0-6 0,-3-5-13 16,3 5-13-16,0 0-5 0,0 0-27 0,0 0-14 16,0 0-24-16,0 0-17 0,0 0-17 0,0 0-23 0,0 0-16 15,14-4-11-15,-8 4-14 0,-6 0-14 16,11 0-16-16,-4 0-7 0,4-1-6 0,1 1-8 16,0 0-10-16,-2-3-8 0,2 2-10 0,-1 1-29 0,2 0-29 15,-4 0-32-15,2-1-37 0,-2 1-38 0,1 0-32 16,2-2-32-16,-6 2-47 0,0-1-58 0,2 1-60 15,-8 0-294-15,10-4-699 0,-5 1 308 0</inkml:trace>
  <inkml:trace contextRef="#ctx0" brushRef="#br0" timeOffset="-67971.38">14502 9509 25 0,'0'0'263'0,"-4"-3"-2"15,4 3-11-15,-2-4-12 0,2 4-16 0,0 0-19 0,0 0-16 16,0 0-15-16,0 0-14 0,0 0-12 0,-12 7-4 16,10-4-6-16,-2 4-8 0,1-2-9 0,-1 1 1 15,0 4-2-15,0-4-3 0,-1 1-23 0,2 2-5 16,0 1-12-16,1 0-4 0,0-2-4 0,2 3-10 16,0-2-7-16,0 1-5 0,0-1 0 0,2 0-2 15,0-1-9-15,1-2 3 0,0 2-7 0,2-2 0 16,0-1-7-16,1 2 1 0,1-2 0 0,0 1-1 15,2 0-7-15,-1-3-21 0,-4 1-17 0,3 0-23 16,3-1-24-16,-2 2-31 0,-3-3-41 0,4 1-48 16,-3-2-52-16,0-1-61 0,-6 0-159 0,12 0-498 15,-5-1 220-15</inkml:trace>
  <inkml:trace contextRef="#ctx0" brushRef="#br0" timeOffset="-67753.94">14599 9607 69 0,'0'0'303'16,"-3"-4"-3"-16,3 4-8 0,0 0-6 0,0 0-12 15,0 0-11-15,0 0-12 0,0 0-16 0,0 0-25 16,0 0-17-16,0 0 0 0,0 0-40 0,7-5-13 16,-7 5-11-16,12-1-13 0,-5 1-22 0,0 0-6 15,1-1-28-15,4 1-21 0,-1-2-32 0,-2 2-32 16,3 0-34-16,-1-2-43 0,-2 0-40 0,0 1-44 15,0 1-46-15,-1-1-47 0,0-3-166 0,-1 2-483 16,1-1 214-16</inkml:trace>
  <inkml:trace contextRef="#ctx0" brushRef="#br0" timeOffset="-67553.23">14795 9493 19 0,'0'0'204'0,"0"0"-7"0,0 0-15 0,0 0-16 15,0 0-10-15,0 0-2 0,0 0-2 0,0 0 0 16,0 0-14-16,0 0-8 0,0 14-9 0,4-10-8 16,-4 2-11-16,1-1-10 0,-1 0-5 0,3 1-11 0,-3 1-6 15,1-1-8-15,1 1-7 0,2 0-4 0,-3 0-3 16,2 3-9-16,-3-3-14 0,4-1-26 16,-2 2-33-16,0 0-47 0,2-2-41 0,0 0-43 0,0 0-200 15,-1-2-396-15,3-2 176 0</inkml:trace>
  <inkml:trace contextRef="#ctx0" brushRef="#br0" timeOffset="-58839.04">14947 9479 96 0,'0'0'221'0,"0"0"-28"0,8 12-18 15,-5-10-10-15,-3-2-23 0,4 7 3 0,0-3-8 16,-1 1-13-16,1 0-15 0,0 0-4 0,-1 1-7 0,4 0 0 16,-2 1-7-16,-1 0-8 0,0 1-5 0,3 1-8 15,-4-1-4-15,2-1-9 0,-1-1-5 16,2 0-4-16,-5 1-5 0,-1 0 0 0,4 0-5 0,-4-1-5 15,0 2-2-15,0-3-2 0,0-1-4 0,0 1-2 16,3 1-3-16,-6-1 0 0,6-1-7 0,-6 2-21 16,3-3-29-16,0-3-39 0,-1 9-42 0,-2-6-44 15,3 1-55-15,0-4-126 0,-1 5-370 0,1-5 164 16</inkml:trace>
  <inkml:trace contextRef="#ctx0" brushRef="#br0" timeOffset="-58404.17">15040 9326 113 0,'-1'-3'361'15,"1"3"-29"-15,0 0-29 0,0 0-33 0,0 0-25 16,-6-2-26-16,6 2-24 0,0 0-18 0,0 0-22 16,0 0-11-16,0 0-12 0,10 13-10 0,-5-7-10 15,-2 0 6-15,6 3-14 0,-2 0-8 0,5 1-6 16,-1 3-10-16,0 0-5 0,1-3-6 0,2 7-11 15,-1-6-3-15,1 4-4 0,-6 0-9 0,4 0 2 16,2 1-8-16,-6-3 1 0,3 3-6 0,-4 1-9 16,1-2 5-16,-2 2-9 0,-1-5 2 0,-1 4-5 15,-3 0 0-15,-1-1 0 0,0 1-7 0,-1-1-7 16,-3 0-12-16,-3 0-18 0,2-3-3 0,-5 4-21 16,3-4-17-16,-5 0-18 0,0 1-28 0,4-3-27 15,-3 2-40-15,5-6-50 0,-2 3-63 0,1-4-164 0,-2-1-496 16,6-3 220-16</inkml:trace>
  <inkml:trace contextRef="#ctx0" brushRef="#br0" timeOffset="-58002.75">15174 9274 86 0,'0'-4'338'0,"0"4"-25"0,0 0-26 0,0 0-25 16,0 0-25-16,0 0-25 0,0 0-27 0,0 0-13 15,0 0-17-15,3-1-15 0,-3 1-11 0,0 0-13 16,0 0-13-16,15 3-8 0,-13-1-10 0,0 1-8 0,3 2-12 15,1-1-5-15,-3-2 2 0,1 0-12 16,-1 3-7-16,2 0-1 0,-3-1 4 0,2 0-17 16,-4-1 8-16,2 2-11 0,-1-2-1 0,1 2 0 0,-1-2 12 15,-1 1 12-15,0-4 8 0,0 6 0 0,0-6 2 16,3 7 6-16,-3-7 3 0,0 3-1 16,0-3-1-16,0 0 3 0,0 4-10 0,0-4 1 0,0 0-7 15,0 0-1-15,0 0-11 0,0 0 1 0,8 0-8 16,-8 0-21-16,19-2-23 0,-8-1-32 0,3 2-26 15,-1-2-37-15,-2 1-40 0,4-4-47 0,4 1-72 16,2 0-74-16,-3-3-210 0,0 0-594 0,1 0 264 16</inkml:trace>
  <inkml:trace contextRef="#ctx0" brushRef="#br0" timeOffset="-56497.42">15539 9173 148 0,'1'-4'267'0,"-1"4"-4"16,3-7-12-16,-2 1-16 0,2 3-14 0,1 0-21 16,-1 1-17-16,1-1-24 0,-1 1-14 0,-3 2-17 15,9-6-8-15,-5 6-13 0,3-1-14 0,-1 0-9 16,-6 1-8-16,14 1-8 0,-10 0-6 0,2 2-9 15,-1 1-5-15,0 0-4 0,0 2-4 0,0-1-7 16,-2 3-1-16,0-1-4 0,0 3-2 0,-2 1-3 16,-1 1-1-16,0-1-2 0,-3 0-2 0,-1 5 0 15,-2-1-3-15,0-1 1 0,0-1-5 0,1 5 0 16,-5-4-2-16,1 0 2 0,1 2-3 0,1-5 7 16,1 0-8-16,1 1 0 0,1-1-4 0,0 0 0 15,4 0-1-15,-1 2 4 0,1-4-4 0,1 1 4 16,6 2-2-16,-1-3 0 0,1 0 0 0,2 1-2 0,2-1 0 15,1 0 1-15,3 2 0 0,1-4-2 0,-4 0 2 16,0 2 0-16,6-2 0 0,-4-1-6 16,-5 0 4-16,2 0 3 0,-3 0-2 0,-1-1-1 15,1-1 2-15,-1 0-3 0,-3 1 2 0,1 0-3 0,1 1 1 16,-3 0-4-16,-2-2 5 0,3 1 1 0,-1 3-5 16,-2-3 3-16,-1-2 3 0,0 5-3 0,0 0 2 15,0 0-4-15,3-2 5 0,-3 3-3 0,0-2 3 16,3 1-3-16,-3 0 0 0,3 1 9 0,-1 1-13 15,1-1 4-15,-2 1 0 0,5-1 3 0,-4 1-1 16,0-2-1-16,0 4-1 0,1-3 0 0,0 1-3 16,-2 0 6-16,1-2 2 0,-1 0 23 0,-1 1 19 15,0 0-9-15,0-2 7 0,-1 1 5 0,-5 2 7 16,5-3 2-16,-5 1 9 0,-1-2-9 0,2 1-4 16,-6 0-6-16,3 0-3 0,-3-2-5 0,-2 2-5 15,2-1-6-15,-3-1-3 0,0 0-24 0,3-2-29 16,1 0-12-16,-3-1-5 0,5 0-33 0,0-1-28 0,1-1-48 15,7 0-62-15,-5-5-69 0,5 5-253 0,1-6-580 16,3-1 257-16</inkml:trace>
  <inkml:trace contextRef="#ctx0" brushRef="#br0" timeOffset="-56162.9">16099 9391 13 0,'0'0'341'0,"0"0"6"0,0 0-16 0,-7 0 6 16,7 0-23-16,0 0 11 0,0 0-26 0,0 0-13 16,0 0-18-16,0 0-22 0,0 0-25 0,0 0-23 15,0 0-20-15,0 0-27 0,22-6-7 0,-10 4-21 16,2 0-33-16,6-3-45 0,2 2-35 0,1-1-46 0,9 0-37 16,-9 3-41-16,-3-1-45 0,-1 0-51 0,2 1-62 15,0 1-296-15,-7-1-614 0,-3 1 272 0</inkml:trace>
  <inkml:trace contextRef="#ctx0" brushRef="#br0" timeOffset="-56012.66">16240 9543 199 0,'-6'4'198'16,"3"-2"-5"-16,3-2-9 0,-4 4-4 0,4-4-8 15,0 0-15-15,14 0-14 0,-3 0-24 0,2-4-3 16,10 2-12-16,7-3-22 0,0 0-57 0,4-2-68 15,2 1-69-15,-4 1-175 0,2-4-310 0,-2 1 138 16</inkml:trace>
  <inkml:trace contextRef="#ctx0" brushRef="#br0" timeOffset="-55628.23">17360 9435 24 0,'0'0'353'0,"-4"3"-10"15,4-3-2-15,0 0-9 0,0 0-6 0,-9 0 7 16,9 0-17-16,0 0-10 0,0 0-23 0,0 0-26 16,0 0-24-16,24-9-25 0,-6 0-19 0,6 1-21 15,9 1-17-15,2-7-15 0,3 6-13 0,3-1-12 16,15-5-13-16,1 3-10 0,-1-1-7 0,2 2-2 16,-2-2-28-16,0 6-21 0,0-3-16 0,-17 1-33 0,4 4-21 15,-2-2-16-15,-4-1-33 0,1 2-17 16,-6 4-22-16,-3-1-18 0,-8 0-29 0,-5 1-23 15,-4 0-32-15,-3-2-32 0,-4 3-32 0,-5 0-245 0,7 0-583 16,-7 0 258-16</inkml:trace>
  <inkml:trace contextRef="#ctx0" brushRef="#br0" timeOffset="-54958.63">18807 8916 67 0,'-3'-7'312'0,"2"5"-16"0,-3-2-11 16,4 4-14-16,-2-7-18 0,2 7-19 0,-6-3-18 0,3 0-25 16,-1 2-17-16,4 1-20 0,-12-1-17 0,1 2-12 15,0-1-12-15,-1 4-15 0,0-2-9 0,1 3-10 16,-3 2-6-16,3-3-8 0,-3 2-7 0,4 2-5 16,-4-3-7-16,2 4-4 0,1-1-7 0,1-2 0 15,1 3-7-15,2-3-1 0,3 3-10 0,0-3 4 16,1 1 3-16,1 1-5 0,2 0-4 0,1-2-3 15,0 0 4-15,1 2-2 0,5 0-4 0,-1 0 1 16,1-2 0-16,4 2-3 0,-1-1 2 0,1 1-1 16,1-2-1-16,-1 3 1 0,2-4-6 0,-3 3 1 15,2-2-3-15,0-1 3 0,-5 4-2 0,-3-3 1 16,3-1-7-16,-6 3 2 0,2-1 4 0,-2-1-1 16,3 2 1-16,-8 0-1 0,3-2 1 0,-2 1 0 15,-5-1 1-15,1 2-1 0,-2 1-3 0,2-3 4 0,3 0-4 16,-6 1 1-16,6-2 1 0,-3 1-4 15,4 0-3-15,-2-1 6 0,3 1 4 0,0-1-4 16,1 0 2-16,1 3-2 0,1-4-2 0,1 4 2 0,5 0 5 16,0-1-5-16,-2-1 2 0,7 2-3 0,-1 1 0 15,2 0 1-15,1 3 0 0,1-1 3 0,-3 2-5 16,0-1 1-16,-1 2 2 0,-4-2 0 16,4 2-3-16,-3 1-2 0,-1 2 4 0,1-1 3 0,-4 2-4 15,0-3 1-15,-1-2 2 0,0 3 1 0,-1-3 10 16,0-2-10-16,-1 2-4 0,1-1-1 0,0-2 1 15,0 0 2-15,2 1 1 0,-3-5-1 0,4 3 1 16,-2-4 1-16,1 0 3 0,0 2-6 0,3-3 2 16,3-1-10-16,2 0-16 0,0-2-23 0,-4-1-36 15,7-1-47-15,-4 0-61 0,5-2-68 0,-3-1-256 16,2 1-558-16,-3-4 248 0</inkml:trace>
  <inkml:trace contextRef="#ctx0" brushRef="#br0" timeOffset="-50726.57">19319 9244 23 0,'0'0'230'0,"0"0"5"0,0 0 8 16,3 3 5-16,-3-3 5 0,0 0 0 0,0 0 5 0,0 0 4 15,0 0-1-15,0 0-3 0,0 0-12 0,0 0-9 16,0 0-18-16,-3-14-7 0,3 14-7 0,-3-4-12 15,3 4-10-15,0-6-6 0,-1 3-16 0,1 3-7 16,-3-7-4-16,2 2-18 0,-2 1-9 0,-1 0-8 16,1 0-15-16,0 0-7 0,0-2-4 0,-2 0-12 15,1-1-6-15,0-2-8 0,3 1-5 0,-3 0-6 16,1 0-6-16,1-4-3 0,1 2-7 0,-2 1 2 16,2 3-11-16,1-3-4 0,-4 0-4 0,4 0-5 15,0 2-2-15,4 0-4 0,-3-1-4 0,-1-2-7 0,4 3-3 16,-1 2-2-16,0 0 0 0,1-1-3 15,-1 1-12-15,2 0 0 0,2 0-7 0,-3 1 4 16,1 0-6-16,1 0-7 0,-2 1-3 0,2 2-13 0,0-1-4 16,0-1-5-16,-1 3-9 0,-5 0 8 0,11 0 2 15,-11 0 1-15,11 0 2 0,-7 3-1 0,3-2 5 16,-4 1-3-16,1 1-1 0,0-2 2 0,2 3-4 16,-3-1 18-16,1 1-2 0,-4-1 2 0,3 1 6 15,-2 0 5-15,1 0 3 0,-1 1 19 0,-1 0-17 16,0 1 5-16,-1 0 3 0,-2 0-1 0,2-1 3 15,-1 2 1-15,-2 1 4 0,0 0-5 0,-3 2 4 16,3-3 0-16,-1 4 2 0,-2-3 7 0,1 2 0 16,-3 0-1-16,2 1 1 0,0-1 14 0,-1 0-13 15,0 0-2-15,1 2 4 0,0-2-16 0,2 1 26 16,-1 0-10-16,1-4-1 0,1 1 2 0,0 2-3 16,3-3-6-16,-1 0 14 0,1 3-4 0,0-4 4 0,2 2-1 15,0-3-2-15,2-1 4 0,0 3-1 0,2-1 0 16,2-1 4-16,2 0-3 0,1-2 2 15,2 0 3-15,3 0-6 0,-4-2 0 0,4 0-1 16,0-1 18-16,-1 0-18 0,-1-1 4 0,2 0-12 0,-3-2 6 16,-1-2 2-16,0 2 5 0,-5 1-4 0,2 1 17 15,-4-3 18-15,4 0 7 0,-5 0-2 0,1-2 5 16,-3 3-2-16,-1-3 0 0,0 0-6 0,-1 1 8 16,-2 2-9-16,-4-4-2 0,2 2-9 0,1 0-8 15,-6-1 3-15,5 2-1 0,-4-2-4 0,0 3-3 16,0 0-3-16,2-2-5 0,-7 3-33 0,6 1-28 15,1-3-21-15,0 0-28 0,-1 4-33 0,8 0-34 16,-8-2-35-16,8 2-49 0,-9-1-53 0,9 1-46 16,-5 0-207-16,5 0-603 0,0 0 267 0</inkml:trace>
  <inkml:trace contextRef="#ctx0" brushRef="#br0" timeOffset="-50440.67">19765 9241 123 0,'0'0'296'16,"5"3"-5"-16,-5-3-7 0,7 5-14 0,-1-4-11 15,0 3-5-15,-2-2-32 0,3 1-28 0,-3 2-14 16,0-2-17-16,3 0-14 0,-5 1-15 0,4 4-11 16,-3-2-11-16,2 1-14 0,0 2-11 0,-3 1-7 15,1 0-4-15,-3 3 6 0,-1 0-29 0,-5 5-23 16,-1-1-40-16,-10 8-43 0,-2 2-48 0,-6 0-60 16,-1-3-81-16,-15 11-258 0,9-10-539 0,-16 5 238 0</inkml:trace>
  <inkml:trace contextRef="#ctx0" brushRef="#br0" timeOffset="-47914.71">20344 9044 103 0,'0'-2'326'16,"0"2"-12"-16,-1-6-19 0,1 6-28 0,-3-4-28 15,3 4-24-15,-1-3-23 0,1 3-29 0,0 0-11 16,0 0-14-16,5 11-14 0,-5-6-9 0,1 3-15 16,2-2-8-16,1 2-10 0,-4 2-9 0,2 2-6 15,3 2-8-15,-2-4-3 0,-2 0-7 0,4 3-1 16,1 2-5-16,-5-4-5 0,5 0-4 0,-1 1-1 0,0-1-18 16,-3 0-20-16,2-2-19 0,4 1-32 0,-1 0-38 15,-3-1-48-15,3-4-60 0,0 0-69 0,-2-1-169 16,2 0-477-16,-1-2 212 0</inkml:trace>
  <inkml:trace contextRef="#ctx0" brushRef="#br0" timeOffset="-47583.08">20551 9164 39 0,'-4'5'207'16,"1"-1"-22"-16,-1 3-16 0,1 0-10 0,2 1-9 15,-2-1-6-15,2-1-14 0,2 1-5 0,-2 1-6 16,5 1 2-16,-3 2-3 0,2-4-7 0,3-1-10 16,2 3-4-16,0-4-6 0,1 0-6 0,0 2-9 15,1-3-6-15,3-2-9 0,-4-2-2 0,5 0-9 16,-3-1-2-16,2 0-5 0,-2-2-3 0,-1-3-5 0,3-1-1 16,-6 1-6-16,3-4-3 0,-3 3-1 0,-1-4-5 15,2-2 0-15,-4-2 2 0,-2 2-3 0,-1 0-3 16,-1 0 1-16,-1-1-1 0,-3 3-3 0,0 0 0 15,-2-1 0-15,0 0-3 0,-3 5-4 0,0-4 2 16,-2 5-10-16,1-2-13 0,-2 3-14 0,-3 2-16 16,1 0-25-16,0 0-28 0,3 2-26 0,2 0-26 15,0 2-41-15,9-1-174 0,-15 0-395 0,8 3 175 16</inkml:trace>
  <inkml:trace contextRef="#ctx0" brushRef="#br0" timeOffset="-46945.94">20793 8889 216 0,'0'0'333'0,"0"-8"-15"0,2 4-15 16,-1-1-12-16,2 0-20 0,2 2-21 0,-2-3-21 16,1 1-22-16,1 1-26 0,-1-1-15 0,0 1-15 15,5 2-18-15,-3-1-12 0,0 1-16 0,3 0-7 16,-2 2-14-16,4-1-3 0,-3 1-12 0,0 1-5 16,-1 2-11-16,3-1-6 0,-5 2-2 0,5 0-10 15,-5 1-2-15,2 2-6 0,-2-2-2 0,-1 1-6 16,-1 2 2-16,1 0-6 0,-4 1 0 0,2-1-2 15,-4 4 0-15,2-3-6 0,-3 2-2 0,1 1 4 16,-1-4 10-16,2 0-15 0,-2 3 3 0,0-2-3 16,0-1 0-16,3-2 0 0,-5 3 0 0,5-3-2 15,-1 1-1-15,1 1 5 0,1-2-6 0,-1 0 14 16,0 1-14-16,5-1 3 0,-2 0-5 0,1 1 1 16,2-2-1-16,1 2 2 0,-1 2-4 0,2-3 9 0,-1-1-7 15,0 3-1-15,4-3 5 0,-2 0 0 0,0 4 3 16,0-3-7-16,-2 2 2 0,4 1-1 0,-4-2 1 15,3 1 0-15,-3 0 1 0,4-1-2 0,-2 3 1 16,-2-3-2-16,0 2-1 0,0-1 1 0,1-1 3 16,2 3-2-16,-1-3 2 0,0 2 2 0,1 0-3 15,-2-2-3-15,2 4 0 0,2-5 5 0,-2 5-4 16,1-5 5-16,2 4 0 0,-5-2-3 0,2-2-1 16,-1 2 2-16,-2-2 0 0,0-1-9 0,-1 1 9 15,-1 0-7-15,0-1 4 0,-1 0 7 0,-4 2 0 16,2-2-3-16,-2 1 10 0,-2 1 13 0,2-1 13 15,-4-1 2-15,-1 1-4 0,-2 1-2 0,0 0 1 16,-4-1-3-16,-1 3-5 0,1-4-3 0,-2 0-1 16,2 1-17-16,1-1-29 0,-3-1-19 0,3 2-29 15,-1-3-31-15,2 0-32 0,2-1-32 0,0 1-40 16,2-3-52-16,5 0-62 0,0 0-202 0,0 0-564 16,0 0 249-16</inkml:trace>
  <inkml:trace contextRef="#ctx0" brushRef="#br0" timeOffset="-46678.36">21619 8927 21 0,'0'0'412'0,"0"0"-18"0,0 0-14 16,0 0-14-16,-6-2-25 0,6 2-28 0,0 0-26 16,0 0-31-16,14-9-27 0,-5 6-20 0,-1 1-21 15,3-1-21-15,6-2-7 0,-4 1-28 0,6 1-14 16,3 0-38-16,-1 0-39 0,3 0-48 0,-1 0-37 16,-1 2-46-16,1-2-49 0,-3 3-62 0,3-3-73 0,-10 2-283 15,1 0-603-15,0 1 267 0</inkml:trace>
  <inkml:trace contextRef="#ctx0" brushRef="#br0" timeOffset="-46478.61">21768 9029 135 0,'-4'2'262'0,"4"-2"0"0,-4 3-3 0,4-3-2 15,0 0 0-15,-4 2-13 0,4-2-17 0,0 0-26 16,0 0-7-16,23 0-30 0,-11-1-22 0,2-2-7 15,6 1-15-15,-2 1-21 0,5-3-40 0,-2 0-41 16,8 1-49-16,-8 3-58 0,2-2-72 0,8-2-78 16,-12 0-181-16,11 0-454 0,-6-1 202 0</inkml:trace>
  <inkml:trace contextRef="#ctx0" brushRef="#br0" timeOffset="-45843.02">22322 8900 228 0,'0'0'325'0,"-2"-4"-2"16,2 4-6-16,0-7 2 0,-2 5-13 0,2-4-5 0,0 1-13 15,0 5-14-15,1-10-18 0,-1 3-17 0,0 1-12 16,1 0-20-16,1-2-21 0,-2-1-15 0,1-1-18 15,-1 1-15-15,2-2-14 0,0 0-9 0,0 1-18 16,-1-2-7-16,0-1-9 0,2 5-6 0,0-3-9 16,1 5-8-16,-4-3-6 0,1 4-4 0,2-1-4 15,-2-1-6-15,2 2-1 0,-2 0-7 0,1 1-7 16,-1 0-7-16,-1 4 6 0,0-6-6 0,0 6-7 16,0-4-9-16,0 4-17 0,0 0-4 0,0 0-4 15,0 0 5-15,0 0 4 0,0 0-1 0,0 0 0 16,6 12 4-16,-6-7-3 0,2 1 11 0,-4 0-6 15,0 3 0-15,2 1 3 0,0 1-2 0,2 3 4 16,0-4-1-16,-2 3 4 0,0 1-2 0,2-1-4 0,2 3 6 16,-1 1 0-16,5-1 12 0,-6-3-15 0,4 4 1 15,-1 1 2-15,2-1-1 0,-1-1 2 0,0 1-1 16,0-2-9-16,1-3 3 0,-2-2-3 16,1 2-8-16,0-1 5 0,1-1 13 0,-3 0-13 0,2-2-6 15,-2-2 6-15,-3 3-2 0,3-4 3 0,1-1 0 16,-2 1 3-16,0-1-3 0,-2 0 7 0,-1-4 3 15,4 5-2-15,-4-2 8 0,0-3-1 0,0 0 2 16,0 4 7-16,0-4 0 0,0 0-2 0,0 5-1 16,0-5 4-16,0 0-10 0,-13 3 5 0,6-3-8 15,3 1 9-15,-6 0-3 0,2 2 4 0,-3-2 3 16,0 3-1-16,2 0 3 0,-2-2 1 0,4 0-4 16,-2 0 5-16,3 1-6 0,-5-1 5 0,7 2-6 15,-1-3 4-15,1 1-8 0,4-2 4 0,-10 2-1 0,10-2 7 16,-1 3 1-16,1-3 18 0,0 0 0 15,13 2-2-15,0-2 7 0,4 0-13 0,3 0-1 16,4 0-2-16,-1 0-3 0,8 0-12 0,2 0-29 0,-2 0-51 16,1 0-40-16,0 0-44 0,-2 0-51 0,-5 0-72 15,3 2-98-15,-2-2-302 0,-7-2-736 16,1 2 326-16</inkml:trace>
  <inkml:trace contextRef="#ctx0" brushRef="#br0" timeOffset="-44136.36">1277 11682 3 0,'0'0'354'0,"0"0"5"0,0 0-22 0,0 0-13 16,-8 0-10-16,8 0-18 0,0 0-22 0,0 0-23 0,-5-3-32 15,5 3-19-15,0 0-16 0,0 0-20 0,0 0-17 16,0 0-12-16,0 0-15 0,10-9-15 15,-3 7-9-15,5 0-8 0,-1-2-9 0,4-2-7 0,1 2 2 16,5 1-11-16,-3 0-13 0,2-1-4 0,0 3-8 16,-1-2 2-16,0 1-10 0,0 2-1 0,-2 1-6 15,-3 1-2-15,0 3-3 0,1 0-2 0,-4 0-4 16,0 1 0-16,0 0 8 0,-2 1-14 0,-1 0 2 16,2 3-1-16,-8 1-1 0,3-1-1 0,-1 3 3 15,-3 0-5-15,-1-1 3 0,-1 2-4 0,-1-1 1 16,0 1 4-16,-3 3-8 0,3-4 2 0,-1 0 15 15,-5 0-10-15,5 0-4 0,2-1-2 0,-3-1 0 16,1-1 0-16,-1 0 7 0,1-3-10 0,3 0 2 16,-3-1 3-16,2-1-4 0,1 1 0 0,0-1 3 15,0-2 10-15,0 1-24 0,4-1-3 0,-2 0 0 16,3-2 1-16,3-1 2 0,6-1 21 0,-2-2-17 16,7 0 6-16,2-2-8 0,-1-1-9 0,4 0-12 15,-3-1-19-15,8-2-26 0,-8 4-29 0,-2-2-32 0,2 2-40 16,-9 3-48-16,4-6-61 0,-1 4-63 15,-5-1-177-15,-2 3-570 0,-3 1 252 0</inkml:trace>
  <inkml:trace contextRef="#ctx0" brushRef="#br0" timeOffset="-43902.82">1493 11905 129 0,'-5'0'253'16,"5"0"-12"-16,0 0-6 0,0 0-1 0,0 0-3 16,0 0-7-16,0 0-12 0,0 0-19 15,17-8-20-15,-10 4-19 0,4 0-15 0,2-3-11 0,0 1-14 16,6-1-8-16,0 0-12 0,-3-4-12 0,7 5-20 16,-5-2-28-16,4 1-37 0,-1 3-41 0,-3-5-58 15,0 6-63-15,-2-2-64 0,-1 3-188 16,-3 1-450-16,2-4 200 0</inkml:trace>
  <inkml:trace contextRef="#ctx0" brushRef="#br0" timeOffset="-43433.28">2095 11792 244 0,'0'0'271'0,"0"0"-21"16,-12 4-21-16,7-1-14 0,2 4-9 0,-1-4-10 15,0 3-12-15,1 3 0 0,0-1-7 0,-2 3-11 16,-1-2 0-16,3 5 1 0,-3-1-16 0,1 0-10 16,2 2-7-16,-1 1-10 0,0 1-11 0,1-4-11 15,2 0-8-15,-1 1-14 0,2-2-1 0,0 1-10 16,0-3-16-16,2-1 6 0,-2 0-8 0,2-3-5 16,0 0-1-16,2-1-1 0,0 0 1 0,-1-1-5 15,1-1 0-15,5-1-4 0,-9-2-1 0,11-2 0 16,-4 0-5-16,-3 0-4 0,3-2 1 0,-2 0-3 15,2 0-4-15,-3-1-1 0,-1 0 2 0,1-1-7 16,-3 0 2-16,2 1 0 0,-3-1-7 0,0 3-1 16,-3-3-4-16,2 0-3 0,-3 2 2 0,0 0-8 15,-3 1-14-15,3 1-15 0,-3-2-15 0,-1 2-17 16,4 0-20-16,4 2-25 0,-13 0-30 0,13 0-39 16,-10 3-40-16,6-2-54 0,4-1-52 0,-7 5-174 15,7-5-542-15,-3 1 241 0</inkml:trace>
  <inkml:trace contextRef="#ctx0" brushRef="#br0" timeOffset="-43166.88">2400 11685 342 0,'0'-3'330'0,"0"3"-21"0,0 0-21 16,4-8-32-16,-1 4-24 0,1 1-22 0,2 0-18 16,2-1-19-16,1-2-16 0,1 1-17 15,3-2-4-15,-2 1-22 0,3 0-14 0,-1 4-8 0,5-5-19 16,1 2-33-16,-3 0-26 0,-2 0-33 0,2 2-38 16,-3 1-40-16,0-1-45 0,-3 1-50 0,-1 2-36 15,-2 0-183-15,-7 0-444 0,11 2 196 0</inkml:trace>
  <inkml:trace contextRef="#ctx0" brushRef="#br0" timeOffset="-42999.62">2498 11757 133 0,'-4'6'230'0,"1"1"-14"16,-1-3-16-16,0 0-19 0,1-1-16 0,-1 0-15 16,4-3-4-16,0 6 4 0,0-6 2 0,6 2-15 15,-6-2-14-15,9 0-13 0,4-2-9 0,-3-3-9 16,4 1-18-16,5-3-27 0,0-2-39 0,1 2-58 15,1 2-74-15,-1-5-58 0,1 2-162 0,0-1-372 16,0-1 165-16</inkml:trace>
  <inkml:trace contextRef="#ctx0" brushRef="#br0" timeOffset="-41878.99">3295 11520 9 0,'3'-5'175'0,"-2"0"-2"16,-1 1 4-16,0-1-3 0,0-1 7 0,0 0-4 16,-1 1-6-16,-1-1-1 0,-2 1-1 15,0 2-5-15,0-1-4 0,-1-1-5 0,2 2-8 16,-4 0-12-16,3 0-13 0,-5 2-11 0,3 1-12 0,-6 0-10 16,0 2-9-16,-3 1-6 0,2 1-7 0,0 2-9 15,-2 1-7-15,-3 3-3 0,5 0-5 0,3 2-4 16,-5-2-5-16,6 0-3 0,0 1-1 0,-3 1-6 15,3 1-5-15,0 3-1 0,0-1-3 0,5-2 0 16,0-2-4-16,1 1 3 0,5-2 0 0,-2 1-2 16,1-4-2-16,-1 4-4 0,4-5 4 0,0 0-1 15,0-1 0-15,3-3 0 0,-3 0 0 0,6-1-3 16,-2-2-1-16,1-2 3 0,2 0-2 0,1-1 0 16,1-3 0-16,-4 2 4 0,2-5-4 0,1 3-3 15,-2-4 3-15,-5 3-2 0,2-2 0 0,1 0 2 16,-4 0 12-16,2 0 20 0,-2 4 7 0,0-3 10 15,1 3 14-15,-4-2 15 0,1 2 9 0,-2-1 7 16,0 2 11-16,3 1 0 0,-3 4-8 0,0-8 2 16,0 8-19-16,0-3 1 0,0 3-22 0,1-4-13 15,-1 4-9-15,0 0-11 0,0 0 5 0,0 0-6 16,0 0 0-16,0 0-17 0,0 0-11 0,7 7-6 16,-3-2-18-16,0-2-12 0,2 1-15 0,0 1-10 0,-2-1-22 15,3 0-14-15,1 0-12 0,-2 1-17 0,2-1-15 16,-1-1-20-16,0 0-23 0,-1 0-28 15,4-1-29-15,-3 0-28 0,1-1-25 0,-4 0-203 0,5-2-534 16,-9 1 237-16</inkml:trace>
  <inkml:trace contextRef="#ctx0" brushRef="#br0" timeOffset="-41293.58">3393 11510 95 0,'0'-4'174'0,"0"4"9"0,1-6-1 15,-1 1-3-15,0 5-4 0,5-6-7 0,-4 3-12 16,3 0-13-16,0-1-15 0,-4 4-11 0,4-2-13 15,-4 2-13-15,11-3-4 0,-7 2-12 0,4 1-6 16,-1-2-8-16,1 4-6 0,2-1-5 0,2 1-8 16,-4-1 0-16,0 1-3 0,0 5-8 0,2-6-1 15,-3 1-3-15,0 1-3 0,-2 4-1 0,2-2-5 16,-2-2-1-16,-2 1 2 0,-2 2 3 0,2-3-8 16,-3 1 1-16,0-4 7 0,-1 7 5 0,-2-2 5 15,0-3 0-15,3-2 8 0,-4 3 15 0,4-3 7 16,-8 3 3-16,8-3-3 0,-8 0 3 0,8 0-6 15,-4-5-5-15,1 2-9 0,3-3-3 0,0 1-7 16,3-1-6-16,1-3-3 0,3-1-12 0,2-2-12 16,3-2-10-16,6 0-9 0,-3-1-9 0,3 2-3 0,-1 0-4 15,8-2-1-15,-5 3-2 0,-5 1 0 0,4 0-8 16,-5 1 0-16,-1 3 0 0,-3 1 3 16,1 1 4-16,-3 2 4 0,-1 0-1 0,-3 0 3 15,0 1 4-15,0 0 3 0,-4 2 3 0,0 0 1 0,0 0 6 16,0 0 5-16,0 0 4 0,-8 15 5 0,5-11 14 15,-2 1 1-15,-1 2 3 0,1-1 3 0,0 4 3 16,-1 0 0-16,2 1-5 0,0-1 6 0,-2 2 0 16,3-1 3-16,1 2 7 0,2 0-4 0,0 1 2 15,2 0-2-15,0 2 3 0,5 2 4 0,-3 0 2 16,4-2 0-16,-1 1 0 0,-2-6-2 0,5 5 1 16,-3 2-3-16,1-2 7 0,1 3 0 0,-2-3 3 15,-1-3 1-15,-1-2 2 0,-1 2 17 0,1-1 5 16,-3-1 12-16,2-1 35 0,-6-1 6 0,1-1 16 15,0-2 21-15,-2 1 3 0,-4 1 2 0,1-1-1 16,-3-2-9-16,-3 0-7 0,0-2-9 0,1-2-6 16,0-1-5-16,-3-1-10 0,1-2-10 0,1 1-11 15,2-2-6-15,-2-2-10 0,1-1-9 0,4-1-14 16,-3-5-19-16,4-2-28 0,-1 0-27 0,2-4-40 16,2-2-55-16,6-2-74 0,2-4-68 0,2-1-59 15,4 0-69-15,-2 1-53 0,5 2-328 0,-2 7-823 16,-2 0 364-16</inkml:trace>
  <inkml:trace contextRef="#ctx0" brushRef="#br0" timeOffset="-40658">3858 11373 121 0,'0'0'236'0,"0"0"-26"15,0 0-20-15,0 0-14 0,0 0-6 0,0 0-5 16,11 5-9-16,-7-1-9 0,-3-2-10 0,4 2-1 0,-1 1-12 16,0-1-9-16,-1 3-12 0,4-2-8 0,-1 1-7 15,-1 1-8-15,1-1-7 0,1-1-6 0,-3 0-9 16,4 2-5-16,-1-2-6 0,-4 0-7 16,3 1 1-16,-3-1-6 0,1-1-2 0,0 0-4 0,2 0 4 15,-2 0-9-15,-3 0 0 0,2-2-2 0,-3-2 6 16,4 3 16-16,-4-3 17 0,3 2 14 0,-3-2 4 15,0 0-5-15,0 0-9 0,0 0-8 0,0 0 0 16,8-6-9-16,-8 6-3 0,1-9-2 0,-1 7-9 16,3-4-3-16,-2 5-4 0,5-4-2 0,-2 1 0 15,-2 0-9-15,1 1 2 0,1 0-4 0,-1 0 1 16,2 1-3-16,1-1-1 0,-1 2-2 0,-5 1 0 16,10 0 0-16,-3-1-7 0,-7 1 4 0,13 1 2 15,-7 0-6-15,1 0 0 0,0 2 0 0,0 1-3 16,0-2 1-16,0-1-5 0,-3 5 5 0,4-1-3 15,-4 0 1-15,0-3 8 0,0 3-7 0,-2-3-1 16,2 3-1-16,-3-2 5 0,2-1 4 0,-3-2 0 16,2 3 16-16,-2-3 34 0,2 2 21 0,-2-2 32 15,0 0 2-15,0 0-5 0,0 0-5 0,0 0-4 0,0 0-5 16,4-11 1-16,-4 6-6 0,0 1 7 16,0-1-13-16,0-3-1 0,3 3-5 0,-2-3-4 15,-1 1-2-15,4-1-1 0,-4 0-1 0,4-1-4 16,2 3-7-16,-2-2-5 0,0 3 0 0,3 0-10 0,-3 0 0 15,0 1-10-15,0 1-7 0,0 1-5 0,-4 2 0 16,7-3-4-16,-7 3-3 0,11-1-2 0,-11 1-3 16,8 4 1-16,-4-2-2 0,3 1 0 0,-2 2-8 15,2-1-15-15,-1 1-14 0,-1 0-11 0,3 1-29 16,-3 2-25-16,5-1-28 0,-4 1-25 0,3 0-23 16,-1 1-16-16,-1-1-17 0,1 0-22 0,-2-1-32 15,-1-3-32-15,5 4-42 0,-2-4-300 0,-3-2-684 16,5-1 302-16</inkml:trace>
  <inkml:trace contextRef="#ctx0" brushRef="#br0" timeOffset="-40457.56">4432 11341 197 0,'0'0'342'0,"0"-8"28"15,-1 6 21-15,1 2 2 0,-3-3-11 0,3 3-20 16,0 0-37-16,0 0-32 0,0 0-32 0,0 0-29 15,0 0-29-15,-1-4-15 0,1 4-18 0,0 0-17 16,0 0-17-16,5 13-12 0,-2-8-13 0,1 1-29 0,-1 1-41 16,4 2-50-16,-1-2-53 0,2 3-50 15,1 0-46-15,-2 0-61 0,3 1-78 0,-2-1-76 16,-1 0-215-16,4-2-637 0,-3-1 282 0</inkml:trace>
  <inkml:trace contextRef="#ctx0" brushRef="#br0" timeOffset="-40089.76">4685 11333 135 0,'0'0'310'15,"2"-4"-4"-15,-2 4-22 0,2-1-24 0,-2 1-31 16,0 0-23-16,0 0-23 0,0 0-18 16,0 0-15-16,0 0-13 0,11 9-18 0,-7-5-10 0,-1 0-16 15,0 1-3-15,-2 3-9 0,3-2-7 0,0 0-7 16,0 3-6-16,1-1-5 0,0-1-7 0,-3-1-1 15,1 0-8-15,0 0-4 0,0-1-4 0,-1-3-5 16,0 2-4-16,-2-4 2 0,4 4-3 0,-4-4-3 16,5 0-1-16,-5 0 3 0,0 0-6 0,7-7 0 15,-3 5-4-15,0-2 0 0,-2-1 0 0,2 0 2 16,-2-2 13-16,4 3 14 0,-1-2 20 0,-4 1 12 16,5 0 11-16,-2-2 12 0,0 3-5 0,-1 0-2 15,4 0-9-15,-2 1-5 0,-1 0-10 0,0 1-5 16,3-1 3-16,-7 3-20 0,10 1-1 0,-2 1-7 15,-3-2-1-15,3 3 1 0,-2 1-9 0,-1-1-3 16,6 2-27-16,0 0-33 0,-4 1-25 0,2-1-26 16,-5 1-35-16,2-2-44 0,-2 2-56 0,-1-2-71 15,1 1-65-15,-3-1-192 0,-1-4-597 0,0 4 264 16</inkml:trace>
  <inkml:trace contextRef="#ctx0" brushRef="#br0" timeOffset="-39922.06">4655 11215 177 0,'-7'-6'262'0,"3"1"-14"15,2 0-23-15,0-1-27 0,1 3-16 0,-4 0-19 16,5 3-20-16,0-6-21 0,0 6-40 0,0 0-44 0,0 0-53 16,14 3-64-16,-5-1-67 0,-4 2-121 0,6 1-289 15,-3 0 128-15</inkml:trace>
  <inkml:trace contextRef="#ctx0" brushRef="#br0" timeOffset="-39336.65">5186 11166 78 0,'0'0'317'0,"-3"-7"-24"0,-1 6-19 0,1-3-17 16,3 4-12-16,-11-4-11 0,3 4-21 0,8 0-11 16,-11 0-12-16,3 3-17 0,0 2-9 0,-4 0-14 15,2 0-10-15,-2 2 12 0,1 2-32 0,-7 0-5 16,6 1-9-16,0-3-11 0,-3 4-13 0,8-3-5 16,0 3-9-16,-1-4-9 0,0 1-7 0,4 0 0 15,4-2-12-15,-1 2 2 0,-1-2-6 0,4 1 1 16,-1-1-2-16,7 2-6 0,-1-2-1 0,5-1 1 15,-1 3-1-15,7-2-3 0,-6 2 3 0,7-1-13 16,1-1-4-16,-2 3-3 0,1-4-3 0,0 1-5 16,2 0-1-16,-8 0 0 0,1-2-7 0,-2 1-7 15,0 1 4-15,-5-1 0 0,0 0-1 0,-2-1-1 0,-1 2 3 16,-1-1 3-16,-2 1-5 0,-3 0 1 16,0 0 11-16,-3 0-3 0,-2 0 3 0,0 2-4 15,-1 1 2-15,4-4-3 0,-5 4-1 0,0-1 2 16,2 0 0-16,2-2 1 0,-3-1-4 0,5 3 4 0,-1-2 3 15,3 0-4-15,-2 0 3 0,3 0-1 0,0 0 3 16,3 1-2-16,0 0 1 0,1 0 0 16,4 2 6-16,0 0-2 0,3 0 2 0,1 5 7 15,0-5 2-15,2 3-5 0,1 3 1 0,-1 0-3 0,-1 1 4 16,-1 0-4-16,6 7 2 0,-9-5 9 0,1 0-6 16,2 3 3-16,-2 3 5 0,-6-4 0 0,7 6 3 15,-7-6 1-15,1 2 12 0,-2 5-3 0,1-5 7 16,-3-3 1-16,5 0-10 0,-3 1 5 0,3-1-3 15,1-3-6-15,0-1 7 0,4 0-2 0,0-5 0 16,0-2-2-16,5 0-3 0,0 0-1 0,6-1-26 16,-3-5-28-16,3 1-36 0,1-2-40 0,0-4-43 15,-2 2-54-15,-4-3-64 0,6-3-78 0,-6 0-277 16,2-2-672-16,-2 1 298 0</inkml:trace>
  <inkml:trace contextRef="#ctx0" brushRef="#br0" timeOffset="-38181.57">25068 1551 261 0,'0'-4'313'16,"0"4"-34"-16,0 0-31 0,0 0-26 0,0 0-27 15,0 0-15-15,0 0-19 0,-6 11-14 0,6-4-13 16,0 3-3-16,0 1-1 0,3-3-12 0,-6 5-3 15,9 0-9-15,-2 5-5 0,-4-1-8 0,4-4-5 16,3 5-13-16,1 0-8 0,-4-2 1 0,2 2-15 16,-2-5-2-16,3 2 0 0,-2 4-6 0,-2-7-4 15,2-2 0-15,3 7-9 0,-6-6 7 0,3-2-34 16,3 1-28-16,-7-2-30 0,4-2-38 0,-1 1-49 16,1-3-67-16,1 0-82 0,-1-2-176 0,3-1-503 15,-8-1 222-15</inkml:trace>
  <inkml:trace contextRef="#ctx0" brushRef="#br0" timeOffset="-37997.58">25303 1862 53 0,'-6'3'238'0,"0"0"-9"0,-1 1-13 15,0 4-17-15,2-4-16 0,-4 3-17 0,0 0-20 16,1 1-14-16,-3-1-13 0,0 2-7 0,2-1-14 15,-2 1-19-15,-3 2-36 0,5 0-54 0,-3-5-64 16,2 3-75-16,0-1-147 0,0-4-320 0,4 0 141 16</inkml:trace>
  <inkml:trace contextRef="#ctx0" brushRef="#br0" timeOffset="-37814.6">25033 1911 120 0,'5'8'124'15,"2"-1"-10"-15,2 2-9 0,2 3-15 0,0 1-11 16,7-2-37-16,-3 2-50 0,0 1-103 0,-4 0-121 16,3 0 53-16</inkml:trace>
  <inkml:trace contextRef="#ctx0" brushRef="#br0" timeOffset="-35506.42">6268 11425 90 0,'-2'-5'236'0,"0"0"9"0,0-1 11 0,-2 1 8 15,2 0 5-15,-2 2 1 0,3-1 9 0,-4-1 5 16,1 2-2-16,0 0 2 0,3 0-13 0,1 3-12 15,-5-5-20-15,5 5-25 0,0 0-25 0,-7 0-22 16,7 0-17-16,0 0-22 0,-10 8-11 0,6-2-1 16,-4 1-20-16,4 4-4 0,-3 2-20 0,2-1-2 15,2 5-6-15,0 4-5 0,-1-1-12 0,4 0-3 16,0 9-6-16,4-4-1 0,-1-4-5 0,1 6 6 16,0-7-13-16,3 0-2 0,4 7-1 0,-2-11-4 15,1 2-1-15,3-2-3 0,3 0-15 0,1-3-19 16,1-2-10-16,1 2-43 0,0-5-37 0,0-2-33 15,1-3-45-15,-2-2-49 0,0-1-53 0,2-2-57 0,-8-2-316 16,3 0-719-16,-4-1 318 0</inkml:trace>
  <inkml:trace contextRef="#ctx0" brushRef="#br0" timeOffset="-35254.27">6487 11491 39 0,'0'0'338'0,"4"-4"-20"16,-4 4-22-16,0 0-26 0,0 0-25 0,0 0-25 15,0 0-22-15,0 0-25 0,0 0-14 0,0 0-17 16,0 0-14-16,6 9-10 0,-5-4-6 0,-1-1-19 16,3 1-11-16,1 0-6 0,0 2-7 0,-1 0-7 15,2 1-5-15,2-1-7 0,-2 4-3 0,0 0-4 16,-3 2-8-16,2-4-24 0,3 1-24 0,-3 2-35 15,0-3-31-15,0-3-48 0,-1 2-59 0,0-2-66 16,1 1-194-16,0-5-484 0,-1-1 215 0</inkml:trace>
  <inkml:trace contextRef="#ctx0" brushRef="#br0" timeOffset="-35054.82">6683 11562 76 0,'0'0'294'0,"0"0"-17"16,3-2-17-16,-3 2-11 0,8-3-18 0,-3 1-21 16,1-1-18-16,-2 0-19 0,4 1-15 0,-1-2-17 15,5 0-17-15,-1 1-10 0,0-2-12 0,3 2-17 0,-2-1-36 16,0-1-45-16,0 1-57 0,-1-1-61 16,3 2-79-16,-5 0-204 0,2 0-430 0,-5-2 191 15</inkml:trace>
  <inkml:trace contextRef="#ctx0" brushRef="#br0" timeOffset="-34636.68">7034 11355 123 0,'0'0'257'0,"0"0"-1"0,0 0 3 0,0 0-3 16,0 0-6-16,0 0-5 0,0 0-12 0,0 0-12 16,0 0-18-16,0 0-3 0,0 0-26 0,0 0-16 15,0 0-20-15,0 0-17 0,0 0-3 0,0 0-22 16,0 0-14-16,0 0-3 0,0 0-9 0,0 0 3 15,0 9-17-15,0-9 0 0,0 5-8 0,0-5-2 16,0 5-2-16,0-5-1 0,0 5-5 0,0-5 4 16,2 8 5-16,-2-3 6 0,0-1-11 0,0 1 6 15,0 0-6-15,0 0 0 0,-2 1-3 0,4 0-10 16,-2 0 15-16,0 2-16 0,0-2-4 0,2 1 1 0,1 1-7 16,-1 2-2-16,1-4-2 0,0 4 0 0,0-5-15 15,1 5-18-15,4-4-20 0,-1 0-16 0,1 2-29 16,0-4-33-16,3-2-49 0,0 2-54 15,1-4-61-15,3 1-66 0,-4-2-184 0,1-2-574 0,3 2 255 16</inkml:trace>
  <inkml:trace contextRef="#ctx0" brushRef="#br0" timeOffset="-34401.52">7231 11433 157 0,'-3'3'322'16,"3"-3"-10"-16,-5 2-21 0,3 1-15 0,2-3-13 16,-2 4-21-16,2-4-14 0,0 0-12 0,-1 5-15 15,1-5-12-15,0 0-14 0,3 2-16 0,-3-2-11 16,0 0-10-16,7 4-12 0,-1-4-8 0,-6 0-17 16,14-3-13-16,-5 1-26 0,1 1-28 0,2-4-38 15,4 1-32-15,-5 0-40 0,1 1-43 0,-1-1-51 16,0-1-53-16,1 0-55 0,-1 2-212 0,-4-4-532 15,1 2 236-15</inkml:trace>
  <inkml:trace contextRef="#ctx0" brushRef="#br0" timeOffset="-34184.88">7430 11321 246 0,'0'0'261'0,"0"0"-12"0,0 0-12 16,0 0-16-16,0 0-8 0,0 0-3 0,0 0-9 0,0 0-4 15,0 0-17-15,0 0-10 0,4 12-12 0,-1-6-13 16,-3-3-12-16,2 2-14 0,0-2-12 16,0 4-12-16,1-1-5 0,-2 0-11 0,2 1-6 0,-1 0-8 15,-1 1-3-15,3-2-17 0,-1 4-26 0,0-3-27 16,-2-1-28-16,2 1-39 0,-1-2-39 0,4 1-52 16,-2-2-61-16,-1 0-265 0,1-3-532 0,-4-1 235 15</inkml:trace>
  <inkml:trace contextRef="#ctx0" brushRef="#br0" timeOffset="-33934.19">7548 11318 65 0,'0'0'265'0,"0"0"-9"15,0 0-5-15,0 0-2 0,4-1-1 0,-4 1-12 16,0 0-7-16,7 7-10 0,-2-4-14 0,-5-3-14 15,6 2-9-15,-2 2-16 0,0 2-17 0,0-3-14 16,0 1-15-16,3 0-11 0,-3 3-6 0,2-2-16 0,-1-1-9 16,2 4-2-16,2 0-10 0,-3-1-12 15,-4 1-33-15,1 0-19 0,1-2-34 0,-1 1-30 16,-2 0-34-16,1 1-38 0,-2-1-47 0,0-1-51 16,-2-1-63-16,1 2-160 0,-4-5-494 0,3 2 219 0</inkml:trace>
  <inkml:trace contextRef="#ctx0" brushRef="#br0" timeOffset="-33633.06">7558 11233 287 0,'0'0'307'0,"0"0"-9"16,0 0 2-16,0 0-6 0,0 0 0 0,20 7 6 15,-14-6-7-15,4 3-5 0,4 1-7 0,1-1-30 16,3 2-15-16,2 2-14 0,1-2-34 0,-1 1-20 16,3 2-11-16,3 2-19 0,-6-2-13 0,-1 4-18 15,0-4-7-15,-1 4-9 0,-2 0-7 0,-2 0-8 16,-1 3-9-16,-3-1-5 0,-3 2-10 0,1 0-8 16,-5 0-19-16,1 1-20 0,-8 0-23 0,4 0-30 15,-4-1-26-15,-3 0-26 0,-3-3-23 0,-2-2-25 16,4-1-35-16,0-1-38 0,-2 0-53 0,2-3-71 15,0-1-256-15,-6-3-652 0,1-2 289 0</inkml:trace>
  <inkml:trace contextRef="#ctx0" brushRef="#br0" timeOffset="-33281.89">7790 11171 30 0,'-1'-3'384'15,"1"3"-27"-15,0 0-19 0,0 0-14 0,7-5-12 0,-3 3-12 16,0-1-25-16,4-1-14 0,-3 1-24 0,1 2-20 16,2 1-26-16,4 0-17 0,-4-1-18 0,2 2-10 15,1 0-17-15,-2 1-23 0,1 3-7 0,-3-2 6 16,5 2-27-16,-7-2-6 0,2 3-5 0,-1-1-8 15,0 1-6-15,-3 0-7 0,0 2-4 0,0 0-3 16,-3-2 4-16,0 4 2 0,-2-2-14 0,-1-1 0 16,2-1-1-16,0 0 7 0,-2-1-14 0,-1-1 0 15,4 0-3-15,0-4 0 0,-1 6-1 0,1-6-3 16,-2 4-7-16,2-4-10 0,0 0 12 0,8 1-7 16,-8-1-29-16,18-3-37 0,-6-2-51 0,2 0-46 15,4-1-59-15,-1 0-64 0,5-3-72 0,-2 0-271 16,1-1-675-16,2 3 299 0</inkml:trace>
  <inkml:trace contextRef="#ctx0" brushRef="#br0" timeOffset="-33062.35">8319 11329 171 0,'3'2'330'15,"5"-2"-1"-15,-8 0-9 0,11 1 2 0,-4-1-10 0,-7 0-13 16,20-3-14-16,-13 2-30 0,4-1-12 0,1-2-34 16,-1 0-17-16,-1 0-27 0,3 0-18 0,-2 0-13 15,1 2-32-15,-1-4-37 0,0 1-47 0,0 3-45 16,-3-1-39-16,-4 1-47 0,2-2-57 0,-2 2-61 16,0-1-73-16,-4 3-195 0,2-3-538 0,-2 3 238 15</inkml:trace>
  <inkml:trace contextRef="#ctx0" brushRef="#br0" timeOffset="-32830.32">8378 11252 199 0,'0'0'296'16,"0"0"-19"-16,-7 2-28 0,7-2-24 0,0 0-19 15,0 0-14-15,-1 5-1 0,1-5-12 0,1 6-8 16,-1-1-8-16,4 2-11 0,0-2-14 0,-1 3-17 0,0 0-8 15,2 0-15-15,2 3-8 0,-3 0-7 16,4 1-8-16,0-2-6 0,3 5-10 0,-5-4-22 16,3 4-32-16,-3-4-37 0,3 5-41 0,-4-6-57 0,1 0-64 15,2-1-65-15,-5-1-191 0,1-2-488 0,1 1 216 16</inkml:trace>
  <inkml:trace contextRef="#ctx0" brushRef="#br0" timeOffset="-32161.24">8953 11036 106 0,'0'0'361'0,"-4"-5"-9"0,4 5-19 0,0 0 4 16,-4-2-42-16,4 2-21 0,0 0-24 0,-8 8-2 15,2 0-13-15,1 1 0 0,-1 3-6 0,0-1-8 16,-1 7-14-16,0-1-13 0,2 2-14 0,1 0-20 16,-1-1-14-16,3 1-14 0,-1 2-16 0,2-3-7 15,4 1-11-15,-2-1-9 0,6-1-7 0,1 1-17 16,1-3 2-16,6 1-16 0,0 1-18 0,7 1-27 16,-2-6-41-16,5 0-50 0,4 1-40 0,-2-4-46 15,3-1-56-15,-2-1-60 0,3-4-73 0,-7-1-294 16,8-2-708-16,-12 0 314 0</inkml:trace>
  <inkml:trace contextRef="#ctx0" brushRef="#br0" timeOffset="-30071.1">9089 11187 137 0,'0'0'316'0,"-5"-3"11"0,5 3 1 0,-6-3 10 15,4-1 4-15,2 4-1 0,-3-6-1 0,-1 4-9 16,4 2-12-16,-3-5-17 0,0 2-24 0,3 3-25 15,0-7-24-15,0 7-24 0,6-5-20 0,-6 1-20 16,2-1-17-16,3 1-16 0,-3 1-15 0,4 1-12 16,-1-1-8-16,2-2-12 0,1 3-9 0,-1 1-9 15,1-2-7-15,3 1-14 0,-3 1-16 0,-1 1-15 16,1-1-8-16,-1 2-6 0,1 0-10 0,-2 1-5 16,-1 1-9-16,1-2-3 0,-1 4-1 0,0-3-3 15,-1 2 8-15,-1 0 6 0,1 3-10 0,-4-2 12 16,2-2-5-16,-1 4 2 0,-2-2 0 0,1 0 1 15,-2 1 2-15,-1 0 5 0,2 0-3 0,1-2 4 16,-3 1 2-16,3 0-1 0,-1 0-3 0,-2 0 5 0,3-1-4 16,0-4 3-16,3 8-1 0,-3-4 1 15,1-2-6-15,2 1 9 0,-3-3 9 0,4 6-6 16,0-3 1-16,2-1-4 0,-2 1 2 0,2 1 3 16,4-2-4-16,-4 1-5 0,3-1 5 0,-4 1 0 0,4 0 2 15,-4-1-3-15,-1 1 3 0,3 0 0 0,-2 0 0 16,1-1 16-16,-3 1-22 0,1 0 8 15,-3 1-4-15,0 1 0 0,1-3 5 0,-1 2-2 0,-1 1 2 16,-3 0 0-16,1-1-1 0,-4-1 0 0,2 2-9 16,-2 0-25-16,0-1-37 0,-1-2-37 0,0 1-40 15,-2 2-30-15,3-2-36 0,-2-1-42 0,0 0-63 16,1-1-56-16,7-1-236 0,-13-3-659 0,10 1 291 16</inkml:trace>
  <inkml:trace contextRef="#ctx0" brushRef="#br0" timeOffset="-29869.81">9395 11151 25 0,'3'-1'369'16,"-3"1"-4"-16,0 0-15 0,0 0-12 0,0 0-11 16,3-4-12-16,-3 4-26 0,4-2-21 0,-4 2-34 15,8-4-20-15,-5 1-25 0,1 1-22 0,4-1-16 16,-3 1-17-16,6-5-19 0,-1 4-41 0,2-2-45 15,0 0-48-15,-1 0-35 0,5-1-39 0,-1 2-50 16,0 0-47-16,-1-1-56 0,1 1-55 0,-3 2-184 16,-1-2-525-16,1 0 233 0</inkml:trace>
  <inkml:trace contextRef="#ctx0" brushRef="#br0" timeOffset="-29585.47">9650 11064 94 0,'0'0'184'0,"-4"5"3"0,2-1 3 16,2 1 0-16,-1-1-3 0,-3 0 0 0,2 1-7 15,2 0-6-15,-1 1-13 0,0 0-15 0,-1-2-10 16,2 2-17-16,2-1-10 0,-1 2-8 16,0-4-9-16,1 3-8 0,3-1-10 0,-5-1-7 0,4-2-4 15,0 1-3-15,2-1-7 0,-4 4-6 0,5-6 2 16,-7 0-9-16,11 1-1 0,-11-1-8 0,14-4-2 16,-9 1-5-16,-1 1 2 0,3-2-1 0,-3 0-9 15,4-2 5-15,-5 0-1 0,1 1-8 0,-1-2-4 16,-2-1-3-16,2 0-6 0,-2 0-4 0,-2 1-4 15,1-1-4-15,-3-1-3 0,2 3-1 0,-3 0-1 16,-2 0-5-16,2 0-3 0,-1 2-13 0,-1 1-9 16,-2-1-16-16,0 3-16 0,0 0-22 0,-3 2-17 15,11-1-28-15,-12 1-28 0,2 1-41 0,5 0-136 16,-5 0-382-16,2 0 169 0</inkml:trace>
  <inkml:trace contextRef="#ctx0" brushRef="#br0" timeOffset="-29317.85">9757 10990 171 0,'0'0'255'0,"0"0"3"0,8 0 2 0,-8 0 1 0,7 4 4 16,0 1-6-16,1-2 1 0,2 1 1 0,1-1-2 15,2 1-9-15,-2 0-6 0,8 1-18 0,1 0-21 16,-1 0-14-16,0 1-24 0,-1 1-10 15,1-1-21-15,0 3-11 0,-4-3-13 0,4 1-4 0,-8 0-20 16,1 0-10-16,0 0-4 0,-2 3-10 0,-3-2-6 16,-1 1-25-16,-1 1-20 0,-4 2-22 0,2-4-31 15,-6 4-30-15,0-4-28 0,-1 2-27 0,-4-1-26 16,4-1-25-16,-6-2-32 0,2 0-51 0,-4-1-46 16,4 0-262-16,-3-3-613 0,-2-1 272 0</inkml:trace>
  <inkml:trace contextRef="#ctx0" brushRef="#br0" timeOffset="-28966.6">9966 10876 141 0,'3'-5'317'16,"-3"5"-20"-16,0 0-19 0,0 0-5 0,0 0-21 15,0 0-9-15,0 0-6 0,17 6-14 0,-12-5-11 16,0 3-19-16,2-3-7 0,0 1-14 0,0 3-17 16,2-2-16-16,1 0-11 0,-3 0-12 0,-2 1-15 0,1-1-3 15,0-1-12-15,0 2-10 0,-1 0-10 0,-2-3 9 16,0 3-16-16,0-1-11 0,-1-1-5 16,-2-2 11-16,5 5 16 0,-5-1 20 0,0-4 1 15,3 4 2-15,-3-4-5 0,0 0-5 0,0 0-4 0,0 4-7 16,0-4-7-16,0 0-8 0,0 0-5 0,4 6-4 15,-4-6 0-15,0 0-12 0,0 0-11 0,11-1-3 16,-11 1-21-16,15-4-24 0,-5 3-43 0,3-3-56 16,2 0-51-16,-1 3-57 0,6-4-69 0,-1 0-81 15,0 0-287-15,2 2-720 0,-3-4 319 0</inkml:trace>
  <inkml:trace contextRef="#ctx0" brushRef="#br0" timeOffset="-28732.44">10588 11188 108 0,'1'5'319'0,"1"1"-8"0,3 0-10 16,-2-2-4-16,0 1-12 0,4-1-12 0,-2 0-11 15,0 0-18-15,2-1-21 0,-3 0-19 0,3-1-22 16,0 1-15-16,-2-1-15 0,-1-1-20 0,2 0-11 0,-6-1-36 15,4 3-47-15,0-1-46 0,-4-2-47 0,0 0-44 16,0 4-58-16,0-4-64 0,0 0-74 0,-10 8-184 16,2-6-518-16,-2 2 230 0</inkml:trace>
  <inkml:trace contextRef="#ctx0" brushRef="#br0" timeOffset="-28347.74">11322 10503 328 0,'0'0'397'0,"0"0"-23"0,0-3-17 16,0 3-28-16,0 0-14 0,0 0-25 0,0 0 11 16,-10 10-36-16,6-4-16 0,2 5 1 0,-2-3-10 0,0 4-15 15,-1 1-17-15,3 2-18 0,-3 2-18 0,1 1-16 16,1 0-16-16,0 1-15 0,5 0-9 15,-1 3-13-15,3-1-6 0,-1 4-11 0,2-5-16 0,5 6-43 16,-5-7-43-16,5 0-67 0,1-1-67 0,1 0-59 16,4-2-72-16,6 0-96 0,-3-3-339 0,1-4-776 15,-2 0 344-15</inkml:trace>
  <inkml:trace contextRef="#ctx0" brushRef="#br0" timeOffset="-26892.59">11830 10653 149 0,'0'-3'315'0,"0"3"-8"0,0 0-2 16,0 0-7-16,0 0-17 0,0-5-14 0,0 5-13 15,0 0-27-15,0 0-18 0,0 0-20 0,0 0-22 16,0 0-19-16,0 0-15 0,0 0-21 0,0 0-8 15,0 0-8-15,0 0-6 0,10 8-8 0,-7-1-20 16,0-1 6-16,0-2 9 0,1 5-22 0,-1-1-1 0,1 2-7 16,0-1-14-16,0 0 1 0,3 1 0 15,-2 0-3-15,-1-2 12 0,0 2-23 0,0 1 7 16,1 1-2-16,-1-1-1 0,-3-3-2 0,4 4-1 0,-3-3-5 16,0 0-20-16,1-4-22 0,0 4-25 0,-3-2-25 15,1-2-28-15,1 1-31 0,0 1-31 0,1-2-32 16,-3-2-36-16,3 0-53 0,-3-3-238 0,5 3-567 15,-5-3 251-15</inkml:trace>
  <inkml:trace contextRef="#ctx0" brushRef="#br0" timeOffset="-26673.99">12072 10716 54 0,'0'0'307'0,"0"0"0"0,0 0-4 0,0 0-5 16,0 0-7-16,0 0 14 0,0 0-22 0,0 0-8 0,0 0-13 16,0 0-9-16,0 0-22 0,4-6-20 15,3 3-24-15,2 1-16 0,2-3-18 0,-1 3-20 16,2-2-44-16,2-1-40 0,3 0-49 0,0-1-43 0,-4 2-41 16,5 0-43-16,-3 0-48 0,-4-1-54 0,2 0-60 15,1 0-248-15,1-1-580 0,4 0 258 0</inkml:trace>
  <inkml:trace contextRef="#ctx0" brushRef="#br0" timeOffset="-26357.36">12402 10610 230 0,'-4'4'237'0,"-1"-1"8"0,1 4 1 16,-2-2-2-16,1 0-4 0,1 4-12 0,0-2-20 15,0 1-12-15,0-1-2 0,1 1-29 0,0-3-19 16,3 3-10-16,0-2-13 0,0 1-13 0,0 0-9 15,2-2-8-15,-1 0-6 0,3 0-8 0,1-1 3 16,-1 1-17-16,2-2-6 0,2 0-5 0,-1-1-9 16,1-1 1-16,-1 0-7 0,1-1-5 0,-8 0-3 15,16-2-9-15,-9-1 4 0,3-1-4 0,-5-1-4 16,6 0-3-16,-7 0-10 0,2 0 5 0,-1-4-3 0,-1 0-2 16,1 2-4-16,-2-3-1 0,-2 0-4 0,-1 4 7 15,-1-4-9-15,1 3 4 0,-5-1-10 16,2 2-4-16,-1 2-5 0,-3-2-9 0,-1-1-15 0,-3 4-5 15,6-3-17-15,-5 4-17 0,2 0-21 0,-5 1-23 16,2 1-32-16,-2 1-37 0,2 1-52 0,0 0-205 16,1 2-492-16,0-2 219 0</inkml:trace>
  <inkml:trace contextRef="#ctx0" brushRef="#br0" timeOffset="-26056.29">12541 10488 4 0,'0'0'314'0,"0"0"-9"0,0 0-5 0,10 5-7 16,-10-5-4-16,5 4-9 0,-1 0-10 0,2-2 15 0,1 1-5 15,-1 2-12-15,5-1-11 0,4 2-14 0,0 0-18 16,2 0-19-16,0 0-22 0,3 2-12 0,1 1-23 15,-1-2-8-15,2 3-26 0,-6-2-7 0,3 3-10 16,-2 0-12-16,-1 2-4 0,-2 0-12 0,-1 1-6 16,-2 0-3-16,-4-1-11 0,-3 3-20 0,-1 4-22 15,-1 0-19-15,-8-2-24 0,2 0-36 0,-2-1-41 16,-2 1-17-16,-3-3-24 0,0 1-20 0,0-1-32 16,-1-1-22-16,3-2-46 0,-1-5-33 0,1 2-285 15,-1-1-640-15,0-3 285 0</inkml:trace>
  <inkml:trace contextRef="#ctx0" brushRef="#br0" timeOffset="-25688.74">12786 10401 110 0,'-1'-5'391'0,"1"5"-14"0,0-4-10 0,0 4-12 0,4-3-14 16,-4 3-19-16,8-4-14 0,-4 3-11 0,-4 1-17 16,11 0-21-16,-4-1-23 0,-7 1-16 0,13 0-23 15,-6 0-20-15,1 1-18 0,-1 0-17 0,0 1-12 16,-2 0-17-16,2 1-9 0,-1 0-13 0,-1 0-8 16,3 1-7-16,-4-1-11 0,0 2-7 0,-1-1 0 15,0 1-8-15,-2 0 1 0,2 0-11 0,-3-1-1 16,0 0-5-16,1 1-1 0,-1 0-4 0,0-5-1 15,-1 5-1-15,1-5-4 0,1 4-3 0,-1-4-2 16,0 5-2-16,0-5 3 0,0 0-6 0,2 4 2 16,-2-4-4-16,10-1-4 0,-10 1-17 0,13-5-28 15,-1 2-41-15,3 1-39 0,0-1-40 0,5-1-27 16,3-1-50-16,-3 1-48 0,1 0-56 0,8 1-69 0,-9-3-248 16,2 2-711-16,1 2 314 0</inkml:trace>
  <inkml:trace contextRef="#ctx0" brushRef="#br0" timeOffset="-25485.62">13313 10584 199 0,'0'0'271'0,"-3"4"2"0,3-4 3 0,-2 4 3 16,2-4 3-16,0 0 8 0,5 4-6 0,-5-4-6 15,10 0-23-15,-10 0-23 0,15-3-25 0,-4 2-17 16,0-3-19-16,1 3-16 0,3-3-17 0,0 1-19 15,0 1-44-15,-1-2-28 0,-1 0-45 0,1 2-35 16,-3-3-44-16,-2 3-41 0,-1-1-51 0,-2 1-58 16,2-2-61-16,-1 1-231 0,-3-1-561 0,-1-2 248 15</inkml:trace>
  <inkml:trace contextRef="#ctx0" brushRef="#br0" timeOffset="-25270.18">13416 10438 268 0,'-10'-2'277'0,"10"2"-10"0,0 0-12 16,-5 0-19-16,5 0-11 0,0 0-12 0,-8 2-9 0,6 2-12 16,-1 1-14-16,2-1-7 0,1 2-18 0,0 2 0 15,1-1-11-15,2 4-9 0,-1-1-16 16,3 2-11-16,-1-1-5 0,0 2-13 0,7 4-4 0,-3-2-5 16,2 0-16-16,1 2-18 0,-2 1-32 0,5 0-29 15,-2-1-29-15,6 5-37 0,-5-7-34 0,0 0-48 16,0-2-48-16,2 0-60 0,-4-7-204 0,1-2-516 15,-1 1 228-15</inkml:trace>
  <inkml:trace contextRef="#ctx0" brushRef="#br0" timeOffset="-24985.84">13956 10249 253 0,'-7'-3'352'16,"7"3"-18"-16,0 0-12 0,-8 10-13 0,6-5-13 0,-3 2-22 15,1-2 0-15,3 6-12 0,-2-1-7 0,0 2-17 16,-1 1-11-16,4 4-14 0,-3 1-19 16,3-1-14-16,-1 2-20 0,2 0-11 0,-1 1-17 0,3 0-9 15,4-1-13-15,0 1-6 0,-1 0-6 0,1-1-13 16,0-1-8-16,3 0-15 0,0-1-2 0,-1-1-24 15,3-1-35-15,0 1-33 0,-2-8-28 0,1 3-53 16,2-5-43-16,-2 2-43 0,1-3-49 0,-1-1-61 16,4-3-72-16,0 2-233 0,-4-6-665 0,2 1 294 15</inkml:trace>
  <inkml:trace contextRef="#ctx0" brushRef="#br0" timeOffset="-24517.51">14116 10343 228 0,'0'0'367'0,"-8"-3"5"0,7 1-15 0,1 2-15 16,-3-3-22-16,3 3-15 0,-3-5-35 16,3 5-26-16,3-7-25 0,1 4-27 0,0 2-18 15,0-1-15-15,6 0-22 0,-3-1-3 0,2 3-24 0,-2-2-14 16,4 2-7-16,0 2-19 0,1-1-6 0,-4 1-19 15,-1 0-11-15,4 0-13 0,-2 2-15 0,-2-3-10 16,0 2-10-16,1 0-2 0,-1 0-8 0,-2 0 4 16,-1-1-8-16,0 2 8 0,1 0 0 0,-3-1 11 15,1 1-7-15,-3-1-4 0,1 2 7 0,-1-5 0 16,-1 8-1-16,2-4 4 0,-1-4-1 0,-1 9-1 16,-2-7 6-16,3 3-3 0,0-5 1 0,-1 7 9 15,0-3-1-15,1-4 2 0,0 8 1 0,0-3 7 16,0 0 5-16,2-2 5 0,-2 5 0 0,4-4 5 0,0 1 21 15,-1 0-9-15,1 2 2 0,0-2 5 16,0 1-3-16,0 1 9 0,1-2-4 0,2 4 12 16,-1-1-9-16,0-2-14 0,-1 0 2 0,-1 1-4 0,-2-2-2 15,3 1-2-15,-1 1-8 0,-3-2 1 0,-1 1 0 16,4-1 0-16,-4 2-6 0,0-2 4 16,-4 1-4-16,3 0-3 0,-3 0-14 0,-1-1-32 0,-1 0-28 15,3 0-30-15,-2-1-33 0,-1 0-39 0,-4 2-40 16,0-1-48-16,3-2-45 0,0-1-64 0,2 0-192 15,-2-1-597-15,0-1 264 0</inkml:trace>
  <inkml:trace contextRef="#ctx0" brushRef="#br0" timeOffset="-24300.29">14477 10397 285 0,'5'-1'386'0,"-5"1"-7"0,4-3-10 0,3 2-20 16,-3-1-23-16,4-3-16 0,-2 2-31 0,2-1-29 15,4 0-23-15,-1-1-21 0,5 1-27 0,-5 0-23 0,5 1-43 16,1-2-51-16,-2 0-53 0,3 0-55 16,-4 2-66-16,-3 0-72 0,0-1-75 0,3 1-289 15,-5 1-592-15,1-1 262 0</inkml:trace>
  <inkml:trace contextRef="#ctx0" brushRef="#br0" timeOffset="-23898.97">14856 10277 84 0,'7'-3'226'15,"-7"3"-16"-15,5-5-12 0,-2 5-15 0,1-5-15 16,-4 5-18-16,6-5-15 0,-6 5-9 0,5-3-18 15,-2 1-8-15,2-1-11 0,-2 1-5 0,-3 2-13 16,4-3-7-16,-4 3-8 0,4-3-1 0,-4 3-8 16,0 0-5-16,0 0 11 0,6-2 14 0,-6 2 2 15,0 0 8-15,0 0 5 0,4-3 17 0,-4 3-1 16,0 0 2-16,0 0 0 0,0 0 0 0,0 0 8 16,0 0 0-16,0 0-4 0,0 0-1 0,0 0-2 15,0 0-3-15,0 0-9 0,0 0-13 0,0 0-4 16,0 0-10-16,0 0 10 0,-6 12 11 0,2-8 6 0,3 1 14 15,-2 1 17-15,0 5 2 0,0 0 5 0,-3-2 3 16,0 4-8-16,2 0-8 0,0 0-9 16,0 2-9-16,1-3-9 0,1 1-6 0,0 4-7 0,1 0-6 15,1-3-12-15,1-1 2 0,3 0-2 0,-1 0-9 16,4 3-8-16,0-4-23 0,2-2-27 0,1-1-33 16,1 0-42-16,1-3-42 0,2-1-49 0,7 0-41 15,-10-1-42-15,7 0-40 0,-9-3-42 0,6-1-57 16,-4-3-245-16,2 1-698 0,-1-2 310 0</inkml:trace>
  <inkml:trace contextRef="#ctx0" brushRef="#br0" timeOffset="-23681.27">15086 10396 52 0,'-8'0'339'0,"-3"1"14"15,4-1 9-15,7 0 12 0,-12 0-6 0,5 0 7 16,0 1-16-16,7-1-11 0,0 0-16 0,-9 0-23 15,9 0-18-15,-6 2-26 0,6-2-22 0,0 0-26 0,0 0-18 16,0 0-20-16,0 0-17 0,0 0-16 0,0 0-30 16,0 0-30-16,22-4-34 0,-10 4-48 15,-2 0-39-15,1 0-45 0,4-1-49 0,-3-1-41 0,3 1-37 16,-7-1-42-16,3 1-45 0,1-4-42 0,-1 3-48 16,-3-3-225-16,3 1-658 0,0-1 292 0</inkml:trace>
  <inkml:trace contextRef="#ctx0" brushRef="#br0" timeOffset="-23480.51">15245 10273 78 0,'-3'-4'251'0,"3"4"22"0,0 0 12 0,-1-4 10 15,1 4 4-15,0 0 2 0,0 0 7 0,-3-5 1 16,3 5-14-16,0 0-12 0,0 0-28 0,0 0-24 16,0 0-27-16,0 0-22 0,0 0-19 0,0 0-15 15,0 0-14-15,0 0-16 0,3 14-12 0,1-9-10 16,-4 3-8-16,4-1-9 0,-1 3-6 0,0 1-8 15,3-2-21-15,-3 3-42 0,4-4-39 0,-3 4-50 0,0-1-41 16,3 0-41-16,-3 0-48 0,4-2-62 16,-1 0-67-16,-3-2-271 0,0-1-669 0,6-1 295 15</inkml:trace>
  <inkml:trace contextRef="#ctx0" brushRef="#br0" timeOffset="-23196.17">15396 10222 109 0,'0'0'336'0,"0"0"-11"0,0 0-9 16,0 0-9-16,0 0-21 0,0 0-15 0,0 0-9 16,0 0-5-16,0 0-7 0,0 0-15 0,0 0-11 15,8 9-16-15,-1-7-7 0,1 3-15 0,0 0-16 16,2 1-13-16,1 0-17 0,-2 2-14 0,2-2-10 15,-1 2-17-15,2 1-9 0,-2-1-3 0,-3 3-14 16,4-3-3-16,-4 2-23 0,0 0-38 0,-4 0-32 0,2 0-35 16,-2-1-33-16,-2 0-31 0,-2 0-24 15,-2 2-33-15,-2-1-40 0,-2-1-39 0,3-1-62 16,-2-1-271-16,0 0-639 0,1-2 284 0</inkml:trace>
  <inkml:trace contextRef="#ctx0" brushRef="#br0" timeOffset="-22895.24">15528 10154 299 0,'0'0'447'0,"-3"-4"-2"0,3 4-11 0,0 0-11 16,0 0-16-16,0 0-13 0,0 0-13 0,0 0-20 15,0 0-20-15,19 9-26 0,-12-6-22 0,4-1-26 16,1 4-21-16,1-1-23 0,4 2-16 0,4 1-24 16,-1 2-15-16,0 1-18 0,0-3-17 0,-2 4-16 15,0-1-11-15,1 0-12 0,-3 1-3 0,-2 2-13 16,2 2-6-16,-3 1-10 0,-2 1-13 0,-2 0-7 16,-5-1-32-16,0 2-27 0,-1 2-37 0,-3-1-48 0,-1-2-45 15,-5 3-53-15,1-6-31 0,-5 3-21 0,2-1-17 16,-2 0-19-16,-3-2-29 0,-1 0-34 15,2-6-45-15,-1 2-307 0,-4-3-761 0,4-3 337 0</inkml:trace>
  <inkml:trace contextRef="#ctx0" brushRef="#br0" timeOffset="-22477.23">15762 10090 394 0,'4'-3'392'0,"-4"3"-2"16,3-4-3-16,-3 4-10 0,0 0-17 0,1-5-26 15,-1 5-28-15,0 0-27 0,8 0-27 0,-8 0-27 0,0 0-22 16,11 2-18-16,-7 0-16 0,3-1-23 15,-3 3-16-15,2 0-11 0,0 0-12 0,0 0-8 16,-1 2-15-16,-2-2-5 0,1 3-8 0,2-1-11 0,0 2-1 16,-2-3-7-16,3 5-7 0,-3-5-2 0,-1 3-4 15,0-1-5-15,0 0-3 0,-2-1-3 0,0 2-5 16,-1-1 2-16,0-1-2 0,0-1-1 0,0 2-2 16,0-4-1-16,2 1 1 0,-2-4-6 0,-3 7 0 15,3-7-1-15,-1 6-3 0,1-6 1 0,1 4 1 16,-1-4-4-16,0 0-1 0,1 3-16 0,-1-3-12 15,0 0-23-15,0 0-32 0,12 0-44 0,-5-1-34 16,1 0-40-16,3 0-36 0,-1-1-47 0,-2 0-50 16,4-2-62-16,-1-3-258 0,4-1-700 0,4 1 310 15</inkml:trace>
  <inkml:trace contextRef="#ctx0" brushRef="#br0" timeOffset="-21958.45">16005 10034 253 0,'0'0'379'0,"-5"-3"-11"15,5 3-14-15,0-5-11 0,0 5-33 0,-4-5-20 16,4 5-25-16,9-8-26 0,-2 4-22 16,0 2-26-16,3-3-5 0,0 2-28 0,0-1-22 0,1 2-12 15,1-2-14-15,-1 4-14 0,2 0-6 0,-6 0-10 16,4 4-12-16,1-2-9 0,-3 3 0 0,-2-2-15 15,-2 1-6-15,2 1 7 0,-2 0-29 0,-1 1 2 16,-4 0-7-16,2 1 3 0,-2-1-3 0,0 3 1 16,-2-2 0-16,-1 2-6 0,2-1 5 0,-4-2-7 15,-1 4-4-15,2 0 9 0,-1 0-6 0,1-2 2 16,0 3-8-16,2-2 4 0,-2-3-1 0,0-1 2 16,3 7 0-16,-2-6 2 0,3 2-1 0,0-1-3 15,1 1 4-15,2 0 1 0,1 0 2 0,0 3-1 16,0 0-1-16,3 0-4 0,0 0 2 0,5 3-1 15,-1-1-3-15,0 1 8 0,4 3-1 0,-3-2-3 16,2-1 8-16,1 2 0 0,-2-2 0 0,0 1 4 0,1-1 9 16,-1 2-18-16,-1 0 6 0,1-2 3 0,0 2-5 15,0-2 3-15,-2 1-1 0,-2-5-9 0,1 2 2 16,-3-2-1-16,4 2-2 0,-3 1 7 0,3-3-8 16,-4 0 7-16,1-1 7 0,-2 0-16 0,2 0 2 15,-3 0 2-15,-1 0-2 0,2-3 1 0,-2-1 6 16,-3 3-7-16,2-2 2 0,-1 2 3 0,-2-3 13 15,0 0-11-15,-5 2 1 0,0-1-3 0,-5 1-4 16,-1 0 13-16,-2 0-7 0,-5 1-8 0,-1 2-24 16,-4-3-31-16,-4 4-35 0,-1-4-34 0,5 1-38 15,3 0-32-15,-9-2-30 0,9 3-53 0,6-4-45 16,-1 0-262-16,7-1-630 0,1-2 278 0</inkml:trace>
  <inkml:trace contextRef="#ctx0" brushRef="#br0" timeOffset="-21690.84">16573 10400 135 0,'5'-5'356'0,"3"1"-18"0,-5 3-29 0,4-4-14 15,4 3-17-15,2-2-21 0,1 0-24 0,5-2-15 16,-3 1-24-16,3-1-17 0,-1 1-21 0,2 0-12 16,1-2-18-16,-2 2-28 0,1 1-37 0,-1 0-40 15,-8 0-41-15,5 2-56 0,-2-1-60 0,-4 1-64 16,0-2-79-16,-3 3-169 0,0-1-485 0,-7 2 215 16</inkml:trace>
  <inkml:trace contextRef="#ctx0" brushRef="#br0" timeOffset="-21540.3">16714 10434 14 0,'-3'3'256'0,"-2"-1"-16"0,5-2-5 15,0 0-15-15,-1 4-13 0,1-4-17 0,0 0-21 16,8 4-17-16,-8-4-15 0,12-1-18 16,-4 2-37-16,0-2-57 0,5 1-58 0,-1-3-88 0,3 1-195 15,-2-1-341-15,9 1 150 0</inkml:trace>
  <inkml:trace contextRef="#ctx0" brushRef="#br0" timeOffset="-21239.75">17233 10375 111 0,'-5'3'383'0,"5"-3"-16"0,0 0-18 0,0 0-23 16,22-5-10-16,-7 3-35 0,4-5-9 0,15 1-11 15,5-1-25-15,2-1-19 0,15-3-18 0,2 1-22 0,6-3-16 16,-3 4-2-16,8-1-27 0,0 1-14 16,1-1-11-16,1 3-11 0,-4-2-9 0,1 4-8 15,-4 1-11-15,-1-1-9 0,-8 0-31 0,-14 2-18 0,-3 1-25 16,-1-2-29-16,-7 1-33 0,0 2-16 0,-11 0-19 15,-4-1-23-15,-3 2-27 0,-5 0-30 0,2-1-51 16,-5 0-49-16,1 0-247 0,-5 1-585 0,2-3 259 16</inkml:trace>
  <inkml:trace contextRef="#ctx0" brushRef="#br0" timeOffset="-20620.38">19281 9944 120 0,'5'-6'330'15,"-1"2"6"-15,-1 0-10 0,1 1-21 0,-3-2-23 16,1 1-28-16,-2 4-20 0,-7-6-25 0,0 4-21 16,-2 1-22-16,-5 1-18 0,-4 1-12 0,-1 2-17 15,-3 2-12-15,2 0-9 0,-2 2-11 0,3-1-7 16,0 6-7-16,-1-4-15 0,3 2-1 0,4-2-3 16,3 0-4-16,1 2-16 0,1-3 2 0,1 2-6 15,3 0-6-15,1-3 5 0,3 0-3 0,0 1 3 16,7 2-12-16,0 0 1 0,2-1-3 0,8 2-1 15,0-4-1-15,1 2 1 0,2 0 0 0,1-2-2 16,-2 3-2-16,0-4-2 0,1 3-1 0,-8-2-5 16,3-3 3-16,-5 3-2 0,-2 1-5 0,-1-2 3 15,-3-2 0-15,4 2 0 0,-7 0-1 0,-1 1 1 16,-1-1-4-16,-3 2 2 0,-3-1 2 0,-1 1 1 16,0 0-1-16,-2 2 1 0,1-2-2 0,-2 0 0 15,1 1 0-15,2-3 0 0,3 2-2 0,-2 1 0 16,3-1 13-16,1-1-12 0,-2 1-5 0,5-1 6 0,0 0 2 15,4 1-6-15,0 0 7 0,1 4 1 0,5-1-3 16,6 2 2-16,1-1 1 0,2 1-3 16,2 4-1-16,4-2 11 0,-6-1 15 0,0 0-15 0,-3-1 0 15,9 5-1-15,-9-3 3 0,-2 2-7 0,-1 0 0 16,2-2 1-16,-5 3-2 0,-1-1-2 0,2 2 1 16,-7-4 15-16,5 3-16 0,-7 0 0 0,1-2 3 15,2 0-1-15,-5-3 0 0,4 0-8 0,-2 2-7 16,-1-1-16-16,3-2-28 0,-4-1-18 0,4 2-38 15,0-2-39-15,-1 0-55 0,4-5-64 0,-2 5-308 16,1-5-623-16,1-2 275 0</inkml:trace>
  <inkml:trace contextRef="#ctx0" brushRef="#br0" timeOffset="-17793.71">19716 10149 188 0,'-6'-4'302'0,"5"-1"7"0,-2 2 1 0,1 0 6 16,2 3 1-16,-3-6 10 0,3 6-17 0,-4-5 2 16,1 1-6-16,3 4-22 0,0 0-14 0,-1-3-20 15,1 3-28-15,0 0-20 0,0 0-18 0,0 0-22 16,0 0-26-16,0 0-12 0,0 0-11 0,0 0-16 15,0 0-6-15,0 0-8 0,-3 12-9 0,3-8-8 16,0 5-6-16,3-5-7 0,-2 6-2 0,-1 0-4 0,0 0-5 16,5 1-5-16,-2 1 2 0,0-1-12 0,1-1-28 15,-3 4-27-15,5-2-37 0,-1-1-28 0,2 2-28 16,-2-3-29-16,0 2-29 0,0-1-29 0,3 0-27 16,-1-1-37-16,-3-1-47 0,3-1-47 0,-3-2-247 15,-1-1-663-15,2-1 294 0</inkml:trace>
  <inkml:trace contextRef="#ctx0" brushRef="#br0" timeOffset="-17241.75">19836 10114 201 0,'2'-3'247'0,"2"1"-14"16,4-1-16-16,-5-2-12 0,4 2-13 0,1 0-13 15,-2-1-20-15,3 3-15 0,-3-3-10 0,2 0-17 16,-3 2-10-16,2 0-12 0,1 1-13 0,-1-1-6 16,1 2-6-16,-8 0-9 0,14-2-8 0,-10 2-4 15,-4 0-7-15,9 2-4 0,-9-2-3 0,10 2-1 16,-5-1-4-16,1 1-6 0,-6-2-2 0,5 3-2 15,-2 0-6-15,-3-3 1 0,4 4-2 0,-3-1 1 16,-1-3-2-16,-1 8-1 0,0-3-3 0,1-2 1 16,-3 1-1-16,2 0 3 0,-4 2-2 0,4-2-3 0,-3-1-2 15,1 1 0-15,-2 1 1 0,2-3-2 16,1 2-2-16,-3-2 1 0,5-2-2 0,-4 8 0 16,4-5 0-16,0-3 4 0,-1 6-1 0,1-6-1 0,-2 6 2 15,2-6 3-15,3 6 11 0,-3-4 9 0,4 2 4 16,2-2 0-16,-2 1 2 0,4 1-4 15,-1 0 2-15,-2 0-3 0,2-1-4 0,-1 1 1 16,0 1-1-16,2-2-4 0,1 3-3 0,-2-1-4 0,0 0-3 16,0-2 3-16,-1 2-4 0,-2 0 2 0,2-1 0 15,-3 3-3-15,1-2 1 0,-2 0 1 0,-1 0 5 16,1 0 7-16,-1 7 46 0,-4-7-22 16,2 0 0-16,-1 1 8 0,-2 0 9 0,-4-2 3 15,3 2-2-15,-2 0-1 0,-3 0-11 0,-2 0 2 16,3-2-12-16,-3 2-8 0,2 1 2 0,0-4-6 15,1 1-29-15,0-2-39 0,0 3-35 0,5-3-39 16,-1 1-42-16,-2 0-40 0,7-3-50 0,-3 3-56 16,3-3-218-16,0 0-562 0,0 0 249 0</inkml:trace>
  <inkml:trace contextRef="#ctx0" brushRef="#br0" timeOffset="-16991.07">20278 10330 267 0,'0'0'268'16,"1"5"-6"-16,2-3-19 0,-3-2-11 0,1 5-12 16,-1-5-20-16,0 7-16 0,-1-2-17 0,1-1-20 15,0 2-10-15,0 1-6 0,-3-1-20 0,0 1-8 16,3 1-13-16,-5 1-6 0,2 1-18 0,-1 3-35 15,-3-1-43-15,-2 3-51 0,-1 2-61 0,-1-5-72 16,-2 4-229-16,-2-2-461 0,-3-2 205 0</inkml:trace>
  <inkml:trace contextRef="#ctx0" brushRef="#br0" timeOffset="-12140.92">20679 10059 205 0,'-1'-5'366'0,"-1"3"-7"0,1-4-2 16,1 6 0-16,-1-7-10 0,1 4-16 0,0 3-23 15,-2-5-27-15,2 5-28 0,-1-4-22 0,1 4-35 0,0 0-24 16,0 0-18-16,0 0-18 0,0 0-12 0,0 0-14 16,0 17-5-16,3-10-13 0,-2-1-10 15,2 4-7-15,-2 0-8 0,4 3-3 0,-2-4-6 0,1 4-9 16,-1-1-5-16,-2 1-1 0,3-1-16 0,-1 2-5 16,0-1-20-16,0-2-33 0,2 2-25 0,-4-1-29 15,5-2-29-15,-4 1-25 0,1-2-27 0,1 2-34 16,0-4-35-16,-1 1-51 0,0-5-46 0,1 2-231 15,0-2-609-15,1 2 270 0</inkml:trace>
  <inkml:trace contextRef="#ctx0" brushRef="#br0" timeOffset="-11789.11">20827 10052 250 0,'0'0'355'16,"-3"-5"-2"-16,3 5-11 0,-1-3 4 0,1 3-9 16,0 0-19-16,0-5-21 0,0 5-26 15,4-4-29-15,-4 4-23 0,8-6-24 0,-1 4-19 0,0-2-16 16,1 2-22-16,4-1-11 0,-1 1-9 0,0-1-17 16,4 1-10-16,-1-1-6 0,-1 2-11 0,-1-1-9 15,-1 2-5-15,2 0-12 0,-5 0-4 0,1 2-10 16,-1 0-3-16,-1 0-7 0,-3 0-1 0,3 1-9 15,-3 1 0-15,1-2 1 0,0 2-2 0,-1 1-2 16,-3 2-2-16,3-3-2 0,-4 5-1 0,2-2 1 16,0 0-1-16,-2 3-1 0,0-2 4 0,2 3-7 15,-2 0 4-15,0-2-10 0,2 4-12 0,0-3-20 16,-2 2-4-16,1-1-19 0,2 1-9 0,-1-1-16 16,1 0-8-16,-2-1-16 0,2 0-21 0,1-2-20 15,-1 1-30-15,1-2-30 0,0 2-45 0,1-3-44 16,-3-1-257-16,2 0-599 0,-1 0 265 0</inkml:trace>
  <inkml:trace contextRef="#ctx0" brushRef="#br0" timeOffset="-11571.67">20873 10155 117 0,'0'0'315'0,"0"0"-21"0,4-6-18 0,2 3-22 16,-1 1-19-16,2-2-23 0,5 1-21 0,-1 0-16 16,3-1-15-16,-2 1-21 0,8-2-15 0,-2 0-16 15,-2 1-38-15,6 2-45 0,-7 0-50 0,4-1-58 16,-4 2-56-16,0-4-69 0,-3 3-166 0,2 0-404 0,1 0 179 16</inkml:trace>
  <inkml:trace contextRef="#ctx0" brushRef="#br0" timeOffset="-10986.27">21206 9809 168 0,'7'-1'248'0,"-7"1"-12"0,10-2-7 0,-5 0-15 16,5 1-12-16,-2-1-13 0,-3 0-16 0,6 1-14 16,-3 1-17-16,2-2-13 0,-2 2-15 0,-1 0-14 15,2 0-9-15,-9 0-7 0,13 3-9 0,-6-3-7 16,-1 2-6-16,-2 0-12 0,3 2-2 0,-3-2-5 16,-1 4-4-16,0-2 0 0,-2-1-9 0,-1 2 1 15,0 2-7-15,0-2-1 0,0 0 2 0,-1 1-5 16,-3 2-1-16,1-1-2 0,-1-1-3 0,-2 4 0 15,-2-1 4-15,4 0-7 0,0-3-1 0,0 1-7 0,4-1 0 16,-3 1 6-16,2-1-4 0,0 4 3 0,1-2-5 16,1-1 1-16,0-1 1 0,1 1 1 15,-1-2 2-15,5 6-6 0,3-1 3 0,-1-2-1 0,0 0 0 16,-1 1-1-16,5-1 3 0,-1-2-2 0,0 1 2 16,0 3-3-16,-1-4 4 0,1 2 3 0,1 0 2 15,-1 0 4-15,-1 1 1 0,-2-1 0 0,1 0-1 16,0-1-2-16,-1 3-3 0,-1-2 1 0,1 0 4 15,-1 0-4-15,1 2 0 0,-1-3 2 0,0-1 3 16,-3 4 2-16,7-1 2 0,-6 1-1 0,3-2 8 16,-2 2-3-16,2 2 3 0,-1-3-3 0,-2 0 5 15,4 2-1-15,-4 0 2 0,3-3-6 0,-3 2 0 16,1-1 1-16,-3-1-4 0,1 0 3 0,0-1 5 16,-1-1-1-16,-2 2 12 0,-1-1 3 0,0 1 6 15,-1-2 7-15,-1 0 1 0,0 2-6 0,-3-3-5 16,-3 4 2-16,4-1-7 0,-4-2-2 0,0 0-12 0,-2-1-18 15,3-2-29-15,-5 1-35 0,3 0-34 0,-1-1-42 16,-2 0-40-16,0 0-51 0,2-1-59 0,5-2-295 16,-5 0-622-16,10 0 275 0</inkml:trace>
  <inkml:trace contextRef="#ctx0" brushRef="#br0" timeOffset="-10752.88">21938 9939 209 0,'-4'-4'391'0,"4"4"-15"0,0 0-9 16,0 0-43-16,7-7-35 0,0 4-28 0,-2 0-25 15,6-2-19-15,1 1-30 0,-1 0-1 0,6 0-34 16,0 1-35-16,2-2-34 0,0 2-54 0,3-1-44 0,-2 0-54 15,0 2-52-15,0-1-66 0,0 1-66 0,-7-1-211 16,0 2-502-16,2 0 223 0</inkml:trace>
  <inkml:trace contextRef="#ctx0" brushRef="#br0" timeOffset="-10568.53">22047 10046 241 0,'-3'5'259'0,"3"-5"5"16,0 0-1-16,0 0-7 0,7 5-16 0,-1-5-21 16,2 0-24-16,4-2-21 0,-1 2-9 0,5-1-24 15,2 0-22-15,1 0-47 0,4-1-43 0,-4 0-51 16,0 0-57-16,3-1-70 0,0 0-74 0,-2 0-138 16,2 0-391-16,-6-3 173 0</inkml:trace>
  <inkml:trace contextRef="#ctx0" brushRef="#br0" timeOffset="-9982.72">22501 9875 228 0,'0'0'400'0,"-5"-4"19"0,4 0 13 15,1 4 7-15,-4-5-10 0,2 1-14 0,-2 1-21 16,1-3-19-16,3 0-15 0,-1 1-35 0,1-3-28 15,1 0-25-15,-1 1-23 0,0-1-25 0,3-1-19 16,-1 0-30-16,2 1-11 0,-2-3-17 0,1 1-17 16,2 4-9-16,-1-4-16 0,2 2-8 0,-2 1-13 15,0 0-7-15,0 3-11 0,0-2-6 0,0 1-6 16,-2 1-6-16,-1 1-11 0,0-1-14 0,-1 4-13 16,6-3-12-16,-6 3-15 0,0 0 3 0,0 0-5 15,0 0 1-15,0 0 1 0,8 8 0 0,-5-2-2 16,-2-1 4-16,1 3 4 0,0-1 0 0,-2 4 0 0,3 0 2 15,1 1 4-15,-1-1-2 0,2 2-2 0,1 4 0 16,1-2 4-16,0 1-7 0,0-1-9 0,0 0-6 16,1 2-7-16,0-1-8 0,-1 0-6 15,0 2-9-15,-1-2-12 0,-1-1-7 0,3-5 7 0,-4 4-8 16,-3-2-3-16,2-2-1 0,1 0-2 0,-2 0-4 16,-4-1-6-16,4-1 15 0,-2-1 5 0,0-2 11 15,-2-2 9-15,0 1 6 0,0 0-1 0,2 0 15 16,0-4 12-16,-4 4-11 0,4-4 1 0,-3 1 7 15,3-1-3-15,-10 2 2 0,10-2 8 0,-10 0 0 16,5 0 1-16,5 0 4 0,-14 0 5 0,7 2 11 16,-1 0 5-16,0-2 5 0,-4 3 10 0,5-2 10 15,-1 0-3-15,-2 2 3 0,2 0 8 0,3 0-9 16,-1-1 1-16,2-1-3 0,4-1-2 0,-9 4-6 16,6-2 8-16,3-2 5 0,0 0 18 0,0 0 16 15,-1 4 12-15,1-4 12 0,0 0-16 0,18 0-1 16,-4 0-12-16,5 0-6 0,3-1-4 0,6-1-11 0,4-1-26 15,-5 0-27-15,4 3-40 0,3-4-43 0,-1 3-67 16,-3-1-65-16,0 2-71 0,-8-2-80 0,2 1-95 16,-4-4-281-16,-2 2-811 0,-2 1 359 0</inkml:trace>
  <inkml:trace contextRef="#ctx0" brushRef="#br0" timeOffset="3447.17">5743 13433 213 0,'0'4'378'16,"0"-4"-1"-16,0 0-1 0,0 0-3 0,0 0-9 0,0 0-21 15,0 0-17-15,0 0-21 0,0 0-25 0,4-14-14 16,-2 9-19-16,0-2-13 0,1 1-12 16,-3 0-11-16,0-2-11 0,3 1-5 0,-3 1-9 0,1-6-11 15,2 1-5-15,-2-2-9 0,2-4-4 0,-3 1-9 16,0-1-7-16,0 5-9 0,0-6-14 0,0 0-8 15,0-2-13-15,-3 0-11 0,2-1-4 0,1 0-12 16,-4-1-7-16,1 0 1 0,0 3-11 0,-2-1 5 16,1 0 3-16,1 2-2 0,-2 2 0 0,1 1-11 15,0 3 1-15,2-1-2 0,-2 1-11 0,-1 1-1 16,1-1 1-16,2 4-5 0,1 1-6 0,-2 1 3 16,2 1-7-16,-2-1-5 0,2 2-3 0,-1 1-4 15,2 3-3-15,-1-5 0 0,1 5-4 0,0-5-4 16,0 5-7-16,0 0 1 0,0 0-4 0,0 0 5 15,0 0-3-15,0 0-1 0,4 11-1 0,-1-5 4 16,1 1 4-16,-1 3-2 0,1 0-2 0,1 0-2 16,-1 2 10-16,-2 1-6 0,2-1 4 0,0 3 1 0,0-3 0 15,4 2-3-15,0 3 1 0,-4-1-1 0,0-5 1 16,5 2 2-16,-3-3-1 0,-2-1-3 16,5 0-1-16,-4-1-7 0,2-2 1 0,1 0 3 15,-3 0 0-15,4-2 4 0,2-2 1 0,-4-1-1 0,5-2 1 16,-7-1 0-16,7-2 1 0,-1 0-1 0,-1-3 5 15,-1 1 1-15,-1-1 1 0,-1-3-1 0,0 0 1 16,1 1-9-16,-3-3 11 0,-1 0 1 0,-1-1-1 16,-1 0 0-16,-1-5 0 0,2 5 4 0,-6 1 8 15,3-1 0-15,-3 1 6 0,2 1 0 0,-2 1 3 16,0 0 6-16,2-1 7 0,-7 2-11 0,7 3 13 16,1-1-4-16,-2 2 4 0,1 0-9 0,-2 2-5 15,3 3-6-15,-4-5-8 0,4 2 1 0,0 3-3 16,0 0-14-16,0-5 0 0,0 5-1 0,0 0 1 15,0 0 1-15,0 0-1 0,7 11-1 0,-3-4 0 16,4 1 1-16,-4 0 1 0,2 1 4 0,2 2-2 16,1 4-3-16,2 0-24 0,0-1-31 0,-2 3-40 15,1-2-45-15,1 2-51 0,-3-2-41 0,3-1-54 16,0 0-28-16,1 2-28 0,-1-2-29 0,-3 0-34 16,6 0-47-16,-6-2-355 0,-1-3-877 0,1 2 388 15</inkml:trace>
  <inkml:trace contextRef="#ctx0" brushRef="#br0" timeOffset="3765.97">6313 13181 419 0,'0'0'447'16,"0"0"-13"-16,0 0-31 0,2-4-33 0,-2 4-32 16,0 0-38-16,0 0-32 0,0 0-26 0,0 0-25 15,0 0-25-15,0 0-18 0,5 14-9 0,-2-10-26 16,0 4-12-16,-1-2-10 0,5 2-3 0,-3 3-19 16,0 1-8-16,0-1-12 0,0 6-6 0,2 1-5 15,0-1-5-15,-3-3-7 0,3 1-4 0,-1-1-4 16,-1 1-11-16,0-2-32 0,2 0-13 0,-4 0-45 15,5-3-41-15,-4 0-30 0,1-1-39 0,0-2-38 16,-1-1-45-16,0 0-45 0,2-2-52 0,-1-1-242 0,0-2-639 16,-4-1 283-16</inkml:trace>
  <inkml:trace contextRef="#ctx0" brushRef="#br0" timeOffset="4150.66">6557 12953 413 0,'2'-4'472'15,"-2"4"-20"-15,0 0-19 0,0 0-29 0,0-6-25 16,0 6-27-16,0 0-28 0,2-4-34 0,-2 4-28 16,4-3-26-16,0-1-26 0,0 2-25 0,3-2-16 15,-2 2-17-15,2-4-16 0,3 2-31 0,0-1-37 16,1-1-22-16,0 1-46 0,3-2-43 0,-2 2-38 15,3 0-37-15,-4 1-27 0,0-2-37 0,0 6-32 16,-2-1-39-16,-3-1-28 0,-1 2-38 0,-5 0-21 16,9 3-179-16,-9-3-562 0,2 4 249 0</inkml:trace>
  <inkml:trace contextRef="#ctx0" brushRef="#br0" timeOffset="4301.2">6646 13010 165 0,'-4'5'217'16,"4"2"11"-16,-4-1 3 0,2-1-9 0,2 2-4 0,0-3-10 15,-2 0-1-15,2-4 2 0,2 7-4 0,0-4-1 16,2 0-4-16,-4-3-13 0,6 2-14 0,2-1-15 16,3-3-16-16,1 1-17 0,-1-1-20 15,4-2-49-15,1-1-46 0,-1 0-47 0,3-1-68 0,2-2-64 16,2 3-87-16,-4 0-229 0,-2-4-523 0,-4 4 232 16</inkml:trace>
  <inkml:trace contextRef="#ctx0" brushRef="#br0" timeOffset="8097.95">7749 12406 53 0,'-5'-5'285'0,"2"0"-6"0,1 1-4 16,-1 2-11-16,3 2-19 0,-3-7-19 0,3 7-29 16,-1-3-21-16,1 3-19 0,0 0-15 0,0 0-20 15,-6 15-12-15,6 0-7 0,-2 4-7 0,0 11 0 16,2 2 0-16,-4 6-3 0,4 12-3 0,-5 0-6 15,5 5-2-15,0-1 3 0,5 1 2 0,-5 2-1 0,7 0 10 16,-4-2 3-16,1 2-10 0,1-2 5 0,1-3-3 16,9 5-2-16,1-3-8 0,2 2-3 15,2-4-5-15,5-1-14 0,-1 0-4 0,6-6 3 0,4 2-8 16,1-7-3-16,6-4-4 0,-3-2-5 0,8-5 0 16,-1-1-4-16,-9-10-9 0,2-3-20 0,13 2-38 15,-11-6-34-15,-1-2-39 0,-2-1-31 0,1-1-52 16,-4-2-62-16,-1 0-74 0,-13-2-286 0,3-2-661 15,-12 1 293-15</inkml:trace>
  <inkml:trace contextRef="#ctx0" brushRef="#br0" timeOffset="18434">19761 2956 60 0,'0'0'165'0,"0"0"-22"0,0 0-7 15,0 0-26-15,0 0-4 0,0 0-12 0,0 0-13 16,0 0-3-16,1 3-14 0,-1-3-6 0,0 0 1 0,1 6 4 16,-1-6-9-16,2 5-6 0,-1-1 0 15,-1-4-4-15,2 7-8 0,-2-7 5 0,1 6-5 16,0-4-3-16,-1-2 2 0,2 6 2 0,-1-3-2 16,2-1 0-16,-2 2-3 0,-1-4-2 0,0 4-1 15,4 1-1-15,-4-5-2 0,0 0-1 0,2 5-4 0,-2-5 0 16,2 4-4-16,-2-4 5 0,4 2-4 15,-1 2-5-15,-3-4-1 0,4 2 5 0,-4-2-5 16,8 2 1-16,-6 0 4 0,-2-2-1 0,9 1 2 16,-4 0-2-16,2-1-2 0,0 1 4 0,0-1-10 0,2 0 6 15,-2-1-2-15,3 0-1 0,0 0 0 0,0-1-3 16,4 1 4-16,-2 0-4 0,0-1-5 16,1-2 9-16,1 3 15 0,0-1-4 0,0-1-6 15,-1 1 3-15,1-1-4 0,-3 1 1 0,3-2-2 0,-1 2-2 16,-2 0-3-16,2-1 2 0,1 1-2 0,-3-3 1 15,3 4-3-15,-3-3 2 0,-1 3-4 0,1-3 1 16,-4 2-4-16,1 1 2 0,3-4 1 0,-5 2-2 16,2 2 0-16,-3-1-1 0,5 0-4 15,-2 0 3-15,-1 0-2 0,2 0 2 0,-2 0 1 0,0 0-3 16,2 1 3-16,1-3 0 0,-4 3-1 0,3-1-1 16,0 0-2-16,-1 2 3 0,-1-4-4 0,1 2 4 15,-1 0 1-15,3-1-2 0,-1 1-4 0,-3-1 6 16,3 3-3-16,-1-2 0 0,0-1 1 15,-1 0-2-15,0 1 2 0,1 1 1 0,-1-1-4 0,0 0 4 16,1 1-2-16,1-2-1 0,-2 2 3 0,0 0-1 16,0-2-2-16,2 1-1 0,-3 2 3 0,2-1-3 15,-2-1 2-15,-1 2 1 0,6-3-3 0,-3 2 1 16,0 0 0-16,2-2 0 0,-2 2 4 0,4-2-4 16,-4 2 0-16,0 0 1 0,2-1-1 0,2 1 0 15,-1-2 3-15,-3 2-3 0,4 0 2 0,-3 0-3 16,0-2 1-16,-2 2 3 0,4 1 4 0,1-3-6 15,1 2 0-15,-3 0-2 0,0-2 1 0,3 2-2 16,-2-1 3-16,2 0-1 0,1 1 2 0,-3-2-1 16,1 2 7-16,1-2-8 0,-1 2 1 0,0 0-3 15,-2-1 4-15,3-2-3 0,0 3 1 0,-2 1 2 16,2-1-3-16,-2 1 2 0,2-3 0 0,-2 3 0 16,2-1 0-16,-3 0-2 0,0-1 2 0,1 0 1 15,2 1 0-15,-2 0-1 0,0-3 2 0,3 4-4 16,-2-2-1-16,0 1 3 0,2 1 0 0,-1-3 0 15,1 3 0-15,-3-1 3 0,5 0-2 0,-3 0-3 16,2 0-1-16,-2-1 4 0,2 0 2 0,4-1-3 16,-4 2 0-16,-3 1 0 0,3-2-1 0,-1 2-1 15,-1-2 1-15,1 2 2 0,2 0-1 0,-2-2-2 16,-2 1 2-16,3 0-1 0,-1 0 1 0,-1 0 0 16,1 1-2-16,-2-4 1 0,3 3 2 0,-1 1 0 15,0-2-3-15,-2 1 1 0,1 0 0 0,0 0 1 16,0-1 0-16,2 1-2 0,-3-1 4 0,1 2-1 15,0 0-1-15,2-1 4 0,0 1-5 0,0-2 1 16,3 0 6-16,1 2-5 0,-4-1-4 0,-2 1 0 16,8-1-1-16,-2 1 2 0,1-1 3 0,2-1-1 15,-3 1 1-15,1 0-3 0,-2 1 0 0,1 0 5 16,0-1-3-16,0 2 0 0,2 0 0 0,-1-1-3 16,-1 0 5-16,0 1-5 0,1-1 3 0,0 2-1 15,1-2 1-15,-3-2 3 0,2 4-1 0,2-1-5 16,-3-1 5-16,0 1-1 0,0 2 0 0,-1-1-3 15,5-2 3-15,-1 1-2 0,-3 2 2 0,4-1-1 16,-3 0 1-16,2 1-2 0,-1-1 1 0,3 2-1 16,6-2-1-16,-7-1 3 0,-4 1 1 0,6 0-1 15,-4 0-1-15,1 2-3 0,8 0 2 0,-7-1 1 16,6 1 0-16,-6-3-1 0,-4 5 0 0,3-4 0 16,-1 1 3-16,-3 0-1 0,4 2-1 0,-2-5-2 15,3 6 1-15,-5-2-1 0,2-2 0 0,1 1 1 16,1-1 0-16,-2 1 2 0,-2 0 0 0,2-1-4 15,-1-1 4-15,3 1-3 0,-2 0 0 0,-1-1 2 16,-1 1-1-16,1-1 1 0,0 0-1 0,0 2 2 16,2-3-1-16,-1 1 1 0,-1 0 1 0,0 1-1 15,0-1-2-15,0-1 1 0,-4 1 4 0,4 1-3 16,2-2-3-16,-4 0 4 0,2 1-5 0,-2-1 4 16,0 1-1-16,4-1-3 0,-2 1 2 0,1-1-1 15,-1 2 2-15,-5-2 0 0,5 0-2 0,-4 1 2 16,0-1-1-16,4 0 1 0,0 0-1 0,0 1 3 15,1 0-3-15,-5-2 4 0,4 1-3 0,-2 0 2 16,0 0 4-16,4 0-12 0,-2 0 5 0,0 1 0 16,1 1 4-16,-1-1-4 0,0-1 4 0,4 0 0 15,-6 0-5-15,5 1 4 0,-1-1-4 0,-3 0 2 16,2 1-2-16,3-1 2 0,-5 2-2 0,3-4-1 16,-5 2 3-16,4 0 1 0,3 2-1 0,-1-2 0 15,-3 1 1-15,3-1 1 0,-3 0 0 0,0 0-1 16,3 0-3-16,-2 0 1 0,-1 0-2 0,0-1 3 15,-1-1 0-15,4 4 2 0,-3-4 1 0,3 2 0 0,-1 0-5 16,-2-1 1-16,3 2 1 0,-1-2-2 0,-1 1 0 16,-2-1 1-16,2 1-2 0,-1-1 6 15,3 2-2-15,-2-1 4 0,-1 0-4 0,0 0-1 16,0-1-1-16,-1 1 3 0,1-2-4 0,0 1 1 16,-5 1 1-16,-1 0 2 0,1 0-4 0,0 0 5 0,5 0 0 15,-3 0-6-15,-3-1 0 0,4 1 7 0,1-1-4 16,-4 2-1-16,-1-4 2 0,-1 3-2 15,0 0 8-15,3-1-8 0,1 0 1 0,-3 1-1 16,3 0 1-16,-4-1 1 0,9 1-5 0,-2-2 8 0,-4 1-5 16,-2 2 2-16,4-3-4 0,-4 2 4 0,5-2-1 15,-4 1-1-15,3 0 1 0,-2-1-1 0,4 1 9 16,0 1-9-16,-4-1 0 0,0-2-1 16,3 3 1-16,-5 0-3 0,1-1 3 0,-3 1 1 15,2 0-2-15,1-1 5 0,-2 0-4 0,-1-1 2 0,0 2-2 16,0-1 2-16,-3-1 1 0,3 2-2 0,-2-2-1 15,1 2 1-15,1-3 1 0,0 2 0 0,0 1-2 16,0-1-2-16,-1 1 3 0,1-1 1 16,0-1-1-16,3 0 4 0,0 1-3 0,-2-1-4 15,1 2 6-15,2-1-3 0,-1 0-2 0,-1 0 3 0,0 0-1 16,0-3-1-16,2 3 3 0,-2 1-3 0,1-2-1 16,-3 2 4-16,3-2-3 0,-5 1 4 0,0-1 7 15,3 1 11-15,-4-1 3 0,-1 2 0 0,0-2-2 16,3-1 1-16,-4 2 0 0,2-1-2 0,-1 1 3 15,6-3-5-15,-7 2 0 0,6-1-4 0,-1-2 2 16,-1 3-4-16,-1-1 1 0,0 0-6 0,2 0 4 16,2-1-3-16,-3 1 0 0,0 1 0 0,3 1-6 15,-6-4 1-15,2 5-1 0,-1-3-19 0,-1 0-23 16,1 2-30-16,-3-2-37 0,2 2-48 0,-1-1-53 16,-2 0-167-16,-4 2-404 0,6-4 179 0</inkml:trace>
  <inkml:trace contextRef="#ctx0" brushRef="#br0" timeOffset="22515.69">8891 12344 147 0,'-5'-7'263'0,"3"5"-10"15,2 2-11-15,-3-4-10 0,3 4-6 0,0 0-10 0,0 0-17 16,-2-3-17-16,2 3-16 0,0 0-20 0,-5-2-18 15,5 2-14-15,0 0-10 0,0 0-10 0,-4 7-8 16,0-4-10-16,3 3-8 0,-2 0-8 0,0 0-4 16,0 0-3-16,0 4-6 0,0-1-4 0,0-2-6 15,2 3-5-15,-2 0-2 0,2-1-7 0,-1 2 1 16,1-1-2-16,1-1 0 0,0-2-6 0,1 1 1 16,1-1-6-16,-2-1 6 0,2-1-7 0,1 0 2 15,0 2-5-15,5-6 6 0,-1 1 0 0,-2 0 3 16,4-1-3-16,3-4 0 0,-3 2 0 0,4 0-2 15,-1-2-1-15,-3-4-1 0,5 3 0 0,-3 0 9 16,-2-4 0-16,1 3 21 0,-2 1 11 0,-4-1 3 16,0 0 17-16,-1-2 6 0,1 1 8 0,0-1 15 15,-4 0-11-15,0 1-6 0,0-2-7 0,-1 3-5 0,-2-3-2 16,-3 2-6-16,2-3-4 0,-1 2-2 16,-1 3-9-16,-3-2-3 0,3 0-10 0,0 2-6 15,0 2-2-15,-2-3-4 0,4 3-11 0,-3-2-25 0,2 2-28 16,1 0-36-16,4 2-30 0,0 0-20 0,0 0-16 15,-11 5-19-15,10-1-18 0,1-4-25 0,6 7-29 16,-2-5-47-16,3 3-42 0,0-2-172 16,5 0-537-16,-1 2 238 0</inkml:trace>
  <inkml:trace contextRef="#ctx0" brushRef="#br0" timeOffset="23067.65">9337 12281 38 0,'0'0'260'0,"0"0"-9"0,0 0-11 0,0 0-7 0,0 0-13 16,0 0-8-16,0 0-19 0,0 0-10 0,0 0-4 16,0 0-6-16,0 0-17 0,8 8-9 0,-8-8-8 15,0 0-10-15,0 0-2 0,0 0-2 0,0 0 3 16,8 0-10-16,-8 0 0 0,0 0-10 0,8 0-4 16,-1 0 0-16,-7 0-20 0,12-2-2 0,-5 1-13 15,1-1-5-15,-2 1-7 0,3-1-4 0,2 0-8 16,0 0 3-16,1-1-5 0,-2 2-8 0,2 0-5 15,-1-2-3-15,-3 1-2 0,2-1 0 0,0 0-5 16,0 0-2-16,-2 1-15 0,3-1-11 0,-6 1-6 0,8 0-7 16,-6 2-14-16,-1-3-1 0,-6 3-8 15,7-1-9-15,-3-1-15 0,-4 2-17 0,4-2-25 16,-4 2-22-16,4-3-23 0,-4 3-23 0,0 0-24 16,0 0-32-16,0-5-19 0,0 5-17 0,0 0-150 0,-13-2-454 15,13 2 202-15</inkml:trace>
  <inkml:trace contextRef="#ctx0" brushRef="#br0" timeOffset="23402.16">9393 12170 76 0,'0'0'261'0,"-2"-6"-1"15,2 6-2-15,0 0-13 0,-3-5-4 0,3 5-14 16,-1-4-18-16,1 4-15 0,0 0-13 0,0 0-22 16,0 0-23-16,0 0-13 0,0 0-13 0,0 0-11 15,0 0-11-15,0 0-8 0,0 0-12 0,8 12-7 16,-5-8-4-16,-3 1-9 0,4 3 2 0,-2-2-4 16,0 3-5-16,5 0-6 0,-3 0 1 0,0 1-9 15,0-1 2-15,-1 3-5 0,1-4-2 0,-3 3-1 0,4-1-3 16,-2 0 1-16,0 2-2 0,0-1-2 15,-2-3-12-15,2 2-21 0,0-3-18 0,-1 0-23 16,4 1-31-16,-6-1-24 0,4 0-34 0,1-2-45 16,-3 0-39-16,2-1-217 0,-1-3-487 0,-1 2 215 0</inkml:trace>
  <inkml:trace contextRef="#ctx0" brushRef="#br0" timeOffset="23903.94">9751 12148 273 0,'0'0'305'15,"0"0"-20"-15,0-6-11 0,0 6-19 0,0 0-23 16,0 0-21-16,0 0-22 0,0 0-20 0,0 0-22 16,0 0-14-16,0 0-15 0,0 0-1 0,0 0-21 15,0 0-11-15,-1 15-6 0,0-9-4 0,1-1-8 16,-4 0-2-16,4 4-7 0,0-1-4 0,-1-2-5 16,1 2-7-16,1 0-2 0,-2-2-6 0,2 0-6 15,-1 1 1-15,0-1 1 0,4-1-7 0,-3 1 1 16,0-3-1-16,2 2-3 0,-1-2 4 0,-2-3 3 0,5 4 7 15,-1-3 4-15,0 0 2 0,-4-1-6 0,14-2-1 16,-9-1-3-16,2 1-6 0,-1-2 4 16,1 0-7-16,0-1 3 0,-1 0-5 0,-2-2 3 15,3-1 22-15,-2 3-10 0,1-1 6 0,-4 0 2 0,1-1 5 16,0-2-4-16,-2 5 2 0,2-5-3 0,-6 1-5 16,2 2 1-16,-1-1 10 0,0 1-25 0,0 0 0 15,-2 0 2-15,0 2-4 0,-1-1 0 0,2 1-11 16,-2 1-5-16,-1 2-18 0,6 1-9 0,-13-1-9 15,5 2-19-15,8-1-15 0,-13 3-16 0,8 0-18 16,-5 0-27-16,5 1-19 0,-2 4-27 0,0-3-20 16,2-1-38-16,1 0-36 0,0 2-36 0,1-1-169 15,0-1-509-15,-1 2 226 0</inkml:trace>
  <inkml:trace contextRef="#ctx0" brushRef="#br0" timeOffset="24188.18">10003 12139 21 0,'0'0'310'0,"6"-4"-5"0,-6 4-6 16,5-1-6-16,-5 1-9 0,12-2-18 0,-6 1-11 15,-1 0-4-15,2-2-26 0,0 2-20 0,2-2-19 16,-2 2-15-16,1-2-16 0,4 1-14 0,1-2-16 15,-2 0-13-15,2 1-7 0,-2 0-9 0,-1-1 4 16,3 0-27-16,-2 2-11 0,1-4-22 0,-1 4-22 16,2-1-19-16,-3 1-19 0,-3-1-25 0,-3-1-18 15,3 3-26-15,-4-1-23 0,-3 2-25 0,9-2-34 16,-6-1-37-16,1 1-44 0,-4 2-34 0,1-4-167 16,-1 4-490-16,0 0 217 0</inkml:trace>
  <inkml:trace contextRef="#ctx0" brushRef="#br0" timeOffset="24439.17">10116 11982 109 0,'-4'-3'290'0,"4"3"0"0,-4-3-3 0,4 3-4 16,0 0-18-16,0 0-3 0,-3-4-30 0,3 4-31 15,0 0-10-15,0 0-26 0,0 0-16 0,0 0-16 0,0 0-11 16,0 0-14-16,0 0-18 0,2 13-6 15,0-9-6-15,1-1-13 0,1 3-1 0,0 0-4 16,0 1-10-16,-1 1-8 0,4 3 1 0,-3-2-7 16,0-1 1-16,4 2-7 0,-4 0-23 0,0 0-19 0,0-1-22 15,2 0-20-15,-2-1-23 0,-3 0-25 0,3-2-22 16,3 0-35-16,-3 0-37 0,-1-3-38 16,1 2-42-16,-3-1-142 0,4-1-453 0,-5-3 202 0</inkml:trace>
  <inkml:trace contextRef="#ctx0" brushRef="#br0" timeOffset="24723.51">10288 11869 180 0,'0'0'291'0,"1"-3"0"0,-1 3-10 16,1-5-10-16,-1 5-26 0,3-4-24 0,-3 4-25 15,0 0-19-15,0 0-18 0,0 0-19 0,0 0-8 16,8 9-16-16,-8-4-9 0,4 1-8 0,-1 2-10 16,0 1-9-16,-1 1-10 0,1 2-6 0,1-1-6 15,0 1-2-15,2 1-4 0,-5 1-8 0,4-3-3 16,-1 2-5-16,2 0 0 0,-2-1-14 0,2 0-4 16,-2-2-29-16,2 0-28 0,-3 1-34 0,-2-2-40 15,2-1-49-15,0-3-51 0,1 1-56 0,-1-1-180 16,-2-1-487-16,-1-4 216 0</inkml:trace>
  <inkml:trace contextRef="#ctx0" brushRef="#br0" timeOffset="24992.12">10475 12050 70 0,'0'0'301'16,"0"0"-2"-16,0 0-12 0,6 3-2 0,-6-3 7 16,8 0-7-16,-8 0-4 0,0 0-22 0,15-3-14 15,-10 3-25-15,2-3-6 0,1 2-31 0,0-1-20 16,3-1-17-16,0 1 1 0,-1-1-25 0,-1 1-1 16,3 1-40-16,-1-2-21 0,2 2-27 0,-3-2-25 15,1 0-25-15,3 1-28 0,-5 0-30 0,1 1-27 16,-1 0-28-16,-2 1-25 0,0 0-25 0,-7 0-37 15,11 0-25-15,-3 0-19 0,-8 0-186 0,8 1-484 16,-8-1 216-16</inkml:trace>
  <inkml:trace contextRef="#ctx0" brushRef="#br0" timeOffset="25308.91">10622 11949 179 0,'0'0'265'0,"-3"-3"2"15,3 3-5-15,0 0-12 0,0 0-17 0,-5-2-11 16,5 2-20-16,0 0-16 0,0 0-18 16,0 0-14-16,0 0-14 0,0 0-14 0,0 0-13 0,0 0-14 15,0 0-5-15,0 0-10 0,3 10-5 0,-1-6-9 16,4 1 1-16,-2 2-7 0,0-1-8 0,2 4-1 15,4-2 3-15,-7-1-17 0,4 4-2 0,0 6-8 16,-1-2-2-16,-2 0-1 0,3 1 0 0,0-4-5 16,-1 4 0-16,-1 0-7 0,0-3-18 0,-1-1-18 15,-1 1-23-15,0 0-26 0,0-2-26 0,-2-1-31 16,3 1-39-16,-4-4-46 0,2-1-50 0,-1-1-200 16,0 0-499-16,1-2 221 0</inkml:trace>
  <inkml:trace contextRef="#ctx0" brushRef="#br0" timeOffset="25594.25">10928 11916 140 0,'0'0'350'0,"0"0"-14"15,0 0-16-15,0 0-11 0,0 0-23 0,0 0-23 16,0 0-28-16,0 0-29 0,0 0-13 0,0 0-7 16,4 11-12-16,0-7-11 0,-2 0-12 0,-1 1-5 15,2 1-13-15,-2 4-14 0,2-2-13 0,1 3-15 16,1 1-1-16,-5 1-11 0,4-1-3 0,0 5-11 16,-2-4-9-16,2 0-41 0,0 4-40 0,-1-3-36 15,1-1-33-15,-3 1-43 0,-1-1-51 0,3-2-55 16,0 1-64-16,-1-3-233 0,-2 0-583 0,0-4 259 15</inkml:trace>
  <inkml:trace contextRef="#ctx0" brushRef="#br0" timeOffset="27048.41">11521 12212 219 0,'0'0'289'16,"0"0"-12"-16,0 0-8 0,0 0-20 0,0 0-13 0,0 0-18 15,4-2-14-15,-4 2-2 0,7-1-9 0,-7 1-5 16,7-1-17-16,-7 1-7 0,8 0-15 16,0 0-13-16,-8 0-14 0,12-1-10 0,-8 2-12 0,-4-1-13 15,14 1-3-15,-8 0-14 0,2-1-5 0,-3 3-6 16,1-1-11-16,-1 1-4 0,-1 1-2 0,0-1-2 15,4 2-6-15,-4-2-3 0,-1 2-3 0,-3 0-4 16,4 3 1-16,-4-1-9 0,-4 0 2 0,4 1-8 16,-3 3-23-16,-1-1-27 0,1-3-24 0,-3 2-28 15,-1 1-36-15,2 1-36 0,-1-1-44 0,2-3-63 16,-3-1-270-16,3 0-586 0,0 0 260 0</inkml:trace>
  <inkml:trace contextRef="#ctx0" brushRef="#br0" timeOffset="28135.59">9171 12925 103 0,'0'0'275'0,"-7"0"0"0,7 0-7 0,0 0-8 16,0 0-13-16,0 0-17 0,-5-4-19 0,5 4-14 16,0 0-8-16,20-9-3 0,0 1-4 0,-2-1-12 15,12-1-6-15,3-3-11 0,5 2 1 0,-2-2-7 16,18-5-5-16,0 1-7 0,7-1-3 0,3 2 4 16,1-4-8-16,33-3-12 0,-33 5 1 0,29-3-8 15,-30 7-5-15,-1 1-10 0,1-4-5 0,-4 2-2 16,1-2-13-16,-3 3-11 0,1-1-2 0,-5 1-6 15,1 1-4-15,-15 1-4 0,14-1-9 0,-18 1 1 16,2 0-5-16,-1 4-6 0,-6-5 0 0,1-1-1 16,-5 6-11-16,-8 0 7 0,-2 0-1 0,1 1-4 15,-1 2 0-15,-8 1-1 0,2-1-4 0,0 1 2 16,-6 1-5-16,5 2 1 0,-8-1 6 0,2 0-13 16,-4 2 3-16,9-1 1 0,-9 1 3 0,5-3-9 0,-2 1 2 15,-3 2-27-15,0 0-4 0,1-3-30 0,-1 3-19 16,0 0-29-16,8-1-27 0,-8 1-24 15,0 0-24-15,3-3-23 0,-3 3-20 0,0 0-11 16,0 0-16-16,0 0-42 0,0 0-34 0,0 0-221 0,0 0-591 16,-9 10 262-16</inkml:trace>
  <inkml:trace contextRef="#ctx0" brushRef="#br0" timeOffset="28838.08">10269 12862 241 0,'0'-8'272'0,"0"8"-14"0,0 0-21 16,0 0-15-16,0 0-20 0,0 0-21 0,0 0-19 0,0 0-19 15,0 0-17-15,0 0-8 0,0 0-14 0,0 0-10 16,0 0-9-16,-5 14-9 0,3-10-4 15,-1 4-5-15,2 0 0 0,-2-2-1 0,0 3-2 0,-1 1-2 16,1 1 0-16,-1 0-5 0,-1-1-7 0,2 2 4 16,0-1 2-16,-2 1-4 0,2-1-5 0,-1 2 3 15,-1-4-7-15,3 1 1 0,-4-2-3 0,3 4-1 16,0-5-1-16,-1-1-3 0,4 1-7 0,-3-1 0 16,3-1-4-16,-1 1-4 0,-2-2 4 0,3 1 3 15,0-5-7-15,-1 5-1 0,2-1 15 0,2-2 20 16,-3-2 9-16,4 3 0 0,-4-3 5 0,8 1-8 15,-1-1-5-15,-7 0-13 0,14-2 0 0,-8 0-3 16,5 1 0-16,0-2-7 0,0 1 1 0,2-1-9 16,-1 1-2-16,1-1-2 0,2 1 3 0,-4-2-6 15,1 1-4-15,-1 0-17 0,-1 1-18 0,-1 1-14 16,-4-1-10-16,4 0-20 0,-4 2-17 0,-1-1-22 16,-4 1-20-16,8-3-20 0,-8 3-33 0,0 0-31 15,3-2-20-15,-3 2-30 0,0 0-19 0,0 0-187 0,0 0-502 16,0 0 223-16</inkml:trace>
  <inkml:trace contextRef="#ctx0" brushRef="#br0" timeOffset="29088.97">10339 13002 152 0,'3'-3'277'0,"-3"3"-5"15,0 0-11-15,0 0-16 0,0 0-19 0,0 0-24 0,0 0-21 16,0 0-8-16,0 0-1 0,0 0 3 0,0 0-1 15,12 10-11-15,-9-7 1 0,-2 2-9 0,1 1-10 16,3 2-10-16,-4-1-12 0,2 0-10 0,-3 1-6 16,4 2-11-16,-3 0-7 0,4 2-15 0,-4-2-7 15,2 3-1-15,2-3-6 0,-1 3-8 0,0 0-4 16,-1-3-21-16,1 3-26 0,0-5-36 0,0 3-25 16,-2-4-29-16,2 3-40 0,-3-3-51 0,3 0-59 15,3-2-68-15,-4-1-219 0,2 1-571 0,-1-4 253 16</inkml:trace>
  <inkml:trace contextRef="#ctx0" brushRef="#br0" timeOffset="32233.44">12208 11884 156 0,'0'-5'289'0,"0"1"-2"16,0 4-9-16,0-6-14 0,0 6-15 0,0 0-24 15,0 0-24-15,0-5-19 0,0 5-23 0,0 0-16 16,0 0-14-16,0 0-15 0,0 0-14 0,0 0-10 15,0 0-10-15,-4 13-4 0,4-6-7 0,0-1-11 0,0 2-3 16,-3 1-5-16,6 1-7 0,-3 0-2 0,0-2-7 16,-3 0 1-16,6 1-5 0,-3 1-4 15,0 0 0-15,1-2-4 0,-1 1-3 0,3-4 1 0,-1 4-1 16,3-4-2-16,-4 0-5 0,2 0 12 0,1 0-11 16,-1-2 4-16,4 1 11 0,-3-4 3 0,-2 4 14 15,6-4 0-15,-1 0 0 0,-7 0 3 0,14-4 2 16,-6 1-6-16,-4-1 11 0,4 0-3 0,-1-2 2 15,2 3 2-15,-3-3-4 0,-2 0 20 0,2 0-1 16,-1-1 3-16,-1-1-2 0,-1 2 3 0,-2-1 0 16,2 1 1-16,-2 0-5 0,-1-2-1 0,0 2-4 15,0 1 0-15,-1-3-13 0,-3 1-4 0,1 4-7 16,-1-4-8-16,0 2-5 0,1 1-9 0,-1 2-11 16,1-2-14-16,-2 3-20 0,5 1-24 0,-11-2-18 15,11 2-31-15,-11 3-22 0,6-1-27 0,-2 1-25 16,3 1-25-16,0 1-30 0,1 1-36 0,-1-1-36 0,1 2-61 15,2-4-182-15,1 4-588 0,0-2 261 0</inkml:trace>
  <inkml:trace contextRef="#ctx0" brushRef="#br0" timeOffset="32534.05">12619 11921 56 0,'2'-3'318'0,"-2"3"-7"0,0 0-15 0,0 0-11 15,0 0-17-15,0 0-7 0,0 0-9 0,7-3-7 16,-7 3-1-16,4-2-13 0,-4 2-3 0,11-2-16 16,-5 0-14-16,2 1-14 0,0 0-20 0,4-4-12 15,-1 2-14-15,2-1-17 0,1 2-12 0,0-2-10 16,2 0-11-16,-2 0-11 0,-1 0-8 0,1 1-9 0,2-2-21 15,-2 3-22-15,-1-1-32 0,1 1-27 0,-4-2-23 16,-2 3-22-16,-1-1-25 0,-1 2-27 0,0-4-22 16,-1 2-34-16,2 1-36 0,-7 1-28 15,4-4-33-15,-4 4-229 0,0 0-565 0,0-4 251 0</inkml:trace>
  <inkml:trace contextRef="#ctx0" brushRef="#br0" timeOffset="32751.94">12722 11790 102 0,'-3'-4'300'16,"3"4"4"-16,0 0-2 0,-4-5-10 0,4 5-16 15,0 0-14-15,-1-2-27 0,1 2-18 0,0 0-27 16,0 0-16-16,0 0-28 0,0 0-2 0,0 0-24 16,0 0-11-16,0 0-11 0,4 13-9 0,-3-8-7 0,4 1-10 15,0 0-3-15,-2 2-9 0,2 2-23 16,-2-2-32-16,4 2-26 0,-3 1-28 0,-2-1-36 15,5 1-39-15,-4 1-42 0,2-1-46 0,2 0-37 0,-1-2-215 16,-5-2-502-16,3 0 223 0</inkml:trace>
  <inkml:trace contextRef="#ctx0" brushRef="#br0" timeOffset="33153.36">12948 11745 226 0,'0'0'275'0,"5"-1"-5"16,-5 1-3-16,0 0-10 0,0 0-13 0,11-1-11 16,-7 1-12-16,-4 0-19 0,10 0-14 0,-10 0-4 15,11 1-27-15,-6 0 2 0,-1 1-28 0,3-1-16 16,-1 1-18-16,-1 3-5 0,0-3-8 0,-1 1-10 15,1-1-8-15,-1 2-7 0,0 1-8 0,-1 0-4 0,0-1-2 16,0 2-7-16,-3 1-5 0,3-1 11 0,-2 3-9 16,-1-1 14-16,0 3 9 0,-1-4 6 15,-2 2 7-15,2-1 7 0,-3-1 1 0,0-1-4 0,1 3 8 16,0-3-2-16,1 0-4 0,0-1-6 0,-1 2 3 16,2-4-17-16,-2 2 0 0,3-2-13 0,0-3 3 15,-4 7 2-15,4-7-3 0,0 0 2 16,0 0 7-16,6 2 0 0,-2-1-5 0,-4-1-5 0,14-2-6 15,-4 1-19-15,3-3-21 0,4-2-31 0,-3 3-34 16,8-4-43-16,-1 1-43 0,-3 1-36 0,2 0-49 16,-2-1-52-16,7-4-50 0,-6 6-321 0,0-3-713 15,-2 1 317-15</inkml:trace>
  <inkml:trace contextRef="#ctx0" brushRef="#br0" timeOffset="33387.51">13357 11798 87 0,'0'0'301'0,"0"0"-9"0,0 0-9 16,0 0-10-16,0 0-7 0,0 0 0 0,10-8-36 0,-5 8-20 16,1-4-18-16,2 2-22 0,1-2-16 0,1 0-15 15,2 1-13-15,2-2-13 0,-1 2-13 0,-2-2-10 16,3 0-35-16,1 0-25 0,-3 2-34 0,0-1-36 15,-1-1-39-15,0 4-36 0,-3-2-40 0,0 1-38 16,-1-4-43-16,-1 4-191 0,-4-1-460 0,4 1 204 16</inkml:trace>
  <inkml:trace contextRef="#ctx0" brushRef="#br0" timeOffset="33621.68">13409 11655 174 0,'0'0'310'0,"-7"-5"-5"16,7 5-15-16,-3-1-15 0,3 1-21 0,0 0-25 0,-5-2-17 16,5 2-26-16,0 0-17 0,0 0-16 15,0 0-14-15,0 0-8 0,-1 10-3 0,1-5-9 16,1 1-10-16,3-1-11 0,-1 2-6 0,1 2-13 0,0 1 1 16,0 2-10-16,3-1-6 0,-3 2-11 0,4 1-12 15,-2-1-28-15,0 3-19 0,2-4-26 0,-2-1-33 16,2 0-36-16,-1 4-40 0,2-3-49 0,0-5-55 15,-3 2-48-15,0-5-157 0,2 1-488 0,-3-1 216 16</inkml:trace>
  <inkml:trace contextRef="#ctx0" brushRef="#br0" timeOffset="34006.38">13647 11595 249 0,'0'0'265'0,"0"0"-13"0,0 0-5 0,0 0-4 15,0 0-8-15,0 0-5 0,0 0-14 0,0 0-5 16,16 7-14-16,-12-4-11 0,0 2-10 0,3-3-14 0,-1 1-14 16,3 1-8-16,-3 0-16 0,-1 1-15 0,3-2-8 15,-2 3-10-15,-1-1-3 0,2 1-16 0,-2 0-3 16,1 2-14-16,-1 0-7 0,1 1 1 0,-2-3-6 15,-3-1-5-15,3 3 0 0,-4 0-6 0,0 1 21 16,-4 0 6-16,1-4 4 0,2 5 10 0,-4 0 3 16,2-1 7-16,-4-1 2 0,3-1-1 0,1 1-5 15,-4 1-4-15,5-2-3 0,-3-1-1 0,2 0-10 16,-1-1-7-16,2-2-7 0,-2 4-2 0,4-7-2 16,0 4-9-16,0-4 3 0,0 5 4 0,6-3 1 15,-2 2-10-15,4-1-1 0,-1-2-7 0,5-1-19 16,0 0-18-16,2 0-16 0,5 0-29 0,0-4-38 15,4 2-39-15,-3-1-41 0,-1 1-47 0,0 0-53 16,-1-1-53-16,3 1-51 0,-8-3-248 0,-1 1-681 0,2-1 301 16</inkml:trace>
  <inkml:trace contextRef="#ctx0" brushRef="#br0" timeOffset="34223.82">14013 11750 159 0,'-4'-3'307'16,"4"3"1"-16,0 0-6 0,0 0-7 0,0 0-14 16,14-5 4-16,-8 2-37 0,0 1-18 0,5-3-24 15,1 2-17-15,1-1-17 0,-2-1-18 0,8 0-23 16,2-1-7-16,-2 1-10 0,1 0-17 0,-3 1-26 16,1-2-31-16,3 3-31 0,-10 0-33 0,1 2-36 15,0-2-43-15,-5 3-42 0,0-1-60 0,2-3-51 16,-7 3-233-16,-2 1-528 0,0 0 233 0</inkml:trace>
  <inkml:trace contextRef="#ctx0" brushRef="#br0" timeOffset="34441.25">14050 11649 22 0,'0'0'288'0,"0"0"-12"15,-9 0-18-15,9 0-16 0,0 0-19 0,0 0-15 16,-5 3 2-16,5-3-14 0,0 4-6 15,0 1-15-15,0-5-13 0,5 9-11 0,-2-2-12 0,-1 0-16 16,2 4-7-16,1-3-15 0,-2 4-12 0,1-2-5 16,3 2-9-16,-2-1-3 0,3 4-9 0,-2-4-10 15,0 0-26-15,1 1-29 0,0-1-27 0,0 0-37 16,2-2-44-16,-2 0-50 0,0-3-54 0,-3-3-62 16,3 2-172-16,2-5-485 0,-3 0 215 0</inkml:trace>
  <inkml:trace contextRef="#ctx0" brushRef="#br0" timeOffset="34926.3">14282 11597 256 0,'0'-4'301'0,"0"4"4"16,0 0-18-16,0 0-15 0,0 0-22 15,7-5-15-15,-7 5-10 0,5-3-17 0,1 2-13 0,-6 1-16 16,11-2-13-16,-2 0-15 0,-2 0-15 0,0 1 7 16,2-1-29-16,-2 2-8 0,0-1-12 0,1 1-17 15,0-2-5-15,-1 4-5 0,1-2-12 0,-1 1-3 16,1 1-4-16,-4-1 9 0,-1 0-26 0,-3-1-3 16,10 3-2-16,-8-2-4 0,-2-1 1 0,3 5-5 15,-3-1-7-15,0-4 6 0,0 6-3 0,0-6-3 16,-4 9 2-16,3-4-10 0,-2 1 7 0,2-1-3 15,-4 0 1-15,4-2-3 0,1 3-1 0,-3-1-1 16,2 1 8-16,-1-2-11 0,1 1 3 0,0 0-2 0,1 0 3 16,0-5-4-16,0 10 4 0,1-7-4 15,2 2 2-15,0 0 4 0,-1 3 16 0,4-3-6 16,-1 3 1-16,3 0 6 0,3-3-6 0,0 1-2 0,-3 1 3 16,3 0-5-16,0-2-4 0,0 2 1 0,-2-2 2 15,1 1-4-15,1-2 5 0,-3 1-6 0,-2-1-5 16,0 0 6-16,0 0-6 0,-1 0 5 0,-1 0-4 15,-4-1 1-15,3 1 1 0,-4 2-1 0,1-6 6 16,-5 8-2-16,0-3 3 0,-2 1 19 0,-1-1-44 16,-3 2-16-16,-1-1-26 0,-2 3-33 0,-3-1-33 15,-6 0-39-15,-2 5-45 0,-4-2-49 0,2-3-59 16,-7 4-251-16,0-1-610 0,2 1 270 0</inkml:trace>
  <inkml:trace contextRef="#ctx0" brushRef="#br0" timeOffset="35494.98">12390 12491 53 0,'-2'0'310'0,"2"0"11"16,0 0 5-16,0 0-2 0,30-8-10 15,6 0-17-15,3-2-2 0,23-5-13 0,7-1-9 16,33-8-8-16,-4 1-13 0,1 3-13 0,3-5-12 0,1 2-9 16,4 0-6-16,-2-1-19 0,3 2-16 0,5-1-17 15,0 1-15-15,-1 5-15 0,-12-3-10 0,5 2-16 16,-3 2-8-16,-7 0-11 0,-27 4-8 0,-1 1-11 16,-2 2-11-16,-1 0-27 0,-7 3-24 0,-16 0-24 15,-2 1-33-15,-6 0-33 0,-7 3-36 0,-8-1-31 16,-5 2-24-16,-5-2-24 0,-2 3-30 0,-6 0-33 15,0 0-35-15,0 0-29 0,0 0-291 0,-29 4-672 16,16-2 298-16</inkml:trace>
  <inkml:trace contextRef="#ctx0" brushRef="#br0" timeOffset="36147.28">13733 12552 60 0,'0'0'325'0,"0"0"-9"0,0 0-11 0,0 0-20 16,0 0-18-16,0 0-21 0,-16 8-8 0,11-6-19 0,3 1-2 16,-1 2-16-16,-1 1 0 0,-2-1-12 0,3 5 0 15,-3-2-22-15,2 4-13 0,0-2-17 0,1 1-11 16,0 0-12-16,-1 0-15 0,4 1-4 0,1-1-12 16,2 1-7-16,3-2-4 0,-1 2-9 0,4-3-3 15,1 0-5-15,0-2 1 0,3-1-12 0,5-1-3 16,-6-3 0-16,7 0-24 0,0-1-3 0,0-2 9 15,-1-3-11-15,-2 0-2 0,-1-3 9 0,4 0-12 16,-8-1 1-16,4-1-3 0,-3-3-2 0,-2 2 0 16,1 2 2-16,-3-4 4 0,-4 1 8 0,4 4 17 0,-4 0 19 15,0 0 21-15,0-1 21 0,-1 3 11 16,-2 0 10-16,2 0 0 0,-3 2-7 0,0 3-15 16,4-5-9-16,-2 3-12 0,-2 2-10 0,0 0-8 0,0 0-4 15,0 0-6-15,0 0 0 0,1 14 0 0,-2-9-10 16,-1 3-5-16,4 0 1 0,-4 2-17 15,2-4-25-15,0 7-28 0,2-5-33 0,-4 5-37 0,4-1-38 16,-1-1-31-16,3 0-28 0,-2 0-28 0,0-2-37 16,2-1-51-16,0-2-60 0,-1 0-334 0,-2-3-775 15,4 0 344-15</inkml:trace>
  <inkml:trace contextRef="#ctx0" brushRef="#br0" timeOffset="36849.78">14673 11387 32 0,'-2'-3'365'0,"2"3"-5"0,-1-3-14 0,1 3-17 15,0 0-24-15,0 0-31 0,-1-5-24 0,1 5-21 0,0 0-10 16,0 0-6-16,21 5 3 0,-2 0-1 16,0 1 2-16,10 7-13 0,2 0 4 0,1 1-6 15,3 1-14-15,-4 6-10 0,8-3-6 0,8 9-12 0,0 3-10 16,-2 2-10-16,-11-9-10 0,8 12-17 0,-5 5-7 15,-10-10-12-15,6 11-7 0,-6 3-8 0,-1 1-8 16,-3 2-6-16,-4 0 0 0,-6-10-12 0,0 12-4 16,-9-10-6-16,0 9-1 0,-4-9-8 0,-4-2-2 15,0 2-2-15,-7 0-5 0,0-3 0 0,-8 9-4 16,1-12-2-16,-2 0-1 0,2-1-14 0,-5-3-7 16,-3 1-22-16,-1-3-33 0,0-1-36 0,0-6-41 15,5-2-47-15,-4-2-44 0,10-4-40 0,0-2-45 16,6-3-48-16,-1-3-65 0,0-2-292 0,3-2-776 15,8 0 344-15</inkml:trace>
  <inkml:trace contextRef="#ctx0" brushRef="#br0" timeOffset="38739.81">16205 11793 161 0,'0'0'368'0,"-4"-1"-12"15,4 1-8-15,0 0-16 0,-4-2-8 0,4 2-11 16,0 0-14-16,0 0-7 0,0 0-20 0,0 0-18 16,0 0-14-16,0 0-10 0,0 0-14 0,0 0-4 15,0 0-7-15,0 0-10 0,10-4-9 0,-5 3-17 0,3 0-20 16,-1 0-9-16,8-2-17 0,-1 1-11 16,1-1-25-16,4-1-31 0,2 1-44 0,0 1-44 15,-1-3-49-15,3 0-45 0,-3-1-41 0,-2 3-36 0,-2 1-44 16,-3 1-49-16,-2 0-44 0,4 2-37 0,-10 0-254 15,1 2-683-15,-5-1 303 0</inkml:trace>
  <inkml:trace contextRef="#ctx0" brushRef="#br0" timeOffset="38907.07">16294 11963 21 0,'-3'5'254'0,"0"-2"8"15,3 1 17-15,-4-2 5 0,4-2 6 0,0 0 2 16,7 8 1-16,-7-8-19 0,12-3-29 0,0 1-18 15,2-2-14-15,7-2-29 0,7-3-19 0,3 1-38 16,-2-2-49-16,2-2-50 0,0 2-59 0,-2 2-65 16,-2-1-78-16,-6 2-72 0,-4 0-250 0,-4 3-535 0,0-2 237 15</inkml:trace>
  <inkml:trace contextRef="#ctx0" brushRef="#br0" timeOffset="42837.65">17721 11776 193 0,'0'0'276'0,"-6"-3"-20"0,6 3-24 0,-4-2-21 0,4 2-16 15,0 0-18-15,0 0-10 0,-5 9-13 0,0-4-6 16,1 0-6-16,2 2-13 0,-4-1-10 0,4 3-3 16,0 1-7-16,1 0-12 0,1 2-6 0,1-1-6 15,-1-2-10-15,2 2-4 0,0-4-5 0,4 3-5 16,-2-3-2-16,0-1 8 0,3 0 3 0,2 0 7 16,-1-2-3-16,0-3 1 0,2 2-8 0,-2-2 2 15,4 0-5-15,-1-2-1 0,4 1 6 0,-5-4 8 16,-5 2 7-16,7-5-4 0,-5 2 10 0,4-3 0 15,-7 3 3-15,2-1 0 0,-1-2-4 0,-1 1-2 0,-1-1-4 16,-6 0-10-16,3-4-4 0,0 3-7 0,-4-1-5 16,1 0-6-16,-5 2-6 0,0 0-10 15,1 0-2-15,-1 0-3 0,-1 4 0 0,3-1-15 0,-2 0-18 16,1 2-17-16,-1 0-31 0,3-1-35 0,-1 3-44 16,2-1-27-16,4 2-24 0,-8 4-24 0,4 0-27 15,4-4-38-15,0 8-56 0,4-3-280 0,-1 0-655 16,6 1 291-16</inkml:trace>
  <inkml:trace contextRef="#ctx0" brushRef="#br0" timeOffset="43222.35">18114 11750 269 0,'0'0'251'0,"0"0"-10"16,0 0-18-16,1-5-21 0,-1 5-18 0,0 0-16 16,0 0-17-16,0 0-14 0,0 0-5 15,0 0-9-15,0 0-10 0,0 0-8 0,0 0-12 0,0 0-10 16,0 13-8-16,0-13-7 0,0 5-5 0,0-5-7 16,0 4-1-16,0-4-7 0,0 0-1 0,0 6 7 15,0-6 7-15,0 0 15 0,0 0 10 0,3 3 7 16,-3-3 10-16,0 0-2 0,0 0-7 0,0 0-12 15,0 0-3-15,5-13-1 0,-2 10-11 0,-3 3-2 16,0-7-2-16,1 3-6 0,0-1-11 0,-1 5 7 16,2-5-9-16,-1 1-1 0,-1 1-6 0,0 3-4 15,0 0-9-15,0 0-3 0,0-7-4 0,0 7-17 16,0 0-22-16,0 0-18 0,0 0-16 0,0 0-20 16,0 0-26-16,0 0-30 0,-16 9-19 0,15-5-33 15,-2 1-46-15,3-5-29 0,-1 5-260 0,-1-1-562 16,-1 0 249-16</inkml:trace>
  <inkml:trace contextRef="#ctx0" brushRef="#br0" timeOffset="43573.24">18312 11633 87 0,'0'0'250'0,"0"0"-16"0,0 0-17 0,0 0-2 16,0 0-3-16,0 0-3 0,0 0-3 0,0 0-8 16,0 0 1-16,-4 9-5 0,4-9-8 0,7 7-6 15,-6-4-7-15,3 1-6 0,2 1-3 0,-1 0-9 16,1-1-6-16,0 3-14 0,1-1-9 0,2 0-9 16,-1 2-10-16,2-3-12 0,-3 1-20 0,3 2 5 15,-1-2-7-15,-1 2-11 0,-1-1-5 0,2-1 7 16,0 0-16-16,-4 2-9 0,1-2 2 0,-1-1-12 0,0 2 1 15,-3-1-3-15,3-1-2 0,-3 1-6 0,2 0 7 16,-3-2-5-16,-1 2-5 0,0-2 6 0,-1 0-5 16,-2 0-4-16,-2 0 0 0,2-1-7 0,-1 0-17 15,-3-1-18-15,2-1-24 0,-1 0-21 0,-3-1-23 16,3 1-22-16,6-1-27 0,-15-1-29 0,6 0-34 16,4 0-48-16,-1-3-49 0,2 2-245 0,-2-4-596 15,4 0 264-15</inkml:trace>
  <inkml:trace contextRef="#ctx0" brushRef="#br0" timeOffset="43774.3">18324 11595 320 0,'-2'-3'356'0,"2"3"4"0,-6-5-5 15,6 5-17-15,0-4-25 0,0 4-28 0,0-8-29 16,4 5-26-16,0 1-22 0,2-2-22 0,1 0-25 0,2-1-10 15,2 2-15-15,0-2-38 0,3 2-39 0,-1 1-34 16,2 0-44-16,0 1-43 0,-3-1-44 0,3 2-47 16,-1 2-60-16,-2-4-59 0,-1 5-230 0,3-1-545 15,-5 1 241-15</inkml:trace>
  <inkml:trace contextRef="#ctx0" brushRef="#br0" timeOffset="44125.54">18806 11842 160 0,'1'2'298'0,"-1"-2"-10"16,6 2-8-16,-6-2-10 0,2 3-16 15,1-1-19-15,-3-2-16 0,6 5-13 0,-1-3-22 0,-3 1-18 16,3-1-13-16,-3 2-18 0,1 0-14 0,0 1-15 16,0 0-6-16,0 0-12 0,-2 1-4 0,-1 1-8 15,-1 1-8-15,-2 0-6 0,-1 2-11 0,-1 1-22 16,-2 2-32-16,-2 1-29 0,-3 2-38 0,-7-2-42 15,-4 5-41-15,8-4-72 0,-7 3-68 0,-5 0-165 16,2-1-496-16,-5-3 220 0</inkml:trace>
  <inkml:trace contextRef="#ctx0" brushRef="#br0" timeOffset="73094.78">19147 11608 174 0,'0'0'309'16,"-4"-6"-8"-16,4 4-18 0,0-3-14 0,0 5-18 0,1-8-11 16,-1 5-26-16,0 3-14 0,3-6-18 15,-1 3-26-15,0 0-10 0,3 0-9 0,0 1-14 0,-5 2-14 16,8-2-6-16,0 1-12 0,-8 1-9 16,8-3-9-16,-1 2-6 0,0 0-6 0,-7 1 0 0,11 1-13 15,-6-2-4-15,-5 1-1 0,13 1-1 0,-7-1-10 16,0 1-1-16,-1 0-12 0,-1 1 3 15,3 0 13-15,-3 1-16 0,3 0-5 0,-2 0 3 0,1 0-8 16,-2 1 2-16,0-1-2 0,2 2 1 0,-3 1-4 16,2-2 3-16,-3 1-1 0,1 1-6 0,0 1 0 15,-2-1 3-15,1 0-1 0,-2 1-1 0,-2 0 2 16,1-1-1-16,-3 5 1 0,1-2 1 0,-3 1-1 16,1 0 3-16,-3 1 4 0,4-1 8 0,-3-1 10 15,-2 0 2-15,1 0 2 0,3-2 2 0,-2 0 9 16,3-3-6-16,-2 1 3 0,2 0 4 0,0 0 0 15,-1-2-1-15,4 1 1 0,-2-2 1 0,-1 1-1 16,4-3 10-16,-1 5-6 0,1-5 1 0,-3 2 8 0,3-2 5 16,0 0-1-16,0 0 1 0,0 0 2 0,0 0 0 15,11 2-4-15,-3-2-5 0,-8 0-7 16,16-2-7-16,-4 0-5 0,2-1-4 0,0 1-24 0,5-2-37 16,-4 0-23-16,3 0-33 0,0 0-44 0,-2 2-34 15,-3-1-37-15,2 1-43 0,-1-1-39 16,1-1-62-16,-3 3-46 0,-4-3-215 0,4 3-651 0,-5-1 288 15</inkml:trace>
  <inkml:trace contextRef="#ctx0" brushRef="#br0" timeOffset="73512.92">19571 11616 59 0,'0'0'262'0,"0"0"-11"0,-5-4-11 0,5 4-16 0,0 0-10 16,0 0-18-16,0 0-12 0,0 0-15 0,0 0-13 15,0 0-10-15,0 0-11 0,0 0-14 0,0 0-8 16,0 0-10-16,-8 9-13 0,8-9-7 0,0 0-7 15,-3 3-7-15,3-3-4 0,0 0-8 0,0 0 4 16,0 0-7-16,5 6-4 0,-5-6-4 0,0 0 1 16,6 0-2-16,-6 0-2 0,8 3-4 0,-8-3 3 15,0 0 3-15,0 0 1 0,0 0-2 0,11-3 2 16,-11 3 1-16,0 0 3 0,3-5 2 0,0 3 1 16,-3 2 0-16,1-4-8 0,-1 4 2 0,0 0-4 15,0-5-5-15,0 5-8 0,-1-6 6 0,1 6-12 16,-2-5-11-16,2 5-20 0,-4-2-22 0,4 2-22 15,-8-3-25-15,8 3-31 0,0 0-33 0,-15 4-41 16,15-4-72-16,-7 5-54 0,-1 2-194 0,3-2-541 16,-5 4 239-16</inkml:trace>
  <inkml:trace contextRef="#ctx0" brushRef="#br0" timeOffset="80169.84">19667 11544 216 0,'0'0'244'0,"-5"-2"-13"0,5 2-10 0,-4-3-13 16,4 3-15-16,0 0-13 0,0 0-14 0,0 0-4 16,0 0-15-16,-3-2-7 0,3 2-9 0,0 0-11 0,0 0-4 15,0 0-7-15,0 0-10 0,0 0-1 16,0 0-6-16,0 0-6 0,0 0-8 0,0 0-5 15,5-7-2-15,-5 7-2 0,0 0-4 0,12 0-4 0,-9-1-1 16,-3 1-8-16,10-3-7 0,-10 3 9 0,8-2-12 16,-2 1-4-16,0 0-5 0,-1-1-7 0,2 1 5 15,-1-1-4-15,0 0-4 0,3-2-12 0,-4 3-1 16,3-2-1-16,0 2 0 0,-2 0 0 0,1-2-1 16,-2 2-4-16,1-1 0 0,-6 2 1 0,10-3 1 15,-7 2-4-15,-3 1 6 0,8-2-2 0,-8 2-8 16,4-1 3-16,-4 1-2 0,0 0 0 0,0 0 1 15,0 0-1-15,0 0-2 0,0 0 1 0,0 0 1 0,11 1-2 16,-11-1 0-16,0 0 3 0,3 6-3 16,-3-6-2-16,3 3 2 0,-3-3-3 0,1 6 2 15,0-3 3-15,-1 4-2 0,2-2 2 0,-1 1-2 0,-1 1 3 16,1 0-1-16,-1-1 2 0,3 5-1 0,-1-1 4 16,-2 0 13-16,2 3 3 0,-2-3-1 0,0 2 2 15,2-2-4-15,-2-1 12 0,1 4-8 0,2-3-4 16,-3 1 3-16,0 0 0 0,1-2-3 0,2-1 0 15,-1-1-6-15,-2-1 8 0,0 2 0 0,0-3 0 16,0 0-3-16,0 0-3 0,0-2-7 0,0-3 8 16,0 5-6-16,3-2-2 0,-3-3-20 0,0 0-20 15,0 0-33-15,4 2-53 0,-4-2-67 0,0 0-86 16,0 0-315-16,7-7-637 0,-4 4 281 0</inkml:trace>
  <inkml:trace contextRef="#ctx0" brushRef="#br0" timeOffset="81641.72">19638 11557 101 0,'0'0'160'0,"0"0"-4"16,0 0-10-16,0 0-6 0,0 0-7 0,-8-2-7 15,8 2-8-15,0 0-7 0,0 0-7 0,0 0-7 16,0 0-6-16,0 0-3 0,0 0-4 0,0 0-7 16,0 0-1-16,0 0-6 0,0 0-6 0,0 0-2 15,0 0 0-15,0 0-2 0,0 0-3 0,0 0-4 16,0 0-2-16,0 0-1 0,22-1-4 0,-22 1-7 16,8-3-1-16,-1 1-4 0,-2 1-3 0,-5 1-3 15,13-1-1-15,-8 0-5 0,2-1 0 0,1 2-5 16,-3-1 0-16,4-1-5 0,-4 0-1 0,3 1 0 15,-1 1 1-15,-7 0 0 0,10-2-4 0,-5 1-4 0,0-1 2 16,1 0-1-16,-1 1 3 0,-1 0-4 0,-4 1 3 16,9-3-3-16,-9 3 2 0,8 0 12 15,-8 0 3-15,5-1 2 0,-5 1 4 0,0 0 0 0,4-2 0 16,-4 2 3-16,0 0-4 0,0 0 4 0,0 0-1 16,0 0-3-16,0 0-2 0,7-3-4 0,-7 3-3 15,0 0 1-15,0 0-1 0,0 0-3 0,0 0-3 16,0 0-1-16,0 0 0 0,0 0-5 0,0 0-2 15,0 0 3-15,0 0-4 0,0 0 1 0,0 0 0 16,8 4 1-16,-8-4-1 0,2 2-2 0,-2-2 0 16,2 4-2-16,-2-4 4 0,4 5-3 0,-1-3-2 15,-3-2 1-15,3 6 5 0,-1-2-5 0,1 1 3 16,-1 0-6-16,-2 0 4 0,2 0 0 0,-2 3-1 0,0-1-1 16,3-1 3-16,-3 2 0 0,3-1 0 15,-2 4 7-15,2-2-2 0,-1 1-1 0,-2-2 3 16,0 0 0-16,0 5 0 0,0-4 0 0,3 2 3 0,-3-3 2 15,0 3 2-15,1-3-3 0,2 2 1 0,-3-3 7 16,2 0-6-16,-2-1 0 0,1 0-1 0,2-1 9 16,-3 2-8-16,1-2-3 0,-1 0-6 0,0-1 7 15,3 1-1-15,-3-1-3 0,0-4-5 0,1 6 0 16,-1-2 6-16,0-4-5 0,3 3 1 0,-3-3 0 16,1 4-1-16,-1-4 0 0,0 5 1 0,0-1-5 15,0-4-8-15,0 0-11 0,0 5 1 0,0-5-8 16,3 3-3-16,-3-3-10 0,4 2-5 0,-4-2-5 15,0 0-8-15,0 0-12 0,0 6-6 0,0-6-13 16,3 3-13-16,-3-3-21 0,0 0-15 0,0 0-32 16,0 0-40-16,0 0-169 0,0 0-409 0,0 0 181 15</inkml:trace>
  <inkml:trace contextRef="#ctx0" brushRef="#br0" timeOffset="81942.78">19736 11755 197 0,'0'0'247'0,"-3"-5"-8"0,3 5-6 0,0 0-16 15,0 0-9-15,0 0-16 0,0 0-10 0,6-6-10 16,-6 6-17-16,4-4-7 0,-4 4-18 0,11-1-12 16,-3-3-11-16,-1 3-12 0,1 0-10 0,3 0-6 15,1-4-10-15,2 0-7 0,-1 2-25 0,5 0-28 16,-3 1-38-16,0-3-28 0,5 2-40 0,-6 0-52 16,6-2-52-16,-5 3-207 0,3-4-442 0,-6 4 195 15</inkml:trace>
  <inkml:trace contextRef="#ctx0" brushRef="#br0" timeOffset="82444.56">20025 11411 183 0,'-2'-4'355'0,"2"4"-9"0,2-5-4 0,-2 5 6 16,0 0-23-16,0 0-5 0,1-3-23 0,-1 3-16 0,0 0-24 16,1-5-28-16,-1 5-19 0,0 0-18 15,6-2-17-15,-6 2-20 0,0 0-15 0,12 0-12 0,-12 0-10 16,11 4-16-16,-2-1-7 0,-5-1-11 0,7 3-12 16,-4 0-7-16,5 1-3 0,-1-1-7 0,-2 1-9 15,4 3-2-15,-1-1-2 0,-2 0-6 0,3 2-5 16,1 1-3-16,0 4-2 0,-1-3-2 0,1-2-5 15,-3 7 4-15,1-4-7 0,0 3 2 0,-4 4-4 16,2-5 1-16,-3 3-23 0,-2 1-10 0,-1 0-7 16,-2 0-10-16,-4 2-14 0,2 0-19 0,-8 4-16 15,-3 1-20-15,0-1-18 0,-4-1-12 0,0 1-15 16,-4 0-19-16,-1-2-19 0,-5-1-23 0,-2 2-45 16,-1-6-50-16,-1 0-262 0,-4 0-613 0,1-2 272 15</inkml:trace>
  <inkml:trace contextRef="#ctx0" brushRef="#br0" timeOffset="83179.48">17639 11515 65 0,'0'-7'289'15,"-3"3"1"-15,2-4-8 0,-1 4-8 0,1 0-5 16,-3 2-40-16,4 2-26 0,0 0-18 0,-5-7-22 16,5 7-22-16,0 0-11 0,-13 12-9 0,9-1-2 15,-4 5 2-15,0 2-1 0,1 8 0 0,-1-1-6 16,0 4-4-16,3 3 1 0,-1 0-6 0,3 2-10 15,2-3-6-15,1 3-7 0,1-2-10 0,2-1-5 16,1 1-8-16,3-1-3 0,6-1-4 0,1-3-4 16,6 1-2-16,3-5-10 0,6 0-9 0,2-4-38 0,6-1-35 15,16 3-41-15,-13-7-66 0,1-1-67 0,13-2-89 16,-12-3-269-16,-3-2-625 0,1 0 276 0</inkml:trace>
  <inkml:trace contextRef="#ctx0" brushRef="#br0" timeOffset="85957.99">6134 14724 163 0,'0'0'270'0,"0"0"-11"0,0 0-10 0,0 0-8 15,0 0-4-15,2-13 5 0,0 8-10 0,-2-3 6 16,1 3-14-16,1-5 6 0,-2 2 6 0,0 0-4 15,0-3-4-15,-2-2-4 0,1 0-13 0,1-6-14 16,-3 1-14-16,-1 1-14 0,-2-4-14 0,4 0-17 16,-4-4-9-16,-4-4-13 0,3 3-11 0,0 0-4 15,-3 2-7-15,1 3-4 0,3-1-2 0,-2 3-5 16,-1 2 3-16,2-1-4 0,0 2-1 0,0-2-2 16,0 6-7-16,4 1-4 0,0 3-7 0,-3 2-5 15,2 0-4-15,3-1-8 0,-2 3-2 0,-1-2-8 16,1 2-5-16,0 2-6 0,3 2-5 0,-1-7-6 15,1 7-6-15,0 0-7 0,0 0 1 0,0 0-3 16,0 0-5-16,0 0 5 0,0 0-4 0,11 15-1 16,-7-7-1-16,0 0 3 0,3 2-12 0,1 0 6 0,-1 0-7 15,1 2 2-15,-1 0-4 0,1-1-2 0,3 2-3 16,-4-3-4-16,2 0-5 0,1 0 1 0,-3 2-2 16,1-4 1-16,1 1-1 0,1-3 8 15,-3-1 2-15,0 2 5 0,1-5 0 0,-2 1 0 0,1-2 6 16,0 0 1-16,4-2 2 0,-6-1 3 0,5-1-1 15,-2-5 3-15,0 2 2 0,0 0 0 0,2-6-1 16,-2 3 3-16,-4-3 1 0,1-1 2 16,-2 2 3-16,0-5-3 0,-2-1 0 0,-1 4 1 0,0 0 0 15,0 0 5-15,-1 1 7 0,1 0 2 0,-1 2 9 16,-1-2 4-16,-1 3 5 0,2 3-6 0,-2 0-1 16,2 2 2-16,2-2-2 0,-2 3-7 0,0-1-7 15,1 4-2-15,-2-4-4 0,2 4-5 0,0 0 0 16,0 0-2-16,0 0 1 0,0 0 2 0,3 11-2 15,1-4-4-15,-1 1 3 0,1 0 3 0,2 4-1 16,2 4-1-16,-2 0-3 0,4-1 2 0,-2 3 2 16,4-1-15-16,1 0-9 0,-2 1-19 0,2 0-28 15,1-3-18-15,5 8-19 0,-6-7-17 0,2-1-14 16,-1 0-17-16,-2 1-13 0,0-3-10 0,3 0-16 16,-1-1-12-16,-3-1-22 0,-2 0-33 0,1-4-41 15,-2 1-43-15,-1 1-197 0,2-2-587 0,-3-1 259 16</inkml:trace>
  <inkml:trace contextRef="#ctx0" brushRef="#br0" timeOffset="86408.54">6724 14503 236 0,'0'0'311'0,"0"0"-15"0,0 0-17 0,0 0-8 16,0 0-26-16,0 0-14 0,0 0-16 15,0 0-19-15,0 0-14 0,0 0-17 0,0 0-9 16,0 0-12-16,0 0-7 0,0 0 2 0,13 8-25 15,-10-8-5-15,0 3-8 0,1 0-18 0,0 2 5 0,-2-2-12 16,2 2-4-16,0-1-11 0,1 1-4 16,-4 3-6-16,5-3 4 0,-3 3 14 0,-1-2 4 15,1-1 7-15,0 4 3 0,-2-2 0 0,2-1 3 16,-2 2 2-16,-2-2 0 0,1 1 1 0,0-1-3 0,-3-1-10 16,3 0-6-16,-1 1-4 0,1-1-7 0,-3 0-4 15,3-5-8-15,0 5-5 0,0-5-5 0,0 3 0 16,0-3-2-16,0 0-9 0,0 0-9 15,0 0-13-15,0 0-16 0,0 0-17 0,0 0-35 0,18-8-40 16,-7 0-40-16,-2 1-16 0,7-1-48 0,-2-4-43 16,2 0-60-16,7-5-54 0,-6 3-272 0,5-6-689 15,1 1 305-15</inkml:trace>
  <inkml:trace contextRef="#ctx0" brushRef="#br0" timeOffset="86642.05">7132 14292 108 0,'0'0'289'0,"0"0"-18"16,0 0-14-16,0 0-3 0,0 0-4 0,0 0-15 15,0 0-10-15,0 0-31 0,12-7-22 0,-5 4-14 16,0 0-9-16,5-2-23 0,-2 2-13 0,3-2-12 15,-2-1-28-15,3 1-26 0,-2 0-39 0,-4 1-33 16,4 0-38-16,-2 3-45 0,-2-2-42 0,-1 2-48 16,-2 1-47-16,-5 0-129 0,8 3-405 0,-5 0 180 15</inkml:trace>
  <inkml:trace contextRef="#ctx0" brushRef="#br0" timeOffset="86826.74">7185 14418 88 0,'-3'3'248'0,"3"-3"1"0,-1 6 2 16,1-6 9-16,0 2 15 0,0-2-11 0,0 0 2 16,0 0-13-16,0 0-16 0,15-9-25 0,-8 5-25 15,4-1-16-15,-2-2-18 0,3 0-12 0,5-3-18 16,-1-2-34-16,2 4-40 0,-2-4-43 0,2 2-45 16,-3 1-61-16,-2 2-68 0,2-1-84 0,-1 2-243 15,-5 0-534-15,4-1 236 0</inkml:trace>
  <inkml:trace contextRef="#ctx0" brushRef="#br0" timeOffset="104924.16">8317 14077 8 0,'-3'-6'293'15,"2"-2"-4"-15,-2 0 0 0,0 3 3 0,2 0-5 16,-1-1-5-16,1 1-3 0,-3 2-4 0,4-2-4 16,0 5-10-16,0-8-18 0,0 8-21 0,-4-4-26 15,4 4-18-15,0 0-23 0,-3-2-22 0,3 2-14 16,0 0-10-16,-4 10-13 0,4-1-12 0,-4 2-4 16,1 1-9-16,2 9-4 0,0-1-3 0,-4 7-2 15,4 0-5-15,1-2-6 0,0 3-3 0,0 0-6 16,0-2 7-16,1 1-17 0,5-1-4 0,-5-4 2 0,3-1-5 15,3 5 1-15,4 1-3 0,-4-8-4 16,1-1-1-16,3 0-2 0,1-3-10 0,2 1-24 16,1-4-14-16,4 0-30 0,-3-4-33 0,3-1-39 0,0-2-45 15,0 0-57-15,-5 0-67 0,6-7-74 0,-6 2-247 16,6-4-675-16,-6 2 300 0</inkml:trace>
  <inkml:trace contextRef="#ctx0" brushRef="#br0" timeOffset="110594.23">19898 11666 45 0,'0'0'208'0,"0"0"-3"0,4-4-2 16,-4 4-1-16,3-2-1 0,-3 2 2 0,0 0-1 16,1-6-3-16,-1 6-7 0,0 0-7 0,3-4-7 15,-3 4-8-15,0 0-9 0,0 0-7 0,0 0-8 16,0 0-9-16,0 0-5 0,0 0-15 0,-4-3-12 16,4 3-14-16,0 0-2 0,0 0-8 0,-18 2-13 15,13 1-3-15,-9 0-5 0,0-1 1 0,-6 3 3 16,1 0 4-16,-8 1-3 0,-3 4 3 0,-5-3 0 15,2 1-5-15,-2-2 2 0,-1 3-5 0,2-2-3 16,0 2-2-16,2-6-6 0,0 4 1 0,2 1-12 0,7-5 0 16,0 3-4-16,4-1-26 0,4-1 10 15,3-2 0-15,-1-1-2 0,4 2-1 0,0 0-3 16,2-2-1-16,-1 0-12 0,8-1-13 0,-7 0-18 0,7 0-16 16,0 0-12-16,-7-2-37 0,7 2-43 0,0 0-44 15,0 0-43-15,0 0-48 0,11-11-43 0,-7 9-250 16,3-3-614-16,-2 1 271 0</inkml:trace>
  <inkml:trace contextRef="#ctx0" brushRef="#br0" timeOffset="110962.2">19747 11577 56 0,'2'-5'268'16,"-2"5"-10"-16,0 0-8 0,0 0-13 15,0 0-7-15,0 0-13 0,0 0-11 0,0-5-17 0,0 5-10 16,0 0-16-16,0 0-16 0,0 0-12 0,0 0-5 16,-16 2-10-16,16-2 1 0,-14 3-6 0,3 0-3 15,-3 0 1-15,-4 2-11 0,-2-3-1 0,1 2-6 16,-4 3-2-16,-6-2-5 0,-1 4-7 0,-1 0-4 15,1-4-4-15,0 2-9 0,-4-2 0 0,3 0-8 16,1 2-8-16,1-3-10 0,5 0 1 0,3 0 1 16,1 1-6-16,5-2-8 0,2-1 2 0,0-1-3 15,5 1-11-15,0-1-21 0,1-1-18 0,7 0-22 16,-10 3-18-16,10-3-22 0,-6 2-23 0,6-2-26 0,0 0-42 16,0 0-52-16,0 0-58 0,0 0-256 15,0 0-588-15,27-5 260 0</inkml:trace>
  <inkml:trace contextRef="#ctx0" brushRef="#br0" timeOffset="111597.79">19056 11249 249 0,'0'-4'319'16,"-1"0"-6"-16,-1 0 13 0,2 4-13 0,0-8 2 15,-1 5-11-15,1 3-5 0,-1-6-15 0,1 6-13 16,0-5-15-16,0 5-20 0,0 0-20 0,0-5-17 15,0 5-23-15,0 0-18 0,0 0-18 0,0 0-16 0,0 0-20 16,0 0-7-16,4-2-5 0,-4 2-12 16,0 0-11-16,0 0-10 0,7 10-6 0,-6-6-3 15,2 1-7-15,1 1-1 0,-1 0-9 0,1 0-19 16,1 1-19-16,0 1-25 0,0 1-22 0,-1 2-27 0,1-3-22 16,2 0-20-16,-2 2-23 0,-2-5-19 0,4 6-25 15,-2-4-36-15,1 4-40 0,2-5-49 0,-6 0-279 16,1 0-641-16,1-2 284 0</inkml:trace>
  <inkml:trace contextRef="#ctx0" brushRef="#br0" timeOffset="111932.3">19224 11290 38 0,'0'0'159'16,"0"0"-10"-16,0 0 0 0,0 0-18 0,0 0-12 0,0 0-3 16,0 0-17-16,0 0-7 0,0 0-9 15,8 11-5-15,-6-6-6 0,1-2-10 0,0-2-7 16,-3-1-2-16,4 4-7 0,-1-1-3 0,-3-3 1 16,5 4-8-16,-5-4 6 0,7 2 10 0,-7-2 0 0,0 0-1 15,8-1 8-15,-8 1 1 0,0 0 1 0,0 0 1 16,5-5 0-16,-5 5 0 0,0 0-3 15,-1-7-3-15,1 7-4 0,0-5-2 0,0 5-1 0,-3-6-2 16,3 6-6-16,-5-6-3 0,5 6-6 0,-1-3-2 16,1 3-5-16,-3-4-9 0,0 1-17 0,3 3-26 15,0 0-30-15,-4-2-43 0,4 2-29 0,-4-3-50 16,4 3-187-16,0 0-395 0,0 0 176 0</inkml:trace>
  <inkml:trace contextRef="#ctx0" brushRef="#br0" timeOffset="112333.71">19293 11140 181 0,'0'0'300'0,"0"0"-11"15,0 0-18-15,0-7-21 0,0 7-16 0,7-3-12 16,-5 1-15-16,-2 2-16 0,9-6-14 0,-4 4-11 0,1-1-10 16,1 0-7-16,0 1-13 0,0-1-7 0,0-1-12 15,2 2-14-15,-3-1-19 0,2 0 0 0,-4 1 0 16,3 2-15-16,1-3-4 0,-2 2-11 16,2 0-11-16,-4-2 5 0,-4 3-15 0,12-2 4 0,-12 2-8 15,5 0 1-15,-5 0-5 0,10 2-4 0,-7 0-4 16,1 0-3-16,1 1 0 0,-1 0 3 0,-1 3-3 15,1-1-3-15,-1 0-2 0,0 3-2 0,1 2-3 16,0 3 1-16,0-4 1 0,-2 2 2 0,1 0 1 16,1 0-1-16,0 2-10 0,-1-1 8 0,1 0 2 15,-1-2-2-15,0 2-9 0,1-2-9 0,1-1-17 16,1 1-10-16,-4-3-23 0,2 3-20 0,-4-3-17 16,5 0-24-16,-3-2-28 0,-2 0-33 0,0 2-32 15,4-3-33-15,-1-1-234 0,-3-3-523 0,0 0 231 0</inkml:trace>
  <inkml:trace contextRef="#ctx0" brushRef="#br0" timeOffset="112551.16">19430 11250 177 0,'0'0'214'0,"0"0"-18"0,0 0-20 0,7-5-16 15,-7 5-16-15,7-3-12 0,-2 2-15 0,-5 1-16 16,11-2-4-16,-5-1-15 0,-1 0-6 0,2 2-10 16,2-2-5-16,-2 2-22 0,1 0-33 0,2 0-43 15,-1-3-37-15,-2 3-45 0,1-2-150 0,0-1-292 16,-1 1 129-16</inkml:trace>
  <inkml:trace contextRef="#ctx0" brushRef="#br0" timeOffset="112919.05">19615 11110 25 0,'0'0'259'0,"0"0"-12"0,0 0-8 15,0 0-16-15,0 0-9 0,0 0-16 0,-3-2-19 16,3 2-15-16,0 0-18 0,0 0-8 0,0 0-2 0,0 0-7 15,2 10-9-15,-2-10-5 0,0 8-2 0,0-8-9 16,5 7-1-16,-2-3-6 0,-2 3-5 0,2-1-5 16,-1-1-3-16,-1 3-11 0,7-3 8 0,-4 1-15 15,0 1-4-15,2-1-12 0,-1-1-1 0,-1 2-2 16,4-1-6-16,-1-1-4 0,-3 1-5 0,0 0-1 16,2-1-6-16,-1 0 6 0,0 0-10 0,0-1 11 15,-1 0-12-15,-3 0-3 0,3-2-6 0,0 1 1 16,-2-1 2-16,0 1-2 0,-2-3-4 0,0 0 0 15,3 5 4-15,-3-5-3 0,0 0-4 0,4 4 3 16,-4-4-3-16,-9 4-13 0,9-4-13 0,-9 2-15 16,7-1-17-16,2-1-23 0,-14 2-22 0,6-1-23 15,1 1-26-15,0-2-31 0,7 0-42 0,-12-3-33 16,5 1-217-16,-1 1-510 0,4-3 226 0</inkml:trace>
  <inkml:trace contextRef="#ctx0" brushRef="#br0" timeOffset="113136.54">19598 11132 39 0,'0'0'290'0,"0"0"-8"16,-2-5-12-16,4 0-17 0,-2 5-22 0,6-7-17 15,-2 4-14-15,0-1-25 0,3-1-9 0,0-1-24 16,1 3-15-16,3-2-10 0,-1 0-12 0,3-1-10 15,-2 1-17-15,0 0-19 0,3 3-36 0,-5-2-46 16,2 2-54-16,-3 0-65 0,0-1-65 0,-1 3-197 16,0-1-435-16,2 0 192 0</inkml:trace>
  <inkml:trace contextRef="#ctx0" brushRef="#br0" timeOffset="117852.88">9081 14123 109 0,'-3'-2'172'0,"3"2"-11"16,0-5-14-16,0 5-5 0,0 0-9 0,0-8-9 15,0 8-12-15,0 0-10 0,0 0-9 0,-2-5-11 16,2 5-7-16,0 0-6 0,0 0-13 0,-2-3 0 16,2 3-14-16,0 0 0 0,0 0-1 0,0 0-3 15,0 0-10-15,0 0 0 0,0 0-3 0,0 0-2 16,0 0-2-16,0 0-5 0,0 0-8 0,0 0 4 15,0 0 1-15,-5 11 0 0,5-11-3 0,-1 3 0 16,1-3 0-16,0 0-3 0,0 0-1 0,-2 5-2 0,2-5-1 16,0 0 8-16,-3 3-7 0,3-3 3 15,0 0-1-15,0 0-1 0,0 0 1 0,0 5 2 16,0-5 6-16,0 0 2 0,-5 5 2 0,5-5 0 0,-1 5 1 16,1-2 1-16,-2 2 5 0,1-1 3 0,-1 1-3 15,1 0 3-15,0 2-2 0,1-1 5 0,-3 1 0 16,3 3 2-16,-3-4-2 0,3 3-2 0,0 0-3 15,-1 2 4-15,1-4-1 0,0 2-7 0,1 0 3 16,-1-2-8-16,0 1 2 0,3-1-1 0,0 0-2 16,-2 0-1-16,3-1 2 0,-1-2 14 0,1 1 6 15,3 0 4-15,1-2 0 0,-1-1 1 0,4 1-1 16,1-4-3-16,-1 1-3 0,1-2-1 0,3 0-2 16,-3-2-3-16,3-2-5 0,-2 0 1 0,1 1-2 15,-3 0-4-15,4-1 1 0,-5-1 5 0,-3 1 17 16,2-2 11-16,0 2 17 0,-3 0 5 0,1 0 12 15,-6 0 7-15,5-1-2 0,-3-2-2 0,-2 4 17 16,-1-1-20-16,-1-6-8 0,-1 3-3 0,-2 2-8 16,0-2-7-16,-3 0-10 0,-3 1-6 0,2-1-1 15,-4 3-6-15,1-2-2 0,-2 0-7 0,-1 1 7 16,-1 2-13-16,1 1-9 0,0 0-17 0,1 1-21 16,-2 1-22-16,2 2-25 0,-1 1-27 0,1 3-33 15,2 0-37-15,-3 0-45 0,4 3-43 0,2 1-57 0,-1 2-241 16,6-1-598-16,-1-1 265 0</inkml:trace>
  <inkml:trace contextRef="#ctx0" brushRef="#br0" timeOffset="118923.71">9587 14233 64 0,'4'-2'335'0,"-4"2"-25"0,0 0-25 15,5-1-29-15,-5 1-23 0,0 0-19 16,0 0-17-16,0 0-5 0,14 3-17 0,-11 0-12 16,1-1-20-16,0 3-7 0,1-2-15 0,1 2-9 15,-2-1-9-15,0 2-9 0,2 0-6 0,-1 3-15 16,2-3-4-16,-5 1-8 0,2-1-5 0,-1 3-7 15,0 1-3-15,1-3 0 0,-4 1-9 0,0 2-1 16,3 0-6-16,-6-4-1 0,3 1-7 0,-4 1-23 16,3-1-17-16,-4 1-19 0,4-2-26 0,-3-2-27 0,-1 2-32 15,1-1-44-15,1-2-52 0,0-1-60 0,2 2-186 16,1-4-503-16,0 0 223 0</inkml:trace>
  <inkml:trace contextRef="#ctx0" brushRef="#br0" timeOffset="119241.52">9841 14086 226 0,'0'0'375'15,"0"-6"-4"-15,0 6-3 0,0 0-25 0,3-3-10 16,-3 3-19-16,0 0-12 0,4-4-20 0,-3 2-20 16,-1 2-21-16,6-3-24 0,-2 0-19 0,0 0-29 15,4 0-6-15,-1-1-21 0,0 1-11 0,5 0-14 16,0-1-10-16,1 0-13 0,-1-2-10 0,1 3-31 0,1 0-29 16,1 0-27-16,0-1-35 0,0 0-37 15,-1 2-34-15,-1-1-32 0,-2 1-36 0,1 0-38 16,-5 2-34-16,1-4-56 0,1 2-50 0,-4 0-187 15,3 0-587-15,-1-1 260 0</inkml:trace>
  <inkml:trace contextRef="#ctx0" brushRef="#br0" timeOffset="119492.4">10173 13871 84 0,'0'0'273'0,"0"0"-18"0,0 0-16 16,0 0 1-16,0 0-7 0,0 0-6 0,11 8-8 16,-8-6-7-16,-2 3-7 0,3-1-10 0,-1-1-15 15,3 3-9-15,-4-1-19 0,1 2-9 0,2-1-18 16,2 0-6-16,-3 2-10 0,-1 1-16 0,5 0-7 16,-5 0-11-16,5-2-5 0,-3 3-4 0,1-2-27 15,-2 2-29-15,1-3-32 0,0-1-32 0,-2 1-36 16,0 1-44-16,1 0-48 0,0-5-62 0,-1 2-52 15,0 2-171-15,-2-4-505 0,2-1 223 0</inkml:trace>
  <inkml:trace contextRef="#ctx0" brushRef="#br0" timeOffset="119893.83">10252 13663 188 0,'0'0'307'0,"0"0"-17"0,0 0-20 16,0 0-14-16,0 0-1 0,0 0-6 0,0 0 5 0,0 0-1 15,11 12-2-15,-7-7-3 0,3 0-4 0,1 1-5 16,0 0-13-16,3 3-13 0,-1-4-10 0,2 4-8 16,4 1-14-16,-1-1-13 0,1 0-18 0,0 1-12 15,2-1-13-15,0 2-11 0,1-2-3 0,-5 2-19 16,5-2-8-16,-3 2-9 0,-1 0-6 0,3 0-8 16,-5 1-7-16,-3-3-2 0,-1 1-8 0,0 3-4 15,0 2-5-15,-1-3-3 0,-4 4-4 0,-2-3-3 16,-1 1-23-16,-1 4-13 0,-1 2-21 0,-4-1-16 15,-4 1-20-15,2-1-32 0,-2 1-28 0,-2 4-35 16,-4-1-28-16,-3 0-34 0,1-3-38 0,-4 2-61 16,10-7-62-16,-5 1-261 0,1-1-702 0,4-5 311 15</inkml:trace>
  <inkml:trace contextRef="#ctx0" brushRef="#br0" timeOffset="133341.44">439 6383 336 0,'-8'-19'344'0,"5"-2"12"16,-4 2-5-16,3 1-1 0,0 0-9 0,1 0-7 16,2 6-15-16,-2 0-4 0,2 1-8 15,-2 0 0-15,0 3-13 0,2 0-12 0,-2 3-22 16,3 0-26-16,-3 1-25 0,2 0-27 0,1 4-22 0,-3-4-19 15,3 4-38-15,0 0-34 0,0 0-8 0,-1 12-7 16,2-2-2-16,-1 4-7 0,3 3-4 16,1 3-5-16,3 7-2 0,0 0-19 0,-3 1-13 15,4-1-5-15,2 2-16 0,-2-2-15 0,1-1-8 0,-3-5-22 16,2-1-26-16,-3-2-24 0,1 2-23 0,3 0-10 16,-2-3-24-16,0 0-18 0,-2 1-14 0,1-6-25 15,2 4-30-15,-3-6-36 0,1 1-38 0,-2-3-270 16,0-3-652-16,-1 0 289 0</inkml:trace>
  <inkml:trace contextRef="#ctx0" brushRef="#br0" timeOffset="133709.41">625 6247 213 0,'0'-5'388'0,"-1"-2"21"16,2 0-17-16,-1 1-4 0,-1 0-8 0,1 0-12 16,-1 2-27-16,1 4-31 0,-2-3-34 0,2-2-28 15,0 5-36-15,0 0-24 0,0 0-17 0,0 0-20 16,0 0-18-16,12 15-10 0,-9-4-17 0,5 2-7 15,-1 3-12-15,0 3-5 0,4 2-8 0,-3 3-6 16,3 0-7-16,-2-5-9 0,-2 2-9 0,0-3-7 16,-2 0-21-16,5 1-20 0,-3-2-26 0,-2-1-17 15,-1-3-34-15,3-2-28 0,1 2-27 0,-5-3-24 16,-2-2-28-16,5-1-30 0,-5-1-22 0,0 0-19 16,2-2-42-16,-3-2-46 0,0-2-200 0,0 0-591 15,0 0 261-15</inkml:trace>
  <inkml:trace contextRef="#ctx0" brushRef="#br0" timeOffset="133926.84">530 6277 317 0,'-4'-1'422'16,"4"1"7"-16,-3-6-9 0,3 6 2 0,-4-4-3 15,0 2-10-15,4 2-22 0,0 0-25 0,-3-5-25 16,3 5-32-16,0 0-27 0,0 0-33 0,0-4-23 15,0 4-28-15,0 0-16 0,6-3-25 0,-2-2-20 16,4 3-21-16,5-2-26 0,5-2-25 0,3-1-28 16,0 1-30-16,1 3-40 0,8-7-42 0,3 4-43 15,-2-3-51-15,0 2-50 0,-2-2-50 0,1 4-59 16,-7 0-74-16,-1 0-308 0,-5 1-773 0,2-1 342 16</inkml:trace>
  <inkml:trace contextRef="#ctx0" brushRef="#br0" timeOffset="134227.91">999 6332 116 0,'0'0'348'0,"0"0"-9"16,0 0-14-16,5 1-16 0,-5-1-33 0,0 0-21 15,0 0-19-15,0 0-17 0,0 0-14 0,0 0-12 16,12-1-19-16,-7-2-22 0,7 2-19 0,-1-3-13 16,0 2-40-16,4-3-41 0,3 0-42 0,2-1-50 15,-1 0-52-15,0 1-75 0,4-2-68 0,-1 2-241 16,-10 0-529-16,7-1 234 0</inkml:trace>
  <inkml:trace contextRef="#ctx0" brushRef="#br0" timeOffset="134846.5">1367 6180 290 0,'0'-4'329'0,"1"-3"-1"0,3 2-16 0,-4-2-13 15,1-1-8-15,0 0-14 0,-1 0-12 0,2-3-13 16,-2-1-12-16,0 2-9 0,0 0-23 0,0 0-17 16,0 2 1-16,0 0-9 0,0-2-14 0,0 4-9 15,0-1-7-15,0 1-15 0,0-1-18 0,0 5-10 16,0-4-14-16,0 6-15 0,0-4-9 0,0 4-14 15,0 0-13-15,1-4-8 0,-1 4-7 0,0 0-4 16,0 0-3-16,10 15-4 0,-6-10 4 0,0 6-10 16,-1-1 5-16,5 4-10 0,-1 1 4 0,0 1-4 0,1 1-5 15,-2-1-3-15,4-1-1 0,-2 3-4 16,2-1-6-16,-1 0-1 0,-1-1-2 0,1 2-2 16,0-3 2-16,-1 3 0 0,-2-6-3 0,-1-1 5 15,2 0 1-15,-3-3-4 0,1 2-17 0,-1-3 20 0,-1 0-2 16,-3-1-1-16,3-1-1 0,0 0 9 15,-1-1-3-15,0 0-20 0,-2-4 31 0,4 5 5 16,-4-1 1-16,0-4 0 0,0 0 1 0,0 0-6 16,0 0-14-16,0 0 19 0,0 0-3 0,0 0-4 0,-8 1 1 15,8-1-10-15,0 0 9 0,-9 0-4 0,9 0 2 16,0 0 0-16,-11 1 10 0,6 1-11 0,5-2 5 16,-9 0-7-16,3 3 6 0,2-1-4 15,-2 1 4-15,-1-1-20 0,1 3 20 0,1-2-4 16,-1-1 3-16,2 1 1 0,-3 2 3 0,3-2 7 0,2-1-16 15,-4 1 0-15,6-3-1 0,-4 2-1 0,4-2 6 16,-3 1 1-16,3-1 5 0,0 0-1 0,0 0 6 16,0 0 2-16,0 0 0 0,0 0-6 0,25-5 0 15,-17 4-2-15,4-6 2 0,-1 4 1 0,4 0-1 16,-2 1-20-16,1-2-19 0,-3 0-24 0,4 0-30 16,-3 2-23-16,3-1-29 0,-1 2-32 0,-6 1-32 15,3 0-45-15,0 0-49 0,-3 0-36 0,-1 0-235 16,-3 3-614-16,-2-1 271 0</inkml:trace>
  <inkml:trace contextRef="#ctx0" brushRef="#br0" timeOffset="135231.46">409 7110 205 0,'-4'3'336'0,"-2"-1"-13"16,6-2-16-16,-5 4-4 0,5-4-2 0,0 0 2 15,0 0-5-15,21-4-28 0,-3-1 4 0,11-4-13 16,4-2-10-16,6 0-15 0,20-5-11 15,3-6-17-15,32-5-21 0,-25 7-17 0,26-10-22 0,-29 7-9 16,33-10-13-16,-8 2-15 0,-25 12-5 0,32-11-8 16,-7-1-10-16,-26 13-7 0,29-11-8 0,-26 9-11 15,-3 0-5-15,-5-2-7 0,-2 4-16 0,-6 0-12 16,-11 4-16-16,-6 1-17 0,-1 3-17 0,-11 4-23 16,-8-2-14-16,0 3-16 0,-3 0-21 0,-6 0-34 15,-1 3-60-15,1 0-49 0,-6 2-51 0,0 0-58 16,0 0-329-16,-25 0-739 0,5 2 327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28T09:57:45.2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2555 1429 231 0,'-5'-5'261'0,"2"2"-6"0,3 3-15 0,0 0-10 15,-3-5-23-15,3 5-18 0,0 0-20 0,-1-3-14 16,1 3-18-16,0 0-21 0,0 0-14 0,0 0-12 15,0 0-9-15,0 0-8 0,0 0-7 16,-4 13 6-16,4-8 14 0,0 0-7 0,0 4 10 16,0 0 2-16,0 1-8 0,0 0 2 0,4 2-4 15,-8 1-3-15,8-1-7 0,-4 1-5 0,0 3-5 16,0 2-1-16,0-2-1 0,1 2 1 0,-1-3-5 0,3 5-1 16,2-2-5-16,1 1 3 0,-1 0-2 15,5-4-15-15,-1 2-17 0,4 1-2 0,-1-4-2 16,0 0 1-16,3 0 1 0,-4-2-2 0,5 1-2 15,2-5-1-15,-3 1 6 0,0-5-7 0,4 1 1 16,-1-2-3-16,-4-1 1 0,3 0 0 0,0-9 2 16,-3 7-4-16,4-5 17 0,-4 0 12 0,-1-1 9 15,2-4 16-15,-2-3 2 0,0 1 3 0,-2-1 8 16,-1-1 12-16,0 0-1 0,-3-4 0 0,4 1 1 16,-6-3-3-16,-2-1-9 0,1-7-5 0,-3 2-9 15,-2-4-5-15,1 2-4 0,0-1-8 0,-4 2-2 16,1 5-6-16,-5-2-5 0,4 1-3 0,0 3-2 15,-1 1-4-15,-1-1 0 0,0 6 0 0,0 1-8 16,2 1 2-16,0 2 5 0,1-1-9 0,-3 5-2 16,5-1-1-16,-2 3-9 0,1-2-31 0,0 3-47 15,2 3-62-15,-3-4-56 0,3 4-3 0,0 0 13 0,-3 14-8 16,3-3-12-16,3 2-18 0,0 0-35 16,1 3-32-16,3 2-56 0,-3 3-202 0,2-1-594 15,3-3 263-15</inkml:trace>
  <inkml:trace contextRef="#ctx0" brushRef="#br0" timeOffset="434.67">3116 1488 149 0,'1'-3'210'0,"-1"3"-20"0,0 0-24 0,0 0-11 15,0 0-17-15,0 0-15 0,12 11-10 16,-8-9-14-16,2 5-11 0,-1-1-6 0,1 0-7 16,3 4-7-16,-1-2-10 0,-1 4-1 0,4 2-4 15,-3-5-7-15,4 7-3 0,-1-3-6 0,3 2-5 16,-6-1 2-16,-2-3-5 0,0-3 0 0,4 8-3 0,-5-9-6 16,-1-1 2-16,0 2-3 0,1-4-1 15,0 0 0-15,-4-1 26 0,3 1 40 0,-4-1 16 16,0-3 3-16,0 0-3 0,0 0-2 0,0 0 1 15,6-14-9-15,-5 8-2 0,-1-5-14 0,1 1 8 16,-1 0-9-16,2-3-1 0,-1 2 2 0,2-4-4 0,-3 2-8 16,4 1-1-16,-3 0 3 0,2 2-8 15,0 0-5-15,1 0-2 0,-3 3-3 0,2 1-3 16,-3 1-7-16,3 1 0 0,-1 0-5 0,1 0-9 16,0 2-4-16,0-1 2 0,-3 3-2 0,0 0-4 15,16 4-2-15,-8-2-4 0,0 5-4 0,2-1-4 0,2 0-11 16,-4 4-23-16,7 1-18 0,-4-2-25 15,2 1-15-15,3 2-18 0,-7-2-18 0,6 0-16 16,-5 2-13-16,0-4-29 0,1 0-25 0,-1-1-27 16,0-2-206-16,-4 0-480 0,0-1 213 0</inkml:trace>
  <inkml:trace contextRef="#ctx0" brushRef="#br0" timeOffset="652.29">3555 1552 190 0,'0'0'219'0,"0"0"-12"0,1-5-21 0,-1 5-20 16,0 0-18-16,0 0-13 0,0 0-13 0,0 0-15 16,0 0-10-16,11 8-5 0,-7-6-11 0,0 4-6 15,2-1-8-15,3 1-6 0,-1 3-1 0,1 0-10 16,-1 3 1-16,4-4-9 0,0 7-5 0,3-3 0 16,-1 0-6-16,-1 2 0 0,1-4-4 0,-3 4-7 15,2-5-28-15,-3-5-13 0,1 4-41 0,-3-3-41 16,2-4-52-16,-5 1-177 0,3-2-360 0,-8 0 160 15</inkml:trace>
  <inkml:trace contextRef="#ctx0" brushRef="#br0" timeOffset="970.08">3911 1155 179 0,'-3'-5'361'15,"2"2"-20"-15,-3 1-13 0,4 2-22 0,-9-4-27 16,9 4-37-16,-6-1-25 0,6 1-24 0,0 0-17 16,-9 7-24-16,6-2-15 0,1 2-7 0,1 1-20 15,-2 4-9-15,6 5-8 0,-3 2-11 0,3 8-3 16,1 0-10-16,3 4-6 0,0 1-3 0,6 0-14 16,-2 2-2-16,3 2-7 0,1 12 4 0,-2-13-5 15,2 1-2-15,4 17-4 0,-4-6 1 0,0-10-1 16,3 11-2-16,2 1-12 0,-9-15 7 0,3 0-9 15,-2 0 6-15,-1-1-3 0,4-1-1 0,-3-2-2 16,0-2 4-16,-5-8-6 0,0-1 3 0,-3-3-4 16,3-3-6-16,-3-3-22 0,-2-2-15 0,0-1 1 15,-1-4-20-15,-1-3-51 0,0 0-58 0,0 0-50 16,0 0-87-16,-21-10-259 0,7-6-603 0,-5-4 267 16</inkml:trace>
  <inkml:trace contextRef="#ctx0" brushRef="#br0" timeOffset="2057.01">3894 1657 83 0,'8'-5'207'0,"-3"-2"-22"16,-1 1-10-16,3-4-22 0,4 4-13 0,0-5-14 15,1 5-10-15,0-3-10 0,-1 3-16 0,3 1-7 16,-2-5-7-16,2 5-13 0,3-1-1 0,-3 4-6 15,-1-4-9-15,0 2-6 0,0 1-8 0,-2 0 3 16,0 1-7-16,1-1-1 0,-4 1-10 0,-1 1-2 16,0-1 2-16,1 2-6 0,-1-2 0 0,-7 2-3 15,7 0 2-15,-7 0-4 0,0 0-2 0,7 2 0 16,-7-2 0-16,0 0 3 0,1 5 0 0,-1-5-3 16,0 6 2-16,0-6-3 0,0 8 2 15,-1-4 3-15,-2 2 0 0,3 1 5 0,-1-1 1 0,1 1 2 16,1 0-1-16,-1 2 1 0,0-5-1 0,3 4 4 15,1 0-5-15,1-3-2 0,-1 0 4 0,0 2-4 16,5-1-1-16,0-3 5 0,0 4-6 0,1-4 4 16,0 0-7-16,2 0 4 0,-1-2 1 0,1-1-1 15,-3-4-4-15,0 4 2 0,1-4-2 16,-1-1 1-16,-3 0 1 0,0 3-1 0,1-4 4 0,-2-1-1 16,-4 2 5-16,2-3 1 0,-1-1 6 0,-1 4-2 15,-1-4 7-15,-1 1 6 0,-2 2 14 0,0-5 4 16,-2 5 0-16,5-1 12 0,-4 2 3 15,2 0 2-15,-2 1 7 0,4-1-12 0,-4 1 0 16,4 1-5-16,0 3-8 0,-3-5-10 0,3 5-8 16,0 0-2-16,3-6-3 0,-3 6-3 0,0 0-1 15,11 3 0-15,-2-1-5 0,4 0-1 0,2 0-4 0,1 2 2 16,3-1-7-16,0 0 3 0,3 3-3 0,-2-2-2 16,-1-2-1-16,2 1-2 0,-2-1 2 15,-2 4 1-15,-2-3 0 0,-4 0-3 0,2-1-15 16,-3 1 15-16,-1-2-1 0,-4 0-3 0,1 2 0 15,-1-2 3-15,-5-1-2 0,5 3 0 0,-5-3 2 16,0 0-16-16,0 0 17 0,-16 5 9 0,9-5 9 0,-1 0 2 16,0 0 8-16,1-2-1 0,7 2 8 15,-12-3 3-15,6 2 12 0,1-3-18 0,-2 0 3 16,3 0-7-16,0-1 15 0,3-2-20 0,1 1-7 16,0-1-3-16,2 0-1 0,1-3-3 0,4 2 0 15,0-1-24-15,-1 2 12 0,4-2 7 0,-3 0-7 16,2 2-16-16,2 1 17 0,-4 0 0 0,-1 3 0 15,4-2-1-15,-3 2-21 0,-1 1 15 0,-1-1 3 16,-1 3-2-16,-4 0 2 0,12 1-3 0,-12-1 0 16,13 8 1-16,-8-4-17 0,0-1 15 0,4 4 5 15,-4-2 2-15,2 4-2 0,0-1-2 0,1 0 4 16,0-1 0-16,0 1 1 0,-2 0-8 0,-1-3 5 16,-1 0 1-16,2-2-4 0,-2 3-4 0,-2-4 3 15,1 1 3-15,-3-3-13 0,0 0 14 0,7 0 1 16,-7 0 1-16,0 0-2 0,5-6 0 0,-3 0 2 15,-1 2 0-15,3-1 0 0,-4-1-2 0,0-1 2 16,1 0-3-16,-1 1 2 0,3-2-1 0,-1 3 0 16,-1-3 5-16,0 3 1 0,1 0-2 0,-2-1-8 15,1 3 2-15,-1 3 4 0,1-7-7 0,1 4 4 16,-2 3 1-16,0 0-2 0,9 0-4 0,-9 0 5 16,7 6-5-16,-3-1 2 0,0-2 0 0,2 4 4 15,3 0-4-15,-1-1-8 0,-1 2-4 0,1-1 2 16,3-1-3-16,-3 0-1 0,2 0 2 0,-5 0-1 15,6-1 8-15,-4-2-2 0,0 0 7 0,0-1 0 16,-1-3 4-16,0 2-6 0,-6-1 2 0,9-3 7 16,-6 1 10-16,0-1 18 0,0-2 4 0,-2-1 14 15,3 0 6-15,-3 0 17 0,2-2 1 0,0-2 1 16,-3 2 14-16,4-2 3 0,-4 1-2 0,3 1-3 16,-2-1-1-16,3 6-8 0,-4-7-14 0,1 5 2 15,2 2-10-15,-3-3-6 0,2 2-8 0,0 2-8 16,-2 2-8-16,7-1-16 0,-7 1-18 0,0 0-19 15,15 6-23-15,-10-4-32 0,6 5-39 0,0-1-11 16,0 4-45-16,4-3-41 0,-4 1-53 0,8 2-84 16,-4 0-269-16,2-3-678 0,5 0 300 0</inkml:trace>
  <inkml:trace contextRef="#ctx0" brushRef="#br0" timeOffset="2994.87">5841 1224 79 0,'4'-16'313'0,"-4"2"-11"0,-1-3-5 0,-2 0-13 0,0 1-13 16,-2 2-8-16,0 2-14 0,-1-3-26 15,-1 2-18-15,2 1-8 0,-2 2-29 0,-1 1-13 16,4 4-19-16,-2 0-6 0,-2 0-20 0,2 5-12 16,-4 0-15-16,2 4-6 0,-6 0-10 0,3 3-6 15,0 2-6-15,-2 8-3 0,2-1-6 0,1 2-2 16,-3 5-14-16,3 2 0 0,2 2 2 0,-1-2-9 15,6 2-4-15,2-1 3 0,1 4-4 0,0-9-5 16,4 6 1-16,0-6-2 0,5 4 4 0,-1-6-7 16,2-1-7-16,3-1-6 0,1 0-2 0,2-2 2 15,-1-1 0-15,7-2-8 0,-4-4-5 0,1-1 1 16,4-1-5-16,7-2 2 0,0-2 1 0,-8-2-7 16,2-2 4-16,-4 1 3 0,1-2-4 0,-6 0 13 15,4-6-6-15,-5 6 4 0,-1-3 0 0,1-1 6 16,-3 2 3-16,-2-1-1 0,-1 2 26 0,-2-2 14 15,-2 3 4-15,0 0 8 0,1-1-4 0,-3 2-6 16,-2 2 4-16,4-4-11 0,-4 4-5 0,0 0-4 16,0 0-2-16,0 0 0 0,0 0-11 0,0 0-2 15,0 0 3-15,0 0-16 0,0 10 13 0,1-6-7 16,-1 0 1-16,3 0-9 0,-2 1-2 0,3 0-6 16,0 0-5-16,2 0-3 0,7-1-6 0,-3 2-6 15,1-2-9-15,4 0 1 0,-3-2-17 0,6-1-7 16,-5 0 0-16,2-1-4 0,-1-2 1 0,-1 2 7 15,-2-5 2-15,4 3 4 0,-11-2-2 0,6 0 6 16,-3-1 3-16,-6 0 7 0,2 0 2 0,-2-1 6 16,-2-1 1-16,-3 1 5 0,-3-4 2 0,0 3 4 15,-2-1 1-15,-1 2 9 0,-1 1 4 0,-2-3 1 16,-1 4 5-16,3-1 5 0,-1 0 11 0,1 1-1 16,0 2 0-16,3 0 0 0,0 0-2 0,2-1-1 15,2 2 4-15,4 1-7 0,-9-1 0 0,9 1-1 16,-6-2 3-16,6 2 1 0,0 0-4 0,0 0 2 15,0 0 1-15,0 0-3 0,21-5 1 0,-9 3-2 16,-1 0 5-16,1-1-5 0,3-1 5 0,4 0-3 16,-1 1-3-16,0-2-1 0,-4 2 6 0,0-1-8 15,6-1 3-15,-6 2-13 0,1-1 12 0,-1 3 1 16,-5-3-6-16,3 3 4 0,-1-2-2 0,1 3 3 16,-3 0-1-16,3 2-2 0,-4-1 0 0,1 1-4 15,1 1 3-15,-2 0 0 0,3 4 0 0,-1 2 0 16,-2-3-2-16,3 3 3 0,-2-2-1 0,-1 3 5 15,3 0-1-15,0 1 0 0,-4-4-2 0,4 4-1 16,-6-3 2-16,3 1-1 0,-2-2 3 0,-2 0-3 16,0 0-8-16,0-3 12 0,-1 2 0 0,-3-1 2 15,0-1-2-15,0-4-1 0,-7 7-9 16,2-6-23-16,-2 0-28 0,7-1-30 0,-14-2-33 0,2-1-50 16,2 1-57-16,1-4-33 0,-2 0-144 15,0 1-438-15,1-4 193 0</inkml:trace>
  <inkml:trace contextRef="#ctx0" brushRef="#br0" timeOffset="3244.76">6562 946 320 0,'0'-2'312'0,"0"2"-29"0,-1-6-27 0,1 6-29 16,0 0-25-16,0 0-23 0,0 0-15 0,0 0-15 0,4 10-16 15,0-2-15-15,0 2-6 0,3 4-14 16,-3-1-10-16,3 6-8 0,0 0-9 0,3 8-4 16,0 0-9-16,-1 1-6 0,5 4-12 0,-6-4 10 15,5 3-4-15,0-2-9 0,-2 1 3 0,0 1-18 16,2-6 5-16,1 2-23 0,-6-6-33 0,6 3-24 16,-9-6-37-16,5-1-31 0,-1 1-48 0,-1-10-66 15,2 4-188-15,-3-3-459 0,-2-3 203 0</inkml:trace>
  <inkml:trace contextRef="#ctx0" brushRef="#br0" timeOffset="3428.75">6618 1259 292 0,'-6'-1'321'15,"2"-3"-21"-15,-1 3-25 0,5 1-22 0,-3-7-19 16,5 2-34-16,-2 5-22 0,8-8-24 0,1 3-20 15,2 1-50-15,7-3-51 0,5 1-59 0,3-3-64 16,5 1-82-16,6 0-190 0,-6 0-392 0,4 0 173 16</inkml:trace>
  <inkml:trace contextRef="#ctx0" brushRef="#br0" timeOffset="4599.54">7724 902 265 0,'-6'-10'263'15,"1"3"-7"-15,-2-1-20 0,0 2-20 0,3 2-17 16,-6-1-27-16,4 3-15 0,-4-2-16 0,-1 5-15 16,-1-1-18-16,1 4-4 0,2 2-14 0,-5 1-8 15,5 3-8-15,-1-1-9 0,1 1-5 0,3 0-9 16,-1 3-3-16,5 1-6 0,0-3-5 0,2 5-3 15,3-2 0-15,1 0-3 0,0 6 2 0,7-8-8 16,1 5 2-16,-1-4-16 0,4 5 12 0,1-4-4 16,5 5 1-16,3-3-3 0,-6-1 3 0,-2-4-9 15,1 1 3-15,6 7-2 0,-6-9-1 0,0 4 0 16,0-4-3-16,-2 3 2 0,-4-4-6 0,-1 0 5 16,1-1-4-16,-3 2 3 0,-3-2-6 0,-1-2 3 15,-1 1-1-15,-3-3 5 0,-3 2-6 0,2-2 20 16,-2 1 8-16,-5-2 3 0,0 3 5 0,-3-2-1 15,-1-1 8-15,-2-1-4 0,-1 1-3 0,3-2-6 16,1 0-1-16,-4-1-20 0,4 1 17 0,2-1 0 16,-5 2-5-16,7-2-3 0,-1 0-1 0,8 0-7 15,-9 0 4-15,9 0-5 0,-10 0-4 0,10 0-3 16,0 0-3-16,0 0-1 0,0 0 4 0,26-3-8 16,-14 1-8-16,9 0 1 0,2-1-8 0,0 0 0 15,7 0-2-15,1-3 1 0,2 2 0 0,-3-5-1 16,2 3 2-16,2-5-5 0,-6 2 10 0,0 1-5 15,4-2 4-15,-11 2-9 0,1 0 12 0,-4-1-3 16,-1-3 4-16,-3 0 2 0,2 0-7 0,-6 4-5 16,-2-3 10-16,-6-1 2 0,0 2-1 0,-1 0 1 15,-4-2-3-15,-2 7 3 0,0-6 4 0,-2 7-2 16,-1-3 1-16,-3 3-1 0,0 1 0 0,-1 0 4 16,-5 3-3-16,5 1 2 0,-7 2-1 0,4 1 5 15,3 1-2-15,-2-1-2 0,2 2 0 0,3 2-2 16,2-2 2-16,-2 4 1 0,3 0 2 0,6-2 1 15,-3 2-2-15,6 1 1 0,0-1 0 0,3 0 8 16,5 1 2-16,4 1-5 0,4 0 2 0,8 0-3 16,5-2 3-16,0 1 0 0,2-4-10 0,3 0 2 15,1-4-1-15,2-1-4 0,-2-2-10 0,-3 0-2 16,7-1-12-16,-8-7-7 0,4 5-1 0,-4-5-3 16,0 0 0-16,-1-1-3 0,-3-1 10 0,1-2-5 15,-9 3 8-15,-5-1 4 0,0 0 1 0,-2-1 5 16,-6 3 4-16,0-3 6 0,-4 1 6 0,-1 2 5 15,-4-3 8-15,0 2 4 0,0 4 8 0,-4-4 7 16,-1 4 1-16,-1-3 0 0,-2 2-2 0,-3 1 0 16,2 2-2-16,-4 2-7 0,1 1 4 0,-2 1-4 15,0-1-3-15,1 4-4 0,0 0 4 0,0 3-3 16,1-1-3-16,-4 6 1 0,5-5-1 0,-1 8-14 16,2-4 10-16,1 4 4 0,3-4-3 0,6 2 1 15,-5 0-1-15,5 1 0 0,0-1 0 16,4-1 3-16,1 1-3 0,2-1 2 0,0-1 3 15,1-1-5-15,4-2 1 0,-2-1-1 0,3-1-4 16,1-2 4-16,5-1 3 0,-1-5-4 0,-5 2-1 0,2-2 1 16,-1-3 3-16,-2-1-3 0,7-1 0 0,-8-1 10 15,0 2 11-15,0-4 11 0,-3 2 12 0,0-2 12 16,-1 3 17-16,-2-3 8 0,-1 2 11 0,1 3 10 16,-4-3-4-16,2 4-5 0,-2-2 6 15,-1 1-12-15,0 1-9 0,3 2-14 0,-3 2-7 16,1-5-7-16,-1 5-4 0,0 0-6 0,0 0-11 0,0 0-6 15,0 0-1-15,0 0-2 0,-8 15-32 0,11-10 7 16,-3 1-14-16,1 2-8 0,6 1-10 0,-2 0-15 16,2 0-2-16,3 2-22 0,-4-1-14 15,3 0-22-15,4-2-28 0,-2-2-17 0,1 3-27 16,-1-5-30-16,0 1-35 0,3-4-48 0,-2-1-222 16,0 0-557-16,-1-2 247 0</inkml:trace>
  <inkml:trace contextRef="#ctx0" brushRef="#br0" timeOffset="5168.21">8994 1122 3 0,'0'0'190'0,"0"0"-16"0,0-4-17 16,0 4-14-16,0 0-15 0,0 0-8 0,0 0-13 0,0 0-2 16,0 0-15-16,18 5-12 0,-10-2-5 15,0 0-7-15,2 3-5 0,2-1-5 0,-4-1-6 16,3 1-13-16,1-1 5 0,-2 1-3 0,2 0-6 15,-4 0-2-15,0-1-4 0,0 1-4 0,0-3-1 16,-2 3-2-16,-2 0-4 0,0 0 0 0,0-2-3 16,-4 2 4-16,0 0-2 0,0-5-2 0,-4 8 2 15,0-3 0-15,-2-1-3 0,2-1-2 0,-1 0 3 16,2-1 1-16,-2-1 17 0,5-1 17 0,-7 2 22 16,7-2 5-16,0 0 2 0,0 0-4 0,0 0-1 15,-8-7-8-15,11 2-5 0,-3 5-7 0,6-10-8 16,1 2 0-16,5-1-8 0,-2 1-6 0,6-4-9 15,8-5-5-15,-3 5-12 0,-2 1-5 0,10-3-10 16,1 0-12-16,-2 0-13 0,1 3-11 0,4-1-4 16,-2 3 1-16,0 0-4 0,-1 0 11 0,-11 5 5 15,1-1 4-15,1 4 2 0,-8-2 3 0,0-1 2 16,-5 3 5-16,4-1 4 0,-6 1-1 0,-6 1 4 16,0 0 0-16,0 0 6 0,0 0 8 0,0 0 2 15,0 0 12-15,-18 12 8 0,7-8 10 0,1-2 8 16,2 3 12-16,-4 0 2 0,-2-1 15 0,2 0-3 15,0 2 5-15,-7 1 0 0,8-1-1 0,-2 2-6 16,0-3-8-16,5 5-7 0,-1-4-1 0,-1 5-3 16,3-3-4-16,2 5-6 0,1-3 1 0,2 1-6 15,-3 2 1-15,10 0 2 0,-5-2-5 0,6 1 4 16,3-1-7-16,1 4 0 0,3-4-6 0,5 1 5 16,1-3-6-16,6 0-4 0,0 1-5 0,5-6-15 15,3 1-14-15,-5-4-22 0,-6-2-16 0,11-4-27 16,-2 1-15-16,-1-6-22 0,2-3-17 0,-1-1-30 15,-1-4-20-15,-3-1-29 0,0-2-168 0,-2-3-418 16,-4-1 184-16</inkml:trace>
  <inkml:trace contextRef="#ctx0" brushRef="#br0" timeOffset="5569.63">9990 882 83 0,'-6'-15'213'0,"-2"-2"15"0,4 6 13 0,-3-4 7 16,-1 5 12-16,-2-1-2 0,5 2-4 0,1 0-2 15,-4 4-10-15,5-1-28 0,-1 2-11 0,0 0-45 16,1 0-5-16,0 2-19 0,3 2-13 0,0 0-14 15,0 0-32-15,0 0 9 0,-4 13-6 0,7-5-3 16,-3 3-6-16,6 6-7 0,2 0-16 0,-4 1 7 16,8 6-11-16,-4 3-3 0,7 1-8 0,-4 0 4 15,3 0-11-15,-1-3 8 0,1 5-7 0,2-6-1 16,-1 3-9-16,3-4 3 0,-3 3-11 0,0-2-4 16,-4-7 4-16,2-2-7 0,-5-1 1 0,-1-5 0 15,1 0-1-15,-1-1-1 0,-3-2 4 0,2-2 10 16,0-2-13-16,-3-1 32 0,-3-1-6 0,0 0 7 15,15-7-2-15,-11 2 10 0,0-3 9 16,6 0-11-16,-6 0 23 0,7-6 10 0,-6 3 5 0,-1 2 0 16,3 0 6-16,-1-1-10 0,0 3 1 0,0 0-12 15,-1 2-5-15,-2 0-9 0,2 1-4 0,0 1-4 16,2 1-12-16,-1 2-6 0,0-2 5 16,-6 2-2-16,13 4-4 0,-1 0-7 0,-3 3 5 15,0 1-3-15,6 3-5 0,0 1 5 0,3 0-6 0,-5 2-5 16,4 2-22-16,-4-3-6 0,6 2-27 0,-5 0-29 15,-2 1-25-15,3-1-27 0,-3-1-35 0,-1-2-36 16,-4 0-41-16,0-1-51 0,-2-4-75 16,-1 2-263-16,-8 1-684 0,0-4 303 0</inkml:trace>
  <inkml:trace contextRef="#ctx0" brushRef="#br0" timeOffset="7076.02">3525 1307 120 0,'0'0'178'0,"0"0"-17"0,0 0-14 15,0 0-15-15,0 0-12 0,0 0-16 16,-4 5-10-16,4-5-8 0,0 0-6 0,0 0-13 16,0 0-3-16,3 6-5 0,-3-6-3 0,0 0-17 15,8 4 11-15,-8-4-8 0,0 0-5 0,5 3 5 16,-5-3-1-16,3 1 4 0,-3-1-5 0,0 0 9 16,0 0-1-16,11-4 5 0,-11 4 7 0,5-3 3 15,-5 3 2-15,6-4 0 0,-5 2 0 0,-1-3-6 16,0 5 3-16,3-6 28 0,-3 3-6 0,0 3-5 15,-3-8-4-15,3 8-11 0,0-4-6 0,0 4-5 16,0 0-6-16,-3-4-18 0,3 4-36 0,0 0-18 16,0 0-21-16,0 0-33 0,-9 8-37 0,9-2-49 15,1 1-54-15,1 3-168 0,-2 1-417 0,0-1 185 16</inkml:trace>
  <inkml:trace contextRef="#ctx0" brushRef="#br0" timeOffset="8646.84">2743 2275 21 0,'-3'1'223'0,"-5"-1"-4"0,8 0-7 16,-8 1-9-16,8-1-8 0,-7 3-21 0,7-3-14 16,-4 2-13-16,4-2-9 0,0 0-17 0,0 0-14 15,-7 1-11-15,7-1-12 0,0 0-3 0,0 0-9 16,0 0-7-16,0 0-7 0,0 0-2 0,0 0-6 16,0 0-4-16,14 3-6 0,-6-3-2 0,-1 2-3 15,-2-2-3-15,3 0-4 0,3 0 2 0,3-2-2 16,-3 2 0-16,4 0-3 0,2-1 1 0,-2-2-5 15,-1-1 0-15,6 2-1 0,-1-4 5 0,2 3-1 16,-2-4 2-16,4 4 0 0,-4-4 1 0,10-1-3 16,-9 1-2-16,3 0 4 0,-4 0-5 0,1 2-2 15,8-5 0-15,-9 5 3 0,3-3-7 0,1 2 3 16,-3 0-6-16,0 1 6 0,1-2-5 0,-1 1-1 16,-1 0-1-16,3-2-2 0,-3 4 3 0,0-1-3 15,3 1-2-15,-3-4-2 0,0 6 1 0,0-3-1 16,0 0 1-16,1 1-2 0,-3 0-6 0,3 0 4 15,0-2 3-15,-2 3-2 0,3-1 2 0,-2 0-5 16,1-1 3-16,2 2-8 0,-2-2 8 0,-1 0-1 16,6-1-2-16,-2 2 0 0,-4-2-9 0,6 1 11 15,-2 0-2-15,6-5 1 0,-7 4 4 0,7 0-4 16,2-2 3-16,-10 3-2 0,3 1 0 0,3-4 0 16,-2 3 2-16,7-1-5 0,-3 0 6 0,-1-3-9 15,-7 5 4-15,9-4-1 0,-2-1 6 0,-6 5-7 16,8-3 5-16,1 0-3 0,-2 0-1 0,2 3 4 15,-2 0-3-15,2-1-1 0,0 0-1 0,-1-3 3 16,0 4-2-16,3-1 0 0,-1 1 5 0,0-2-4 16,-1 0-1-16,0 1 0 0,-1-3 1 0,1 5 3 15,6-5-5-15,-7 3 0 0,4 2-1 0,-3-1-1 16,1-3 4-16,-1 3 0 0,0 1-1 0,5-3 4 16,-5 2-1-16,5-2 2 0,-6 4-6 15,3-3-9-15,1-1 16 0,1 0-3 0,-2 3-1 0,4-5 1 16,-2 5-10-16,3-2 11 0,-4 2-1 0,3-3-1 15,1 3-1-15,-2-1-2 0,4 0 1 0,-3-1 4 16,-2 0-2-16,2 1 0 0,0 0 3 0,-3-4-4 16,5 2 2-16,-3 2 0 0,-1-1-5 15,3 1 6-15,-2-1-5 0,-2 0 2 0,3 1 4 16,-1 0-4-16,-1 1 1 0,3-4 0 0,-1 4-1 0,1 0 3 16,-4-4-6-16,4 2 6 0,-1-1-6 0,-2 0 1 15,3 3 4-15,0 3-1 0,-2-4 1 0,1 0-2 16,1-2-3-16,1 4 3 0,-2-1 2 15,1-2-4-15,-3 1-1 0,5-1 4 0,-4 1 0 16,-2 2 2-16,5-5-4 0,-1 3 4 0,2 0-2 0,-3 2 2 16,4 1 0-16,-1-5 0 0,3 2-5 0,-5-1 1 15,3 2-2-15,1 0 2 0,0-2-1 0,-2 0 7 16,2 3-1-16,-3-3 0 0,3 5 3 0,-1-2-6 16,1-2-2-16,2-1 5 0,-5 1-3 15,-1 1 3-15,5 1-12 0,-1-2 2 0,-3 3 10 0,-2-3 2 16,5-1 1-16,-1 5-3 0,0-3-3 0,1 1 3 15,0 1 1-15,-2-2-4 0,3 2 0 0,-1-4 2 16,-1 4-1-16,1 0 2 0,0 0-1 0,2 1-1 16,-5-3-1-16,2 1 1 0,-3 3-1 15,6-2 1-15,-5 1 1 0,-1 0-3 0,6 1 8 0,-6-2-5 16,4 1 0-16,-3-1-6 0,1 3 5 0,-2-2 1 16,3-1-5-16,-2 3 3 0,1-2-2 0,3 0 2 15,-1 2 1-15,-2 0-2 0,2 0-3 0,0 0 3 16,-3 0-1-16,5 0 2 0,-6-1-1 0,4-1-6 15,-1 2 8-15,1 0-12 0,-1-1 13 0,0 1 0 16,2 0 0-16,-2 0 2 0,1 0-6 0,-2 0 5 16,2-3-15-16,1 1 2 0,0 3 13 0,-4-3-2 15,18 3 3-15,-2-5-3 0,-13 1 4 0,12 1-4 16,-14 3-1-16,14-2 6 0,0-4-2 0,-13 5-1 16,14-5 0-16,-16 0-6 0,4 3 6 0,-2-3 3 15,18 2 5-15,-21 0 1 0,7-1-5 0,-3-2 7 16,15 0 1-16,-17 3-4 0,18 0 6 0,-20 1-7 15,4 0 3-15,-1-2-5 0,0-1-4 0,-3 2-3 16,1 1-5-16,-1 0 8 0,-1 0 4 0,-1 0-7 16,-2 0 2-16,-2 2 4 0,2-4-1 0,-4 3-1 15,-7-1-2-15,7-1 2 0,-8 2-1 0,1-1-16 16,-4 1 5-16,-1 1 12 0,2-2-1 0,-6 3-2 16,2-3 0-16,-5 1 4 0,4 2 0 0,-3-2-34 15,-2 1-7-15,1 0-24 0,-2-2-33 0,-9 0-41 16,10 2-52-16,-10-2-76 0,8 5-229 0,-8-5-528 15,0 6 235-15</inkml:trace>
  <inkml:trace contextRef="#ctx0" brushRef="#br0" timeOffset="38953.93">9878 4027 170 0,'0'-5'317'15,"1"0"-16"-15,-1-2-13 0,0 4-11 0,-1-4-3 16,2-1-19-16,-1 5-12 0,2 0-7 0,-2-2-10 16,0 5-18-16,0-5-24 0,0 5-16 0,0 0-15 15,0-5-17-15,0 5-16 0,0 0-18 0,0 0-21 16,0 0 12-16,0 0-23 0,0 0-1 0,4 15-11 16,-3-10-8-16,2 3 1 0,-3 1-5 0,0 3-5 15,0 0-4-15,1 1 0 0,-1 5-3 0,-1-1-13 16,2 1 2-16,-1-1 13 0,0 0-15 0,-1 0-4 15,1 3-3-15,0-6 5 0,0 4-13 0,-4-5 9 16,3-1-3-16,-1 4 0 0,-1-4-6 0,2-1 11 16,0 0-8-16,-1-1-1 0,2-3-2 0,-1-1 5 15,1-1-8-15,-3 0-2 0,-1-1 1 0,4 0 1 16,0-4 8-16,-1 7 3 0,1-7-1 0,0 0-3 16,0 0 1-16,0 0-9 0,0 0 4 0,0 0-2 15,-1-15 0-15,-1 7-3 0,4-4 2 0,-4 0 1 16,2-5 1-16,-1-1 2 0,1 0-5 0,1-2 1 0,1-1 3 15,-1 1-8-15,0-2-1 0,3 3 3 16,-4-1 3-16,0 0-6 0,3 1 18 0,-2 1 9 16,-1-1 7-16,2 0 3 0,-1 2 2 0,0 5 10 15,-1-1-1-15,2 0-8 0,-2 1 4 0,1 3 3 0,1 2 5 16,-2 0 3-16,0 1-8 0,1-1-7 0,-1 2-4 16,1 1-5-16,-1 4-6 0,3-5-23 15,1 3-31-15,-4 2-13 0,0 0-6 0,7 0-1 16,-7 0 4-16,9 7 8 0,-3 0 1 0,2 0 5 0,-4 4 5 15,7-1 3-15,-6 2 7 0,5 3-3 0,-2 0 7 16,4 2 2-16,-5 1-1 0,6-2-1 16,-3 2 2-16,0 2 0 0,3-2 3 0,-5 0 2 15,2 1 0-15,-3 0 4 0,4-4 3 0,-2 4 0 0,-3-1 3 16,-1 0-2-16,3-1-3 0,-2 0 6 0,-1-5-9 16,-1 1 4-16,-1 0 0 0,0-3 7 0,2 2-9 15,-5-2 5-15,4-2 2 0,-3-1-3 0,2-3-2 16,-3 2 6-16,3 0 15 0,-3-4-15 0,1 2 1 15,1-2-2-15,-2-2-10 0,0 0-4 0,0 0-28 16,0 0-39-16,0 0-37 0,0 0-36 0,0 0-44 16,4-11-45-16,-7 3-47 0,0 2-59 0,1-1-207 15,-4-4-598-15,2 4 265 0</inkml:trace>
  <inkml:trace contextRef="#ctx0" brushRef="#br0" timeOffset="39136.91">9890 4231 87 0,'-4'4'232'0,"4"-4"-5"0,0 0-9 16,0 0-4-16,0 0-7 0,0 0-12 0,0 0-10 15,0 0-13-15,0 0-15 0,0 0-13 0,19-9-15 16,-11 6-14-16,6-1-8 0,5 1-11 0,0 0-8 16,0-4-18-16,3 2-10 0,-2 2-46 0,-1-5-57 15,2 5-55-15,-2-1-49 0,1-1-82 0,-5-1-138 16,-1 1-397-16,-5 1 175 0</inkml:trace>
  <inkml:trace contextRef="#ctx0" brushRef="#br0" timeOffset="39806.94">10028 3776 85 0,'-14'-4'196'16,"3"1"-7"-16,-4 0-3 0,3 1-12 0,-3 0-9 16,0 1-14-16,0 1-14 0,-3 1-14 0,2 1-11 15,3 0-10-15,0 2-9 0,-7 0-10 0,1 2-3 0,2-1-2 16,-1 5-4-16,0 1-6 0,0-4-7 15,2 4-3-15,2-3-5 0,-2 5-11 0,2 0 4 16,1-1-3-16,-1 2-6 0,-1 0-4 0,2 1-3 16,0 1-1-16,-2-1-4 0,3 2-2 0,2 0 0 0,1-1-4 15,2 2-1-15,-1 1-1 0,1-1 1 0,1 0-5 16,0 1 4-16,-1 2 2 0,3-1 0 0,0 7 3 16,-3 0-3-16,6-7 3 0,0 0-1 15,1 1-2-15,0-3-3 0,0 3 5 0,2-1-4 0,1-1 1 16,2 1-2-16,2-1 2 0,0 0-4 0,0-1 2 15,5-1 0-15,-2-1 2 0,2 1 1 0,1-2-2 16,1 0 5-16,2-2 4 0,-1 1-3 0,4-3 11 16,2 1-1-16,-1 0 8 0,2-3 6 0,0-1 7 15,-2-3 7-15,10 1 6 0,-7-2 4 0,7-2 6 16,0 0-1-16,-7-3 8 0,8-2-5 0,-1-2 2 16,-7 0 2-16,-1 0 2 0,0-3 4 0,0 0-2 15,-2-2 12-15,3 1-4 0,-4-3 6 0,0 0-3 16,0-1 2-16,0 1 1 0,-5-4-4 0,2 1-3 15,-2-3-6-15,2-5 0 0,-4 0-10 0,-2-5-6 16,-1 9-6-16,1 0 0 0,-6-2 4 0,0 3 3 16,-1-2-1-16,-3 0-3 0,0-1 1 0,-3 1-2 15,-1 0 0-15,-1 2-1 0,-2-1-8 0,-3-6-4 16,-1 7-2-16,-1 0-8 0,1-1 1 0,-6-6-8 16,3 9-5-16,-4-5-7 0,-3 2-6 0,4 4 3 15,2 1-5-15,-2 0-4 0,-1 1-3 0,-2 1-5 16,1 1-17-16,-2 2-28 0,-2 1-32 0,3 3-42 15,0 1-58-15,0 0-57 0,-3 6-42 0,1 0-43 16,-1 2-57-16,1 1-63 0,3 3-317 0,-4 1-812 16,7 1 360-16</inkml:trace>
  <inkml:trace contextRef="#ctx0" brushRef="#br0" timeOffset="40711.11">14354 3811 71 0,'2'-3'322'0,"-2"3"-14"0,1-3-14 0,-1-1-31 15,0 4-29-15,0 0-23 0,4-3-27 16,-4 3-22-16,0 0-18 0,0 0-9 0,4 9-19 16,-1-4-11-16,-2 2-11 0,2 0-5 0,-2-1-10 15,2 7-7-15,-2-4-10 0,2 2-6 0,-3 2-4 0,4-2-5 16,-2 1 6-16,0 0-14 0,0 0-5 0,-1 0-1 15,-1-2-5-15,4 0-2 0,-4 0-5 16,5 1 4-16,-3-2-6 0,-2-4-18 0,1 3-16 16,0-4-21-16,1 0-23 0,-2 0-17 0,1 0-29 0,2 0-44 15,-3-4-41-15,0 0-40 0,0 0-191 0,0 0-454 16,0 0 201-16</inkml:trace>
  <inkml:trace contextRef="#ctx0" brushRef="#br0" timeOffset="41278.78">14356 3793 120 0,'-3'-3'236'0,"-3"0"-1"0,6 3 6 0,-2-7-9 0,0 5-10 16,2 2-16-16,0 0-13 0,-1-6-19 0,-2 4-16 16,3 2-15-16,0 0-15 0,6-6-14 0,-1 3-10 15,1 2-14-15,-1-2-6 0,3 2-5 0,-1-1-11 16,1 1-9-16,-1 1-3 0,5-1-8 0,-1 1-4 15,4 0-4-15,-4 0-4 0,1 0-4 0,3 1-5 16,-4-1 0-16,0 1-2 0,1 1-4 0,-1 1-5 16,-3-1 2-16,0-1-3 0,3 4-3 0,-5-3 1 15,3 0-4-15,-5 2-1 0,2-1-3 0,-2-1 0 16,0 1-3-16,-3 1 2 0,1-2 0 0,2 2-3 16,-3-1-2-16,-1-3 3 0,-1 10 2 0,-2-8-1 15,0 2-1-15,-1 2 0 0,3-1-1 0,-3-2-1 16,1 0 2-16,0-1-1 0,-1 2 2 0,0 0-4 15,3 0 5-15,1-4-2 0,-4 4-2 0,4-4-3 16,-2 2 2-16,2-2 1 0,0 0 1 0,5 6-2 16,-5-6 3-16,6 6-1 0,-2-5-1 0,3 2 1 15,1-1-3-15,6 2 4 0,-3 0 1 0,-2 0-1 16,6 0 0-16,-1 1 0 0,1-2-1 0,-3 3 0 16,-1-1 2-16,4 0-2 0,-4 1-2 0,2 0 1 15,-3 0 1-15,-2 0 0 0,3 1 0 0,-3 0-2 16,-2 1 1-16,-1 0 2 0,-1-2-4 0,1 0 0 15,-5 2 2-15,0 0 1 0,0 0 1 0,-5 2 3 16,1-1 2-16,-4-2 8 0,1 1 3 0,-4 1 2 16,-1-3-3-16,-6 2-2 0,0 0 7 0,0-2 3 15,-3 1-2-15,-1-2-4 0,-1-3 2 0,4 1-2 16,-4 1-5-16,3-2 1 0,2-2 12 0,0 0-13 16,6-1-2-16,0-2-4 0,4 1-14 0,2-1-22 15,-1 0-17-15,2-3-35 0,2 1-47 0,3-1-43 16,2-5-53-16,2 1-47 0,1 0-191 0,0-3-498 15,4-1 220-15</inkml:trace>
  <inkml:trace contextRef="#ctx0" brushRef="#br0" timeOffset="41864.18">14395 3596 93 0,'-15'-3'177'0,"3"1"1"0,-4 2-19 0,-3 0-9 16,5 0-17-16,-2 1-10 0,-1 3-15 15,1 0-5-15,0 3-15 0,2-2-11 0,-1 5-7 16,-1 1-5-16,1 2-4 0,-1 1-10 0,3 1-1 0,-6 7-5 15,4 1-7-15,-1 1 2 0,2 3-4 0,6-2 16 16,-5 4-3-16,2-4-4 0,2 4 0 0,3-2-5 16,0 2-2-16,-1-2-4 0,2 0-1 0,4 2-1 15,1-1 0-15,0-1 3 0,2-5 2 16,1 5 1-16,3 0 3 0,2 2 1 0,1-2 6 0,2-8-5 16,4 6 2-16,3-1-1 0,2-1 5 0,-1-2-1 15,6-1 5-15,0-1 0 0,1 1 3 0,1-5 15 16,3 0-10-16,0-3 12 0,0-2 4 0,3-1-7 15,2-4 7-15,1-2 7 0,-1-2 6 0,-1-4-1 16,3-2 2-16,-3-1 2 0,0-3 3 0,-3 1 11 16,-5-3 6-16,4-1 7 0,-3-1-6 0,2-3 0 15,-8-2-2-15,4-4-3 0,-3 0-1 0,-2-2-4 16,-4-2-7-16,-1 1-10 0,0-2-11 0,-4-4 1 16,0 2-8-16,-3 0-4 0,-5 3-6 0,-2-2-5 15,-2-1-3-15,-3 1-5 0,-1-2-8 0,-4 3-3 16,0-1-1-16,-5 2-4 0,0-1-8 0,-2-3 4 15,-3 6-5-15,-1 0-3 0,-3 1-2 0,2 2-2 16,-2 1 3-16,-3 2-5 0,0 1-4 0,-1 0 0 16,3 4-4-16,-5 5-10 0,3-3-25 0,-2 4-13 15,-2 1-18-15,5 2-43 0,-3 4-39 0,-3 5-31 16,1 2-40-16,1 8-25 0,-5 0-42 0,4 4-63 16,-7 3-353-16,-6 7-756 0,-2 3 335 0</inkml:trace>
  <inkml:trace contextRef="#ctx0" brushRef="#br0" timeOffset="43034.98">12674 6103 142 0,'0'-5'288'0,"0"0"-6"0,0-2-1 0,-2 1 0 15,1 1 1-15,2-2 6 0,-4 1-9 0,3-2-13 16,0 2-9-16,-4 2-5 0,1-2-12 0,3 0-21 16,-4 2-17-16,3 1-17 0,-3-2-8 0,2 0-20 15,0 0-13-15,2 5-16 0,-6-5-16 0,6 5-12 16,-4-2-13-16,4 2-9 0,-5-4-10 0,5 4-8 0,-7 0-9 16,7 0-2-16,-12 4-14 0,4 1 0 15,-2-1-3-15,2 0-3 0,1 3-2 0,-4 0-5 16,2 1 1-16,-2 2-3 0,1-1-5 0,-1-2-1 15,2 3-1-15,-6 2-4 0,5-3 4 0,1 0-6 0,-2 2 0 16,4-3-1-16,-3 3-3 0,1-1 1 0,5-1-4 16,-1 2 4-16,-1-2 10 0,2 1-15 0,-1 0-1 15,-1 0-2-15,4-4 3 0,0 1 1 0,2 1-3 16,0-1 0-16,0 2 2 0,0-2 10 0,0 0-8 16,2 1 7-16,0 0-8 0,2 3 2 0,3-1 1 15,-3-1 1-15,3 0-1 0,1-1-3 0,0 0 3 16,2 2-2-16,-3-4 5 0,2 3-6 0,0-1 6 15,1-1 0-15,1-1-1 0,-2 1-2 0,4-1 3 16,-2-2-1-16,1 0 1 0,-1 0 0 0,1-1 5 16,-1-2 0-16,1-1-3 0,2 0 4 0,-1-1-3 15,4-2-2-15,-1-3 3 0,3 2-2 0,-4 0 1 16,4-4-6-16,-8 3 7 0,9-4-7 0,-6 2 3 16,1 0-9-16,-3-1 9 0,0 1-6 0,-1-2-3 15,0 0-11-15,0-2-31 0,0 0-25 0,-3 1-64 16,0-2-45-16,-2 1-37 0,-1 3-35 0,-4-2-45 15,4-1-40-15,-5 6-52 0,-2-1-202 0,2 0-637 16,-4 2 283-16</inkml:trace>
  <inkml:trace contextRef="#ctx0" brushRef="#br0" timeOffset="43887.83">12492 5827 49 0,'-8'0'130'0,"-3"0"-12"0,-1 3-6 15,1-2-1-15,0 3-4 0,-2-2 4 0,3 0-5 16,-4 1-7-16,4 0-1 0,-4-1-5 0,2 0-5 15,0 1-2-15,2 2-8 0,2 0-3 0,-3-1-5 16,3-2-3-16,1 5-9 0,-1-1-7 0,-3 2-1 16,5 0-5-16,-2-1-6 0,-1 1-3 0,2 1-4 15,3 0-1-15,-3 4 0 0,0-1 22 0,2 2 0 16,-3 3-5-16,2-1-4 0,1-3-2 0,-2 3-2 16,0 1 3-16,3 2-3 0,-3-2 3 0,5 2 7 15,-3-1 0-15,4 1-2 0,-4 0-5 0,-1 0-1 16,4 1-3-16,-1 1 0 0,3-1-3 0,-4-1-4 15,2 0 5-15,1 0-9 0,1-1 0 0,0 1-3 16,0-6 2-16,3 6 3 0,-2-2-5 0,3 0-2 16,0-6 2-16,2 7 1 0,-1-5-1 0,2-1 2 15,4 2-3-15,-3 1 6 0,3-1-1 0,-1-4 7 16,2 3 3-16,4 0-2 0,0-2 5 0,2-2 6 16,1 3-2-16,0-4 2 0,2 3-1 0,0-2 3 0,5 1-3 15,-4-3-6-15,8 1 4 0,-10-1 0 0,5-2 6 16,3 3-3-16,2-2 3 0,-8-2 2 0,8 0-5 15,-8 0 11-15,1-1-2 0,1-1 7 0,5-6 7 16,-6 4-6-16,0-4 0 0,0 3 7 0,0-2 6 16,-2-2-1-16,0 1 5 0,2-2 0 0,-3-1 5 15,0-2 2-15,0 1 0 0,-2-4 4 0,1 1-1 16,-1-3-3-16,-2 1-7 0,3-9-8 0,3 1-7 16,0-3-7-16,-3-1-4 0,-3-1-9 0,0-1 0 15,2 0-6-15,-6-5-5 0,-1 2-2 0,-3 0 3 16,-1 0 6-16,1 2 4 0,-1-1-2 0,-6-1 7 15,-2 1 1-15,1 0 1 0,-4 3 1 0,-4-1-6 16,-3 0-2-16,0 0-4 0,-2 3-6 0,-1-1-2 16,-6 1-4-16,-1 3-2 0,-5 0-5 0,-1 1-5 15,-3 0-4-15,-1 7-4 0,-5-1-2 0,2 3-5 16,-5 3-18-16,1 2-21 0,-2-2-19 0,-3 7-31 16,5-2-29-16,-2 6-39 0,4 2-46 0,0 2-35 15,0 5-37-15,6 4-29 0,-3 1-33 0,10 4-50 0,-2 3-352 16,2 2-796-16,0-1 354 0</inkml:trace>
  <inkml:trace contextRef="#ctx0" brushRef="#br0" timeOffset="44775.44">15228 7872 264 0,'0'0'248'0,"0"0"-27"15,0 0-22-15,0 0-23 0,0 0-9 0,0 0-6 16,0 0-9-16,5 17 1 0,-1-12-2 0,0 6-16 15,-3-2-8-15,4 3-9 0,-3 0-9 0,4 0-5 16,-5 1-10-16,7 3-3 0,-1 0-8 0,-3-2-7 16,-3-1-6-16,4 3-5 0,0-1-7 0,-2 0-6 15,-2-4-4-15,3 0-3 0,0 3-4 0,-4-2-2 16,4-2-6-16,-2-1-2 0,-1 0-1 0,0-3-4 16,-1 1 1-16,2-2-8 0,-2-2-4 0,1 3-9 15,-1-2-8-15,0-2-5 0,0-2-33 0,0 0-48 16,0 0-45-16,0 0-47 0,0 0-69 0,0 0-208 15,0-14-493-15,-1 6 219 0</inkml:trace>
  <inkml:trace contextRef="#ctx0" brushRef="#br0" timeOffset="45192.58">15192 7888 169 0,'4'-9'237'0,"-1"2"-3"0,2-2-10 15,1 1-14-15,1-2-15 0,2 3-17 0,3 0-15 16,-1 1-16-16,1 1-13 0,2 0-15 0,1 1-11 16,4 1-9-16,4 2-10 0,-1 1-7 0,0 2-7 15,2 2-8-15,-1 3-7 0,7 0-7 0,-3 4-2 16,-6-2-9-16,-1 0 0 0,-1 2-4 0,7 3-6 15,-7-1-5-15,-1 0 0 0,-3 1-3 0,0-3-3 16,-4 5-1-16,-2-1-2 0,3-1 0 0,-8-1-2 16,3 2-3-16,-4-3 0 0,0 2 2 0,-2-1 2 15,-2 1 3-15,-2-2 5 0,-4 3 4 0,0-4 9 16,-3 2-3-16,-3 2 2 0,-3-2 2 0,0 0-3 16,-2-3 4-16,-1 1-1 0,-1-2 9 0,-9 1-17 15,7-2 1-15,0-2-4 0,-5-1-2 0,-3 0-4 16,7-1-3-16,0-3-2 0,4 1-3 0,-1-2-17 15,5 0-15-15,0 0-23 0,2-3-25 0,3 2-39 16,0-2-46-16,7 1-54 0,1-4-48 0,2 1-216 16,0-1-507-16,2-4 225 0</inkml:trace>
  <inkml:trace contextRef="#ctx0" brushRef="#br0" timeOffset="45761.25">15339 7615 50 0,'-19'2'171'0,"3"0"-8"0,-5 2-9 16,2 1-2-16,0 2-9 0,0 1-5 0,1 3-1 16,2 1-2-16,-6 6-3 0,-1 0-6 0,3 1-2 15,1 4 0-15,1 0-3 0,4 3-4 0,-2 0-4 16,4 0-6-16,-2 3-6 0,1 0-7 0,2-1-1 16,3 2-3-16,2-1-7 0,-2 1-4 0,5-1-5 15,3-2-4-15,0 2-3 0,2 0-5 0,3-1-4 16,-1-3-2-16,6 4-6 0,-1-3-1 0,6 2-3 15,3-2-6-15,-2-2 5 0,7 2-11 0,0-5-1 16,1 1-1-16,4-2-1 0,2-4-3 0,0 0-5 16,3-3-3-16,-1-3-1 0,5-1 0 0,0-2-1 0,2 0-2 15,-2-3 1-15,1-4-3 0,4-3-2 16,-5-1-1-16,0-1 1 0,-2-2-4 0,0 0 0 16,-2-3 1-16,0-3-1 0,-5-1 1 0,0-4 2 15,-3 3 2-15,-2-4 2 0,0-3 2 0,-3-2 0 0,-3-1-3 16,2-1-2-16,-7-1 4 0,9-2-4 0,-13 2-2 15,-5-2 2-15,1-1 5 0,-4 1-8 16,-6-2-2-16,5 3 0 0,-7-3 5 0,1 2 0 0,-8 1-3 16,-1 2 0-16,-2-1-2 0,-4 2 0 0,-5 2 4 15,-1 1-3-15,-5 1-1 0,-4 3-4 0,-11-3 3 16,9 8-1-16,1-2-5 0,-4 6 8 16,1-2-23-16,0 4-16 0,2 3-22 0,-2 3-26 0,4 2-28 15,-1 3-34-15,0 2-39 0,4 2-60 0,0 2-70 16,0 3-171-16,-4 0-520 0,4 4 231 0</inkml:trace>
  <inkml:trace contextRef="#ctx0" brushRef="#br0" timeOffset="46697.88">10474 8702 165 0,'1'-5'244'0,"-1"5"-18"16,0-4-22-16,0 4-22 0,0 0-21 0,0 0-15 16,0 0-16-16,0 0-9 0,0 0-12 0,3 18-4 15,0-9-1-15,-2 3 0 0,2-3-5 0,1 6-8 16,-3-2-2-16,3 6-10 0,0-2-1 0,2 0-6 16,-2 0-10-16,0 0-6 0,3 1 2 0,-3-3-12 15,-3-3-4-15,3 1-2 0,2 0-3 0,-4-1-2 0,1-2-2 16,1 0-4-16,-1-3-3 0,-3 0-2 15,4-2-3-15,-1 1-8 0,-2-1-15 0,0-1-10 16,1-2-15-16,-2-2-46 0,4 4-52 0,-4-4-61 0,0 0-35 16,0 0-177-16,0 0-431 0,4-13 191 0</inkml:trace>
  <inkml:trace contextRef="#ctx0" brushRef="#br0" timeOffset="46998.94">10478 8668 219 0,'0'0'290'0,"-3"-5"-5"0,3 5-11 0,0-5-5 16,0 5-10-16,-1-3-11 0,1 3-17 0,1-7-20 16,3 3-18-16,-1 0-24 0,4 1-15 0,-2-2-10 15,2 1-16-15,3-2-15 0,2 0-7 0,-1 1-15 16,1 1-9-16,0-1-10 0,2 0-4 0,1 1-5 15,-2 1-7-15,6 0-6 0,-5 0-10 0,2-1-3 16,-2 3 1-16,1-2-9 0,-6 2-9 0,5 1-15 16,0 0-18-16,-5 0-19 0,-2 0-19 0,1 1-10 15,-1 1-26-15,-3 0-12 0,1 2-19 0,0 2-15 0,-5-3-13 16,0 3-23-16,-2 1-16 0,2-2-18 0,-5 3-17 16,1 1-13-16,-3 1-133 0,0 0-396 15,-2-1 175-15</inkml:trace>
  <inkml:trace contextRef="#ctx0" brushRef="#br0" timeOffset="47165.78">10588 8785 9 0,'-1'3'75'16,"1"-3"24"-16,0 5 17 0,0-5 7 0,0 0 8 15,2 4 9-15,-2-4-3 0,10 0-2 0,-10 0-4 16,0 0 0-16,16-4-4 0,-9 1-17 0,0 2-10 16,1-1-10-16,3 0-6 0,0-2-10 0,-3 2-5 15,5-3-9-15,0 2-7 0,-1 1-4 0,2 0-5 16,-2 0-6-16,0-1-7 0,-1 2-23 0,1 1-31 15,-1 0-41-15,-4 0-36 0,5 0-30 0,-5 1-34 16,-3 0-117-16,0 3-304 0,-4-4 135 0</inkml:trace>
  <inkml:trace contextRef="#ctx0" brushRef="#br0" timeOffset="47383.35">10596 9000 19 0,'0'2'195'0,"0"-2"3"0,-1 5 7 16,1-5 6-16,0 4 1 0,0-4 3 0,1 3-4 0,-1-3-12 16,9 2-14-16,-9-2-13 0,12-2-18 0,-3 1-17 15,2-1-12-15,1 0-12 0,2 1-9 16,-1-4-11-16,5 1-12 0,1 0-2 0,-5 2-11 16,5-3-15-16,-3 0-33 0,2-1-43 0,-3 1-52 0,-2 0-54 15,1 0-55-15,0-2-70 0,-5 1-144 0,1 0-430 16,-1-3 190-16</inkml:trace>
  <inkml:trace contextRef="#ctx0" brushRef="#br0" timeOffset="48069.39">10532 8400 65 0,'-12'5'146'16,"0"-1"-3"-16,0 0-5 0,0 4 2 0,-1-1-1 16,-3 3-11-16,2 1-3 0,2 1-9 0,-3 0-9 15,1 2 5-15,2-1 1 0,3 3-4 0,-4 0 1 16,1 1-5-16,1 2-7 0,-1 0 2 0,0 3-8 0,2-2-2 16,-2 4-2-16,4-4-2 0,0 5-7 15,-1 0-2-15,3-5-1 0,-1 3-6 0,4-2-4 16,0-1-4-16,1 1 0 0,0 0-9 0,1 0 1 0,2-2-8 15,1 1 4-15,2 1-7 0,0-2-1 0,1 3 2 16,1-2 0-16,7 3-4 0,-6-2 2 0,11 2-1 16,-9-5 2-16,5-2-4 0,0 2 2 0,-1 0 2 15,3-2-5-15,8 2 3 0,-4-3-3 0,7-1 13 16,-8-1-8-16,7-2 2 0,0 2 7 0,-6-7 3 16,2 3 14-16,2-3-3 0,-1-4-2 0,5 1 10 15,2-2-8-15,0-2 2 0,-7-2 5 0,7-3 11 16,-7 1-8-16,8-3-4 0,-1-3 2 0,-3-1-4 15,-2-2 2-15,1 0-5 0,-7 2 3 0,-1-1-3 16,3-5-2-16,2 1-2 0,-5 1 3 0,-3 0 3 16,1-4-5-16,-1 3-2 0,-5-1-8 0,2-2 0 15,-5 1-5-15,1 0 0 0,-2-2-4 0,-4 0 0 16,1-1 0-16,2-5-4 0,-6 0-3 0,-6 2-1 16,3 4-4-16,0-1-4 0,-8-2-1 0,-2-2-3 15,6 7-1-15,-6 1-3 0,4 1-2 0,-7-6-4 16,2 7-2-16,2 1-2 0,-8 2 1 0,6-2-10 15,-9 1-15-15,-3-3-16 0,9 5-21 0,-4 3-28 0,3-1-36 16,-4 2-54-16,-3-2-41 0,3 5-44 0,0 1-43 16,1 2-71-16,-1-3-76 0,1 2-234 15,0-1-734-15,-1 3 326 0</inkml:trace>
  <inkml:trace contextRef="#ctx0" brushRef="#br0" timeOffset="49808.85">10336 4502 33 0,'3'-5'183'16,"-3"5"-8"-16,0 0-20 0,0 0-14 0,0 0-14 16,0 0-17-16,0 0-8 0,0 0-11 0,0 0 1 15,0 0-11-15,7 6 2 0,-7-6-11 0,4 4-1 16,0-4-5-16,-2 4-1 0,0-1-5 0,5 2 4 16,-3-1-3-16,0-1-2 0,2 0-3 0,-1 2-2 15,2 2-4-15,1-1-4 0,0-1 0 0,2 2 7 16,-1-1 0-16,2 1-4 0,-1-1-5 0,0 1-2 15,0 1-2-15,1 0-4 0,1 0-6 0,-1-1-3 16,0 2 4-16,1-1-6 0,5 1 1 0,-3 1-3 16,-1-2 1-16,4 2-4 0,-6 1 3 0,7-1-4 15,-3 1 0-15,1-1 0 0,1 3-3 0,-3-3-1 16,-4-2 0-16,9 4 0 0,-7-5-2 0,3 4-2 16,2-2-1-16,-4 2-5 0,-1-2 6 0,5 0-2 15,-1 1 14-15,-6-2 6 0,4 2 1 0,0-1-2 16,1 1-6-16,-3-2 4 0,-1 0-7 0,4 0-1 15,-2 0-2-15,0 0 4 0,-1-2 0 0,-2 2-4 16,2 0-1-16,0-2-1 0,-1 1 2 0,1-1-1 16,-1 2 4-16,1-2-6 0,1-2 3 0,-4 2-5 15,2 3 1-15,0-3-1 0,0 1-2 0,0 1 1 16,-3 2-1-16,3-4 0 0,-2 1-1 0,2 0-1 16,-2 1 0-16,3 1-2 0,-4-1-3 0,0-2 0 15,4 2 2-15,-2 1 3 0,-1-2-5 0,-1 1 1 16,3 1 11-16,-4-2-14 0,3 4 2 0,-1-2 0 15,1 0 2-15,-1 0-2 0,2 1-1 0,-3-1 2 16,2 1-1-16,-1 0-1 0,1 0 2 0,-3 1-4 0,6-3 4 16,-3 1-1-16,-2-1 1 0,4 0 2 15,-2 3 3-15,1-4 6 0,1 2 8 0,-3 0-5 16,1-1 2-16,2 0-2 0,-2 0-3 0,-1 2 0 16,-1-3-8-16,2 1 8 0,-2 0-2 0,2-2-1 0,-1 0-5 15,-1 3 1-15,0-2 6 0,2 2-5 0,-1-3-6 16,0 2 2-16,0 0 0 0,0-1 1 0,1-1 0 15,0 2 1-15,-1-1-6 0,-1-1 3 16,2 1-2-16,-1-1 1 0,-2 1 0 0,3-1 3 16,-5 1 12-16,6-1-17 0,-4 0 0 0,0 1 2 0,1 0-2 15,-4-2 0-15,4 0 2 0,0 1-5 0,0 2 5 16,-2-3-2-16,3 2 1 0,-3-2-1 0,3 3 4 16,-3-3-3-16,0 1-1 0,5-1 1 15,-5-1 1-15,2 2-1 0,-1 0 0 0,1 0-2 0,-1 2 2 16,1-5 1-16,1 4 8 0,-3-3-9 0,-1 1 3 15,5 3-7-15,-2-4 0 0,-3-1 3 0,1 1 2 16,-1 0-5-16,2 1 1 0,0-1 5 0,-2 0-3 16,1 1 3-16,-1 0 0 0,1-1-1 0,0 1-3 15,1 0 0-15,-1 1 1 0,-1-2-3 0,1 1 1 16,-1-1 4-16,2 1-2 0,0-1 3 0,-2 1-1 16,1-1-4-16,-1 1 2 0,4 2 3 0,-5-2-1 15,5-1-2-15,-1 4 3 0,-2-2 3 0,1-2-5 16,0 1-2-16,0 0 4 0,0 0-1 0,1-1-2 15,-4 0 3-15,4 0 1 0,3 3-2 0,-3 0 0 16,-1-3 2-16,1 3-2 0,2-3 4 0,-5 1-2 16,1 0-1-16,-1 1 3 0,2-2-2 0,-1 1 2 15,0-1-3-15,-2 2-2 0,3-1-4 0,-1-2 8 16,-4 4-3-16,6-2-1 0,-2 1 3 0,-1-2-1 16,1 0-2-16,-1 1 2 0,3 2-2 0,-4-4 0 15,2 2 1-15,-2 3-2 0,3-3 4 0,-2-2 7 16,3 4-11-16,-1-1-1 0,-1-2-2 0,-1 1-6 15,1-1-9-15,0 0-15 0,1 1-19 0,-2-2-26 16,2 2-37-16,-3-2-47 0,0 1-54 0,3-3-66 16,-4 3-190-16,-3-4-511 0,4 4 226 0</inkml:trace>
  <inkml:trace contextRef="#ctx0" brushRef="#br0" timeOffset="51347.4">12310 6611 121 0,'0'0'201'0,"0"0"-8"16,0 0-5-16,0 0-9 0,0 0-7 0,0 0-13 16,0 0-12-16,0 0-12 0,0 0-6 0,0 0-21 15,0 0-9-15,0 0-9 0,0 0-11 0,0 0-8 16,0 0-6-16,-9 11-2 0,3-8-4 0,3 1-4 16,2 0 5-16,-2 1-1 0,-2 0 0 0,-2 0-3 15,-1 3 3-15,-2 1-8 0,3 1-2 0,-1-1 1 16,-1 1-7-16,-1 3-1 0,-1 1-4 0,-1-1-1 0,1 1-4 15,-2 2 2-15,2-1-4 0,1-1-3 0,-5 3-5 16,3-1 0-16,-3 1-3 0,4-1 2 16,-3 1-3-16,-3 5-4 0,3-4 0 0,-2 2-3 0,1 3 0 15,-4-1 2-15,7-5-4 0,-2-1 0 0,0 1-3 16,0 5 2-16,1-4 0 0,-3 5-4 0,1-7 3 16,-3 6 0-16,5-5-3 0,-2 0-3 15,0 4 4-15,0-4-1 0,0 5 0 0,0-5 0 0,4-1 2 16,-4-1-1-16,4 1 6 0,-2-1-4 0,2 1 2 15,-1 0-2-15,2-2 3 0,-1 3-4 0,-1-3 2 16,0 0-1-16,5 1-2 0,-4 2 1 0,-1 0 0 16,1-3 1-16,3 0 1 0,-6 2-2 0,6-1-3 15,-2-1 2-15,5-3-1 0,-7 3 4 0,2 1-5 16,-1-3 1-16,3 1-3 0,0-4 1 0,-2 2-1 16,4 1-1-16,-5-2 2 0,4 2 2 0,-3-2 0 15,1 3-5-15,-2-3 3 0,3-1-2 0,-1 1 4 16,0 1-1-16,1-1-2 0,-3-1-1 0,5 1-2 15,-3-2 0-15,2 2 2 0,-1 2 2 0,-1-5-3 0,2 4 0 16,-1-3 2-16,-3 3-1 0,7-1-1 16,-3-1 2-16,-1 1-3 0,1 0 1 0,-1 0-1 15,1 1 4-15,3-1-1 0,-6 0-1 0,4 2-3 16,-4-4 3-16,5 3 2 0,-3-2-3 0,1 2 8 0,0 0-8 16,0-3 3-16,4 2-1 0,-3 0-1 15,-4-1 1-15,6-2-5 0,-4 2 2 0,1-1 4 16,-2 0-1-16,3 0-2 0,-2-1 4 0,3-1-1 15,-4 1-2-15,1 1-1 0,3-2 3 0,-2-1 2 0,3 2 1 16,-7 0 6-16,6 0 0 0,-1 0 2 0,-1-1 0 16,2 2 0-16,-4-3 3 0,3 2-6 15,5-1 5-15,-9-1-2 0,6 2-1 0,0-1-3 0,-5 2-2 16,3-2 0-16,0 2-3 0,1-3 1 0,1 0 3 16,-4 0-1-16,4 2 2 0,-2-2-4 0,1 4 1 15,-2-4-1-15,0 3 0 0,2-2 4 0,-2 2 2 16,0-1-1-16,2-1-2 0,-2 0 4 0,3 4-4 15,-3-4 1-15,0 3 0 0,3-2 1 0,0-3 0 16,-3 6 5-16,3-4-3 0,-1 1 2 0,1 2-6 16,-2-1 6-16,-3 2-1 0,3-2-2 0,1-1 1 15,-2 2-6-15,4-2 9 0,-5 0-5 0,7 0-1 16,-3 0 3-16,0 0 0 0,0-3 2 0,-2 6-4 16,2-6-3-16,3-1 0 0,-2 4-2 0,-2-4 9 15,3 0-6-15,-2 0-4 0,3 3 3 0,-3-4 10 16,0 2-13-16,4-4-2 0,-5 7-4 0,4-5 7 15,1-2-2-15,-4 7 1 0,1-6-4 0,-3 2 1 16,2 2 1-16,1-1-1 0,-1 1 3 0,-3-1-1 0,4 1-12 16,-5-3-15-16,3 3-8 0,1-2-13 0,-2 1-18 15,1 0-19-15,-1 0-27 0,1 1-27 16,-1-2-42-16,2 2-50 0,0-3-62 0,1-1-216 16,-1 2-548-16,4-3 243 0</inkml:trace>
  <inkml:trace contextRef="#ctx0" brushRef="#br0" timeOffset="53287.77">10026 4697 117 0,'0'0'199'0,"0"-5"-3"0,0 5-8 0,2-4-7 16,-2 4-12-16,0 0-7 0,0 0-12 0,0 0-15 15,1-3-11-15,-1 3-15 0,0 0-11 0,0 0-12 16,0 0-5-16,0 0-9 0,0 0-9 0,0 0-8 16,0 0-2-16,5 11-6 0,-3-8-8 0,-1 2 1 15,2 0-6-15,-2 2 1 0,1-1-4 0,0 2-2 16,1 0-2-16,1 2 4 0,1 2-3 0,0-2 0 15,-1 0 0-15,1 1-2 0,-3 0 0 0,2-1-2 16,-1 5 0-16,2-7-5 0,-3 5-1 0,1 0 0 16,3 2-2-16,-1-3-3 0,-1 0 8 0,-2 1-11 15,0 0 0-15,1 3 0 0,1 0 2 0,0-2-3 16,0 3 2-16,2 2-2 0,-1-1 0 0,-2 0 3 16,2 0 1-16,-2 0-4 0,1-2 2 0,0 4-1 15,0-4-4-15,-2 3 6 0,4 1-1 0,-3-2-1 16,0 1 4-16,1 0-1 0,1 0 2 0,-2 1 1 15,0-1-3-15,1 0-1 0,-3-1 1 0,2 1-1 16,1 3-3-16,-1-3 2 0,1 0 0 0,1 1-4 16,-3 0 3-16,2-3-2 0,-2 0-1 0,3 4-2 15,-3-5 1-15,1 2-4 0,1-1 7 0,-1 2-4 16,2-1 1-16,-1-1 2 0,-4 2-6 0,4-3 5 0,-2 1-3 16,0-3 1-16,4 1-1 0,-3 4-2 15,-1-2 0-15,0-6-1 0,-1 7 4 0,1-1 0 16,1-1-4-16,0-3 2 0,0 5-1 0,0-2 0 15,1 2 4-15,-3-1 1 0,1-4-6 0,0 3 1 16,1-1 2-16,-3-1-1 0,4 3-2 0,0-1 3 0,-4-2-2 16,4-1-1-16,0 4-1 0,-2 1 9 15,0-6-9-15,1 4 0 0,-3-5 3 0,3 3-1 16,-2-1-4-16,2 4 3 0,0 0-1 0,1-4-4 16,-3-1 13-16,2 6-8 0,-2-3-3 0,0-1 2 0,1-1 0 15,-1-1 1-15,3 4-2 0,-1 2 1 0,1-5 0 16,-3 1 9-16,2-1-7 0,-1 0-1 0,-1 0-5 15,0 3 2-15,1-3 2 0,3-1 0 16,-4 3-2-16,2-2 3 0,-3-2 0 0,1 3 2 0,2-2-2 16,-3 2-1-16,1-2 2 0,4 1 3 0,-8 2-5 15,6-3 0-15,-2 1 0 0,2 0 1 0,-2 0-2 16,1 1-2-16,0-1 5 0,0 1-2 16,7 1 11-16,-8 1-10 0,2-3-4 0,-2-1 2 15,2 1 3-15,-1-1-5 0,3 5 3 0,-5-4 1 0,4 5 0 16,-1-1-2-16,-2 1 3 0,3 0-3 0,0-2 2 15,-2-2 0-15,3 4-1 0,-5 0 1 0,3-1-2 16,-2 0 1-16,-1-1-1 0,4 1 2 0,-1 2-1 16,-3-2-3-16,0-1 3 0,3 1-1 0,-2 0 0 15,2 2 2-15,-3-4-1 0,5 3 0 0,-4-5 1 16,1 5 10-16,1 1-11 0,-3-2-1 0,1-1 2 16,2 2-1-16,-2-1 0 0,2-1-4 0,-2 1 4 15,-1-3 0-15,0-1-1 0,4 5 1 0,-4-4 0 16,0 0 2-16,2 2-3 0,1-3 11 0,-2 5-9 15,1-5-1-15,1 5-1 0,1-5 5 0,-4 1-4 16,3 5 2-16,0-6-7 0,-2 0 4 0,2 2-1 16,-2-2 1-16,1 3 1 0,-2 0 2 0,1-2 0 15,0 3 4-15,1-5-5 0,-1 1 0 0,2 4-1 16,-2 0 1-16,-1 0-2 0,3-4-2 0,-1 4 4 16,-2-3-1-16,2-1-1 0,-2 0 0 0,1 5 0 15,-1-5 1-15,4 3 2 0,-8-3-2 0,8 1 1 16,-4-2-1-16,2 6-3 0,-1-2 1 0,3-1 12 15,-3-1-9-15,2 2 1 0,-1-3-1 0,0 5-1 16,-2-2 0-16,3 1 2 0,-3-4-2 0,0 1-2 16,1-1 7-16,6 4-2 0,-7-4 4 0,1 1 5 15,1-1 0-15,-1 0 2 0,-1 1 4 0,0-1 0 16,3 0-4-16,-2 5-2 0,1-5-1 0,-1-2 1 16,0 1 2-16,2 1-8 0,0-1 5 0,-3 1-1 15,1-3-2-15,3 8 1 0,0-6-1 0,-3 1-3 16,2-2 16-16,-1-1-18 0,0 2 7 0,-2-1-2 15,3-1 0-15,-3 3 2 0,0-1 2 0,3 0-3 16,-2 0 1-16,-1 3 1 0,3-3-1 0,-3 1 9 16,1 4-10-16,-1-6-1 0,2 3 0 0,-2-1-3 15,0-2-2-15,0 1 1 0,0 0-1 0,0 2 0 16,0-1-2-16,-2 1 5 0,2-1 0 0,2 2-3 0,-4-3 3 16,2 1-3-16,0-1-3 0,0 0 1 15,2 0 1-15,-2 0-2 0,1-2-1 0,1 0-13 16,-2-2-22-16,0-1-22 0,0 0-33 0,1-3-36 15,-1 2-40-15,0-6-49 0,0 0-67 0,0 0-183 16,0 0-504-16,0 0 222 0</inkml:trace>
  <inkml:trace contextRef="#ctx0" brushRef="#br0" timeOffset="55010.51">10357 4167 133 0,'0'0'184'16,"9"0"-9"-16,-9 0-6 0,7 0-7 0,-7 0-10 16,0 0-8-16,10-2-8 0,-10 2 2 0,8-1-20 15,0 1-8-15,-8 0-7 0,10 1-8 0,-2-1-2 16,-3 0-9-16,6-1-3 0,-1 1-7 0,-1 0-7 15,0 0-5-15,1 0-3 0,3 0 3 0,1-1-12 16,-1 0-11-16,0 1 2 0,1 0-2 0,1 1 6 16,-3-1 3-16,4 0-5 0,-1 0-1 0,3 0 0 15,-4 0-12-15,2-4-9 0,-3 4 4 0,8-1 9 16,-7 0-12-16,0-2 3 0,4 1-5 0,-3 1 0 16,4-1 6-16,-4 0-12 0,-1 2 2 0,6-1 1 15,0-2 0-15,-2-1-5 0,-3 3 0 0,-1-1-5 16,6 1 3-16,-2-2-4 0,-3 2 3 0,-2 1 5 15,2-2-8-15,4 0 0 0,0 1-3 0,-5 0 5 16,2-1-1-16,-2-1-2 0,1 0 2 0,-1 2 0 16,6 0 4-16,-8-1 0 0,4-1 0 0,-2 2 0 15,5-3-2-15,-4 2 2 0,5-1 0 0,-5 2-2 16,3-1 0-16,1-3-1 0,-4 4 0 0,4-1-3 16,-8-1 1-16,4 1-2 0,-1-1 2 0,5-1 0 15,-2 2-7-15,-2-1 6 0,0-1-2 0,4 2 2 16,2 0-4-16,-5 0 2 0,0-1 0 0,-2 1 2 15,2 2-1-15,2-3-2 0,2 2 0 0,-6-3 3 16,5 3-2-16,-4-1-2 0,4 0 4 0,1-1-2 0,-2 2 1 16,4-1-3-16,-3-3-1 0,0 4 1 15,1 1 14-15,2-4-5 0,0 3-9 0,-2 1-2 16,3-1 3-16,1-2-2 0,-3 2-2 0,1 0 2 16,2 0 11-16,-3-1-13 0,1 1 4 0,1 0-2 0,-3-3 1 15,2 2-1-15,1 2-3 0,-3-1 6 0,-6 0-4 16,6 0 2-16,-2 1-1 0,5 0 2 0,-2-2 3 15,-2 1-1-15,1 0-3 0,-1 1 1 16,0 0 0-16,0-1-3 0,-4-1 2 0,4 1-1 16,-1 1 0-16,-2 0 3 0,3-2-1 0,-1 2 0 0,2 0 2 15,1-3-2-15,-1 1 0 0,1 2-2 0,-2-1-1 16,1 2 4-16,2-2-6 0,-10 1 4 0,10 0-2 16,-2 0 4-16,-1 0-5 0,2-1 4 0,-1 0-1 15,-1 1 1-15,1-3-2 0,2 2-4 0,-3 1 3 16,4-1 4-16,-1-2-2 0,0 3-1 0,-3-1-3 15,1-1 5-15,1 0 0 0,-1 0-1 0,0 1-1 16,0 1-1-16,-1 0 1 0,-2-1 0 0,5 0 0 16,-4-1 0-16,1 2 0 0,-4-1 2 0,3 2-3 15,2-1 3-15,-6 0 0 0,3-1-1 0,2 0-3 16,0 1 1-16,0 0-2 0,-5 0 5 0,1 0-2 16,3-2-2-16,-4 2 4 0,4-2-1 0,-2 2-3 15,3 0 1-15,1 0 4 0,0 0-4 0,-6-1 1 16,0 1 2-16,2 0 0 0,2 0-2 0,-4 1 2 15,5-2-4-15,-4 1 18 0,-3-1-19 0,3 0 3 16,4-1-2-16,-5 4 1 0,5-4 1 0,-1 2 1 16,2 0-1-16,-5 0-4 0,3-1 5 0,-2 1-1 15,-5 0 2-15,5 0-3 0,-2 0 1 0,1 0-1 16,-2-2 1-16,1 4 1 0,-3-2-2 0,1-2-1 16,-1 1 0-16,-1 1 1 0,-1 1 1 0,5-1 0 15,-9 0 4-15,5 0-4 0,-5 0 1 0,6 0-4 16,0 0 6-16,-1 2-3 0,-4-2 0 0,2 0-3 15,-1 0 3-15,3 0 3 0,-1-2-3 0,-1 4 1 16,-1-2-5-16,1 0 0 0,4 1 3 0,-5 1 12 16,3-2-13-16,1 0-1 0,1 1 3 0,-5-1 1 15,2 0 0-15,-2-1-1 0,1 2 1 0,6-2-2 16,-9 1 2-16,5 1 0 0,-2-1 3 0,3-1-1 16,-3 1 2-16,-1 1-5 0,1-1 3 0,0-1 1 15,-8 1 0-15,14 0-1 0,-9 1-2 0,-5-1 3 16,12 0 0-16,-12 0 1 0,7 0 5 0,-7 0-14 15,6-1 8-15,-6 1-1 0,0 0-2 0,0 0 3 16,8 1-3-16,-8-1 0 0,0 0 0 0,8 0 0 16,-8 0-3-16,0 0 1 0,8 0 2 0,-8 0-1 15,7 0 2-15,-7 0-4 0,8 0 1 0,-8 0-4 16,12-1 3-16,-5-1-8 0,-1 1-5 0,4-1-12 16,-3 1-23-16,4 0-24 0,-3 1-37 0,3-1-37 0,0-1-56 15,-1 1-63-15,-1-1-170 0,2-1-474 16,-3 1 209-16</inkml:trace>
  <inkml:trace contextRef="#ctx0" brushRef="#br0" timeOffset="56549.27">14807 4461 18 0,'0'0'158'0,"0"0"-16"0,0 0-13 16,0 0-15-16,0 0 6 0,0 0-9 0,0 0 0 15,7 13-6-15,-4-9 3 0,-3 0-10 0,1 1-12 0,3-1 11 16,-4 1 1-16,2 4-8 0,4-4-5 0,-4 3-7 15,0 0 1-15,1 0 0 0,1 2-3 16,-2 3-3-16,2-3-5 0,-3 2-2 0,3 0-3 16,-1-1-3-16,0 1-3 0,0 0 0 0,0 1-3 0,0-1-3 15,0 2-3-15,-1-3-5 0,3 2-2 0,-1 4-1 16,0-4 3-16,-3 0-11 0,4 0 1 0,-2 0-3 16,3 4-1-16,-5-4-3 0,7 2 8 15,-6-2-13-15,0 0 11 0,0 1-13 0,2-3 0 0,1 6-2 16,-1 0-1-16,-1-1 1 0,1-3-2 0,-1 1 0 15,-2-1-5-15,3 2 1 0,-1-2 2 0,4 4-3 16,-5 2 0-16,1-2-2 0,1-1-3 0,0 2 12 16,-2-1-10-16,0-2 0 0,0 0-2 0,3 1 6 15,-5 0-4-15,7 1 3 0,-4 0-4 0,2-2-1 16,-1 1 0-16,-4-1-1 0,4 2-1 0,-1-1-2 16,1 1 4-16,-1 0-2 0,-2-5 2 0,3 5 0 15,2 0-5-15,-2-1 6 0,-3 2-1 0,3-5 1 16,-1 4-2-16,3-1-2 0,-4 1 0 0,2 0-2 15,-1-5 1-15,0 5 1 0,-1-3 0 0,4 2 0 16,-2-3 6-16,0 3-6 0,-4-2-2 0,1 4 0 16,5-2 2-16,-4-3 1 0,1 0-2 0,1 5 2 15,-1-1 6-15,0 0-7 0,-1-5 0 0,1 5-4 16,0 1-2-16,-2-5 6 0,2 1 0 0,-3 1-2 16,4 3 0-16,-1-5-2 0,-2 3 2 0,0 1 4 15,2-5-1-15,0 4-5 0,-2 1 5 0,3 1 1 16,-4-5-5-16,3 5 1 0,1-2 2 0,-1 2-2 15,-3-5 1-15,3 3 0 0,-2-3-1 0,4 4 2 16,-5 0 0-16,2-6 4 0,0 7-6 0,0-5 2 16,2 4 0-16,-4-4-4 0,1 1 2 0,2-1 1 15,-3 5 0-15,1-2 0 0,2 0-1 0,-1-3 2 16,-1 2-1-16,3 0 2 0,-3 3-2 0,3-4 4 16,-2-2-4-16,0 1 0 0,0 0-1 0,0 0 0 15,0 1 12-15,1 0-15 0,-2-1 2 0,3 0 1 16,-4 0-3-16,1 1 4 0,-1 1-1 0,3 2 1 0,-3-3-2 15,2-1 1-15,-2-1 0 0,2 5 0 16,1-3 2-16,-3-1 0 0,2 3 0 0,-2 1-5 16,3-5 4-16,-3 3 9 0,3-2-12 0,-3 4 1 15,1-6 0-15,1 9 0 0,-1-3 0 0,0-4 0 0,1 5 1 16,1 0 1-16,-5 0-3 0,4-4 3 0,2 7 0 16,-3-4 1-16,1 1-1 0,-4 1 0 15,2 0-2-15,0 1 1 0,2-1 6 0,0 0-6 16,0-1 1-16,-2 1-2 0,2 2 2 0,-1-3 9 0,-1 1-7 15,2-1-5-15,-1 1 0 0,-1 0 0 0,4 1 4 16,-4-2-3-16,3 1 1 0,-3-1 0 0,1-2 1 16,-1 2-3-16,3-3 4 0,-1 5-5 0,-2-7-1 15,2 3 4-15,1 2 2 0,-3-1-1 0,3-3-1 16,-2 3-2-16,-1-4 6 0,5 3-5 0,-2-3 1 16,-3 0 4-16,1 3-5 0,1-3 2 0,1 0-1 15,-3-1 2-15,2 1-1 0,-2-1 1 0,2 2-1 16,-1-1 2-16,-2-1-2 0,2-3 1 0,0 4 1 15,2-1-2-15,-3-1 1 0,2 1-2 0,-2-2 4 16,4-1 5-16,-3 1 7 0,-1 2 4 0,1-1-2 16,2 1-2-16,-3-1 1 0,4 1-1 0,-3-3-1 15,2 3 11-15,-3-3-12 0,0 2-4 0,4-2 2 16,-2-1 0-16,0 2-1 0,0-1-3 0,-1 1-1 16,-1-2 1-16,3 1-3 0,-2-1 3 0,-1 2 0 15,3-4-1-15,-2 1 1 0,2 1-3 0,0-3-4 16,-2 2 1-16,0 2 1 0,-1-4 0 0,3 3-13 15,-3-3-31-15,0-2-32 0,0 6-39 0,3-5-46 16,-3 1-64-16,-3-1-69 0,3 1-178 0,0-5-508 16,0 0 225-16</inkml:trace>
  <inkml:trace contextRef="#ctx0" brushRef="#br0" timeOffset="57786.96">15196 7743 61 0,'0'0'224'0,"-7"-2"3"0,3-2-5 0,4 4-2 0,-8-6 0 16,1 4-8-16,1 1-8 0,0-2-7 0,-1-2-16 15,0 1 7-15,1-1-19 0,-4 2-10 16,-1-4-10-16,3 2-9 0,-4-1-10 0,2 3 1 16,-3-2-22-16,2-2-2 0,-3 2-14 0,1 1-3 15,-1-1-10-15,2 0-9 0,-2 0-4 0,-2-3-8 0,-2 2-1 16,2 2-4-16,1-3-7 0,0 2 6 15,-1-3-11-15,-2 2 5 0,4 1 3 0,-2-3-9 16,1 2-2-16,-2 0 4 0,4-1 2 0,-3 1 1 16,2 1-3-16,-2-5 3 0,1 3-13 0,0 0 1 0,1 0-8 15,1 2-6-15,-1-1 2 0,3 0 15 0,-9-1-21 16,8 4 1-16,0-2-4 0,-2-2 0 0,-1 2-1 16,5-1 3-16,-3 1-10 0,-1 0 0 15,3 1 3-15,-2-1-2 0,3-2 4 0,-2 2-12 0,0 1 8 16,2 1 2-16,-2 0 0 0,1 1 2 0,1-3-5 15,-2 0-3-15,0 3-7 0,2 0 8 0,-2-2-2 16,1-1-1-16,2 2 3 0,-2-1-2 16,0 2 2-16,1-2-4 0,-3-1 2 0,3 2 2 0,1-2 2 15,-2 2-7-15,2 0 0 0,-5-4-2 0,6 4 6 16,-2 0-4-16,-1-1 5 0,1-2 0 0,1 0 1 16,1 2-3-16,-4-1 1 0,1 2-1 0,0-3-1 15,0 0 7-15,0 2-5 0,2-2-3 0,-2 0 2 16,3 3 1-16,-6-1-1 0,6-1-1 0,-3-1 2 15,2 1-3-15,-1 2 5 0,2-4-6 0,-3 2-4 16,0 0-1-16,4 2 8 0,-2-3 2 0,3 3-9 16,-6-2 5-16,5 0 1 0,-2 0-2 0,0 0 10 15,-1-1-6-15,0 3-6 0,0-1 1 0,-1-1 8 16,4 0-2-16,-3 0-2 0,2 1 3 0,0-1-2 16,1 0 0-16,-1 1-11 0,3-1 10 0,-5 0 0 15,0 1-4-15,1-1 3 0,4 1 1 0,-5-2-3 16,3-1-3-16,-4 1 6 0,6 2-6 0,-5-2 9 15,0-1 4-15,0 1-8 0,3 0 2 0,0 0-4 16,-2 1 4-16,-1-2 2 0,3 1 3 0,1 1-9 0,-4-2 2 16,1 0 2-16,-1 2 2 0,1-3 0 0,-1 5-1 15,2-5-13-15,-3 1 10 0,2 4-3 16,-1-5-7-16,0 1 9 0,1 1 6 0,-1 1-1 16,2 0-1-16,-4 0-1 0,7-2-4 0,-5 2 0 0,3 0 0 15,-1 1-1-15,-1-1 3 0,-1 0 5 0,2 0-7 16,1 0-1-16,0-1 5 0,-1 1 8 0,0-1-9 15,-1 1-3-15,3-2 11 0,1 1-5 16,-2 2 4-16,0-1 1 0,-2-2-5 0,2 3-1 0,1-3 3 16,-2 2 5-16,0-4-5 0,4 4 1 0,-3-4-6 15,-2 3 10-15,0 1-2 0,1-2-2 0,4 3-3 16,-3-1 4-16,-1-1-4 0,3 2-2 0,-2-4 1 16,0 3 0-16,1 1 9 0,0-1-8 0,-1 0-4 15,0 1 1-15,3 0 0 0,0-1-3 0,-5 1 4 16,3 0 3-16,1 1-5 0,1-2 5 0,-2 2 2 15,-2-2 1-15,4 1 1 0,-1-1 2 0,-1 1 2 16,2-1 1-16,0 1-9 0,-3-5 8 0,3 5-9 16,-3 0 5-16,3-2-1 0,-1 2 5 0,0 1-9 15,-1-2 7-15,-1-2-2 0,3 2-4 0,-3 2-2 16,0-3 6-16,-1 2-1 0,0-1-4 0,4 1 0 16,-3-1-3-16,-1 1 6 0,4-1 1 0,-3 0-7 15,3 1-1-15,-2 0 8 0,-1-1-4 0,1 1 10 16,2-1 1-16,-3 1 3 0,3 1-5 0,-2-2 2 15,1 3-1-15,-2-3 7 0,3 2-11 0,-1-1-2 16,1 2 2-16,1-2-2 0,0 2 0 0,-3-1-1 16,2 1-2-16,4 2 0 0,-6-7 0 0,1 4-1 15,0 1 2-15,1-1-7 0,-1-2 8 0,-2 2-5 16,3 1-5-16,0-1-7 0,-4 1-14 0,4-1-11 0,-4-2 4 16,1 3-8-16,1-2-31 0,-2 1-23 15,-1-2-15-15,-1 0-20 0,3 3-17 0,-6-3-26 16,3 0-23-16,1 2-25 0,-2 0-48 0,3-1-46 15,2 3-259-15,1-4-619 0,-5 1 274 0</inkml:trace>
  <inkml:trace contextRef="#ctx0" brushRef="#br0" timeOffset="59894.39">11136 8834 117 0,'0'0'131'0,"0"0"-5"0,0 0-12 16,-8 1-11-16,8-1-8 0,0 0-7 15,0 0-7-15,0 0-2 0,0 0-10 0,0 0-5 16,0 0-9-16,0 0-5 0,0 0-3 0,0 0-4 15,0 0 1-15,0 0-3 0,0 0 0 0,0 0 1 0,0 0-4 16,0 0 0-16,0 0-11 0,0 0 2 0,0 0 0 16,0 0 4-16,0 0 4 0,0 4-1 15,0-4-1-15,0 0 2 0,0 0 0 0,0 0-4 0,0 0 2 16,0 0-3-16,0 0 1 0,0 0-1 0,0 0-5 16,0 0-7-16,0 0 3 0,0 0-2 0,0 0-4 15,0 0 1-15,0 0-4 0,0 0 8 0,0 0-12 16,0 0-3-16,0 0 1 0,0 0 0 0,0 0-3 15,0 0 3-15,0 0 2 0,0 0 3 0,0 0 3 16,0 0 7-16,0 0 2 0,0 0 3 0,0 0 1 16,16-3-1-16,-7 2 0 0,-1 0-3 0,4 0 0 15,0-2-5-15,0 2 3 0,8-3-6 0,-2 1 5 16,4-2-9-16,-4 1 2 0,5 1-4 0,6-2 1 16,2 0 15-16,-3 0 3 0,1 0 2 0,2 3-8 15,-10-2-1-15,2 0 0 0,8 1-3 0,-9 0 0 16,2-1-3-16,-2 3-1 0,1-2-2 0,-1 2-1 15,0-3 1-15,6 1-3 0,-6 1 0 0,1-1-2 16,-4 1 0-16,4 1 0 0,-1-2-2 0,1-1 2 16,-1 1-1-16,0 1 2 0,-1-2-2 0,0 2 0 0,2 0 1 15,-3-1 4-15,1-1 4 0,-2 2 2 16,4-2-1-16,-3 2-1 0,-2-2-4 0,2 0 0 16,0 2 0-16,-1-2-2 0,1 1 0 0,-1-1-1 0,1 2 0 15,-2-2-2-15,4 2 0 0,-7 0-4 0,3-1 2 16,2 1 0-16,0-2 0 0,0 0-1 0,-2 1 1 15,0 1-2-15,1-1 0 0,-4 2 1 16,0-1-2-16,-3 0-3 0,6-1 4 0,2 1-2 0,-6 0 0 16,1-1-2-16,-1 2 2 0,0-2 2 0,3 2-3 15,-2 0 4-15,0-1-4 0,0 0-1 0,-2 1 4 16,1-2-6-16,-2 2 6 0,3 1-5 0,1-4 1 16,-2 4 0-16,2 0-2 0,-2 0 6 0,1-1-7 15,-4 1 4-15,4-1 1 0,-2 1-5 0,1-2 6 16,5 2 0-16,-3 0-6 0,-2 0 3 0,1-1-1 15,0 1 0-15,-1-2 2 0,0 2-1 0,5-1-2 16,-5 1 2-16,1-1 0 0,0 1 3 0,7 0-3 16,-9 0 1-16,2 0 0 0,-1 0 0 0,6-1 0 15,-2 1 1-15,-2-2-1 0,1 2-1 0,3-1-1 16,-1 0 0-16,0 1-1 0,3-4 2 0,-3 4-2 16,1 0 7-16,12-2-5 0,-11 2 2 0,1 0-2 15,3-2 0-15,-2 1 0 0,1-1 0 0,-1 2-2 16,-1-1 2-16,1 1 0 0,0 0 0 0,2-1-1 15,-1 1 2-15,-2-1-2 0,1 1 2 0,-1 0 0 16,1-2-1-16,7 2 0 0,-7 2 1 0,-1-2-1 16,2 1-2-16,-3-1 2 0,2 0 0 0,0 0 4 0,0 0-4 15,-2 1 2-15,2-1-3 0,0 1 1 0,1-1 0 16,-6 0 3-16,4 2-4 0,1-4 1 0,-1 2 0 16,-2 0-1-16,2-1 0 0,-2 1 1 0,1 0 4 15,-1-1-5-15,1 1 4 0,-3 0-3 0,4-1 1 16,1-1-2-16,-1 0 4 0,-3 2-3 0,3 0 0 15,1-1-1-15,-3 1-1 0,0-2 2 0,-1 2 2 16,2-1-4-16,-3 1 0 0,1-1 1 0,-2 0 1 16,1 1-2-16,1-1 1 0,-5 1 1 0,6 0 0 15,-6 0 0-15,4-2-1 0,-5 1 4 0,4 1-4 16,0-1 1-16,2-1-1 0,-5 2 2 0,5-4-1 16,-4 4 0-16,1-2 1 0,3 2 1 0,-4-2-3 15,0 0 1-15,3 1 0 0,-3 0 0 0,-1-1 0 16,2 1 0-16,-3 1 0 0,4 0 3 0,-4-1-5 15,2-2 3-15,0 1-1 0,-1 2 0 0,-1-1-1 16,1 0 1-16,5 0 0 0,-4-1-2 0,0 1 1 16,-3-1 0-16,9-1 4 0,-7 2-3 0,0-3 0 15,5 1 3-15,-1 2-3 0,-3 0 0 0,4-2 1 16,1 1 4-16,-2-2-8 0,0 2 3 0,2-1 6 0,-1 0-2 16,0 2 17-16,0-2-4 0,-4 2-2 15,5-1 0-15,-6-1 1 0,5 1-1 0,-4 0-5 16,0 1 2-16,0 0 0 0,0-2-3 0,2 2-1 15,-3-1-2-15,0 1 3 0,5 0 2 0,-7 0-5 0,0-1 2 16,-1 2-4-16,2-1 2 0,-1-1-2 0,-1 2 0 16,1-2 1-16,-4 1 0 0,0 0-2 15,1 1-2-15,-2-1 1 0,0 1 2 0,0-2-3 0,1 2-1 16,0-1 1-16,-8 1 1 0,10-2-4 0,-3 1 3 16,-7 1 0-16,7-2-3 0,-7 2-7 0,8-2-21 15,-8 2-26-15,5-1-45 0,-5 1-57 0,4-2-71 16,-4 2-251-16,0 0-520 0,0 0 230 0</inkml:trace>
  <inkml:trace contextRef="#ctx0" brushRef="#br0" timeOffset="62252.7">12498 3490 213 0,'0'0'323'0,"5"-5"-10"0,-5 5-11 16,0-5-6-16,0 5-12 0,3-6-2 0,-3 6-1 15,1-6-8-15,-1 3-8 0,0-2-11 0,0 5-7 16,0-9-4-16,2 4-20 0,-2 0-17 0,0 1-12 15,0-1-6-15,0-3-17 0,0 3-16 0,0-1-12 16,0-1-14-16,0-1-9 0,2 2-13 0,-2-1-5 16,2-1-13-16,-2 0-10 0,1-2-8 0,2-2-6 15,-3 6-7-15,1-3-4 0,-1 0-7 0,3 0-4 16,-2 2-7-16,-1 0-1 0,0-1-3 0,0 3-6 16,0-1 3-16,1 1-9 0,2 0 0 0,-6 0-1 15,3 5-5-15,3-7 0 0,-3 4-3 0,0 3-6 16,0 0-7-16,0-6-8 0,0 6-28 0,0 0-24 15,0 0-34-15,6-1-5 0,-6 1 1 0,0 0 5 16,0 0 10-16,5 7 7 0,-1-2 11 0,0 0 3 16,-1 1 9-16,2-1 18 0,-2 5-10 0,3-3 8 15,-2-1 3-15,1 3 7 0,-1 2-5 0,4-1 9 16,-4 2-3-16,-1 0 7 0,4-2 6 0,-3 1-1 0,0 1 4 16,4-2-3-16,-4 1 0 0,0-3-7 15,-1 2-11-15,0-3 0 0,0 4 1 0,-1-5-5 16,3-1 9-16,-3 3 2 0,0-3 2 0,1 1-6 15,0 0 12-15,-1-1-3 0,0-3 9 0,-2-2 2 16,0 6-7-16,2-2 5 0,-2-4-1 0,0 6 10 0,0-6-7 16,1 2-3-16,-1-2 0 0,0 0 4 0,0 4 2 15,0-4 12-15,-3 5-9 0,3-5 0 16,-4 3 5-16,-2 2-2 0,2-3-10 0,-2 1 1 16,2 2 7-16,-2-3-3 0,0 3 6 0,-1-1 0 0,0 0-2 15,2 0-1-15,-1 0-3 0,1-1-3 0,-1 2 12 16,1-3-6-16,2 1-6 0,-1-1 5 15,4-2-3-15,-3 4-1 0,3-4 2 0,-1 4-2 16,1-4 3-16,0 0 7 0,5 4-1 0,0-3-1 16,-5-1 7-16,13 0 1 0,-2 0-1 0,0-1 2 0,2-2-1 15,1 3-5-15,2-3-6 0,-2 1 5 0,2 1-11 16,-2-1-21-16,1 1-37 0,-3 1-40 0,-1 0-46 16,1 1-49-16,-5 1-60 0,3-1-49 15,-4 1-230-15,-2 5-584 0,-1-2 259 0</inkml:trace>
  <inkml:trace contextRef="#ctx0" brushRef="#br0" timeOffset="63306.41">11650 4970 298 0,'0'0'287'0,"0"-4"-15"0,0 4-18 0,2-6-19 16,-2 6-16-16,1-4-21 0,1 1-19 0,-1-1-17 0,-1 4-12 15,4-5-22-15,-2 1-10 0,1 0-13 0,0 1-24 16,1 0-10-16,0-1-7 0,0 1-5 0,2 0-11 16,-1 1 0-16,2 0-6 0,-2-1-8 15,2 2 2-15,-3 0-5 0,4 0-5 0,-1 1-4 0,-7 0 0 16,11 1-6-16,-4-1 0 0,0 0 5 0,-2 1-3 15,1 2-8-15,-6-3-2 0,11 2-3 0,-9 1 2 16,2-1 0-16,0 1-2 0,0 1-5 0,-1-2 3 16,-3-2-1-16,0 7-4 0,3-4 4 0,-3 3-3 15,-3-1 0-15,3 0 1 0,-1 0 0 0,-3 2 1 16,2-3-3-16,-1 1 0 0,2 0 1 0,1 1 2 16,-4-2-3-16,3 1 1 0,1 0-2 0,0-1 4 15,0 0 0-15,0 1 0 0,0 0 0 0,5 0 0 16,-1-2-1-16,0-1 1 0,3 3 2 0,0-1-1 15,1-2 1-15,3 1 2 0,0 0-2 0,1 2-3 16,2-1 1-16,-1-1 1 0,-2 0 0 0,-1 0 0 16,3 1 1-16,-3-1-2 0,-2 0-1 0,-1-1 0 15,2 1 1-15,-3 0-2 0,1-1 1 0,-2 1 2 16,-2-1-1-16,2 0-1 0,-1 1 3 0,-4 2 6 16,3 0 0-16,-3-5 5 0,-6 8-1 0,1-2 7 15,1 1 1-15,-4 1-4 0,-2-1-1 0,0 2 0 16,-3-1-5-16,-3 2-2 0,-2-1 1 0,1 2-19 15,-4-1-28-15,5-1-34 0,-4 0-42 0,0 1-59 16,-1-4-69-16,0 5-236 0,4-2-515 0,-4-2 228 16</inkml:trace>
  <inkml:trace contextRef="#ctx0" brushRef="#br0" timeOffset="64309.77">9893 6366 54 0,'0'0'287'0,"7"-7"-17"16,-7 7-10-16,5-6-14 0,-5 0-5 0,4 1-10 15,-4 0-12-15,3-1 5 0,-2 2-26 16,2-3-10-16,0 1-10 0,1-1-8 0,-1 1 3 16,-2 0-1-16,1-2-17 0,0 2-15 0,1 0-6 0,1-1-7 15,-3-1-8-15,-1 1-6 0,2-1-9 0,-1 2-5 16,0-4-9-16,-1 4-10 0,0-1-9 0,0 0 2 15,3 2-7-15,-3-1 1 0,0 1-12 0,0 5-2 16,0-6-8-16,0 2-3 0,0 4-11 0,0-5 0 16,0 5-6-16,0 0-11 0,0-5-3 0,0 5 1 15,0 0-9-15,0 0 3 0,0 0 2 0,0 0-5 16,0 0-8-16,0 0 7 0,11 14 2 0,-8-6-6 16,2 1 6-16,0-1-5 0,0 3 0 0,0-2-5 15,2 4 4-15,-1 0-4 0,0-2-7 0,0 2 9 16,-1 2 0-16,-1-1-11 0,7 0-1 0,-7-1 6 15,1-1 0-15,-2-1-7 0,1 2 0 0,0-1-5 16,-1-2 5-16,0 1-8 0,0 0 1 0,-1-3-3 16,-1 1-7-16,1-3 0 0,-1-1 0 0,1-1-5 15,-2 1 8-15,1-1 6 0,-1-4 2 0,0 6 6 16,0-4 1-16,0-2 10 0,0 0-3 0,0 6-1 16,0-6 1-16,0 4-1 0,0-4 6 0,0 0 0 15,0 0-1-15,-4 2 2 0,4-2-5 0,0 0 6 16,0 0-3-16,0 0 9 0,-11 1-7 0,11-1-3 15,-4 2 0-15,4-2 10 0,-7 1-11 0,7-1 5 16,-8 4 0-16,4-3-5 0,-1 1 1 0,-1 0-1 16,2 1 1-16,-1-1 4 0,-1 1 3 0,0-1 5 15,0 2-11-15,-1-3-3 0,3 2 0 0,4-3 6 0,-6 3-5 16,6-3 3-16,-5 2-1 0,5-2 3 0,0 0 7 16,-4 3-7-16,4-3-4 0,0 0 6 0,0 0-2 15,0 0 9-15,0 0-4 0,0 0-3 16,21-4 1-16,-12 1 16 0,3 1-13 0,-1-2 0 0,7-1-2 15,-5 2-11-15,5-1-20 0,0-1-37 0,2 1-33 16,-5 0-42-16,4 2-52 0,-4-1-70 0,3 1-57 16,-5 1-207-16,1 0-570 0,-3-3 252 0</inkml:trace>
  <inkml:trace contextRef="#ctx0" brushRef="#br0" timeOffset="65146.23">11229 7290 7 0,'-2'-4'272'16,"2"4"-11"-16,0 0-18 0,0 0-17 0,0 0-17 15,0 0-17-15,7-3-15 0,-7 3-17 0,0 0-14 16,6-2-14-16,-6 2-14 0,5-2-11 0,-5 2-12 16,8-1-10-16,-8 1-7 0,11 1-7 0,-11-1-9 15,11 2-6-15,-4 0-5 0,-3 0-6 0,3 0-6 16,1-1-3-16,-3 3-4 0,1 0-4 0,-2 0-4 16,1 0-1-16,-1 1-3 0,0 0-2 0,-2 2 2 15,-1-1 0-15,2 0-7 0,-3 1 4 0,0-1 4 16,0 2 4-16,-3-2 8 0,3 2 9 0,-3-2 3 15,-1 1 7-15,1 0 0 0,2-2 7 0,-4-1-3 0,1 4 4 16,2-4-4-16,0-2-2 0,2 3 5 0,0-5-1 16,-2 6-1-16,2-6 2 0,0 4 2 0,0-4 2 15,0 0 0-15,0 0-5 0,0 0-4 16,11 0-7-16,-11 0 13 0,15-9-21 0,0 3-1 0,4 1-7 16,0-2-3-16,2 1-4 0,7-2-15 0,2-4-23 15,-8 7-40-15,9-7-47 0,-7 3-54 0,5 0-65 16,1 2-74-16,-11-2-308 0,3 1-651 0,-2-1 288 15</inkml:trace>
  <inkml:trace contextRef="#ctx0" brushRef="#br0" timeOffset="67036.12">13888 6521 225 0,'0'0'297'16,"-2"-6"-6"-16,2 6-9 0,2-5-9 0,-2 5-6 15,-2-5-8-15,2 5-16 0,0 0-4 0,0 0-25 0,0-7-25 16,0 7-18-16,0 0-10 0,0 0-23 0,0 0-13 16,0 0-16-16,0 0-13 0,0 0-15 15,0 0-13-15,0 0-3 0,0 0-7 0,0 0-3 0,6 13-6 16,-5-9-5-16,1 2-5 0,-1 1-6 0,-1 2 1 15,3 0-7-15,-2 0-4 0,0 2-5 0,6-2 1 16,-4 0 1-16,-2 2-6 0,3-2 2 0,-1 1 2 16,3-2 1-16,-1 0-8 0,-1-1 1 0,3 0-2 15,-3-1 1-15,1-1-5 0,1 0-2 0,-2 0 2 16,1-2 29-16,3-3-38 0,-2 0 4 0,-6 0-1 16,12-3 4-16,-8 1-5 0,4-3-2 0,-2 2 1 15,-1-1 9-15,1-3-5 0,3 1-1 0,-5 0 1 16,0-1 3-16,0 1 1 0,1 0 5 0,-3 1 8 15,-2-2 5-15,3 2 7 0,0 0 8 0,-2 0 20 16,2 2-18-16,-1-1-5 0,-2 4 9 0,0-5-24 16,0 5-4-16,0 0-12 0,4-2 8 0,-4 2-8 15,0 0 3-15,7 10-6 0,-5-4 2 0,-1 2 3 16,3 2-4-16,4 1 3 0,-5 2 0 0,5 4-1 0,-4 1-5 16,-1-2 9-16,4 4-5 0,-3 0-1 15,4-3-5-15,-4 0-34 0,7 7-29 0,-4-10-27 16,-3-3-37-16,4 0-39 0,-4-3-63 0,3-2-84 0,-2-2-315 15,1-2-682-15,0-2 302 0</inkml:trace>
  <inkml:trace contextRef="#ctx0" brushRef="#br0" timeOffset="67604.89">15313 5835 98 0,'0'0'288'0,"10"0"-15"0,-10 0-16 16,0 0-24-16,0 0-21 0,0 0-19 15,0 0-18-15,0 0-10 0,2 7-2 0,-2-2-7 16,2-2-12-16,-1 4-4 0,2-1-11 0,-2 2 1 0,2 4-9 15,0-5-5-15,-1 6-6 0,1-3-10 0,0 3-10 16,-2 0-5-16,7 4-11 0,-4-5-6 0,-1 5 18 16,3 0-6-16,-1-1-7 0,-1 1-7 0,4-1-6 15,-2 1-19-15,-1-4-31 0,-1 0-50 0,2-1-61 16,-2 2-88-16,2-3-112 0,-2 0-251 0,-1-2-596 16,-1 0 265-16</inkml:trace>
  <inkml:trace contextRef="#ctx0" brushRef="#br0" timeOffset="78559.75">12609 8237 279 0,'0'0'290'15,"0"0"-26"-15,6-5-14 0,-6 5-13 0,2-2-16 16,-2 2-20-16,6-6-16 0,-1 4-18 0,1-1-12 16,-1 1-16-16,3-1-9 0,-2 2-16 15,3-1-7-15,-2 0-15 0,1-1-9 0,-1 3-7 0,-7 0-11 16,12 2-5-16,-2-1-8 0,-1 1-6 0,-2-1-2 16,0 3-4-16,1-2-4 0,-1 1-8 0,-2 0 1 15,-1 1-4-15,3 2-2 0,-4-3-2 0,5 3-6 16,-7-1 1-16,3 2-3 0,-2 1 6 0,-2-1-5 15,0 1 0-15,0 1-3 0,-6 1-1 0,2 2 4 16,-2-3-1-16,0 0 6 0,-2 1-2 0,-2 0 3 16,5-1 3-16,-2 0-1 0,0 0 1 0,3-4-4 15,-1 1-2-15,-2 0 3 0,3-1-6 0,0-1 0 16,3 1-2-16,-2-1 2 0,0-1-2 0,3-3-3 16,-1 3 5-16,1-3 7 0,2 6 7 0,4-4 4 15,-6-2 0-15,19 1 0 0,-9-2-4 0,4-3-1 0,7 1-2 16,1 1 0-16,1-2-6 0,-1 3-1 15,6-6 3-15,1 4-9 0,-5-1-4 0,-1-1-10 16,-4-1-35-16,2 1-47 0,-2 0-59 0,-7 3-77 0,4-6-83 16,-5 3-265-16,-5 2-615 0,-1 1 272 0</inkml:trace>
  <inkml:trace contextRef="#ctx0" brushRef="#br0" timeOffset="81537.32">18292 4283 174 0,'4'-6'293'0,"-3"0"5"0,3 2-2 0,1-1 1 16,-3-2-8-16,2 2-12 0,-4 0 1 0,0 1 3 16,4-2-22-16,-4 2-9 0,0-1-9 0,2 0-11 15,-2 1-26-15,0 4-18 0,0-6-18 0,0 6-19 16,0 0-9-16,0 0-19 0,0 0-14 0,0 0-10 16,0 0-12-16,-6-2-6 0,6 2-12 0,-19 8-4 15,10-3-6-15,-3 0-9 0,-1 0-4 0,-3 2-4 16,-2 1-5-16,5-4-5 0,2 2 2 0,-2 0-5 15,1-2-8-15,4-1-3 0,1 0-4 0,-1 1 1 16,3 0-10-16,1-2-6 0,2 1 0 0,-2-1-3 0,4 3-2 16,0-5-1-16,4 7 4 0,0-3 1 15,7 2 2-15,-3-2-3 0,3 1 0 0,4 3 1 0,-4-5 9 16,8 4-10-16,0 2-2 0,0-4 3 0,1 5 3 16,1-5-2-16,-3 5 4 0,1-2-5 0,0 0 2 15,-2 1-3-15,-2 0 3 0,-1-2-3 0,-5 0 3 16,2 1-2-16,0 0 2 0,-1 0-6 0,-3-1-9 15,-2-2-8-15,2 2-3 0,-3 0 8 0,0-2 0 16,-3 3-8-16,2-4 5 0,-3 2 9 0,0 0-3 16,-3-2 7-16,-1 3-5 0,-1-1 5 0,0-1 2 15,-4-1 2-15,2 3 4 0,-5-2 0 0,4-2-4 16,-4 0-2-16,0 1 0 0,-1 0 16 0,2-3-7 16,-1 0-8-16,1 1 10 0,4-2 1 0,-5-2-16 15,4 1-17-15,1 0-13 0,2-3-23 0,0 0-19 16,-1-1-31-16,6-3-34 0,-3 2-32 0,6-4-35 15,1-1-41-15,3-2-40 0,-2 1-24 0,8-4-209 16,-5 3-574-16,4-3 254 0</inkml:trace>
  <inkml:trace contextRef="#ctx0" brushRef="#br0" timeOffset="81788.2">18493 4182 209 0,'0'0'217'15,"0"-4"-12"-15,0 4-20 0,4-5-19 0,-4 5-17 16,0 0-19-16,6-1-6 0,-6 1-16 0,0 0-10 16,9 8-7-16,-3-3-6 0,-1-3-13 0,0 5-6 15,2 2-7-15,0-1-9 0,1 3-4 0,0-1 1 16,-1 2-3-16,0-1-5 0,0-1-10 0,1 3-2 16,0 2-1-16,-2-1 0 0,-1 3-4 0,-1-4 1 15,0 0-4-15,3 0 0 0,-3-2-2 0,-3 2-2 16,2-1-10-16,-3-2-27 0,0 0-32 0,0-1-39 15,0-2-32-15,0 0-46 0,0-1-155 0,-3 0-353 16,-1-1 157-16</inkml:trace>
  <inkml:trace contextRef="#ctx0" brushRef="#br0" timeOffset="82641.2">18519 4378 19 0,'0'0'172'0,"0"0"-17"0,0 0-13 16,0 0-19-16,9-4-4 0,-9 4-14 0,10-2-10 0,-6 2-12 15,6-3-10-15,0 2 3 0,4-1-14 0,4 1-6 16,1 1-11-16,1-2-2 0,3-1-4 0,7 1-25 16,0-1-16-16,-8 1-25 0,8-3-14 15,1 4-12-15,-1-1-12 0,-9-1-1 0,2 2-6 0,-6-4 9 16,2-1 2-16,-5 5 6 0,-2-1 2 0,-1 0 0 15,-5 0 25-15,-1-2 19 0,0 2 4 0,-5 2 12 16,3-4 11-16,-3 4 4 0,0 0 10 0,0 0 4 16,0 0 16-16,-24 0 10 0,18 3 5 0,-7-2 1 15,0-1 1-15,2 3 6 0,-9 4-2 0,1 1-1 16,3-1 4-16,-2 1-4 0,3 2 0 0,2-4-13 16,2 2-8-16,-2 0 1 0,1-1-6 0,5 3-3 15,0-3-8-15,-2 2 1 0,5-1-6 0,1 0 0 16,-1-1-1-16,3 0-1 0,1 1-2 0,1-2-1 15,3 0-4-15,0-2-1 0,0 1 2 0,4-1-1 16,-1 1 0-16,6-5 0 0,-3 4 0 0,4-4-8 16,-1-4 0-16,0 4 0 0,3-3-2 0,-2 0-2 15,-2-1 2-15,2 2-2 0,-3-5 3 0,-2-1-5 16,2 0 0-16,-3 1 0 0,-2-1 2 0,-2 2-3 16,1-1 12-16,0 1 3 0,-2-1 16 0,-3 2 3 15,1 2 10-15,2-4 11 0,-3 3 4 0,0-1 0 16,0 1-3-16,0 4-3 0,-3-5-11 0,3 5-6 15,0 0-5-15,-1-5-6 0,1 5 0 0,0 0-5 16,0 0-2-16,0 0-3 0,0 0-3 0,0 0-4 16,-12 10-2-16,11-6 3 0,-1 2-14 0,4-1-9 15,-2 0 0-15,1 0-6 0,0 0-3 0,2 0-9 16,1-1-8-16,-3 1-18 0,3-1-11 0,2 0-10 16,2 0-20-16,-4-3-17 0,3 1-16 0,-2-2-7 15,-5 0-13-15,13-1 3 0,-8-1 11 0,5-2 10 16,-5 0 7-16,3-1 11 0,-1 0 16 0,0 0-3 15,-2-1 19-15,1 0 10 0,-1 1 11 0,-1-2 22 16,2 2 13-16,-1 0 27 0,-1 0 14 0,0-2 20 16,0 4 9-16,-1-1 3 0,0 1 3 0,-2-2 4 15,2 2-8-15,1 2-8 0,-4 1-7 0,7-2-2 0,-7 2-1 16,7-2-7-16,-3 1 0 0,-4 1-5 0,12 1-4 16,-7 1-1-16,3 0-2 0,1 2-3 15,3 3 1-15,-3-5 0 0,2 3-11 0,-1-1 5 16,1 4-3-16,1-3 2 0,-3-1-2 0,2 4-1 0,-4-5 2 15,0 2-2-15,2 0 0 0,-3 0 2 0,-1-2-5 16,-2 0 4-16,-1 1 0 0,2-3 2 0,-4-1 8 16,4 4 3-16,-4-4-2 0,0 0-3 15,0 0 1-15,0 0-3 0,0 0-2 0,0 0 3 0,-24-5-2 16,18 0 0-16,0 2-2 0,-2-1-4 0,1 0-8 16,0-3-13-16,2-3-9 0,1 4-17 0,0-1-14 15,1-4-23-15,2-3-27 0,1-2-20 0,0-1-21 16,5-2-14-16,2-5-101 0,5-1-282 0,-5 4 124 15</inkml:trace>
  <inkml:trace contextRef="#ctx0" brushRef="#br0" timeOffset="82824.8">19268 4118 316 0,'6'-11'15'0,"-2"-1"34"16,0 2 35-16,0 1 25 0,0 1 24 0,-4 3 17 15,3 1 5-15,-1 1-8 0,0-3-9 0,-2 2-15 16,0 4-19-16,1-3-8 0,-1 3-12 0,0 0-9 16,0 0-9-16,0 0-5 0,0 0-8 0,-1 16-6 15,1-8-4-15,1 1-2 0,1 2-6 0,-2 1-7 16,2 1 2-16,0 0 0 0,2 5-6 0,-1-2 5 15,-1 0-11-15,1 3-1 0,5-3 2 0,-3 1-1 16,2 0-1-16,2 1-5 0,-2 0-20 0,-1-5-39 16,0-2-28-16,-1 1-43 0,1-1-33 0,-1-1-41 15,-1 0-105-15,1 1-320 0,-2-6 143 0</inkml:trace>
  <inkml:trace contextRef="#ctx0" brushRef="#br0" timeOffset="83042.62">19271 4317 123 0,'0'0'324'0,"0"0"-5"0,-4-3 11 16,4 3-20-16,0 0-10 0,0 0-16 0,-4-4-25 16,4 4-21-16,0 0-15 0,5-5-16 0,-5 5-32 15,4-4-22-15,1 3-8 0,0 0-17 0,3-2-14 16,4 1-21-16,-1 1-47 0,4-3-51 0,4 3-59 15,0-1-70-15,-1-1-103 0,5 1-74 0,0-1-193 16,-4 0-545-16,5-3 241 0</inkml:trace>
  <inkml:trace contextRef="#ctx0" brushRef="#br0" timeOffset="83510.93">20021 4075 169 0,'-2'-4'280'0,"-2"0"-14"16,1-1-20-16,-1 1-16 0,-2 0-24 0,-1 1-20 15,0 2-15-15,-1-1-23 0,-4 2-15 0,-1 0-12 16,5 1-12-16,-4 1-12 0,1 0-6 0,1 3-10 16,-2-1-14-16,1 0-5 0,3 1-3 0,0 0-5 15,1-1-9-15,3 2-5 0,-1-1-1 0,3 3-8 16,-1-3 2-16,3 1-2 0,3 4-2 0,0-3-2 16,1-1-2-16,4 4-1 0,3-4-5 0,3 8-5 15,-5-9 5-15,6 5-7 0,2-2 4 0,-1 2-1 16,0 0-4-16,1 0-2 0,0 0 4 0,-6-4-4 15,1 3-2-15,0-1 2 0,-3-2-1 0,0 1-2 16,-1-1-2-16,-1 1 0 0,-4-2-2 0,2 1 3 16,-2-1 3-16,-3 0-4 0,0 0-1 0,0 1 2 15,-4-2 0-15,-1 3-1 0,0-1 1 0,-4-2 4 16,-2 0-7-16,0 0 1 0,-2 1-7 0,3-3-25 16,-3 0-21-16,2 0-24 0,0-2-22 0,-1 3-20 15,3-3-21-15,2-2-33 0,2 1-31 0,-2 0-35 16,6-3-134-16,-2-2-401 0,5 0 179 0</inkml:trace>
  <inkml:trace contextRef="#ctx0" brushRef="#br0" timeOffset="83761.82">20200 3973 152 0,'0'0'201'16,"0"0"-20"-16,0 0-15 0,0 0-19 0,0 0-9 0,0 0 8 15,3 13-9-15,-2-9-3 0,3 3-3 16,-2 1-8-16,2 0-6 0,-1 4-7 0,4 3-11 16,-1-5-12-16,1 3-7 0,1 1-5 0,0 1-9 15,0 0-4-15,3 0-10 0,-1 2 4 0,-1 1-10 16,-1-3-3-16,2 1-5 0,-1 2-6 0,1 0-14 0,-9-6-34 16,3-1-43-16,-1 1-59 0,4-3-50 15,-7-1-52-15,0-1-123 0,-3 1-371 0,-1-4 163 16</inkml:trace>
  <inkml:trace contextRef="#ctx0" brushRef="#br0" timeOffset="84297.04">20454 4200 39 0,'24'-2'86'16,"-1"-2"-4"-16,-3 5-9 0,-1-6-4 0,3 2 9 15,-8 3-14-15,-1-4-1 0,-1 1 3 16,-2-2 16-16,-3 5 8 0,1 0 9 0,-3-3-11 0,-1 1 6 16,-4 2-13-16,3-5-3 0,-3 5-15 0,0 0-8 15,-11-6-1-15,4 5-9 0,-5 0-1 0,5 1-1 16,-4 0-4-16,-1 0 2 0,-1 2 0 0,-1 2-1 16,3-2 3-16,-4 0-9 0,3 3-1 0,1 1-2 15,0-1-4-15,2-1 3 0,2 0-5 0,1 1-7 16,-2 2-2-16,4-4 1 0,0 5 2 0,1-1-2 15,3-1-3-15,-1 2-3 0,1-2 5 0,1 2-3 16,1 0 0-16,3-2 1 0,1 1-3 0,0 0 1 16,4-1-6-16,-2-2 7 0,3 0-9 0,0 0 6 15,1-3-5-15,0-1 1 0,1 0 1 0,0 2-1 16,-2-2-4-16,-1-2-2 0,3 0 0 0,-5-3 5 16,-1 1-3-16,3-3-5 0,-1 0 8 0,-3 0-8 15,-1 1 3-15,-1-3 3 0,4 0 1 0,-5-2 4 16,1 1-1-16,-1 4 22 0,1-2 16 0,-3 1 17 15,1 0 17-15,0 2 1 0,-2 0 10 0,0-1 0 16,0 1-5-16,0 2-8 0,0 3 1 0,0-4-18 0,0 4-10 16,0-5-6-16,0 5-6 0,0 0-1 15,0 0-8-15,0 0 1 0,0 0-6 0,0 0-2 16,0 14 8-16,0-8-13 0,0 1-6 0,2-1-2 16,-1 4-9-16,1-1 1 0,-1-2-9 0,2-1-14 15,3 5-13-15,0-4-11 0,2 1-14 0,0 1-25 16,0-4-15-16,0 0-27 0,3 0-22 0,0-2-30 15,3-1-19-15,-2-2-9 0,4 0-144 0,-2 0-378 16,1-1 167-16</inkml:trace>
  <inkml:trace contextRef="#ctx0" brushRef="#br0" timeOffset="84731.9">20966 3967 205 0,'-6'-9'225'0,"0"0"-6"0,0-1-6 15,1 5-6-15,2 0-17 0,-1 1-20 16,-2 1-14-16,1 2-21 0,5 1-17 0,-7-4-10 16,7 4-8-16,0 0-15 0,-11 8-8 0,7-3-8 0,1 2-7 15,1 0-6-15,-1 1-3 0,3 2-5 0,-1 2-8 16,2 1-1-16,2 4-4 0,-1 0-2 0,4 0-5 16,-2 2 1-16,4-4-2 0,-1 2-3 15,2-2-2-15,5 3 1 0,-2-2-2 0,1 0 0 0,0-1-2 16,4 1-2-16,-4-2-7 0,5-2 0 0,-6 1 9 15,3-5-10-15,-7 1-3 0,6-3 1 0,-5 0-3 16,1-1 1-16,-5-4-1 0,5 0 1 0,-5 1-4 16,3-1 2-16,-8-1-1 0,10-4 3 0,-3 2-6 15,-2-1 2-15,-2-2 2 0,2 0-1 0,-1 1-3 16,-1-2 4-16,1-2 2 0,2 1 0 0,-4-1 2 16,-2 1 9-16,2 3 7 0,-1 0 20 0,0-2 3 15,1 3-3-15,-2 3-7 0,1-5-1 0,-1 5-4 16,0-5-8-16,0 5-2 0,0 0-5 0,0 0-1 15,0 0-1-15,0 0-3 0,0 0-2 0,0 0 13 16,2 13-14-16,-2-7 1 0,2-1-2 0,2 0-1 16,-2 2 0-16,2-1 1 0,-1-1-4 0,3 0-5 15,0 0-9-15,1-2-23 0,-1 1-39 0,4-3-43 16,-2 1-55-16,-1-2-61 0,1-2-235 0,1 2-505 16,-2-2 224-16</inkml:trace>
  <inkml:trace contextRef="#ctx0" brushRef="#br0" timeOffset="84915.84">20887 4076 146 0,'-5'0'270'16,"5"0"-16"-16,-9 0-12 0,9 0-23 0,0 0-20 15,0 0-18-15,0 0-18 0,0 0-19 0,0 0-14 16,26-5-16-16,-12 2-20 0,5 3-48 0,1-2-55 15,3 0-73-15,7 0-64 0,-5-1-182 0,3 1-355 16,2-4 157-16</inkml:trace>
  <inkml:trace contextRef="#ctx0" brushRef="#br0" timeOffset="85384.21">21968 4167 175 0,'0'0'371'0,"0"0"-9"15,-2 2-17-15,2-2-23 0,0 0-18 0,0 0-20 16,0 0-34-16,0 0-26 0,0 0-26 0,-6 3-15 16,6-3-28-16,0 0-12 0,0 0-15 0,0 0-9 15,1 8-14-15,-1-8-10 0,0 5-12 0,3-3-10 16,-3-2 0-16,3 8-16 0,-3-4 3 0,0-4-12 15,1 5 2-15,-1-5-6 0,3 2-7 0,-1 2-1 16,-2-4 4-16,0 0-9 0,0 0-4 0,0 0-6 16,5 3 0-16,-5-3 0 0,0 0-5 0,0 0 5 15,0 0-5-15,0 0 0 0,0 0-5 0,5-8-6 16,-5 8-20-16,0-6-14 0,0 2-23 0,0 4-31 16,0-9-26-16,-3 6-31 0,-1 0-30 0,1-2-46 15,-2 0-51-15,4 2-55 0,-5 0-207 0,2-3-571 16,0 2 253-16</inkml:trace>
  <inkml:trace contextRef="#ctx0" brushRef="#br0" timeOffset="85718.72">21904 3999 205 0,'-4'3'185'16,"4"-3"-18"-16,0 0-6 0,0 0-12 0,0 5-3 16,0-5-7-16,0 0-9 0,4 9-7 0,-1-8-14 15,1 2 1-15,1-1-10 0,-2 1-9 16,-3-3-8-16,7 2-9 0,-3-2-5 0,0 4-10 0,-1-3 0 16,-3-1-4-16,8 1-1 0,-8-1-2 0,0 0-2 15,10-1-2-15,-10 1-3 0,4-5 0 0,-4 5-4 16,5-1 2-16,-5 1-3 0,3-3-3 0,-3 3-5 15,0 0-2-15,-3-7-5 0,3 7-3 0,-3-7 0 16,3 7-9-16,-2-2-2 0,2 2-11 0,-2-4-23 16,2 4-25-16,-5-3-31 0,5 3-38 0,-7-1-34 15,7 1-51-15,0 0-166 0,0 0-397 0,-15 0 175 16</inkml:trace>
  <inkml:trace contextRef="#ctx0" brushRef="#br0" timeOffset="86755.71">22636 3862 116 0,'3'-4'205'0,"-3"4"-3"0,1-4 12 0,-1 4 0 0,0-6 2 15,0 6-1-15,0 0-13 0,-1-4-13 16,1 4-17-16,0 0-18 0,1-5-21 0,-1 5-8 0,0 0-13 16,0 0-16-16,0 0-9 0,0 0-14 0,0 0-4 15,-4 11-8-15,1-3-8 0,2-1-5 0,0 0-3 16,-1 2-5-16,-1 3-3 0,-1-1 4 15,-1 2-14-15,0 2-3 0,3-2 0 0,0 4 0 0,-3-5-7 16,3 1 0-16,-4 0 0 0,3-1-2 0,-2 1-2 16,3-2 10-16,-3-1-12 0,3 0-3 0,-1-3 3 15,1-1-5-15,1 0 5 0,-2-1-1 0,2 0 0 16,0-1 2-16,1-4-2 0,-2 5 5 0,2-5-1 16,0 0-1-16,0 0-3 0,0 0 0 0,0 0-5 15,0 0 2-15,-1-14 1 0,2 7-6 0,1 1 2 16,0-2 3-16,2-1-1 0,-2-2-7 0,1-2 1 15,-1-1 3-15,3-2-6 0,-1-4-1 0,-1 2 5 16,3-1-3-16,-2 0-2 0,-3 0 3 0,4-1 1 16,-3 2 0-16,0 0-1 0,0 0 3 0,1 4 21 15,0 3 22-15,-1-1 15 0,-2 2 23 0,0 2 7 16,3 0 10-16,-2 0 8 0,-1 1 2 0,0 1 0 16,0 2-6-16,0 0-16 0,0 0-3 0,0 4-13 15,0 0-11-15,3-6-5 0,-3 4-15 0,0 2 0 16,0 0-9-16,0 0 3 0,0 0-10 0,7 13-3 0,-3-3-1 15,0 0-3-15,2 1 0 0,0 1-5 16,1 5-2-16,3 0 1 0,-2 2-1 0,1-1 4 16,-2 2-4-16,4-1-1 0,-3-1-1 0,2 1-11 15,-2-1-17-15,3 1-13 0,-2-2-20 0,1-1-10 0,-2 0-16 16,4-1-12-16,-8-3-16 0,2-1-14 0,-1 0-20 16,2-4-24-16,-4 1-19 0,-1-4-24 15,1 2-22-15,0-2-34 0,-3 0-20 0,0-4-219 16,0 0-543-16,-8 3 239 0</inkml:trace>
  <inkml:trace contextRef="#ctx0" brushRef="#br0" timeOffset="86938.85">22579 4027 81 0,'-6'-1'218'16,"6"1"-5"-16,0 0-2 0,0 0-9 0,0 0-6 15,0 0-11-15,0 0-10 0,0 0-17 0,16-5-12 16,-7 5-17-16,3 0-14 0,0-1-6 0,2 2-14 15,5-1-10-15,0 0-10 0,0-1-9 0,4 2-36 16,-4-1-67-16,3 0-73 0,0-1-76 0,-4 2-174 16,2-2-389-16,-8 1 172 0</inkml:trace>
  <inkml:trace contextRef="#ctx0" brushRef="#br0" timeOffset="89063.84">18833 5475 36 0,'-2'-6'252'0,"0"2"-13"0,2 4-15 16,-4-3-13-16,4 3-19 0,-7-6-16 0,4 5-13 16,3 1-18-16,-12 0-11 0,1 0-12 0,6 1-3 15,-5 1-8-15,-3 3-9 0,2-1-4 0,-3 0-8 16,2 1-10-16,1 1-9 0,-1 1-5 0,0 0 3 0,-1 3-17 15,1-4-3-15,1 4-4 0,2-2-5 16,1 2-7-16,-2-3-2 0,7 2-2 0,-1-2-4 16,1 0 0-16,3-1-2 0,2 1-3 0,1-1 1 0,-1-1 2 15,1 2-1-15,5-2-7 0,-4 0 3 0,7 0-3 16,-1-2-4-16,1 3 1 0,2-3 2 0,2-2 0 16,0 1-5-16,-3 1 0 0,3-2-3 15,-4 2-1-15,-1-3-2 0,-1 2-1 0,-5-2 5 0,5 1-4 16,-4-1 4-16,-5 0-1 0,7 1-3 0,-7-1 0 15,6 0 2-15,-6 0-2 0,2 4 1 0,-2-4 0 16,0 0 3-16,-11 10-5 0,6-6 0 0,1 3-3 16,-6-2 3-16,-1 3 3 0,3 0 3 0,-2 1-8 15,1 1 2-15,-2-1 2 0,3 3-2 0,-3-2-2 16,4 0 1-16,2 2 0 0,-1-1 2 0,2 0-3 16,1-2 3-16,3 3 6 0,0-2-1 0,7 1 2 15,-4-3 4-15,5 2 7 0,2-2 2 0,2 0-3 16,0 0-1-16,7-4 2 0,3-2-1 0,1 1 0 15,-1 0-4-15,8-8 1 0,1 5-1 0,-13-2-3 16,10-4-2-16,-6 1-1 0,-3-2-3 0,0-1-3 16,0 0-5-16,-4-2 1 0,-4 3-8 0,0-2-4 15,-2-1-4-15,0-1-8 0,-4 1 2 0,1-1-3 16,-2-3 2-16,0 5 3 0,-3 0 1 0,-1 0 3 16,-1-1 7-16,-2 0-3 0,2 5 4 0,-2-5 8 15,2 5 9-15,1 1 10 0,-2-2 2 0,1 2 3 16,0 0-7-16,1 4-2 0,1-5-6 0,-1 5-1 15,0 0-4-15,0 0-1 0,-3-4-2 0,3 4 4 16,0 0-2-16,0 0-3 0,0 0 2 0,6 10 1 0,-4-6-1 16,0 0-1-16,3 1-2 0,-2-1 2 0,-1 2 0 15,3 1 1-15,-3-3 0 0,2-1 1 16,1 5-1-16,0-3 5 0,-4-1-6 0,3 2 1 16,0-2-2-16,-4-1-2 0,3 2 4 0,-2-2 1 0,-1-3-1 15,6 2 6-15,-6-2 15 0,0 0 21 0,1 3 19 16,-1-3 16-16,0 0 4 0,0 0-2 0,0 0-11 15,0 0-8-15,9-9-2 0,-4 5-2 0,-4-1-5 16,3 0 6-16,-2-2 1 0,2-2-5 0,1 4 0 16,-1-5-4-16,3 2-6 0,1-1-3 0,-1 1 0 15,-3 3-6-15,3-1-6 0,-3 1-1 0,4 0-4 16,-4 0-1-16,0 2-5 0,-1 1-5 0,4 1-4 16,-3-3-2-16,-4 4 0 0,9 0-3 0,-9 0 1 15,10 5-6-15,-6-4-12 0,3 1-17 0,1 2-10 16,-1 0-18-16,-2 2-12 0,2 0-11 0,0-1-22 15,2 1-18-15,0 1-27 0,0-1-26 0,2-1-25 16,-2 2-38-16,5-4-25 0,-2 1-32 0,1-4-222 16,0 3-555-16,2-3 245 0</inkml:trace>
  <inkml:trace contextRef="#ctx0" brushRef="#br0" timeOffset="89515.43">19551 5638 18 0,'-4'-5'190'0,"0"3"10"0,4 2-3 0,-8-3-3 15,4 0-9-15,-2 2-7 0,6 1-7 16,0 0-12-16,-17 5-10 0,7 0-7 0,1 1-5 16,-2-3-7-16,1 3 3 0,-1 1-8 0,-1 1-9 15,1-2-9-15,3 4-10 0,-4-1-12 0,4 2-6 0,0-4-7 16,2 5-5-16,-3-5-10 0,3 1-4 0,2 0-6 16,4-2-1-16,-4 0-4 0,7 1-1 15,-6-1-6-15,6-1-1 0,-2 1-3 0,3-1-2 16,2-3-4-16,0 2-2 0,3-4-2 0,3 1-5 0,-1-1 1 15,2 0-2-15,-2-2-4 0,4-2 0 0,-2 2-1 16,1-5 0-16,-3 2-3 0,3 0 0 0,1-7-2 16,-4 3-3-16,-2 0 2 0,4-5-1 0,-4 0-5 15,0-1-2-15,-2-2 2 0,-3 1-2 0,1-2-1 16,-5 0 1-16,1 1 0 0,-1 0 3 0,-3 1 3 16,0-2 2-16,-1 3 2 0,-3-1 17 0,0 2 27 15,1 4 25-15,1-3 18 0,0 1 24 0,-3 4 9 16,3-3 10-16,-2 2-10 0,3 3 1 0,0-1-14 15,0 2-6-15,2 2-9 0,-2-2-17 0,0 2-10 16,3 0-9-16,1 3-23 0,0 0-10 0,0 0-9 16,0 0-13-16,0 0 0 0,0 0-19 0,-3 14-14 15,7-6-13-15,-1 1-9 0,2 1-10 0,-1 2-7 16,1 1-17-16,1 2-10 0,1-2-16 0,1 3-21 16,1 0-19-16,2-2-29 0,-1-1-27 0,1 1-45 15,7-4-35-15,0 2-34 0,-1-5-181 0,5-1-538 16,0-1 238-16</inkml:trace>
  <inkml:trace contextRef="#ctx0" brushRef="#br0" timeOffset="89916.85">20189 5318 30 0,'-8'-2'240'0,"8"2"-9"0,-12 2-14 0,4-2-10 0,-3 2-11 16,1 1-14-16,-1 2-18 0,-1-1-15 0,5 2-14 16,-1 0-26-16,0-3-9 0,3 4-10 0,-1 1-7 15,3-2-6-15,2 1-4 0,-3 1-5 0,4-1 1 16,0 0-5-16,1 1-9 0,3 1 0 0,3 3-3 16,-1-5-8-16,0 2 2 0,5 0-4 0,0 0-5 15,1 1-3-15,5 0 2 0,0-2-9 0,-3 2-1 16,5-1-3-16,-2 0-3 0,0 3-3 0,-1-5-2 15,1 4-1-15,-6-4 1 0,2 1 0 0,-6 1-3 16,1-3-1-16,0 1 0 0,-2 1-2 0,-2-2-4 16,-3-2 3-16,3 2-1 0,-4-2 0 0,-4 1-2 15,0-2 2-15,-3 1 1 0,-1 1 1 0,-3-3-3 16,0 2 0-16,-1 0 1 0,-3-4-3 0,0 2 2 16,2-2 0-16,-1 1 8 0,2-1-12 0,1-1 3 15,0 1-13-15,6-4-23 0,-2 2-18 0,1-1-27 16,4 0-32-16,-4-2-31 0,12-2-34 0,-4 0-30 15,4-3-32-15,1-1-130 0,2-3-396 0,5-1 175 16</inkml:trace>
  <inkml:trace contextRef="#ctx0" brushRef="#br0" timeOffset="90135.74">20400 5264 205 0,'0'0'192'16,"0"-4"-22"-16,0 4-11 0,0 0-23 0,0 0-12 15,0 0-10-15,-5 11 2 0,5-7-3 0,-3 3-4 16,3 0-5-16,0 2 1 0,0 2-8 0,1-1-9 16,1 3-3-16,-1 1-12 0,3-4-5 0,5 6-6 0,-3 0-7 15,-2 2-3-15,2-2-5 0,-1-1 2 16,4-2-9-16,-2 1-3 0,-1-2-5 0,2 4-1 16,-4-4-2-16,5-2-10 0,-4 1-29 0,0-2-38 0,-1 0-38 15,0-5-41-15,-1 2-41 0,-1 0-33 0,1-4-112 16,-3-2-337-16,0 4 150 0</inkml:trace>
  <inkml:trace contextRef="#ctx0" brushRef="#br0" timeOffset="90669.5">20419 5525 67 0,'-3'-3'164'0,"3"3"-13"16,0 0-4-16,0 0-19 0,4-7-6 0,-4 7-9 16,10-3-13-16,-1 2-3 0,-2-1-7 15,6 0-3-15,1 1-10 0,0-3-11 0,5 3-3 0,3-2-6 16,-3 3-1-16,5-2-18 0,-1-1 3 0,-2 1-2 15,2 0-16-15,-1 0 6 0,-1-3 1 0,-1 4 0 16,-1-4-8-16,-6 3-2 0,-1-1-1 0,-1 0 1 16,-1 0-2-16,-6 1-3 0,3-3-2 0,-2 3-1 15,-1-1-3-15,-4 3 1 0,0-4 2 0,0 4-1 16,0 0-3-16,-9-7 5 0,2 7 0 0,-1-1-3 16,0 1-2-16,-3 1-3 0,-1 1 3 0,-1 1 0 15,0 0 4-15,0 0-4 0,2 2-1 0,-1 1 2 16,-1 0-1-16,-1-2-1 0,3 4 0 0,3-2-3 15,-3 0 0-15,3 2 2 0,1-1-2 0,0-1 3 16,4 2-2-16,-2-3 4 0,1 1-4 0,4 2 0 16,0-3 3-16,4-2 1 0,-1 2 5 0,2-1 0 15,-1-2-4-15,5 0-2 0,0-1 6 0,5-1-5 16,-3 0 0-16,-2-1-2 0,5-1 4 0,-2 0-4 16,2-2 1-16,-5-3-3 0,4 5-1 0,-3-4 3 15,1-2-2-15,-3 1-1 0,2-2 3 0,-3 2-4 16,-3 0 0-16,0 1 0 0,1 1 16 0,-2 0 18 15,-1 0 17-15,1-1 8 0,0 1-1 0,1 3-1 16,-4-2-6-16,0 4-4 0,4-4-8 0,-4 4-4 0,3-4-5 16,-3 4-5-16,0 0-3 0,0 0-1 15,0 0-5-15,0 0 3 0,0 0-8 0,0 0-2 16,4 14-1-16,-4-10 2 0,6 3-2 0,-5-2 1 16,4 1 1-16,2-1-5 0,1 4-1 0,-1-4-7 0,5 0-1 15,-1 3-7-15,0-4-24 0,1 0-14 0,3-1-24 16,-1 2-30-16,0-4-23 0,0-1-25 15,1 0-16-15,-1-1-14 0,0-1-1 0,-1-3-11 0,2 2-117 16,-7 1-330-16,-1-2 146 0</inkml:trace>
  <inkml:trace contextRef="#ctx0" brushRef="#br0" timeOffset="91154.54">21009 5266 59 0,'-4'-13'135'0,"0"-4"14"16,0 6 13-16,0-4 11 0,0 8-2 0,1-5 7 15,1 3 8-15,0 0 0 0,-2 4-1 0,3-2-6 16,-2 1-10-16,2 2-20 0,-2 2-13 0,2-2-17 16,1 4-14-16,0 0-12 0,-2-5-14 0,2 5-5 15,0 0-7-15,0 0-6 0,0 0-7 0,0 0-5 16,4 19-5-16,-4-10-8 0,2-3 0 0,-1 5-2 16,2-1-7-16,2 3-1 0,-1-1-5 0,0 4 1 15,0 2-2-15,0-1-3 0,1 1-2 0,1-2-1 16,1 3-1-16,0-2 0 0,1-1 0 0,0 4-4 15,4-5 12-15,-2 1-17 0,1-1 8 0,4-3-5 16,-3 2 2-16,4-3 2 0,1-1-6 0,-1 0 9 16,0-4-11-16,3 0-1 0,-5-2-1 0,2-2-3 15,2 0 4-15,-2-2-3 0,-2 1-2 0,0-4-1 16,-1-1 2-16,-1 1 1 0,-1-2 0 0,-4 1-1 16,1-2-1-16,-1 3-2 0,-3-5 1 0,-1 3 0 15,0-2 1-15,-1 1 2 0,-2 0 1 0,-2-1 6 16,0 4-1-16,-2-2-1 0,1 1 4 0,-1 1 0 15,-2 0-1-15,-1 1-2 0,0 1 2 0,-3 1-3 0,10 0 3 16,-16 3-1-16,9-1-3 0,0 2 2 0,-1 0 8 16,0-1-12-16,4 2 0 0,-3 0 2 15,3 2 10-15,1-2-9 0,-2 2-1 0,1 0 12 16,4-1-13-16,0-1 9 0,-3 2 1 0,6-1-3 0,1 1 2 16,-2-2 5-16,7 1-5 0,-1-2-3 0,3 1-4 15,3 1-14-15,-3-4-27 0,3-1-39 0,0 1-50 16,1-5-66-16,4-2-35 0,0 2-58 0,-7 1-147 15,2-3-468-15,-2-2 207 0</inkml:trace>
  <inkml:trace contextRef="#ctx0" brushRef="#br0" timeOffset="91355.25">21021 5332 17 0,'-6'0'283'0,"-1"0"-7"0,7 0-10 16,-7-1-19-16,7 1-23 0,0 0-24 0,-4-3-15 16,4 3-28-16,0 0-14 0,15-5-10 0,-7 4-28 15,3-2-45-15,3 0-56 0,5 2-58 0,4-1-77 16,7 2-79-16,-2-3-108 0,4 2-344 0,0-3 153 16</inkml:trace>
  <inkml:trace contextRef="#ctx0" brushRef="#br0" timeOffset="91756.66">21902 5368 349 0,'0'0'338'0,"0"0"-20"0,0 0-14 0,-9 2-20 16,9-2-20-16,-8 0-20 0,8 0-26 0,-9 2-22 15,5-1-17-15,0 1-16 0,4-2-22 16,-6 4-17-16,2-1-3 0,4-3-19 0,-6 4-7 16,4-3-22-16,2-1 8 0,-1 6-20 0,1-6 0 0,1 7-7 15,-1-7 2-15,5 6-18 0,-2-3-1 0,1-1-5 16,0 1-3-16,2-1-2 0,-2 0-4 0,2-1-3 15,1 1 0-15,-1-1 0 0,-6-1-10 16,11-1 6-16,-11 1-4 0,10-3 3 0,-5 0-2 0,-1 1-4 16,-2-1 0-16,4-1 5 0,-5 2-9 0,-1-4 8 15,0 6-7-15,0-8-2 0,-1 5-2 0,-3-2-2 16,0 1-4-16,-2-1-10 0,2 2-18 0,-5 1-24 16,-2-1-24-16,1 0-27 0,1 1-34 0,1 2-44 15,-2-4-44-15,2 3-54 0,1 1-229 0,2-1-554 16,5 1 245-16</inkml:trace>
  <inkml:trace contextRef="#ctx0" brushRef="#br0" timeOffset="92074.45">21786 5200 20 0,'0'0'265'0,"-11"0"-16"0,7 3-23 16,4-3-22-16,-10 1-17 0,5 0-24 0,5-1-13 16,-4 3-15-16,3-1-10 0,1-2-8 0,0 5-8 15,0-5-5-15,0 0-8 0,4 10-8 0,-3-8-4 16,3 1-6-16,-1-1-9 0,2 2-4 0,-1-2-6 16,1 0-4-16,-5-2-3 0,9 3-5 0,-4-3-4 15,-5 0-4-15,10 1-4 0,-10-1-2 0,7-1-2 16,-7 1-5-16,5-3 0 0,-1 0 1 0,-4 3-3 15,4-4-3-15,-4 4-3 0,2-3-1 0,-1-1-7 16,-1 4-27-16,0 0-34 0,-7-8-49 0,3 7-55 0,4 1-51 16,-7-3-222-16,7 3-464 0,-8-4 205 0</inkml:trace>
  <inkml:trace contextRef="#ctx0" brushRef="#br0" timeOffset="93312.93">21855 5241 56 0,'0'0'126'0,"0"0"-15"0,0 0-7 0,0 0-4 16,7-1-17-16,-7 1-2 0,8 0-10 0,-8 0 0 0,7-2 3 15,-7 2-6-15,8-1 10 0,-8 1 5 0,0 0 10 16,11 0 2-16,-11 0 7 0,4-2 11 0,-4 2 10 16,4-4 14-16,-4 4-2 0,2-4-7 15,-2 4-1-15,1-4-7 0,-1 4-8 0,0-5-9 0,0 5-13 16,0 0-7-16,-5-6-9 0,5 6-8 0,-6-2-6 15,6 2-5-15,0 0-10 0,-11 0-7 0,11 0-23 16,-9 0-34-16,9 0-33 0,-6 4-52 0,2-1-50 16,4-3-53-16,0 5-207 0,0-5-449 0,4 5 198 15</inkml:trace>
  <inkml:trace contextRef="#ctx0" brushRef="#br0" timeOffset="93931.53">22485 5086 54 0,'0'0'302'0,"0"0"-14"0,0 0-23 16,0 0-23-16,0 0-27 0,0-5-22 0,0 5-19 16,0 0-19-16,0 0-15 0,0 0-13 0,0 15-13 15,2-9-12-15,-2 3-8 0,0 0-9 0,4 3-10 16,-3 3-4-16,0-3-8 0,1 5-4 0,-1-6-6 16,-1 7-9-16,5 0-3 0,-5-3 0 0,6 2 0 15,-3 0-5-15,-1-2-8 0,1 0 3 0,0-3-7 16,1 2 1-16,1-1 0 0,-1-3-13 0,0 4-10 15,0-6-36-15,-2 1-36 0,1-3-41 0,-2 2-51 0,3-4-51 16,-1 0-226-16,-2-2-475 0,-1-2 210 16</inkml:trace>
  <inkml:trace contextRef="#ctx0" brushRef="#br0" timeOffset="96071.87">22395 5091 175 0,'0'0'233'0,"0"-3"4"0,3-1-1 0,-3 4-2 16,0-4-6-16,0 4-8 0,3-5-7 0,-2 2-5 15,-1 3-10-15,2-5-12 0,3 3-9 0,-5 2-12 16,1-5-11-16,-1 5-12 0,0 0-21 0,2-5-3 15,-2 5-12-15,4-6-15 0,-2 5-10 0,-2 1 0 16,7-4-11-16,-3 1-13 0,1 1-5 0,1 0-7 16,2-1 1-16,1 1-10 0,0 0-2 0,3 2 10 15,-1-3-14-15,1 3-8 0,1 0 1 0,-1 0-4 16,1 0 1-16,1 0-6 0,-2 0-5 0,1 0 5 16,1 2-4-16,-3-2-1 0,2 2-3 0,0 3 0 15,0-1-3-15,-1-2 5 0,-3 1-5 0,2 0 0 16,-1 3-2-16,-1-2 3 0,-1 0 0 0,2 2 0 15,-1 1 0-15,-2-1-2 0,3-1 0 0,-2 3 1 16,-3-3-5-16,3 3 0 0,-1-1 2 0,0 1-2 0,1 0 2 16,-4-2 0-16,2 3-2 0,-2 0 0 15,1 3 2-15,2-5-3 0,-4 4 6 0,2-3-2 16,-1 3-3-16,-2-2 1 0,0 1-3 0,0 0 4 16,-2-1-2-16,0 1 2 0,0-1 0 0,0 0-1 0,-2-1-2 15,0 1 2-15,-1 1-1 0,-1-1-2 0,0 0 3 16,-3-1 2-16,3 1-1 0,-3-2 1 0,0 1 2 15,-1-2 1-15,-1 2-5 0,0-1 3 16,0-1 3-16,-2 0 1 0,0 1 9 0,0-3-5 0,-1 3 0 16,1-1-6-16,-4-1 6 0,6 0 3 0,-1-2 15 15,-2 2-24-15,1-3 4 0,3 1-4 0,-3-1 1 16,2 2 3-16,2-3-8 0,0 0 7 0,0 0-1 16,2 2 0-16,-1-2 6 0,2 1-6 0,4-2-9 15,-10 1 6-15,5 1 2 0,5-2-1 0,-5 1-2 16,5-1-4-16,-7 0 5 0,7 0-3 0,-6 2 1 15,6-2 0-15,0 0-2 0,0 0-22 0,-5 2-15 16,5-2-26-16,0 0-28 0,0 0-30 0,0 0-36 16,-9 0-54-16,9 0-65 0,0 0-288 0,0 0-610 15,0 0 270-15</inkml:trace>
  <inkml:trace contextRef="#ctx0" brushRef="#br0" timeOffset="101390.33">17571 4526 115 0,'0'0'311'15,"-11"2"-19"-15,11-2-21 0,0 0-19 0,0 0-21 16,0 0-19-16,0 0-19 0,0 0-15 0,0 0-1 15,0 0-13-15,0 0 7 0,0 0-3 0,0 0-14 16,0 0-13-16,25-2-15 0,-19 2-5 0,9-2-17 16,-1 1-9-16,-1-1-6 0,3 0 3 0,-4-2-19 15,4 2-14-15,-2-1-2 0,1 1-7 0,2 1-4 16,-2 0-25-16,-2 0-22 0,0-1-27 0,-1 1-29 16,0-3-33-16,-3 2-43 0,-4 1-45 0,2 1-48 15,2-3-49-15,-5 2-222 0,-4 1-536 0,7-3 238 16</inkml:trace>
  <inkml:trace contextRef="#ctx0" brushRef="#br0" timeOffset="101660.11">17727 4418 87 0,'7'10'198'0,"-7"-10"-8"0,0 0-12 0,6 3-6 0,-5-1-10 16,-1-2-14-16,8 4-7 0,-4-3-10 0,2 2-10 15,-6-3-11-15,9 5-14 0,-5-2-6 16,3 2-8-16,1-3-5 0,2 3-13 0,-5-1-5 16,1 2-7-16,1-1 2 0,-4-2-10 0,4 5-5 0,-3-4-3 15,-1 2 1-15,1 2-9 0,0 1-5 0,-4 0-11 16,0-3-28-16,-1 7-34 0,-2 0-49 15,-1-2-47-15,1 1-54 0,-1 5-120 0,-3-2-347 16,-3 0 153-16</inkml:trace>
  <inkml:trace contextRef="#ctx0" brushRef="#br0" timeOffset="102377.42">17967 5875 166 0,'-3'-2'307'16,"3"2"-7"-16,0 0-3 0,0 0-28 0,0 0-17 15,-4-2-22-15,4 2-13 0,0 0-25 0,0 0-20 16,0 0-13-16,0 0-15 0,0 0-15 0,0 0-11 15,0 0-10-15,0 0-6 0,0 0-9 0,0 0-3 16,0 0-5-16,0 0-7 0,23 1-5 0,-12-1-5 16,1-2-8-16,2 2-6 0,1-3-7 0,-2 3 13 15,6-2-19-15,-1-1-8 0,1 3-19 0,-4-2-26 16,0 0-32-16,-3 1-37 0,3-2-45 0,-4 2-53 16,-4-2-57-16,5 1-44 0,-6 2-220 0,-1-3-542 15,-1 0 239-15</inkml:trace>
  <inkml:trace contextRef="#ctx0" brushRef="#br0" timeOffset="102694.2">18161 5770 28 0,'-3'3'327'0,"3"-3"-17"15,0 0-15-15,0 0-25 0,0 0-19 0,0 0-17 16,0 0-19-16,0 0-22 0,0 0-13 0,0 0-23 16,0 0-10-16,2 6-4 0,-2-6 1 0,5 1 0 15,-5-1 2-15,9 3-3 0,-5-1-2 0,1 1 2 16,3-1-7-16,-1 1-10 0,1-1-10 0,-1 0-11 16,4 1-11-16,-2-1-7 0,-2 0-11 0,4 2-7 15,-3-1-12-15,2 0-1 0,-2 2-9 0,-1-2-1 16,1 2-7-16,0 2-1 0,-4-2-14 0,3 3-9 15,-6-2-21-15,3 6-30 0,-2-4-28 0,-2 4-38 16,-2 1-40-16,-3 4-47 0,-5-1-73 0,5-1-76 16,-9 3-263-16,1-1-651 0,2 1 289 0</inkml:trace>
  <inkml:trace contextRef="#ctx0" brushRef="#br0" timeOffset="108448.14">9137 4221 3 0,'-4'-3'317'0,"4"3"-7"0,-10-4-18 0,6 1-1 15,0 1 2-15,0-1-4 0,4 3-6 0,-4-2-5 16,4 2-12-16,0 0-19 0,0 0-22 0,-7-3-13 16,7 3-24-16,0 0-22 0,0 0-15 15,0 0-20-15,0 0-4 0,0 0-15 0,0 0 1 0,0 0 1 16,0 0-14-16,25 3-8 0,-17-3 2 0,0 2-13 15,4-2-8-15,0 0-2 0,1 0-12 0,0 0-3 16,2 0-8-16,4 0-4 0,-1 0-4 0,4 0-1 16,-4-1-7-16,0 0-4 0,3-3-4 0,-3 0 1 15,0 2-1-15,-4-2-4 0,5 2 0 0,-5 1-4 16,-2 1 1-16,-1-1 3 0,-1-2-11 0,-1 2 1 16,-5 0 2-16,-4 1-11 0,11-1-8 0,-11 1-1 15,9-2 6-15,-9 2-7 0,6 0-3 0,-6 0-4 16,0 0 4-16,0 0-13 0,0 0-6 0,8 0-10 15,-8 0-6-15,0 0-11 0,0 0-17 0,0 0-21 16,0 0-26-16,0 0-22 0,0 0-25 0,0 0-20 16,0 0-30-16,4-3-40 0,-4 3-52 0,0 0-20 15,0 0-216-15,0 0-592 0,-7-10 261 0</inkml:trace>
  <inkml:trace contextRef="#ctx0" brushRef="#br0" timeOffset="108782.32">9372 4103 7 0,'0'0'181'15,"0"0"-9"-15,0 0 4 0,0 5-6 0,0-5-6 16,8 4 0-16,-4-1-8 0,-1-1-10 0,3 2-7 15,-1 0-12-15,2-1-9 0,2 0-12 16,-3 1-8-16,2 0-9 0,-4 0-5 0,2 0-14 0,4-1-5 16,-3 4-5-16,0-2-5 0,-3 0-8 0,3 0-3 15,0 1-6-15,-5-3-6 0,1 2 1 0,1-3-4 16,-4 6-3-16,4-3-2 0,-2 3 1 0,-2-1-1 16,-2 0-2-16,0 2 0 0,0-1-6 15,-1 2-2-15,-1 0 1 0,2 0-6 0,-5 1-31 0,0 1-43 16,2-1-51-16,-5 1-78 0,3-1-201 0,-1-1-429 15,0 1 190-15</inkml:trace>
  <inkml:trace contextRef="#ctx0" brushRef="#br0" timeOffset="111208.54">17526 6714 82 0,'1'-4'362'0,"-1"4"-12"0,0-4-15 16,0 4-22-16,3-4-18 0,-3 4-27 0,0 0-27 16,0 0-27-16,0 0-28 0,3-4-19 0,-3 4-15 15,0 0-14-15,0 0-14 0,7 12-18 0,-5-7-11 16,1 2-7-16,1 1-9 0,3 4-7 0,-3 1-11 16,-2-4 4-16,8 7-7 0,-6 1-6 0,-1-1-5 15,4 1 6-15,-3 0-15 0,0-1-2 0,2 1 0 16,-1 2-9-16,-4-2-6 0,3-4 4 0,-4-1-1 15,4 1-3-15,-2-1 1 0,1-2-11 0,-1 2-19 16,0-4-28-16,-1-1-28 0,-1 1-15 0,0-3-30 16,3 1-33-16,-3 1-33 0,-3-6-27 0,3-1-57 15,0 0-42-15,0 0-181 0,0 0-522 0,0 0 231 16</inkml:trace>
  <inkml:trace contextRef="#ctx0" brushRef="#br0" timeOffset="111476.15">17542 6725 284 0,'0'0'337'0,"-2"-5"-4"15,2 5-14-15,0 0-10 0,0 0-10 16,0-5-13-16,0 5-15 0,-3-4-23 0,3 4-15 0,0 0-23 16,0 0-21-16,0 0-18 0,0 0-11 0,0-4-17 15,0 4-11-15,5-3-15 0,-1 0-11 0,3 1-12 16,0 0-11-16,0 1-7 0,6-3-4 15,-2 0-6-15,4 1-10 0,-1-1-2 0,1 3-14 0,1-3-24 16,-1 1-18-16,0 0-22 0,-1-1-30 0,-2 4-27 16,0-3-27-16,0 2-28 0,-1 0-31 0,-2 0-27 15,-3 1-31-15,1 0-37 0,-7 0-12 0,11 2-19 16,-11-2-188-16,1 6-521 0,-1-6 231 0</inkml:trace>
  <inkml:trace contextRef="#ctx0" brushRef="#br0" timeOffset="111660.17">17549 6892 195 0,'-3'6'212'0,"1"-1"0"15,2-1 0-15,-2 0 0 0,4 1 4 0,-2-5-6 16,1 8-9-16,2-4-3 0,1-3-5 0,0 3-5 16,2-2-12-16,3-1-17 0,-4 2-15 0,5-3-15 15,0 0-7-15,4 0-16 0,0 0-7 0,2-3-16 16,2 1-14-16,5-1-49 0,-3 1-48 0,-2-1-65 0,1-1-64 15,2 0-72-15,-4 1-247 0,4-4-513 16,-9 5 227-16</inkml:trace>
  <inkml:trace contextRef="#ctx0" brushRef="#br0" timeOffset="112245.53">17907 6828 174 0,'0'0'231'0,"0"0"-20"16,0 0-23-16,0 5-7 0,0-5-9 0,0 0-10 16,0 3-11-16,0-3-11 0,5 8-12 0,-3-5-11 15,0 1-13-15,0-1-9 0,0 4-10 0,3 1 0 16,-1-5-12-16,0 4-9 0,1 1-9 0,1-5-2 16,0 6 5-16,-1-2-15 0,1-2-3 0,-1 1-6 15,1 1-5-15,-2-2 9 0,2 0-11 0,-2-2 1 16,0 0-9-16,0-1 0 0,0 0-6 0,-4-2-3 15,12 2-4-15,-12-2 1 0,7-4 0 0,-7 4-3 16,8-5 0-16,-5 3 1 0,2-3 6 0,-1 0-8 16,0-1 0-16,1-1 0 0,-3 2 0 0,3-2 8 15,0-3 9-15,-1 5 11 0,0-3 13 0,0 2 2 16,0 1 2-16,-1-2 0 0,0 4 2 0,-2 0-7 16,3-1-3-16,-4 4-7 0,4-3-3 0,-4 3-4 0,7 0-3 15,-7 0-7-15,0 0 1 0,8 3-3 16,-2 1-2-16,-1 0-1 0,2 1 2 0,-1 2-1 15,0-2-3-15,-2 1 1 0,6 3-1 0,-1 0-5 0,-3 0 4 16,-1-1 1-16,3-1-5 0,-1 1-2 0,-2-3 2 16,2 1 0-16,-3-1 2 0,0-3 1 15,2 0-1-15,-3 1 5 0,-3-3-2 0,6 1 0 16,-6-1-4-16,0 0 7 0,11-5 21 0,-9 2 3 0,0-2 5 16,1 1 10-16,1-2 0 0,-1 1 4 0,2-2-2 15,-3 0 10-15,0 2 1 0,2-2-3 0,-1 0-10 16,1 2 3-16,-2-3 0 0,2 3-11 0,0 0-5 15,0 2 0-15,1-3-9 0,-1 4-8 0,3 0-2 16,-3-1-1-16,6 2-6 0,-1 1-24 0,-1 0-14 16,5 0-25-16,0 0-15 0,0 3-31 0,1-2-28 15,-1 0-26-15,6 4-22 0,-1-1-22 0,-1-2-22 16,3 0-16-16,-6 1-16 0,6-3-2 0,-6 1-7 16,5 0-139-16,-4-1-430 0,0-1 191 0</inkml:trace>
  <inkml:trace contextRef="#ctx0" brushRef="#br0" timeOffset="112697.12">18639 6861 644 0,'5'-3'-27'0,"3"-1"32"0,-4 2 31 15,-4-2 21-15,3-1 21 0,-3 1 13 0,0 4 11 16,0-9 9-16,-1 5 16 0,-1-1-1 0,0 1 5 16,0 0 5-16,-4 2-1 0,1-1-2 0,5 3 0 0,-8-4-8 15,3 4-8-15,5 0-9 0,-12 2-1 16,5-1-7-16,0 2-7 0,-3 0-6 0,-2 2 1 16,5 2-9-16,-1 1-7 0,-1-1-6 0,-2 2-5 15,1 0-1-15,-2 3-8 0,3-3-8 0,2 2-2 0,-3 2-5 16,2-5-2-16,4 5-3 0,-3-4-4 0,3-1-3 15,1 1-2-15,-1-1 2 0,4 0-7 16,-1-2-1-16,2 0 3 0,2-2-1 0,-2 2-1 0,6-4 1 16,-3-1 0-16,3-1-5 0,7 0-2 0,-3-1 6 15,3-1-11-15,-1-4-5 0,2 2-4 0,2-2-6 16,2-1-2-16,-4-4-6 0,3 1-3 0,-3-1-6 16,1-3-9-16,-2 1-6 0,6-8-9 0,-9 5-9 15,4-4-7-15,-7 2-6 0,1-2 1 0,-4-1 6 16,4-5 7-16,-6 8 6 0,0-1 4 0,-3 1 11 15,-3 0 20-15,2 1 17 0,-5 0 16 0,1 5 19 16,0 1 18-16,-4-2 15 0,4 2 23 0,-2 0 9 16,-1 3 9-16,1-1 11 0,2 1-1 0,-1 2 2 15,2 2-3-15,-2-1-17 0,1 0-11 0,1 2-9 16,3 1-6-16,1 2-14 0,-7-2-8 0,7 2-11 16,0 0-3-16,-5 5-2 0,5 2-4 0,-2-2-6 15,4 1-2-15,-2 7-7 0,2-3 2 0,-2 3-8 16,4 5-1-16,-1-2-11 0,3 2-11 0,-1 3-19 0,3-3-15 15,-4 0-27-15,6 1-27 0,-5 2-29 0,2-5-36 16,1 2-43-16,2 0-53 0,2-4-48 16,0 0-254-16,-1-3-606 0,0-3 269 0</inkml:trace>
  <inkml:trace contextRef="#ctx0" brushRef="#br0" timeOffset="112880.67">18356 6547 2 0,'-6'-1'236'0,"2"-1"-23"16,4 2-20-16,0 0-23 0,-9 3-27 0,9-3-38 16,0 0-49-16,9 7-59 0,-1-2-73 0,-1-2-98 15,5 3-187-15,-3 0 83 0</inkml:trace>
  <inkml:trace contextRef="#ctx0" brushRef="#br0" timeOffset="113667.75">19464 6628 278 0,'0'0'341'15,"0"-4"-11"-15,0 4-12 0,0 0-20 0,0-4-24 16,0 4-28-16,0 0-23 0,0 0-28 0,2-4-24 16,-2 4-18-16,0 0-10 0,0 0-15 0,8 10-17 15,-5-3-5-15,0-2-17 0,3 4-4 0,-1 1-9 16,1 2-9-16,-1-2-5 0,2 2-9 0,0-1-4 16,0 1 3-16,0 2-13 0,-2 0 1 0,3-3-8 15,-1-1-3-15,0 0 1 0,-3-1-6 0,1 1-1 16,0-4-1-16,-2 0-13 0,0-2 11 0,-2 0 3 15,2-1-4-15,1-1-1 0,-4-2 3 0,0 0-6 16,0 0-1-16,0 0 5 0,7-9-9 0,-7 4 5 0,2-1 12 16,0-2 3-16,0-2 3 0,0 0 6 0,2-2-7 15,0 1 3-15,-2-2 15 0,-1 8-14 16,2-8 2-16,1 2 1 0,0 0-11 0,-4 2 0 0,1 1-1 16,4 2-2-16,-4 1-5 0,4 1-9 0,-2 1 1 15,-2 1-2-15,3-1-6 0,-4 3 1 0,11 0-6 16,-11 0-6-16,12 5-1 0,-5-1-9 0,0 3-4 15,0-1 0-15,1 3 2 0,-1 0-1 0,1-1-3 16,-4 2 4-16,3-1-1 0,1 0 3 0,-7 0-3 16,6-1-1-16,0-1 4 0,-3-1 3 0,0-1 3 15,2 2-6-15,-6-3 7 0,2 0 5 0,0-1-4 16,-1 1 11-16,-1-4 13 0,4 2 3 0,-4-2-2 16,0 0 2-16,0 0 0 0,7-7-1 0,-4 3 9 15,-3 4 4-15,1-9 7 0,3 3 6 0,-4-1 5 16,2 0-1-16,0 1 1 0,2-6 14 0,0 3 0 15,0 0 7-15,-1 4 3 0,1-4 1 0,0 2-6 16,3-4 2-16,-5 6-1 0,3 1-10 0,-1-1-4 0,-1 1-7 16,-1 2-5-16,3-2-6 0,-5 4-4 15,5-3-6-15,-5 3-5 0,0 0 0 0,16 3-11 16,-10-2 4-16,-1 7-4 0,1-3 0 0,2 0-5 0,-1 3-4 16,1 0-25-16,-3-3-19 0,2 5-33 0,4-2-17 15,-6 2-23-15,6-1-22 0,-1 0-16 0,-4-1-24 16,1 0-30-16,2 2-32 0,-3-3-29 0,1-3-42 15,3 1-41-15,-3-1-247 0,0-3-649 0,0 0 288 16</inkml:trace>
  <inkml:trace contextRef="#ctx0" brushRef="#br0" timeOffset="113884.32">20117 6633 71 0,'0'0'327'0,"0"0"-2"0,0 0-19 15,0 0-23-15,0-5-24 0,0 5-28 0,0 0-19 16,0 0-25-16,0 0-16 0,0 0-18 0,0 0-13 0,0 0-20 16,0 0-5-16,4 15-13 0,-4-10-7 0,2 2-9 15,0-1-12-15,2-1 1 0,-1 3-9 16,1 1-4-16,2 1-6 0,-1-2-11 0,2 1-9 16,1-4-21-16,0 4-35 0,2-3-39 0,-1 2-48 0,-1-2-54 15,3-2-68-15,0-4-54 0,-3 4-177 0,0-3-496 16,-1-1 220-16</inkml:trace>
  <inkml:trace contextRef="#ctx0" brushRef="#br0" timeOffset="114269.33">20340 6586 28 0,'0'0'256'0,"-1"-4"-17"0,1 4-23 0,0 0-20 15,0 0-17-15,0 0-18 0,0 0-11 0,0 0-13 16,0 0-4-16,-3 15-12 0,6-9-7 0,-2 2-4 15,2-2-9-15,-2 2-7 0,0 2-9 0,2-1-7 16,-1 3-7-16,0-2-1 0,4-1-13 0,-5 4-5 16,6-4-1-16,-5-2-5 0,4-1-5 0,-3 1-2 15,2 3-6-15,-1-7 0 0,1 1-5 0,-3 1-3 16,1-4-5-16,3 1-1 0,-6-2-6 0,7 1-2 16,-7-1-4-16,7-5 1 0,-4 0-4 0,1 0 1 15,-1-2 2-15,0-3-2 0,-2 3 1 0,4-5 3 0,1 3-1 16,-2-3 17-16,0 2 17 0,-1 2 16 15,1 0 18-15,0 3 10 0,-1-1 6 0,-2 1 5 16,6 0-4-16,-5 1-5 0,0 1-10 0,1 1-10 0,-3 2-8 16,6-4-7-16,-6 4-6 0,9 0-3 0,-9 0-12 15,10 5 5-15,-6-1 9 0,1 2-15 0,-3 1-7 16,7 2 0-16,-2-1-8 0,0 0 3 0,3 2-7 16,-2-2-9-16,0 4-15 0,3-4-42 0,-3 2-24 15,0-4-34-15,1 4-41 0,0-3-47 0,-5-3-57 16,6 1-62-16,-6-1-203 0,1-3-566 0,3 0 250 15</inkml:trace>
  <inkml:trace contextRef="#ctx0" brushRef="#br0" timeOffset="114436.22">20192 6404 22 0,'0'0'118'0,"0"-4"-22"16,0 4-63-16,0 0-50 0,12-3-25 16,-4 2-46-16,3 1 20 0</inkml:trace>
  <inkml:trace contextRef="#ctx0" brushRef="#br0" timeOffset="115389.93">21654 6604 23 0,'1'-6'254'16,"2"0"-8"-16,-3-2-8 0,0 2-9 0,0-2-9 0,-1 3-6 16,1-4-9-16,-3 2-14 0,0 1-6 15,1-1-8-15,-3 0-14 0,1 2-8 0,0 0-17 16,-1 0-11-16,0 0-13 0,-2 2-14 0,0 0-6 15,-2 1-12-15,0 1-8 0,-2 1-9 0,2 1-8 0,-5 1 1 16,3 2-11-16,-1 0-6 0,1 1-3 0,0 3-6 16,2 0-2-16,-1 2 1 0,-1-1-6 15,2 6-2-15,1-3 0 0,2-2-3 0,-1 4-8 0,5 3 3 16,-5-2-4-16,4 2 2 0,1-2-3 0,2-2-1 16,2 4-4-16,-2-4 1 0,3-1-4 0,0 0 0 15,3-1-5-15,-2-2-6 0,3 0 1 0,4-2-12 16,0-1-8-16,-1-1-8 0,2 1-8 0,4-5-9 15,-1-1-6-15,0-1-2 0,4-3-2 0,-2 1 2 16,3-1 5-16,-1 0 10 0,0-1 3 0,-5-2 4 16,-1 3 4-16,5-4 3 0,-5 3 1 0,0-3 7 15,-3 3 6-15,0 1 14 0,-4 0 12 0,2-1 14 16,-2 1 8-16,-4 2-6 0,3 1-3 0,-5 1-7 16,6-2 0-16,-6 2-5 0,0 0 2 0,0 0-2 15,0 0-1-15,9 7 0 0,-9-5 1 0,2 3-1 16,-1-1-6-16,1 1 4 0,1 3 4 0,-3-2-4 15,3 2-4-15,-2-2 3 0,4 0-2 0,-3 1 0 16,2 1 5-16,2-1-7 0,-2-1 3 0,3 0-2 16,-3-2 3-16,3 1-1 0,-1-2-2 0,0 0 3 15,-2-1 1-15,4-2-1 0,-4 1-1 0,-4-1 6 16,10 0-6-16,-10 0-2 0,5-4 2 0,-3-1-2 16,1 1 0-16,-3 0-2 0,3-2 3 0,-3 0-1 0,0-1 0 15,-3 2 3-15,-2-1-4 0,4-5 0 0,-3 1 1 16,0 2-3-16,-2-2 2 0,3 1 0 0,-1-1 1 15,-1 5 0-15,2-2 10 0,-1 1 2 0,1 1 5 16,1 0 4-16,-1 0-4 0,0 1 0 0,0 1 3 16,3 3 4-16,-2-5-1 0,2 5-1 0,0-4-2 15,0 4-5-15,1-6-1 0,0 3-2 0,-1 3-1 16,9-3-3-16,-4 1 1 0,-1-1-3 0,4 1 1 16,-1 1-3-16,3-1 3 0,0 0-3 0,1 1-2 15,2-1-1-15,0 1 3 0,-2 1-4 0,-1 0 0 16,3 0 0-16,0 0 0 0,-3 1-2 0,1 2 2 15,-1-1-2-15,1 2-3 0,-3-3 4 0,0 2-1 16,-1 1-1-16,-2-1 1 0,3 3 0 0,-1 1-3 16,-1-1 2-16,1 1 1 0,-2 0-1 0,-3-1-2 0,1 1-1 15,0 1-7-15,-2-3-10 0,1 2-10 16,-1 0-6-16,-1-2-13 0,-1 1-9 0,1-1-15 16,-2-1-14-16,1 1-15 0,-2-2-19 0,2 0-23 15,1-3-24-15,0 0-29 0,0 0-25 0,0 0-174 0,0 0-428 16,0 0 190-16</inkml:trace>
  <inkml:trace contextRef="#ctx0" brushRef="#br0" timeOffset="115640.83">22129 6404 27 0,'-3'-8'353'0,"3"0"5"0,-1 3 2 16,1-1-4-16,-2 1-15 0,2 5-25 0,-1-4-17 15,1 4-42-15,0-7-30 0,0 7-27 0,0 0-18 16,0 0-23-16,0 0-4 0,9 12-32 0,-7-4-4 16,2-1-30-16,1 4 5 0,-1-2-7 0,6 8-8 15,-2-5-4-15,-3 5-13 0,4 1-4 0,-4 0-5 16,2 1-2-16,1 0-6 0,-2 0-19 0,2 0-40 16,-3 0-35-16,0 0-27 0,0 1-44 0,-3-2-36 15,1-2-56-15,-3-3-58 0,3-1-52 0,-2-1-234 16,-1-4-601-16,0 1 265 0</inkml:trace>
  <inkml:trace contextRef="#ctx0" brushRef="#br0" timeOffset="115824.81">22138 6516 226 0,'0'0'355'0,"-1"-3"-16"0,1 3-23 16,-2-4-24-16,2 4-19 0,0 0-24 0,0 0-34 15,3-4-22-15,-3 4-17 0,0 0-25 0,11 1-28 16,-11-1-32-16,15 3-49 0,-8-1-56 0,5 0-62 0,4 1-70 16,2-1-75-16,3 0-210 0,0-1-467 15,4 2 207-15</inkml:trace>
  <inkml:trace contextRef="#ctx0" brushRef="#br0" timeOffset="116125.23">22975 6435 175 0,'0'0'267'0,"0"0"-22"15,0 0-19-15,0 0-16 0,8 9-10 0,-5-3-20 16,3 3-8-16,0 1-9 0,-1 0-9 0,1 7-6 15,1 2-5-15,-1 2-11 0,2 7-6 0,-1-1-11 16,4 3-9-16,-4 0-10 0,-2 3-7 0,2 0-8 16,1 2-8-16,3-5-9 0,-5 4-4 0,3-3-5 15,-2-2-2-15,5 1-6 0,-2-2-4 0,-2-4-2 16,0-4-14-16,-1-3-19 0,-2 0-32 0,-1-7-35 16,2-1-46-16,-5-3-42 0,3 1-53 0,3-4-55 15,-3-2-197-15,-4-1-489 0,0 0 217 0</inkml:trace>
  <inkml:trace contextRef="#ctx0" brushRef="#br0" timeOffset="116460.24">22946 6405 216 0,'0'-5'373'0,"-3"-1"-17"0,3 0-23 15,3 1-15-15,-1-1-28 0,0 1-23 0,1 1-30 0,1 1-24 16,5-2-24-16,0 1-14 0,2 2-24 0,2 1-17 16,-2 1-16-16,12 2-12 0,-6 2-6 0,4 2-11 15,-3-2-12-15,-2 4-6 0,-1 3-10 16,3-2-18-16,-2 1-11 0,-1 2-10 0,-1 1-18 0,-3-1-9 16,-4-1-9-16,-1 0-10 0,1 1-6 0,-3-2-1 15,-2 0 0-15,-4 1-1 0,-1-1 2 0,-1-1 2 16,-2-1 6-16,-2 2-2 0,-2-4 5 0,-4 1-2 15,3-1 2-15,-1-2 0 0,0 1-3 0,-2-2-4 16,-2-3-6-16,5 2-1 0,0-2-5 0,0 0-14 16,5-1-23-16,0 0-30 0,6 1-30 0,-5-5-23 15,5 5-49-15,5-8-41 0,-1 3-169 0,4-4-450 16,5 3 200-16</inkml:trace>
  <inkml:trace contextRef="#ctx0" brushRef="#br0" timeOffset="116911.97">23503 6417 61 0,'0'0'188'0,"-16"-2"-1"0,16 2 1 0,-20 0-4 15,6 2-1-15,1 0-5 0,-1 1-7 0,-5 1-8 16,-2 3-5-16,4-2-13 0,-2 1-10 0,1 3-8 16,5-3-14-16,3 1-11 0,-4 0-8 0,4 0-8 15,0 1-9-15,1-1-8 0,2 1-4 0,0 0-7 16,3-4-6-16,1 1-4 0,3 3-3 0,0-3-4 0,0-1-2 15,-4 2-1-15,10 0-3 0,-2-5-7 16,0 3 1-16,0-2-2 0,5 1-4 0,2-2-1 16,0 0 0-16,1-1-4 0,-1-2-1 0,3 2-3 15,-2-5 1-15,1 2-5 0,0 1 1 0,-2-5 0 0,1 1 0 16,3 1-3-16,-5-3-3 0,0 1 2 0,0 1 1 16,-2-2-2-16,-1 2 2 0,-2 0 1 0,1 0 14 15,-3 0 19-15,-1 1 20 0,1-1 15 16,0 4 16-16,0-2 30 0,-1 2-5 0,-2-2-8 0,0 4 2 15,0 0-11-15,3-7-12 0,-3 7-5 0,1-4-13 16,-1 4-7-16,0 0-9 0,0 0-9 0,0 0-8 16,0 0 0-16,0 0-6 0,0 0-2 0,6 11 9 15,-4-7-19-15,1 2 7 0,-3 1-9 0,4 1-1 16,-1 0-3-16,1 1 2 0,2-1-12 0,-4 0-9 16,6 0-3-16,-5-1-27 0,5 1-23 0,-2 3-11 15,2-4-25-15,-1 0-21 0,-2 0-19 0,3-7-27 16,-2 4-28-16,3-1-31 0,-3-1-40 0,3-4-29 15,-2 1-33-15,1-3-169 0,-4 2-531 0,2-2 235 16</inkml:trace>
  <inkml:trace contextRef="#ctx0" brushRef="#br0" timeOffset="117179.58">23638 6154 153 0,'-5'-4'359'0,"5"0"-7"0,0 4-3 16,-3-4-19-16,3 4-34 0,0 0-32 0,0-6-25 0,0 6-30 16,0 0-24-16,0 0-16 0,0 0-19 0,0 0-15 15,3 17-12-15,4-8-14 0,-3 1-8 16,0 4-9-16,0-2-11 0,3 3-11 0,0 3-6 16,1 1-6-16,1 6 0 0,-2-7-11 0,0 1 2 0,4 0-9 15,1 5 8-15,-5-6-16 0,4 1-2 0,1-1-21 16,-4 0-22-16,3-2-34 0,-3 0-29 15,3-1-36-15,-3-5-40 0,0 1-43 0,-1-2-39 16,5-1-33-16,-5-3-251 0,0-3-561 0,0-1 249 0</inkml:trace>
  <inkml:trace contextRef="#ctx0" brushRef="#br0" timeOffset="117597.72">23864 6187 45 0,'0'0'289'16,"0"-5"-24"-16,0 5-23 0,-3-4-26 0,3 4-25 16,0 0-17-16,0 0-17 0,0 0-15 0,0 0-14 15,3 16-9-15,-3-10-8 0,3 2-10 0,0 3-8 16,-2 1-7-16,2 2-7 0,1 1-6 0,-3 2-8 16,6 0-6-16,-4 0-6 0,1-1-6 0,1 0-4 15,-1 1-1-15,-2-4-5 0,2 4-1 0,-1-3-4 16,3-3 1-16,-3 2-7 0,0-2 0 0,1-2-2 15,-4-2-5-15,1 0 2 0,-1-2-2 0,3 1 2 16,-3-2 1-16,1-2 15 0,-1-2 1 0,4 4-9 16,-4-4 1-16,0 0-1 0,0 0-5 0,7-9 9 15,-3 4-2-15,0 1 8 0,-1-1 13 0,0-1-2 16,1-1 17-16,1 1 5 0,-3 1 14 0,0 0 15 0,1-1 1 16,2 1 5-16,-2 2 2 0,1-1-8 15,-2-2-10-15,0 4 2 0,3-1-19 0,-5 3-1 16,6-2-19-16,-6 2-3 0,7-1-8 0,-7 1-6 15,8 1-23-15,-4 3 14 0,0-3 15 0,2 1-15 0,-1 5-6 16,-1-3-17-16,6 1-26 0,-5 2-24 0,-1-4-23 16,3 1-33-16,0 0-21 0,-2-1-35 0,-1 1-32 15,1-1-39-15,-3 0-37 0,1-1-41 0,-3-2-266 16,0 0-619-16,6 1 275 0</inkml:trace>
  <inkml:trace contextRef="#ctx0" brushRef="#br0" timeOffset="117815.15">23463 6341 283 0,'-4'1'378'0,"4"-1"-7"0,-9 0 7 0,9 0-26 16,0 0-16-16,0 0-18 0,0 0-23 0,0 0-21 15,16-6-27-15,-7 3-30 0,6 2-12 0,-1-2-26 16,6 2-16-16,3 0-16 0,7-2-14 0,-8 2-18 15,1 1-38-15,-3-1-54 0,1-1-64 0,4 2-68 16,-2-1-66-16,-3 1-81 0,-1-1-90 0,-4 0-248 16,-1 1-644-16,0-3 285 0</inkml:trace>
  <inkml:trace contextRef="#ctx0" brushRef="#br0" timeOffset="121243.9">24989 6301 32 0,'7'-10'251'16,"0"-2"-5"-16,-5-2-4 0,5-1-5 0,-1-4 0 16,-2 1-10-16,-2 3-5 0,1-2-9 15,-3-1-3-15,4 1-9 0,-7-1 3 0,2 1-4 16,-4 5 5-16,1-5-5 0,-4 2-11 0,3 2 6 0,0 4-17 15,-1-4-9-15,-3 4-18 0,2-2-16 0,-4 2-16 16,1 1-9-16,0 0-12 0,0 5-11 0,-3-2-8 16,2 5-11-16,1-2-6 0,-2 4-10 0,1-1-7 15,-1 5-7-15,4-1-9 0,-2 4-1 0,5 1-1 16,-3 7-3-16,5-3-3 0,0 4 9 0,6 3-12 16,5 4-5-16,-1 1 2 0,5 1-3 0,3 1-3 15,2-4 0-15,3 5-1 0,4-4-3 0,-6 2 4 16,5-1 0-16,2-1 1 0,0-1-2 0,-3-2-2 15,0-2-1-15,0 5 1 0,-2-5 0 0,3 0-1 16,-8-3 0-16,4 2 0 0,-8-4 0 0,0 0 2 16,-3-3-6-16,0 1-10 0,-2-3-12 0,-2 0-8 15,-1 2-16-15,-1-6-8 0,-2 2-13 0,-2-1-15 16,0 1-18-16,2-3-21 0,-4-1-24 0,1 0-18 16,-1-2-21-16,-1 0-47 0,5-2-46 0,-11 1-51 0,11-1-239 15,-10-5-612-15,0-1 271 0</inkml:trace>
  <inkml:trace contextRef="#ctx0" brushRef="#br0" timeOffset="121929.65">24955 6364 87 0,'-4'-4'329'0,"-1"3"-5"15,5 1-6-15,-7-3-5 0,7 3-12 16,-3-3-16-16,3 3-20 0,0 0-27 0,-3-5-29 0,3 5-15 16,0 0-25-16,11-6-22 0,-3 5-14 0,-1-3-6 15,8 2-13-15,-1 0-15 0,1 1-10 0,4-2-14 16,-6 2-5-16,2 1-8 0,4 0-4 0,0 1-10 16,-5 1-6-16,1-1 3 0,-1 0-7 0,-1 1-14 15,-1 0-9-15,-1 1-3 0,3-2-5 0,-5 1-13 16,-2 1 0-16,0-2 1 0,0 2 5 0,1-2-5 15,-3 1 2-15,1-1 0 0,-2 0 2 0,-4-1-1 16,5 1-2-16,-5-1 8 0,0 0-2 0,0 0-7 16,7 2 8-16,-7-2 0 0,0 0-3 0,0 0 1 15,7-4 14-15,-7 4-13 0,1-4-5 0,-1 4 4 16,3-5-2-16,-3 5 2 0,1-7 0 0,4 4 1 16,-3-3-3-16,3 2-1 0,-2 1 0 0,4 0 0 15,0-2-3-15,-3 2 4 0,2-2 2 0,0 1 7 16,-2 1-15-16,3 0 5 0,-1 1-6 0,-2 1 6 0,1-1 2 15,-5 2-7-15,12-3 3 0,-12 3 3 16,7 1-6-16,-7-1 0 0,10 4 0 0,-4-3 3 16,0 2 0-16,-1 2 2 0,-1-1-2 0,2 2-4 15,-3 0 2-15,3 0 3 0,-3-1 1 0,0 1 0 0,1-1-5 16,1 0 9-16,-2 0-4 0,1-1 0 0,-2 0 2 16,0-2 3-16,4 3-1 0,-6-5 1 15,2 3 11-15,-2-3-4 0,4 1-4 0,-4-1 4 16,0 0-2-16,7 0-2 0,-7 0-3 0,0 0 13 0,11-4 2 15,-9 0-1-15,6 2 4 0,-4-1 2 0,1 0-1 16,-1 0 2-16,0-1 4 0,-1 1-2 0,5 1-7 16,0-1-6-16,-2 1 6 0,2-1-4 0,0 1-3 15,0-1-1-15,2 0-3 0,2 1 6 0,0 1-9 16,1 1 1-16,0 0-3 0,-1 0 5 0,3 0 0 16,5 0-4-16,-2 1 6 0,-1 0-9 0,-2-1-7 15,4 1-19-15,0 1-14 0,0-4-20 0,1 4-17 16,-5-2-19-16,0 0-27 0,6-2-19 0,-4 1-30 15,-2 0-42-15,6-3-38 0,-4 0-38 0,-2 1-221 16,-4-2-552-16,1-1 245 0</inkml:trace>
  <inkml:trace contextRef="#ctx0" brushRef="#br0" timeOffset="122113.64">25635 5991 230 0,'-7'-2'296'0,"3"2"-26"16,-3-2-26-16,7 2-24 0,-6-2-22 0,6 2-19 0,0 0-20 15,0 0-19-15,0 0-33 0,0 0-38 16,0 0-59-16,0 0-73 0,22 7-82 0,-10-5-174 16,1 1-347-16,9 0 154 0</inkml:trace>
  <inkml:trace contextRef="#ctx0" brushRef="#br0" timeOffset="122631.93">26559 6004 150 0,'1'-5'280'0,"-1"0"-2"16,0-2 1-16,-1 2-9 0,-3-1-12 0,1-1-6 16,0 2 3-16,0 1-13 0,2 0-11 0,-2-2-18 15,-2 2-16-15,1 1-18 0,1 0-23 0,-1 1-18 16,-3-1-5-16,7 3-23 0,-9 0-15 0,9 0-7 15,-12 4-11-15,7-1-7 0,-1 0-12 0,0 2-1 16,1 1-4-16,0 1-11 0,2-1 5 0,0 2-11 16,2 0 0-16,-2 1-9 0,4 1-2 0,2-1-3 15,1 3-1-15,1-3-4 0,2 3 6 0,4-1-6 16,-3-2 4-16,7 4 11 0,0-2-17 0,3 2 0 16,-1-1-7-16,-3-1 9 0,1-1-8 0,-4-2-5 15,1 1 4-15,0-3-7 0,-1 3 2 0,-4-2 6 16,2 0-2-16,-3-2 9 0,-2-1-10 0,0 3-3 15,2-2-6-15,-4 0 2 0,0-3 5 0,-2 2 0 16,-2 3 1-16,2-7-2 0,-8 6 1 0,5-5-1 0,-3 2 1 16,-4 1-4-16,2-2 1 0,-6 1-5 0,0-1-13 15,1 0-24-15,-2 0-19 0,-3-1-12 16,5-1-25-16,2 0-16 0,-4 0-19 0,4 0-18 16,0 0-23-16,3 0-28 0,3-1-29 0,2-3-36 0,0 1-25 15,2-4-174-15,2 3-502 0,3-2 223 0</inkml:trace>
  <inkml:trace contextRef="#ctx0" brushRef="#br0" timeOffset="122866.29">26779 5896 295 0,'0'-5'320'0,"0"5"-26"0,3-3-29 0,-3 3-29 15,0 0-26-15,4 0-20 0,-4 0-21 0,0 0-16 16,5 9-8-16,-1-3-3 0,-2-1-16 0,3 4-3 15,3 1-14-15,-4 2-8 0,-1-1-9 0,1 2-5 16,6 3-10-16,0-1-7 0,-3 0-8 0,2 2-1 16,-3-2-8-16,5 1-2 0,-3 1-7 0,2-3-2 15,-2 1-6-15,1-3-23 0,-3-1-31 0,0-1-36 16,-2-1-42-16,-3-3-41 0,2 1-34 0,2-2-44 16,-4 0-49-16,-1-4-172 0,0-1-471 0,-8 3 209 15</inkml:trace>
  <inkml:trace contextRef="#ctx0" brushRef="#br0" timeOffset="123836.37">26810 6098 152 0,'0'0'152'0,"15"2"-6"0,-1 0-5 0,1 0-3 0,6 0-7 16,1 1-7-16,2-1 2 0,10 2-12 15,-2-3-4-15,-2 0-6 0,3-1-3 0,-3 0-8 16,1 0-7-16,-8 0-8 0,-1 0-5 0,-2-2-4 15,3-3 0-15,-4 3 4 0,-5-1 6 0,1 2 8 0,-6-3 15 16,2 1 2-16,-3-1-3 0,-2 1-8 0,-2-1-9 16,-3 0-5-16,2 2-10 0,-3 2-8 15,-4-8-1-15,1 4-6 0,-2 2-5 0,-2-1-9 16,-2 2-1-16,-2 0-7 0,-1 1-2 0,1 1-5 0,-3 1-2 16,0 2-4-16,1-3 4 0,-1 5-7 0,-2-1 1 15,2 0-2-15,-1 4-3 0,7-3-3 0,-3 2-2 16,0 0 3-16,4 0-3 0,-1-1 1 0,2 3 0 15,4-4-1-15,-1 2-3 0,2 2 8 0,2-3-3 16,-1-1-3-16,2-1-2 0,1-1 6 0,1 2-1 16,5-3-2-16,-4 1 2 0,5-1 0 0,-2-2-1 15,4-1 1-15,-1 0 0 0,3-1-2 0,-2-3 0 16,2 0-4-16,-1-1 0 0,0 1 4 0,0-4-3 16,-2 2-1-16,-1-2 3 0,3 1-1 0,-5 0 2 15,2-1 0-15,-3 1 2 0,-2-1 11 0,-1 2 13 16,0 0 13-16,0-1 8 0,-2 3 7 0,3-1 2 15,-2 3-9-15,-2-4 2 0,-1 6-11 0,0-5-9 16,0 5-7-16,4-2-2 0,-4 2-1 0,0 0-8 16,0 0-1-16,0 0-3 0,0 0-9 0,-4 16 17 15,8-11-9-15,-4 1-8 0,0 3 0 0,4-3 2 16,0 3-4-16,-1 0-5 0,4 0 2 0,0 0 0 16,2-2-14-16,0 0-7 0,0-1-8 0,2-1-12 15,1-2-17-15,-1 0-13 0,4-1-13 0,-3 1-29 0,0-3-4 16,2 1-10-16,0-4 0 0,-2 0-8 0,0-2 2 15,0 0-4-15,-1-2 0 0,0-1-28 16,0-1 8-16,-3 0 4 0,1-2 18 0,-2 0 9 16,4-4 13-16,-5 4 15 0,-1-5 17 0,0 4-5 0,0-9 8 15,-3 0 7-15,-2 2 12 0,0 0 14 0,-2 2 15 16,-1-2 32-16,-2 0 26 0,2 6 36 0,-4-5 21 16,3 0 19-16,1 7 12 0,-1-1 13 15,0 1 7-15,0 4 4 0,2 0-5 0,0 0-4 0,-1 2-10 16,1-1-17-16,0 2-6 0,2 4-18 0,-4-3-12 15,4 3-5-15,0 0-7 0,0 0-8 0,-5 10-6 16,5-3-8-16,1 4 0 0,-1-3-3 0,1 5-3 16,2-1-3-16,1-1-1 0,5 8-2 0,-3-2-3 15,0 2 2-15,-1 0-2 0,3-1-8 0,-1 0 2 16,2-1 2-16,0 1-5 0,-1-2-3 0,1 2 4 16,-2 0-1-16,3-2-2 0,-2-1 2 0,0 1 2 15,-1-7-6-15,0 0 4 0,0 0 5 0,-3-2-16 16,2-2-4-16,0 0-5 0,-1-1 5 0,2-2-8 15,-4-2-3-15,5 3 1 0,-8-3-11 0,11-4-2 16,-3 2-2-16,-4-1-5 0,3-2-1 0,-2 1-5 16,3-4-1-16,-2 3 0 0,2-3 4 0,-3 0 1 15,1 2 5-15,-3-1 3 0,-1 1 6 0,2-1 4 16,-1 2 7-16,-3 2 5 0,2 0 7 0,0-1 1 16,-2 4 3-16,2-5-2 0,-2 5 0 0,0 0 2 15,0 0 3-15,0 0-1 0,0 0-2 0,0 0 3 16,0 0-1-16,0 0-1 0,-17 7 0 0,16-3 2 15,-1 1 2-15,0-1 0 0,4 1 0 0,-2 0 0 16,2-1 0-16,1 3 3 0,-1-2-1 0,5 0-1 16,1-2-13-16,3 3-33 0,-1-2-48 0,1-2-66 15,4-1-75-15,3-1-239 0,0 0-502 0,0-1 222 16</inkml:trace>
  <inkml:trace contextRef="#ctx0" brushRef="#br0" timeOffset="124003.63">27554 5994 144 0,'-4'-2'266'0,"4"2"-31"16,0 0-24-16,0 0-19 0,0 0-21 0,0 0-20 16,19-2-39-16,-3 3-47 0,2-2-46 15,5 1-57-15,9 0-71 0,-2-1-128 0,-1 2-256 0,1-1 113 16</inkml:trace>
  <inkml:trace contextRef="#ctx0" brushRef="#br0" timeOffset="124605.75">28416 5827 195 0,'3'-5'405'0,"3"3"-6"0,-2-2-14 16,0 0-24-16,0 1-23 0,-2 1-21 0,-2 2-41 15,6-4-32-15,-6 4-31 0,0 0-23 0,0 0-20 16,0 0-17-16,0 0-15 0,4 11-14 0,-4-3-24 16,0 2 2-16,3 3-9 0,-3 4-8 0,1 0-12 15,-1 2 6-15,0-1-20 0,0 1-5 0,0-1-4 16,0 1-5-16,-1 0-14 0,2-1 5 0,-1 0-2 15,0-1-5-15,0-3-2 0,0-3-5 0,0 2 4 16,0-1-6-16,0-2-11 0,0-4 1 0,0 1 3 16,0-2 1-16,0-1 0 0,0-4 2 0,0 5-2 15,0-5-5-15,0 0 4 0,0 0-3 0,0 0-2 16,0 0 4-16,0-20 4 0,0 13-10 0,0-4-1 16,0 0 0-16,2-3-9 0,0 0 2 0,-2-2-2 0,0-2-1 15,2-2-5-15,2 1 3 0,-4-1-5 0,4-8 3 16,-3 12 4-16,2-3-6 0,0 2 6 0,1 1 8 15,-3 0 14-15,2 4 18 0,-2 0 25 16,2 0 17-16,-2 1 16 0,3-1 11 0,-4 6 9 0,3-1 9 16,0 0 2-16,-2-1 0 0,2 3 0 0,-2 0-2 15,2-1-12-15,-2 2-12 0,-1 4-7 0,2-7-14 16,0 6-14-16,-2 1-10 0,0 0-10 0,6-3-1 16,-6 3-6-16,5 7-5 0,-2-2-3 0,4 3-2 15,-2 2-6-15,5 6 0 0,-5-7 1 0,1 3-7 16,3 4 4-16,-2 2-3 0,1-1-11 0,-1 1-10 15,2-1-11-15,-2 0-14 0,1-1-22 0,1 2-23 16,-3-2-23-16,3 1-25 0,-3-5-17 0,1-1-24 16,5 3-20-16,-5-3-16 0,-3 0-23 0,3-4-20 15,-3 2-15-15,0-4-16 0,2-2-25 0,-4 0-28 16,2-3-20-16,-1 4-19 0,-3-4-210 0,0 0-624 16,0 0 277-16</inkml:trace>
  <inkml:trace contextRef="#ctx0" brushRef="#br0" timeOffset="124773.01">28483 5979 165 0,'-7'-2'227'0,"-5"1"9"16,5 1 0-16,7 0-11 0,-9 1-14 0,1-1-9 15,8 0-22-15,0 0-10 0,-10 0-6 0,10 0-4 16,-4 3 6-16,4-3 1 0,0 0-12 0,11 6-8 0,1-3-17 16,-4-2-12-16,6 1-15 0,5 1-2 15,-1 1-17-15,4-1-24 0,-3-1-46 0,2-1-52 16,1 2-60-16,-2-2-73 0,4-2-85 0,-4-2-221 0,3 2-516 15,0-1 229-15</inkml:trace>
  <inkml:trace contextRef="#ctx0" brushRef="#br0" timeOffset="125207.87">29382 5692 302 0,'2'-4'376'0,"-1"-2"-7"0,0 0 17 16,-1 2-12-16,3-1-19 0,-3 5-13 0,0-6-33 15,0 6-33-15,2-2-34 0,-2 2-28 0,0 0-20 16,0 0-25-16,0 0-19 0,0 0-10 0,10 11-16 16,-6-2-11-16,0 1-18 0,1 4-4 0,-1-1-10 15,0 4-14-15,2 1-2 0,1 8-3 0,2-9-10 0,-4 3 0 16,-1 1-7-16,4-2-3 0,2 7-5 0,-5-7-4 15,3 7-6-15,0-7-5 0,-1 0-28 16,-1 0-22-16,1-2-32 0,-1 0-37 0,2-2-26 16,-4-2-36-16,1-6-36 0,-1 5-38 0,-3-6-52 0,3 2-40 15,-2-3-32-15,0-2-200 0,-2-1-602 0,0-2 266 16</inkml:trace>
  <inkml:trace contextRef="#ctx0" brushRef="#br0" timeOffset="125692.57">29375 5908 202 0,'0'0'276'16,"0"0"-3"-16,-8 0-7 0,8 0-10 0,0 0-4 16,0 0-12-16,0 0-14 0,0 0-17 0,0 0-20 15,0 0-21-15,17-5-14 0,-8 5-13 0,2-1-15 16,1 0-13-16,7-1-11 0,-1 2-12 0,2-2-6 15,-1-1-11-15,3 3-5 0,1-4-9 0,-2 3-6 16,3 0-5-16,-5 1-3 0,6 2-4 0,-5-2-6 16,-2 0-6-16,-3 1 10 0,-2 4-12 0,-3-5-9 15,1 1-6-15,-3 0 4 0,-1 0-4 0,-2-1-4 16,2 2 3-16,-7-2-3 0,10 3 0 0,-8 0-1 16,5 1-1-16,-5 0-4 0,0-2 4 0,2 3-6 15,-1 0 2-15,1 1-4 0,-3 0 6 0,-1 0-3 16,4 0 2-16,-1 4-2 0,0-3 2 0,0 0 3 15,-1 0-4-15,3-2 10 0,4 5 21 0,-1-4-8 16,-1 1 3-16,6-1 1 0,-3 4-4 0,0-6 3 0,3 1-4 16,1-2 5-16,1 2-16 0,-3-4 11 0,0 1-5 15,2-2-3-15,-2-1 2 0,-3 1 3 16,2-2 18-16,-4-1 6 0,-1-2 1 0,-1 1-2 16,-1 0 1-16,0-2-6 0,-4 1-7 0,0-2-5 0,-4 0-4 15,0-4-7-15,-3 0-10 0,-5 3-6 0,2-1-13 16,-4-3-14-16,-2 3-13 0,-1-1-14 0,5 3-22 15,-7-1-21-15,0 3-21 0,0 0-18 16,-2 1-32-16,3 3-38 0,-1 0-35 0,3-1-52 0,4 2-250 16,-2 3-587-16,3-3 259 0</inkml:trace>
  <inkml:trace contextRef="#ctx0" brushRef="#br0" timeOffset="125993.97">30496 5700 25 0,'4'-7'436'0,"-4"3"13"0,0 4-19 15,3-5-16-15,-3 1-34 0,0 4-37 0,0-5-33 16,0 5-34-16,0 0-35 0,0 0-27 0,0 0-24 15,0 0-17-15,0 0-20 0,0 0-15 0,4 18-16 16,-3-8-9-16,2 0-10 0,1 3-10 0,0-1-13 16,-2-1-6-16,3 7-10 0,-1-1 0 0,0 1-9 15,7-1-5-15,-7 1-23 0,0-2-30 0,1-2-33 16,4 2-33-16,-5-3-32 0,1-1-43 0,0 1-41 16,0-3-51-16,-1 2-40 0,0-6-44 0,0 2-43 15,-1-3-185-15,-2-3-592 0,-1 1 262 0</inkml:trace>
  <inkml:trace contextRef="#ctx0" brushRef="#br0" timeOffset="126345.29">30409 5667 5 0,'0'0'344'0,"0"-5"-6"0,5 2-18 16,-5 3-16-16,5-6-23 0,-1 5-21 0,-4 1-21 15,9-4-16-15,-5 3-20 0,4 0-11 0,-8 1-29 16,21 2-15-16,-8 1-18 0,-2-1-16 0,3 3-5 16,6 1-11-16,-1 1-10 0,-2 1-12 0,5 2-14 15,-4 3 3-15,2-3-9 0,-3 6-3 0,4 2-8 16,-4-4-8-16,0-1-6 0,-4 0-1 0,0 3 2 16,1 1 10-16,-5-1-14 0,0 1-5 0,1-1-4 15,-3 1-8-15,-3-5 9 0,1-1-6 0,-2 2 12 16,-6-1-11-16,3 0-1 0,-3-1 4 0,-3-1-1 15,-1 0-4-15,-4-1 5 0,-6 1 0 0,1-3-4 16,-2 1 5-16,-2-1-2 0,-3 1-3 0,4-3-8 16,-1 1 4-16,-1 1-24 0,8-2-34 0,0-5-35 15,3 3-41-15,0 3-31 0,2-5-50 0,2 0-48 16,2 1-46-16,4-2-242 0,0 0-584 0,0 0 258 16</inkml:trace>
  <inkml:trace contextRef="#ctx0" brushRef="#br0" timeOffset="126732.34">31110 5916 164 0,'0'0'369'0,"0"0"-5"16,0 0-8-16,0 0-10 0,0 0-22 0,0 0-28 16,0 0-18-16,0 0-31 0,0 0-8 0,0 0-32 15,0 0-25-15,0 0-18 0,0 0-14 16,0 0-23-16,0 0-7 0,0 0-16 0,0 0-8 0,-11 11-9 16,11-8-11-16,0-3-7 0,1 7-8 0,-1-4-9 15,1 1-5-15,-1-4-3 0,3 5-6 0,1-1-1 16,-1-1 0-16,1-1-7 0,3 1-5 0,-2-2-3 15,2-1 9-15,-7 0-8 0,13-1-14 0,-7 0 17 16,0-2-9-16,-2 2-4 0,0-2-1 0,1-1 4 16,-3 1-6-16,2 1-4 0,-3-2-3 0,3 1-12 15,-4 3-18-15,1-7-18 0,-1 3-27 0,0 4-42 16,-3-6-44-16,3 6-45 0,-5-4-44 0,1 1-63 16,-3 2-314-16,7 1-675 0,-16 0 300 0</inkml:trace>
  <inkml:trace contextRef="#ctx0" brushRef="#br0" timeOffset="128970.4">17697 7615 143 0,'3'-7'349'0,"-2"2"-25"0,1-1-17 0,-1-1-28 16,1 5-32-16,-2 2-28 0,1-5-27 0,-1 5-18 16,0 0-22-16,0 0-5 0,0 0-22 0,4 20-16 15,-4-8-7-15,0 1-12 0,0 5-14 0,0 1-2 16,0 1-8-16,0 3-4 0,0 1-11 0,-1 5 0 0,-2-4-6 15,2-3-6-15,-2-1-2 0,1-2-6 16,-2 0-3-16,-1-2 2 0,2 0-4 0,1-4-6 16,0 0 3-16,-2-2-4 0,0-5-2 0,4 1 0 0,-3-1-2 15,3 0 4-15,-1-2 2 0,0 0 26 0,1-4-5 16,0 0 9-16,-5 1-1 0,5-1-4 0,0 0-5 16,-1-14 2-16,-2 6 7 0,3-2-19 0,0-3-1 15,2-6-8-15,-2 1 4 0,1-4-10 0,2-3 0 16,0-3 18-16,1 1-20 0,1 6-4 0,-2-9 5 15,1 4-2-15,-1 4-3 0,2 3 0 0,-4 0 4 16,2 1 14-16,-2-2 27 0,2 8-8 0,-1 1 12 16,-1 2-5-16,-1-1 9 0,-1 2 3 0,2-2-3 15,-1 5-7-15,3 0-4 0,-3 2-9 0,0-2-8 16,1 2-13-16,-1 3-2 0,0-4-2 0,0 4-2 16,0 0-5-16,15 9 3 0,-7-3-5 0,-1 3 3 15,4 8-5-15,2-3 1 0,5 6-2 0,1 2-5 0,0-3-11 16,-8-1-18-16,8 7-2 0,-1-4-8 0,-2 2-6 15,-4-5-15-15,5 5-6 0,-6-5-4 16,-2 0-5-16,3-1-5 0,-3 0-11 0,-4-4-8 16,1-1-12-16,0 0-15 0,-5-1-15 0,1-2-7 0,-2 0-13 15,0-2-13-15,-3-1-23 0,-1-2-27 0,0-1-22 16,0-1-25-16,-3-1-172 0,0-1-479 0,-3-3 213 16</inkml:trace>
  <inkml:trace contextRef="#ctx0" brushRef="#br0" timeOffset="129138.39">17695 7806 92 0,'0'0'192'0,"0"0"-17"0,0 0-7 15,0 0-9-15,0 0-11 0,11-3-9 0,-11 3-13 16,11 0-10-16,-5 1-15 0,6-1-5 0,1 0-11 16,3 3-10-16,3-2-5 0,0 0-10 0,4 1-38 15,2-1-40-15,-5-1-51 0,10-3-63 0,-5 2-136 16,5-1-290-16,-9-1 128 0</inkml:trace>
  <inkml:trace contextRef="#ctx0" brushRef="#br0" timeOffset="129422.72">18251 7712 202 0,'0'0'202'0,"-8"14"0"0,8-10 0 16,-3 4-7-16,3 0-7 0,3 1 6 0,-2 4-12 0,-1 4-7 15,4 0-12-15,-2 2-10 0,0 2-9 0,4 4-8 16,-2 4-12-16,0-3-10 0,3 2-10 16,-3-1-8-16,1 1-12 0,2 1-2 0,-4-2-9 15,1 0-11-15,0-1-6 0,2-5-2 0,0-2-6 0,-3 0-6 16,-2-1-7-16,1-5 3 0,2 0-3 0,-3-2-4 16,0 0-2-16,-1-4-4 0,0-1-9 0,2 1 0 15,-1-3-5-15,1-2-10 0,-2-2-15 0,0 0-23 16,0 0-26-16,0 0-31 0,0 0-30 0,0 0-30 15,-5-18-38-15,4 5-33 0,1-4-211 0,-1-1-471 16,-3-4 209-16</inkml:trace>
  <inkml:trace contextRef="#ctx0" brushRef="#br0" timeOffset="129673.61">18187 7779 95 0,'-7'-11'279'0,"3"6"4"0,0-3-6 0,0 1 1 16,1 3-11-16,2-2-16 0,0 2-18 0,1 4-17 15,1-8-19-15,-1 8-29 0,4-6-18 0,4 4-12 16,-4-2-14-16,7 3-11 0,-1 2-11 0,2-2-13 0,1 2-4 16,5 3-13-16,-3-1-10 0,3 1-7 0,1 1-2 15,-4 1-8-15,1 2-2 0,-2-2-6 16,-1 4-6-16,-3-2-2 0,1 2-7 0,-3-2 2 16,-3 3-7-16,1-2-2 0,-2 0 1 0,0 1-6 0,-3 0-4 15,-1 0-6-15,-5 0-1 0,2 0-3 0,-2-1-13 16,-1 1-18-16,-1-2-17 0,-6 3-27 0,5-4-24 15,-3 3-25-15,-4-2-39 0,1 1-39 0,2-3-39 16,1 0-230-16,0-1-513 0,1-1 227 0</inkml:trace>
  <inkml:trace contextRef="#ctx0" brushRef="#br0" timeOffset="129974.42">18464 7755 197 0,'10'7'242'0,"-9"-3"-10"0,4 2-4 15,0 2-9-15,-5 0-11 0,7 2-14 0,-3 3-7 16,-2 3-10-16,7 2-12 0,-4 2-10 0,-1 1-17 16,3 5-10-16,-2 2-10 0,4-2-14 0,-4-1-9 15,1 2-7-15,-1 0-10 0,3 0-4 0,-1 0-8 16,-3-2-10-16,-1-5-1 0,1-1-7 0,0 0-1 0,1-2-8 15,-2-3-2-15,-2-3-3 0,2 1-7 16,-3-1-17-16,3-2-19 0,-3-1-16 0,0-2-5 16,-3-3-14-16,3-3-28 0,0 5-29 0,0-5-22 15,0 0-22-15,0 0-29 0,0 0-20 0,-4-15-33 0,3 6-157 16,-1 0-416-16,-3-4 184 0</inkml:trace>
  <inkml:trace contextRef="#ctx0" brushRef="#br0" timeOffset="130292.46">18535 7856 244 0,'-3'-11'268'0,"2"1"5"16,-2 0 11-16,3 4 7 0,-1-2 6 0,-3 0 9 15,4 2 6-15,-1-1-6 0,-2 0 1 0,3 1-11 16,0-3-17-16,0 6-22 0,0-3-17 0,0-1-23 16,0 3-19-16,3 0-20 0,-2-2-18 0,-1 6-19 15,4-7-17-15,0 6-15 0,2 0-12 0,-1 0-26 16,1-1-17-16,-6 2-16 0,17 2-19 0,-9-1-13 15,2 1-16-15,1 4-14 0,-2 0-10 0,2-1-15 16,0 2-7-16,-1 3-13 0,1-2-12 0,-1 2-5 16,-4 0-2-16,3-1-9 0,-1 1-6 0,-4 0-3 15,1-1 3-15,-3 2-1 0,1-1 7 0,-3-1 6 16,-1 1 8-16,-1-1 7 0,-5 1 4 0,1-1-1 16,-1 0-2-16,-1-3 2 0,0 1 0 0,-5-1-3 15,1-1-1-15,1 3-3 0,-1-4-5 0,-2 0-20 16,2-1-25-16,1-1-18 0,3-1-19 0,3 1-21 15,-5-2-21-15,10 0-16 0,-7-2-136 0,7 2-389 0,-2-4 173 16</inkml:trace>
  <inkml:trace contextRef="#ctx0" brushRef="#br0" timeOffset="131178.75">18791 7794 35 0,'4'-3'224'0,"-1"1"5"0,3-1 2 0,-3 0-7 16,3-1-2-16,-2-2-3 0,1 1-1 0,-2 3-9 16,5-3-1-16,-3-3-8 0,0 3-6 0,0-1 0 15,2-5-7-15,-3 1 1 0,3 0-16 0,-3-3-13 16,0 2-9-16,0-2-13 0,2-4-10 0,-4 2-12 16,1-3-15-16,-2 5-10 0,2-8 5 0,1 3-21 15,-9 2-1-15,3-3-11 0,1 4-6 0,-2 2-8 16,2-2-6-16,-2 4-2 0,-1 1-7 0,1 0-4 15,1 3-6-15,-3-1-4 0,3 3-11 0,0 3-13 16,-4-2-1-16,2 1-19 0,-2 2-3 0,6 1 2 16,-12 2-5-16,1 4-3 0,4-1-5 0,-1 4 5 0,-1 2 1 15,0 7 8-15,0 7-1 0,2-6 3 16,3 1 3-16,-4 6 1 0,2 2 1 0,5-7 5 16,-2-1 2-16,3-1-4 0,4 2 4 0,2-2-3 0,-3 0 2 15,3 1-1-15,0-4-5 0,3-3 5 0,1 2 0 16,-2-4 3-16,0 0 0 0,2-3 1 0,2-1 6 15,-1-2-6-15,0-1-2 0,2-1 8 16,0-3-3-16,1 0 1 0,0 0 0 0,-3-3-1 0,2-2 3 16,0 1 0-16,0-2 1 0,-4-1 5 0,0 2-4 15,0-1 1-15,0 2 1 0,-4-1 6 0,-1 0 10 16,3 0 9-16,-3-1 11 0,0 3 3 0,0 0 8 16,-1 1-19-16,0-1-1 0,-3 3-5 0,0 0-10 15,1-3-3-15,-1 3-2 0,0 0-2 0,0 0-4 16,0 0 6-16,11 8-1 0,-10-5 9 0,3 2-14 15,-2 0 5-15,2 0-4 0,-3 0-2 0,3 1-1 16,-1 0-1-16,1-1-8 0,2 0-1 0,-2-1 1 16,1 0 2-16,-1-2-6 0,-1 1 2 0,2-2 13 15,-1 0-11-15,-4-1 1 0,10 0-1 0,-10 0 4 16,9-2 2-16,-5-2-1 0,2 0-2 0,-3 0-3 16,1-1 5-16,0-1 4 0,1 0-7 0,-1-1 3 15,0-2-3-15,-1 2 6 0,1 0 2 0,0-2-4 16,1 2 2-16,-3 3 7 0,5-4 17 0,-3 2-15 15,-3 3 4-15,3 0-8 0,-1-2-1 0,3 3-5 16,-6 2 2-16,5-1 0 0,-5 1-3 0,0 0-1 16,16 3 6-16,-9 1-4 0,0 0 3 0,1 4 0 0,0 2 2 15,-1-2-5-15,8 5 1 0,-4 3-2 0,-3 1-2 16,6 1 4-16,-5 1 1 0,6 5 0 0,-3 2-1 16,1-4 1-16,2 7 11 0,-6-4-11 0,-1 1-2 15,0 2-3-15,-1-1 2 0,-3 0 3 0,3 0-3 16,-3-2 6-16,-2 3-7 0,-2-8 5 0,-2 6 6 15,2 0 0-15,-1 2 10 0,-2-8 10 0,-4-4 9 16,3 3 16-16,0-1 14 0,-4-2 15 0,1-1 16 16,2-2 21-16,-1-4 17 0,-1 2 18 0,-3-4 18 15,1-1 12-15,0 0 6 0,-2-5 5 0,2 0-6 16,-2-2-5-16,1 1 5 0,-3-7-28 0,-1 1 1 16,0-1-9-16,3-3-28 0,-3-4-2 0,4-1-14 15,-5-3-11-15,4 0-7 0,0-8-9 0,1-2-29 16,5-1-28-16,-1-2-44 0,4-1-48 0,4-2-60 15,3-2-63-15,6-17-87 0,0 16-87 0,7-10-89 16,6-4-94-16,0 8-365 0,-1 14-989 0,-2-3 438 16</inkml:trace>
  <inkml:trace contextRef="#ctx0" brushRef="#br0" timeOffset="131814.44">20008 7522 39 0,'0'0'368'16,"-1"-6"-9"-16,1 6-22 0,0-6-18 0,0 6-19 15,1-4-37-15,-1 4-24 0,0 0-29 0,0 0-26 16,0 0-13-16,0 0-22 0,0 0-4 0,4 17-25 15,-4-10-12-15,0 5-12 0,3 0-6 0,0 3-8 16,0 3-9-16,1 1-9 0,1 0-10 0,-3 0-2 16,3 1-3-16,-1 0-8 0,1-1-11 0,1 1 3 0,2 0-1 15,-1-1-2-15,1-2-4 0,0 1 9 16,-2 0-12-16,4-2 3 0,-3 0-6 0,1-5-2 16,-1-1 8-16,4 0 9 0,-3-2 4 0,2-2 15 0,1 0-1 15,-2 0 1-15,2-2 2 0,0-3-8 0,1-1 10 16,3 0-4-16,-4 0-5 0,1-1 6 0,0-2 6 15,-1-1-3-15,0-1-1 0,-1-1 1 0,-1 0-3 16,0 0 0-16,3-2-4 0,-4-1 2 0,-1-3-6 16,1 2-1-16,-2-2-6 0,1-3-2 0,0 0-4 15,0-2-3-15,-3 2 0 0,1-2-9 0,-2-1 12 16,-3 2 6-16,0 0 3 0,0 2 1 0,0-3-2 16,-1 1-3-16,-1 3-4 0,1 0-4 0,0 1-3 15,-4 0-4-15,3-1 1 0,-1 0 3 0,2 4-15 16,1 1-10-16,-3-2-21 0,2 4-42 0,-1 2-40 15,0 0-61-15,2 4-52 0,2-5-18 0,-2 5-16 16,0 0-24-16,0 0-23 0,0 0-19 0,2 14-24 16,-1-7-25-16,3-3-193 0,-1 2-600 0,4 2 266 0</inkml:trace>
  <inkml:trace contextRef="#ctx0" brushRef="#br0" timeOffset="132399.87">20743 7502 73 0,'0'0'183'0,"1"-5"4"0,0 2 9 15,-1 3-3-15,0-5 0 0,0 5-2 0,0-5 0 16,0 5-16-16,0 0 0 0,-1-6-9 0,0 2-3 15,1 4-12-15,-3-5-4 0,3 5-11 0,-4-4-7 0,4 4-9 16,-5-2-9-16,5 2-7 0,-7-3-9 16,1 2-12-16,6 1-7 0,-10 1-3 0,10-1-11 15,-13 1-3-15,6 1-9 0,0 0-7 0,1 1-1 0,0 2-7 16,-2 0-3-16,1 3-4 0,-1 0-3 0,1 3 3 16,-1 0-7-16,3 2 4 0,-1-1-7 15,-2 0 1-15,4 1-2 0,0 4 0 0,1 0 0 16,-1 0 2-16,4-1 1 0,-3-2 4 0,3-1-2 0,0 4-4 15,-1-5 1-15,2 5 6 0,2-4-5 0,-1-1 4 16,3 5-1-16,-1-4-2 0,0-4 3 0,4 4-3 16,-4-5-2-16,3 3 4 0,1-5 16 0,-1-1-12 15,5 2 2-15,1-3-7 0,0-1 1 0,1-1-1 16,2-1-7-16,1-1-1 0,4 0 8 0,-6-3-9 16,7 2-7-16,-2-4-6 0,-2 0-20 0,0 0-29 15,3-3-31-15,-3 1-30 0,0-1-42 0,-3-1-53 16,1-2-67-16,-1 2-65 0,-7-2-193 0,0 1-574 15,-1 2 254-15</inkml:trace>
  <inkml:trace contextRef="#ctx0" brushRef="#br0" timeOffset="133135.81">21179 7457 137 0,'0'0'305'0,"3"-6"-6"0,-3 2-5 0,0 4-18 16,0-6-7-16,1 2-11 0,-1 4-10 0,-2-8-11 15,2 8-13-15,-2-5-12 0,0 3-14 0,2 2-17 16,-6-6 6-16,4 2-40 0,-1 2-8 0,3 2-19 16,-6-1-8-16,6 1-12 0,-8-3-18 0,8 3-4 15,-12 2-11-15,12-2-3 0,-12 1-7 0,5 1-5 16,-1-1-10-16,-2 6-1 0,1-3-8 0,-1 1-1 0,-1 1-5 15,3 1-1-15,1-2-10 0,-2 2 2 16,1-1 2-16,2 3 1 0,2-2-6 0,-3 2-4 16,3-1-5-16,0 1 5 0,4-1-2 0,-1-2 0 0,1 2 5 15,1 2 0-15,3-1-4 0,0 0 1 0,3 0 1 16,1 0-1-16,4 1-3 0,2 0-1 0,4 2 3 16,-3 0 0-16,4-1-2 0,-3 2-5 15,3-2 8-15,-1 1-3 0,1 0-2 0,1 1-4 0,-2-1 2 16,-2-1 0-16,2 1-3 0,-2-2-1 0,-2 2 6 15,-2-5 2-15,-2 4-7 0,1-4 4 0,-5 1 0 16,4 0-4-16,-6-3 3 0,-1 1-3 0,1-1 1 16,-3-1-2-16,3 0 1 0,-4 0 2 0,0-4 6 15,0 8 5-15,-5-6-3 0,-1 2-1 0,-2-2-2 16,1 0-5-16,-5 0 4 0,1-1-3 0,-4 1-22 16,0-1-30-16,-6 1-59 0,1-1-47 0,-1 0-47 15,0 0-61-15,8 1-71 0,-4-1-303 0,5-1-689 16,0 0 305-16</inkml:trace>
  <inkml:trace contextRef="#ctx0" brushRef="#br0" timeOffset="134724.47">16869 7067 141 0,'-7'0'264'0,"7"0"-7"0,0 0-13 16,0 0-14-16,0 0-15 0,0 0-14 0,0 0-9 15,0 0-14-15,-8 1-14 0,8-1-8 0,0 0-17 16,0 0-7-16,0 0-12 0,0 0-5 0,0 0-8 16,0 0-3-16,0 0 6 0,0 0-12 0,0 0-8 15,25 2-7-15,-20-2-4 0,7 2-14 0,-1-2-4 16,0 0-4-16,4 0-7 0,3 1-3 0,-3-1-8 0,3-1-1 15,2 1-4-15,0 1-5 0,-2-1-2 16,-2 3 5-16,2-3-11 0,-2 0-2 0,-2 0-15 16,-1 0-20-16,1 0-7 0,-3 0-20 0,-2-3-19 15,1 3-24-15,-3 0-25 0,1 0-26 0,-8 0-30 0,11-1-39 16,-7-1-33-16,0 0-34 0,1 0-158 0,-5 2-464 16,4-8 205-16</inkml:trace>
  <inkml:trace contextRef="#ctx0" brushRef="#br0" timeOffset="135075.97">17125 6981 73 0,'-6'1'264'0,"6"-1"-5"0,0 0-15 0,0 0-13 15,-5 2-18-15,5-2-19 0,0 0-21 0,0 0-17 16,0 0-14-16,0 0-13 0,1 6-11 0,-1-6 3 16,6 4-1-16,-1-3-6 0,-1 3-5 0,7-2-4 15,-3 1-4-15,3 1-5 0,3 0-10 0,-5 0-16 16,5-1-1-16,1 3-7 0,-3-1-10 0,0-1-4 16,-2 1-2-16,2 1-7 0,-4-3-4 0,-1 1-4 15,0-1-3-15,0 3-1 0,-2 0 2 0,-1-2-7 16,-1 2-10-16,-2 0 7 0,1-1-3 0,-2 1 2 15,-3 1-8-15,-1 0 1 0,-3 2-15 0,0 1-31 16,-1-1-36-16,-5 1-39 0,2-1-51 0,1 0-67 0,-2-1-76 16,1-1-160-16,1 1-502 0,-3-1 223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09:19:12.2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3183 1941 44 0,'-7'-41'263'0,"0"4"-1"0,1 5 2 0,-1 1-15 0,2-1-5 16,-5 5-8-16,0-1-10 0,4 1-4 0,-3 8-12 16,6-1-17-16,-9-2-2 0,7 2-1 0,-3 6-14 15,7-1-7-15,-6 8-16 0,7-3-19 0,-7 1-15 16,7 3-15-16,-1 2-15 0,1 4-18 0,0 0-2 15,0 0-12-15,0 0-2 0,0 0-5 0,0 0-10 16,13 24-1-16,-10-12-7 0,5 8-2 0,-1-3 1 16,-2 3-6-16,3 6-1 0,6-1-2 0,-6 2 1 15,2-4-2-15,3 1 4 0,-3 2-8 0,0 1-3 16,-2-4 0-16,0-4-5 0,4 5-3 0,-7-5 11 16,2-1-6-16,-2 0-2 0,1 0-2 0,-1-2 2 15,2-1-6-15,-2 2 6 0,0 0-3 0,-2-3 2 16,-1-3-3-16,1 1 4 0,0-5-3 0,1 5-4 15,1-4 0-15,-5-4-1 0,0 4 3 0,0-1 0 16,0-7-6-16,6 8 5 0,-2-4 8 0,-4-4-7 16,4 3 2-16,1 4-2 0,4-6-1 0,4-1-1 15,-13 0-5-15,30-1 1 0,-9-6 6 0,1 6-2 16,1-1 0-16,7-2 12 0,1-1-14 0,-1 1 0 16,1-3-5-16,-2 2-22 0,-3-1-11 0,4 1-35 15,0-5-20-15,-9 5-23 0,-4 1-39 0,4 1-38 16,-6-2-42-16,3-5-48 0,-8 5-48 0,-3 2-174 15,1-1-545-15,-1 1 242 0</inkml:trace>
  <inkml:trace contextRef="#ctx0" brushRef="#br0" timeOffset="749.02">4060 1792 197 0,'0'-4'219'0,"0"4"-8"0,0-8-11 0,-9 1-10 16,5-1-14-16,2 4-21 0,-6 0-15 0,-1 2-19 16,-2-3-8-16,11 5-11 0,-20 0-14 0,7 3-6 0,-6 1-9 15,5 0 14-15,-5 5-12 0,-1 3-6 16,7-5-6-16,-5 8-9 0,-2-1-5 0,5 4-5 15,0-1-4-15,4-1-5 0,-2 7-2 0,-1-1-5 16,8-4 1-16,6 0-6 0,-7-2-3 0,7 3-2 0,0-6-2 16,7 2-5-16,-7 0-6 0,5-3-5 0,0-1-10 15,5-6-6-15,-6 3-1 0,8-2-3 16,0-2 0-16,-2-2 2 0,-10-2 2 0,23-2 4 16,-15-5 4-16,5 2-2 0,1-5 1 0,-5 5 0 15,3-10 4-15,-2 5-1 0,0-4 5 0,0 1 0 0,0 3 10 16,-5-4 5-16,1 2 1 0,-1 0 10 0,0 1 4 15,5 2 4-15,-8 1 7 0,1 0 9 0,-3 2 0 16,0-2-6-16,5 4-10 0,-5 4-5 16,3-5-8-16,-3 5-1 0,0 0-1 0,0 0-1 0,0 0-3 15,7 12-1-15,0-4 0 0,-6 1-2 0,-1-2 0 16,9 3-2-16,-3-2-1 0,1 1 2 0,-1 1-3 16,3-3 1-16,-3 3-2 0,4 0-12 15,-5-5-4-15,2 3-5 0,0-2-5 0,-1-5-2 16,-6-1 8-16,8 2 3 0,-8-2 1 0,0 0-3 0,17-6 2 15,-10 0-1-15,-2-2-2 0,0-1 3 0,-1-2 4 16,1 0-2-16,0-6-1 0,-1 6 2 0,-1-6 0 16,9 2-1-16,-6-3 7 0,-2 6 6 0,2-3 8 15,-1 3 3-15,3 1 3 0,-1-1 1 0,-4 5 0 16,4 2-2-16,-5-5-2 0,4 4 2 0,4 3-4 16,-5-3 1-16,7 6-3 0,-2 0-2 0,1 0 3 15,4 0-4-15,0 2 0 0,3 2 0 0,2 0 2 16,-5 7-4-16,7-5-1 0,-6 0-1 0,-1-2-3 15,5 8 0-15,-5-1 1 0,0-2 0 0,0 1-1 16,-6-1 1-16,3 1-3 0,-2 0 3 0,-5-3-1 16,-3 1 1-16,1-1 2 0,-1 1 2 0,-2-1-3 15,-5 1 3-15,1-1-1 0,-6 2 2 0,2-2-1 16,-4-3 0-16,1 2 1 0,3 0 4 0,-1-2-6 16,3-1 4-16,-1 2-3 0,0-3-4 0,7-2-17 15,0 0-28-15,-14-2-26 0,14 2-37 0,0 0-35 16,-7-12-32-16,14 1-26 0,-1 2-27 0,2-6-156 15,-1 2-412-15,0-5 183 0</inkml:trace>
  <inkml:trace contextRef="#ctx0" brushRef="#br0" timeOffset="998.9">4596 1324 247 0,'-2'-12'282'0,"-1"5"0"16,3 4-3-16,0 3-2 0,0-7-26 0,0 7-24 15,-8-10-29-15,8 10-23 0,0 0-22 0,0 0-15 16,0 0-14-16,0 0-15 0,1 27-10 0,6-7-11 16,0 7-7-16,1 4-5 0,-1 7-6 0,3 5-4 15,1 4-5-15,6 6-7 0,3-6-5 0,-4 6-2 16,4-3-13-16,3-3 5 0,-1 1-1 0,1-3-7 16,5-2-4-16,-7-6-31 0,3 0-25 0,-3-2-29 15,-4-11-31-15,1 1-39 0,-8-8-44 0,5-5-39 16,-9-2-44-16,3-6-188 0,-3 0-480 0,-6-4 213 15</inkml:trace>
  <inkml:trace contextRef="#ctx0" brushRef="#br0" timeOffset="1198.82">4649 1637 194 0,'-7'4'261'15,"4"2"-9"-15,0 3 1 0,3 0-14 0,0-3-17 16,6 0-20-16,-2 0-15 0,6-2-18 0,1 1-17 16,1-2-14-16,6 0-11 0,4-3-20 0,11-3-34 15,-5 0-44-15,2-2-47 0,4 1-75 0,-2-5-74 16,4 2-222-16,4-8-419 0,5 0 186 0</inkml:trace>
  <inkml:trace contextRef="#ctx0" brushRef="#br0" timeOffset="1632.36">5854 1782 254 0,'0'0'363'0,"0"0"-20"0,2 3-15 16,-2-3-26-16,0 0-28 0,0 0-21 0,0 0-31 15,13 3-22-15,-13-3-17 0,18-6-20 0,0-1-25 16,7-4-52-16,5 2-46 0,11-5-48 0,6 1-50 15,-4-1-61-15,10-1-85 0,-2 2-256 0,0-2-499 0,-1 1 221 16</inkml:trace>
  <inkml:trace contextRef="#ctx0" brushRef="#br0" timeOffset="2265.48">7358 1336 113 0,'0'0'267'0,"5"-4"-18"0,-5 4-27 0,2-5-25 16,-2 5-18-16,0 0-22 0,0 0-14 16,0 0-12-16,12 19-11 0,-7-9-12 0,0 0-11 15,0 4-8-15,-4 3-8 0,3 2-10 0,-1-1-7 16,0 3-5-16,0 2-5 0,-3-5-5 0,0-1-8 0,4 3-2 16,-8-2-1-16,1 2-4 0,3-5 0 0,0 1-2 15,-3-5-4-15,0-3-2 0,3-3-3 16,0 2-2-16,-2 1 3 0,2-2 10 0,0-6 8 15,0 0-5-15,0 0-1 0,0 0-5 0,0 0-3 16,-15-21-5-16,12 12-3 0,3-9 0 0,-4 3-1 0,4-6-5 16,0-5-3-16,-1-3 1 0,-1-5 0 0,-1-5-5 15,1 1-1-15,-1 6 2 0,4-1-2 16,-2 3 3-16,1-2 7 0,0 3 12 0,-4 2 17 16,4 0 13-16,5 1 7 0,-6 6 1 0,2 2 10 0,1 1 6 15,0 2 5-15,1-1 4 0,-1 1-2 0,3-1 1 16,-4 7-8-16,3 3-6 0,1-6 1 0,0 6-16 15,-2 1-5-15,2 1-14 0,1 0-14 16,3-3-5-16,-1 7-3 0,-8 0-7 0,23 8 8 16,-8-2-4-16,0 0-3 0,-2 8-3 0,4-2 0 0,3 11 2 15,-5 0-5-15,13 10-1 0,-7 0 1 0,2 5 3 16,1-1-1-16,-5 4-3 0,5-4-18 0,-3 0 21 16,-3 2-5-16,4 2-40 0,1-6-1 15,-3-1 0-15,3 2 2 0,-8-9-17 0,3 0-9 0,0-3-8 16,-3 0-19-16,7-3-22 0,-9-4-19 0,-3-7-18 15,5 2-30-15,-9-6-38 0,8-3-63 0,-6 0-244 16,-8-3-563-16,0 0 250 0</inkml:trace>
  <inkml:trace contextRef="#ctx0" brushRef="#br0" timeOffset="2466.36">7446 1416 73 0,'0'0'221'0,"0"0"-7"0,27-3-21 15,-16 3-19-15,4-5-12 0,5 2-17 0,-3-2-15 16,11 3-12-16,-2-4-7 0,-1-3-17 0,5-1-31 16,1-1-54-16,12-4-72 0,-6 3-81 0,-9 1-106 15,2-5-272-15,9 0 121 0</inkml:trace>
  <inkml:trace contextRef="#ctx0" brushRef="#br0" timeOffset="2916.02">8330 734 337 0,'0'0'333'0,"0"0"-29"15,0 0-15-15,0 0-32 0,0 0-32 0,0 0-26 16,0 0-22-16,0 0-18 0,0 0-17 0,-15 15-14 16,7-3-14-16,6-5-11 0,-4 10-10 0,-6-1-7 15,2 3-8-15,3-4-9 0,-2 12-3 0,-3-10-20 16,2 1-13-16,-3 5-13 0,5-8-14 0,-4 2-15 16,4-2-13-16,1-1-11 0,-3 3-9 0,3-10-3 15,1 2-5-15,-1-2-1 0,1 1-3 0,4-7-18 16,2-1-10-16,-10 5-5 0,10-5-3 0,0 0-5 15,0 0 2-15,-8-19-1 0,4 9 12 0,4 2 10 16,-1-6 6-16,1-3 7 0,-2 1 5 0,5-2 3 16,-3 2 15-16,0-1 14 0,0 3 25 0,-1-2 12 15,2 4 23-15,-1 3 17 0,0-1 17 0,0 2 8 16,0-1 12-16,4 3 1 0,-4 0-7 0,0-1-8 16,0 7-10-16,0-8-11 0,0 8-8 0,0 0-7 15,0 0-3-15,0 0-6 0,11 13-4 0,-4-5-1 16,0-2-1-16,1 7-5 0,0 1-1 0,7-1 0 15,-8-1-5-15,8 5 3 0,-1-2 0 0,0 3-20 16,1-3-19-16,-1-2-28 0,3-1-34 0,-5 3-42 16,4-4-47-16,-3-2-45 0,1 0-175 0,-4-6-423 15,-4 0 187-15</inkml:trace>
  <inkml:trace contextRef="#ctx0" brushRef="#br0" timeOffset="3099.36">8141 932 228 0,'-10'-5'324'0,"10"5"-10"16,-5-2-17-16,5 2-14 0,0 0-21 0,0 0-29 15,0 0-20-15,0 0-24 0,0 0-17 0,17-8-18 16,-7 3-27-16,7 3-1 0,-3 1-12 0,13-3-13 16,3 0-16-16,-1 1-43 0,8-1-45 0,-1 3-57 15,9-1-65-15,6-4-82 0,-1 4-272 0,-17 1-518 16,17-8 230-16</inkml:trace>
  <inkml:trace contextRef="#ctx0" brushRef="#br0" timeOffset="4216.39">9676 825 56 0,'5'-5'328'0,"-2"-3"9"0,-3 1-11 15,5 0-14-15,-3-1-5 0,-2 8-40 0,0-7-24 16,-7 1-13-16,7 6-43 0,-10-3-16 0,-2 0-21 15,12 3-17-15,-24 7-14 0,5 1-17 0,0-1-7 16,-6 10-11-16,3-3-7 0,6 1-9 0,2-2-11 16,0 2 0-16,2 1-10 0,0 1-8 0,4 0-7 15,3-2 3-15,3 1-12 0,1 0-1 0,2 4 1 16,4-2-4-16,4-4-1 0,4 3 0 0,2 6 1 16,10-4 4-16,6 8-15 0,-4-7 10 0,17-1 0 15,-14-2-6-15,11 1 2 0,-14-3-4 0,6-4 2 16,-3 2-3-16,0 1-3 0,-6-1-1 0,0-1 3 15,-5-5 0-15,-4 5-2 0,0-7-2 0,-8 1-5 16,1 2 2-16,0-3 3 0,-1 2-12 0,0-1 10 16,-7 1-1-16,0-7 5 0,-15 12 1 0,0-9-2 0,-5 0 2 15,3 4-6-15,-2-3 4 0,-6 0 0 16,-5-3-4-16,10 4 2 0,4-5-4 0,-1 3 4 16,-1 0 3-16,3-3-4 0,5 0 0 0,10 0 2 15,-17 0-6-15,11 0-12 0,6 0 5 0,0 0 10 16,-20 0-6-16,20 0-11 0,0 0 10 0,0 0-4 0,7-11-3 15,-7 11 3-15,23-9-11 0,-5 3 0 0,-1 1-7 16,11-6 8-16,-5-1-5 0,7 0-6 16,-6 0 0-16,5 1-7 0,0-4 2 0,1 3-13 15,-2-3-1-15,2-1 1 0,0-4 0 0,-2 4-2 0,-3-2 6 16,1 2 1-16,-4-3 5 0,-2 0 1 0,-4 4 2 16,1 3 5-16,-2-3 4 0,-7 3 3 0,-3 2 9 15,-2 0 2-15,1 2 7 0,-4-3 5 16,0 5 2-16,0 0-2 0,0 6-2 0,-10-11 2 15,8 10-4-15,-6 0 3 0,8 1-5 0,-22 1 0 0,12 3 4 16,-5 4 1-16,4-4-3 0,-4 6 2 0,2 2-2 16,-2-3 0-16,5 6-1 0,2-2 4 0,-1 5-2 15,-2-3-2-15,7 0 6 0,-2 3-2 16,6 0 1-16,1-7 3 0,9 5 2 0,4-4 2 16,9 4-3-16,5-5 3 0,7-5 0 0,13 3-2 0,8 0-4 15,2-10 1-15,1 2-10 0,6-9-6 0,-7 4-4 16,26-8-8-16,-24 3-5 0,-2-2-1 0,0-4 3 15,-12 0-1-15,4-1 1 0,-1 0 2 0,-19 2 4 16,2 2 3-16,-16 4 4 0,6 0 1 0,-7-3 12 16,-4 3 9-16,-2 0 2 0,-8 1 1 0,-1 0-4 15,-1 0 3-15,-8 2 4 0,-2 2 8 0,1 1-1 16,-10-1-1-16,-2 3-5 0,6 3 3 0,-6-1-6 16,-6 6-1-16,7-1 3 0,-8 5-7 0,10-4 4 15,-5 6-5-15,0 4-1 0,2 6 2 0,4 0 1 16,3-1-3-16,2 1 0 0,4 0-1 0,1-4 5 15,2 8-4-15,1-2 2 0,3-2-2 0,10 1 2 16,-3-7-1-16,3 0 0 0,-1 0 3 0,3 0-1 16,5-6-1-16,-3 0 6 0,2-5-4 0,5 0-1 15,0-6 1-15,1-2 2 0,-1-2-1 0,2-4-3 16,6-9 2-16,-1 1 2 0,-4-5-2 0,1 4 0 16,-3-7 2-16,-4 1 6 0,-1 0 11 0,3 4 9 15,-9-1 22-15,-1 3 0 0,0 0 16 0,-8 4 9 16,7-2 1-16,-2 3 7 0,-2 1-12 0,-3 3-4 15,7-1 1-15,-7 2-27 0,0 6-8 0,-4-6-1 16,4 6-8-16,0 0-2 0,-11 18 2 0,11-9-12 16,-2-1-4-16,-3 4-11 0,3-2-6 0,1 8-8 15,1-4-13-15,1 0-14 0,-1-1-11 0,2 4-15 16,11-6-20-16,-4 1-15 0,-4-3-29 0,3-2-34 16,0 0-42-16,7-3-50 0,2 0-52 0,-6-7-161 15,6-1-505-15,-2-1 224 0</inkml:trace>
  <inkml:trace contextRef="#ctx0" brushRef="#br0" timeOffset="4782.07">11361 1116 15 0,'3'-6'169'0,"-3"6"-15"16,5-4-13-16,-5 4-16 0,8-2-14 0,-8 2 5 16,0 0-24-16,15 7 2 0,-3-2 4 0,-4 1-4 15,2 1-8-15,5 1-1 0,0 1-6 0,-2 3-7 16,3-2-5-16,-1 6-7 0,0-8-7 0,-2 4-2 15,-1 3-3-15,1-4-6 0,-3 1-5 0,-3-3-3 16,1-2 2-16,-1 4-8 0,-4-5 10 0,2 2 3 16,-3-3 16-16,-1 3 21 0,4-4 25 0,-5-4 17 15,0 0 12-15,-5 8 16 0,5-8 5 0,0 0 2 16,0 0-3-16,0 0-11 0,0 0-5 0,-18-11-8 16,13-1-16-16,5 5 4 0,-1-1-27 0,2-4-10 15,-1 3-12-15,5-6-14 0,5 2-13 0,3 3-38 16,-3-7-36-16,12 0-36 0,-1 1-31 0,2 1-26 15,6 2-22-15,0 3-14 0,0 0-21 0,5-1-6 16,-1 1-17-16,10 2 2 0,-11 3 1 0,1-2 3 16,-2 0 6-16,1 4 7 0,-11-3 9 0,8 2 22 15,-8 2 14-15,1-3 11 0,-1 5 17 0,-4-2 13 16,-2 2 20-16,-4-2 19 0,-1-1 26 0,0 2 27 16,-10 1 32-16,12-2 32 0,-12 2 28 0,9-5 25 15,-9 5 17-15,7 0 10 0,-7 0-1 0,0 0-4 16,0 0-5-16,0 0 0 0,0 0-4 0,0 0-4 15,0 0-6-15,0 0-6 0,-40 3-6 0,27 1-3 16,-2 2-2-16,-1 3-4 0,-4 1-5 0,3-4-4 16,-3 3-12-16,6 3-4 0,-8 5-3 0,10-4-9 15,1 2-7-15,-4 0-3 0,2 0-8 0,4-2 4 16,1 2-8-16,2-5-1 0,6 6-2 0,-2-5-2 16,2-1-2-16,2-1 3 0,2 1 2 0,6 2-5 15,7-4 0-15,0-1 2 0,1 3-7 0,12-8-16 16,1 1-16-16,10-8-19 0,4-5-31 0,0 2-28 15,-11 0-25-15,13-10-20 0,-2 8-21 0,-2-7-17 16,1-1-1-16,-1-3-8 0,-6 0-5 0,1-3-3 16,-10 3 0-16,-3 1-121 0,-5 4-337 0,3-7 150 0</inkml:trace>
  <inkml:trace contextRef="#ctx0" brushRef="#br0" timeOffset="5150.7">12696 885 281 0,'-1'-19'19'16,"-4"2"38"-16,-4-1 45 0,8 0 29 0,-12 0 33 15,6 1 20-15,-1 4 21 0,1-2 12 0,4 6 6 16,-6-1 1-16,3-1 3 0,1 3-26 0,-2 3-25 0,4 2-3 15,0-5-21-15,3 8-18 0,-5-8-24 0,5 8-19 16,0 0-3-16,0 0-7 0,0 0-6 16,-10 20-12-16,10-9-2 0,0 2-5 0,5 5-4 15,1 1-9-15,1 5-10 0,3 5-2 0,-4-5 0 16,3 4-6-16,-1 4-7 0,5 6-7 0,2 0-3 0,-3 8-5 16,-2-10-1-16,5 4-10 0,-7-10-8 0,5-4-7 15,2-2-2-15,-7-6-6 0,-1-2 3 16,1-3 2-16,-3 2 3 0,-3-3 1 0,4 0 8 15,-2-9 14-15,-1 2 9 0,-3-5 5 0,8 3 0 16,-8-3 18-16,0 0 7 0,14-11 10 0,-6 7 9 0,-5-6 12 16,9 2-10-16,-9 1 7 0,2-3 1 0,-5 1-1 15,8 5 7-15,-4-7-9 0,-1 1 4 0,4 7-30 16,-7 3 7-16,6-2-7 0,-3-2-3 0,-3 4 6 16,12-3-17-16,-12 3 0 0,17 2-1 0,-17-2-10 15,14 7 0-15,0-4 2 0,-4 7 1 0,5-3-8 16,-1 1-1-16,3 1 0 0,-2 3-1 0,3-4-16 15,-3 2-21-15,0-1-36 0,3-2-34 0,-1 0-36 16,-7-3-43-16,3 4-63 0,3-7-77 0,-4 4-278 16,-2-7-646-16,-10 2 285 0</inkml:trace>
  <inkml:trace contextRef="#ctx0" brushRef="#br0" timeOffset="6782.36">6642 2762 9 0,'-10'0'244'0,"0"1"-17"0,10-1-19 0,-15 0-21 16,15 0-19-16,0 0-18 0,0 0-7 16,0 0 7-16,0 0-2 0,0 0-5 0,50-8-5 15,-12 2-6-15,13 1-8 0,10-3 5 0,20-7-9 16,4-3-6-16,8-4-1 0,3 5-7 0,49-12-7 0,-6-1-3 16,7-4-11-16,-10-2-2 0,4 3-9 0,6-3-12 15,-5-4-1-15,6-6-4 0,7 9-4 16,0-8 2-16,5 4-11 0,5 9-9 0,-11-14-3 15,3 6 0-15,-2 2 4 0,-5-5-5 0,11 2 6 16,-7 5-9-16,4-3 0 0,-3 1 1 0,0 0-3 0,1 3-4 16,-57 11 0-16,6-1-7 0,57-12-2 0,-20 3 1 15,3 0 8-15,-47 14-10 0,6 0 8 16,41-6-9-16,-50 9-4 0,2-5 4 0,-3 5-8 16,-4 4 2-16,4-4 0 0,-17 2-3 0,-11 6 4 0,-7-3 8 15,0 4-14-15,-10-2 6 0,6 1 2 0,-6 1-3 16,-5 0-3-16,-11 5 1 0,1 0-2 0,-7-3 4 15,-6 3-7-15,-7 0 3 0,1 0 3 0,-3 2-1 16,-1-3-5-16,-2 3 2 0,-8 1-5 16,15-3 4-16,-15 3 0 0,10 0-4 0,-10 0-5 0,13-3 15 15,-13 3-10-15,10 3 2 0,-10-3 0 0,14 1 5 16,-6 1-5-16,0-1 4 0,4 3-4 0,3-4 13 16,-7 1-9-16,7-2 0 0,0 4-3 0,1-3 5 15,4 0-7-15,-3 0 1 0,4 0 14 0,-4 0-13 16,3 0 4-16,1 0-2 0,2 1-1 0,-5-1 2 15,6 3-1-15,-6-6-1 0,12 7 2 0,-2-4-1 16,2 0 3-16,-1 2 0 0,-9 1-5 0,10 3 1 16,0-3 3-16,-2 5-3 0,2-1-2 0,-2-4-3 15,2 6 3-15,-4-1 1 0,6 0 1 0,-6-1 0 16,2 3-4-16,2-6 1 0,1 7-1 0,-9-2-3 16,6 3 8-16,2-2 1 0,-9 2-4 0,1-5 5 15,1-2-3-15,-5 5 3 0,2-2-2 0,-2-3-3 16,1-1 4-16,-1 4-5 0,0-2 6 0,0 0-4 15,0-3 3-15,1 3-3 0,-4-1 0 0,-4-2 5 16,9-2 2-16,-8 3-5 0,-2-2-5 0,-2 3 18 16,7-4-13-16,-9-1-1 0,-6 0-1 0,9 3 1 15,-1-2 5-15,-8-1-8 0,8 3-2 0,-8-3 3 16,0 0 9-16,0 0-4 0,0 0-2 0,12 4 3 16,-12-4-2-16,0 0 0 0,0 0 2 0,0 0-3 15,0 0 6-15,0 0 2 0,0 0 1 0,0 0 6 16,0 0-9-16,0 0-1 0,0 0 4 0,0 0-2 15,0 0-4-15,0 0 4 0,0 0-17 0,0 0-17 16,0 0-32-16,0 0-33 0,0 0-62 0,0 0-73 16,0 0-81-16,0 0-232 0,-20-17-584 0,18 14 259 15</inkml:trace>
  <inkml:trace contextRef="#ctx0" brushRef="#br0" timeOffset="7698.48">9816 2748 55 0,'14'14'147'0,"-8"-1"-14"0,4 3 9 0,5 7 3 15,2 1-7-15,-7 6-1 0,-1-2-7 0,-2 2-3 16,8 11 4-16,-7-1 1 0,-1 3-4 0,-5-1 1 15,4-2-6-15,-6 2-4 0,-8 1-4 0,8 1-10 16,-5-2-9-16,3 0-6 0,-4-11-9 0,-1 10-4 16,5-11-8-16,2-3-3 0,-6 3-2 0,9 0 13 15,0-2-15-15,-3-6-6 0,0-3-2 0,7-6-3 16,0 4 14-16,1-7-1 0,7 0 12 0,0-5 0 16,8-3-3-16,13-5 1 0,12-9 3 0,0 1-15 15,4-4-3-15,7 5-1 0,-9-10-8 0,8 7-3 16,-5-6-8-16,0 0-3 0,-2 7 2 0,-6 0-5 15,-1-3-7-15,-15 7-1 0,0-1 1 0,-1-4-6 16,-6 9-3-16,-7-4 4 0,0 6-2 0,-4-3-2 16,-2 2 2-16,-1 1-14 0,-1-1-22 0,-7 3-25 15,8-2-41-15,-8 2-55 0,3-3-70 0,-3 3-67 16,0 0-282-16,0 0-602 0,0 0 266 0</inkml:trace>
  <inkml:trace contextRef="#ctx0" brushRef="#br0" timeOffset="8315.67">11518 2830 35 0,'-2'-5'311'0,"2"5"-16"0,-5-14-31 0,5 11-28 15,0 3-25-15,0 0-25 0,0 0-25 16,0 0-19-16,0 0-9 0,0 0-21 0,7 24-5 15,-2-8-10-15,1 0-11 0,3 12-13 0,2-2-1 16,-1 2-8-16,3 2-8 0,4 9-1 0,0 0-8 0,6-1 2 16,-7 1-11-16,3 0-5 0,-5-12-2 0,3 13-1 15,-2-10-4-15,0-2 4 0,-4-1-8 16,3-1-6-16,-4-2 1 0,-4-2-3 0,2-2 3 16,-3-4-4-16,-1 2-1 0,2-2 1 0,-6-6-2 0,7-2 1 15,-5-3 3-15,1 4 7 0,-1-2 32 0,-2-3 25 16,0-4 28-16,3 4 8 0,-3-4-8 0,0 0-3 15,0 0-16-15,0 0 1 0,5-17-9 0,-5 6-7 16,6 2-3-16,1-1-12 0,1-6 3 0,-1 5-2 16,1-6-6-16,-1 0 3 0,1 5-5 0,2-4-6 15,3 5 1-15,-8-1-7 0,2 4-3 0,8-6-7 16,-12 5-3-16,5 1-5 0,4 4 4 0,-5-7-6 16,3 8-4-16,-2 2-5 0,5-3 3 0,-3 2-4 15,-10 2-10-15,20 2 1 0,-9 2-2 0,8 0 9 16,-4 3-6-16,-1 5-3 0,3-1 3 0,1 0 2 15,-3-1-2-15,0 5-2 0,2-4-12 0,-3 0-8 16,3 2-12-16,-4-1-16 0,0-3-1 0,1 1-14 16,1 0-11-16,-2-2-8 0,2 0-22 0,3 1-12 15,-3-5-35-15,-2-1-28 0,-3-1-44 0,3-2-42 16,-13 0-28-16,22-5-220 0,-14 1-556 0,-1-1 245 16</inkml:trace>
  <inkml:trace contextRef="#ctx0" brushRef="#br0" timeOffset="9081.54">12400 3313 117 0,'0'0'156'16,"0"0"4"-16,17 11 3 0,-11-10-1 0,-6-1 0 16,22 0-5-16,-11 0-4 0,4 0-9 0,-5-1-13 15,10-1-11-15,-3 1-12 0,-1-3-9 0,2-3-12 16,1 0-2-16,-1 1-11 0,-2-3-8 0,1 0-7 15,-2 0-1-15,5-2-4 0,-10-5-9 0,3 5-4 16,-3-4-4-16,-4 3-1 0,3-4-6 0,-4 4-1 16,-4-6-1-16,4 5-1 0,-5-2 1 0,-6 3 4 15,6-2 6-15,-5 8 3 0,-4-3-3 0,3 1 9 16,-4 1-13-16,-3 4-3 0,4 1-5 0,-6 1-4 16,-1 1-2-16,-2 3 5 0,3 3-8 0,-2 1-2 15,1 4-3-15,2-2-1 0,-1 9-2 0,1-6-2 16,0 9-1-16,6-4 1 0,-2-1-1 0,5 3-2 0,5 0 3 15,0-2-2-15,0 2-1 0,0-3 4 0,12 0 2 16,-2 2-2-16,0-3-3 0,3 1 2 16,5-9 7-16,0 5-7 0,2-8 0 0,7 4 2 15,-6-8-2-15,7 0-2 0,4 0 8 0,1-4-9 16,-2-3 5-16,1 2-4 0,-6-6-2 0,-3 2 2 0,4-5-2 16,-4 4 4-16,-8-2-2 0,1 0 4 0,-1-1-3 15,-3 2-2-15,-2-1 2 0,1-1 0 16,-6 3 28-16,5 3-1 0,-6-3 7 0,-1 0 7 15,-1 5 2-15,-1-5 10 0,-1 6-4 0,2-2-5 0,-2 6-6 16,0 0-2-16,3-9-5 0,-3 9-14 0,0 0-1 16,4-5-3-16,-4 5-5 0,0 0 3 15,0 0-7-15,0 0 1 0,0 0 0 0,-4 27-5 16,8-19 13-16,-4-1-18 0,3 2 1 0,0 6 4 16,-1-5 0-16,4-3-5 0,3 7 2 0,-3-7-5 0,3 2 3 15,4 3 3-15,2-2 13 0,-2 2-14 0,2-8 3 16,0 1 3-16,-2-2-4 0,-3 0 2 15,12-6 0-15,-8 2-7 0,8-5 2 0,-6 1 1 0,3-3 0 16,-3-2 0-16,-1 1-1 0,2-6 3 0,-4 0 7 16,3 1 2-16,-4-1-11 0,1-4-5 0,-3 1 5 15,-1 2-3-15,-1 1 0 0,2 0 2 0,-5 2 1 16,0-1 15-16,0 2-3 0,-2 4 13 0,-3-4 10 16,2 5 6-16,3 1-7 0,-5 3 0 0,0 3-5 15,0-8-10-15,0 8-8 0,0 0-2 0,0 0-3 16,0 0 0-16,0 0-5 0,0 0 4 0,0 23 0 15,-5-11-1-15,10-4-5 0,-5 5-8 0,0 1-5 16,5-1-6-16,-1 2-12 0,1-1-11 0,4-4-12 16,-3 7-10-16,3-4-12 0,-1-2-13 0,3-6-20 15,6 3-15-15,-10-2-26 0,6-2-29 0,-2-2-27 16,6-2-26-16,-7-2-19 0,11-1-9 0,-11-1-158 16,2-2-451-16,0-1 200 0</inkml:trace>
  <inkml:trace contextRef="#ctx0" brushRef="#br0" timeOffset="9448.2">13638 3153 693 0,'3'-9'-38'0,"-1"-3"27"0,1 4 26 0,4 0 27 15,-4 0 14-15,-1 0 23 0,-2 4 16 0,0 4 12 16,3-11-2-16,1 8-11 0,-4 3-9 0,0-7-14 16,0 7-4-16,0 0-7 0,0 0-9 0,10-3-7 15,-10 3-2-15,0 0 1 0,18 10-12 0,-8-7 4 16,-2 4-5-16,0-2-4 0,7-2 0 0,-2 8 6 16,2-2-4-16,-1-3 7 0,2 4-11 0,-3 0-6 15,-3-2 4-15,8 1-2 0,-8 5-2 0,-3-10-4 16,0 4 2-16,-1 0-2 0,-4-4 3 0,5 2 14 15,-6-3 19-15,1 2 15 0,-2-5 13 0,0 0 10 16,-10 5 5-16,10-5 7 0,-8 5 4 0,8-5 5 16,0 0 0-16,0 0-3 0,-22-10-5 0,17 3-2 15,5 3-17-15,-3-7-6 0,-2 1-6 0,5 1-16 16,0-2 0-16,8-5-6 0,-3 1-3 0,3 2-5 16,4-2-7-16,-2 4-10 0,3-1 1 0,-3 3 0 15,3 0-8-15,2 2 0 0,0 1-5 0,-3 2 0 16,-2 1-1-16,0 3-6 0,3 0-1 0,2 3 4 15,-7 1-5-15,4 2 11 0,4 4-13 0,-3-1 2 0,2 0 1 16,-5 4-1-16,-2-1 2 0,7 2-4 16,0-5 10-16,-3 6-11 0,-2-3-2 0,3 0-14 15,0-3-15-15,-5-1-13 0,6-3-19 0,-3 3-26 16,-1-2-30-16,0-3-44 0,2 0-44 0,-2-6-54 0,11 0-225 16,-11 1-527-16,5-5 232 0</inkml:trace>
  <inkml:trace contextRef="#ctx0" brushRef="#br0" timeOffset="9748.32">14548 2949 98 0,'0'0'226'0,"-8"-6"5"0,2 4 0 0,6 2 0 16,-12-1-8-16,12 1-4 0,-23 0-7 0,10 1-7 16,3-1-16-16,-4 5-5 0,6-3-24 0,-5 0-13 0,5 6-14 15,-6-5-16-15,6 3-12 0,0 3-17 0,1 0 3 16,-1 0-15-16,3 0-5 0,3 0-9 0,-1 2-3 15,3 4-11-15,3-2 2 0,4 5-4 0,1-6-6 16,7 4 4-16,-2-2-10 0,9 6-3 0,-2-4-2 16,5 0-3-16,-2-2-1 0,0-1-8 0,5 2 2 15,-8-4 2-15,-2 0-8 0,0-4 2 0,-1 1 1 16,-2-3-2-16,-7-1-1 0,0 0 1 0,2 0 0 16,-5-2-5-16,-5-2-3 0,0 0-3 0,7 2-6 15,-7-2-12-15,0 0-9 0,0 0-7 0,-40-8-24 16,19 7-31-16,-6-4-51 0,-4-1-61 0,-1-1-78 15,-3-1-238-15,-8-4-556 0,10 3 247 0</inkml:trace>
  <inkml:trace contextRef="#ctx0" brushRef="#br0" timeOffset="9931.21">14345 2826 151 0,'0'0'158'0,"0"0"-22"0,0 0-36 15,-7-3-44-15,7 3-36 0,0 0-39 0,0 0-82 16,0 0-108-16,0 0 48 0</inkml:trace>
  <inkml:trace contextRef="#ctx0" brushRef="#br0" timeOffset="10448.36">14779 2490 126 0,'0'0'169'0,"0"0"-3"15,-4 14-6-15,8-4-4 0,-3-1-1 0,4 9-6 16,5 3-7-16,2 3-10 0,-2 2-10 0,3 5-9 15,8 7-12-15,-6-1-8 0,7 2-8 0,-7 6-9 16,0-3-6-16,-1 1-4 0,0 1-8 0,2-2-8 16,1-4-1-16,-2 1-7 0,-4-11-2 0,-1 3-5 15,2-4-1-15,-4 0-7 0,-1-4 1 0,-1-8-1 16,-2 0-10-16,-4-3-17 0,5 0-14 0,-4-5 6 16,1 0-14-16,1-5-20 0,-3-2-11 0,0 0-12 15,0 0-1-15,0 0-9 0,0-22 3 0,2 13-10 16,-4-9 6-16,2 4-2 0,2-5 2 0,-2 1 9 15,0-2 8-15,-5 3 14 0,2-2 22 0,-2 3 23 16,1 2 20-16,-1 1 23 0,-1 2 12 0,4-4 23 16,-3 5 14-16,3 0 0 0,1 1 4 0,-4 1 8 0,3 2 1 15,2 6-4-15,-5-11-14 0,5 11-7 16,5-9-5-16,-5 9-6 0,0-7-9 0,0 7-4 16,8-3-10-16,-1 2 0 0,3-3-6 0,-10 4-4 15,23 0-4-15,-8 4-3 0,-2-4-6 0,7 3 3 0,0-2-7 16,-2 5 0-16,2 0-5 0,2-2-2 0,-6 6 1 15,7-3-4-15,-4-1-1 0,-3 1 1 0,1 1 1 16,-2 1-5-16,-1 1 2 0,0-2-2 16,-3 4-1-16,-2-5 1 0,0 2-2 0,0 2-1 0,-3-2-1 15,3 0-15-15,-3-3-25 0,3 5-31 0,-1-3-35 16,-2-1-58-16,8-6-61 0,-6 3-207 0,7-4-468 16,0 0 208-16</inkml:trace>
  <inkml:trace contextRef="#ctx0" brushRef="#br0" timeOffset="10798.36">15868 2898 133 0,'6'-6'296'0,"-6"6"-5"0,0 0 6 0,0 0-23 16,2-5-14-16,-2 5-15 0,0 0-6 0,-13-4-11 15,13 4-5-15,0 0-3 0,-17 0 4 0,17 0-27 16,-13-3-8-16,5 2-13 0,8 1 0 0,-15 0-15 15,15 0-12-15,-15 0-14 0,15 0-10 0,-10 0-13 16,10 0-9-16,-13-2-10 0,13 2-8 0,0 0-6 16,-14 0-16-16,14 0-7 0,-11 0-10 0,11 0-2 15,-12 6-11-15,4-5 6 0,0 2-12 0,1 2 5 16,-1 6-6-16,-2-7-3 0,-2 8-1 0,-1 0-4 16,3-2-1-16,-3 2-3 0,0 0-1 0,-1-1 4 15,4 1-11-15,4-3-1 0,-2 3-1 0,1-2-3 16,5 1 2-16,-3-3-1 0,5 2-3 0,0-1-10 15,7 0 8-15,-2 0-3 0,5-3-1 0,10 3 0 16,6-2-11-16,7-4-17 0,0 1-31 0,10-4-40 16,2-5-38-16,-2 3-50 0,-6-2-57 0,6-5-58 15,-9 0-61-15,-4 0-246 0,-3-3-667 0,-1 0 295 16</inkml:trace>
  <inkml:trace contextRef="#ctx0" brushRef="#br0" timeOffset="10998.29">15492 2577 92 0,'-10'-1'317'0,"0"1"-17"0,2-2-21 16,8 2-20-16,-15 0-22 0,15 0-29 0,0 0-22 15,0 0-25-15,-12 0-27 0,12 0-39 0,0 0-54 16,0 0-65-16,0 0-85 0,0 0-77 0,0 0-146 15,27 9-360-15,-14-9 160 0</inkml:trace>
  <inkml:trace contextRef="#ctx0" brushRef="#br0" timeOffset="11498.18">17079 2605 49 0,'23'-20'242'0,"-1"-3"3"16,-4-1 2-16,-3 1-4 0,2 1-5 0,-6-3-3 0,-1-1-3 15,-5-1-4-15,3-1-16 0,-8 5-7 0,-3-7-14 16,-2 5-11-16,-5-1-13 0,0 3-18 0,-1 1-17 16,-1 9-6-16,-5-2-18 0,-2 3-10 0,-3-2-10 15,4 4-14-15,-4 3-2 0,-1 6-15 0,-5-1-5 16,0 4-6-16,-2 6-9 0,2 4-5 0,6 1-4 16,-1 5-2-16,2 0 2 0,1 4-13 0,7 10 2 15,-2 4-3-15,6 7 3 0,6 0 0 0,6-1-6 16,2 5 3-16,10-4-5 0,-1 6-6 0,7 2 6 15,2-3-4-15,5 3-1 0,9 12 6 0,-9-12-6 16,3-3 2-16,1 1 2 0,14 13 1 0,-13-19-2 16,2 4-4-16,-4-2-2 0,1-9 6 0,1 3-1 15,-3-5-4-15,-14-7 3 0,6 0-4 0,-7-4 9 16,0-8-6-16,-4 1 4 0,-2 1-16 0,-1-5-7 16,-2-5-14-16,-2 3 2 0,1-5-1 0,-4-2-18 15,-1-3-30-15,0 0-42 0,0 0-40 0,0 0-63 16,-19-10-70-16,7 1-255 0,-1-6-592 0,-2-1 262 15</inkml:trace>
  <inkml:trace contextRef="#ctx0" brushRef="#br0" timeOffset="12032.36">16869 3069 244 0,'0'0'296'0,"-15"-6"-13"0,15 6-2 15,-7-2-9-15,7 2-15 0,0 0-16 0,0 0-23 0,-8-5-15 16,8 5-11-16,0 0-30 0,12-13-17 16,-9 8-22-16,10-2-11 0,-3 0 4 0,5 2-23 15,8-5-15-15,-4 1-5 0,5-2-12 0,3-1 3 16,1 5-8-16,-3 1-6 0,3-1-9 0,0-2-3 16,-3 2-9-16,-2 3-1 0,-3 1-6 0,-2 0-9 0,2-2 1 15,-5 5-4-15,0-3-1 0,0 2 2 16,-7 1-9-16,4 0 2 0,-3 1 7 0,-9-1-13 15,15 7-1-15,-3-4 0 0,-9 1 10 0,4-1-13 16,0 3 2-16,-1-2-2 0,-4 6 1 0,6-3 0 0,-5 2 10 16,1 2-9-16,1-4 0 0,-2 2 0 0,2 0 2 15,2 2-1-15,1-4 2 0,0 5-2 16,0-3-2-16,1-2 2 0,1 4 5 0,0-5 0 16,-1-3 1-16,3 1 1 0,3-1 1 0,-2 2 3 0,-1-10-2 15,1 5 0-15,2-3 3 0,0-2 1 0,-2 0-9 16,2-4 2-16,0-3-2 0,0 3-1 0,0-3-1 15,-2-2 5-15,-3 2-1 0,3 2 1 0,-5-4 0 16,4 2 1-16,-9 4 9 0,9-3 5 0,-9 2 29 16,2 2 9-16,-3-3 8 0,-2 6-1 0,6-4 13 15,-6 3 8-15,5 2-2 0,-5 3-6 0,4-7-5 16,-4 7-13-16,0 0-8 0,0-5-7 0,0 5-13 16,0 0 1-16,0 0-3 0,0 0-5 0,0 0-6 15,0 0-7-15,0 0-3 0,-4 22-18 0,8-13-14 16,-4 2-11-16,5-3-4 0,-4 1-17 0,6 1-12 15,1 3-10-15,5-4-16 0,1 1-18 0,-3 0-23 16,2-3-30-16,-3 0-37 0,10 0-43 0,-7-6-42 16,2-1-39-16,0 0-170 0,0-5-536 0,-2-2 237 15</inkml:trace>
  <inkml:trace contextRef="#ctx0" brushRef="#br0" timeOffset="12414.88">17915 2757 25 0,'-7'-8'200'0,"7"8"-16"0,-1-4-16 16,1 4-19-16,0 0-15 0,0 0-10 0,0 0-11 16,0 0-11-16,0 0-12 0,-12 15-8 0,12-15-3 15,-3 12-6-15,6-3-6 0,-6 0-4 0,6 3-3 16,-3-6 0-16,5 4-9 0,-5 4 3 0,8-2-7 16,-3 0-4-16,-1-4 0 0,7 7-3 0,-9-8-1 15,5 3 0-15,-7-3-2 0,8 0-2 0,-8-3 10 16,5 3 9-16,-4-6 18 0,-1-1 15 0,9 8 9 15,-9-8-2-15,0 0 1 0,0 0-7 0,21-12-6 16,-14 5 5-16,-1 2-4 0,3-3-4 0,-1-3-4 16,5-1 4-16,-4 1 3 0,-1-1 9 0,3-2 1 0,-2 2 6 15,-3 2-3-15,4-3 1 0,-1 6-11 16,-3-2-3-16,1 1-8 0,-1 1 0 0,1-1-9 16,-4 4-6-16,2-1-8 0,-3-1-10 0,-2 6-3 15,5-5-4-15,-5 5-11 0,0 0-3 0,15 1 3 0,-15-1-8 16,8 9-4-16,-1-3-24 0,-1 1-21 0,3 1-20 15,-3 1-14-15,2-2-33 0,2 7-29 0,4-2-24 16,-3 1-30-16,1-1-34 0,1-1-50 16,2 0-41-16,0 0-197 0,6-6-548 0,-4 1 243 0</inkml:trace>
  <inkml:trace contextRef="#ctx0" brushRef="#br0" timeOffset="12650.02">18716 2683 67 0,'0'0'301'0,"-13"-4"-5"16,3 3-8-16,-3 1-10 0,-1 1-5 0,-9 1-7 15,8 0-11-15,-6 8-19 0,1-5-26 0,0 0-18 16,0 5-18-16,4 2-21 0,4-2-9 0,-4 0-18 16,6 2-13-16,-2 0-11 0,5 3-2 0,1 0-11 15,4 0-11-15,1-3-8 0,1 3-15 0,6 1 10 16,2-1-4-16,4-1-4 0,3-1-8 0,6 2-6 15,11-3-9-15,-2 0-23 0,9-2-28 0,-1-1-45 16,6-8-56-16,-6 2-67 0,10-4-86 0,-5-1-319 16,-10 1-637-16,3-7 283 0</inkml:trace>
  <inkml:trace contextRef="#ctx0" brushRef="#br0" timeOffset="15198">19562 2811 286 0,'0'0'387'15,"-12"-3"-3"-15,12 3-9 0,-5-6-8 0,0 3-4 16,5 3-14-16,-8-8-4 0,1 4-15 0,6-2-17 0,1 6-23 16,-5-10-19-16,5 3-15 0,0 7-19 0,0-15-22 15,10 1-28-15,11-6-29 0,12-5-19 0,7-9-16 16,11 3-16-16,27-11-6 0,0-3-16 16,6 0-4-16,3 0-12 0,4 3-21 0,-2 1-17 0,-3 1-4 15,-5 4-2-15,2-5-6 0,-10 4-9 0,3 2-19 16,-3-1-17-16,-19 8-3 0,1-1-12 0,-5 1-7 15,-2-2-8-15,-7 0-4 0,-1-2-11 0,-4 4-5 16,-13 5-6-16,2 1-15 0,-10 1-2 0,3-5-3 16,-10 13-7-16,-1-5-15 0,0 6-11 0,-6 0-31 15,-2 6-27-15,1-3-29 0,-7 1-28 0,-1 7-35 16,-7 2-34-16,-5 2-245 0,-1 4-610 0,-3 3 271 16</inkml:trace>
  <inkml:trace contextRef="#ctx0" brushRef="#br0" timeOffset="15848.03">19615 2926 3 0,'0'0'245'0,"0"0"-23"16,0 0-10-16,0 0-5 0,0 0-6 0,23 12-7 15,-8-4-11-15,0 4-6 0,13-2-11 0,-5 7-6 16,20 2-13-16,-1 1-10 0,4 2-1 0,5 2-6 0,9-2-8 16,14 9-4-16,6-4-6 0,-4 1-1 0,3 2-7 15,2-2-5-15,-6-1-11 0,6 0 1 16,0 1-3-16,-1-1-16 0,-21-6 3 0,22 6-11 15,-21-3-7-15,-4-4-2 0,-3-4-6 0,0 0-5 0,-10-2-8 16,2-1 5-16,-12-2-7 0,-3-2-1 0,-6-3-2 16,-7 0-2-16,-4-3-2 0,-1 0 0 0,-4-2-2 15,0 1 7-15,1-1-9 0,-9-1-8 16,0 0 4-16,0 0-31 0,0 0-44 0,11-7-51 0,-11 7-58 16,-5-10-92-16,4-2-71 0,-3 4-214 0,1-2-588 15,-4-9 260-15</inkml:trace>
  <inkml:trace contextRef="#ctx0" brushRef="#br0" timeOffset="18147.65">21972 1400 80 0,'-2'-8'260'0,"-3"1"-14"16,4-1-12-16,-1 0-12 0,-6 1-15 0,3 3-14 15,-4 0-22-15,3 0-21 0,6 4-13 0,-14 0-16 16,14 0-14-16,-18 6-10 0,7 0-11 0,-4 5-6 16,3 2-15-16,-6 6-4 0,1 4-6 0,4 0-5 15,-2-1-8-15,0 2-1 0,2 2-4 0,5 1-2 16,1-1-6-16,1 0-3 0,6 2-3 0,-9-2 5 15,9-2-8-15,0-5-1 0,9 3-3 0,-4-7 0 16,1 2 3-16,4-2-5 0,5-1-2 0,13-1 3 16,-1 1-3-16,-2-8 5 0,6-3-3 0,-1-2-5 15,-2-1 5-15,0-1-17 0,7-5-3 0,-5 3-1 16,-4-6-5-16,-4 1-2 0,7-2-1 0,-9 3 3 16,3-5-2-16,-6 2 3 0,0-2 1 0,-8 1 4 15,5 0-2-15,-6 3 4 0,0-1 5 0,-1 1 7 16,-1 0 9-16,1-1 5 0,0 4 5 0,-4 0 0 15,-1-2-4-15,-2 7-1 0,3-4-5 0,-3 4 7 16,0 0-14-16,2-6-1 0,-2 6-3 0,0 0-1 16,0 0-2-16,0 0 2 0,0 0-2 0,5 21 0 15,-2-17-2-15,-1 5 0 0,8-2 0 0,-7 0-1 16,2-1-5-16,1 4-1 0,3-2-3 0,-1 0-1 16,-1 0-2-16,3-1 1 0,-4-3-4 0,2 2 0 15,2 0-1-15,-1-3-7 0,1-2 12 0,-2-1 0 16,-8 0 1-16,13 0 3 0,-13 0 1 0,8-4 1 15,-8 4-3-15,7-6 2 0,0 0 8 0,-7-2-5 16,0 1-2-16,0 1 3 0,-5-3 2 0,3 1-4 16,-5-1 2-16,1 1 1 0,-1-2 4 0,5 0 3 0,-7-4 0 15,4 7 4-15,-2-2 3 0,4 2-1 16,-4-1 3-16,7 2-2 0,-5-3 1 0,5 5 2 16,-3-4-6-16,-1 4-1 0,4 4 6 0,0-12-9 15,0 12-2-15,4-11-1 0,-1 8-2 0,4 2-1 16,-7 1 0-16,16-4 8 0,-3 1-13 0,-1 3-2 0,-2 0-1 15,7 3-7-15,-1-3 2 0,2 2-3 0,-3-4-2 16,0 7-7-16,5-1-3 0,-4 4-3 0,-2-1 0 16,1 0-5-16,0-2 4 0,-6 5 0 15,0-2 3-15,1 1 4 0,-2-1 1 0,0-2 1 0,-4 2 6 16,2-4 1-16,-1 4 2 0,2-5-2 0,-4 1 7 16,2-1 12-16,-5-3 22 0,7 3 17 0,-7-3 2 15,0 0 6-15,0 0 8 0,0 0 18 16,0 0-11-16,0 0 6 0,0 0-1 0,-5-20 6 0,5 13-1 15,5-2-4-15,-5 0-5 0,0 0-2 0,1-4-4 16,1-1-3-16,1 4-5 0,1-1-2 0,2 3-3 16,-4 0-5-16,3-3-2 0,-5 5-12 0,8 1 1 15,-6-2-10-15,3 2 1 0,-5 5-8 16,13-4 2-16,-6 1-2 0,-7 3-1 0,0 0-2 0,18 6 1 16,-12-2-4-16,3 4-3 0,-1-2-5 0,-1-3 1 15,6 7 3-15,-2 4-21 0,3-7-14 0,-8 8-13 16,6-4-13-16,-4 1-12 0,5 0-21 0,-4-1-24 15,-1-7-27-15,0 5-30 0,4-3-33 0,-2-3-34 16,1 2-38-16,-1-5-153 0,2 0-468 0,-12 0 208 16</inkml:trace>
  <inkml:trace contextRef="#ctx0" brushRef="#br0" timeOffset="18497.84">23109 1362 245 0,'0'0'258'0,"-18"3"-5"0,6 1-11 16,2 1-13-16,-5 1-19 0,0 4-17 0,4-7-19 15,-2 8-22-15,-1-3-14 0,4 0-14 0,0 4-12 16,5-4-12-16,2 4-10 0,0-2 0 0,3 2-13 16,3 0-5-16,0-2-10 0,7 4 0 0,4-1-9 15,1 0-3-15,1-4-7 0,4 5-1 0,5-1-5 16,1 1-2-16,-1-2-6 0,3-5 0 0,-5 5-6 15,-1-4-1-15,-1-1-4 0,4 6-1 0,-8-2 0 16,-6-3-5-16,3-4 0 0,-4 0-3 0,-4 1 1 16,1 1-3-16,-2-2 0 0,-2 1 6 0,-3-5 2 15,-2 7-9-15,2-7 1 0,-13 11-1 0,7-8 1 16,-3 5-4-16,-4-6 3 0,1 3 7 0,-1-3-17 16,0-1-5-16,-2 2-22 0,7-1-11 0,-7-2-23 15,15 0-28-15,-15-5-39 0,7 2-43 0,3-2-40 16,5-4-35-16,-2-1-153 0,2 0-436 0,2-7 193 15</inkml:trace>
  <inkml:trace contextRef="#ctx0" brushRef="#br0" timeOffset="18680.93">23415 1344 76 0,'0'0'181'15,"-2"18"-2"-15,2-9-2 0,-1 3-8 0,1-2-11 16,0 2-12-16,0 3-6 0,1 2-3 0,-1 0-10 15,2 0-10-15,-2 0-12 0,8 1-9 0,-6-1-7 16,0 2-10-16,4-6-4 0,1 3-9 0,1-8-1 16,2 9-11-16,-2-8-4 0,-1 3-19 0,1-3-38 15,2-3-42-15,3-1-40 0,-1-4-55 0,-4-1-194 16,1 0-367-16,4-6 163 0</inkml:trace>
  <inkml:trace contextRef="#ctx0" brushRef="#br0" timeOffset="18982.18">23716 1346 132 0,'-3'-2'253'0,"3"2"-11"15,-15 0-7-15,15 0-7 0,-16 0-12 16,7 3-16-16,9-3-15 0,-15 3-20 0,10 1-15 16,0 4-19-16,-3-4-13 0,3 3-8 0,2 0-4 15,0 2-15-15,-1-1-10 0,4 0-6 0,0 0-6 0,2 3-8 16,5-3 5-16,-1 6-6 0,4-2-16 0,2-1-5 15,-6-1-2-15,8 0-4 0,0 2-3 0,-2 0-3 16,0-1-2-16,-1 1-2 0,2-6 0 16,-6 2-2-16,3 1-6 0,-3-4 2 0,-1 3-6 0,3-2 10 15,-6 2-9-15,0-3-4 0,0 2 4 0,-3-3-7 16,0-4 3-16,-3 8 11 0,3-8-14 16,-11 4-2-16,2 0-26 0,1 1-27 0,8-5-27 0,-21 0-49 15,11 0-45-15,0-5-72 0,-9 5-211 16,5-5-491-16,0 2 216 0</inkml:trace>
  <inkml:trace contextRef="#ctx0" brushRef="#br0" timeOffset="19164.25">23587 1202 207 0,'-6'-2'269'0,"6"2"-20"0,0 0-23 0,0 0-23 0,-7-8-19 15,7 8-22-15,-5-4-14 0,5 4-22 0,0 0-24 16,0 0-34-16,0 0-27 0,0 0-41 0,0 0-60 16,0 0-66-16,0 0-175 0,31 6-324 0,-21-8 144 15</inkml:trace>
  <inkml:trace contextRef="#ctx0" brushRef="#br0" timeOffset="20264.33">23935 913 2 0,'0'-7'261'0,"0"7"-27"0,0 0-25 15,0 0-20-15,0 0-15 0,0 0-17 0,0 0-12 16,0 22-9-16,0-10-5 0,3 2-6 0,-3 4-9 16,3-1-7-16,-3 0-14 0,4 7-5 0,1 6-10 15,-2-3-5-15,0 4-8 0,4 0-9 0,-4-7-4 16,9 15-2-16,-7-9-4 0,5 1-6 0,0-2-2 15,1 1-3-15,1 0-4 0,3-3 3 0,5 0-7 16,-4-6-3-16,2 1-4 0,2-2 2 0,2-5-7 16,-1-4 6-16,1-6-18 0,1 6-12 0,5-7-13 15,2-4-14-15,0 0-8 0,-4-2-16 0,-3-6-3 16,-3 1-4-16,0-7-4 0,0 2-6 0,3-3 7 16,-5 3 2-16,-3 0 3 0,0-4 12 0,-2 2 4 15,-4-2 2-15,1-1 11 0,-6 2 1 0,0 0 24 16,-3 0 22-16,-1 4 8 0,0-1 13 0,0 2 11 15,-1 0 2-15,-3 2 8 0,0-6 1 0,-3 10 3 16,-3-4 5-16,5 6-3 0,-5-3-1 0,-1 3-2 16,2 1 1-16,-4-1-1 0,-2 4-4 0,15-2-7 15,-23 3 6-15,8 3-17 0,2 3-1 0,-2 0-5 0,5 0-3 16,3 3-1-16,-4-4-4 0,1 7 6 16,8-2-9-16,-3 2-4 0,2 0-1 0,3 1-1 15,0-1-1-15,5-1 5 0,0 3-6 0,1-7 0 16,4 3 1-16,2-1-3 0,-2 0-2 0,5-4-3 0,-2-1 1 15,5-2-3-15,0 1-3 0,2-6-6 0,-1 0-7 16,2-1 0-16,1-6-1 0,-6 4-4 16,6-4 3-16,1-1 2 0,-10-2-3 0,2 0 3 15,0-4 4-15,0 4 0 0,-4-4 4 0,1 1 1 0,-2-2 10 16,-2 1 14-16,-5 1 2 0,2 2 13 0,0 3 13 16,-5 1 19-16,2 2-12 0,0-3 9 0,-1-1 5 15,-1 3-1-15,0 6-9 0,4-8-3 16,-4 8-13-16,0-8-1 0,0 8-13 0,0 0-4 15,0 0 4-15,0 0-2 0,0 0-8 0,0 0 3 0,-15 14-3 16,11-6-6-16,4 2-10 0,-1 1-4 0,-1 0-5 16,2-2 1-16,2 2-13 0,-1-2-8 0,3 3-6 15,-3-5 1-15,4 1-6 0,-1 1 2 0,1 0 1 16,-2-5-4-16,5 1 2 0,2-2 1 0,-2 1 3 16,2-2 0-16,-10-2 12 0,17-2-8 0,-7-2 6 15,0 1 1-15,-2-3 3 0,-1 3 2 0,1-6 2 16,3 2-1-16,-1-1 5 0,-1-4 0 0,4 1 2 15,-3 0-1-15,-5 3 8 0,3-3 13 0,-1 4-1 16,-1-2 8-16,1 3 3 0,-5-3 2 0,4 5-5 16,-4 2 0-16,-2 2-4 0,7-6-2 0,-6 2-4 15,-1 4-3-15,0 0-2 0,0 0-1 0,0 0-1 16,13 10 2-16,-6-8 0 0,-5 2-1 0,6 5 1 16,-5-2 0-16,6 1-1 0,-1 4-1 0,7-2 1 15,-2-5 3-15,-5 7-4 0,7-3 5 0,5-3-3 16,-2 1 0-16,4 0 2 0,-1-2 1 0,7-2-4 15,-6 2 1-15,1-6-5 0,2-3-3 0,0 3-5 16,-7-5-10-16,3 3-4 0,-1-6-9 0,-3-2-8 16,4-1-10-16,-4 0-10 0,1-6-10 0,-3 1-4 15,-3 0-8-15,-1-8-3 0,-3 6-3 0,1 0 5 16,-6-1 6-16,0-5 6 0,-3 7 8 0,0-9 5 16,-3-3 10-16,-4 3 7 0,1 0 16 0,-2-1 11 15,1 2 12-15,-1 4 15 0,1 4 18 0,2-2 26 16,-5 1 12-16,5 4 20 0,-1-2 21 0,-1 3 5 15,4 6 8-15,-2 0 3 0,-2-3-6 0,5 7-6 16,1-2-20-16,-4 0-10 0,5 6-12 0,-7-4-10 16,7 4-6-16,0 0-7 0,0 0-10 0,-8 19 7 15,8-11-4-15,0 8-12 0,0-4-3 0,3 4 2 16,2 1-3-16,0 4-3 0,3 3-5 0,1 2 0 16,2-6 1-16,-1 12 9 0,5-5-12 0,-7 2-7 15,6-1 5-15,5 6 0 0,-2-7-5 0,-2 0-11 16,0 2-15-16,5-3-17 0,-4-1-28 0,1-3-32 15,-2-7-33-15,0 2-43 0,-7-7-54 0,7-2-52 16,-2 1-248-16,-6-6-568 0,4 1 252 0</inkml:trace>
  <inkml:trace contextRef="#ctx0" brushRef="#br0" timeOffset="20464.13">24979 1152 89 0,'-11'-2'355'0,"2"1"-5"16,3-3-22-16,6 4-17 0,-7-8-40 16,7 2-19-16,0 6-21 0,7-12-27 0,-1 9-14 15,3-2-26-15,6 0-12 0,1-2-16 0,-1 0-14 0,-2 4-11 16,7-2-33-16,-5 1-39 0,2 3-50 0,-1-1-50 16,1 0-71-16,1-5-84 0,-3 4-279 0,-4 0-534 15,-1 1 236-15</inkml:trace>
  <inkml:trace contextRef="#ctx0" brushRef="#br0" timeOffset="20697.43">23966 1371 171 0,'-6'3'326'0,"1"0"-10"0,5-3-17 0,-10 3-23 0,10-3-26 16,0 0-21-16,0 0-23 0,0 0-24 0,0 0-16 16,33-7-18-16,-17 3-17 0,14-3-19 0,5-4-12 15,-2 6-31-15,15-9-38 0,-2 9-39 0,-1-5-36 16,3-2-47-16,-8 3-55 0,6-4-60 0,-3 3-214 16,-13 2-454-16,0-6 200 0</inkml:trace>
  <inkml:trace contextRef="#ctx0" brushRef="#br0" timeOffset="20930.96">23413 1070 161 0,'-6'-5'297'0,"-2"2"-29"0,1 1-32 16,0-2-25-16,7 4-24 0,-10-3-41 0,10 3-49 16,0 0-39-16,0 0-47 0,0 0-70 0,0 11-84 15,0-11-102-15,7 11-266 0,0-3 117 0</inkml:trace>
  <inkml:trace contextRef="#ctx0" brushRef="#br0" timeOffset="22032.14">22266 3315 340 0,'-8'-10'355'0,"2"2"-9"0,-1-1-10 0,4 0-12 16,-2 4-9-16,3 0-21 0,-5-1-24 0,7 6-30 15,-8-8-20-15,8 8-28 0,-7-4-26 0,7 4-23 16,0 0-7-16,0 0-15 0,0 0-11 0,-1 20-15 16,-3-8-7-16,4 3-9 0,0 5-9 0,4 6-16 15,-3 5-5-15,4-3-24 0,-5 11-9 0,-5 3-20 16,5-3-12-16,5-7-4 0,-5-3-14 0,0 10-8 15,0-12-16-15,2 1-11 0,-4-9-10 0,-3-2-4 16,5 0-10-16,0-1-9 0,0-7 6 0,0 1 11 16,0-2 10-16,5-7 7 0,-5-1 6 0,0 0 6 15,0 0 2-15,10-21 7 0,-8 3 7 0,5-1 3 16,-2-1 6-16,3-5 7 0,-3-5 13 0,-2-3 3 16,5-11 8-16,-3 5 3 0,-3-5 7 0,3 0 9 15,-3 0-5-15,-4 1 10 0,2 14 15 0,-5-3 15 0,3 3 21 16,-3 0 9-16,-1 4 23 0,1 4 16 0,0 5 0 15,5-3 7-15,-5 4-1 0,3 5 0 0,-1 1-5 16,0 0-15-16,1 1-7 0,2 4-17 16,0 4-13-16,0-12-12 0,0 12-10 0,0 0-7 0,0 0-7 15,0 0 5-15,0 0-9 0,23 20-1 0,-10-8-7 16,1-1 0-16,7 8-3 0,-3 1 0 0,6 3-11 16,0-2 7-16,3 11-4 0,-4-10-2 0,5 9-17 15,-3-5-7-15,1 2-15 0,8 1-11 0,-16-4-11 16,2-2-13-16,-2 1-17 0,0 0-18 0,-6-6-17 15,3 4-20-15,-4-1-15 0,-4-3-23 0,-4-3-29 16,0 2-31-16,-1-5-24 0,0 0-19 0,-2-6-27 16,0 5-174-16,-4-6-516 0,-2 2 229 0</inkml:trace>
  <inkml:trace contextRef="#ctx0" brushRef="#br0" timeOffset="22230.73">22362 3526 216 0,'-10'-3'285'0,"6"2"-7"0,4 1-7 0,-12-4-9 16,12 4-6-16,-12-2-17 0,12 2-14 0,-6-5-22 16,6 5-24-16,0 0-14 0,-7-2-18 0,7 2-16 15,0 0-13-15,0 0-15 0,0 0 3 0,0 0-23 16,0 0-6-16,28-5-12 0,-11 5-10 0,8-1-21 16,6-3-27-16,1 0-13 0,4 1-43 0,15-5-34 15,-1 6-41-15,1-6-36 0,2 1-53 0,-2-3-44 16,1 0-179-16,-1 4-472 0,-1-5 209 0</inkml:trace>
  <inkml:trace contextRef="#ctx0" brushRef="#br0" timeOffset="22747.56">23241 3337 143 0,'-10'-1'239'0,"10"1"4"0,-16 0 7 15,16 0-2-15,-22 1-1 0,14 1-1 0,-7-2-10 0,-5 3-10 16,4-1-12-16,-4-2-6 0,3 1-8 0,-4 5-14 15,3-1-9-15,-2 2-16 0,-8 2-17 0,8-5-13 16,-3 7-13-16,-2 1-15 0,-2 2-8 16,11-4-8-16,-6 7-8 0,-1-1-13 0,8-3 2 0,2 2-11 15,0 4-9-15,3-1 6 0,5-2-12 0,-4 2-16 16,8 3 2-16,1-6-10 0,8 3 6 0,-6-4-15 16,4 2-2-16,8-1-12 0,0-6 2 0,1 5-8 15,5-10-8-15,-3 2-19 0,13-5-9 0,-2-4-12 16,0 3-15-16,0-5-3 0,-2-5-6 0,4 1-1 15,-2-2 5-15,-4-5 5 0,-3-3 7 0,2 1 6 16,-1 1 6-16,-2-8 2 0,-7 0 8 0,-3 2 5 16,-2-2 1-16,0-1 8 0,-8 2 3 0,0-5 2 15,0-2 2-15,-8 3 6 0,5-1 10 0,-9 0 8 16,4-2 10-16,-5 4 8 0,-2 0 22 0,0 4 7 16,0 1 12-16,0 5 7 0,7 4 2 0,-5-2 7 15,1 3 6-15,4-2 4 0,1 7 4 0,-1 1-11 16,0-3 7-16,3 3-6 0,1 0-7 0,1 3-8 15,3 3-10-15,-7-6-9 0,7 6-5 0,0 0-10 16,0 0-13-16,0 0 6 0,-11 12-1 0,11-5-5 16,5 4-6-16,-4 2 7 0,6 6-4 0,1 0-4 15,1 5 2-15,4 2-1 0,2-1-2 0,-4 1 5 16,6-1-10-16,-2 0-1 0,1-1-13 0,6 0-18 16,-1 2 5-16,1-2-13 0,-6-3-25 0,6 0-26 15,1-3-23-15,2-3-27 0,-9-5-34 0,4 1-29 16,-1-5-45-16,2-4-28 0,-1-2-37 0,1 0-184 15,-2-4-534-15,0-1 237 0</inkml:trace>
  <inkml:trace contextRef="#ctx0" brushRef="#br0" timeOffset="23347.29">23584 3216 12 0,'0'0'167'15,"-15"-3"-8"-15,15 3-3 0,0 0-6 0,-8 11-3 16,1-8-9-16,7 2-4 0,-6 0-11 0,6 5-3 0,-2-1-7 15,2-1-4-15,-2 2-16 0,4 2 0 0,-2 0-9 16,6 3-8-16,-4-4-4 0,3 4-8 16,-3-6-7-16,6 6-2 0,-3-6-7 0,5 3 0 15,-3 0-5-15,6-2-3 0,-5-3-4 0,5-2-3 0,4 0 0 16,-2-2-7-16,1-1-3 0,3-2-3 0,-6 0-6 16,2-7-5-16,1 3-3 0,1-2-2 0,-2-3-2 15,0-2 2-15,-1-2-1 0,1 2 2 16,-6 0-3-16,4-1 0 0,-5 1 0 0,-1 0 10 0,1 2 15 15,-1 1 20-15,-2 0 8 0,-4 1 10 0,3 0 4 16,1 2-1-16,-5 1-6 0,0 4-5 0,6-7-11 16,-6 7-5-16,0 0-8 0,5-4-5 0,-5 4 1 15,0 0-3-15,0 0-6 0,3 13-1 16,2-6 0-16,-3 1-4 0,5-1 1 0,-2 4-1 0,-2-5-3 16,4 3-4-16,-2 0 11 0,-2 0-8 0,5-2-5 15,-3 3 0-15,2-3-1 0,-1-1 4 0,3 0 0 16,-3 0-1-16,1 0 1 0,1-5 10 0,0 1-11 15,-8-2 0-15,15 0-2 0,-15 0 3 0,20-7 8 16,-15-1-12-16,0 2 1 0,3 0-3 0,-1-4 1 16,0-1 8-16,1-1 4 0,-3 3 9 0,3-2 8 15,-6-5 13-15,6 2 9 0,-5 5 17 0,1-1 8 16,-4 0 6-16,5 0 6 0,-2 2 6 0,-3 1 9 16,3 2-1-16,2-3-7 0,-5 8-9 0,0-9-10 15,0 9-10-15,0-3-8 0,0 3-10 0,0 0-11 16,0 0-7-16,5-4-3 0,-5 4 3 0,0 0-18 15,10 10 7-15,-10-4-3 0,5 2 0 0,3-3-7 16,-1 6-3-16,0-4-9 0,-1 1-11 0,4 6-20 16,3-5-5-16,-1 4-21 0,6-3-12 0,-3 2-22 15,0-4-25-15,5 1-21 0,-5 0-18 0,1-4-25 16,-1 0-26-16,-2-3-27 0,2-1-25 0,-5-2-8 16,4 1-9-16,-3-6 7 0,-1 5 11 0,0-4-140 15,2-4-429-15,-4 1 189 0</inkml:trace>
  <inkml:trace contextRef="#ctx0" brushRef="#br0" timeOffset="23530.78">24438 3301 1374 0,'5'-11'-130'0,"5"-3"23"0,-7 1 28 0,2-1 29 0,2 1 34 15,-1 1 36-15,1-5 25 0,-4 7 40 0,2-1 31 16,-5 2 25-16,0-2 22 0,4 6 16 16,-4-2 13-16,3 3-21 0,-3 4-9 0,0 0-20 15,0-11-16-15,0 11-14 0,0 0-16 0,0 0-9 16,0 0-7-16,0 0-13 0,0 0 8 0,0 0-21 0,-3 22-3 16,6-13-4-16,-3-1-6 0,0 2-2 0,7 2-6 15,-6 1 0-15,6-1-3 0,-7-1-4 16,8 0-2-16,-1 1-32 0,-1 0-15 0,3-1-21 15,-1-5-27-15,-2 3-30 0,3-3-37 0,4 0-37 0,2-2-42 16,-2-4-22-16,4-3-164 0,1 2-435 0,-3-5 193 16</inkml:trace>
  <inkml:trace contextRef="#ctx0" brushRef="#br0" timeOffset="23881.77">24901 3029 116 0,'0'0'264'0,"-13"-6"-4"0,12 2 3 0,-8 0-15 0,1 1-12 16,-5 2-12-16,13 1-6 0,-15-2-29 0,15 2-14 16,-15 2-17-16,10-1-20 0,-7 2-7 0,4 5-15 15,5-4-14-15,-5 0-11 0,6 1-9 0,-3 2 0 16,5 1-13-16,0-1-6 0,0 5-6 0,0-5-6 16,0 6-4-16,5-4-5 0,-2 0-6 0,7 6 10 15,-2-3-16-15,-1-1-2 0,8-1-4 0,0 4 2 16,3-4-2-16,-3 0-4 0,-2 1-1 0,2-2-12 15,0-2-9-15,-7 1-4 0,4-1-11 0,-2-2-10 16,-4 1 9-16,3-2-15 0,-3 0 1 0,3 0 1 16,-9-4 4-16,3 6-1 0,-3-6 4 0,0 0 3 15,0 0 0-15,-12 6 4 0,12-6 3 0,0 0-2 16,-21 0 1-16,12 0 4 0,9 0-5 0,-21-4 3 16,8 2-15-16,4 0-8 0,1-3-12 0,2 0-11 15,-3-1-12-15,3 3-25 0,4-5-19 0,-3 3-26 16,5-5-16-16,0 1-12 0,7 2-12 0,1-1-14 15,0 1-139-15,5-2-360 0,-4 2 160 0</inkml:trace>
  <inkml:trace contextRef="#ctx0" brushRef="#br0" timeOffset="24381.29">25214 2948 19 0,'-11'-8'225'0,"4"6"-4"0,2-2-10 15,5 4-8-15,-13-1-14 0,13 1-16 0,0 0-12 16,-22 4-18-16,14-3-16 0,-2 2-11 0,7 2-14 16,-2-1-9-16,-3 7-7 0,4-5-10 0,4 2-3 0,2 2-4 15,-2-3-8-15,2 3-6 0,3 0-3 16,4-1-4-16,0 0 0 0,2 3-3 0,1-3 0 16,4 3-4-16,-1-3-6 0,0 0-3 0,2 2-5 15,-2-3 1-15,-5 1 0 0,3 1-10 0,0-5 1 0,-5-2-1 16,1 2-5-16,-1-1 8 0,-5 4-9 0,1-5-3 15,2 1 3-15,-6-4 1 0,5 5 0 0,-5-5-3 16,0 0 4-16,-11 10 3 0,4-5 0 16,-1-2-1-16,-1 1 1 0,1-2 0 0,-2 1-3 0,0 0-3 15,4-1 0-15,6-2 0 0,-17 1 2 0,10 0-3 16,7-1 1-16,-13 0 0 0,13 0 1 0,0 0-12 16,0 0-8-16,-5-4-16 0,5 4-11 0,0 0-20 15,12-12-17-15,-4 8-14 0,5-5-16 0,2 1-4 16,7-1-5-16,-7-3-2 0,6 6-8 0,7-4 14 15,-8-1 1-15,-2 6 12 0,2 1 1 0,-3-7 14 16,-2 8 11-16,-2-1 4 0,-3 1 5 0,1 0 4 16,-2 3 9-16,-3-2 11 0,-6 2 13 0,0 0 2 15,19 5 15-15,-19-5 8 0,6 7 1 0,-4 1 8 16,1-2 0-16,0-2-1 0,-3 4 3 0,4 1-2 16,1-3-4-16,-5 3 11 0,0-5-7 0,5 4 2 15,0 1-7-15,1-3 5 0,-1-2 0 0,5 3-19 16,-5-4-18-16,8-2-30 0,-4-1-48 0,4 0-142 15,-13 0-266-15,21-3 119 0</inkml:trace>
  <inkml:trace contextRef="#ctx0" brushRef="#br0" timeOffset="25279.88">25659 2735 145 0,'-1'-7'313'0,"-4"4"-5"0,2-2-28 0,-2-2-26 16,5 7-20-16,0 0-31 0,-2-5-19 0,2 5-21 16,0 0-17-16,0 0-18 0,0 0-9 0,-5 17-16 15,5-7-11-15,5 3-3 0,-5-1-12 0,2 4-4 0,3 2-6 16,-2-1-10-16,2 4-6 0,-4 0-5 16,4-2 4-16,-3 1-12 0,5-2-2 0,-1-2-6 15,-4 1-2-15,6 1 5 0,-4-4-19 0,-1-2-8 16,-3-4-14-16,7 0-6 0,-3-2-2 0,0 0 1 0,1-2 2 15,3-2-8-15,-8-2-1 0,17 0 4 0,-17 0-10 16,21-6 0-16,-8 0 3 0,1 4-4 16,4-2-4-16,0-2 2 0,0 3-3 0,2 1-3 15,-2-1 0-15,-1 2 0 0,3 1 2 0,0 1 7 0,-4 4-1 16,-1 1 3-16,7-2 2 0,-1 3 2 0,-6 1 3 16,-2 0-1-16,2 3 2 0,-2 1 4 0,-3-1 2 15,0 0 3-15,2 1-3 0,-6 1 5 16,-4-2 2-16,-2 0 3 0,2-4 7 0,-4 3 8 0,0 0 8 15,-6-3 12-15,-2 1 4 0,0-3 5 0,0 2 2 16,-5-3 5-16,-3-1 1 0,3-2 3 0,-1-1 0 16,-4 0-8-16,3-1 2 0,-3-2-2 0,11 0 9 15,-5-5 3-15,-1 3 9 0,7-3-4 0,-2 1-6 16,0-7-1-16,2 6-2 0,1 0-6 0,4-11-6 16,0 3-7-16,3-2-5 0,0 3-1 0,6-4-2 15,-2-1-8-15,1-4-5 0,3-3-1 0,0 0-7 16,2-1-6-16,-2-3-4 0,1 0-4 0,-3 0-10 15,3 2-18-15,-1 0 3 0,5 1 0 0,-5 2 4 16,-1 7 1-16,-7-1 7 0,7 12 2 0,-1-8 7 16,-4 5 0-16,3 3 5 0,-3 2-3 0,2 0-4 15,-2-1-2-15,-2 7 4 0,8-4 1 0,-8 4 0 16,12 11 0-16,-9-3 0 0,4-1 10 0,6 6-6 16,-5 2-1-16,2 2 2 0,4 5 3 0,-1 2-5 15,0 1 4-15,4 0 2 0,-4-1 8 0,2 2-8 16,-4-3 3-16,-1 8-5 0,5-9 3 0,-3 2 1 15,1-1-1-15,-5-6 3 0,-1 3-3 0,1-2 3 16,5-3-2-16,-8 3-2 0,5-5 4 0,-8-1-2 16,5-2-2-16,-1-3 3 0,3 0-1 0,-5-2 0 15,5-2 4-15,-1 0-2 0,-1-2 0 0,6-1 0 16,3-1 0-16,-1-3-3 0,5-1-1 0,2-1 5 16,-2-2-3-16,-1 1 3 0,10-2-3 0,-6-3 0 15,7 1 1-15,-2-1-1 0,-5-1 1 0,2-4 1 16,1 5-2-16,-4-4 1 0,-6 5 3 0,-1-1-1 15,-2 0 4-15,1 2 14 0,-6 2 15 0,-3-2 2 0,-2 1 13 16,-3 0 7-16,5 1 9 0,-5 4-5 16,0-2 8-16,0 6-16 0,-8-9-10 0,1 6-1 15,-4 2-5-15,11 1-4 0,-17 5-14 0,4 1 5 16,5 2 0-16,-12 1-1 0,10 3-6 0,-3 2 0 0,1 1-1 16,4 0-1-16,-1 1-4 0,4 4 1 0,-1-4-8 15,3-1 8-15,1 1 3 0,2 1-7 16,5 0 1-16,1 1 2 0,4-2-2 0,-1-4-10 15,4 1-14-15,2-2-8 0,0-2-20 0,1-2-20 0,-1 1-52 16,3-5-52-16,-3 1-74 0,2-7-71 0,-2 2-234 16,-7-2-591-16,4-3 262 0</inkml:trace>
  <inkml:trace contextRef="#ctx0" brushRef="#br0" timeOffset="25511.81">25082 2686 194 0,'-13'-4'377'0,"1"3"-24"0,2-1-28 15,2 1-24-15,0-3-28 0,8 4-28 0,-12-3-26 16,12 3-31-16,-8-4-44 0,8 4-68 0,0 0-74 15,0 0-72-15,0 0-54 0,0 0-76 0,0 0-185 16,-7 14-415-16,7-14 184 0</inkml:trace>
  <inkml:trace contextRef="#ctx0" brushRef="#br0" timeOffset="25697.47">24329 2860 30 0,'-5'4'344'0,"5"-4"-26"16,-12 4-30-16,12-4-28 0,-8 3-28 0,8-3-27 15,0 0-18-15,0 0-24 0,-2 6-19 0,2-6-38 16,9 7-44-16,-6-4-59 0,2 2-84 0,5 2-86 16,-4 0-182-16,1-2-379 0,1 3 168 0</inkml:trace>
  <inkml:trace contextRef="#ctx0" brushRef="#br0" timeOffset="28798.8">11524 2880 181 0,'-3'-8'280'0,"-2"0"-15"0,-3-3-18 16,1 0-8-16,1 1-1 0,-1 1-24 0,4-4-6 16,-7 2-11-16,5 1-11 0,0 0 0 0,-2 0-25 15,1-4-7-15,-3 7-16 0,8-4-11 0,-4 4-12 16,5 1-9-16,-8 0-12 0,8-3-6 0,0 3-9 15,-2 1-10-15,2-2-13 0,2-2-2 0,-2 5-8 0,8-4-7 16,-5 1-4-16,0-2-5 0,9-2 0 16,-2 0 0-16,3 3-5 0,2 1-1 0,0 0-6 15,-2-5-2-15,4 6 8 0,-1 0-11 0,-1 3 3 16,-3-3-7-16,-1 3 2 0,3-5-4 0,-3 7 2 16,1 1-8-16,1 0 1 0,2 0-1 0,-4 0-4 0,8 1-4 15,-4 4 14-15,-1 0-13 0,1 2 7 16,-3 0-4-16,5 1-1 0,-3 6-1 0,1-1 1 15,2 5 2-15,1 2 1 0,-3 0-1 0,2 5-5 16,-3 0 2-16,1 2 2 0,-3 0 3 0,-1 11 1 0,-1-7-1 16,-5 0-2-16,7 13-21 0,-5-5-18 0,-6-7-40 15,-1 8-36-15,-5-10-66 0,9 2-79 16,-8 10-291-16,1-15-599 0,5 0 265 0</inkml:trace>
  <inkml:trace contextRef="#ctx0" brushRef="#br0" timeOffset="100212.04">5804 6979 65 0,'9'-15'295'16,"-9"0"-3"-16,0 8-1 0,0-2-7 0,0-3-2 0,5 4-17 15,-5 5-18-15,0 3-30 0,0-12-21 0,1 8-21 16,-1 4-17-16,0 0 5 0,0 0 9 0,-1 27-7 15,-4-7-9-15,5 3-15 0,-9 8-6 0,9 0-12 16,-1 11-10-16,-6 5-8 0,0 0-10 0,6 7 3 16,-4 7-10-16,3 12-13 0,-4 2-5 0,1-20 8 15,3 1-19-15,2-1-10 0,0-1-1 0,0 0-3 16,0-3-6-16,7 0-6 0,1-4-6 0,-3-2-1 16,-2-5-2-16,2-10 2 0,3 1-4 0,-3-8 7 15,-1-3-28-15,2-2-17 0,-6-5-35 0,8-2-24 16,-8 0-25-16,5-6-24 0,-3-2-41 0,-2-3-44 15,7 4-47-15,-7-4-44 0,8-12-46 0,-1 1-209 16,-2 0-602-16,-4-6 266 0</inkml:trace>
  <inkml:trace contextRef="#ctx0" brushRef="#br0" timeOffset="100461.24">6033 7215 270 0,'0'-9'317'0,"0"0"2"0,0-1-5 15,0 5-14-15,0-3-33 0,0 8-24 0,0-9-26 16,0 9-25-16,0 0-11 0,0 0 6 0,20 16-8 16,-10-8-16-16,1 11-8 0,6 4-15 0,-2 3-12 15,6 10-6-15,2-1-10 0,-1 0-14 0,1 3-8 16,-3 1-10-16,1-4-4 0,1-1-11 0,-7-6-6 16,-4 3-5-16,3-3-4 0,0 1-7 0,0-1 5 15,-6 3-24-15,2-4-29 0,-4-3-26 0,3 2-29 16,-8-6-29-16,3-5-27 0,-3 0-30 0,-1-2-48 15,-1-1-41-15,1-5-25 0,-2-2-62 0,0 1-185 16,2-6-547-16,0 0 242 0</inkml:trace>
  <inkml:trace contextRef="#ctx0" brushRef="#br0" timeOffset="100926.22">5943 7640 45 0,'-16'-5'340'0,"4"3"4"0,-1-1-2 0,3 3 0 15,3-4-10-15,-1 0-2 0,0 0-17 0,8 4-18 0,-7-3-30 16,7 3-23-16,-6-4-23 0,6 4-8 0,0 0-37 16,0 0-18-16,19-9-18 0,-7 6-4 15,10 0-23-15,-4 2-10 0,5 1-12 0,8 0-3 0,4 0-14 16,12 0-7-16,-4 1-4 0,1 1-9 0,1 3-9 16,-9-2-4-16,11 4-5 0,-19-2-6 0,5 2-8 15,-3 1-3-15,-4-3-1 0,2 7-7 16,-6-8 13-16,1 10-13 0,-1-1-1 0,-9 0-1 0,3-3-1 15,-1 2 0-15,-2 2-2 0,-3-1 2 0,2 1-1 16,-4 2-2-16,-1-1 1 0,3 0 2 0,-5 0-2 16,5-2 0-16,-4 2-2 0,1 1 0 0,5-4 1 15,-3-1-3-15,5 1 0 0,-4-2 6 0,5 0 0 16,-2-6-1-16,3 3-1 0,1-3-2 0,3-3 4 16,1-2-2-16,2-3 4 0,-6-3-4 0,3 3 2 15,0-5 0-15,3-2-6 0,-7 3 4 0,3-6-1 16,-4 2 1-16,-1-3-1 0,-5 2 3 0,1-3-4 15,-5 0 3-15,-5 1-1 0,-7 0 1 0,-3-1-3 0,-3 1-9 16,-9-4 8-16,2 4 11 0,-11 1-14 16,1 6 2-16,0-4 0 0,-4 6 0 0,2 3 0 15,1-1 0-15,-4 2 2 0,5 2-6 0,0 2-13 16,9 2-23-16,-1-4-43 0,1 3-43 0,6-2-37 0,5 4-32 16,-2 2-29-16,6-2-28 0,2-3-34 0,4-2-44 15,0 0-262-15,9 7-640 0,4-7 283 16</inkml:trace>
  <inkml:trace contextRef="#ctx0" brushRef="#br0" timeOffset="101456.91">7032 7544 100 0,'9'-3'287'16,"-1"-1"9"-16,-8 4-8 0,8-3-9 0,1 2-26 16,-9 1-22-16,0 0-18 0,0 0-24 0,0 0-13 15,6 11-6-15,-3-4-3 0,-1 3-13 0,1 4-4 16,-1 1-16-16,1 0-14 0,-1 3-10 0,3 0-12 15,0 3-5-15,5 5-15 0,0-3-8 0,6 0-1 16,-1 0-12-16,2 1-3 0,-1-2-5 0,4-2-2 16,-3-4-4-16,3-1-9 0,-5-4-3 0,1-4-4 15,-1 1-4-15,2-4-7 0,-3-6 2 0,5-2 2 16,-4-2-9-16,-1-3 1 0,1-3-3 0,-1 0 2 16,-3-3-2-16,1 0-4 0,-4-5 2 0,0 4 2 15,-1-3 0-15,1 0 6 0,-3 3 9 0,-3-7 22 0,-1 11 25 16,-1-5 17-16,0 3 23 0,0 2 7 15,0 4 6-15,0 1-2 0,0 3-3 0,0 4-18 16,-1-9-10-16,1 9-13 0,-2-7-11 0,2 7-6 0,0 0-5 16,0 0-6-16,0 0-4 0,0 0-6 0,-5 20-11 15,5-13 2-15,2 1-1 0,1 3-3 16,4-1-10-16,-2-3 5 0,5 5-3 0,1-1 0 16,4 1 0-16,2-1-2 0,1-3 2 0,12 4-4 0,-4-1-2 15,-1-3-2-15,5-1-1 0,-4-1 1 0,1 0-2 16,-1-3 2-16,-8-3-3 0,7 1 1 0,-6-1-1 15,2 0-2-15,-4-1 2 0,-1-1 3 0,-3 1-5 16,-1-5 3-16,-2 1 1 0,3 1-1 0,-6-4 3 16,1 4 10-16,-1-2 16 0,-1-4 9 0,-6 0 13 15,0 1 12-15,0-1-7 0,0 3 4 0,-6-8-5 16,-1 1-6-16,-1-1-7 0,1 3-3 0,-1-1-1 16,-4-1-7-16,2 1-9 0,-3-1-5 0,5 1-13 15,-5 2-32-15,4 2-38 0,1-5-50 0,0 6-50 16,1-3-66-16,4 6-94 0,0-5-87 0,6 2-81 15,0 1-359-15,2-1-914 0,5 3 404 0</inkml:trace>
  <inkml:trace contextRef="#ctx0" brushRef="#br0" timeOffset="101705.77">8999 7081 194 0,'5'-5'404'0,"1"-3"-2"16,-4 2-3-16,0 1-14 0,-2 5-34 16,5-7-34-16,-5 7-35 0,0 0-32 0,0 0-22 0,0 0-6 15,10 21-5-15,-9 0-14 0,2-3-16 0,6 7-13 16,-6 5-10-16,10 2-23 0,-1 13-13 0,-1-3-12 16,4 2-10-16,4-4-12 0,-3 4-8 0,4-2-12 15,0-1-9-15,0-2-26 0,1-2-29 0,-6-9-52 16,8 6-44-16,-6-8-55 0,1-1-51 0,-10-1-58 15,1-9-61-15,4 4-82 0,-11-11-245 0,4-1-690 16,-6-3 306-16</inkml:trace>
  <inkml:trace contextRef="#ctx0" brushRef="#br0" timeOffset="102137.44">9007 7498 48 0,'-13'-8'359'0,"3"1"3"0,3 6 9 15,-1-5 9-15,1 3-6 0,-1-3-19 0,1-2-28 16,1 4-20-16,6 4-29 0,-2-3-30 0,2 3-24 16,0 0-24-16,8-11-24 0,7 11-15 0,0 3-19 15,5-1-9-15,2 1-10 0,7 2-18 0,4 0-17 16,1 4-5-16,7-1-9 0,-6-1-9 0,-4 5-6 0,4-1 3 16,8 0-15-16,-8 1-3 0,-2-4-4 0,0 4-4 15,-7-1 2-15,6-2-12 0,-7 3-3 16,0 2-3-16,-4-7-9 0,-9 2 9 0,4-2 6 0,-1 5-9 15,0-4-4-15,2 3 0 0,-11-7 4 0,4 4-8 16,0-4 0-16,7-1-1 0,-11 3-2 0,1-1 2 16,1 0 4-16,-1 0 10 0,1 0 16 0,-8-4 10 15,0-1 17-15,12 1 6 0,-4 2 2 0,-8-3-5 16,16-5-7-16,-4-1-4 0,-2-1-8 0,3-5 0 16,-3 8-5-16,-2-7-4 0,6-1-2 0,-4 0-6 15,-1-3 3-15,-2 3-3 0,-2-4-2 0,7 0-1 16,-11-3 6-16,1 8-1 0,-2-1-2 0,-3-7-1 15,-2 4-1-15,-2 0-4 0,-5 3-7 0,-1-1-1 16,-2 4-4-16,-5-3-2 0,2 5-6 0,-5-1-15 16,2 3-33-16,-1 1-34 0,1 3-39 0,-1-3-48 15,0 4-54-15,1 4-55 0,6-3-44 0,0 3-57 16,0 1-67-16,5-2-337 0,0 0-842 0,2-3 372 16</inkml:trace>
  <inkml:trace contextRef="#ctx0" brushRef="#br0" timeOffset="102602.25">11230 7263 98 0,'38'-24'232'0,"-2"-1"-1"0,1-4-20 0,-1 2-16 0,7-6-8 16,-8 3-5-16,-2-4-8 0,0-1-9 0,-3-7-8 15,-5 5-4-15,1 0 2 0,1-2 9 0,-11 0 1 16,3 2 2-16,-11 8 1 0,-2 2 13 0,1 0 17 16,-7 0-18-16,-5 8-9 0,3-5-21 0,-4 1-10 15,-6 5-5-15,-3 5-8 0,2 2-5 0,-5-1-4 16,-4 8-11-16,6 4-8 0,-7 3-12 0,-7 6-2 15,0 7-8-15,-5 10-7 0,6 4-5 0,-1 6-6 16,3 4-8-16,11 2-3 0,-1 5-2 0,2 2-5 16,4 4 1-16,2 3 0 0,8-1-1 0,2 3-11 15,8 21 15-15,4 1 0 0,3-9 0 0,11 3-6 16,-4-3-3-16,9 2-3 0,-8-21-3 0,13 17-3 16,-12-18-1-16,13 21-4 0,-14-26-2 0,1 2-3 15,-2-1 1-15,6-1-2 0,-13-5-3 0,6-2-4 16,-9-12 3-16,-3-3-6 0,5-1-17 0,-12-5-26 0,0-3-28 15,4-8-19-15,-2 0-11 0,-5 1-47 0,0-8-51 16,0 0-45-16,0 0-60 0,-27-17-87 16,13-2-320-16,-8 0-763 0,-4-16 337 0</inkml:trace>
  <inkml:trace contextRef="#ctx0" brushRef="#br0" timeOffset="103266.85">11212 7518 286 0,'-10'-9'290'0,"-2"2"4"16,6-4 4-16,-3 3-12 0,3 4-10 0,1-4-11 16,5 0-23-16,0 0-8 0,1 1-31 0,3-4-16 15,2 2-24-15,3 3-14 0,2 1-21 0,-1 0-13 16,8-6-12-16,2 10-1 0,-3-1-15 0,14-1-11 16,-4 1-4-16,2 2-11 0,6 0-4 0,-3 0-15 15,2 0 5-15,-1 0 4 0,2 0-16 0,-2 2-6 16,-5 3-2-16,7-4 4 0,2 0-3 0,-13 2-7 15,5 2-3-15,-6-5-3 0,-3 0-3 0,1 2 2 16,-4-2-1-16,-4 2 4 0,2-4-5 0,-2 2 5 16,-3-3 20-16,-3-1 12 0,1 1 24 0,-8 3 16 15,11-2 10-15,-11 2 3 0,10-5 4 0,-10 5-1 16,7-2-2-16,-7 2-5 0,0 0-7 0,8-1-6 0,-8 1-13 16,0 0-9-16,0 0-8 0,0 0-8 0,5-5-6 15,-5 5-5-15,0 0-5 0,7 11-6 16,-5-7-1-16,1 3-5 0,3 1-2 0,1 0 0 15,5-5-5-15,-2 9-4 0,5-3-4 0,-4-2-1 0,1 5-2 16,3-4-1-16,-1-2 3 0,1 2-7 0,0-3-2 16,5 0-1-16,-5-2 2 0,0 0-2 0,5-3 1 15,-10-3 4-15,6-2-2 0,-2 1 0 0,-6-2 1 16,5-2 1-16,4 1 1 0,-6-7-1 0,-4 7 1 16,1-4 0-16,-1-1 3 0,1 8 1 0,-3-7 1 15,-2-2 3-15,2 5 1 0,-1 1 3 0,-4 3 1 16,4-4 1-16,-4 8-4 0,0-9-9 0,0 9 2 15,2-3-3-15,-2 3 0 0,0 0-3 0,0 0 2 16,0 0 3-16,7 16-2 0,-2-8-6 0,-4 1 6 16,3 1 1-16,4-1 0 0,0 4 0 0,1 1 0 15,0-1-4-15,0-3 5 0,6 1-1 0,0-3 0 16,-9 3 0-16,1-3 3 0,1-3 0 0,-1-3 3 16,1-2-1-16,-8 0-1 0,0 0 2 0,20-7 1 0,-12 3 0 15,-1-3-1-15,3-1 0 0,-4 1 0 16,-1-1 0-16,2-4-3 0,-4 5 3 0,2-1-4 15,2-4 4-15,-6 8-3 0,6-7 0 0,-5 2-3 0,4 2-2 16,-1 1-5-16,0-1-6 0,0 4-18 0,7-1-26 16,-12 4-30-16,23-1-42 0,-7-2-35 0,4 6-31 15,-1-2-28-15,4-1-31 0,5 4-30 16,2-4-22-16,8 1-14 0,3 2-7 0,4-3-8 0,-2 1-211 16,-8 4-590-16,-2-10 262 0</inkml:trace>
  <inkml:trace contextRef="#ctx0" brushRef="#br0" timeOffset="103697.77">13115 7371 993 0,'33'-6'-47'0,"-1"0"36"0,-9 3 41 0,-3-3 38 15,-2 0 31-15,-3 0 33 0,-2 3 31 0,-5-3 25 16,4 1 22-16,-5 4 18 0,-3-2 5 0,0-1 6 16,-4 4 8-16,0-8 7 0,0 8-14 0,-13-12-9 15,6 9-11-15,-10-1-8 0,-2 0-10 0,0 3-12 16,-2 1-6-16,-14 1-4 0,7 4-12 0,-2-1-12 16,0-1-10-16,1 5-14 0,0 4-10 0,0 2-11 15,-3 1-11-15,6 1-7 0,2-1-13 0,1 1-7 16,8 0-6-16,1-3-6 0,4 2-4 0,-2 2-9 15,5 2-6-15,6-4-5 0,1 0-7 0,1 0-7 16,6 0-8-16,5-3-6 0,-2-5-5 0,4 4-4 16,6-5-11-16,3-3-9 0,6 0-7 0,-3-7-14 0,4 1-12 15,6-5-1-15,-8-7-14 0,10-3-9 16,-4 0 1-16,2-8 2 0,-10 7 3 0,8-11 6 16,-5-4-2-16,4-4-11 0,-4 0-2 0,-8-1-1 0,1 2-3 15,-7-2 15-15,-1 0 2 0,-5 7 5 0,-9 4 20 16,0-3 13-16,-2 2 29 0,-5 2 30 0,2-1 28 15,-4 9 18-15,-6 0 17 0,5 7 12 0,-2-3 10 16,-3 3 7-16,0 4 4 0,5 3-3 0,-9-2-13 16,-3 4-9-16,1 8-5 0,2 1-18 0,-1 1 0 15,6 2-9-15,-1 6-1 0,0 8-3 0,2-2-10 16,4 6-9-16,3 3-2 0,4 1-4 0,4 7-6 16,6 5-4-16,-1-4 1 0,7 7-6 0,8-3-10 15,-1-1-16-15,3 1-23 0,-1-5-28 0,5-5-39 16,-2 1-53-16,-2-11-53 0,-3-5-53 0,4 2-59 15,-4-5-70-15,3-3-88 0,-9-7-347 0,6-3-881 16,-6-4 389-16</inkml:trace>
  <inkml:trace contextRef="#ctx0" brushRef="#br0" timeOffset="103847.61">12870 6809 114 0,'-33'-14'294'0,"2"5"-25"0,7-2-29 0,3 6-23 0,6-2-26 16,7 6-35-16,-6-2-53 0,8 0-68 16,6 3-62-16,0 0-96 0,0 0-123 0,0 0-265 0,36 5 119 15</inkml:trace>
  <inkml:trace contextRef="#ctx0" brushRef="#br0" timeOffset="104278.86">15177 6643 56 0,'-16'-20'349'0,"3"6"8"0,4-3-21 0,-4 5-8 0,5 1-4 16,1 0-7-16,2 3-19 0,-1 3-28 0,2 2-31 16,4 3-25-16,0 0-22 0,0 0-14 0,-1 23-14 15,2 0-11-15,6 4-11 0,1 13-2 0,5 7 4 16,2-1-1-16,-6 3-13 0,7 3-9 0,2-1-10 15,-3 3-11-15,7-2-10 0,-7 3-8 0,8 12-12 16,-2-16-2-16,-1-2-7 0,-3-4-7 0,3-1 2 0,-5-2-10 16,-6-9-6-16,6-4-4 0,0-2-14 0,-6-4-13 15,2-6-28-15,1-3-19 0,-6-6-17 16,4-3-35-16,-1-3-54 0,0-2-39 0,0-7-51 0,-1 0-54 16,5-8-52-16,4-9-46 0,-2-3-225 0,-2-10-661 15,0-4 293-15</inkml:trace>
  <inkml:trace contextRef="#ctx0" brushRef="#br0" timeOffset="104495.5">15603 6717 131 0,'0'-12'294'15,"-2"4"21"-15,0-4 6 0,-2 2 3 0,7 7-2 16,-6-3-41-16,3 6-28 0,-2-8-28 0,2 8-14 16,0 0 16-16,0 0-9 0,10 32-12 0,-5-17-15 15,3 12-8-15,0 0-18 0,1 1-18 0,5 10-9 0,1 3-7 16,4-1-21-16,-5 1-12 0,5-4-14 15,1 2-8-15,-4 2-4 0,4-6-5 0,-3-8-8 16,2 12-18-16,0-12-21 0,-5 2-37 0,1-2-35 0,-1-6-28 16,-6-6-32-16,0-2-34 0,-1-2-36 0,6-3-24 15,-13-1-47-15,8-6-56 0,-8-1-284 16,0 0-641-16,0 0 284 0</inkml:trace>
  <inkml:trace contextRef="#ctx0" brushRef="#br0" timeOffset="105291.57">15502 7096 108 0,'-30'-4'256'0,"12"3"20"0,-2-2-4 16,-2-2-1-16,8 1-10 0,-3 4-7 0,9-2-14 16,8 2-6-16,-14-1-7 0,14 1-22 0,0 0-12 15,0 0-20-15,0 0-14 0,24-7-18 0,-3 6-10 16,1 2-19-16,12-1-13 0,13 0-1 0,-3 0-17 16,6 2-9-16,1-1-3 0,-3-1-12 0,7 7-20 15,0-5-9-15,-2-2-11 0,3 3-8 0,-3-3-11 16,-3 5-5-16,-6-3-12 0,-6-2-4 0,-5-2-11 15,14 4 7-15,-17-4 1 0,-9 1 1 0,7-3 1 16,-6 1 5-16,-1-2 9 0,-4-2-5 0,-2 2 12 0,-5-2-8 16,-2 0 11-16,2 1 0 0,-7-1 9 0,4-1 7 15,-6 1 12-15,3-4 5 0,-4 2 11 0,-5-3 17 16,-2 3 4-16,1 2 12 0,-3-3 9 0,1 2 10 16,0-1 0-16,-6 4 8 0,0 0 4 0,-1 1 3 15,0 1 1-15,-2 6 9 0,-4-2-5 0,1 4-20 16,7-2-10-16,-4 2-12 0,2 5-8 0,-1 1-7 15,2 0-6-15,1 3-5 0,6 1-8 0,-1-1-6 16,2 1-4-16,1 1-5 0,1-1-3 0,9 1-3 16,-1-1-6-16,2 4-5 0,6-3-2 0,1 3-7 15,-1-5-12-15,6 1-10 0,8-1-16 0,1-2-20 16,3-6-26-16,1 3-17 0,2-8-24 0,2 3-9 16,-2-8 0-16,-3 3-5 0,1-7 3 0,2 2 9 15,-1-3 9-15,-1-3 7 0,-4 3 11 0,-2-8 15 16,-7 8 5-16,-2-2 11 0,-1-6 2 0,2 2 12 15,-6 0 5-15,-2 1 21 0,1-2 26 0,-6 1 25 16,0 3 24-16,1 0 13 0,-5 1 30 0,0 2 12 16,0-1 14-16,0 2 7 0,1 1 3 0,-1 0 1 0,0 7-5 15,0-10-13-15,0 10-8 0,0-8-19 0,0 8-7 16,0 0-13-16,0 0-11 0,0 0-10 16,0 0 5-16,0 0-8 0,-10 18-7 0,10-11 2 0,0 5-10 15,-4 3 0-15,7 0-5 0,-2 0-9 0,3 4 4 16,2 0-13-16,3 0-9 0,-3 1-6 0,4-4-4 15,-1 3-8-15,0-7-16 0,5 5 0 0,-4-7-4 16,3 5-5-16,-8-5-6 0,13-3 4 0,-3-1 6 16,0-2-1-16,0-2 5 0,-2-4 5 0,2-5 2 15,1-1 3-15,-1 1 7 0,4-5 4 0,-10 2-1 16,6-3 9-16,-3-1 5 0,-2 4 9 0,-4-6 25 16,4 5 22-16,-5-2 21 0,2 2 20 0,-4 3 15 15,1-2 13-15,-3 1 4 0,1 1 6 0,1 1 1 16,-3 7-6-16,2-8-2 0,0 3-12 0,-2 5-14 15,0-7-11-15,0 7-8 0,0 0-15 0,0 0-9 16,0 0-8-16,0 0 26 0,0 0-10 0,0 0-3 16,0 0-10-16,0 0-13 0,-9 20-16 0,11-12-15 0,1 3-17 15,-3-3-14-15,4 4-23 0,2 3-16 16,1 0-28-16,-1 2-21 0,4-2-39 0,4 1-30 16,-1-3-22-16,0 0-20 0,2 1-24 0,0-5-45 0,1 3-44 15,4-5-46-15,-2-3-284 0,-1-2-732 0,3 0 324 16</inkml:trace>
  <inkml:trace contextRef="#ctx0" brushRef="#br0" timeOffset="105706.53">17352 7089 110 0,'-3'-12'230'0,"0"3"24"15,-1-2 10-15,3 4 17 0,-3-2 20 0,1 1 10 16,0 1 10-16,-2-2 1 0,3 2 1 0,0 0-5 16,-2 0-16-16,-3 4-8 0,7 3-26 0,0-6-20 15,0 6-33-15,0 0-22 0,0 0-24 0,-2-11-22 16,2 11-23-16,0 0-13 0,0 0-11 0,0 0-11 15,0 0-9-15,25 19-9 0,-17-14-13 0,4 3-4 16,3 2-8-16,1 2-10 0,-1 2-11 0,5 4-11 16,5 3-11-16,-4-3-15 0,1 4-18 0,0 0-19 15,-3 3-11-15,0-3-23 0,7 0-10 0,-9 4-16 16,-1-3-1-16,-1-1 2 0,-8-5-2 0,6-7 1 16,-5 2 10-16,-3-4 8 0,-3-1 13 0,-2-2 9 15,0-5 11-15,0 0 1 0,0 0 13 0,0 0 17 16,0 0 23-16,-15-23 8 0,8 10 6 0,6-1 13 0,-6-2-1 15,5 1 4-15,-1-5 12 0,3 1 1 0,5 3-2 16,-5-5 7-16,7 1 0 0,-6 2-2 16,11-3-1-16,-4 8-1 0,-6-3 2 0,11 5-6 0,-11 0-6 15,4 3-5-15,3 1-10 0,-3 2 2 0,4 2 0 16,-5 2-6-16,8 1 1 0,-13 0-5 0,19 3 2 16,-8 3-1-16,-1 0 4 0,2 5-8 0,1 1 1 15,0-2 3-15,0 7-1 0,1-2-19 0,2 5-6 16,-3-6-26-16,7 7-26 0,-8-5-18 0,3-4-24 15,5 3-28-15,-5-4-37 0,-1 2-45 0,6-2-64 16,-3-4-54-16,4-5-235 0,-4-2-623 0,4 0 276 16</inkml:trace>
  <inkml:trace contextRef="#ctx0" brushRef="#br0" timeOffset="105922.13">18314 6984 27 0,'-8'-5'324'0,"-1"0"2"15,3 0-1-15,-3 4-7 0,1-1 3 0,-5 0-25 0,-5 2-20 16,3 2-29-16,5 0-18 0,-12 4-27 16,11-1-24-16,-1 3-20 0,2 1-15 0,0 5-7 15,-1-2-2-15,6 3-27 0,-3 1-11 0,6 2-7 16,2 0-9-16,0 0-4 0,5 0-8 0,0 6-9 0,1-8 1 16,9 7-10-16,-1 1-12 0,0-3-15 0,6-4-29 15,-5 0-24-15,2-7-33 0,-2-3-44 16,0 2-54-16,-2-8-91 0,3-1-83 0,-2-4-237 0,-6-2-620 15,5-5 274-15</inkml:trace>
  <inkml:trace contextRef="#ctx0" brushRef="#br0" timeOffset="106089">17882 6837 62 0,'-18'-8'413'15,"1"-1"15"-15,4 3-14 0,0-3-1 0,-2 5-21 16,8-2-20-16,-4 1-35 0,6 1-35 0,-4 0-34 15,9 4-32-15,-10-5-44 0,10 5-54 0,-6-3-93 16,6 3-74-16,0 0-76 0,0 0-102 0,0 0-126 16,18 15-224-16,-6-14-602 0,2 6 266 0</inkml:trace>
  <inkml:trace contextRef="#ctx0" brushRef="#br0" timeOffset="106420.33">18721 6345 318 0,'2'-13'366'15,"-1"2"-6"-15,-2 0-2 0,1 3-1 0,0-3-23 16,0 3-47-16,0 8-32 0,0-8-28 0,0 8-24 15,0 0-24-15,0 0-16 0,-7 20-23 0,1-2-11 16,6 9-18-16,-2 5-4 0,-3 10-9 0,2 4-12 16,3 5-14-16,1 0-2 0,1 3-8 0,5 2-7 15,1 0-3-15,5-2-1 0,0 3-4 0,4-2-11 16,4-2 4-16,11 15-11 0,-7-21-9 0,6-2-17 16,1 0-25-16,-3-1-16 0,1-4-28 0,5-6-27 15,-7-2-31-15,-11-11-38 0,4 0-45 0,-4-9-55 16,-4-5-53-16,2-4-240 0,-5-3-601 0,-10 0 267 15</inkml:trace>
  <inkml:trace contextRef="#ctx0" brushRef="#br0" timeOffset="106686.44">18850 7030 218 0,'-6'-7'275'16,"-4"1"26"-16,5-1 16 0,-4 0 17 0,6 0 7 0,-2-1-27 15,5 3-25-15,0-4-21 0,2 3-25 0,4-1-29 16,3 2-22-16,2-3-18 0,6 5-4 0,-1 0-28 15,6 2-16-15,-1-1-13 0,4 4-14 0,3-1-7 16,7 4-14-16,-12 5-6 0,5 1-7 0,2 0-8 16,-3 5-4-16,3-1-11 0,-6 2 0 0,8 0-11 15,-12 3-14-15,8-1 11 0,-8-1 3 0,-1 4-8 16,1 0 7-16,-5 0-21 0,2-1-7 0,4 0-6 16,-9-6-2-16,-2 0-5 0,5 0-14 0,-4 0-12 15,-2-3-13-15,-8-4-16 0,8 0-15 0,-3-1-3 16,1-3-18-16,-6 0-17 0,-1-4-32 0,5 5-66 15,-5-5-81-15,10 3-295 0,-10-3-640 0,17-8 284 16</inkml:trace>
  <inkml:trace contextRef="#ctx0" brushRef="#br0" timeOffset="106984.55">19696 7033 36 0,'-7'-7'407'0,"-1"-4"18"0,1 4 9 0,1-1 14 0,4-2-15 15,-4 3-16-15,-3-2-14 0,3 3-22 0,-3-2-21 16,-1 2-32-16,4 1-31 0,1 1-32 0,-2 1-29 16,7 3-27-16,-15-1-26 0,5 1-17 0,10 0-19 15,-11 4-15-15,3 5-19 0,1-2-6 0,0 6-13 16,-1 1-10-16,5 1-8 0,3 4-7 0,0 0-6 15,1 1-13-15,6-4-12 0,0 5-9 0,6 4-12 16,0-3-12-16,7 0-12 0,-3-2-16 0,7-1-22 16,3-4-31-16,3-1-45 0,13-1-45 0,-9-6-56 15,3 0-46-15,-6 0-62 0,4-3-89 0,-4-7-378 16,1-1-861-16,-4-5 382 0</inkml:trace>
  <inkml:trace contextRef="#ctx0" brushRef="#br0" timeOffset="107167.12">19638 6615 9 0,'-23'-11'385'16,"3"6"-8"-16,3-5-6 0,3 3-18 0,0-2-24 0,3 1-22 16,1 4-30-16,2 0-27 0,6 0-35 0,2 4-49 15,-8-8-69-15,8 8-59 0,0 0-53 16,0 0-80-16,0 0-104 0,0 0-279 0,21 13-518 0,-13-9 230 15</inkml:trace>
  <inkml:trace contextRef="#ctx0" brushRef="#br0" timeOffset="108462.43">21434 6557 191 0,'0'-46'273'0,"-7"3"0"0,1 1 3 16,-1 2-2-16,-3 11-10 0,2 2-5 0,-5-1-7 15,-1 1-14-15,4 6-15 0,-6-5 0 0,4 5-19 16,-1 7-10-16,-2 3-26 0,0 2-14 0,0 2-16 15,-1 4-18-15,-1 3-9 0,-1 5-15 0,-2 5-10 0,-6 5-15 16,7 8-1-16,-2 13-9 0,-1 3-5 16,3 3-4-16,4 8-7 0,1 0 9 0,6 25-22 15,8-3 2-15,3 2-4 0,9 1-2 0,1-18 0 0,4 16-3 16,9 1-3-16,-2 1-1 0,4-4 0 0,3 3-5 16,6-3 5-16,-3-1-2 0,3-1-9 0,-3 0 2 15,-5-18-1-15,2 2-3 0,-6-5 0 16,0-2 3-16,-5 1 4 0,1-2-4 0,-4-5-2 0,4-2-1 15,-13-10-10-15,4-2-26 0,-7-10-44 0,3 3-35 16,-3-7-17-16,-3-4-11 0,3 2-41 0,-5-9-70 16,0-1-69-16,0 0-289 0,0 0-654 0,-7-27 289 15</inkml:trace>
  <inkml:trace contextRef="#ctx0" brushRef="#br0" timeOffset="109009.92">21066 7235 123 0,'5'-11'282'16,"-3"3"-26"-16,5 4-16 0,8-7-18 0,4-2-19 15,8 6-20-15,-1-4-17 0,17-4-17 0,2 9-14 16,0-5-14-16,6 4-13 0,-3-1-9 0,-5 1-10 16,7 1-10-16,-4 2-9 0,-3-3-5 0,-8 6-6 0,-5-1-7 15,1 2-5-15,-9-4-5 0,-1 4-3 0,-4-1-4 16,-2-2-4-16,-2 3 0 0,0 0-2 15,-6-4-3-15,1 3 2 0,-8 1-1 0,0 0 5 16,13-4-3-16,-13 4-1 0,2-7-3 0,-2 7-3 0,0 0-1 16,0 0 3-16,0 0 3 0,-13-7-6 0,13 7-3 15,0 0 2-15,-9-1-4 0,9 1-7 0,0 0-4 16,0 0 1-16,-13 8-2 0,12 1-1 0,-3-1-1 16,4-1 3-16,0 3-1 0,4 0 0 0,-3 2 0 15,6 3 4-15,-1 0-3 0,3-3 3 0,-3 3-4 16,3 0 3-16,4-1-1 0,0-5 4 0,2 3-1 15,2-4 1-15,-3 3-1 0,3-3-2 0,3-3 2 16,0-3-1-16,-2-2-1 0,3 0 5 0,1-2-2 16,-2 1-4-16,-2-5 0 0,2 0 2 0,-4-5 2 15,-7 3-6-15,6-4 1 0,-2 1 9 0,-5-5 14 16,5 1 12-16,-6-1 19 0,1 1 11 0,-6-1 21 16,5 1 19-16,-7 0 15 0,6 0 21 0,-6 3-3 15,5 3-3-15,-5-2 0 0,3 3-1 0,-3 1-7 16,0 2-11-16,0 5-18 0,0-11-7 0,0 7-20 15,0 4-15-15,0 0-11 0,0 0-16 0,0 0 2 16,0 0-10-16,0 0-11 0,0 0-4 0,0 0-13 16,5 27-9-16,-3-19-11 0,8 6-15 0,-7-4-8 0,6 4-22 15,0-2-21-15,3 4-25 0,-4-4-19 0,7 6-14 16,-2-6-19-16,2 2-21 0,2-4-35 16,-2 5-37-16,0-10-57 0,3 1-37 0,-6-5-212 0,-4 4-610 15,5-5 271-15</inkml:trace>
  <inkml:trace contextRef="#ctx0" brushRef="#br0" timeOffset="109375.54">22465 6934 6 0,'0'0'289'0,"0"-12"-14"0,0 12-20 0,-2-4-20 16,2 4-26-16,0 0-25 0,-3-5-18 0,3 5-19 15,0 0-14-15,0 0-14 0,0 0-9 0,-3 20-11 16,3-11-9-16,0 3-9 0,0-2-7 0,0 0-4 15,0 3-9-15,6 0-5 0,-4 1-4 0,3 1-6 16,-3 0-3-16,6-2-5 0,-1-2-4 0,-1-3-1 16,-4 0-2-16,4-1 0 0,1-2-5 0,8-2-3 15,-8-1-3-15,3 1 0 0,1-6-2 0,-3 0-1 16,4 0-2-16,-2-1 1 0,3-6 7 0,2 0 19 16,-3 0 23-16,3-1 10 0,-4-1 13 0,-1 1 29 15,2-1 8-15,-2-1 5 0,-2 1 12 0,5 1 2 16,-6 4 2-16,3-1-5 0,-7 0-12 0,0 1-4 0,4 3-20 15,-7 4-9-15,3-4-21 0,-3 4-9 0,12-2-8 16,-12 2-3-16,0 0-9 0,15 9-14 16,-7-1-16-16,-1 2-18 0,6 0-24 0,-2 2-19 15,3 3-31-15,-1 0-35 0,2 5-20 0,-2-2-24 0,7 2-32 16,-4-1-37-16,6-3-42 0,-1 1-56 0,-2-2-281 16,-1-5-654-16,5 2 289 0</inkml:trace>
  <inkml:trace contextRef="#ctx0" brushRef="#br0" timeOffset="109607.32">23443 6969 23 0,'-3'-9'322'16,"0"-2"-3"-16,-6 7 1 0,-1 0-10 0,0-3-6 16,1 3-10-16,-8-1-8 0,-1 2-12 0,-2 2-11 15,-2 2-20-15,-4 6-18 0,3-3-25 0,3 4-19 16,2-4-15-16,-2 7-19 0,-2-1-16 0,12-2-15 15,-3 6-8-15,5 0-10 0,-4-1-12 0,12 2-6 16,-8 0-7-16,8 4-19 0,3-2 0 0,7-2-9 16,-1 5-12-16,5-5-21 0,8 6-23 0,9-6-40 15,-2 0-45-15,12 0-40 0,-10-3-53 0,14 2-66 16,3-6-78-16,-7-3-283 0,-3-1-668 0,-4-2 296 16</inkml:trace>
  <inkml:trace contextRef="#ctx0" brushRef="#br0" timeOffset="109989.6">24041 6996 140 0,'0'0'468'16,"0"0"-1"-16,0 0-22 0,0 0-23 0,0 0-29 15,0 0-36-15,0 0-34 0,0 0-36 0,0 0-28 16,0 0-31-16,0 0-25 0,0 0-23 0,0 0-19 16,0 0-16-16,0 0-14 0,0 0-16 0,0 0-15 15,-4 10-13-15,4-10-12 0,2 9-10 0,0-2-12 16,3-3-5-16,1-3-8 0,1 5-8 0,1-4 3 15,1 1-4-15,-1 1-3 0,0-2-2 0,4-2-3 16,-1 1-5-16,-11-1 1 0,17 0-3 0,-9-1 3 16,2-1-9-16,-10 2 3 0,13-5-12 0,-11-2-10 0,0 3-22 15,-2-4-30-15,0 1-35 0,-2-1-54 0,0 1-42 16,-11-2-48-16,0 1-59 0,-2-3-68 16,-8 0-303-16,-9 1-725 0,-1 4 320 0</inkml:trace>
  <inkml:trace contextRef="#ctx0" brushRef="#br0" timeOffset="111117.95">24140 6309 137 0,'-5'-11'313'0,"0"3"-11"0,5 0-21 16,0 1-19-16,0-4-24 0,0 3-12 0,2 1-31 0,3 1-19 15,8 4-16-15,2-5-20 0,1 5-15 0,6-1-9 16,6 3-4-16,7 5-19 0,-5 1-10 0,1 2-6 16,4 3-11-16,-5 5-11 0,-2-1-3 0,-2 1-4 15,2 3-6-15,1 1-4 0,-6 1-7 0,-7-3-2 16,6 1-3-16,-11 0-4 0,-2-3-5 0,-3 0 1 15,1 4-5-15,-1-2 1 0,-6 0-4 0,0 0 12 16,-6 1 1-16,-6-2-2 0,2 1-1 0,-10 0 6 16,4 5-8-16,-4-3-2 0,-3-8-5 0,1 6 4 15,-7-2-1-15,5 0 7 0,-2-1-1 0,3 0 2 16,0-2 4-16,3 0 0 0,2-4-1 0,-2 3 1 16,1-4 1-16,0 3-1 0,5 0-7 0,1-1 1 15,-2-1 2-15,2 0-4 0,3 2 4 0,2-4-8 16,1 2-1-16,1 2 0 0,4-4-1 0,0 3 0 15,-3 7-1-15,5-8 6 0,5 4 1 0,-3-2-1 0,5 5 8 16,1 2-9-16,-2-7-5 0,6 7 5 16,1-3-6-16,5 4 5 0,-8 0-5 0,10-1 2 15,-3 2-14-15,-6-3-22 0,9 1-26 0,-10 0-37 16,2-3-44-16,-1 3-62 0,-4-3-74 0,1-1-81 0,-6 0-180 16,-2-2-571-16,0 3 254 0</inkml:trace>
  <inkml:trace contextRef="#ctx0" brushRef="#br0" timeOffset="111566.28">24681 7688 225 0,'-3'4'251'16,"-2"-1"-9"-16,5-3-17 0,-3 9-17 0,-2-2-17 15,3-2-16-15,-3 1-18 0,5-6-17 0,-3 9-6 16,-1-5-16-16,1 3-14 0,0 0-6 0,3-1-10 0,0 0-11 16,0-6-1-16,5 8-6 0,-4-4-1 0,6 0-3 15,-2 0 0-15,-5-4-3 0,10 3-8 0,2-3-5 16,-12 0-6-16,16-2-2 0,-6 1-3 16,0-3-4-16,-2 1-2 0,-1-1 0 0,1 3-9 0,-1-6 0 15,-4 3 2-15,4 0 3 0,-2-3 1 0,3 2 0 16,-8-2-4-16,2-2-2 0,-1 3-3 0,-1 1-8 15,0 5-16-15,-3-14-31 0,-5 8-42 0,1 5-51 16,-5-1-55-16,12 2-81 0,-18-4-193 0,5 2-494 16,0 2 218-16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09:21:10.85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2507 2022 261 0,'-1'-7'294'0,"1"0"-8"15,0 7-14-15,-2-10-20 0,2 10-27 0,-2-9-23 0,2 9-18 16,0-4-23-16,0 4-21 0,0 0-10 16,0 0-9-16,0 0-11 0,0 0 0 0,15 19-4 15,-12-7 5-15,4 4-6 0,3 7-2 0,-3 4-2 16,-1 1 1-16,1 1-7 0,3 11-7 0,5 1-16 0,-9 4-2 15,1 0-9-15,1-2-1 0,-1 4-7 0,-1-4-3 16,-4-1-9-16,5-4-6 0,-2-5-5 16,-4-4-6-16,-1-2-27 0,0-8 0 0,0-3-31 15,0 1-14-15,0-7-6 0,2-1-2 0,-2 1 2 0,0-6-14 16,0-4-43-16,0 0-26 0,0 0-28 0,5-19-16 16,-5 5-21-16,0-6 8 0,0 0-8 0,0-11 2 15,-5 1-2-15,3 2-2 0,-4-14-120 16,-3 2-349-16,0-7 156 0</inkml:trace>
  <inkml:trace contextRef="#ctx0" brushRef="#br0" timeOffset="399">2512 2151 613 0,'-16'-39'-22'16,"-4"5"31"-16,7 5 27 0,-1 2 24 0,6-5 28 16,-2 8 27-16,3 5 16 0,1-1 19 0,3 1 4 15,-2 1 5-15,5 0 8 0,-2 0 4 0,4 2-4 16,3-6-4-16,1 9-14 0,6-10-11 0,1-2-5 16,0 10-9-16,5-6-13 0,2 1-8 0,3 4-12 15,-1-3-7-15,3 5-9 0,0 1-6 0,-7 5-10 16,10 0-4-16,0 0-6 0,-11 6-10 0,6 2-3 15,-2 2-2-15,8 6-5 0,-1 1 0 0,-5 5-6 16,-2 1 1-16,6 3-3 0,-14 6-3 0,9 3-1 16,-9 0 0-16,3 7 0 0,-7-4-5 0,1 2 0 15,-7 9 1-15,-1-1-2 0,-4-2-3 0,-6 2 3 16,-2-10-5-16,-5 8-3 0,-3-4-3 0,-6 5-29 16,3-6 10-16,1-11-5 0,2 2 2 0,-2-1 3 15,2-2-1-15,-2 0 4 0,10-7 10 0,-2-1 10 16,4-9 4-16,0 8 9 0,1-4 5 0,1-2 11 15,-3-1 7-15,9 2-1 0,0-7 1 0,-6 4-7 16,4 1-12-16,2-5 3 0,0 7-6 0,0-7 4 16,8 12 1-16,1-5-6 0,-3 0-4 0,9 1 0 15,5 5-6-15,-5-1 3 0,8 6-3 0,2-5 7 16,1 7-16-16,-4 2 10 0,3-2-5 0,-2-1-3 16,2 6 10-16,8 4-16 0,-10-5 11 0,7 2-7 15,-4-3-16-15,-3-4-25 0,-1-1-10 0,-1 2-32 16,-1-10-26-16,-5 2-35 0,2 0-34 0,-2-5-50 15,-5 0-35-15,4-6-225 0,-2-2-530 0,-4-3 235 0</inkml:trace>
  <inkml:trace contextRef="#ctx0" brushRef="#br0" timeOffset="1427.94">3226 2477 40 0,'0'0'182'0,"6"8"15"16,-1-5-15-16,-5-3-5 0,12 2-8 0,-4 3-13 15,-8-5-7-15,20 0-8 0,-9 1-12 0,9-1-10 16,-5-1-7-16,7-1-11 0,-1-3-12 16,-4 1-4-16,3-5-6 0,-4 2-1 0,4-1-5 15,-3-1-3-15,-1-3-3 0,-1 0-1 0,0 0 4 0,-2-3 3 16,-4 2 1-16,-3 3 4 0,2-3 1 0,-3-1 5 15,0 5-3-15,-5-1-2 0,0 2-4 0,0 4-12 16,-5-5-3-16,5 9-9 0,-13-6 0 16,5 9-7-16,8-3-13 0,-28 9-6 0,11-3 0 0,2 6 7 15,-6 4-11-15,-1 7-5 0,-1 1-6 0,3 2 4 16,4-1-3-16,-4 0-1 0,10 2 1 0,-3 0 9 16,4 4-7-16,3-4-8 0,2-7 0 0,4-1 1 15,4 3-2-15,2-2 2 0,3-7-1 0,6 2 0 16,6-1 2-16,1-4-1 0,12-1-2 0,-2-6 4 15,14 0-12-15,4-8-4 0,-1-2-9 0,4-4-2 16,-8-2-5-16,6-5-5 0,-6-2 12 0,5-4-13 16,-11-3 2-16,-4 2 3 0,-3-7 1 0,1 3 4 15,-2-9-2-15,-8-3-5 0,5-2-8 0,-6-5-13 16,-5 3 0-16,-3 0 2 0,6-3 9 0,-20 1-2 16,0 5 2-16,0 0 15 0,-13 6 10 0,6-7 19 15,-1 16 18-15,-2 0 16 0,-3-4 21 0,0 4 16 16,-2 0 9-16,0 1 7 0,2-1 24 0,-2 3 3 15,3 0 7-15,2 9 3 0,-1 0-4 0,-1 0-3 16,4-2-9-16,1 9-12 0,1 0-3 0,-1-1-12 16,5 3-15-16,-1 2-19 0,3 4-8 0,-8-7-19 15,8 7-10-15,0 0-3 0,0 0-2 0,-5 26 0 16,6-11-6-16,3 6 0 0,-1 6 1 0,2 6 0 16,0 7-3-16,2 4 0 0,1 1-3 0,2-2 5 15,-4 6-6-15,6 0 0 0,1 0-15 0,-1 1-4 16,-1-2-12-16,4 1-5 0,-1-2-10 0,0-4 10 15,0 4-12-15,2-6-2 0,6-7-3 0,-7-6 4 16,5-4 6-16,3-1-5 0,8 4 0 0,-1-12 6 16,3-2 8-16,0-2-16 0,0-2-1 0,15-6 3 15,-3-3-6-15,-2-3 8 0,0-9 3 0,0 4 1 0,-11-5 6 16,-1-1-2-16,-5-2 17 0,3-2-7 16,-3 0-1-16,-4 0 9 0,-1-2 3 0,-8 5 0 15,2-2 4-15,-5-8 6 0,-3 8 12 0,-2-2 9 16,-2 3 4-16,-11-2-2 0,6-2 1 0,-3 8 5 15,-5-3-5-15,-5 8 12 0,2-2-20 0,2 1 3 0,-8 4 1 16,6 1-4-16,-12 3-9 0,5 1 5 16,2 4 4-16,-3 1-7 0,1-2-4 0,-2 10-1 15,1 7 0-15,1-2 3 0,-2 1 0 0,3 2 5 16,9 2-4-16,-9-2-4 0,11-5 3 0,6 6 1 0,-4-5-3 16,3 0 1-16,3 2-4 0,-4-6-4 0,11 1 1 15,-6-1 5-15,-1-3 1 0,7-1 0 16,0-3 5-16,1-2-3 0,5 1 5 0,2-2-2 15,2-7 0-15,-2 2 2 0,3-5-4 0,-2 0-1 0,1-3 2 16,-1-3-2-16,9-8 2 0,-10 7 3 0,3 2-1 16,2-8 13-16,-3-2 5 0,-2 4 15 0,-2 5 10 15,-1-3 22-15,-3 2 7 0,0-2 1 0,-3 0 7 16,-4 6 3-16,5-2-5 0,-6 7-7 16,4-4-7-16,-3 4-14 0,5-2-12 0,-7 6-17 0,0 0 1 15,0 0 4-15,0 0-10 0,6 14-7 0,4-1-14 16,-7-1-18-16,6 2-18 0,-1-1-20 0,5 2-12 15,-5-1-20-15,16 3-21 0,-8 3-17 0,2-8-24 16,6 1-31-16,5-4-34 0,1-1-48 0,2-4-51 16,4-2-235-16,7-5-597 0,2 0 264 0</inkml:trace>
  <inkml:trace contextRef="#ctx0" brushRef="#br0" timeOffset="1660.48">5611 2181 172 0,'-4'-7'303'0,"4"7"-24"16,0 0-11-16,-5-3-33 0,5 3-20 0,0 0-18 16,-19 8-20-16,10 3-13 0,-2 0-9 0,2 5-20 15,-4-3-7-15,-3 12-8 0,6-3-5 0,-2 5-14 16,-1 12-7-16,-2-10-7 0,-2 6-11 0,2 4-6 16,1-12-8-16,5 4-6 0,-4-3 0 0,0-1-7 15,3 0 4-15,-3-3-29 0,6-9-23 0,-1 0-18 16,1 0-25-16,1-4-15 0,4-6-17 0,-5-3-39 15,7-2-54-15,0 0-49 0,0 0-27 0,-11-21-168 16,6 8-444-16,3-7 196 0</inkml:trace>
  <inkml:trace contextRef="#ctx0" brushRef="#br0" timeOffset="2274.1">5338 2257 138 0,'3'-7'267'0,"-10"-2"1"0,7 5-7 15,0 4-10-15,0 0-17 0,-1-9-22 0,1 9-18 16,0 0-29-16,0 0-18 0,0 0-13 0,0 0-18 15,0 0-6-15,-4 19-11 0,4-10-12 0,2 0-4 16,5 8-11-16,-2 11-5 0,4-13-4 0,3 10-11 16,3 1 0-16,0-2-3 0,5 2-6 0,3-4-12 15,-2-1-14-15,16 5-17 0,-9-9-20 0,12 3-22 16,-7-8-32-16,8 3-35 0,2-11-29 0,2 3-24 16,5-3-29-16,2-4-8 0,-8-3-9 0,5-3 17 15,-4-1 13-15,0-4 13 0,-2-4 23 0,0-2 13 16,-12 4 24-16,-1 1 15 0,0-3 25 0,-9-2 44 15,-6 5 15-15,0-4 32 0,0-7 32 0,-5 8 35 16,-5 2 25-16,0-2 16 0,-5 0 14 0,-4 3 12 16,-2-3 15-16,1 2 5 0,-7 0-3 0,-3 6 6 15,0-5-9-15,-1 4 0 0,-2 3-7 0,-5-3-13 16,1 7-15-16,-1-1 5 0,-5 4-20 0,1-1-24 16,6 3-15-16,-7 1-10 0,8 5-6 0,-3 4-3 0,-2-1-13 15,0 10 3-15,0 1-7 0,8-1-2 16,-2 2 4-16,4 2-16 0,1-3-9 0,0 3 8 15,-1 0-17-15,6-2-11 0,3-5-3 0,4-2-12 16,-4 2-5-16,6-4 1 0,1 0-7 0,6-2 7 0,-1-2-6 16,1-4 5-16,10-3-1 0,-3 2-4 0,8-11-4 15,0-1 1-15,7-2 5 0,1-3 3 16,-2-3-1-16,2-3-1 0,-2-2 10 0,9-9-2 16,-13 8-1-16,5-1 1 0,-8-4 6 0,2 2 20 0,-8 4 10 15,2-3 27-15,-7 5 25 0,-2-1 32 0,0 2 1 16,-3 0 12-16,-2 1 7 0,2 4 3 0,-3 1 0 15,-2-3-6-15,7 6-15 0,-6 3-17 0,-1 3-14 16,0-8-17-16,0 8-13 0,0 0-11 16,0 0-2-16,0 0-12 0,0 0-9 0,7 24-9 0,-2-10-11 15,-2-1-10-15,4 2-6 0,3 2-4 0,0 0-12 16,6 2-8-16,6 2-13 0,-6-2-10 0,7-4-13 16,2 2-18-16,2-5-13 0,1-2-17 0,2-1-24 15,0-1-23-15,6-5-22 0,-8-6-27 0,2 0-24 16,1-6-23-16,1-3-22 0,-6-3-16 0,2-2-215 15,-1-3-564-15,6-18 250 0</inkml:trace>
  <inkml:trace contextRef="#ctx0" brushRef="#br0" timeOffset="2789.15">6812 1383 247 0,'-13'-12'331'0,"11"3"-1"0,-3-2-38 0,-3 6-34 0,6 1-31 15,2 4-27-15,0 0-19 0,0 0-20 0,0 0-20 16,-6 20-8-16,6-2-14 0,6 7-12 0,4 4-14 16,0 8-6-16,0 7-10 0,2 3-6 0,-1 1-5 15,-2 1-8-15,4 3-6 0,-5-2-3 0,5 1-4 16,-3 3-2-16,0-1-7 0,-1-2-2 0,1-4-20 16,3 3-11-16,-7-5-11 0,1 0-3 0,-5-1-16 15,6-1-11-15,-3-4-11 0,-5 0-9 0,0-15-10 16,2-6-7-16,-4-2-6 0,2-5-10 0,0-2 8 15,-3-2-3-15,1-2-3 0,2-5 0 0,-8 4 5 16,8-4 11-16,0 0 1 0,-9-12 7 0,3 7 4 16,4-7 11-16,-3 2-6 0,4-2 11 0,-4-3 11 15,1 2 7-15,-1-5 24 0,-1 1 20 0,6 4 22 16,-9-2 11-16,8 1 20 0,-3-1 14 0,-1 3 11 0,0 0 10 16,4 2 16-16,-4 0 10 0,5 0 0 15,-7-2 9-15,6 0 7 0,1 5 0 0,0-2 1 16,0-2-1-16,0 4-4 0,0-1-17 0,0 1 0 15,1-1-16-15,6 1-16 0,-1 1-9 0,4-1-9 0,-5 0-14 16,9 6-4-16,1 1-7 0,-7 0-9 16,12 0-4-16,-4 1-5 0,2 1-1 0,1 3-3 15,-1 3-5-15,2 0-2 0,5 4 2 0,-6-2-6 16,3 6 5-16,1-1-14 0,-8 0-5 0,-2-5 3 0,2 0-6 16,0 13 12-16,0-3-10 0,0 3 2 0,-7 1-6 15,-1-4 2-15,-1 7-16 0,3-5-19 16,-3 5-18-16,-1-7-21 0,-2-1-26 0,-4 0-28 15,2-3-13-15,-1 0-35 0,5 1-46 0,-5-7-50 0,2 1-51 16,6-2-234-16,1-3-602 0,2-5 266 0</inkml:trace>
  <inkml:trace contextRef="#ctx0" brushRef="#br0" timeOffset="3469.86">7665 2166 241 0,'-9'-3'372'0,"9"3"-6"16,-11-3-10-16,11 3-22 0,-8-1-24 0,8 1-31 16,0 0-23-16,-15 5-23 0,6-2-22 0,3 5-20 15,-1 1-10-15,5-2-26 0,-4 8-17 0,4 0-6 16,-3 2-11-16,5 0-13 0,-1-3-17 0,2 9-10 16,4-1 0-16,0 2-3 0,5 2-10 0,0-3 0 15,3 1-6-15,-4-9-11 0,0 0 2 0,10 4-18 16,-4-6-11-16,-2 1-9 0,3-5-11 0,1-1-13 15,-1-1-12-15,-1-6-13 0,0-1-17 0,2-4-10 16,-1-2-4-16,-1-1 3 0,-5-4 7 0,3-3 4 16,-3 1 2-16,2-5 4 0,-5 2 2 0,1-15 4 15,-8 12 4-15,0-8 9 0,2 4-6 0,-2 4 15 16,-2-5 6-16,2 4 7 0,-5 1 17 0,3 4 7 16,1-1 11-16,-3-1 1 0,1 0 12 0,3 5-2 15,-5 0 11-15,5 4 1 0,-2-3-8 0,2 3-3 16,0 3-10-16,0-3-9 0,0 8-13 0,7-6 1 15,-4 3 2-15,-3 3-11 0,12-2-3 0,-12 2-4 16,16 4-2-16,-2 0-10 0,-1-1-3 0,2 5 1 16,1-3-4-16,-1 3-7 0,3 3-2 0,1 0-3 15,1-2-9-15,-4 2-6 0,11 7 1 0,-11-5-5 16,9 1 5-16,-7 4 9 0,4 0-9 0,-4 0 0 16,5 0 2-16,-8 6-1 0,1-14 0 0,-4 9 15 15,-4-6-7-15,4-1 4 0,-2-3 4 0,-4-1 2 16,1-3 8-16,0 2 13 0,-4-3 8 0,2-3 3 15,-5-1 11-15,0 0 10 0,0 0 14 0,0 0 1 16,0 0 1-16,0 0 14 0,5-24 16 0,-3 17-2 16,1-4 4-16,-3 1-4 0,5-1 8 0,0-8-1 0,-2 4-12 15,4-1-8-15,6-1 0 0,-6-1-2 0,11-3-5 16,0 3-6-16,-1-1 6 0,-4 2-10 16,3 3 0-16,1 2 2 0,-4 1 7 0,2-1-2 15,0 1-3-15,0 0-7 0,0 6-5 0,0-3-5 0,-7 2-2 16,5 1-6-16,-3 4-5 0,2-1-9 0,-4 2 6 15,0 3-4-15,6 2-3 0,-6 5 3 16,-2-2 1-16,8 4 0 0,-4 3-6 0,-4-3 6 16,7 6-5-16,-6 2-2 0,1 4-6 0,-1-5-21 0,1 5-24 15,-1 3-13-15,1 0-28 0,-8-9-18 0,7 7-14 16,-1-10-20-16,-2 0-26 0,-4-3-31 0,6-1-41 16,-4-3-39-16,5-3-45 0,-6 3-200 0,3-6-570 15,-4-2 252-15</inkml:trace>
  <inkml:trace contextRef="#ctx0" brushRef="#br0" timeOffset="3652.78">8191 1707 42 0,'-23'-23'405'15,"0"-1"-9"-15,4 4-39 0,0-3-37 0,0 2-30 16,9 3-32-16,-4 7-24 0,5-4-42 0,1 8-65 15,-2 2-88-15,2 1-85 0,1 4-63 0,7 0-85 16,-25 12-192-16,12 2-417 0,-2-4 185 0</inkml:trace>
  <inkml:trace contextRef="#ctx0" brushRef="#br0" timeOffset="4515.17">2756 3455 223 0,'-17'-2'309'0,"4"2"-11"0,-2 0-24 16,15 0-21-16,-20 0-24 0,20 0-22 0,0 0-16 16,-2 3 0-16,2-3-5 0,30 1-10 0,5-1-10 15,19 0 0-15,11-2 22 0,33-5-10 0,47 4 7 16,-40-2-17-16,63-2-4 0,-4-5-11 0,7-6-9 16,4 2-12-16,2 0-11 0,2-4-7 0,15 5-22 15,-7-8-33-15,10 1-2 0,1 0-5 0,-7 0-6 16,-6 0-9-16,4-5-1 0,6 2-1 0,4 2-3 15,-4-1-1-15,-10-2-7 0,-14 4 0 0,9 0-7 16,-8-3 0-16,4 5-3 0,1 1 1 0,2 2 3 16,-19 0-7-16,-7-3-5 0,-48 12 3 0,49-9 3 15,-48 7-13-15,-3-1 10 0,-2 3 2 0,-3 1-6 16,-4-5 4-16,-5 11-6 0,1-10 3 0,-27 6-4 16,-4-2 4-16,-6-1-2 0,3 7-2 0,-9-2 9 15,-13-1-4-15,-4-3-3 0,-2 6 10 0,-6-2 8 16,-6 0 2-16,1 2 2 0,-5-1-5 0,-4 2 0 15,0-3-3-15,-8 3-3 0,10-2-2 0,-10 2-7 0,13 0-7 16,-13 0-15-16,0 0-13 0,9-1-15 16,-9 1-9-16,0 0-17 0,0 0-14 0,0 0-8 15,0 0-7-15,11 1-6 0,-11-1-1 0,0 0 4 16,0 0 2-16,0 0 5 0,0 0 10 0,0 0 2 0,0 0 6 16,0 0-2-16,0 0 6 0,0 8 5 0,0-8-2 15,0 0-5-15,0 0-5 0,0 0-16 16,0 0-15-16,0 0-23 0,-13 7-32 0,13-7-54 15,-7 5-61-15,7-5-157 0,0 0-474 0,0 0 210 0</inkml:trace>
  <inkml:trace contextRef="#ctx0" brushRef="#br0" timeOffset="30294.86">2201 4623 197 0,'0'-10'450'0,"2"0"-3"0,-1 5-9 0,-1-5-8 0,0 5-17 15,5-2-14-15,-5 7-18 0,-3-9-29 0,3 9-19 16,0-5-42-16,0 5-35 0,0 0-28 0,3-6-28 16,-3 6-24-16,0 0-24 0,0 0-19 0,0 0-10 15,0 0-10-15,0 0-11 0,4 20-11 0,-4-10-10 16,6 2-6-16,-4-5-7 0,3 11-7 0,3-8-8 16,-6 10-5-16,3-8-27 0,3 7-18 0,-1-2-28 15,1 3-33-15,-1-1-45 0,1-2-26 0,-2 2-31 16,3-3-29-16,6 8-25 0,-9-6-35 0,1 1-37 15,-4-2-61-15,2-3-41 0,2-2-274 0,-2-6-716 16,-4 8 317-16</inkml:trace>
  <inkml:trace contextRef="#ctx0" brushRef="#br0" timeOffset="30726.5">2434 4657 191 0,'0'-8'241'0,"0"8"-24"0,-1-8-22 16,1 8-23-16,0 0-18 0,0 0-15 0,0 0-15 16,0 0-10-16,0 0-12 0,5 21-11 0,-4-14-7 15,4 1-10-15,-3-1-10 0,6 3-4 0,-3-3-6 16,0 3-4-16,2-2-6 0,3-1-1 0,-2 1-8 16,-1-4 0-16,1 6-4 0,0-8-4 0,0 5 2 15,1-3-6-15,-1-3 2 0,2 1-2 0,-10-2-1 16,12-3-4-16,-12 3 1 0,14-8-3 0,-5 3-1 0,-3-1 1 15,1-2 1-15,-4-3 19 0,1 1 5 0,1 0 7 16,-2-4 16-16,3 4 12 0,-6-4 17 16,7 6 12-16,-7-4 3 0,7 0 9 0,-6 9 1 15,-1-4-8-15,7-3 0 0,-7 3-18 0,0 4-13 0,0 3-10 16,0-12-17-16,0 12-6 0,8-1-4 0,-8 1-4 16,0 0 2-16,0 0-8 0,22 8-7 0,-12-3-3 15,-4-2-5-15,8 8-1 0,5 2 2 16,6-2-2-16,-13 5 0 0,-2-1-3 0,5-1-4 0,-4-1-12 15,6 7-12-15,-7-5-13 0,1-1-6 0,1-1-13 16,0-1-9-16,-3-1 7 0,-4 1-24 0,2-4-10 16,0 3-18-16,-4-3-10 0,4-1-19 0,-6-1-16 15,4 0-12-15,2-3-14 0,-2-2-47 0,-5-1-40 16,0 0-166-16,0 0-461 0,11-12 205 0</inkml:trace>
  <inkml:trace contextRef="#ctx0" brushRef="#br0" timeOffset="31025.84">3020 4257 93 0,'-5'-16'279'0,"-1"2"-2"15,4 3 3-15,2 2-13 0,-7 2-11 0,7-4-5 16,0 6-38-16,0-2-21 0,0 0-23 0,0 7-16 15,0 0-22-15,0 0-15 0,0 0-9 0,0 0-17 16,15 22-4-16,-8-5-11 0,3 1-6 0,2 9-8 16,2 0 3-16,0 0-13 0,-6 1-11 0,2 2 9 15,0 1-14-15,-2 0 1 0,0 0-9 0,-1 0 0 16,0 0-2-16,-1-3-7 0,-1 1-25 0,2-4-7 16,-2 1-20-16,-4-5-19 0,1-6-23 0,3 6-21 15,-3-6-23-15,-2-3-37 0,3-3-22 0,-3-1-21 16,2-3-26-16,-2-5-170 0,-2 7-429 0,2-7 190 0</inkml:trace>
  <inkml:trace contextRef="#ctx0" brushRef="#br0" timeOffset="31706.25">3029 4579 70 0,'0'0'236'0,"-7"-3"11"16,7 3-18-16,0 0-22 0,0 0-17 0,0-7-19 15,0 7-21-15,0 0-15 0,0 0-10 16,0 0-11-16,0 0-13 0,30 3-9 0,-10-3-10 0,-2 3-8 15,5-2-11-15,-5 1-4 0,5-2-5 0,6 1-7 16,-1 4-6-16,-7-3-3 0,1 0-3 0,4 1-2 16,-4 0-4-16,-1-6 0 0,-4 6-4 0,3-3-3 15,-4 0-1-15,2 4-1 0,-8-8 1 0,4 1-2 16,-6 0 13-16,2 3 18 0,0-4 17 0,-10 4 10 16,10-5 10-16,-4 4 8 0,-6 1-2 0,10-2-6 15,-10 2 3-15,0 0-19 0,5-4-1 0,-5 4-14 16,0 0-16-16,0 0 1 0,0 0-9 0,0 0 2 15,10 11-9-15,-7-8-2 0,-3 5-2 0,0 1-1 16,0-1-1-16,2 4-4 0,0-3 0 0,3-1-4 16,-5 8-7-16,8-4 9 0,-1 3-7 0,-4-6 5 15,10 2 2-15,-6 0-9 0,4 1 4 0,-1-4 1 16,5 0 9-16,-5-2-10 0,8-1-1 0,-1 0-3 16,-2-5-5-16,1-1 1 0,4-1-3 0,-5-3-2 15,0 3 2-15,5-4 9 0,-5-2-18 0,-5 0 11 16,3-2 2-16,2 1-1 0,-7-3 3 0,4 1 0 15,-7-4 1-15,1 6 2 0,-1 2 10 0,-2-1 17 16,1 0 18-16,-3 1 13 0,3 0 9 0,-4-2 5 16,0 9 4-16,1-9-2 0,-1 9-2 0,2-6-10 15,-2 6-8-15,0 0-4 0,0-8-20 0,0 8-5 16,0 0-2-16,0 0-5 0,0 0-4 0,0 0-6 0,0 0-8 16,0 0 5-16,0 0-4 0,5 20-5 15,-3-10-10-15,3-2-16 0,-2-4 0 0,2 4-3 0,0 3-14 16,2-4-11-16,1-4-4 0,2 9-8 0,1-3-3 15,-4-3-7-15,5-1 0 0,-3-3-7 0,3 5-1 16,-4-6-6-16,2 2 11 0,2 0 7 16,-2-2 4-16,-10-1 8 0,21-4 6 0,-11 1 7 0,-5 0 3 15,3-2 1-15,-1 3 12 0,1-3 11 0,-8 5 13 16,7-9 15-16,0 6 28 0,-7-5 7 0,8 4 12 16,-8-1 8-16,0 5 8 0,2-4-8 0,-2 4 0 15,0 0-11-15,0 0-15 0,4-6 0 0,-4 6-13 16,0 0-5-16,0 0 0 0,0 0-2 0,0 0 1 15,2 15-8-15,5-6-16 0,-7 0-15 0,0 2-15 16,6-2-16-16,-4 1-13 0,11 3-9 0,-4-1-25 16,-3-1-29-16,9-2-32 0,-2-3-42 0,4 0-26 15,3 0-32-15,3-2-32 0,-2-7-174 0,-4 2-502 16,4-5 223-16</inkml:trace>
  <inkml:trace contextRef="#ctx0" brushRef="#br0" timeOffset="32204.28">4308 4069 173 0,'0'0'209'0,"0"0"-19"0,0 0-17 15,13 18-19-15,-1-9-9 0,-6 6-17 0,9 5-11 16,-6 2-12-16,4 4-10 0,0 2-12 0,-5-1-3 15,9 12-9-15,-4 4-6 0,-5-3-5 0,6-10-8 16,-6 12-2-16,4-14-4 0,-9 4-8 0,8-3-1 0,-1-1-5 16,-3 2-4-16,0-2 0 0,-1-2-1 0,-4-6-5 15,3-4 0-15,-3 3-6 0,-2-7 1 0,5 2 3 16,-5-8-1-16,0 1 1 0,0-2 2 0,0-5 5 16,0 0 15-16,0 0-1 0,0 0 0 0,0 0-2 15,-25-15 0-15,18 6-3 0,-5-3-2 0,1-1 1 16,3-4 11-16,-6 5 4 0,11-6 14 0,-9 7 1 15,4-7 9-15,7 5 2 0,-4 1 7 0,-2 1 4 16,7 0-4-16,0 0 6 0,-8 1-14 0,8 0-3 16,0 2-5-16,5 0-13 0,-5 0-10 0,3 2-1 15,2 1-5-15,2-2 5 0,-2 5-17 0,4 0-3 16,1-1-3-16,4 3-3 0,1 3 6 0,8-1-6 16,-3-1-7-16,-2 0 0 0,3 4 1 0,1 1-4 15,1 1-3-15,2 5 2 0,-7-4-4 0,0 1 0 16,2-2-16-16,0 4-5 0,-4 3-8 0,-1-4-11 15,5 4-2-15,-7 3-12 0,-1-3-6 0,1 1-12 16,-1 5-13-16,-2 2-14 0,-4-7-16 0,1 3-14 16,0-3-14-16,-1 1-19 0,-1-1-29 0,0-4-11 15,2-5-4-15,-1 1-8 0,3-2-150 0,1-3-390 16,1-4 173-16</inkml:trace>
  <inkml:trace contextRef="#ctx0" brushRef="#br0" timeOffset="32785.6">5142 4599 7 0,'0'-5'110'0,"5"1"-1"0,-5 4 0 16,0-11 2-16,0 11 6 0,0 0 2 0,-6-4 7 16,6 4 3-16,-7-3 26 0,7 3 19 0,0 0-7 15,-13-3-17-15,13 3-19 0,0 0-10 0,0 0-11 16,-9 14-8-16,9-9-11 0,0 5-9 0,-6-5-8 16,6 5-6-16,0 2-1 0,0-5-13 0,6 2-1 0,-6 3-7 15,9-3 1-15,-9 1-10 0,6 4-1 16,6-5-4-16,-9 0-4 0,10 1 1 0,-4-3-8 15,4-5 0-15,0 3-9 0,-4-2 0 0,0 1 0 16,0-1 2-16,1-3-5 0,-10 0 0 0,11 0-2 0,-2-4 2 16,-5-2-4-16,-4 6 1 0,7-9 0 0,-7 3-4 15,0 6 0-15,2-10-1 0,-4 2 2 0,-5 0 6 16,6 4 6-16,-6-5-2 0,2-3 4 16,0 6 8-16,-1-1 11 0,2-5 11 0,1 4 4 0,0-4-4 15,3 1 15-15,0 4-12 0,-4-2-5 0,8-2-3 16,-4 4-4-16,0-1-3 0,5 4-7 0,1-4-3 15,1 4-4-15,0-2-2 0,1 1-2 0,0 4-2 16,5 1-2-16,-13 0-3 0,20 1-1 0,-7 4-3 16,2-2-3-16,0 3-2 0,0 5 1 0,0-4 1 15,0 2 0-15,0 4 0 0,1-1-6 0,-2-1-7 16,-1 4 1-16,0-4 0 0,0 5 1 0,-1-7 1 16,0 6-1-16,1-6 3 0,-10 1-2 0,10-2 6 15,-6-1 0-15,0-2-2 0,-6-1 6 0,7 1 19 16,-8-5 7-16,7 0 10 0,-7 0 8 0,0 0 11 15,17-6 7-15,-12 3 6 0,-2-3 5 0,2 0 11 16,0-2 0-16,1 1 5 0,-1-2 4 0,0 3 8 16,2-6-9-16,0 7 2 0,1 2-7 0,-6-4-3 15,4-2-11-15,-1 5-9 0,-5 4-9 0,3-7-12 16,-1 6-5-16,-2 1-4 0,10-4-12 0,-10 4 2 16,10 0-7-16,-10 0-9 0,13 5-30 0,-9-3-18 15,2 4-20-15,1 1-23 0,1 0-16 0,-1 0-17 16,-6-1-19-16,4 8-14 0,2-7-20 0,-5 1-22 15,1 1-25-15,-3 1-24 0,0-1-36 0,-3-1-33 0,-6-3-223 16,3 2-573-16,-13-1 255 0</inkml:trace>
  <inkml:trace contextRef="#ctx0" brushRef="#br0" timeOffset="33267.33">3889 4346 194 0,'0'0'495'0,"0"0"2"0,5-3-19 16,-5 3-22-16,0 0-34 0,2-7-25 0,-2 7-22 16,0 0-35-16,0 0-24 0,0 0-38 0,0 0-22 15,0 0-33-15,0 0-23 0,0 0-20 0,0 0-34 16,0 0-41-16,0 0-49 0,0 0-53 0,0 0-54 0,0 0-40 16,0 0-26-16,0 0-31 0,0 0-25 15,0 0-34-15,0 0-30 0,-5 22-26 0,2-17-39 16,-4-2-52-16,-1 4-225 0,-4 1-628 0,-4 0 278 15</inkml:trace>
  <inkml:trace contextRef="#ctx0" brushRef="#br0" timeOffset="33799">2439 4424 5 0,'-5'-11'365'0,"5"11"-22"0,0 0-21 15,0 0-16-15,-5-3-22 0,5 3-24 0,0 0-16 16,-11 0-30-16,11 0-14 0,0 0-21 0,0 0-18 15,0 0-16-15,0 0-19 0,-17 6-10 0,17-6-16 16,0 0-3-16,-6 3-13 0,6-3-16 0,0 0-1 16,0 0-3-16,0 0-11 0,0 0-5 0,0 0-2 15,0 0-7-15,0 0 17 0,0 0-22 0,0 0 0 16,0 0-1-16,0 0-7 0,0 0-1 0,0 0 14 16,0 0-19-16,0 0 1 0,6-18-4 0,-6 18 1 15,0 0-9-15,0 0 4 0,4-9-2 0,-4 9-1 16,0 0-7-16,0 0-3 0,0 0-8 0,0 0-12 15,0 0-21-15,0 0-23 0,0 0-29 0,0 0-14 16,0 0-22-16,0 0-36 0,0 0-32 0,0 0-46 16,0 0-43-16,13 15-206 0,-7-10-533 0,4-1 235 15</inkml:trace>
  <inkml:trace contextRef="#ctx0" brushRef="#br0" timeOffset="34594.83">6552 4656 287 0,'2'-6'333'0,"-4"-3"-4"16,2 9-3-16,0-9-17 0,0 9-16 0,-5-6-27 15,5 6-24-15,-6-5-27 0,6 5-19 0,-7-4-22 16,7 4-17-16,0 0-19 0,-15 4-16 0,15-4 0 16,0 0-19-16,-16 5-13 0,11-1-16 0,3-2-7 15,2-2-5-15,-6 6-2 0,6-6-15 0,-7 11-1 16,7-11-10-16,0 0-3 0,0 7-3 0,0-7-4 15,5 4-6-15,-5-4 1 0,8 2-2 0,-8-2-1 0,0 0-6 16,20-3 1-16,-10 0-18 0,-2-1-11 16,-1 1-10-16,4-6-12 0,-2 2-26 0,-3 4-15 15,3-4-21-15,-8-2-20 0,6 1-30 0,-7 4-26 16,0-4-27-16,0 0-24 0,0 0-26 0,-8 2-21 0,1 1-142 16,-6 0-451-16,-2 0 200 0</inkml:trace>
  <inkml:trace contextRef="#ctx0" brushRef="#br0" timeOffset="34942.72">6445 4358 199 0,'0'0'241'0,"0"0"-21"0,-7-8-27 0,7 8-13 0,0 0-22 16,0 0-16-16,0 0-14 0,0 0-14 0,0 0-9 16,-15 13-11-16,15-13-8 0,0 0-9 0,7 10-7 15,-7-10-7-15,8 8-2 0,-1-4-8 0,-1 0-2 16,-2-1-6-16,2-3-4 0,-6 0 0 0,15 5-9 16,-3-5 0-16,-12 0 0 0,15 0-4 0,-15 0 7 15,13-5 4-15,-5 5 8 0,-1-3 4 0,-7 3 8 16,7-6 5-16,-4-3-3 0,-3 9 3 0,5-9-2 15,-5 7 0-15,0 2-13 0,-5-13 0 0,5 13-7 16,-2-11-6-16,-3 8-11 0,-3-1-12 0,6-1-31 16,2 5-27-16,-13-4-34 0,13 4-39 0,-17-1-39 15,17 1-67-15,-19 1-211 0,10-1-469 0,-6 1 208 16</inkml:trace>
  <inkml:trace contextRef="#ctx0" brushRef="#br0" timeOffset="37268.25">7703 4143 137 0,'5'-32'384'0,"-4"-2"-10"16,1 6-16-16,-2-3 13 0,0 12-17 0,0-8-15 15,-2 7 1-15,1 1-12 0,-4 4-13 0,0-2-19 16,3 10-18-16,0-4-30 0,2 6-21 0,-1-3-34 16,1 8-22-16,-2-7-23 0,2 7-12 0,0 0-17 0,0 0-9 15,-5 34-12-15,7-14-6 0,-2 3-7 0,3 9-14 16,2 7-1-16,2 2-8 0,-1 5-5 16,3 2-5-16,1-2-3 0,3-2-2 0,-2-3-14 15,1 1-26-15,1 2-22 0,2-6-28 0,0-2-33 0,-7-3-32 16,7-8-41-16,-2 1-51 0,1-2-32 0,-3 3-37 15,1-1-28-15,-4-13-36 0,7 5-37 0,-2-7-274 16,-4-1-695-16,5-3 307 0</inkml:trace>
  <inkml:trace contextRef="#ctx0" brushRef="#br0" timeOffset="39060.64">8484 4289 253 0,'0'0'271'0,"-3"-11"-4"0,3 11-11 16,-10-8-8-16,3 6-11 0,-1 0-10 0,0-1-13 15,8 3-19-15,-22-2-6 0,10 2-9 0,-2 2-6 16,-6 1-8-16,3 1-5 0,-3 3-9 0,-1 0-19 16,1 5-4-16,-5 0-7 0,2 2-9 0,-4-1-15 15,6 6 1-15,-1-3-13 0,6 4-7 0,1-5-12 16,0 4-4-16,3-3 6 0,-1-1-21 0,7 0-1 15,1-2-32-15,5 4-38 0,1-2-5 0,6 0-2 16,0-3 1-16,2-3 5 0,3 2-1 0,3-6-7 16,15 0-10-16,-12-1-13 0,8-4-11 0,8-1-1 15,-5-5-6-15,1-3 0 0,2 0-4 0,-4-2 9 16,0 0 2-16,-3-3 2 0,-2-4 11 0,2-5 5 16,-7 4 3-16,-3-7 6 0,1-1 0 0,4-10 5 0,-13 8 5 15,3-12 3-15,-5 9 1 0,-5-10 6 16,-5 10 8-16,1 3 13 0,-2-5 13 0,-4 6 7 15,0-1 6-15,0 2 8 0,-3 0 3 0,5 3 11 16,-6 2 4-16,6 2 7 0,3 4 1 0,-10 3 9 0,7-4 4 16,1 4-3-16,2 2-10 0,0-1-3 0,0 3-6 15,2 3-4-15,3 1-7 0,0 5-7 16,-7-10-7-16,6 5-5 0,1 5-8 0,0 0-8 16,0 0-10-16,0 0 8 0,0 0-10 0,0 0 2 0,-5 23-2 15,6-11-1-15,3 4 1 0,-1 1 3 0,2 3-2 16,2 4 4-16,-1 1 0 0,-2 7 0 0,4-3 1 15,0 5 0-15,-5 1 0 0,4-3 0 0,3 2 0 16,-3-5-6-16,3 1-13 0,1 0 8 0,-3-3-11 16,7 0-2-16,-3 0 5 0,4-3-6 0,-1-10 3 15,0 3-1-15,7-2 7 0,-6-1-4 0,6-4 4 16,1-2 11-16,-1-1-16 0,7-4 0 0,1-4 1 16,-8-1-4-16,7-5-1 0,1 2 4 0,-2-7 3 15,4 4-1-15,-11-6 0 0,6 1 15 0,-11-1-12 16,-1 2 0-16,2-4 4 0,-4 0 3 0,-1 0 1 15,-4 0 8-15,-2-1 12 0,-2 5 9 0,1-4 15 16,-5 7 1-16,-5-5 2 0,3 6 2 0,0-2 2 16,-1 5-17-16,-2-3 0 0,-6 4-3 0,4 0-1 15,-6 4-7-15,1 0 4 0,-1 1 0 0,-7 4 0 16,4 1-9-16,2 1 3 0,-1 2 9 0,0 3-14 16,7 1-3-16,-5 0 1 0,5 1 4 0,4 2-3 15,1 0-2-15,6-4-3 0,1 3 5 0,4 1-4 16,7-1 18-16,5-7-22 0,3 11 5 0,7-11-1 15,13 6-4-15,0-5-9 0,5-5-6 0,1 3-3 0,3-5-3 16,-8-2-9-16,8-2-1 0,-4-6-7 16,-4 1 1-16,4-3 7 0,-14 1-9 0,-3 2 6 15,0-6 3-15,-1 2 0 0,-2-5 4 0,-4 2 5 16,-5-2-1-16,-4 2 10 0,-1 1-5 0,-5-3 2 0,-2 1 10 16,0 7 7-16,-6-1 7 0,-2-4 6 0,-1 1 0 15,-3 3-3-15,-3 2 3 0,-5-1-1 16,-2 1 2-16,1 2-3 0,0 2-1 0,-3 3-1 15,-5 0-1-15,1 2-2 0,-1 3-2 0,-1-1-1 0,-2 4 5 16,6 2-7-16,-1-1 0 0,3 0-2 0,4 3 2 16,-2 0-3-16,3-3 0 0,-1 3-13 0,7-3-8 15,-1-2-4-15,4 4 2 0,-1-2 0 0,-4-2 3 16,8 3-2-16,0-5-2 0,5 0 4 0,-2-1 5 16,-3-4-3-16,14 7 5 0,-5-11-2 0,-9 4 1 15,27-1 4-15,-19-2-1 0,7-1-1 0,0-3 3 16,-2 2 0-16,-1-2 3 0,-1-1-1 0,4-1 2 15,-6 3 2-15,-1-1-3 0,2 0 1 0,-2 1 4 16,-1 0 7-16,-1 1 0 0,-2 2 0 0,-4 3 0 16,11-5-1-16,-7 3-2 0,-4 2-3 0,0 0 2 15,0 0 1-15,14 6-3 0,-7-3 1 0,-7 3-1 16,8 1 5-16,-6 1-6 0,5 3-1 0,8-3 5 16,-9 3-2-16,4-2 2 0,7 5 1 0,-7-7-1 15,11 2-6-15,1 2 8 0,-8-6-5 0,10 3 7 16,-4-6-5-16,-2 3-2 0,7-2 1 0,1-1 0 15,2-4 1-15,4-5 1 0,-13 4-4 0,5-3 1 16,-3 0-1-16,7-7-4 0,-11 5 2 0,3-3-2 16,-4-4 0-16,2 3-2 0,-3-3-3 0,0-4 3 15,0-4-3-15,-3-1-7 0,3-3-9 0,-2 0-8 16,0-1-12-16,0-14 0 0,-8 11-2 0,2-7 10 16,-2-4 3-16,-3 5 4 0,-6 7 0 0,-1-4 8 15,0 3 12-15,2 3 7 0,-4-1 13 0,-1-4 2 16,0 6 9-16,-4-3 5 0,2 2 1 0,-3 1 2 0,3-4 4 15,-3 9 4-15,0-3 3 0,4 8 2 0,-1 0-1 16,4 5 5-16,-2 2-8 0,3 1-11 16,-2 1 11-16,0 1-17 0,6 2-4 0,-8 2-7 15,9 3 0-15,-19 8 1 0,10-4 2 0,4 7-5 0,-3 5-3 16,-5 7 3-16,3 3-2 0,3 6-3 0,-1-2 1 16,1 9 0-16,-1 4-2 0,8 2 12 0,-5-4-11 15,5 4-3-15,7-7 0 0,-1-3 5 16,3 2-2-16,-1-6-4 0,5-2 3 0,2-2-1 0,-2 0-3 15,4-3-4-15,4-3 0 0,1-3 1 0,-7-3-5 16,6-7 4-16,-1 0-6 0,3-3-3 0,5 1-6 16,-4-6 0-16,5 1 3 0,-7-5-5 0,-1 0 4 15,4-3 2-15,-8 2-1 0,4-2 8 0,-1 0-1 16,-5 1-1-16,0-5 1 0,5 7 5 0,-10-2 0 16,-4-3 2-16,4 6 6 0,-5-2 0 0,-5 5-1 15,10-3 0-15,-10 3-2 0,0 0 10 0,0 0-13 16,0 0 3-16,0 0 8 0,0 15-9 0,-3-3 1 15,1-4 0-15,-3 7-1 0,4-4-2 0,1 2 1 16,1 5 0-16,-1-2 3 0,5-1-1 0,0-4-2 16,-1 2-2-16,4-1 1 0,2 1-1 0,-2-6 1 15,5-1 3-15,1-3-2 0,0 2-3 0,3-4 0 16,1-2 2-16,-1-4-1 0,-1-2 3 0,6 3-3 16,-4-6 12-16,0 1-12 0,-1-4 2 0,4-4 3 15,2 0 1-15,-11 4-1 0,3-1-1 0,-7-1 4 16,5 2-1-16,-4 1 3 0,4-3-1 0,-3 6 12 15,-3-3 19-15,-1 4-3 0,1 4 9 0,-4-5 3 16,2 3-2-16,0 0-1 0,-2 3-4 0,2-1-2 16,-5 4 2-16,2-7-14 0,-2 7-7 0,0 0 4 15,0 0-4-15,0 0 1 0,0 0-1 0,13 12-4 16,-13-2 0-16,4 0-3 0,0 4-2 0,-4 2 14 16,5 2-14-16,-1-2 2 0,1 11-2 0,6-1-3 15,-4 1 5-15,0-2-5 0,-1 10 2 0,1-5-1 16,1 10-2-16,0 4 3 0,6-5-5 0,-13 1 5 0,12 3 0 15,-4-8 0-15,-4 6 6 0,1 3-5 0,4-7-3 16,-5 3 1-16,-1-9-5 0,2-3 8 16,1 3-10-16,1-4-21 0,-1-1-17 0,-1-6-20 15,-2-4-42-15,2 5-50 0,7-8-63 0,-4-1-82 0,-1-2-217 16,14-5-557-16,11-1 247 0</inkml:trace>
  <inkml:trace contextRef="#ctx0" brushRef="#br0" timeOffset="39657.23">11566 3469 50 0,'-2'-9'347'0,"-1"4"-31"0,1 0-30 15,2 5-30-15,0-8-34 0,0 8-16 0,0 0-22 0,0 0-17 16,10 14-21-16,-2-1-13 0,4 12-11 0,1 2-15 16,-1 1-9-16,9 14-7 0,-6 6-10 0,7-5-5 15,-1-2-7-15,1 4-11 0,-6-5-21 0,3 4-1 16,-1-3-4-16,3-5 0 0,-7-5-4 0,-1-4-3 16,5-3 7-16,-5-2-14 0,-4-5-2 0,-5-3 3 15,3-2-3-15,-4-1 0 0,4-6 17 0,-5 2 32 16,4 0 33-16,-6-6 9 0,0-1-10 0,0 0-5 15,0 0-10-15,17-15-8 0,-12 6 14 0,0-3-19 16,1-3-7-16,-2-3-3 0,4 3-1 0,0-2 0 16,7-6-4-16,-5 6-2 0,0-1-10 0,0 3-1 15,-3 0-6-15,6 3-3 0,-5 4-7 0,-1 0-2 16,1 1-10-16,0 2 6 0,6 0-6 0,0 3 1 16,-7 2-2-16,6 2-7 0,-4 1 1 0,5 3-4 15,1-2 1-15,-6 7-4 0,6 2 5 0,-4-1-7 16,4 3 2-16,-5 2-3 0,2 1-22 0,-3-2-14 15,0 2-17-15,-1 2-17 0,5-4-22 0,-4 2-17 16,-1-2-21-16,3 0-30 0,1-1-40 0,-2 0-49 16,0-11-53-16,-2 7-242 0,2-8-593 0,2 0 263 15</inkml:trace>
  <inkml:trace contextRef="#ctx0" brushRef="#br0" timeOffset="39939.69">12605 3653 68 0,'-5'-3'300'0,"5"3"-18"0,-6-7-17 16,6 7-20-16,-12 0-12 0,12 0-29 0,-15 2-20 0,5 6-22 16,0-4-13-16,2 2-17 0,0 8-13 0,0-1-10 15,-6 1-11-15,3 4-12 0,-1 3-7 0,2 6-8 16,5-4-7-16,5 6-2 0,-5-4-7 15,5 1-5-15,0 2-4 0,5 1-4 0,-3-2-2 0,6 0-4 16,7 0-2-16,-7 0-8 0,6-1 0 0,5-1-3 16,1-3-7-16,2-2-13 0,3-1-13 0,-2-2-20 15,-2-4-30-15,1-4-29 0,3 5-50 16,3-10-35-16,-3-2-51 0,3-2-206 0,-7-2-466 0,1-2 206 16</inkml:trace>
  <inkml:trace contextRef="#ctx0" brushRef="#br0" timeOffset="40503.83">12951 3825 282 0,'-5'-3'359'0,"-5"-3"0"0,5 2 6 15,5 4 1-15,-11-8-10 0,6 2-8 0,0 3-16 16,3-3-23-16,1 0-26 0,1 6-25 0,-7-8-28 15,7 8-27-15,0-9-16 0,0 9-25 0,2-7-14 16,-2 7-22-16,6-8-13 0,-6 8-16 0,12-1-13 16,-1 1-16-16,-11 0-8 0,20 6-13 0,-7-3-4 15,2-1-15-15,-3 0-13 0,8 3-8 0,-4 2-10 0,-1 3-7 16,2 2-20-16,1-5-6 0,-8 2-15 16,10 3-7-16,-12 2-3 0,7-1-4 0,-3 2-4 15,-2 0-6-15,1-3 4 0,-3 0-4 0,-1 3 3 16,-4 0-3-16,4-3 6 0,-7 0 6 0,0 2 12 0,0-5 0 15,-7-1 9-15,6 2 1 0,1-5 4 0,0-5 3 16,-7 9 6-16,5-7 6 0,2-2 3 16,-5 6 2-16,5-6 15 0,0 0 3 0,0 0 15 15,0 0-6-15,0 0-2 0,0 0 6 0,-8-17-2 0,8 17 6 16,7-16 1-16,-7 7-6 0,1-3 0 0,6-1-1 16,0-3 4-16,1 1-5 0,-1 0 4 0,2-10-1 15,6 3 1-15,-10 8-4 0,7-6 1 16,0 1-2-16,1-2 2 0,-3 3-1 0,0 3-5 0,-2 2 20 15,-1 4-10-15,-3-2-2 0,1 5 10 0,2-2-7 16,-2 6 0-16,-2-1-8 0,-3 3-2 0,5-9-7 16,-5 9 3-16,0 0-6 0,0 0 7 0,0 0-5 15,7 21 0-15,-5-10 1 0,-1-2-2 0,-1 9 4 16,2-1-1-16,1 2-2 0,1-1-1 0,-4 3-4 16,6-1 10-16,-1-2-8 0,-2 0-11 0,4 0-4 15,0 0-12-15,1-2-9 0,8-1-14 0,-11-3-18 16,7-2-24-16,0-1-45 0,1-4-45 0,2 3-61 15,0-5-52-15,0-1-235 0,6-4-578 0,-13-1 256 16</inkml:trace>
  <inkml:trace contextRef="#ctx0" brushRef="#br0" timeOffset="40819.12">13492 3522 45 0,'0'0'310'0,"0"0"-8"16,-9-1-17-16,9 1-14 0,0 0-21 0,0 0-20 15,0 0-22-15,0 0-10 0,0 0-21 0,0 0-15 0,29 9-18 16,-15-5-6-16,0 0-11 0,6 4-13 16,-1 1-4-16,7 6-12 0,-4-3-8 0,1-3-10 15,2 9-5-15,4-4-6 0,1 5-11 0,-8-3-3 16,6 3-5-16,-7-8-4 0,-4 9-6 0,4-1-5 0,-6 3 0 15,2-1-4-15,-4-1-7 0,-6 0-3 0,1 6 1 16,-3-7-3-16,-2 2-4 0,-3 0 1 16,0-1-3-16,-3 0-8 0,-2 0-5 0,-3-2-9 15,-7 6-16-15,-7-5-18 0,12 0-28 0,-5 1-32 0,-4 0-27 16,4-1-51-16,0-8-58 0,0 4-290 0,-3-3-571 16,1-3 253-16</inkml:trace>
  <inkml:trace contextRef="#ctx0" brushRef="#br0" timeOffset="44007.29">14742 3714 81 0,'0'0'394'15,"0"0"-11"-15,0 0-3 0,0 0-15 0,0 0-10 16,0 0-11-16,23 2-13 0,-23-2-16 0,0 0-25 16,0 0-23-16,0 0-29 0,0 0-12 0,0 0-24 15,0 0-22-15,0 0-19 0,0 0-14 0,0 0-18 16,15 1-11-16,-15-1-12 0,15 3-4 0,-10-1-17 16,10-1 1-16,1 0-16 0,6-1-6 0,11 3-7 15,-3 2-10-15,1-3-7 0,1-2-24 0,3 0-28 16,-1-2-24-16,1 1-40 0,15-3-30 0,-19 0-31 15,2 3-27-15,-1 1-38 0,-12-2-35 0,-1 2-40 0,-2-3-33 16,-4 2-30-16,-3-1-28 0,-2 2-185 16,-8 0-598-16,0 0 265 0</inkml:trace>
  <inkml:trace contextRef="#ctx0" brushRef="#br0" timeOffset="44190.61">14926 3929 90 0,'0'0'220'0,"-8"8"7"0,8-5 4 16,0-3 5-16,0 0 1 0,13 8 0 0,-13-8-15 16,11 4-7-16,3-2-16 0,-3-2-21 0,9 0-14 15,0 0-16-15,3 0-16 0,5 0-16 0,4-2-10 16,-1-1-10-16,2 2-29 0,2 0-40 0,-4 1-57 16,4 0-67-16,-5-2-85 0,1 1-90 0,-1-3-157 15,0 1-463-15,0-5 206 0</inkml:trace>
  <inkml:trace contextRef="#ctx0" brushRef="#br0" timeOffset="44621.2">16134 3430 174 0,'0'0'398'0,"3"-7"9"16,-3 7-12-16,0-9-8 0,0 9-19 0,0 0-25 15,0 0-33-15,-3-11-32 0,3 11-33 0,0 0-28 0,0 0-24 16,0 0-27-16,0 0-16 0,0 0-14 16,7 23-22-16,-4-12-3 0,2 2-2 0,2 2-20 15,-1 0-8-15,3 4-8 0,-3 0-7 0,6 6 1 16,-2 0-14-16,0-1-1 0,-5 3-8 0,3 4-6 0,-2-8-14 16,1-6-5-16,-5 2-21 0,-2 4-18 0,6-6-25 15,-1 0-27-15,-1-2-17 0,-4-3-24 0,0 0-15 16,0 3-17-16,0-10-12 0,5 6-22 0,-5-7-22 15,0 5-29-15,0-9-49 0,1 3-44 0,-1-3-198 16,0 0-565-16,0 0 251 0</inkml:trace>
  <inkml:trace contextRef="#ctx0" brushRef="#br0" timeOffset="44853.06">16035 3441 127 0,'-4'-3'329'16,"4"3"-22"-16,0-8-12 0,0 8-29 0,5-9-25 15,2 5-24-15,1 0-19 0,6-3-15 0,2 3-26 16,4-4-11-16,10 4-15 0,-9 0-14 0,6 2-12 16,3-4-13-16,3 4-9 0,-5 1-6 0,3 1-8 15,-3 1-17-15,-1 1-23 0,-6 3-32 0,3-4-34 16,-3 1-36-16,-1 2-46 0,0-1-51 0,1-2-42 15,-2 1-43-15,-5 5-137 0,0-4-425 0,-13 2 187 16</inkml:trace>
  <inkml:trace contextRef="#ctx0" brushRef="#br0" timeOffset="45434.03">16293 3630 14 0,'0'0'202'0,"-3"8"-9"15,3-8-5-15,-2 4-3 0,2-4-4 0,0 0-3 0,0 0-3 16,2 8-12-16,-2-8-6 0,20 4-17 16,-7 0-16-16,2-2-9 0,0-2-13 0,4 3-10 15,11 0-12-15,-3 0-6 0,-2-2-8 0,8-2-18 0,-4 2-27 16,1-2-26-16,7-2-25 0,-9 6-27 0,0-6-20 16,2 0-19-16,-12 3-14 0,3-2-6 0,-1 1 7 15,2-2 13-15,-6 0 8 0,-4 2 7 16,-2-2 30-16,-2-2 20 0,-1 3 27 0,-7 2 11 0,11-1 10 15,-11 1 8-15,0 0 6 0,0 0 11 0,0 0 1 16,0 0 1-16,0 0 5 0,-3 11 3 0,3-11 2 16,-7 10 1-16,2-3 1 0,2 1 0 0,-3 1 3 15,4 1-2-15,2 0 1 0,-7-1-3 0,7 2 0 16,-1 1 0-16,1-1-2 0,3 0 2 0,2-1-7 16,-3 2 0-16,4-2 0 0,1-1-4 0,4 2-1 15,1 0-4-15,3-4-2 0,6-1-3 0,1 1-2 16,-1-2-5-16,1-2 1 0,8-3-5 0,-7 3-4 15,-3-6-2-15,3 2-1 0,2-3-1 0,-4-4-4 16,4-6 2-16,-7 5-4 0,2-2 2 0,-3 1-8 16,-2-4-2-16,-1-1 1 0,-4-1-1 0,2 5-1 15,-4-5 6-15,-1 1-1 0,1 6 17 0,-8-3 22 16,3 3 16-16,1 0 18 0,-4-2 25 0,0 4 5 16,-4-1-2-16,4 3-1 0,0 5-13 0,-3-12-5 15,3 12-13-15,0-10-15 0,0 10-6 0,0 0-11 16,-1-4-2-16,1 4-6 0,0 0-4 0,0 0 0 15,-7 18-2-15,7-18-9 0,2 13-3 0,-4-3 2 16,9-2-7-16,-7 4 5 0,8 2-4 0,-7-4-5 16,6 1-9-16,0-2-8 0,6 5-13 0,-1-4-5 0,2 3-12 15,5-4-18-15,-4-1-24 0,1-2-25 16,4-2-30-16,0 0-35 0,-2-1-40 0,4-2-42 16,-3-7-23-16,0 1-223 0,-1 1-541 0,0-2 240 0</inkml:trace>
  <inkml:trace contextRef="#ctx0" brushRef="#br0" timeOffset="45667.03">17554 3208 17 0,'-6'-4'284'0,"4"-2"-16"0,2 6-17 16,-7-9-26-16,4 6-15 0,3 3-32 0,0 0-23 15,0 0-13-15,0 0-14 0,-10 12-10 0,10-3-7 16,0 1-17-16,3 5-10 0,-1 2-4 0,3 3-9 15,-2 1-8-15,4 6-8 0,-2 0-5 0,5 1-3 16,-4 3-5-16,3-2-1 0,-3-4-4 0,3 5-2 16,4 1-1-16,-5-3-20 0,2-2-20 0,-5-1-33 15,3-3-36-15,-1 2-41 0,-2-9-53 0,-2 0-43 16,4-3-158-16,-1-2-401 0,-4-5 179 0</inkml:trace>
  <inkml:trace contextRef="#ctx0" brushRef="#br0" timeOffset="46148.97">17518 3555 144 0,'0'0'207'15,"0"-2"-17"-15,0 2-10 0,0 0-14 0,0 0-17 16,0 0-11-16,0 0-11 0,28 0-12 0,-13 2-15 16,-2 0-4-16,4 3-9 0,-1-6-13 0,4 2-5 15,0 1-5-15,-2-1-11 0,4-1-13 0,-3 3 5 16,0-3-3-16,2 2-5 0,1-4-3 0,-7 6-2 15,-2-4-6-15,3 0 4 0,-2 5-9 0,-4-2-1 16,1-1-5-16,-4-2 1 0,-7 0-3 0,16 2-1 16,-11-2 4-16,0 7-9 0,0-1-1 0,-5 3 2 0,2-3-3 15,3 8-2-15,-2-6-1 0,-1 9 3 0,1-5 0 16,-1 6-3-16,3-2-2 0,1-1 4 16,3 0 2-16,-1 1-2 0,-1-5-1 0,1 5 2 0,0-5 1 15,-1-2 3-15,-1-1 8 0,4-2 10 0,2 2 3 16,-4-4 8-16,4 2 3 0,-2-4 3 0,1-2 1 15,-11 0 0-15,20-4 7 0,-7-3-2 16,-3 4 3-16,2-3 1 0,-1-1-1 0,-1-2 5 0,-1-1-1 16,2-2 3-16,-2-3 5 0,-6 5 2 0,3 1 12 15,-1-1 22-15,-3-3-2 0,1 4 1 0,1-1 5 16,-4 1-3-16,1 1-12 0,4 1 8 0,-5-1-10 16,0 3-9-16,2-3-12 0,-2 8-16 0,0 0-12 15,0-3-5-15,0 3-6 0,0 0-10 0,0 0-3 16,0 0-23-16,0 0-11 0,3 18-7 0,-3-8-13 15,4-2-9-15,-3-1-14 0,4 3-15 0,-3 0-11 16,4-3-10-16,3 1-19 0,-1 4-27 0,2-1-26 16,2 0-27-16,1-2-26 0,-5-2-16 0,4-2-15 15,-2-2-6-15,3 0-143 0,-5-1-438 0,-8-2 194 16</inkml:trace>
  <inkml:trace contextRef="#ctx0" brushRef="#br0" timeOffset="46398.02">18329 3744 617 0,'3'-5'-14'15,"-3"-2"37"-15,0-3 17 0,-3 4 37 0,3 6 20 16,0-16 28-16,0 11 12 0,0-3 0 0,-3 1-1 15,3 7 0-15,0-11-6 0,0 11-8 0,0-11-11 16,0 11-12-16,3-5-9 0,-3 5-11 0,0 0-3 16,0 0-14-16,0 0 1 0,0 0-11 0,20 8-5 15,-14-3-5-15,1 1-5 0,0 0-7 0,-1-2 3 16,2 4-4-16,-1 1-5 0,-2-3-1 0,0 1-3 16,5-2-5-16,-7 1 1 0,4 2-7 0,-4-4 3 0,2 2-2 15,-5-3-7-15,0-3 2 0,3 6 1 16,-3-6 0-16,0 0-6 0,0 0 5 0,-9 9-1 15,9-9-2-15,-12-3-2 0,12 3-6 0,0 0-6 0,-17-7-7 16,9 2-6-16,8 5-12 0,-7-9-5 0,7 5-25 16,-3-4-28-16,6-1-33 0,-3 0-31 0,15-8-38 15,-3 7-134-15,0-7-360 0,9-1 160 0</inkml:trace>
  <inkml:trace contextRef="#ctx0" brushRef="#br0" timeOffset="47111.23">18873 3418 218 0,'0'0'235'0,"-18"2"-6"15,10-1-4-15,-4 1-13 0,4 1-9 0,-7 1-13 16,5-2 1-16,-1 3-30 0,-4-1-14 0,-2 0-17 16,2 6-10-16,7-5-12 0,-5 3-14 0,0 4-4 15,-2 0-11-15,8-1-6 0,-1 0-8 0,-6 6-6 16,6 1-4-16,7 1-5 0,-4 4-2 0,5-2-6 15,0-3-4-15,0-3-6 0,5 3-4 0,-4 0-14 16,7-6-2-16,6 4-10 0,1-3-18 0,0-1-23 16,-1-5-27-16,10 1-25 0,-5-1-15 0,5-4-18 15,-3-1-23-15,7-1-4 0,0-4-16 0,-1-5 7 16,-2 6 16-16,-5-6 9 0,-1 1 11 0,3-4 9 16,-5 2 5-16,2-1 24 0,-4-4 19 0,-1 4 22 15,-5-1 32-15,0 0 23 0,-3 4 22 0,-1-1 26 16,-1 3 15-16,-1-3 6 0,0-3 0 0,-3 8-7 0,0 3-8 15,0 0-10-15,0 0-1 0,0 0-5 0,0 0-4 16,0 0-8-16,0 0 0 0,0 0-4 16,-21 18-3-16,19-9-3 0,0 1 1 0,-3-2-3 15,5 3 0-15,5-1-2 0,-5 3-1 0,2 0 5 0,5 1-6 16,-1-1 5-16,1-4-2 0,1 1 2 0,4-1-3 16,3 5 0-16,-2-6-5 0,0 0 2 0,4 0-1 15,1-4-1-15,-8-1-3 0,6-3-3 16,-2 2 4-16,2-4-4 0,-4 2-2 0,-2-4 0 0,0 1-1 15,-2-3 0-15,-5 1-3 0,4 0 1 0,-7-5-4 16,1 5 1-16,-2-4 3 0,-6-1-2 0,4 3 3 16,-2-2-4-16,-2-4-1 0,-1 7 5 0,1-5 5 15,1 3 9-15,-2-2 2 0,4 4 3 0,-2-2 3 16,1 1 17-16,1 1-7 0,3 0-2 0,1-3 0 16,0 9-4-16,1-11-6 0,1 4-3 0,5 3-3 15,-1-1 1-15,3 2-1 0,0-1-4 0,0 2-2 16,4-3 1-16,-1 4-7 0,6-5 3 0,-5 6-2 15,-3-1-1-15,5-3-5 0,-2 4 1 0,7 0-2 16,-5 4 4-16,-5-3-4 0,8 5 1 0,-2-3-1 16,-6 3-2-16,5-2 3 0,4 6-1 0,-5-3 5 15,1 3-8-15,-3 0-2 0,1-2 10 0,2 4-7 16,-2 2-1-16,-1-4-1 0,-2 1 1 0,3-2-3 16,-3 5-5-16,-2-6-3 0,-1 2-1 0,-5-3-10 15,4 0-4-15,-3 0-2 0,2 0 0 0,-5-1-1 16,0 0 2-16,0-6-7 0,-8 9-8 0,2-3-12 15,6-6-24-15,-12 6-23 0,7-6-17 0,5 0-36 16,-17-2-41-16,17 2-162 0,-16-3-386 0,16 3 171 16</inkml:trace>
  <inkml:trace contextRef="#ctx0" brushRef="#br0" timeOffset="47393.74">19865 3305 223 0,'0'0'211'0,"0"0"-23"0,0 0-14 16,0 0-2-16,0 0-2 0,0 0-8 0,0 0-12 16,-7 31-8-16,7-23-2 0,-1 0-9 0,1 11-11 15,0-6-5-15,-5 2-2 0,5 0-17 0,0 3-7 16,5-2-9-16,-10 4-7 0,10 7-6 0,-5-1 3 15,0-9-14-15,0 3-8 0,3 7-1 0,0 0-6 16,0-1-1-16,4-6-8 0,-5 0-18 0,3 2-32 16,-4 0-36-16,6-8-31 0,0 4-62 0,-1-2-50 15,4-5-214-15,2 1-444 0,-2-3 196 0</inkml:trace>
  <inkml:trace contextRef="#ctx0" brushRef="#br0" timeOffset="47611.34">19813 3543 85 0,'-8'-5'340'0,"0"2"-5"16,8 3-17-16,-8-4-14 0,8 4-12 0,-5-3-15 16,5 3-24-16,0 0-21 0,-7-5-24 0,7 5-15 15,0 0-24-15,17-2-7 0,-17 2-28 0,21 0-12 16,-3-3-17-16,1 3-18 0,2 0-22 0,7-2-30 15,-6 4-23-15,9-6-31 0,1 4-37 0,1-3-43 16,-2 1-48-16,-3 0-56 0,9-4-56 0,-6 1-233 16,2 0-531-16,9-6 236 0</inkml:trace>
  <inkml:trace contextRef="#ctx0" brushRef="#br0" timeOffset="47923.94">20522 3217 173 0,'0'0'348'0,"-2"-2"8"16,2 2 6-16,0 0 1 0,-1-7-9 0,1 7-6 0,0 0-13 15,-4-7-16-15,4 7-15 0,0 0-24 0,0 0-24 16,-3-3-28-16,3 3-25 0,0 0-23 0,0 0-25 16,0 0-16-16,0 0-15 0,-22 12-10 0,16-5-15 15,-2 5-6-15,-1 2-15 0,-4-1-7 0,3 5-6 16,0 2-10-16,0 3 2 0,-5 4-10 0,2 0-9 15,3 4-1-15,-3 5-9 0,6-6 1 0,1 1-1 16,4 8-1-16,-5 3-4 0,7-11-3 0,4-8-4 16,6 4-11-16,-9 2-13 0,13-3-20 0,-6-3-4 15,7-6-22-15,1 4-23 0,4-5-37 0,3-1-40 16,5-3-45-16,-6-7-56 0,6 2-67 0,4-2-73 16,-4-3-292-16,3-4-743 0,-1-4 328 0</inkml:trace>
  <inkml:trace contextRef="#ctx0" brushRef="#br0" timeOffset="50713.11">13382 3406 242 0,'-2'-4'254'0,"2"4"-16"16,0-9-21-16,0 9-9 0,-7-6-18 0,7 6-13 15,0 0-14-15,-6-4-17 0,6 4-18 0,0 0-11 16,0 0-12-16,0 0-14 0,0 0-9 0,0 0-11 16,0 0-7-16,0 0-6 0,-23 10-4 0,19-9-8 15,-4 4-6-15,-2-1 0 0,3-1-2 0,-3 4-2 16,1-2 0-16,-3 5 3 0,2-5 6 0,-5 3-2 16,4-2 1-16,1 2-5 0,-2-3-2 0,-3 4-2 15,7-2-2-15,-7 0-1 0,7 4-5 0,-6-2-2 16,6-3-4-16,0-1 1 0,0 3-3 0,-4 0-2 15,5-3-3-15,-1 1 2 0,6-1-4 0,-4 2-3 16,-1-3 2-16,7 4-3 0,-1-1 0 0,-4-2 6 16,5 2-6-16,0-7-1 0,-2 13 2 0,2-4-4 15,2-3 3-15,4-2-2 0,-6 6 0 0,7-3 0 0,-6 3 0 16,6-2-1-16,1-1 3 0,-1 1-5 16,0-1 3-16,1 1-1 0,5 4 3 0,0-5 1 15,-1 5 0-15,0-4-4 0,1-1-2 0,2 2 1 16,0 2 1-16,-1 1-1 0,1-3 0 0,-1-2 2 0,1 3-2 15,-4 0 0-15,2-1-4 0,1 0 2 0,-4 2-1 16,-2-3 2-16,2 0-5 0,-5 3 3 16,1-6 2-16,3 3-3 0,-3 1 0 0,2 0 1 15,-8-5-2-15,5 7 1 0,-5-5-1 0,7 3 2 0,-5-1-1 16,-2-1 2-16,0 3 0 0,0-2-3 0,-2-1 9 16,-3 1 5-16,-2 1 9 0,7-2 13 0,-9 1-3 15,-1-1 11-15,-2 4-2 0,-3-2-2 16,2-2 6-16,-2 3-8 0,-2-5 6 0,3 3-8 0,-3-4 2 15,-1 3 1-15,0-2-8 0,3 3 0 0,-4-4 0 16,3-2-5-16,-1 3 4 0,2-4-7 0,2 1 6 16,0 2-1-16,6-4 6 0,-8 0 14 15,15 0 6-15,-16-3 5 0,16 3 3 0,-20 0 3 0,15-1 3 16,-6-2-10-16,11 3-3 0,-14-5-3 0,14 2-6 16,-8-1-3-16,1-3 1 0,-1 5-8 0,5-4-6 15,-2 1-3-15,-2-1-1 0,1 3 0 0,6 3-6 16,-7-7 9-16,2 5-10 0,5 2-2 0,-7-5-9 15,7 5 6-15,-5-6-2 0,5 6 1 0,-1-5-6 16,1 5-6-16,0 0 2 0,0 0 1 0,0 0 0 16,0 0-9-16,0 0-4 0,0 0-3 0,-5-7-11 15,5 7-1-15,0 0 5 0,0 0-6 0,0 0 8 16,0 0-3-16,0 0 10 0,21 12-9 0,-12-10 3 16,-1-1-1-16,5 4 1 0,-1-5-2 0,-1 3 1 0,11-3 2 15,-7 0-9-15,6 0-6 0,2 0-6 16,4 0-5-16,-6-3 7 0,1 1-25 0,1-1-6 15,5 2-6-15,-5-1-1 0,-4-2 3 0,0 3 1 16,1-1 0-16,-1-3 9 0,-1 3 6 0,-7 0 12 0,3-1-2 16,-5-2 5-16,-2 2 2 0,6-1 5 15,-6 3 3-15,-5-3 2 0,4 0 5 0,-6 4 3 0,9-6 7 16,-5 3 3-16,-4 3 3 0,2-9 2 16,-2 9 6-16,0 0 20 0,-8-10-13 0,1 3 5 0,6 0 1 15,-4 3 6-15,5 4-3 0,-9-8 2 0,3 4-1 16,4-1-2-16,2 5-1 0,-12-6-2 0,8 0-4 15,-1 3 3-15,-2-1 0 0,0-3-3 0,-1 4 9 16,5 2 2-16,-7-3 2 0,10 4 1 0,-8-8 1 16,-2-3 0-16,5 8-2 0,-4-1-10 0,9 4 11 15,-13-5 0-15,6-2 1 0,3 3-7 0,-3-1 5 16,-1 2 18-16,-2-1-23 0,1 0-4 0,3-3 5 16,2 2 8-16,-4 1-17 0,2 1 1 0,-1-1-2 15,0-3 5-15,7 7-7 0,-13-2 3 0,6-1 5 16,-1-1-13-16,8 4 3 0,-13-4 1 0,8 1-3 15,-7 0 1-15,12 3-3 0,-8-5 2 0,2 2-6 16,-3 1 6-16,3-3 1 0,6 5 2 0,-10-5 8 16,3 3 3-16,7 2 4 0,-13-8 13 0,6 6-13 15,6-5 0-15,-6 2 1 0,2-2-4 0,3 1-2 16,-4-1-4-16,6 7-1 0,-7-10 3 0,5 1 3 16,2 3-3-16,0 1-3 0,0-6 1 0,-3 3-8 15,0 1 5-15,3-2-3 0,3 0-2 0,0 2-5 16,-1-4 1-16,3 5 6 0,-5-6-1 0,7 3-2 15,-4 3-1-15,2-4 4 0,2 2-8 0,-6 1 1 0,6-1 2 16,-6-3 1-16,6 3 2 0,1 0-7 16,-3 0-1-16,-3 1-5 0,5-1 4 0,-1 1-4 15,1-2-3-15,-1 2-1 0,1 0-2 0,1 3-3 16,-1-4-7-16,3 4-7 0,5-1-4 0,-7-1-6 0,7 1 9 16,-2 0-4-16,0-1 0 0,4 0 2 0,-5 3 0 15,-1-1-2-15,2 1 2 0,-1-4 3 16,0 3 7-16,-1-1 1 0,-1 4 10 0,2-2-8 15,-2-1 3-15,-2 1 1 0,0-2-1 0,0-1 0 0,-1 6 5 16,-7 0 3-16,10-5 2 0,-10 5 2 0,5-3-5 16,-5 3 7-16,0 0 0 0,12-4 2 0,-12 4 13 15,0 0-17-15,0 0-1 0,0 0 5 0,0 0-7 16,0 0 6-16,0 0-5 0,0 0 6 0,0 0-6 16,0 0 0-16,0 0 5 0,-22 15-1 0,15-12-3 15,2 5 12-15,-4-1-11 0,2-1 5 0,-1 5-5 16,-6-4-2-16,6 4 5 0,-2 1-17 0,-1 1-36 15,2-2-39-15,-1-1-50 0,0 3-67 0,6-4-80 16,-1 2-250-16,0-2-587 0,3-2 259 0</inkml:trace>
  <inkml:trace contextRef="#ctx0" brushRef="#br0" timeOffset="51924.71">21095 3342 202 0,'6'-6'290'15,"-6"6"0"-15,2-8-11 0,-2 8-3 0,0 0 0 16,0-6-21-16,0 6-6 0,0 0 0 0,0 0-18 15,-2-9-10-15,2 9-16 0,-6-4-22 0,6 4-19 16,-7-8-11-16,7 8-13 0,-15-4-21 0,8 4-12 16,7 0-9-16,-21-2-12 0,11 1-8 0,-3 2-11 0,0 1-7 15,-4-2-11-15,5 1-1 0,-6 2-2 0,5-1-5 16,-4 0-6-16,2 2-2 0,6 0-10 16,-5-2 9-16,6 1-11 0,-2 1-7 0,3-2-5 0,-1 2 6 15,8-4 5-15,-8 8-16 0,5-2-1 0,3-3 3 16,0-3 0-16,0 0-4 0,3 14 5 0,4-9-3 15,1 2-1-15,-2 0 5 0,6 1-2 0,0-1-9 16,1 3 7-16,2-3-2 0,0 1 0 0,-4-5-1 16,4 8 4-16,0-5-2 0,0 3-2 0,-3-1 6 15,1-3-4-15,-5 2-3 0,7 0 5 0,-5-1-3 16,1 1-1-16,-4 0-1 0,1-2-2 0,-1 3 5 16,6-1 5-16,-11 0-10 0,4 0 4 0,3 0-5 15,-1 1 3-15,-1-2-1 0,-2 2-3 0,-2-1 5 16,0-1-6-16,-1 1-1 0,-2 0 2 0,5-3 3 15,-3 4-4-15,-2-4 4 0,0-4 3 0,0 12-3 16,0-12 3-16,-7 6 2 0,5-1 5 0,-4-1 2 16,-3 0-3-16,-2-1 13 0,2 2-20 0,1-2 5 15,-5-2 1-15,-2 1-1 0,3 3 3 0,-4-4-6 0,6-1 3 16,10 0-20-16,-22 0-15 0,8 2-32 16,4-1-28-16,1-1-17 0,9 0-30 0,-18-1-50 15,18 1-73-15,-10-3-75 0,7-4-267 0,3 2-652 16,0 5 289-16</inkml:trace>
  <inkml:trace contextRef="#ctx0" brushRef="#br0" timeOffset="52389.44">21270 3173 245 0,'0'0'334'0,"0"0"-24"0,0 0-17 0,0 0-19 15,0 0-19-15,0 0-24 0,0 0-23 0,0 0-26 16,0 0-3-16,0 0-32 0,17 13-12 0,-12-10-12 16,1 1-11-16,4 3-8 0,0-2-5 0,3 5-5 15,2 0-6-15,-2-3-7 0,2 3-13 0,0-1-7 16,2 1-6-16,3 0 11 0,-4 2-22 0,2 0-3 16,-3 2-5-16,2-2-3 0,-2 0-5 0,-2-1-1 15,0 4-5-15,2-2-1 0,-3 1 0 0,-6-1-1 16,6 2 11-16,-7-1-19 0,3 3 4 0,-5-5-2 15,-1 7 1-15,1 0-13 0,-6-4 7 0,3 3-3 16,-3 0 6-16,-4 1-2 0,1 0-3 0,-6 1 2 16,0-5-10-16,-1 9-28 0,-2-4-25 0,-1 2-34 15,-4-2-38-15,7-5-55 0,-2 1-71 0,5-2-89 16,-3 2-177-16,-2-4-562 0,6 3 249 0</inkml:trace>
  <inkml:trace contextRef="#ctx0" brushRef="#br0" timeOffset="58498.24">22422 3678 368 0,'-8'-1'401'0,"8"1"-6"0,0 0-25 16,-7-5-7-16,7 5-24 0,0 0-18 0,0 0-20 16,0 0-26-16,0 0-23 0,0 0-25 0,0 0-27 15,0 0-20-15,0 0-22 0,0 0-3 0,0 0-6 16,0 0-3-16,37 1-15 0,-18 4-10 0,10-2-13 15,4-2-11-15,15 4 17 0,0-5-12 0,1 1-23 16,1-4-20-16,5-2-25 0,-4-2-25 0,-3 6-22 16,-3-5-28-16,-1 1-30 0,-1 1-35 0,-10-2-31 15,-6-2-25-15,1-1-32 0,-10 5-40 0,-3 0-45 16,0-6-50-16,0 5-51 0,-8-3-205 0,1-3-634 16,-8 3 281-16</inkml:trace>
  <inkml:trace contextRef="#ctx0" brushRef="#br0" timeOffset="58781.22">22897 3465 12 0,'0'0'225'0,"0"0"5"0,0 0 3 0,0 0-5 16,0 0-1-16,22 12-8 0,-14-7-11 0,7-5-14 15,-7 2-19-15,9 6-15 0,1 1-11 16,0-3-19-16,0 1-9 0,0 0-13 0,4 2-12 0,-4-4-9 16,0 3-9-16,-3-2-8 0,0 2-8 0,0 3-4 15,-2 1-6-15,-4-4-6 0,-1 0-3 0,-2 0-8 16,-1 0-1-16,-3 6-5 0,-2-6-2 0,-2 8-1 16,-3-6-11-16,-1 0-7 0,-4 5-20 0,-7-1-27 15,1 1-26-15,-1 3-38 0,-4-3-42 0,6-1-52 16,0-4-68-16,-2 2-162 0,6 0-462 0,1-5 204 15</inkml:trace>
  <inkml:trace contextRef="#ctx0" brushRef="#br0" timeOffset="59842.69">23705 3301 126 0,'0'0'363'0,"0"-7"-27"16,0 7-34-16,0-6-30 0,0 6-33 0,0 0-26 15,0 0-20-15,0 0-21 0,0 0-19 0,-5 21-14 0,6-12-14 16,-1 6-11-16,4 1-15 0,-4 2-6 0,1 2-8 16,3-1-10-16,-1 1-7 0,0-1-8 0,-3 3-6 15,5-5-2-15,-3 6-7 0,5-4 0 16,-12-4-9-16,10 2 0 0,-4 1-7 0,-1-10-4 0,0 0-2 15,4 4-1-15,-4-4 5 0,1-4-3 0,-1-4 2 16,2 7 0-16,0-3-3 0,-2-4 2 0,0 0 8 16,0 0-15-16,13-11-5 0,-8 7-1 0,1-2 7 15,4 0-10-15,-1-3 2 0,2 6-5 0,1-1-1 16,8-4-1-16,-10 4-4 0,8 0 4 0,-2 1-3 16,-1 2-3-16,-2 1 1 0,4 0-1 0,-4 1 1 15,2 4-1-15,-2 7 0 0,1-9 0 0,-4 3-1 16,-1 7-2-16,5-5 8 0,-8 3-6 0,3 4-1 15,-4-8 0-15,-2 8 2 0,0-5-1 0,-1 2 1 16,-4 1-2-16,-4-1 3 0,1-3-2 0,-2-1 2 16,-1 3 0-16,-2-3 5 0,-3 3-3 0,-4-4-1 15,-1 0 3-15,1-1 3 0,-4-3-7 0,4-2-3 16,-3 2 0-16,7-3-14 0,-8-3-9 0,11 2-12 16,0-1-8-16,0-2-20 0,5-4-19 0,1 1-19 0,4-2-27 15,7 1-15-15,1-7-15 0,6 3-21 16,9-5-6-16,-2-1 4 0,7-1 9 0,2 3 18 15,0 0 15-15,0 2 13 0,0-2 19 0,-2 4 17 0,-3-2 27 16,-4 6 27-16,-3 3 30 0,2-3 23 0,-10 4 24 16,0-3 13-16,3 4 10 0,-9 2 1 0,2-2-4 15,-6 3-5-15,0 0-6 0,13 0-1 0,-13 0 4 16,0 0 0-16,9 10 0 0,-9-10 1 0,-7 12 0 16,5-4-6-16,2 1 0 0,-5 3-2 0,4-3-2 15,1 4-7-15,0 1-2 0,0 2-2 0,-2-5 0 16,2 2-5-16,2-2 0 0,-2-2 6 0,6 0-6 15,3 1 0-15,-3-2 1 0,4-1 0 0,-3-2 1 16,11 0-4-16,-1-3 4 0,2-2-7 0,0-1-1 16,-3-2 0-16,1-1 10 0,1 0-13 0,0-4-1 15,-3-1 3-15,0-1 0 0,0-2 5 0,-4 2 9 16,3 4 12-16,-3-8 10 0,1 5 4 0,-5 2 8 16,1-2 13-16,-2 3 12 0,-6 3 0 0,7-3 0 15,-4 0-12-15,-3 6-3 0,5-6-12 0,-5 6-12 16,0 0-5-16,7-3-7 0,-7 3-2 0,0 0-6 15,0 0-4-15,2 16-3 0,-2-8 0 0,5-1-1 16,-4 5-4-16,6 0-2 0,-6 2-2 0,6-5 1 16,6 3 0-16,-4 0-5 0,5 2 1 0,1-4-8 0,0 0-1 15,5 1-4-15,-3-5-10 0,6 2-8 0,-2-6-8 16,1-2-11-16,-1 3-6 0,1-3-2 16,-1-4-2-16,8-3-4 0,-11 3-3 0,5-3 4 15,-6-8-7-15,-3 5-2 0,5-12-1 0,-4 3-4 0,-1 4-1 16,0-9-4-16,-1 0-3 0,-3-3 3 0,-2 0-3 15,4-4 3-15,-4-10 3 0,-1 11 7 0,3-7 5 16,-10 3 4-16,3 3 16 0,-2 1 33 0,-5 3 28 16,4 0 24-16,-9 0 25 0,3 6 22 0,4 1 30 15,-5 4 7-15,1 0 20 0,-1 2-1 0,5 2 2 16,-4 1-10-16,4 4-12 0,-3-2-22 0,4 5-8 16,1 4-15-16,-9-4-8 0,9 4-15 0,-13 16-9 15,6-5-3-15,1 8-6 0,4-4-8 0,-3 5-2 16,5 6-3-16,0 3-9 0,-1-1 3 0,2 2-10 15,4 0 6-15,3 2-12 0,-1 6 0 0,8 5-13 16,-7-13-27-16,4-2-33 0,-2-1-31 0,3 4-34 16,4-8-28-16,-3 5-39 0,0-6-56 0,2-9-45 15,4 5-69-15,-5-5-191 0,2-5-600 0,1-4 265 0</inkml:trace>
  <inkml:trace contextRef="#ctx0" brushRef="#br0" timeOffset="60009.47">24973 3442 262 0,'-7'-2'351'0,"-6"-1"-6"0,6-2-8 0,-1 1-5 15,8 4-31-15,-10-7-8 0,10 7-35 0,-5-3-32 0,5 3-16 16,0 0-22-16,0 0-20 0,15-7-28 0,0 7-42 16,0-1-51-16,6-3-56 0,4 4-61 0,-5 4-83 15,15-11-82-15,-4 7-281 0,-1 0-557 0,3-1 248 16</inkml:trace>
  <inkml:trace contextRef="#ctx0" brushRef="#br0" timeOffset="64540.48">26194 3393 341 0,'-3'-15'431'0,"-1"4"-6"0,4 0 2 0,0 0-5 0,-4 3-5 16,0-1-24-16,1 3-17 0,1-1-27 16,1 2-30-16,1 5-33 0,-5-12-36 0,5 12-29 0,-2-3-30 15,2 3-22-15,0 0-15 0,0 0-17 0,-7 18-11 16,6-13-13-16,1 7-12 0,-2 6-8 0,2-2-10 16,2 6-11-16,-1 3-10 0,1-6-20 0,1 1-13 15,1 6-16-15,2-1-22 0,3-3-20 0,-1 4-20 16,-2-11-24-16,3 5-29 0,4-4-39 0,3-4-30 15,-2 2-28-15,1-2-33 0,0-7-38 0,6 3-39 16,-4-6-51-16,1-4-37 0,-2-4-221 0,-1 3-668 16,3-9 297-16</inkml:trace>
  <inkml:trace contextRef="#ctx0" brushRef="#br0" timeOffset="64772.9">26552 3066 101 0,'0'-20'290'0,"-2"1"17"0,-1 3 8 0,3 0 11 15,0 6 4-15,-4 0-17 0,4 0-21 0,-1 5-32 16,-4-2-29-16,3 2-23 0,2 5-31 0,0 0-15 16,0 0-20-16,0 0-19 0,-7 17-6 0,4-2-16 15,3 5-5-15,3 4-12 0,1 3-5 0,-3 3-8 16,8 12-3-16,-8-12-10 0,13 10-7 0,-9-8-3 16,6-6-23-16,2 5-11 0,-4 0-18 0,6 4-20 0,-2-11-24 15,-5 3-25-15,7-6-27 0,-7-3-23 16,4-1-29-16,-2 0-47 0,1-5-54 0,-1-1-36 15,2-3-232-15,-4-1-565 0,-1-6 251 0</inkml:trace>
  <inkml:trace contextRef="#ctx0" brushRef="#br0" timeOffset="64956.39">26499 3387 26 0,'-5'-3'323'0,"-5"-3"-5"15,10 6-9-15,-7-2-13 0,7 2-16 0,0 0-5 16,0 0-39-16,0 0-19 0,0 0-24 0,0 0-14 15,32-5-16-15,-16 1-13 0,11 4-20 0,1-1-13 16,2 1-7-16,6 0-17 0,-6 0-10 0,6 0-35 16,2-2-35-16,-5 2-44 0,-1 2-60 0,-4-5-71 15,3-1-75-15,-11 1-270 0,-3-4-549 0,-1 2 244 16</inkml:trace>
  <inkml:trace contextRef="#ctx0" brushRef="#br0" timeOffset="65122.34">26404 3023 70 0,'-18'-2'392'15,"5"-3"-15"-15,5 4-18 0,-1-2-23 0,-2 0-32 16,11 3-31-16,-9-2-25 0,9 2-26 0,-8-3-30 16,8 3-26-16,0 0-31 0,0 0-36 0,0 0-51 15,17 15-75-15,-11-7-90 0,16-4-120 0,-7 7-237 16,5-2-513-16,-4-2 227 0</inkml:trace>
  <inkml:trace contextRef="#ctx0" brushRef="#br0" timeOffset="65487.34">27538 3339 28 0,'3'-3'390'0,"-3"3"-14"16,9-8-13-16,-6 4-24 0,-3 4-19 0,3-6-47 15,-3 6-28-15,0 0-33 0,0 0-18 0,0 0-16 16,10 10-20-16,-5 1-26 0,-2-1-9 0,4 7-14 16,-2 1-7-16,-3-3-6 0,3 4-17 0,3 1-7 15,2 7-1-15,-3-1-14 0,9-3-10 0,-9 1-23 16,3-5-30-16,8 6-34 0,-10-10-31 0,5 0-35 16,-4 3-53-16,6-5-60 0,-2-3-58 0,0-2-242 0,-3-3-562 15,5-1 250-15</inkml:trace>
  <inkml:trace contextRef="#ctx0" brushRef="#br0" timeOffset="65753.46">28101 3315 224 0,'-7'-2'313'0,"7"2"-10"0,-20-4-10 0,14 4-14 0,-9 0-26 15,15 0-18-15,-22 1-18 0,14 4-23 0,-4 1-14 16,4-2-20-16,-2 7-18 0,4-2-6 0,-6 5-15 15,5-2-12-15,2 0 4 0,-1-1-20 0,6 6-11 16,3 0-3-16,-3-4-7 0,3 6-7 0,2-3-6 16,5 2-2-16,-1-2-6 0,-6 0-4 0,7-1-5 15,-2 5-3-15,-1-4-4 0,1-2 1 0,0 1-15 16,-1-5-12-16,0 1-24 0,-1-4-20 0,-6 2-17 16,0-1-11-16,2-2-8 0,-2-6-15 0,-15 6-20 15,8 0-30-15,-3-3-36 0,-5-2-49 0,-1-2-46 16,-2-1-206-16,-4-2-512 0,-6-2 227 0</inkml:trace>
  <inkml:trace contextRef="#ctx0" brushRef="#br0" timeOffset="65935.03">27786 3105 108 0,'5'-1'349'0,"-5"1"-29"15,0-8-33-15,0 8-26 0,0-11-26 0,0 11-24 0,0 0-31 16,0 0-45-16,0 0-48 0,0 0-53 16,0 0-73-16,0 0-88 0,0 0-214 0,-5 23-368 15,10-15 163-15</inkml:trace>
  <inkml:trace contextRef="#ctx0" brushRef="#br0" timeOffset="66649.39">29031 3352 5 0,'8'-3'277'0,"1"-2"5"16,4 0 0-16,-7-1-6 0,3-5-3 0,-3 4-6 16,3-3-12-16,-3 2 1 0,1-3-7 0,-5-4 0 0,4 5-6 15,-6-2-16-15,0 0-14 0,5 2-9 0,-10-1-19 16,5 2-20-16,-6 2-14 0,2-4-20 16,-7 3-16-16,2 4-11 0,-9-2-14 0,2 0-8 15,-1 6-12-15,-4-2-8 0,-1 5-6 0,7 1-6 0,-3-1-4 16,3 2-9-16,2 0-3 0,1 1-7 0,4 3-4 15,1 1-4-15,4-1-9 0,3 3 5 0,2 1-11 16,4 0 4-16,1 2 1 0,6 1 2 0,5 7-13 16,2-7 7-16,3 4 11 0,1 6-11 0,-1-6 0 15,-2 2-1-15,6 3 0 0,-6-6-7 0,1 4 6 16,-2 0-2-16,-2 4 2 0,-2-4-12 0,1 4 11 16,-4-1-3-16,0 1-1 0,-3 1 1 0,2 1 1 15,-5 1 0-15,-4 0-3 0,2-2 4 0,-4 2-3 16,4-1 4-16,-8-2 0 0,1 3-2 0,-4-4 1 15,3-1 0-15,-4-6 2 0,-5 0-1 0,7-3 2 16,-6-4 20-16,1 0 21 0,-2-2 29 0,2-5 27 16,-3 1 20-16,-2-1 14 0,0-4 8 0,-5-2-2 15,4-4 3-15,1-1-14 0,-7-3 1 0,3-3-12 0,2-2-3 16,2-5-5-16,0-1-11 0,-1-4-13 16,7 2-8-16,1-6-13 0,3-4-15 0,0 2-22 15,9-13-25-15,10 1-39 0,1-2-50 0,4-1-56 16,2 3-71-16,2-2-57 0,5 6-66 0,-4 2-31 0,2 2-25 15,-4 12-12-15,-4-2-9 0,3 4-6 0,-1 2-247 16,-3 8-720-16,-1-4 319 0</inkml:trace>
  <inkml:trace contextRef="#ctx0" brushRef="#br0" timeOffset="66980.82">29417 3428 98 0,'0'0'131'0,"11"2"-9"0,-11-2-1 0,15-4-11 15,-7-1 5-15,6 2-8 0,-6-2-10 0,4-2 4 16,-3 0-14-16,6-1 0 0,-1-5-1 0,-4 6-3 16,3-5-1-16,-2-2-6 0,-1 2 8 0,0 1 12 15,-3 2 4-15,-1-3 12 0,-1 2 13 0,-1 1 6 16,1 1 3-16,-2 3 1 0,-3-1-11 0,0-1-13 16,0 7-12-16,-8-5-7 0,8 5-10 0,-17-4-11 15,7 6-4-15,-3 3-8 0,-7-3-3 0,2 5-10 16,0 1 1-16,1 0-10 0,1 4-1 0,-3 0-7 15,5 2-1-15,-1-1 0 0,1 1-3 0,11 2 1 16,-8-1-4-16,9 0 2 0,-5-2-6 0,11 2 2 16,-1-1-3-16,7 1 12 0,1-2-11 0,6 7-2 15,4-9-7-15,6-1-5 0,1-2-20 0,4 4-19 16,11-5-27-16,-12-4-33 0,15-3-36 0,-13-1-34 16,1-3-36-16,9-4-27 0,-14 0-21 0,6-3-164 0,-7-4-448 15,-1 3 198-15</inkml:trace>
  <inkml:trace contextRef="#ctx0" brushRef="#br0" timeOffset="67179.88">30008 2994 27 0,'-7'-19'306'0,"-1"2"12"15,1 0 28-15,0 2 3 0,-4 2 10 0,8 4 1 16,-4-3-2-16,2 6-21 0,2 0-31 16,1 1-31-16,-3 1-34 0,5 4-29 0,0 0-23 0,-8-6-18 15,8 6-20-15,0 0-12 0,-7 22-16 0,7-6-10 16,0 0-12-16,0 5-10 0,3 6-8 0,-1 3-10 15,0 2-10-15,-1 8-11 0,4-4-8 0,-1-2-34 16,-1 5-36-16,2 0-36 0,0-7-41 0,3-2-35 16,-3 4-37-16,3-8-49 0,-6 2-55 0,6-2-65 15,-1-6-297-15,-4-5-695 0,2-1 307 0</inkml:trace>
  <inkml:trace contextRef="#ctx0" brushRef="#br0" timeOffset="67362.66">29915 3161 164 0,'0'-7'269'15,"0"7"-32"-15,0 0-24 0,0 0-20 0,0 0-17 16,0 0-17-16,21 11-16 0,-6-3-8 0,2-1-18 16,11 6-12-16,-5 1-10 0,12-1-31 0,-5 1-48 15,4-4-68-15,11 2-70 0,1 2-197 0,-2-1-345 16,4-5 152-16</inkml:trace>
  <inkml:trace contextRef="#ctx0" brushRef="#br0" timeOffset="67596.23">30825 3207 215 0,'0'0'255'0,"0"0"-21"0,0 0-10 0,-20 8-10 16,14-6-9-16,6 9-12 0,-9-3-8 0,6 0-15 15,0 3-3-15,-4 3-13 0,6 0-12 0,1 0-9 16,0 2-14-16,0-4-4 0,1 7-13 0,6-3-10 0,-4-1-8 16,2 1-7-16,7 4-7 0,-1-8-6 0,1 2-4 15,-4-4-12-15,12 0-21 0,-3-2-34 0,6-4-38 16,-10 1-54-16,8-2-57 0,-1-6-67 0,2-2-54 16,-7 4-147-16,1-7-459 0,3-2 203 0</inkml:trace>
  <inkml:trace contextRef="#ctx0" brushRef="#br0" timeOffset="67860.48">31153 2919 273 0,'-8'-20'399'0,"-1"4"15"16,1-3 3-16,1 5 8 0,-2-3-5 0,4 7-16 16,-2-2-17-16,4 3-21 0,-1 1-34 0,-1 3-34 15,2-1-30-15,3 6-33 0,-7-7-29 0,7 7-27 16,0 0-22-16,0 0-16 0,0 0-15 0,-6 18-15 15,6-4-10-15,0 4-11 0,0 8-8 0,6-1-11 16,-6 2-6-16,0 6-6 0,0 5-15 0,0-9-13 16,0 1-17-16,4 11-13 0,-1-12-24 0,-3 2-24 15,0-1-22-15,7-5-12 0,-6 5-39 0,8-3-16 16,-3-3-20-16,6-5-21 0,-9-4-17 0,7 1-23 16,-5-1-29-16,7-7-37 0,-4-3-36 0,0 2-39 15,5-3-257-15,-4 0-667 0,-1-4 295 0</inkml:trace>
  <inkml:trace contextRef="#ctx0" brushRef="#br0" timeOffset="68045.06">30959 3075 153 0,'-10'-3'366'0,"5"0"11"16,-1-5 0-16,-1 4-3 0,7 4-9 0,-3-7-18 15,3 7-25-15,-3-7-26 0,3 2-30 16,0 5-26-16,0 0-26 0,14-8-21 0,-2 5-22 0,1-1-14 15,2 0-22-15,3 4-20 0,2-3-33 0,3 2-48 16,1-2-55-16,5 3-60 0,-1 0-62 0,-4-1-69 16,4-3-94-16,2 1-332 0,-1 2-689 0,-7-5 306 15</inkml:trace>
  <inkml:trace contextRef="#ctx0" brushRef="#br0" timeOffset="68209.8">30754 2629 285 0,'-8'-4'337'0,"1"-1"-23"15,7 5-28-15,-15 0-28 0,15 0-28 0,-10-3-19 16,10 3-38-16,0 0-54 0,0 0-65 0,-6 7-100 16,6-7-134-16,11 13-161 0,-9-10-368 0,1 3 163 15</inkml:trace>
  <inkml:trace contextRef="#ctx0" brushRef="#br0" timeOffset="69438.69">9492 5754 292 0,'20'-34'324'0,"-5"-5"0"0,-5 7-4 15,-2 2-10-15,-1-11-1 0,-14-1-15 16,7 2-4-16,-5 2-8 0,-2 8-8 0,-6 2-2 15,2-2-9-15,-6 5-22 0,-3 2-17 0,-1 2-20 0,-3 4-22 16,1 7-16-16,-2-2-21 0,-3 6-13 0,0 6-17 16,0 1-10-16,0 10-15 0,-2 4-10 0,5 6-9 15,-1 10-8-15,1 6-8 0,5 5-4 0,8 2-7 16,6 3-3-16,-1-1-4 0,9 5-3 0,3-1-4 16,3 1-3-16,5 2-1 0,2-1-5 0,0 4-2 15,2-4 0-15,11 19 6 0,-12-22-10 0,-1 4 0 16,2-3-1-16,1 3-1 0,-1-4-6 0,-2 0 2 15,-1-6-13-15,1 2 4 0,-6-1 2 0,-4-13-18 16,3-3-15-16,-3-1-12 0,-4-1-31 0,6-7-41 16,-2-7-43-16,-5 3-24 0,2-6-18 0,-2 1-19 15,-2-8-58-15,2-2-82 0,0 0-341 0,0 0-758 16,0 0 336-16</inkml:trace>
  <inkml:trace contextRef="#ctx0" brushRef="#br0" timeOffset="69637.63">9070 6048 332 0,'0'0'370'0,"-10"-5"-31"0,10 5-30 0,0 0-29 0,5-8-18 16,-5 8-31-16,21-8-21 0,-4 5-23 16,3-2-18-16,11 0-12 0,1-6-16 0,1 5-20 15,12 1-11-15,-1 1-9 0,3-4-6 0,-1 2-26 0,-13 1-34 16,15-3-31-16,-7 0-43 0,-4 8-36 0,12-5-52 15,-4-1-48-15,-2-1-46 0,-8 2-44 0,-9 0-172 16,3 1-474-16,-8-1 211 0</inkml:trace>
  <inkml:trace contextRef="#ctx0" brushRef="#br0" timeOffset="70071.09">9929 5876 28 0,'-32'8'168'0,"19"-5"7"0,7 2 36 0,-6-1 10 15,0 3-11-15,-2 1-16 0,4 0-2 0,-2 6-6 16,0-4-5-16,3 5-13 0,-1-3 0 0,1 3-14 15,1-4-6-15,-4 2-12 0,9 2-13 0,0-3-10 16,1 0-7-16,1-2-4 0,2 5-6 0,-1-6-12 16,5 2-7-16,-2 0 0 0,4-6-6 0,0 5-6 15,3-8-8-15,-4 4 1 0,3-1-10 0,2-2-6 16,-3-3-6-16,-8 0 0 0,29-11-3 0,-13 6-8 16,1-5-6-16,-7 0-11 0,6 0-11 0,-8-4-3 15,6 1-5-15,-6-1-1 0,7-3 3 0,-7 2-3 16,-1 0 6-16,-1 2-1 0,3-1-1 0,-4 2 5 15,-2 3 4-15,3-1-2 0,-1 2 4 0,-3-2 5 16,5 4-7-16,-1 0 1 0,-4 1 6 0,10 1-8 16,-1 4-1-16,1-1 0 0,4 2-2 0,1 1 5 15,3 5-6-15,0 1 3 0,8-3 0 0,-10 4-3 16,12 5-1-16,-5-2 0 0,-6-4 6 0,8 3-1 16,-2 3-1-16,-9-4-3 0,-2 1 6 0,5 1-4 0,-9-4 0 15,2-1-1-15,-2 1 6 0,-5-1 9 16,-2 1 14-16,0-3 36 0,2-2 39 0,-5-3 37 15,0 0 28-15,4 4 6 0,-4-4 3 0,0 0-4 0,0 0-10 16,0 0-8-16,-28-14-12 0,21 9-13 0,0-2-13 16,-1 2-13-16,6-3-14 0,-3 1-20 0,4-1-21 15,1-4-41-15,1 1-41 0,4-2-71 0,5-1-72 16,5-6-79-16,8 0-91 0,10-10-107 0,4-2-277 16,1 5-791-16,5-2 351 0</inkml:trace>
  <inkml:trace contextRef="#ctx0" brushRef="#br0" timeOffset="71080.91">11877 5781 278 0,'2'-10'297'0,"4"0"4"0,-6-2-1 0,0 3 7 16,0-1 4-16,0 0 0 0,0-1-32 0,-3 2-19 15,-2 2-30-15,-2-3-21 0,-3 9-19 0,-3-2-29 16,0 3-5-16,-10 2-20 0,1-1-14 0,-3 3-16 16,-8 12-11-16,9-3-8 0,-5 5-11 0,1-2-7 15,-2 11-3-15,7-5-12 0,0 2-3 0,8-2-8 16,5-2-10-16,0-4-3 0,4 10-14 0,6-9 0 0,-4 2-1 15,11-1-9-15,-4-2 0 0,11 0 3 0,-1 1-4 16,10-2-4-16,0-3-4 0,0-5-2 16,6 0-4-16,0-6-8 0,3 2 0 0,-6-6-7 15,-3 2 3-15,6-3 0 0,-5-3 5 0,-2 4 6 0,-1-3-8 16,-4 0 3-16,1 3 7 0,-8-3 0 0,2 5-1 16,-2-4 1-16,-2 0 4 0,-1 2-2 0,-1 2 1 15,-6 1-8-15,10-6 4 0,0 6-4 0,-10 0 2 16,0 0 2-16,12 3 0 0,-4 1 6 0,-6-1-6 15,2 7-1-15,3-3 5 0,0 0 1 0,-1 3-3 16,4 0 2-16,4-3 7 0,-8 3-4 0,2-5 0 16,6 0 5-16,-1 4-1 0,-3-4 4 0,-4-1-5 15,3-1 7-15,4 0-2 0,-6 2-4 0,3-5-1 16,-10 0 7-16,11-7-3 0,-4 2 2 0,-6 2-3 16,3-4 3-16,1 2-5 0,-5-3 12 0,3-3-11 15,-1 1 1-15,-1 0 0 0,-2-1-4 0,2-1 5 16,-1-6-1-16,0 6-4 0,0-4 5 0,2 0-2 15,0 6 3-15,1 0-3 0,-1 0 2 0,-1 0-1 16,3 0 1-16,-1 2 0 0,-2-3 1 0,4 4-5 16,2 1 7-16,0 0-11 0,-4 5 11 0,4-6-6 15,-1 3-9-15,-6 4 1 0,17 3 3 0,-6 1-1 16,-2 0 1-16,4 1-4 0,-3 2 6 0,-2 1 0 16,5 0-4-16,2 3 4 0,-6-1 2 0,4 2-6 0,2 1-5 15,-9-3 12-15,3 0-13 0,-3-3-2 16,2 1 11-16,-1-5-14 0,1 1 9 0,1 1 5 15,-9-1-2-15,0-4 5 0,0 0-5 0,0 0 5 16,18-7 3-16,-15 2-2 0,-3 5 6 0,5-8 1 0,2 0 8 16,-6-3 8-16,6 4 4 0,-5-2 4 0,4 0-1 15,1 0-3-15,1-1 2 0,-3 0 2 16,-2 6-8-16,4-4-4 0,-2 0 3 0,-2 1-4 16,2 2-4-16,4-2 4 0,-3 6-10 0,-6 1 0 0,13-4-4 15,-13 4 8-15,17 1-11 0,-17-1-2 0,17 7 2 16,-9-3-13-16,2 0 1 0,0 0 4 0,0 3-6 15,-4-2-3-15,4 0 7 0,2 1 2 0,-7-2-3 16,5 3 6-16,-4 0-3 0,3-4 12 0,-3 2-11 16,2-3 2-16,1-2-3 0,-3 2 7 0,-6-2-3 15,15-2 0-15,-15 2 6 0,20-4 0 0,-12-2 17 16,-1-1 6-16,1 4 8 0,7-4 4 0,-8 3 9 16,3-2 11-16,-5-1 10 0,1-1-4 0,3 5 3 15,4-1-1-15,-10-7 2 0,9 8-10 0,-9-2-7 16,2 2-7-16,3-1-5 0,1 3-4 0,-9 1-7 15,13 0-3-15,-13 0-4 0,15 1-5 0,-7 2-2 16,-1 0-1-16,6 2-2 0,-7-1 0 0,9 7-2 16,-1-6-7-16,0 3-20 0,5 4-23 0,-4-3-30 0,3 1-37 15,0 1-37-15,4 0-26 0,-1-1-34 0,-6-4-45 16,0 1-48-16,6-7-57 0,-4 7-50 16,-6-9-205-16,4-3-656 0,-5 2 290 0</inkml:trace>
  <inkml:trace contextRef="#ctx0" brushRef="#br0" timeOffset="71296.84">13296 5815 171 0,'0'0'175'0,"0"-5"-20"0,0 5 0 0,0 0 26 0,0 0-6 15,0 0-3-15,0 0-5 0,4 16 5 0,-4-4 1 16,7 6 6-16,-2 6 4 0,2 2 3 0,-1 6 4 16,4 6 4-16,-1 5 5 0,2 7-4 0,-1 1-12 15,2 4-15-15,3 14-8 0,-6-10-13 0,0 16-17 16,-3-18-15-16,3 19-7 0,-3-22-14 0,3-1-6 15,2-1-9-15,-8-6-7 0,4-3 0 0,-2-13-29 16,2-5-34-16,-2-7-28 0,0-1-28 0,1-7-13 16,2-2-29-16,-3-4-45 0,2-7-49 0,-7 3-49 15,17-16-58-15,-16-4-283 0,4-8-621 0,-5-1 275 16</inkml:trace>
  <inkml:trace contextRef="#ctx0" brushRef="#br0" timeOffset="72377.88">13296 5923 212 0,'-7'-15'373'16,"2"3"41"-16,-2 3-8 0,6-1-27 0,-1 2-26 15,-1-1-36-15,6-1-20 0,-1 2-23 0,3-2-28 16,-2 3-29-16,4-3-18 0,-1 3-22 0,2-2-21 16,2 5-13-16,0-1-14 0,-1 2-19 0,5-1-8 0,-4 2-16 15,4 4-24-15,1-2-7 0,-1 4-18 16,1 0-20-16,0 4-3 0,0 1-26 0,0 5-15 15,2-1-8-15,-3 1-23 0,-2 1-1 0,3-3-18 16,-7 7-12-16,-1-6-2 0,-1 2-1 0,-2 2-2 0,1-4-2 16,-4 1 6-16,-2-5 12 0,1 2 11 0,-2-4 1 15,-3 2 9-15,3-5 5 0,-4 0 7 0,-2-1 2 16,8-3 10-16,0 0 0 0,-29-5 4 0,21 0 4 16,0 1 0-16,0-4 9 0,-4 1 10 0,4-5-4 15,1 1 9-15,-1-3 5 0,3 0 2 0,3-5 2 16,2 0 2-16,7 0 0 0,1-9-2 0,0 1 1 15,6 0 1-15,-1-1-2 0,-2-3 1 0,8 4 0 16,-4 0 0-16,-1-1 2 0,3-1-4 0,0 5-1 16,-7-2 3-16,-2 9-2 0,2 2 3 0,1 1 10 15,-1 1 2-15,-3-1-6 0,1 5-2 0,-1 3-3 16,1 0-1-16,-3 2-2 0,-5 4-3 0,17-2 6 16,-17 2-7-16,14 7 0 0,-7 1-4 0,5 2 2 15,-2 2 4-15,-2 3-4 0,0 2-2 0,0 1 1 16,1 9-4-16,-4-3 3 0,5 7-2 0,-5-2-1 15,1 0 4-15,1-4-1 0,-1 4-2 0,3-4 3 16,-3 2-2-16,-4-3-1 0,5-4 1 0,-1 4 1 16,1-5 3-16,1-8 3 0,-6 6 0 0,9-5 4 15,-1 1-4-15,-3-3 0 0,6-3-1 0,4 1-2 16,-1-7 1-16,2 1 0 0,1-1-1 0,2-1-3 16,9-1 2-16,-4-5 0 0,6 3-8 0,-6-4 0 15,1-4-3-15,-6 4 1 0,6-5-5 0,-11 3 4 16,4-4 0-16,-3 1-2 0,-2 2 2 0,0-4 0 0,-4 6 7 15,1-7 1-15,-12 3 11 0,5 1 12 0,-7 2 13 16,2 0 0-16,-3 0 2 0,-4 5 2 16,2-4 1-16,-6 4 5 0,4 0-9 0,-3 4-3 0,10 0 2 15,-28 0-5-15,16 4-6 0,-4 1 8 0,1 3-16 16,0-1 2-16,0 5-3 0,8-1-1 0,-1 4 0 16,3-4 1-16,2 2 0 0,-2-1 16 0,10 6-21 15,-2-7 7-15,2 6-3 0,8-5 3 0,2 2-2 16,8-2 1-16,7 1 0 0,2-2-12 0,14-4-7 15,2-2-23-15,5 2-14 0,5-8-21 0,-2-1-18 16,-1-2-20-16,-5-4-16 0,1-1-17 0,-5-1-9 16,2 0-4-16,-1-4-8 0,-9-6 2 0,5 5-8 15,-17 0-4-15,-1-2 11 0,5 2 10 0,-9-5 10 16,-1 1 18-16,-5 5 22 0,-7-1 36 0,2 2 31 16,-5 2 44-16,-2 0 41 0,1 2 20 0,-4 1 9 15,0 0 2-15,-4 2 0 0,4 6-5 0,-3-9-4 16,-3 6-5-16,6 3-6 0,-14 0-4 0,14 0-4 15,-16 4-4-15,6 3-3 0,-2 1-1 0,-3 4-5 16,7 0-3-16,-8 2-2 0,1 7-5 0,1-6-4 16,1 9-2-16,-2-2-2 0,0 0-4 0,2-2 4 15,-2 6-8-15,2-8 1 0,3 0-5 0,0-3 0 16,0 3 3-16,2-3-13 0,0-3-12 0,1-3-8 16,-1 0-16-16,1-2-14 0,-1-3-23 0,1 0-23 0,-3-4-15 15,10 0-10-15,-13-8-22 0,6 0-6 16,4-2 1-16,0 3 16 0,1-5 11 0,2-3 10 15,0-2 15-15,0 2 3 0,5-1 16 0,-2-4 17 16,-3 7 30-16,2-4 31 0,3 7 35 0,-3-5 52 0,1 4 27 16,-1 1 6-16,1 2 12 0,0 1 8 0,-1 1-5 15,0 2-9-15,-2 4-15 0,6-8-11 0,-6 8-16 16,0-3-13-16,0 3-8 0,0 0-6 0,0 0-5 16,15 15-5-16,-8-9-7 0,1 3-5 0,7 3-8 15,-2 1 4-15,4 5-7 0,9-1 1 0,-3 2-2 16,1 1-1-16,4-3-6 0,0-1-20 0,2-3-27 15,-1 1-45-15,1 2-60 0,2-4-82 0,1-4-100 16,0-4-267-16,10 3-621 0,-13-6 275 0</inkml:trace>
  <inkml:trace contextRef="#ctx0" brushRef="#br0" timeOffset="73272.25">16147 5652 299 0,'0'-13'459'0,"2"3"3"0,1 1-7 16,1-1-5-16,-4 4-24 0,5-1-35 0,-4 2-45 15,-1 5-39-15,2-6-42 0,-2 6-23 0,0 0-28 16,7 18-18-16,1 0-23 0,5 6-13 0,-6 3-16 0,3 13-14 16,3 3-15-16,0 0-13 0,0 7-9 0,-3 4-5 15,5 4-8-15,-3 16-10 0,-4-19-7 16,4 1-6-16,-1 18-12 0,-4-19-19 0,-1-1-24 0,3-4-25 15,-1 3-30-15,0-8-39 0,-3-3-42 0,-1-12-44 16,2-3-30-16,-3-7-38 0,-3-1-42 0,0-10-51 16,0-6-63-16,0-3-248 0,0 0-704 0,0 0 312 15</inkml:trace>
  <inkml:trace contextRef="#ctx0" brushRef="#br0" timeOffset="74035.8">16132 5671 275 0,'-3'-12'371'0,"1"7"-3"15,2-5-8-15,0 2-18 0,2-3-15 0,3-1-16 16,2 3-37-16,4-3-30 0,6 3-20 0,-1 0-22 16,-2 0-20-16,7 2-19 0,-4 0-19 0,9 4-15 15,-9 3-15-15,13 0-14 0,-9 2-8 0,1 4-8 16,-3 1-14-16,-2 4-5 0,0 0-13 0,-1 2-5 15,-3 1-5-15,2 2 2 0,-7 2-30 0,-1-1-11 16,0-1-15-16,-2 3-17 0,-4-2-12 0,-6-2-10 16,0 3-13-16,-5-5-15 0,2 2-17 0,-8-1-11 0,1-5-14 15,-3 2-17-15,-6-4-21 0,0 1-14 0,2-7-24 16,-1 2-17-16,5-3 5 0,1 0 18 16,-4-6 19-16,12 5 12 0,1-4 16 0,1-2 9 0,1 0 11 15,6-1 8-15,0 0 18 0,5-4 6 0,3-2 8 16,0 1 6-16,7-2 11 0,0 2 6 0,7-7 6 15,4 2 10-15,-1 3 13 0,-2 2 27 16,-5 3 18-16,1-2 13 0,-5 2 12 0,5 7 5 0,-3-4 10 16,-3 4 7-16,1-1 1 0,-3 1 1 0,-2 3 0 15,5 2 2-15,0-2-6 0,2 1-5 0,-3 6-2 16,6 0-1-16,-1-4-4 0,-3 6 1 0,0 3-8 16,-2-6 1-16,2 1 3 0,-2 3-11 0,2-3-1 15,-3 2-5-15,2 0 1 0,1-2-5 0,-8-2-1 16,1 1-3-16,2 0-2 0,-3-1 0 0,-2 0-1 15,-5-5 3-15,8 4-5 0,-5 0 1 0,-3-4 4 16,7 3 12-16,-7-3 7 0,2 4 12 0,-2-4 5 16,0 0 8-16,0 0 14 0,0 0 3 0,0 0 5 15,0 0 0-15,0 0 4 0,1-13-14 0,-1 13-1 16,7-6-6-16,-7 6-6 0,2-6-5 0,4 0-6 16,1 3-9-16,-2-1-6 0,6 0-1 0,-11 4-2 15,14-3-3-15,-8 3-6 0,-6 0-1 0,17 0-8 16,-4 3 3-16,-5-1-2 0,1 1-2 0,5 2 1 0,-9 0 1 15,9 0-4-15,-4-1-2 0,1 3-3 0,-1-3 1 16,3 0 2-16,-4 1-3 0,4 1 0 16,-2-2 0-16,1 0-3 0,1-3 1 0,-3 2 0 15,3-2 9-15,-13-1-11 0,25-1-1 0,-12 1 5 0,-1-3-1 16,5 0-2-16,-1-2 3 0,-3 3-4 0,1-5 4 16,-4 1-1-16,4 1-1 0,-4-2 5 0,2-2-8 15,-4 4 3-15,1-3-3 0,-3 1 1 16,1-4 1-16,-6 4 5 0,4-1-7 0,-10-3-3 0,4 4 0 15,1 1-6-15,-8-1-8 0,-9-4-7 0,2 6-15 16,-1 4-17-16,-8-5-25 0,3 3-24 0,-6 2-25 16,1 1-43-16,1 0-45 0,4 0-60 0,-8 1-198 15,13 1-514-15,3-1 227 0</inkml:trace>
  <inkml:trace contextRef="#ctx0" brushRef="#br0" timeOffset="75430.78">17318 5202 223 0,'0'0'359'0,"0"0"-35"15,0 0-31-15,0 0-34 0,0 0-28 0,0 0-24 16,0 0-22-16,0 0-14 0,4 21-21 0,0-11-13 15,4 4-16-15,-3-1-12 0,2 4-12 0,-1 2-6 16,3 4-9-16,-4-4-7 0,-1 7-9 0,3-8-4 16,0 7-10-16,-6-5-1 0,4-1-9 0,-3 1 3 0,-2-4-8 15,2-1-4-15,1 2-3 0,-1-7-2 0,-2 2-6 16,1-1 2-16,-1-2 0 0,0-3-8 16,4 0-1-16,-3 1 0 0,-1-7 5 0,4 7-13 15,2-6 9-15,2 1-2 0,4-1-5 0,0-1 0 0,3-1-3 16,-4 1 1-16,4 0-5 0,3-3 2 0,2 3 2 15,-3-4 0-15,-6 8-5 0,9-3 3 0,-3 1-2 16,-1 2-2-16,-1-3-2 0,-3 2 4 16,1 2-4-16,-3-1-1 0,5 4 4 0,-4-1-3 0,-2-2 1 15,2 4-1-15,-6-1-3 0,7 0 3 0,-7 1 0 16,1 2-2-16,-1-3 3 0,-3-1 2 0,3 5-3 16,-3-4-1-16,-2-1 7 0,0 4-1 0,-5-4-2 15,1-1 0-15,-2-2 5 0,-1 3 1 0,-1-3 0 16,-4-3-1-16,1 2-2 0,-9-1 2 0,11-2-1 15,-7-2 2-15,-4-1-2 0,0 2-3 0,4-3 4 16,1-3-3-16,0 4-1 0,0-4 0 0,2 1-1 16,6 0-1-16,-1-3 3 0,0 1-10 0,4-4 3 15,1 2-5-15,3-7 2 0,7 4-1 0,1-4-2 16,0-2-1-16,12-2-1 0,-5-3-8 0,15-9 0 16,1 3-9-16,-3-2 2 0,5 4-3 0,-3 0 2 15,8-4-1-15,-16 8 5 0,1 4 1 0,-2 0 3 16,-4 0 4-16,-2 5 20 0,0 0 22 0,-9 3 20 15,6 1 22-15,-9 3 16 0,4-1 10 0,-4 3-10 16,2-2 0-16,-3 5-18 0,3-2-10 0,-5 5-5 16,0 0-7-16,0 0-3 0,0 0-12 0,0 0-5 15,0 0 7-15,-22 24-6 0,19-7-5 0,-4 0-4 16,2 0-1-16,-1 6-3 0,2 3-1 0,-1-1 3 0,2 2 1 16,3 0-3-16,2-1 1 0,1 2 0 0,4-1-8 15,1-1 5-15,5-1-6 0,-3-7 1 16,8 6-8-16,-1-3 1 0,3-3-4 0,3 3 5 15,0-8-4-15,5-1 6 0,-5-1-16 0,-3-7 0 0,10 6-2 16,-7-8-16-16,4-3-9 0,-4 1-6 0,-2-1-1 16,-2-6-1-16,4 3 2 0,-10-2-6 0,2 1 6 15,0-3 3-15,-9-1 3 0,3 1 6 16,-3-1 2-16,-4 0 2 0,5-2 7 0,-7-1 0 0,-2 4 7 16,-5-3 6-16,1 2 1 0,4 2 4 0,-6-1 7 15,-4 2-7-15,4 1 3 0,-4 2-3 0,1 2 7 16,-2 1-3-16,13 0-3 0,-24 4 2 0,9 3 1 15,2 0-1-15,3 3 3 0,-3 1-4 0,5 4 1 16,-2-4-2-16,5 2 6 0,3 5 3 0,2-7-4 16,2 2 5-16,0 2 0 0,3 1-2 0,-2-5 4 15,7 5-4-15,0-5 0 0,1 1 5 0,3-6 1 16,0 0-2-16,3-2-7 0,3-1 1 0,-7-3 3 16,9-4 3-16,-1-2-4 0,-4 1 1 0,6-5-1 15,-3 2-1-15,3-5 0 0,-2 2-1 0,-4 1 6 16,1-7-7-16,-1 7 4 0,-1-4-3 0,-1 2 4 15,0 1 4-15,-5-3-6 0,-2 5 11 0,-1 0 13 16,-1-2 11-16,-1 4 7 0,2-1 20 0,0 4-14 16,-7-2-5-16,1 0-16 0,4 2-4 0,-5 4 0 0,0 0-12 15,0 0 1-15,0 0 7 0,0 0-8 0,0 0-4 16,0 0 2-16,0 0-3 0,-8 20 1 16,3-12 1-16,3 3-6 0,1-3 0 0,1 4-3 15,1-1 11-15,1 0-20 0,-2-1-7 0,7 0-2 0,-6 2-2 16,4-4 2-16,4-1-10 0,-3 2-5 0,2-2-1 15,-1 0-4-15,5-1-10 0,-2-1-10 0,-2-4 0 16,7-1 4-16,-15 0-8 0,20-1 9 16,-10-1 3-16,1-6 3 0,-3 6 5 0,1-4 4 0,-1-2 6 15,-1 0 2-15,1 4 5 0,-1-3 8 0,-1-1 8 16,1 0 8-16,-6 3 14 0,6 0 11 0,-2 2 1 16,-3-4 2-16,-2 7 0 0,3-8 0 0,0 5-3 15,-3 3-9-15,0 0-1 0,4-6-3 0,-4 6-6 16,0 0 2-16,0 0 0 0,0 0 6 0,0 0-8 15,8 10-1-15,-8-10 1 0,8 11-4 0,-5-8 1 16,-1 3 0-16,8-4 3 0,-10-2 2 0,10 5 1 16,-7-1 2-16,-3-4 3 0,10 4 2 0,-10-4 3 15,10 0 12-15,-10 0-8 0,0 0 4 0,17-8 0 16,-12 5 6-16,0-1-3 0,0-2 4 0,5-1 5 16,-2 0 23-16,0 0 0 0,-1 1 9 0,-1-3 5 15,-1 1-3-15,2-2-6 0,0 3 5 0,4-1-6 16,-4 1 12-16,1 0 4 0,-5 2 0 0,6-2-2 15,-9 7-5-15,5-4-16 0,-5 4-2 0,8-6-9 16,-8 6-8-16,6-5-8 0,-6 5 1 0,0 0-15 16,0 0-6-16,15 8-13 0,-13-2-29 0,5 0-20 15,1-3-27-15,5 6-32 0,-6-3-21 0,3 2-38 0,-4-4-46 16,8 3-62-16,0-2-85 0,1 1-297 0,2-1-713 16,1-4 317-16</inkml:trace>
  <inkml:trace contextRef="#ctx0" brushRef="#br0" timeOffset="75762.09">19416 5392 39 0,'-8'-1'298'0,"8"1"-5"15,-13-2-15-15,13 2-19 0,-20 3-13 0,10 1-18 16,3 0-17-16,-1-1-23 0,0 0-12 0,1 3-19 15,-1-4-14-15,1 3-13 0,1 2-11 0,-1-2-13 16,5-1-7-16,-3 2-7 0,4 3-7 0,2-4-4 16,4 3-9-16,-3 2 2 0,5-1-2 0,1 2-1 15,2-2-4-15,1 3-11 0,4-2-2 0,-1 2-5 16,-6 0-3-16,7-1-8 0,0 1-2 0,-2-1-6 16,2-1-1-16,-5 0-5 0,0-2-2 0,-2 1-1 15,-1-3-9-15,-4 1 4 0,0-2-3 0,0 4 0 16,-3-6-3-16,0-3-6 0,-3 14 2 0,-3-10-15 15,-4 2-26-15,1-3-26 0,-7 3-34 0,-12 3-42 16,-2-5-48-16,2 1-68 0,8-2-67 0,-7 0-175 16,6 0-536-16,3 1 237 0</inkml:trace>
  <inkml:trace contextRef="#ctx0" brushRef="#br0" timeOffset="75945.37">19762 5582 67 0,'7'-5'439'0,"-7"5"-28"0,0 0-30 0,6-3-29 16,-6 3-34-16,7-4-39 0,-7 4-23 0,0 0-38 16,7-5-54-16,-7 5-90 0,0 0-100 0,0 0-135 15,0 0-301-15,0 0-501 0,0 0 221 0</inkml:trace>
  <inkml:trace contextRef="#ctx0" brushRef="#br0" timeOffset="85506.27">5930 8372 36 0,'0'-10'354'0,"-2"0"-9"15,2 3-11-15,0-3-7 0,-3 3-17 0,3-1-9 16,-2 4-22-16,2 4-37 0,0 0-17 0,0 0 2 16,0 0-6-16,0 0-8 0,2 26-5 0,3-10-3 15,0 7-8-15,3 17-13 0,1 5-8 0,2-3-13 16,-1 6-14-16,5 1-13 0,-5 2-13 0,2 0-11 15,1 2-15-15,-3-2-7 0,1 0-9 0,-1-2-7 16,-1 1 18-16,-3 1-8 0,2-5-10 0,1 0-21 0,-3-3-31 16,3 0-43-16,-4-14-47 0,1 0-51 0,2-2-30 15,1-5-44-15,-3-2-51 0,3-5-65 16,-3-2-87-16,1-6-311 0,1 1-763 0,0-4 337 0</inkml:trace>
  <inkml:trace contextRef="#ctx0" brushRef="#br0" timeOffset="86718.2">6864 8946 78 0,'-2'-11'291'16,"-3"3"-2"-16,-2-3-3 0,6 1-4 0,-8 2-1 15,-2-1 8-15,3 0-1 0,-4 0 4 0,2 2-7 16,3 0-21-16,-9 0-28 0,1 2-21 0,2 4-24 16,1-1-19-16,-6 2-16 0,0 2-13 0,-2 1-18 15,3 4-11-15,-3 4-10 0,-3 3-11 0,2 3-7 0,-2 2-8 16,1 1-10-16,2 7-8 0,-3-3-9 16,8 3 2-16,0 0-8 0,0-2-8 0,9 0-3 15,-3-1-3-15,9 1-7 0,-5-5-10 0,10-4-1 16,-5 4-2-16,9-2-2 0,-1-6-4 0,5 3-6 0,4-6 2 15,4-3 1-15,1-5-4 0,6 4-3 0,-3-5-2 16,3-6-2-16,0-1-4 0,2-4 3 16,-9-1 1-16,6-11 0 0,-4 4 1 0,-3-4 2 0,8-11 11 15,-6 0-15-15,-1-7 4 0,1-1-6 0,-8-2 3 16,0-2 4-16,-4-1-8 0,-4 1 10 0,-1-1 0 16,-3-3 0-16,-4 6 2 0,-3-2-1 0,-1 8-2 15,2 7 5-15,-1 2-3 0,0 2 11 0,0 2 9 16,0 3 2-16,-1 3 3 0,-2 6 7 0,6-1-1 15,-3 5 2-15,5-2-5 0,0 7-7 0,-7-4-8 16,7 1-6-16,0 7-7 0,-6-3-4 0,6 3 1 16,0 0 1-16,0 0-5 0,0 18 2 0,0-9 9 15,0 3-13-15,6 9-3 0,-6 3 3 0,7 2 6 16,-7 6-4-16,7 6 4 0,-6 5 2 0,6-4-1 16,-1 5-1-16,1 1 2 0,0 0-2 0,-6-3 0 15,8 0-1-15,4-2-3 0,-5 1-8 0,5 0 2 16,-4-3-13-16,11-2 3 0,-6-7 0 0,5-2 9 0,1-2-5 15,3-2 1-15,2-2 4 0,-1-3-2 0,3-2-3 16,1-5-1-16,8-2 1 0,9 0-5 16,-10-4-4-16,10-4-4 0,-11-6 5 0,-1-2-1 0,0-1 2 15,-1 0 3-15,3-8 2 0,-9 3 6 0,2-8-8 16,0 1 17-16,-4 0-11 0,-3-6 5 0,-6 3-2 16,2-4 6-16,-4 2-5 0,-2-4 0 0,-7 1 7 15,2 2 2-15,-6-5 9 0,-5 7 13 0,4 0 11 16,-8 3-2-16,1 8 5 0,0-3-1 0,1 5-1 15,-9-5-3-15,2 9-1 0,0-2-9 0,-6 5-3 16,3 1 3-16,-3 4-9 0,4-1 2 0,-4 6 0 16,5 0-1-16,-3 4-5 0,0 2 4 0,6 2-6 15,-1 3 8-15,4-1-4 0,3 2-2 0,1 0 3 16,3 2-9-16,2-1 5 0,7 8-5 0,-1-3 11 16,9-3-3-16,4-3 4 0,2 5-6 0,9-6-1 15,0-2 0-15,13 5 5 0,1-6-8 0,8-1-2 16,-4-4 0-16,5 1-19 0,6-7-9 0,-4-1-10 15,6-4-5-15,-5-1-1 0,9-2-2 0,-5-5 2 0,-1 3 1 16,6-2 6-16,-7-4-1 0,1-1 1 16,-6-2 6-16,0 1 3 0,-10-4-1 0,0 0 5 15,-6-2-2-15,6 3 5 0,-20 2 4 0,0-4 0 0,-5 11 18 16,-1-8-11-16,-4 5 4 0,-5-4 9 0,-1 1 8 16,-5 0 8-16,-2 3 7 0,-4 1-6 0,-6-1 4 15,0 0 0-15,-3 0-4 0,-7 4 2 16,-6-2-14-16,-1 5 2 0,-2-2 6 0,-6 7-8 0,12 3 3 15,-9 4 1-15,-6 1 1 0,5 1-8 0,-5 11-3 16,8-3 2-16,0 0-1 0,5 5-1 0,4-2-6 16,-1 2-7-16,3-1-5 0,4 2 5 0,8-6-5 15,5 1-2-15,-4 0-1 0,6-2-1 0,6 0 7 16,1-1-8-16,3-7 2 0,5 3-2 0,3-3-4 16,2-4-2-16,8-3-2 0,0-1 1 0,2-1 1 15,1-5 4-15,-1-4 6 0,0 2-3 0,-3-2 4 16,2-2 1-16,-4-4 2 0,0 1 3 0,-2 5 4 15,-6-7 8-15,1 2 14 0,-8 7 15 0,5-6 11 16,-5 5 20-16,0 3 12 0,-4-4 9 0,-1 3 0 16,0 3-5-16,-3-1-5 0,-2 5-22 0,8-3-2 15,-8 3-13-15,0 0 1 0,0 0-7 0,13 12 5 16,-11-4-9-16,-2 4-1 0,3 0-2 0,-3 2 14 16,5-1-19-16,-1 5 19 0,-1-6-14 0,5 4-2 0,-3-1 1 15,7-1-8-15,-2-1 6 0,3-2-1 16,0 1-7-16,-1-3 4 0,4-2 1 0,2 0-12 15,-1-3-14-15,4-4-34 0,-1-1-38 0,-3-2-51 0,-2-4-62 16,0 3-69-16,0-5-69 0,-2-3-256 0,-3-3-640 16,0-1 283-16</inkml:trace>
  <inkml:trace contextRef="#ctx0" brushRef="#br0" timeOffset="86967.07">8135 8352 117 0,'-12'-2'401'0,"6"-1"21"0,-1 1-16 0,7 2-30 15,-17-7-34-15,11 6-30 0,6 1-28 0,-9-2-27 16,9 2-29-16,-4-4-29 0,4 4-34 0,0 0-52 15,0 0-40-15,0 0-31 0,-5 11-37 0,5-11-49 16,9 8-57-16,-4-1-84 0,5 0-108 0,-5-1-228 16,4-2-562-16,4 3 249 0</inkml:trace>
  <inkml:trace contextRef="#ctx0" brushRef="#br0" timeOffset="87598.05">10013 8974 215 0,'0'0'350'0,"-6"-4"-23"0,6 4-28 16,0 0-34-16,0 0-24 0,-15 0-26 0,15 0-23 0,0 0-19 15,-7 7-16-15,1-2-17 0,6-1-11 0,-2 4-10 16,-1-1-10-16,3-7-9 0,3 14-12 0,-1-6-2 16,-2-1-10-16,6-1-4 0,-4 1-6 0,4-2-7 15,1 1-8-15,1-3 4 0,-1 2 7 0,-7-5-20 16,15 0 6-16,-15 0-15 0,15-5-3 0,-4 2 0 16,-6-1-1-16,0-3-5 0,4 2 1 0,-4-3-4 15,-2-1-5-15,-3 0 1 0,3-2-2 0,-3-1-3 16,-3 4 1-16,0-3-5 0,-2 1-2 0,-4 4-4 15,3-8-3-15,-4 5-7 0,-2 1-6 0,-4-2-20 16,1 3-19-16,1 0-23 0,0 4-30 0,-1 0-41 16,0 3-55-16,8 0-47 0,-8-1-273 0,15 1-564 15,-18 4 249-15</inkml:trace>
  <inkml:trace contextRef="#ctx0" brushRef="#br0" timeOffset="87930.09">9957 8595 36 0,'-15'3'291'0,"7"0"-25"0,8-3-21 16,-13 3-21-16,4 0-11 0,9-3-16 0,-8 7-13 15,3 0-14-15,3-3-7 0,2 2-13 0,0-6-8 16,0 9-7-16,7-3-13 0,-7 3-5 0,8-6-8 15,-1 0-10-15,1 0-12 0,1 0-2 0,4-2-9 16,-5-1-5-16,5 0-8 0,1 0-6 0,-5-1 1 16,5 0 1-16,-13-4 11 0,13 2-1 0,-6 0 3 15,0-6 12-15,-3 2-13 0,-3-1-5 0,-2-2-4 16,0-6-14-16,-2 1 7 0,0 3-7 0,-1 1-8 16,-5-1-1-16,0 0-12 0,-6 0-10 0,4 1-17 0,-3 0-19 15,-2 3-39-15,7 3-32 0,-10 2-37 16,8 3-49-16,-5 0-56 0,2 0-83 0,4 1-214 15,-4 2-572-15,7 2 254 0</inkml:trace>
  <inkml:trace contextRef="#ctx0" brushRef="#br0" timeOffset="90204.2">11460 8374 120 0,'-3'-17'369'0,"-2"-2"-13"0,5 4-13 15,-4 0-13-15,-1 3-3 0,5 0-7 0,0 5-2 16,-1-2-25-16,-1 2-29 0,-1 0-30 0,3 7-31 16,0 0-25-16,0 0-16 0,0 0-18 0,0 0-13 15,3 29-13-15,-1-11-11 0,4 9-10 0,-2 2-12 16,2 8-12-16,-4-4-1 0,10 15 0 0,-9-2-15 16,3 1 0-16,-1-3-11 0,-3 0-2 0,0-2-4 15,1-10-12-15,0 9-13 0,-3-10-29 0,4-6-23 16,-4 2-13-16,3 0-14 0,0-7-21 0,-1-2-15 15,-2-4-12-15,2-1-10 0,-1-5-5 0,4-2-23 16,-3-5-39-16,-2-1-36 0,0 0-36 0,0 0-30 0,23-14-239 16,-16-2-573-16,-4 0 253 0</inkml:trace>
  <inkml:trace contextRef="#ctx0" brushRef="#br0" timeOffset="91533.23">11443 8245 92 0,'-6'-27'228'0,"-4"4"-2"15,-3-3 8-15,6 2-2 0,7 0-12 0,0 5-11 16,-2-3-15-16,4 5-11 0,5-3-16 0,-1 2-17 16,3 2-10-16,5 1-18 0,1 1-12 0,0-3-10 15,5 10-10-15,3-3-7 0,-6 3-9 0,4 3-11 16,9 4-8-16,-2 4-6 0,-3 3 2 0,2 7-9 16,-3 0-6-16,4 2-2 0,-6 4-6 0,0 2-2 15,-1 2-3-15,-4 3-5 0,-4 2-3 0,-5 0 2 16,4 3-6-16,-9 6-2 0,-3-4-1 0,-2-7-1 15,-6 11-2-15,1-10 3 0,-4 4-3 0,-6 6 1 16,2-7 0-16,-9-1 0 0,4-5-2 0,0-2 2 16,-3 1-3-16,1-6 3 0,7-2-4 0,0-4 0 0,0 2 2 15,2-8 1-15,5 1-4 0,-2 0 2 0,5 0 3 16,-3-4 6-16,4 0 0 0,0 2 3 16,4-5-1-16,-2 9 2 0,2-9 2 0,3 11-2 15,4-3 1-15,1-2-6 0,5 1 2 0,2 4 1 0,2 1-1 16,4 0-2-16,2 0-2 0,6-2 2 0,-1 1-2 15,0 5-4-15,0-1 5 0,2-3-3 16,-5 0-2-16,4 0 4 0,0 0-9 0,-5 2 0 16,-4-8 6-16,3 1-13 0,-6 3 2 0,3-3 0 0,-5 1-7 15,1-3-4-15,4 0 0 0,-5-1-2 0,-2-1 1 16,-3-3-1-16,3 3 4 0,1-3 0 0,-3 0 5 16,3-3-3-16,-3 0 1 0,-3 2 1 0,4-2 1 15,0 2-1-15,-4-6 6 0,5 5-6 0,-3-5 2 16,0 3 8-16,5-5-9 0,-5 3 3 0,0 0-2 15,0-3 2-15,-2-2 2 0,2 1 3 0,-2-4-5 16,2-1 3-16,0 2 2 0,-5-14 2 0,0 12-4 16,2-11 1-16,-7 2-2 0,6-3 0 0,-6 0 6 15,0 2-3-15,0 6 5 0,-3 1 7 0,0-1 6 16,3 2 4-16,-7 3 5 0,2 1-3 0,2 5-5 16,1 1 1-16,-5-1-4 0,1 2-2 0,-1 6-2 15,7 0-2-15,-18 0-2 0,18 0-2 0,-13 14-3 16,3-2 2-16,-2 4 0 0,6 2 2 0,-3 2 0 15,3 2-4-15,-3 3 1 0,3 2-2 0,4-1 3 16,-5 2-1-16,6-4-2 0,2-4 0 0,1-2-5 0,3 1-2 16,-3 1 2-16,4-2-3 0,1-3 2 15,1 2 2-15,4-7-3 0,3 0 0 0,0 1-1 16,0-5-5-16,3-3-15 0,3-3-5 0,7 0-5 16,-3-3-2-16,3-3-1 0,2 0-9 0,3-3-3 15,-8-3-4-15,3 0-1 0,-3 0 1 0,3-6-2 16,0 3-5-16,-5-5-8 0,1 0-5 0,-9-6-5 15,3-1-10-15,-2 0 0 0,-1 0 6 0,-5 0 4 0,3-2 12 16,-4 1 4-16,-3-1 4 0,3-2 10 0,-3 1 5 16,-6-2 10-16,0 3 18 0,0-1 14 0,0-1 17 15,-8 3 18-15,6-1 13 0,-9 2 7 0,2 0 6 16,1 0 6-16,1-1 12 0,-1 1 9 0,-3 3 7 16,1 0 8-16,5 5-3 0,-5 4 7 0,5-4 2 15,0 7 2-15,0 1-4 0,0 0-10 0,3 3-13 16,1 1-8-16,-4 1-16 0,5 6-6 0,-4-3-3 15,4 3-11-15,0 0 2 0,-6 16-5 0,6-4-3 16,0 6-9-16,0 6 1 0,0 3 0 0,0 2-5 16,0 10 0-16,0 3-2 0,0-12 2 0,6 11-4 15,3 2 0-15,-6-4-2 0,7 3-2 0,0-4-2 16,0-9 4-16,5 12-3 0,-4-13 2 0,4 3-2 16,0-4-6-16,8-4 6 0,-1 1-10 0,6 2-1 15,-5-13-11-15,7 4-11 0,1-4-15 0,2-2-11 16,14-5-2-16,-14-6-11 0,13 0-7 0,-1 0 0 15,-9-6 6-15,9-8 1 0,-14 6 2 0,-2-4 7 16,9-7 5-16,-9 4 1 0,-4-4 3 0,0 1 9 16,-8-3 2-16,2 1 5 0,-10 4 3 0,-1 0 6 0,-1-3 11 15,-2 0 15-15,-5 1 15 0,1-2 12 0,-2 5 4 16,-4-1 0-16,-4 4-2 0,3-3-2 16,-8 3-5-16,0 0-3 0,-1 8-2 0,-2-3-4 15,-4 7-5-15,-4-1 0 0,-3 4 1 0,4 3-3 0,-2 1-1 16,0 4-3-16,-1 1 5 0,6 4-9 0,-1 4 5 15,0-1-5-15,8 4 2 0,4 1 1 16,-4 2-2-16,8-7 1 0,6 5 0 0,-2 3-3 16,4-11-1-16,1 4 0 0,7 4 0 0,-2-9 5 0,7-1-6 15,0-1 0-15,0 2 0 0,3-8 1 0,0 1-2 16,4-1 3-16,-6-3-1 0,6-4 1 0,0 0-4 16,-1-5 5-16,1-1-2 0,-3-3-1 0,0 3-1 15,-4-3 4-15,3-3-3 0,-3 3 0 0,-4-8 12 16,2 7 18-16,-4-7 24 0,-3 7 11 0,1 0 10 15,0-6 26-15,-6 8 6 0,-1-3 6 0,2 3 6 16,5 1-15-16,-7-1 1 0,0 3 1 0,4-3-29 16,-4 8-8-16,0-7-9 0,0 7-10 0,0 0-11 15,0 0-6-15,0 0-6 0,0 0-5 0,10 16-10 16,-3-7-7-16,8 1-9 0,-3 4-28 0,2-1-14 16,10 10-16-16,-3-10-24 0,2 4-21 0,5-4-26 15,-3 1-30-15,8-1-43 0,-8-1-41 0,12-2-49 16,-4-3-47-16,-5-1-176 0,7-3-561 0,-7-3 249 15</inkml:trace>
  <inkml:trace contextRef="#ctx0" brushRef="#br0" timeOffset="91747.9">14131 8447 213 0,'0'-7'310'0,"0"-2"-11"0,5 5-14 15,-5 4-29-15,0-8-26 0,0 8-24 16,0 0-23-16,0 0-20 0,0 0-17 0,0 0-10 0,-33 16-17 15,23-8-12-15,0 2-10 0,-1 6-9 0,-4 0-10 16,-3 3-5-16,-1 6-8 0,6-4-6 0,-3 3-8 16,1-3-16-16,0 1-22 0,-3 1-13 0,1-2-20 15,6 1-24-15,-1-7-22 0,-1 2-20 0,8 1-30 16,-5-9-39-16,5-3-19 0,-2 2-45 0,2-4-170 16,-1-3-422-16,6-1 188 0</inkml:trace>
  <inkml:trace contextRef="#ctx0" brushRef="#br0" timeOffset="92312.67">13830 8551 79 0,'0'-10'216'0,"3"-2"18"0,1-3 11 0,1 5 5 16,-4 2-7-16,-1 2-18 0,0 1-26 0,0-2-19 15,0 7-19-15,0 0-17 0,0 0-14 0,0 0-15 16,22 15-13-16,-15-7-4 0,1 5-15 0,7 2-4 16,1 7-10-16,2-2-4 0,4-4-4 0,3 9-7 15,6 2-9-15,2-5 1 0,7 2-5 0,-10-6-10 0,13 0-7 16,3 2-17-16,2-7-24 0,-3 1-21 15,1-3-22-15,4-3-34 0,3-5-21 0,-10-2-20 16,7-4-9-16,-7 2-10 0,-12-3 7 0,4-4 10 16,-4-3 5-16,-3 1 10 0,-3-2 16 0,-2-3 11 0,-1-3 15 15,-9 2 7-15,2 2 25 0,-5-1 33 0,-10-1 29 16,5 5 32-16,-5-5 21 0,-5 5 23 16,5-1 9-16,-10 1-1 0,5 2 1 0,-10 2-4 0,0-4-3 15,4 9-2-15,-11-1-3 0,4-1-6 0,-7 3-8 16,-3 2-2-16,3 6-4 0,-8 3-8 15,7 0-8-15,-3 4-7 0,3-1-3 0,-4 3-4 16,10 4-2-16,-3 0-3 0,7 4-2 0,2-9-4 0,4 7-1 16,4 1-5-16,-1-7 1 0,7 2-4 0,0-2-2 15,7-1 2-15,-1-7-3 0,3 4 3 0,7-4-3 16,4-2-6-16,3-5-3 0,5-1-2 0,1-1-2 16,0-5-2-16,1-5-1 0,0 2 2 0,-2-2-3 15,4-5 4-15,-9 1-3 0,3-4 1 0,4-2-1 16,-7-1 2-16,-6-1 2 0,4-2 1 0,-6 0 4 15,7 5 22-15,-16 4 29 0,3 3 19 0,2-1 6 16,-6 6 16-16,-2-3 14 0,-1 3-14 0,-2 1-5 16,7-1-14-16,-6 4 2 0,-1 4-26 0,0 0-7 15,0 0-4-15,0 0-8 0,0 0 2 0,-8 24 4 16,6-13-12-16,2-1-6 0,0 5 3 0,0-2-8 16,2 3 9-16,5 0-11 0,1 2 4 0,4-6-7 15,4 6 1-15,4 0-8 0,8-6-12 0,-1 3-8 16,4 0-22-16,12-6-25 0,2 0-26 0,-1-4-24 15,4-4-28-15,-3-2-27 0,-12-3-39 0,14-4-30 16,1-3-43-16,-5-5-257 0,-12 2-578 0,14-6 257 16</inkml:trace>
  <inkml:trace contextRef="#ctx0" brushRef="#br0" timeOffset="92777.1">15578 7893 112 0,'-18'-13'272'15,"8"3"-12"-15,-3 3-25 0,4 1-22 0,1 0-22 16,1 3-21-16,-4 3-16 0,11 0-10 0,-8 10-7 16,6-2-12-16,2 4-8 0,0 3-7 0,2 4-9 15,3 2-11-15,-2 5-7 0,3 2-4 0,3 2-13 16,-6 2-5-16,0-2-3 0,4 3-5 0,0 9-5 16,1 0-5-16,-3-3-6 0,-4 6 0 0,4-6-5 15,-3 3-5-15,-2-3-2 0,0 3 7 0,0-3-9 16,8 4-5-16,-8-11-11 0,0-3-10 0,0-2-9 15,5-2-16-15,-5-4-12 0,2-6-16 0,-2-3-3 16,0-3 2-16,0-3-13 0,0 0-3 0,0-6 2 0,0 0 1 16,0 0 11-16,0 0 4 0,0-23 4 15,0 8 6-15,0 2 5 0,-7-5 6 0,7 0 17 16,0-3 14-16,0 1 16 0,-6 0 8 0,2 1 10 16,-1-6 18-16,5-4 17 0,0 10 17 0,-6-7 9 0,11 5 12 15,-5 3 20-15,1 2 4 0,-1 0 12 16,7-1 9-16,-7 7 2 0,8-7-5 0,-8 8-5 15,7 0-10-15,-2-2-14 0,3 3-8 0,1 1-18 16,-1 2-9-16,3 1-9 0,-1 4-5 0,0 0-12 0,8 4-4 16,-3 0-8-16,4 4-1 0,-1 3-4 0,-2 0-3 15,-1 2-6-15,0 1-5 0,5 7-5 0,-3-2-2 16,-3 4 4-16,1 1-7 0,0-1-10 0,0 4-30 16,-2-4-26-16,-4 0-28 0,6 0-22 0,-2-3-24 15,-5 0-42-15,0-2-36 0,-1-5-62 0,1 2-60 16,0 0-257-16,-4-4-630 0,2-5 279 0</inkml:trace>
  <inkml:trace contextRef="#ctx0" brushRef="#br0" timeOffset="93375.37">16192 8416 57 0,'-3'-3'286'0,"3"3"-20"16,0 0-15-16,0 0-13 0,0 0-17 0,-25 8-10 15,22-2-23-15,-2 3-14 0,5-2-18 0,0 5-14 16,-4 0-10-16,8 2-10 0,-4-2-11 0,5-1-11 16,3 6-10-16,-6-3-6 0,11 1-11 0,-5-2-3 15,9 1-5-15,-4-5-5 0,2 2-6 0,5-4-7 0,-4-4 0 16,1 3-6-16,3-5-8 0,-4-1-2 16,2-2-3-16,-1-3-5 0,-1 3 0 0,-1-5-10 15,-1 1 2-15,-8-1-10 0,1 0-1 0,1-3-2 16,-1 0 1-16,-7-1-1 0,1-5 3 0,-1 6 7 15,0-2-6-15,-1 4 11 0,1-4 10 0,-5 1 4 0,3 0 7 16,0-2 1-16,-3 6 3 0,5-1-4 16,-3-3 5-16,0 4-4 0,1 2-4 0,1 1-1 0,1 4-9 15,-4-11-11-15,4 11-5 0,0 0-4 0,0 0 2 16,0 0-1-16,0 0 1 0,0 0-1 0,0 0-2 16,0 0-1-16,18 20 1 0,-9-10 1 0,-1 2-2 15,0-2-2-15,0 3 1 0,6-1-4 0,-4 0-2 16,-4 2-2-16,8-1 4 0,-1 1-3 0,-5-1-1 15,7-1 5-15,-2 0 1 0,-1-2-2 0,-1-2 1 16,3-2 3-16,-6-1-5 0,0-1 4 0,4-3-1 16,-12-1 1-16,0 0 1 0,18-5 10 0,-6-2 13 15,-3 0 15-15,5 1 11 0,-1-3 10 0,2-3 9 16,-4-1 4-16,4 1 20 0,0-2 13 0,7-2 0 16,-7 2 3-16,6-6 13 0,-6 6 9 0,-2 3-7 15,2-3-4-15,-7 4-6 0,7 0-2 0,-6 2-10 16,4 0-7-16,-7 5-17 0,4-4-5 0,-5 4-12 15,2-2-9-15,-7 5-4 0,15 0-5 0,-15 0-3 0,16 8-12 16,-9-1-4-16,0 3-12 0,-1-1-20 16,1-1-14-16,0 4-18 0,1 3-20 0,0 2-20 15,0-2-15-15,4 3-25 0,0-2-28 0,1-1-13 0,0 2-20 16,-3-3-23-16,5-1-29 0,-2-3-35 0,0 2-51 16,2-7-46-16,0 2-271 0,-5-4-688 0,5-1 305 15</inkml:trace>
  <inkml:trace contextRef="#ctx0" brushRef="#br0" timeOffset="93540.68">16755 7962 26 0,'-22'-16'246'15,"1"3"-24"-15,1 0-24 0,2 2-23 0,-1 7-14 16,-2 0-21-16,4 0-32 0,-6 9-56 0,2 0-60 15,1 5-99-15,-10 2-96 0,0 3-219 0,-13 4 98 16</inkml:trace>
  <inkml:trace contextRef="#ctx0" brushRef="#br0" timeOffset="94222.56">8464 10980 316 0,'-16'-2'428'0,"2"2"7"0,4-3-15 16,4 0-10-16,6 3-13 0,-13-4-18 0,13 4-19 15,0 0-22-15,-5-1-25 0,5 1-29 0,0 0-28 0,0 0-31 16,0 0-24-16,0 0-23 0,31-12-26 0,-13 10-28 16,14-3-33-16,1 1-37 0,0 1-41 0,13-3-46 15,1 6-52-15,-4-6-54 0,1 5-40 0,4-3-59 16,-6 4-76-16,2-4-81 0,-7 4-271 0,-9-1-720 16,8-4 318-16</inkml:trace>
  <inkml:trace contextRef="#ctx0" brushRef="#br0" timeOffset="99217.87">10045 10715 140 0,'6'-20'220'0,"-6"2"-7"0,5-9-10 16,-5 0-4-16,2-3-7 0,-9 0-9 16,7 1 3-16,-1-2 0 0,-4-1-8 0,1 1-2 15,-2 3-2-15,-1-1-5 0,-6 4-5 0,5-1-10 0,-7 3-17 16,0 4-1-16,0 4-13 0,-3 3-12 0,1 0-8 15,2 4 6-15,-14 4-30 0,7 1 6 0,-6 7-25 16,-4-1 2-16,3 12-14 0,-3 1-4 0,-3 6-6 16,-1 5-6-16,6 3 1 0,0 3-6 0,4 0-4 15,9-4-5-15,3 10-3 0,-1-7 2 0,5 3-3 16,3-6 0-16,7 3 2 0,3-2-7 0,4 2-2 16,0-3-9-16,8-1 0 0,-1-1-2 0,3-3 0 15,5-3-7-15,6 0 5 0,0-3-3 0,0-3-1 16,2-3-10-16,1-5 0 0,1 1-5 0,1-2-5 15,-3-6-4-15,3 0-1 0,-7-1 5 0,-3-4 1 16,-1 0 3-16,-1 1 1 0,1-2 10 0,-7-3-8 16,0 3 5-16,-7 0 4 0,5 0 1 0,-5-1-1 15,-1 0 4-15,0 3 5 0,-6-2 5 0,6-2 11 0,-4 6-10 16,2-3 1-16,-5 5-2 0,5-5-2 16,-5 5 0-16,0 0 4 0,0 0-5 0,0 0 1 15,0 0-1-15,17 8-2 0,-11-5 6 0,3 3-4 0,-3 0 2 16,4 1 2-16,2 0-3 0,3-2-1 0,1 3 2 15,6-2 13-15,-6 0-13 0,6-2 2 0,-1-1 1 16,1 1-2-16,-1 0 0 0,1-3 0 0,-6 2-5 16,4-6 6-16,-10 2-2 0,5-2-2 0,-3 2 6 15,-4-3-3-15,0-1 1 0,-1-2 1 0,-5 3 1 16,1-5-2-16,-3 0 0 0,-3 0 0 0,1-2 3 16,-5 1-3-16,2-2-1 0,-6-5-1 0,-1 2 2 15,4 3-1-15,-7-3 0 0,7 3-1 0,-1 0 2 16,3-3 0-16,-1 7-2 0,1-3 0 0,4-1 5 15,-3 4 0-15,5 1 0 0,0-1-2 0,0 0-4 16,7 1 4-16,-3 3 0 0,5-1 2 0,-1 2-3 16,0 2 6-16,7-2-6 0,0 3-4 0,3 4 0 15,-1-1 3-15,-1 4 1 0,4 0-2 0,-3 0 9 0,-1 4-11 16,-1 0-2-16,-3 1 0 0,3 1-1 16,-2 1 3-16,-3-1-3 0,2 1 1 0,-3-1 2 15,3 1-8-15,-9-6 8 0,6 6-2 0,-3-5 0 0,1 2 1 16,-5-4-2-16,4 1 3 0,-4-1-2 0,3-1 4 15,-4 0 5-15,-1-6 4 0,7 6-7 0,-7-6-1 16,0 0 1-16,7 0 0 0,-7 0 8 0,0 0 2 16,8-15 3-16,-3 6 6 0,-3 0 2 0,6 0 6 15,-3-3 0-15,-4-4 2 0,6 4 4 0,1-7 13 16,-1 6-3-16,1-3 0 0,-1-1 4 0,-1 5 5 16,3-3 1-16,-3 5 4 0,1 0-6 0,3 2-3 15,-5 0-1-15,2 0 9 0,-6 5-22 0,9-1-1 16,0 0-8-16,-10 4-3 0,10-4-5 0,-2 4-1 15,-8 0-8-15,18 5 3 0,-9 2-1 0,1 1-3 16,-2-1-1-16,4 5-1 0,-1-1-5 0,2 1-1 16,1 2-11-16,-6-1-14 0,7 1-20 0,-4 0-11 15,3-2-15-15,-3 3-21 0,1-4-24 0,-2 4-27 16,5-6-49-16,-1 2-53 0,3-8-70 0,1 2-234 16,-1-3-593-16,-2-1 262 0</inkml:trace>
  <inkml:trace contextRef="#ctx0" brushRef="#br0" timeOffset="99549.84">11414 10455 51 0,'-9'-2'334'0,"1"-5"-9"0,-5 2-14 0,6 3-9 0,-6-3-16 15,5 4-21-15,-6 1-21 0,14 0-21 0,-16 0-20 16,1 4-22-16,8-1-25 0,-4 3-13 0,9 1-11 15,-8 0-11-15,5 1-19 0,-3 4-5 0,6-2-10 16,2 3-9-16,0 1-6 0,5 3-14 0,5-6 0 16,-5 7-11-16,5-5 4 0,-2 1-12 0,6-1 2 15,-4 1-1-15,3-1-10 0,2 1-1 0,-2-1 0 0,2-2-3 16,-2 1-3-16,-5-3-1 0,1 2-9 16,-3-4 3-16,3 1-1 0,-3-1-3 0,-4-1-3 15,3 0-4-15,-4 0 5 0,-1 1 1 0,0-7-6 16,-3 10 2-16,-2-6 8 0,-6-3-3 0,1 7-7 0,-5-5-13 15,3 0-20-15,-3-2-31 0,-1 4-26 0,-6-2-28 16,6-3-33-16,6 0-46 0,-7-1-60 16,7-1-50-16,0 1-224 0,0-7-571 0,5 1 253 0</inkml:trace>
  <inkml:trace contextRef="#ctx0" brushRef="#br0" timeOffset="99816.65">11533 10022 290 0,'0'-7'366'15,"0"0"-26"-15,0 7-27 0,0-5-34 0,0 5-27 16,0 0-30-16,0 0-22 0,0 0-18 0,0 0-16 16,5 19-18-16,-2-6-16 0,5 5-10 0,-4 2-13 15,4 5-8-15,0 4-9 0,0-1-8 0,4 11-4 16,-2 2-16-16,3-1-2 0,-5-10-9 0,1 6-5 15,4 3-1-15,-5-7-3 0,2-3-5 0,2 1-6 0,-4 2-5 16,5-5-5-16,-4 0-18 0,5-1-22 0,-2-4-26 16,-4-2-26-16,1-3-33 0,-1-2-44 15,-1 1-62-15,1-5-52 0,-2 0-254 0,6-5-555 0,-9 0 246 16</inkml:trace>
  <inkml:trace contextRef="#ctx0" brushRef="#br0" timeOffset="100578.99">11819 10529 171 0,'0'0'266'0,"7"-12"-21"16,-1 10-13-16,1 1-20 0,1-4-15 0,2 3-13 16,3 1-8-16,2-2-15 0,2 6-13 0,-1-3-13 15,3 1-16-15,-3 6-7 0,4-6-18 0,0 9-7 16,-2-1-8-16,2 1-4 0,-3 0-13 0,-3 4-2 15,8-2-7-15,-7 4-4 0,0-4 0 0,0 5-13 16,-9 0-5-16,7-2-1 0,-3-3-5 0,-5 5-2 16,2-2-3-16,-2-1 3 0,-3-1-7 0,-2-3 4 15,0 1-2-15,-2-5 1 0,-1 1 9 0,-2 1 19 16,3-4 1-16,-1 3 14 0,3-7 14 0,-10 3 2 0,10-3-8 16,0 0 12-16,0 0-19 0,-12-14-4 0,12 6-7 15,0 1-6-15,4-1-6 0,4-9-9 16,5 3-21-16,0-1-25 0,9-2-27 0,1-2-26 0,5-1-24 15,9 0-30-15,-6 2-26 0,10-2-23 0,1 2-13 16,1 0-11-16,-2 4 0 0,2 4-5 0,-11-2 16 16,-3 6 11-16,3-1 19 0,-2 0 15 0,-9 3 12 15,1 1 23-15,-6 2 0 0,4-3 20 0,-12 1 12 16,7 3 18-16,-8-1 22 0,-7 1 13 0,15-3 6 16,-5 0 25-16,-10 3 26 0,0 0 23 0,0 0 14 15,0 0 18-15,0 0 11 0,0 0 8 0,0 0 6 16,0 0 7-16,0 0 6 0,-32-5-8 0,32 5-7 15,-23 3-7-15,8-1-10 0,0 1-7 0,-5 1-6 16,4-1-3-16,-1 2-9 0,-3 2-1 0,1 5-11 16,4-4-5-16,-2 7-4 0,-8-1-7 0,10-1-2 15,1 2-4-15,4 0-7 0,-2 1-2 0,4 1-4 16,1-2-1-16,2 2-2 0,-1-1-3 0,6 0-3 0,0 0 4 16,6-8-6-16,-6 4 1 0,8-4 0 0,4-1-2 15,3 1 1-15,0-2-3 0,3-1 1 16,4-5-5-16,1-4-2 0,-5 1 3 0,12-4-5 0,-14 1 2 15,6-1 0-15,-1-5 2 0,2-3-5 0,-8 1 1 16,0 1-3-16,7-7-3 0,-9 5 6 0,0 0-1 16,-4-3 0-16,-8 3 4 0,7-2 15 0,-1 4 26 15,0-2 22-15,-6 6 9 0,4 0 10 0,-3-1-1 16,-2 7-3-16,0-4-13 0,5 2-7 0,-5 5-7 16,0-8-10-16,0 8-1 0,0 0-10 0,0 0 2 15,0 0-10-15,-10 20-4 0,8-16-4 0,1 8-6 16,1 0 16-16,0 0-20 0,0 2 6 0,3-2-2 15,2 4-2-15,3-1-4 0,-1 0 0 0,0-2 3 16,6 2-8-16,-2 0-4 0,3-3-2 0,0 2-21 0,6-3-12 16,-1-4-24-16,0 2-24 0,1-4-27 15,2-4-32-15,-4 3-34 0,-3-4-39 0,3 0-31 16,0-5-37-16,-3 0-42 0,0-4-201 0,0-3-569 0,-3-1 252 16</inkml:trace>
  <inkml:trace contextRef="#ctx0" brushRef="#br0" timeOffset="100779.2">13173 10372 49 0,'-7'-4'224'0,"7"4"-16"0,-3-3-10 0,3 3-1 15,0 0-2-15,0 0-2 0,-7 20-5 0,3-11-8 16,4-1-7-16,0 4-7 0,0 2-14 0,4 2-13 16,-2 1-6-16,6 2-13 0,-3-4-8 0,4 5-11 15,-1-2-14-15,7 0-3 0,-7 0-11 0,5 3-9 16,1-6-4-16,0-2-11 0,1 1-10 0,2-2-25 15,-4-4-32-15,2-1-39 0,2 0-54 0,-6-4-55 16,7-3-34-16,-4-1-42 0,1-1-159 0,-6-3-435 16,-2-2 193-16</inkml:trace>
  <inkml:trace contextRef="#ctx0" brushRef="#br0" timeOffset="101143.49">13488 10448 108 0,'0'0'125'0,"0"0"-15"16,-5-8 6-16,5 8 3 0,0 0 1 0,0 0 3 15,0 0-6-15,0 0-8 0,-5 20-8 0,8-12 1 16,-6 3-3-16,6-3 0 0,-1 0-7 0,3 4-3 0,-1-4-7 16,-4 4-8-16,5-3-2 0,2 0-5 0,-2 2-10 15,-2-4-1-15,4-1-2 0,0-2 0 0,-1 3 2 16,-4-3-4-16,6-1 0 0,-8-3-2 0,15 1-6 16,-15-1-4-16,13-4-3 0,-6-2 6 0,1 1 3 15,2 1 4-15,0-4 7 0,2-2 5 0,-1 0 8 16,2-1 11-16,-4-2 13 0,-1 5 23 0,-1-3-1 15,4 1-2-15,-4 4 15 0,-1-5 3 0,1 3-7 16,0 1-3-16,-2 6-13 0,0-6-10 0,1 5-12 16,1-3-7-16,-7 5-8 0,15-1-7 0,-15 1-8 15,18 4-9-15,-8 4-3 0,0-5-4 0,1 5-2 16,4 2-10-16,0 4-5 0,0-6 1 0,5 6-1 16,-3-4-5-16,-1 5 4 0,4-4-10 0,-5 1-10 15,5-1-20-15,-7-3-17 0,7 3-9 0,-5-5-33 0,-2 0-12 16,0-2-34-16,-3-2-30 0,2 0-41 15,-4-2-37-15,-8 0-21 0,18-7-23 0,-11 3-26 16,-1-4-193-16,-4 0-534 0,6-1 237 0</inkml:trace>
  <inkml:trace contextRef="#ctx0" brushRef="#br0" timeOffset="101375.87">14078 9844 64 0,'0'-15'304'0,"-5"0"-1"15,4-1-17-15,1 5-13 0,0 2-31 0,-4 2-21 16,8-1-22-16,-4 8-22 0,0 0-16 0,0 0-16 16,0 0-12-16,21 20-16 0,-11-2-5 0,3 5-17 15,1 2-10-15,-4 1-6 0,9 11-5 0,-4-1-11 16,0 3-8-16,0 3-5 0,2-5-5 0,1 5-1 16,-3-3-4-16,0 3-3 0,3 5-7 0,2-6-4 15,1-1-15-15,-1 1-17 0,-3-4-26 0,1 1-31 0,-2-10-41 16,-4-1-51-16,1 0-48 0,-4-8-62 15,-9-2-176-15,1 0-477 0,-1-7 211 0</inkml:trace>
  <inkml:trace contextRef="#ctx0" brushRef="#br0" timeOffset="101757.65">14308 10359 108 0,'5'-8'282'0,"-1"-2"-19"0,1 5-15 0,1 0-17 15,3-3-25-15,-1 2-21 0,0 2-19 0,5 0-14 16,7 0-17-16,-3 3-11 0,6 1-14 0,5 0-9 16,2 1-16-16,0 0-5 0,3 2-11 0,-2 1-2 15,-1-1-4-15,-2 1-10 0,4-3-8 0,-11 1-4 16,1-2-2-16,-1 1-2 0,-4-1-4 0,-1 4-4 16,-2-4-4-16,-3-4-4 0,-11 4 0 0,17-1-2 15,-14-1-3-15,-3 2-4 0,7-8 2 0,-7 8-4 16,0 0 1-16,-7-11 2 0,-1 6-5 0,1 2 8 15,7 3 4-15,-10-7 7 0,0 2 6 0,5 1 5 16,-3 3-1-16,8 1-2 0,-13-2-6 0,13 2-1 16,-17 2-6-16,17-2-1 0,-8 7 0 0,3 2-7 0,3 0 7 15,-1-2 0-15,3 5 2 0,-5 3 5 0,5 0 2 16,0 2 2-16,2 2 3 0,-2-1-6 16,3-1-8-16,2 2 4 0,-3 1 9 0,4 2-17 0,-2-2 2 15,0-4-5-15,0 6 1 0,-1-3 0 0,-3-6-6 16,0 4-41-16,3-4-32 0,-6-2-38 0,3-2-51 15,-8-5-63-15,1 3-77 0,-1-6-206 0,-2-1-540 16,10 0 239-16</inkml:trace>
  <inkml:trace contextRef="#ctx0" brushRef="#br0" timeOffset="101956.84">13638 10050 12 0,'-10'-6'387'0,"4"-3"-12"0,-1 4-29 0,0 1-30 16,1-2-35-16,2 0-19 0,-1 0-27 0,4 1-27 15,1 5-19-15,-8-4-27 0,8 4-55 0,-5-6-60 0,5 6-62 16,-9-2-42-16,9 2-59 0,0 0-65 16,-21 8-246-16,12-7-462 0,-2 2 205 0</inkml:trace>
  <inkml:trace contextRef="#ctx0" brushRef="#br0" timeOffset="102189.42">11736 10297 295 0,'-34'4'361'0,"0"-4"25"0,8-4-6 0,4 4-9 15,8-1-13-15,-1 1-12 0,5 0-34 0,10 0-21 16,-17 0-30-16,17 0-30 0,-8-3-28 0,8 3-24 16,0 0-31-16,41-6-38 0,-6 3-74 0,13-4-61 15,10 7-63-15,-2-2-66 0,6 2-96 0,0 0-112 0,-2-5-204 16,1 1-611-16,-3 0 271 0</inkml:trace>
  <inkml:trace contextRef="#ctx0" brushRef="#br0" timeOffset="104828.65">15912 10186 4 0,'0'-16'369'0,"0"-2"6"15,0 1-5-15,0 7 2 0,-1-2-3 0,1 3-12 16,0-2-29-16,0 7-22 0,-5-4-33 0,3 1-35 15,2 7-26-15,0 0-24 0,0 0-19 0,0 0-20 16,0 0-12-16,0 0-17 0,8 30-13 0,-1-14-9 16,-7 2-8-16,8 3-11 0,4 5-14 0,-4-2 3 15,2 2 5-15,2-3-20 0,-2 1-2 0,-4-5-6 16,11 3-9-16,-2 2-3 0,-5-11-5 0,-2 4-10 16,5-4-8-16,-5-1-6 0,2 0-18 0,-1-4 0 15,-3-1-3-15,1 1-10 0,1-4 12 0,-3 1-10 0,-2-3 15 16,-3-2-2-16,0 0 1 0,0 0-1 0,19-7 11 15,-15 0-15-15,-2-1-1 0,0-1 4 16,1-1 1-16,4-5-4 0,-4-2 9 0,0 1 1 0,-1-2-2 16,5 1 0-16,-1-1 19 0,1 5-17 0,-5-5 1 15,4 5 2-15,1-2 1 0,-6 4-2 0,6-1 10 16,-5 3 9-16,3 3-13 0,5-2 1 0,-5 3-3 16,1 2 1-16,1-1-2 0,-7 4-8 0,16 4 1 15,-7-1 2-15,12 2-1 0,-14 6 1 0,6-2 8 16,2 6-6-16,-2-3 2 0,-3 6-2 0,3-2 3 15,-3 3-1-15,5-4-13 0,-3 0 8 0,-6 1 10 16,4-3-21-16,-1 2-1 0,-1-4-7 0,-2-2 4 16,1 1 7-16,0-3-3 0,-6-2 2 0,6-1 9 0,-2 0 8 15,-5-4-1-15,0 0-2 0,0 0 6 0,11-11 4 16,-7 4 1-16,2-1 13 0,-1-5 5 16,4-1 5-16,-8 0-1 0,4-4 0 0,2-1 9 0,0 0 3 15,7-6 7-15,-5 2 4 0,1 8 1 0,1-4-3 16,-4 3 2-16,-1 0-2 0,9 2-1 0,-6 2-8 15,-3 4-7-15,1 0-6 0,1 0-6 16,-1 4-2-16,8 2-4 0,-7 2-10 0,7 2-5 0,-2 2-15 16,2 4-13-16,0 1-21 0,0 3-21 0,8 6-20 15,2-2-20-15,-2 4-20 0,2 1-22 0,10 3-17 16,-4-6-20-16,0 4-23 0,-2 0-36 0,14-3-34 16,-2-3-26-16,0-2-36 0,-8-5-191 0,12-1-576 15,-12-4 255-15</inkml:trace>
  <inkml:trace contextRef="#ctx0" brushRef="#br0" timeOffset="105675.29">17433 10201 126 0,'-11'-16'214'15,"4"3"19"-15,-4-4 12 0,-1 5 4 0,-1-4-2 0,1 5-13 16,-3-1-1-16,2 1-28 0,0 9-15 16,-2-6-14-16,0 5-20 0,0 0-18 0,-1 3-10 15,-4 3-22-15,1 1-6 0,1 4-7 0,-2 1-12 0,6 6-6 16,-13 0-10-16,7 4 8 0,5 1-18 0,0-1-11 15,0 5 0-15,9-9-5 0,-2 4-4 0,1 0-3 16,5-1-10-16,-3 0 3 0,10 0-1 0,-3-5-3 16,3 2 7-16,2-3-14 0,2 0 5 0,-2-1-11 15,3-7-2-15,5 1-2 0,3-2-1 0,-1 0-1 16,3-6-2-16,-4 2 2 0,4-7-2 0,-2-1-3 16,2 0 4-16,-3-1-2 0,4-8 2 0,1 1 2 15,-3-2-5-15,0-1 1 0,-1 2 0 0,-2-5 5 16,-2 4 1-16,-4 4-1 0,-4-5 4 0,3 5 15 15,-3 2 13-15,-3 4 15 0,4 0-2 0,-4 1-5 16,-1 1 4-16,3 2-20 0,0 1-3 0,-5 4 0 16,0 0-5-16,0 0-1 0,0 0-6 0,10 12 14 15,-8-3-18-15,3 5-1 0,3-3 1 0,0 5 0 0,2 2-13 16,5 3 1-16,3-1-3 0,0 0-7 16,1-5-7-16,7 3-6 0,-3-5-6 0,-3 4-14 15,8-7-5-15,-5 1-15 0,7-4-12 0,0 0-18 0,-4-6-13 16,-2-1-14-16,-3 0-8 0,-4-1-4 0,4-6 1 15,-4 0 7-15,1-1-7 0,0 0-2 16,-3-7-6-16,0 3 3 0,-7-5-9 0,-1 0 13 0,-2-3-3 16,-4 0 10-16,-1-6 6 0,0 2 12 0,0-3 8 15,0 0 9-15,0 0 12 0,-1-4 13 0,-4 1 22 16,-3-2 16-16,1-5 27 0,0 4 9 0,-1-6 30 16,0 11 28-16,3-1 23 0,-5 2 7 0,3 0 14 15,2 3 19-15,-5 1 8 0,7 7 14 0,0 1 8 16,-1 4 6-16,-1-1-6 0,4 5-5 0,-1 2-17 15,-1-2-21-15,3-1-12 0,0 8-2 0,0 0-23 16,0 0-6-16,0 0-7 0,18 24-7 0,-13-4-3 16,5-5-9-16,0 12 3 0,5 3-10 0,-7 9 4 15,5 0-12-15,4 3 0 0,-2-3-8 0,-2 0 3 0,2 0-4 16,0 6 0-16,0-9-7 0,-4-7-5 16,1-1 0-16,3 0-9 0,-4-1 2 0,-1-4-18 15,-3-4-18-15,1 1-8 0,-1-8-3 0,-6 2-4 0,6-7 4 16,0 1-5-16,-1-6-9 0,1-2-5 0,-7 0 0 15,0 0-5-15,15-10-7 0,-10 1-1 16,-2-3-1-16,2-1-1 0,-2-6 6 0,2-1 11 0,0-3 3 16,0-4 7-16,-5 1 5 0,5 2 5 0,-1-6 5 15,0 6 15-15,1 8 19 0,0-10 14 0,0 7 20 16,-5 4 12-16,0 2 17 0,2 5 5 0,-2-4-1 16,0 4-6-16,0 2-14 0,0 6-4 0,3-4-3 15,-3 4-5-15,0 0-2 0,0 0-4 0,0 0-3 16,-5 31-3-16,0-20-2 0,0 8 1 0,2 0-1 15,1 1-3-15,2 0 1 0,2 6-5 0,-2-3 2 16,3-3 5-16,2-1-9 0,2 1 1 0,8 3-3 16,-5-4-2-16,8-3-11 0,-3-1-19 0,5-4-33 15,3 4-50-15,-6-7-52 0,4-1-49 0,12-2-68 0,-13-5-144 16,8 0-454-16,2-2 201 0</inkml:trace>
  <inkml:trace contextRef="#ctx0" brushRef="#br0" timeOffset="106040.42">18602 10159 2 0,'-3'6'201'0,"3"-6"7"0,0 9-8 0,3-2 0 0,2-2 0 16,-3 2-12-16,4-4-3 0,4 2-11 0,2 0-12 15,3-2-10-15,-1 1-13 0,0-4-14 0,6 0-12 16,-4 0-8-16,1-1-9 0,3-2-13 0,-6-2-6 15,3 0-10-15,-2-1-6 0,0-2-6 0,0 0-2 16,-4-4-7-16,-1 1-8 0,-3 2-2 0,1-4-2 16,-5 0-3-16,1-2-2 0,-4 2-3 0,0 3 2 15,-2-6 8-15,-3 5 11 0,2 1 11 0,-5 1 9 0,-2 3 6 16,-5-3 10-16,0 3 0 0,0 0 0 16,-2 5 3-16,-1-3-1 0,-2 8 7 0,0 3-7 15,-1-1-1-15,1 1-6 0,3 1 8 0,-6 7-27 0,2 1 0 16,6-1-19-16,0 2 8 0,2 4-4 0,8-5-2 15,1 4-3-15,1 2-2 0,3-3-5 0,3 0-1 16,9 6 0-16,0-2-2 0,9-4-7 0,7 1 11 16,9 1-21-16,7-6-40 0,6-2-37 0,-2-5-42 15,3 0-60-15,4 0-71 0,0-11-89 0,-4 2-318 16,2-7-698-16,-2 1 309 0</inkml:trace>
  <inkml:trace contextRef="#ctx0" brushRef="#br0" timeOffset="107352.74">19986 9653 329 0,'1'-6'348'0,"-1"-1"-19"0,4 3-26 0,-4 4-33 15,0 0-33-15,0-9-29 0,0 9-18 0,0 0-19 16,0 0-17-16,0 0-16 0,0 28-11 0,6-8-9 16,-2-2-15-16,-3 6-7 0,2 12 0 0,11 0-19 15,-11 4-8-15,10-1-13 0,-6-4 2 0,1 4-5 16,7 2-4-16,-8-9-7 0,-1-3 0 0,3 1-6 0,5 9-3 15,-2-12-4-15,-4-2-4 0,6-2 0 16,-6 2-4-16,-5-10 2 0,4 4-5 0,1-4-4 16,-5-7 5-16,-1 4-4 0,1-5-3 0,1 0 2 15,-3-1-3-15,4-2 2 0,-5-4-2 0,7 5 1 0,-7-5-5 16,0 0 1-16,15-7 0 0,-10 0-4 0,5 3 10 16,0-5 9-16,0-1 12 0,3-4 27 0,2-3-5 15,0 2 7-15,-2 2 9 0,7-9 3 0,-2 1-2 16,0 1-1-16,0-1-2 0,4 0-7 0,-7 0 2 15,1 5 5-15,-4 4 1 0,-4-4-10 0,7 6-3 16,-2 2-9-16,-6-2-6 0,3 3-6 0,-4 5-7 16,3 1-3-16,-1 1-6 0,-8 0-6 0,20 8-1 15,-10 0-9-15,3 3-11 0,0-1-8 0,1 7-19 0,-5-4-13 16,11 6-21-16,-1 1-15 0,0 1-12 16,0 0-9-16,7 1-14 0,-4-5-3 0,1 4-6 15,7-3-23-15,-4-4-16 0,4-1-19 0,-4-4-20 0,4-1-2 16,-2 2-9-16,0-7-4 0,-6 0 0 0,1-3 6 15,-3-3 7-15,1 0 19 0,-2-7 20 16,-4 3 16-16,4-1 10 0,-9-6 24 0,2 5 38 16,-9-3 25-16,10-2 22 0,-13-3 24 0,5 6 30 0,-5-7 26 15,-5 1 27-15,5-1 21 0,-8 4 19 0,2-3 5 16,-3 5 3-16,3 3 1 0,-8-6-9 0,3 6-6 16,1 2-11-16,2 0-3 0,-7 0-10 0,0 1-2 15,2 6-16-15,-4 0-8 0,2 1 4 0,-1 4-15 16,-4 1-4-16,5 2-3 0,-2-1-4 0,2 2 3 15,1 3-13-15,2 0-4 0,0-1-5 0,1 0 3 16,4 1-8-16,4-3 3 0,-4 2 0 0,2 0-1 16,4-4-2-16,2 4 0 0,-1-4-3 0,4 0 0 15,-1 0-1-15,3-4-2 0,1 1 4 0,1-3-5 0,-8-1-1 16,20-1-3-16,-8 0 5 0,-4-4-1 16,4 0-1-16,3 1 2 0,-7-7-3 0,5 2 23 15,-5-1 9-15,6 0 31 0,-8-1 10 0,4-3 21 0,-2 0 22 16,-1 1 10-16,-2 4 14 0,2 2 5 15,-4-1-1-15,-1 1-10 0,3-1-5 0,-4 3-8 0,3-3-13 16,-4 8-14-16,3-6-15 0,-3 0-14 0,0 6-12 16,0 0-8-16,0 0-4 0,0 0-11 0,0 0-11 15,15 16-9-15,-7-5-11 0,-3-2-12 0,0 3-17 16,5 2-14-16,-2-1-15 0,5 1-21 0,-3 0-17 16,4 0-5-16,0-2-32 0,3 0-11 0,-2-1-15 15,1-3-14-15,-4 2-24 0,1-5-20 0,1 0-9 16,-5-2-12-16,3-2 0 0,-2-2 5 0,-10 1 17 15,20-8 22-15,-12 3 15 0,0-5 17 0,1 6 16 16,-4-8 16-16,1 1 16 0,-1 1 22 0,2 1 9 16,1-7 36-16,-3 2 10 0,5 2 21 0,-7-1 18 0,4 2 16 15,0-2 8-15,-2 5 13 0,1-3 8 0,1 4-1 16,-6-1-1-16,6 5-3 0,0 2-7 16,-7 1-4-16,15-4-3 0,-15 4 1 0,16 4-4 0,-9-1-2 15,4 2 2-15,-2-1-1 0,-1 2 4 0,7 4 0 16,-9 1 1-16,9-2-2 0,-3 5 1 0,-4-9-6 15,2 8 0-15,-3-3-1 0,-1-1-1 0,1-2-3 16,-5-1-1-16,4 1-3 0,-6 0 8 0,5-4 12 16,-5 3 19-16,0-6 20 0,0 0 29 0,-11 9-1 15,11-9 22-15,-7 0-9 0,7 0 2 0,0 0 2 16,-18-9-7-16,13 3-5 0,-2 1-11 0,6 0-5 16,1 5-13-16,-2-14-6 0,2 8-17 0,3-1-17 15,4-3-25-15,6-2-35 0,4 4-36 0,11-6-32 16,3 2-41-16,17-1-52 0,0-2-55 0,12 1-44 15,-9-3-48-15,7 13-181 0,25-15-552 0,-27 12 245 16</inkml:trace>
  <inkml:trace contextRef="#ctx0" brushRef="#br0" timeOffset="107783.58">22381 9905 132 0,'-12'-2'183'0,"-1"-3"9"0,1 5 10 0,-9-4 12 0,-1 3 3 15,-4 2-3-15,-4-1-7 0,3 4-3 0,-4 3-4 16,0-2-11-16,1 4-9 0,0-1-17 0,0 4-11 15,2-2-18-15,2 7-9 0,1-3-1 0,6 5-21 16,-2-3-14-16,6-1-7 0,0 9-5 0,2-9-6 16,6 4-3-16,1-1-11 0,4-4-2 0,2 6-9 15,2-2-5-15,4-3-1 0,6 0 0 0,-2 1-4 16,6-4-8-16,11 0 1 0,-4 2-15 0,5-9-3 16,0-1-14-16,-1-1-5 0,1 1-9 0,2-8-19 15,0-2-7-15,-9 1-3 0,9-3 0 0,-2-6 0 16,-7 2-2-16,3-8 0 0,-3 3 1 0,-4-8 2 15,1 1 6-15,-6-6 6 0,2 3-3 0,-2-4 6 16,-2-9 4-16,-3-3 4 0,-7 1 3 0,0-1 7 16,0 1 15-16,-7 3 18 0,-1 0 22 0,1 8 22 15,-3 0 11-15,2 1 15 0,-4 3 13 0,-1 3 13 0,3 2 5 16,2 2 7-16,-5 5-2 0,4-1-3 16,-2 4-10-16,6 1-11 0,1-1-16 0,-4 8-11 0,6-2-15 15,-4 3-4-15,6 3-14 0,0 0 1 0,0 0-8 16,-10 12 0-16,7 0-2 0,1 4-7 0,2 1-1 15,0 8-3-15,0 1-5 0,0 3 2 0,0-1-3 16,7 3-2-16,1 10-5 0,-3-1-5 0,3 1-9 16,4-1-13-16,-2-10-29 0,3 13-36 0,-5-12-30 15,7 5-37-15,2 3-43 0,-4-10-61 0,2-4-71 16,3 2-337-16,-3-3-716 0,6-2 317 0</inkml:trace>
  <inkml:trace contextRef="#ctx0" brushRef="#br0" timeOffset="168838.29">23142 9910 225 0,'15'-16'405'0,"-15"16"-1"0,0 0-6 0,0-9-12 16,0 9-14-16,-7-6-9 0,7 6-2 0,-5-3-8 16,5 3-17-16,0 0-12 0,-10-5-20 0,10 5-11 15,0 0-9-15,-6-5-16 0,6 5-17 0,0 0-16 16,0 0-22-16,0 0-19 0,0 0-14 0,0 0-11 16,0 0-21-16,0 0-19 0,0 0 1 0,0 0-21 15,0 0-13-15,0 0-1 0,0 0-11 0,0 0 1 16,43 2-16-16,-10-2 5 0,-2 3-19 0,16-3-7 15,4-3-1-15,4 3-11 0,-1-1 1 0,4 1-6 16,-5-3-10-16,0 3-6 0,-5-3-18 0,-3 3-14 16,-14 5-6-16,2-5-21 0,-11 0-10 0,-4 2-13 15,-1 1-9-15,-4-3-7 0,0 4 1 0,-13-4-4 16,17-4-11-16,-11 8-18 0,-6-4-32 0,0 0-47 0,0 0-42 16,0 0-30-16,0 0-27 0,0 0-37 0,0 0-63 15,0 0-36-15,-21-14-337 0,21 14-829 16,-2-8 367-16</inkml:trace>
  <inkml:trace contextRef="#ctx0" brushRef="#br0" timeOffset="169502.21">24887 9550 183 0,'1'-13'301'0,"4"-1"-6"0,3 1-3 16,-3-1-9-16,-3 7-4 0,5-6-13 0,-7 2 7 16,3-1-6-16,-3 0-2 0,3 5-6 0,-3-7-10 15,2 5-18-15,-4 1-16 0,2 1-14 0,-3-2-21 16,-5 3-16-16,4 1-18 0,-9 2-11 0,-2 1-19 16,-6 2-2-16,1 0-2 0,-12 5 3 0,1 3-7 15,-2 1-2-15,-12 6 1 0,5 4-7 0,-3 1-8 16,0 1-5-16,7 3-6 0,9-6-8 0,1 2-8 15,1 0-3-15,7 6-8 0,0-3-5 0,11-4-8 16,2 1-4-16,4 0-4 0,6 7 4 0,4 0-9 16,6 1 0-16,9 3-10 0,9-1-12 0,-7-10-10 15,10-2-7-15,8 3-17 0,-1-6-15 0,-9-7-4 0,-1 2-9 16,9-3-7-16,2 0-5 0,-12-4-4 0,-2-3-2 16,0 0 10-16,-9-3 0 0,2-1 14 15,-8-1 3-15,7-5 5 0,-4 1 3 0,-2-3 9 0,-1-2 5 16,-1 2 2-16,-3-3 17 0,-4 3 19 0,1-1 20 15,2-1 12-15,-8 1 15 0,-1 2 11 0,1 3 6 16,1-6 12-16,-6 6 5 0,3-1-1 0,3 1-3 16,-3 8-7-16,-3-11-7 0,6 8-14 0,-3 3-9 15,0 0-5-15,0 0-7 0,0 0-6 0,0 0-4 0,0 0 1 16,0 0-4-16,0 22-3 0,4-13-3 16,-1 6-2-16,2 0 0 0,5 12-4 0,-2-10-8 15,5 8-19-15,-1-1-30 0,3-1-23 0,0-2-22 0,0 1-26 16,3 1-29-16,0-2-30 0,3-6-33 0,-6 0-20 15,0-4-33-15,0 2-39 0,-2-4-45 16,1-3-57-16,-4 1-305 0,3-5-761 0,-5-2 336 16</inkml:trace>
  <inkml:trace contextRef="#ctx0" brushRef="#br0" timeOffset="170100.02">25444 9804 61 0,'0'0'271'0,"-1"-9"-6"0,1 9-10 15,-5-5-12-15,5 5-25 0,0 0-24 0,0 0-18 16,0 0-10-16,0 0-8 0,0 0-8 0,0 0-9 16,0 0-10-16,0 0-9 0,16 15-7 0,-6-10-15 15,-2 1-11-15,2-5-8 0,5 3-6 0,-3-1-9 0,8-2-2 16,-7 0-8-16,2-2-6 0,5 2-2 16,-4-1-10-16,1-1-1 0,3-2-4 0,-5-5-2 15,-2-2-7-15,2 1-2 0,-9 1 1 0,9-4-7 0,-6 0 3 16,-1-1-2-16,-3-1 0 0,-5 6-2 0,0-4 2 15,-4 1 16-15,3 0 22 0,-4-1 12 0,-5 5 20 16,3-2 14-16,-1-2 15 0,-7 7-6 0,7-2 0 16,-12 1-5-16,7 4 1 0,-2 2 2 0,-2 2-6 15,-4 1-6-15,6 3 0 0,-3 2-11 0,8-2-8 16,-7 4-7-16,4 2-1 0,5 5-10 0,1 3-8 16,4-1 0-16,3 1 0 0,1-1-9 0,8 3-4 15,2 3-4-15,1-3-2 0,8 2 3 0,-4-4-7 16,6-1-1-16,6-4-4 0,-3-3-9 0,3 2-9 15,0 0-13-15,8-7-18 0,1-4-25 0,-6-4-21 16,4 0-27-16,0 0-19 0,-2-8-12 0,0-3-13 16,8-4-6-16,-14-5-18 0,4-7-16 0,4-1-26 0,-2-5-19 15,2-4-33-15,-4-1-7 0,2-7-24 0,-8 3 7 16,-2-4 19-16,-3 4 38 0,-6 3 49 16,-11-2 48-16,2 11 57 0,-10-2 48 0,3 4 47 0,1 1 36 15,-13 0 29-15,1 4 24 0,6 0 28 0,-2 3 18 16,-5 4 20-16,3 1 16 0,1 4 8 0,2-4 1 15,1 6-15-15,2 3-21 0,-2 0-17 0,2 0-20 16,5 6-14-16,-13 3-15 0,13-3-9 0,-11 13-11 16,1 2-2-16,8 4 0 0,-1 1-17 0,-2 6-4 15,6 5-6-15,6 1-2 0,-2 7-3 0,6 6-5 16,-4-5-1-16,5 2-3 0,4-1-1 0,-3-4-7 16,6 4-12-16,1-5-6 0,-11-5-22 0,11 4-19 15,-5-5-35-15,7-6-17 0,-6-1-30 0,4-3-25 16,-5-2-44-16,-2-6-49 0,2-1-36 0,0-5-47 15,-5-1-290-15,-3-5-653 0,-7 0 288 0</inkml:trace>
  <inkml:trace contextRef="#ctx0" brushRef="#br0" timeOffset="170282.32">26279 9685 25 0,'-24'-15'241'0,"-4"0"25"0,5 3 17 16,-7 0 18-16,5 2 6 0,4 2 2 0,1 4 6 0,-1-2-11 15,6 2-9-15,1-3-26 0,3 7-27 0,-1-3-23 16,12 3-23-16,-15-3-25 0,15 3-10 0,0 0-12 15,-6 6-16-15,6-6-9 0,18 8-14 0,0 1-16 16,10-2-22-16,4 4-34 0,19-2-47 0,0 0-53 16,6 1-53-16,-4 2-64 0,9-1-93 0,0-2-81 15,1-3-253-15,-5 2-656 0,6-7 290 0</inkml:trace>
  <inkml:trace contextRef="#ctx0" brushRef="#br0" timeOffset="170847.48">27280 9689 121 0,'0'-7'357'15,"3"0"-5"-15,-3-2-4 0,3-2-17 0,-3 3-19 16,2-1-20-16,3-2-18 0,2 2-27 0,-6 4-20 16,9 0-22-16,-1-4-18 0,1 4-19 0,-1 2-19 0,5 1-11 15,9 4-24-15,-5 1-8 0,0 2-8 0,4 4-16 16,4 3-4-16,-9-1-12 0,3 1-5 15,5 3-7-15,-2 2-11 0,-3 1 2 0,1 3-6 0,-4 0-11 16,-2 3 0-16,-4-12-11 0,-1 6 0 0,0-3-9 16,-5 3 0-16,3-3-5 0,-8-3-5 0,4-5-1 15,-1 4 1-15,-3-3-4 0,0-3 2 0,-3 2 5 16,3-7 2-16,-5 6-6 0,5-6 4 0,0 0 2 16,-20-2 8-16,20 2 18 0,-7-6 8 0,-3-1 15 15,4-4 3-15,-1 4 11 0,4-5 4 0,-1-5 3 16,8 2-3-16,-1 0-5 0,4 3-4 0,-1-6-4 15,4 0-9-15,0 0-1 0,2-5-4 0,1 10-2 16,0-5-6-16,-3 3-4 0,5 3-2 0,-2 1 4 16,-3 4-4-16,0-2-7 0,-2 2-3 0,1 0-10 15,-1 5 2-15,-2 0 1 0,-6 2-2 0,14-6 1 16,-14 6-6-16,15 1-2 0,-5 4-1 0,-4-1-2 0,4 3-6 16,-3 1-14-16,6 4-16 0,0 1-27 15,-5 1-24-15,6 0-25 0,1-1-18 0,3 5-36 0,10 5-23 16,-5-2-47-16,5-2-41 0,2 0-48 0,15-3-41 15,-6-1-245-15,3-1-662 0,-1-1 294 0</inkml:trace>
  <inkml:trace contextRef="#ctx0" brushRef="#br0" timeOffset="171344.97">28664 9733 88 0,'6'-16'284'0,"-4"5"28"0,-2 4 23 0,0-11 3 15,-2 7 19-15,-1 1 2 0,-2-3-3 0,-5 4-9 16,0-2-15-16,-2 0-20 0,-2 3-21 0,-1-1-22 15,-4 2-24-15,-2 0-25 0,-1 6-20 0,1 1-16 0,-9 0-23 16,4 1-15-16,-4 3-14 0,3 4-14 16,-2-1-10-16,0 2-12 0,6 4-10 0,-5 0-8 15,10-1-7-15,0 0-9 0,6 0-6 0,-1 2-7 0,0 2-4 16,4-5-3-16,3 8-9 0,4-4-4 0,-3-2-7 16,10 2-4-16,-2 1-7 0,4-6-3 0,6 0-4 15,-4 1-5-15,9-2-5 0,0-4-7 0,5-1-10 16,2 2-19-16,-5-11-3 0,1 4-4 0,12-3-13 15,-6-4-4-15,-1-2-3 0,-2-6-5 0,2 5-12 16,-1-8-4-16,1 0-5 0,-4-4 4 0,-2-1-5 16,6-10 26-16,-9 7-12 0,4-12 2 0,-12 0 12 15,-3 7 15-15,-4 1 31 0,-2-11 5 0,-2 12 38 0,-4-2 9 16,4 1 22-16,-8 1 18 0,-3 2 14 16,-2 1 9-16,5-4 5 0,-7 4 11 0,7 5-1 15,-6-2-4-15,-1 9-7 0,7 2-5 0,0-1-8 0,-3 2-12 16,7 4-13-16,-3 4-9 0,4-2-5 0,-5 4-8 15,10 2-4-15,-11 8-5 0,8-1-2 0,-4 8-2 16,7 2-2-16,-7 2-4 0,7 8-1 16,7 5 0-16,-4 1-7 0,4 7 4 0,1 2 0 0,5-4-2 15,1 2-6-15,1 2-6 0,-1-1-4 0,3-2-14 16,4-3-9-16,-2 0-17 0,-3-10-25 0,-3 2-32 16,-1 2-32-16,3-6-31 0,-2-6-31 0,-5-5-24 15,1-2-26-15,2 0-38 0,-9-4-59 0,8-7-52 16,-10 0-308-16,0 0-761 0,12-18 336 0</inkml:trace>
  <inkml:trace contextRef="#ctx0" brushRef="#br0" timeOffset="171477.76">28152 9131 71 0,'-26'-14'288'15,"1"2"-17"-15,5 4-23 0,-2-2-23 0,8 4-22 16,-1-1-23-16,6 3-22 0,-4 0-39 0,5 3-52 0,-2 1-73 15,10 0-93-15,-15 0-189 0,15 0-311 0,-7 5 137 16</inkml:trace>
  <inkml:trace contextRef="#ctx0" brushRef="#br0" timeOffset="171992.65">29488 9357 186 0,'6'-8'329'0,"1"1"2"0,-2 1-9 0,-2-3-9 16,-3 3-19-16,0-1-12 0,0 7-23 0,-3-11-23 16,-9 6-23-16,6 2-24 0,-4 3-16 0,-10 3-6 15,5 2-26-15,0 1-20 0,-6 3-11 0,6 0-14 16,0 8-4-16,-3-4-11 0,6 2-5 0,-4 6-2 16,6-3-9-16,5-2-3 0,0 2-5 0,5 2-4 0,5-2 0 15,5-5-3-15,5 11-7 0,6-6-1 16,2-1-7-16,5-5 1 0,2 2-5 0,5-4 1 15,-5-4-2-15,0-3-2 0,1 0-3 0,-1-6 1 16,-2 0-3-16,-5-3-7 0,-5-1 6 0,0-3-6 0,-6 0 1 16,0-4-7-16,-6-1-2 0,1-4-2 0,-7-2 2 15,-7 2-3-15,-1-4 1 0,-5-3 0 0,-2 4-3 16,-7-2 1-16,2 3 3 0,-1 2-11 0,-6 0 9 16,6 2-2-16,-2 3-3 0,1 3-9 0,7 2-22 15,5 5-13-15,-3-2-24 0,8-2-19 0,-5 4-15 16,10 4 7-16,-1-5-2 0,1 5-21 0,0 0-37 15,31 4-41-15,-3 0-34 0,9-4-33 0,-4 0-21 16,15 1-19-16,-2-2-169 0,0-2-512 0,4-3 227 16</inkml:trace>
  <inkml:trace contextRef="#ctx0" brushRef="#br0" timeOffset="172224.78">30170 9111 76 0,'10'-14'171'0,"1"-1"39"0,-9-1 24 0,3 1 17 15,-5 2 12-15,0 2 4 0,0-1-1 0,-3 6-3 16,-1-3-19-16,1-2-22 0,0 7-31 0,-6 4-19 15,9 0-18-15,0 0-13 0,-26 11-17 0,11 2-8 16,3 8-8-16,1 6-8 0,-1 1-16 0,4 16-2 16,0 0-12-16,8 4 1 0,-4-1-16 0,8 3 4 0,-3 1-5 15,6 2-11-15,0 5-3 0,6-3 0 0,3 19-4 16,-7-17 5-16,4 3 5 0,7 11-18 16,-10-17-4-16,1-10-1 0,-1 3 3 0,-10-8-6 0,8-6-2 15,-4-9-6-15,-3-5-11 0,-1-3-30 0,-5-5-16 16,-3-4-26-16,7-2-29 0,-8-5-31 0,9 0-43 15,-26-15-59-15,18-1-66 0,-14-7-262 0,-1-11-608 16,3-6 269-16</inkml:trace>
  <inkml:trace contextRef="#ctx0" brushRef="#br0" timeOffset="172391.55">29945 9567 50 0,'-4'-3'276'0,"4"3"11"15,-5-6 9-15,5 6-3 0,0 0-9 0,0 0-17 16,0 0-2-16,-1-8-11 0,1 8-4 0,0 0-15 15,0 0-11-15,6-4-24 0,-6 4-25 0,17-8-14 16,-4 7-16-16,4 1-25 0,8-3-44 0,3-3-66 16,8 0-60-16,-4 4-71 0,1-7-80 0,10 2-86 15,-10-2-249-15,10 2-578 0,-8 0 255 0</inkml:trace>
  <inkml:trace contextRef="#ctx0" brushRef="#br0" timeOffset="172672.82">30827 8970 81 0,'15'-18'418'0,"6"-3"8"0,-7 5-11 16,4 2-15-16,-5 1-20 0,0 4-17 0,0 1-29 16,-3 1-33-16,-3 2-34 0,1 3-30 0,-8 2-23 15,14 12-21-15,-11-2-19 0,3 4-17 0,-1 9-11 16,-3 8-18-16,3 8-10 0,-12 6-12 0,6 5-9 15,-9-2-11-15,5 1-8 0,-2 1-6 0,2 2-5 16,-3-2-9-16,3-4-10 0,5 0-19 0,-2-3-22 16,2-13-21-16,5 5-27 0,-3-8-11 0,0-7-35 15,4-3-23-15,-1-2-22 0,2-4-21 0,-2-5-43 16,1-4-61-16,4-2-63 0,-10 0-48 0,20-8-244 16,-8-8-663-16,-1 1 293 0</inkml:trace>
  <inkml:trace contextRef="#ctx0" brushRef="#br0" timeOffset="173702.68">31208 8898 74 0,'-5'-18'306'0,"5"3"12"0,0 4 3 15,0 4-11-15,0 1-23 0,0-1-27 0,0-1-28 16,0 8-25-16,0 0-21 0,0 0-18 0,0 0-17 0,0 0-18 16,0 31-16-16,0-14-4 0,6 8-11 0,-4 3-10 15,4 3-9-15,1 12-6 0,1-2-11 16,-3 1-12-16,-3 0-1 0,-2-3 3 0,0 3-15 0,2-1 9 15,-6-10-11-15,1-1-10 0,1 2 0 0,-4-4-3 16,-3-1-2-16,9-3-2 0,-6-3 0 0,3-3-2 16,-2-3-6-16,5-3 0 0,-2-3-2 0,-3-3 0 15,5 3 6-15,0-9 2 0,5 6-3 0,-5-6 0 16,7 3 0-16,-7-3-3 0,18-3 0 0,-10-3 1 16,7 0 1-16,-2-3-2 0,7 3-1 0,-2-2 2 15,2-4 1-15,-3 8-11 0,4-8 3 0,-1 6 3 16,0 0-6-16,-2 3 1 0,-1 0-2 0,4 0-4 15,-1-2 3-15,-3 5 0 0,2 5 2 0,-2-3 0 16,-2-1-2-16,-2 2-2 0,4 1-4 0,-2 4 5 16,-2 1 5-16,5-3-4 0,-6-3-2 0,3 3 2 15,1 3-6-15,1-3 6 0,-2 0 0 0,-4-1-3 16,1-4 5-16,-1 5-7 0,9-5 5 0,-8-1-4 0,-1 0 1 16,4-4 1-16,0 0 4 0,5-1-7 0,-3-1 2 15,-3-2 0-15,1-1 1 0,-1-2 0 16,0-3-1-16,-5 2 3 0,4-1-4 0,-5-1 3 15,0 2-1-15,-3-3-1 0,-1 5 1 0,-4-2 10 0,0 1 6 16,-4 0-13-16,3 4 0 0,-4-1 3 0,-2 3-1 16,-1 2 0-16,-5-1-2 0,-2 3 4 0,0 6-9 15,-2-2-1-15,-2 2 4 0,4 0 1 0,-7 5 0 16,14 1-2-16,-5 1 4 0,-2 0-10 0,6 3 5 16,1-2-3-16,2 1 7 0,-1-2-3 0,10 1 2 15,-3-3 0-15,4 3 2 0,2-6-3 0,7 10-4 16,6-10 5-16,-6 1-8 0,8 1 5 0,9-3 0 15,-7-3-2-15,4 0-7 0,1-3-3 0,2-3 4 16,-4-1-1-16,2-3-1 0,-1-5 3 0,-6 8-9 16,6-8 10-16,-1-2-5 0,-4 1 6 0,-4 1 1 15,-3-2 0-15,0 1 12 0,-2 2 9 0,-5-4 21 16,6 5 23-16,-11 3 9 0,2-4 14 0,1 5-20 16,-2 1-7-16,-4 1-7 0,0 4-7 0,0 0-10 15,0 0 1-15,0 0-10 0,0 0 0 0,0 0-5 16,0 0-4-16,-18 14-1 0,11-4 0 0,7-1-5 15,-7 1 4-15,1 1 2 0,4 1-4 0,2 3-7 0,0-3 3 16,0 0 0-16,0 0-8 0,2-2 4 0,4 1-1 16,-6-5 0-16,5 1 0 0,-1 1-2 0,7-4-4 15,-4-2 3-15,3-2-1 0,-10 0 0 0,20-2 6 16,-6-2 0-16,1-4-7 0,0 5 3 0,-1-7 11 16,0-1-11-16,-2 1-1 0,3-3 1 0,3-1 1 15,-5 1-3-15,-1-1 4 0,1 2 2 0,0 0-5 16,-4 1 3-16,1 2 6 0,-4 2 5 0,1 1-2 15,-2 0 0-15,-2 2-5 0,0-1-4 0,-3 5 0 16,0 0-4-16,0 0-4 0,0 0 1 0,0 0 3 16,0 0 0-16,0 0-1 0,5 13 1 0,-5-13-3 15,0 12 3-15,0-4 1 0,4-4 1 0,-4-4 1 16,-4 14 0-16,8-10 1 0,-1 3 1 0,-3-2 2 16,0-5 6-16,3 5 14 0,1 0 13 0,-4-5 1 0,0 0 0 15,15 1 0-15,-15-1-3 0,14-6-2 16,-5 5-5-16,1-3 3 0,0-1-2 0,0-2-2 15,1 2-2-15,-1 0 2 0,3 0-3 0,-4 0 2 16,-3 2-2-16,2-4-3 0,4 5 0 0,-2-3-5 0,-3 3-2 16,-1 1-4-16,-6 1-1 0,0 0-1 0,20 1-5 15,-15 1 1-15,2 3 0 0,-1 0-1 0,1 2-3 16,1-2-12-16,-1 3-8 0,1-1-27 0,-3 1-21 16,2 1-30-16,1-2-27 0,-1 1-31 0,1 4-27 15,-2-6-36-15,-2 0-43 0,2 4-49 0,-1-6-54 16,-1 0-299-16,-4-4-716 0,0 0 317 0</inkml:trace>
  <inkml:trace contextRef="#ctx0" brushRef="#br0" timeOffset="174101.36">30886 9165 78 0,'-14'0'486'0,"5"-5"10"16,-6 4 9-16,2 1-7 0,13 0-9 0,-15-3-13 16,7 2-24-16,8 1-26 0,-8-4-37 0,8 4-36 15,0-7-18-15,0 7-53 0,16-6-30 0,12 1-31 16,1 4-38-16,19-2-47 0,3-2-51 0,3 2-65 15,4 3-78-15,4-2-93 0,-1 3-112 0,-2-1-122 16,3-1-500-16,1-4-957 0,-5 2 423 0</inkml:trace>
  <inkml:trace contextRef="#ctx0" brushRef="#br0" timeOffset="181056.67">10565 12144 104 0,'-5'-15'360'0,"3"4"-2"15,-1-1 4-15,1 5-20 0,-5-2-8 0,6 3-45 16,-4-1-26-16,5 7-31 0,0 0-21 0,0 0-17 16,0 0-30-16,0 0 0 0,3 29-13 0,0-11-9 15,4 2-17-15,0 4-9 0,1 3-3 0,0 4-16 16,2-2-15-16,-5 3-1 0,8 7-9 0,-6-11-6 0,1 2-11 16,-1-3-21-16,1 0-24 0,-1-3-35 15,-6-5-22-15,6 1-32 0,-7 1-26 0,5-6-33 0,-5 0-35 16,0-8-33-16,2 4-35 0,-2-8-54 0,0-3-241 15,0 0-579-15,0 0 256 0</inkml:trace>
  <inkml:trace contextRef="#ctx0" brushRef="#br0" timeOffset="181655.25">10546 11979 34 0,'-6'-10'281'16,"2"2"0"-16,-2-1-6 0,-1 3-6 0,4-5-12 15,0 7-16-15,1-2-10 0,-3-3-29 0,5 4-21 16,5-2-22-16,1 1-17 0,3 1-7 0,1 3-16 16,8-5-12-16,-2 1-11 0,8 2-7 0,-6 3-15 15,8-1-7-15,7 0-7 0,-1 4-6 0,-2 0-4 16,1-1-2-16,-6 3-6 0,1-1-4 0,3 5-6 16,-8-1-5-16,1 1 0 0,2 1-5 0,-4 1-2 0,-2 1-6 15,-4 1 4-15,1 0-2 0,-2-1-5 16,-5 5 1-16,-1-4-1 0,1 6 1 0,-8-2-4 15,0 0-3-15,0 0 2 0,-8 3 3 0,-1-2 0 0,-5 4-3 16,-1-5-1-16,-4 4 2 0,-4-2-3 0,0 0 4 16,0-3 14-16,0-1 9 0,6-6 17 0,2 3 13 15,-3-5 6-15,8 1 13 0,-1-5 12 0,2 4 5 16,4-4 2-16,0 0 1 0,5-2-10 0,0 0-11 16,0 0-5-16,0 0-11 0,0 0-6 0,32-13-8 15,-16 4-7-15,9 7-1 0,2 1-3 0,1-3-4 16,2 1-4-16,-2 3-1 0,2 0-1 0,1 0-9 15,2 4 4-15,-1 0-10 0,-11 7-5 0,7-8 0 16,-6 5 2-16,-4 4-8 0,2-4-1 0,-5 1 4 16,0 6-2-16,-2-5-2 0,-2 3 1 0,-1 1-4 15,-6-1 6-15,1-1-6 0,-5 3 1 0,-5-1-3 16,-5-1 3-16,3 1 0 0,-8-1 2 0,2-1-2 0,-4 0 5 16,-9 3 0-16,-2 1 11 0,1-8-7 0,-2 1 7 15,-6 1 5-15,7-8 12 0,-2 3 7 16,0-2 4-16,5-2 2 0,-1-1-3 0,3 0-2 15,3 0 0-15,2-3-5 0,-4 2-1 0,7 1-1 0,2-5-1 16,3 2-4-16,3-3-2 0,1-2-4 0,2 6-11 16,4 2-15-16,4-14-19 0,2 9-13 0,1-3-21 15,1 1-28-15,7 0-28 0,2-1-30 0,-1 4-18 16,4 0-21-16,2-4-15 0,1 4-25 0,-2 2-17 16,1-3-22-16,8 1-20 0,1-4-8 0,4 1-17 15,0-1 8-15,-6 4-3 0,4-7-154 0,-3 4-492 16,-2-2 219-16</inkml:trace>
  <inkml:trace contextRef="#ctx0" brushRef="#br0" timeOffset="182268.61">11333 12307 943 0,'14'-15'-42'0,"3"10"30"16,1-7 46-16,-8-2 36 0,-3 6 37 0,1-4 43 16,-3 4 33-16,3 1 17 0,-6 0 6 0,3-3 19 15,-3 7-1-15,4-4 8 0,-4 3-7 0,-2 4-14 16,0-9-28-16,0 9-17 0,0 0-19 0,0 0-15 16,0 0-9-16,0 0-15 0,0 0-10 0,-8 21-11 0,6-11-10 15,-1 1-7-15,-1 4-13 0,4 3-1 0,-6 1-3 16,6-4-5-16,6 7-3 0,-6-3 8 15,7-1-22-15,1 1-5 0,-1 0 2 0,3-4-1 0,1-2-4 16,1-3-7-16,3 1-8 0,1-3-3 0,2-4 1 16,2 2-3-16,2-6 5 0,1 0-1 0,0-6-9 15,2-1 6-15,-5 0-3 0,-4 0 4 0,11-11-6 16,-6 2-3-16,-4-4 1 0,-2 2 5 0,-4 3 0 16,-1 0-3-16,2-3 10 0,-9-2 13 0,6 8 13 15,-4-5 17-15,-5 9 20 0,0-6 16 0,-2 2 11 16,-1 4 3-16,3 0-3 0,0 2 2 0,0 6-16 15,-4-9-9-15,4 3-12 0,0 6-10 0,0 0-8 16,0 0-1-16,0 0-9 0,0 0-4 0,0 0-5 16,-5 18 4-16,5-6-6 0,0 0-6 0,5-3-6 15,2 8-2-15,1-1-6 0,2-4-7 0,8 10 0 16,-8-6-10-16,0 0-14 0,5-4-14 0,3 3-17 0,-1-4-14 16,-1-3-23-16,6 3-16 0,6-3-25 0,-3-4-14 15,-5-1-18-15,1 2-8 0,2-9-13 16,-1 0-9-16,-1-2-8 0,-6-1-3 0,5-6 1 0,-2-8-4 15,4 1-8-15,-6-7-2 0,4-8-11 0,-5-4 2 16,-2-2 14-16,1 2 6 0,-4-4 16 0,1 0 25 16,-6 5 34-16,-1-5 43 0,-4 13 37 0,3-9 56 15,-6 10 56-15,-1 0 46 0,1 2 41 0,-2 4 27 16,0-3 13-16,5 6 21 0,-8 1 15 0,3 1 19 16,0 4 6-16,0 4 2 0,1 0-13 0,3 3-9 15,-2 3-25-15,-1-4-28 0,4 8-20 0,0 0-14 16,0 0-13-16,0 0-13 0,-5 19-12 0,10-3-12 15,-1 11-6-15,0 0-9 0,0 1-7 0,1 11-7 16,0 0-7-16,3 3-4 0,5 0 0 0,-1 8-9 16,-4-5-6-16,5-5-11 0,-1 3-13 0,0-1-16 15,7 2-21-15,-10-5-29 0,7 2-34 0,-3-13-35 16,2-4-28-16,-1 2-22 0,-4-10-32 0,-4 3-44 0,1-11-47 16,-1 0-59-16,3-2-277 0,-4-1-687 0,-5-5 304 15</inkml:trace>
  <inkml:trace contextRef="#ctx0" brushRef="#br0" timeOffset="182434.27">12251 12055 121 0,'-11'-15'307'0,"1"-2"36"0,3 6 12 15,-8-5-1-15,8 9-9 0,1-3-3 0,-1 1-13 16,6 0-18-16,-4 3-32 0,3-2-25 0,2 8-28 16,7-7-22-16,2 1-21 0,8 3-18 0,3 0-26 15,0 2-32-15,10-1-30 0,1 2-44 0,12 2-45 16,7 3-52-16,-1 3-50 0,-2-1-57 0,2 4-59 15,8-3-76-15,-8 0-291 0,3 3-645 0,-1-8 285 16</inkml:trace>
  <inkml:trace contextRef="#ctx0" brushRef="#br0" timeOffset="182683.44">13489 11685 207 0,'0'-9'412'15,"0"1"-5"-15,-1 4 0 0,1 4-25 0,0-8-35 16,0 8-37-16,0-8-38 0,0 8-31 0,0 0-22 0,0 0-20 16,0 20-20-16,4-3-21 0,0 1-12 0,-3 6-15 15,6 5-22-15,0 11-1 0,-6-10-6 0,6 10-15 16,3 1-8-16,-5-2-6 0,8 1-8 0,-3-1-24 16,-5-5-24-16,8 3-20 0,-3-9-25 0,0 1-33 15,3-2-16-15,1-1-29 0,-4-11-32 0,-1 1-41 16,3-1-45-16,1-11-61 0,-3 1-43 0,3-3-218 15,-6-4-590-15,5-4 262 0</inkml:trace>
  <inkml:trace contextRef="#ctx0" brushRef="#br0" timeOffset="183396.47">13918 11595 219 0,'-2'-10'306'0,"1"0"2"0,-3 2-14 0,1-1-29 0,3 2-20 16,0 7-30-16,0-7-26 0,0 7-4 15,0 0-31-15,0 0-14 0,-2 23-12 0,2-7-14 16,0 3-10-16,5 5-15 0,-1 6-3 0,4-1-8 0,-5 4-7 16,2 5-9-16,2 4-3 0,-2-11-10 0,3 9-2 15,2-11-5-15,-2 1-7 0,4 0-2 0,-6 0-1 16,-2-3-1-16,2 1-5 0,-1-6-1 16,0-5-4-16,-5 0-4 0,5-2 2 0,-3-5-1 0,4-1 2 15,-6-2-2-15,4-2 6 0,-3 1 14 0,-1-6-1 16,4 2-2-16,-4-2 1 0,0 0-11 0,6-13 5 15,1 5 8-15,-2-3 3 0,3 3-1 0,-4-6 2 16,5 1-2-16,1 1-4 0,0-5 1 0,5 7-12 16,-8-6 7-16,6 1-2 0,-5 8-6 0,6-2 6 15,-6 3-10-15,0 1-4 0,5 2 1 0,-3 3-14 16,2 0 8-16,-12 0-3 0,23 8 1 0,-6-1 4 16,-1 5-9-16,-4-2-2 0,4 0-1 0,-6 5-4 15,0 0 3-15,2-1 5 0,-1 1-8 0,1-1-4 16,-2 0-3-16,-4 2-8 0,4-4-7 0,-6-1 7 15,2-3-12-15,-4-3-2 0,6 3 6 0,-3-2-1 16,-1-5 9-16,-4-1 1 0,13 3-5 0,-13-3 8 16,0 0-3-16,21-11 17 0,-12 3-10 0,4-4 1 0,2-2-5 15,-4 1 5-15,3-2-2 0,5 2 11 0,-2-9 5 16,-2 7-8-16,-2-1 2 0,2 4 13 16,5-3 1-16,-10 6 5 0,-2 2 1 0,2-4-1 0,-5 7-4 15,0-1 2-15,0 3-9 0,-5 2 1 0,15-4 11 16,-15 4-12-16,0 0 11 0,15 6-15 0,-7 0-3 15,-5 1 2-15,2 5 0 0,0-2-2 0,-1 0 0 16,-3 5 2-16,4 0-3 0,0-3-2 0,-2-3 2 16,-1 3 3-16,3-3-4 0,0-1 5 0,-3-3-2 15,1 1-1-15,-3 1 5 0,0-7 14 0,10 1-10 16,-10-1 0-16,0 0-6 0,21-8 3 0,-9 2-6 16,-5 1 6-16,4-6 1 0,1 1-1 0,1-3 12 15,-3 1 17-15,3 0 7 0,-5-1 12 0,6 1 17 16,1-2-2-16,-4 7 6 0,-1-6-2 0,3 3-2 15,-4 0-5-15,-1 3-6 0,-1 0-10 0,6 4-3 16,-5 2-4-16,2-2-9 0,0 3-3 0,-10 0 2 16,16 3-7-16,-4-2-7 0,-2 6-7 0,-2-4 5 0,2 4 2 15,2 3-7-15,-2 1-15 0,-2 1-16 0,2-1-24 16,0-1-36-16,0 2-34 0,-2-4-30 16,-3 2-32-16,2 0-36 0,-6-3-59 0,6-2-57 0,-4 0-340 15,-3-5-720-15,0 0 319 0</inkml:trace>
  <inkml:trace contextRef="#ctx0" brushRef="#br0" timeOffset="183563.28">14984 11598 149 0,'-5'-15'338'0,"1"-1"-16"0,0 2-7 0,0 2-12 15,1 4-32-15,1-1-27 0,1-1-27 0,1 2-24 16,-2 4-17-16,2 4-40 0,-3-9-51 0,3 9-42 15,0 0-37-15,0 0-63 0,-24 12-54 0,16-11-67 16,-5 7-231-16,-7 1-443 0,0-3 196 0</inkml:trace>
  <inkml:trace contextRef="#ctx0" brushRef="#br0" timeOffset="183745.24">13489 11898 224 0,'-43'13'357'0,"10"-1"14"0,12-7 1 15,1 1-30-15,6 0-10 0,6-4-16 0,-2-1 10 16,10-1 0-16,-5 3-23 0,5-3-29 0,0 0-27 16,38-4-26-16,-8-3-20 0,5 0-27 0,15-1-44 15,4-4-62-15,-1 4-79 0,8-1-71 0,1 2-70 16,-3 1-99-16,1-1-109 0,3 1-262 0,-9 0-673 16,4 0 298-16</inkml:trace>
  <inkml:trace contextRef="#ctx0" brushRef="#br0" timeOffset="184211.01">16442 11916 201 0,'8'-5'341'16,"-8"5"-40"-16,0 0-34 0,0 0-23 0,12 8-24 15,-9 0-22-15,4 0-21 0,-2 3-14 0,1 2-12 16,4 2-13-16,-1 4-1 0,-3-3-12 0,2 0-17 16,6 9-4-16,-6-10-8 0,0 4-7 0,5-4-10 0,-4 3-6 15,1-6-10-15,-5-1-5 0,1-4-2 16,1-1 7-16,-1 1 14 0,3-4 6 0,-3-1-1 15,-6-2-9-15,17-6-7 0,-4 0-5 0,2-6-5 0,-2 2-8 16,2-4-3-16,7-6-6 0,-6 7 12 0,7-4-18 16,1-3 4-16,0-3 19 0,0 11-27 0,-3-7 16 15,-3 12 8-15,4-5-2 0,-6 7 3 0,6-3-10 16,-1 5 2-16,-6 0-11 0,7 3 2 0,-6 3-4 16,3 0-3-16,-3 3-2 0,1 3-8 0,3 1-1 15,-4 0 4-15,2 6-5 0,-3-5-2 0,0 6-6 16,0-2 2-16,2 7-2 0,-3-7 1 0,-4-1-20 15,-3 0-27-15,0 2-25 0,-1-7-28 0,-6 4-27 16,0-4-38-16,-3-2-51 0,-9-1-62 0,4 0-72 16,-8-5-263-16,-6-1-651 0,-6-1 289 0</inkml:trace>
  <inkml:trace contextRef="#ctx0" brushRef="#br0" timeOffset="184343.57">16329 11721 141 0,'-6'-15'281'0,"1"1"-14"0,2 2-21 0,-2 0-27 16,10 2-20-16,-2 0-22 0,5 2-18 0,5 1-18 16,1 0-51-16,2 5-71 0,1 0-88 0,-1 4-107 15,4-1-107-15,8 3-306 0,-1 0 136 0</inkml:trace>
  <inkml:trace contextRef="#ctx0" brushRef="#br0" timeOffset="184741.11">18446 11974 151 0,'7'-1'392'0,"0"-3"-19"0,-7 4-38 0,8-2-27 15,-8 2-29-15,11-1-34 0,-11 1-27 0,9 4-20 16,-4 2-11-16,3 4-17 0,0 1-11 0,2 7-12 16,-2-3 0-16,6 12-15 0,7 8-8 0,-9-6-11 15,6 15-8-15,-6 4-9 0,4 0 3 0,-1 6 3 16,-5-5-7-16,3 2-5 0,2 8 0 0,-2-5-12 16,1 0-1-16,-4-3-1 0,1 2-4 0,-9-4 3 15,-1-4 2-15,-2 0 6 0,-6-5 18 0,-6 0 9 16,-4-4 9-16,-3-9-4 0,-3-3 0 0,-11-1-9 0,-5-3-9 15,-5-8-2-15,-3-2-14 0,-2-5-8 0,-3-8-11 16,8-2-2-16,1-7-17 0,10 5-29 16,8-9-35-16,-2-8-35 0,9-2-40 0,7-2-57 0,4-14-56 15,7-5-58-15,8-3-88 0,10-4-99 0,14-20-292 16,1-2-808-16,3-7 358 0</inkml:trace>
  <inkml:trace contextRef="#ctx0" brushRef="#br0" timeOffset="184907.64">18688 11598 229 0,'-8'-1'320'0,"8"1"-18"0,0 0-19 0,0 0-31 16,0 0-19-16,-14 0-28 0,14 0-18 0,0 0-19 16,0 0-16-16,0 0-19 0,0 0-13 0,0 0-11 15,0 9-27-15,0-9-29 0,0 13-41 0,7-6-59 16,-7 1-71-16,7-1-85 0,-7 1-209 0,6-1-447 0,-4-2 198 15</inkml:trace>
  <inkml:trace contextRef="#ctx0" brushRef="#br0" timeOffset="185554.33">18989 11812 155 0,'0'0'272'0,"-6"7"-20"0,6-1-10 16,-2 3-15-16,-3-4-8 0,3 6-12 0,2 1-14 15,0 0-13-15,0 6-11 0,0-3-16 0,7 6-14 16,-5 3-14-16,6 0-12 0,-1-4-12 0,1 5-4 16,7 1-10-16,-10-3-9 0,3-6-8 0,5 7-7 15,-5-6-13-15,6 4 4 0,-6-2-6 0,0-5-4 16,-1 0-4-16,3-3 0 0,0-3-3 0,-4-3 1 15,3-1-5-15,-3-2-4 0,-1-3 0 0,-5 0-4 0,15-8-4 16,-8 1 1-16,6-4-1 0,-3-1-3 16,0-4-3-16,0 2 1 0,0-3-8 0,-4-1 4 15,8-4-3-15,-8 4 22 0,2 2 7 0,4-2 2 0,-2 2 4 16,-5-2 7-16,5 8 8 0,-9-2-16 0,8 5 4 16,-4-1-5-16,-5 2-1 0,1 0-13 0,4 3-2 15,-5 3-14-15,9-3 12 0,-9 3-13 0,0 0 5 16,8 16 12-16,-3-8-15 0,0 1 0 0,0 3-6 15,1 3 6-15,1-2-5 0,1 3 3 0,-3 0-7 16,2 1 7-16,1-4-5 0,-1 0-7 0,-6-2-2 16,13-2-2-16,-8-2 0 0,-2 1-3 0,1-1 5 15,3-2-12-15,-3-2 9 0,-5-3-2 0,11-1 0 16,-2-6 7-16,-3 5-1 0,6-8-6 0,-4 2 4 16,4-1-2-16,-1-5 1 0,3 1 5 0,-4-4-7 15,4 5 8-15,-4-4-6 0,2 0 19 0,0-2-17 16,-1 6 4-16,2-4-1 0,2 5 11 0,-3-2 1 15,-1 1 9-15,3 3-7 0,-3 3 5 0,-1 0-5 0,-2 1 4 16,6 2 1-16,-6 2-13 0,7 1 5 16,-15 0-2-16,21 3 2 0,-12 2-6 0,6-1-9 15,-1 5 11-15,0 0-7 0,-4-1 1 0,5 2 7 0,-6 0-2 16,1 4-6-16,4-1 4 0,-6 1-1 0,0-1-1 16,-1-5-8-16,-1 6-12 0,-4-4-9 15,-2-3-23-15,0 3-16 0,0-3-27 0,0 0-21 16,-7 1-22-16,4-2-36 0,-3-2-36 0,-1-2-52 0,7-2-47 15,0 0-206-15,0 0-554 0,-25-8 246 0</inkml:trace>
  <inkml:trace contextRef="#ctx0" brushRef="#br0" timeOffset="185771.33">19986 11346 268 0,'0'-8'393'0,"0"2"-24"15,1 2-23-15,-1 4-49 0,0 0-33 0,0 0-22 16,0 0-26-16,0 0-15 0,10 24-22 0,-5-6-6 16,0 9-19-16,7 1-10 0,-2 14-16 0,3 0-8 15,-5 7-14-15,7-3-7 0,-8 2-10 0,3 0-8 16,0 0-3-16,-1-3-27 0,-2-1-15 0,5-3-27 0,-2-12-35 16,-2-1-39-16,0-2-41 0,-1-1-58 0,-2-10-60 15,-2-3-61-15,2-4-245 0,-2-4-572 0,1 1 254 16</inkml:trace>
  <inkml:trace contextRef="#ctx0" brushRef="#br0" timeOffset="185920.63">20120 11763 228 0,'-14'-15'337'0,"1"3"-10"16,5 3-9-16,-5-3-1 0,6 6-6 0,-1-1 0 16,1 0-20-16,1 0-18 0,4 4-29 0,2 3-25 15,-7-10-24-15,7 10-27 0,7-8-27 0,1 6-57 16,14 2-48-16,6-4-57 0,7 4-63 0,9 0-76 15,11-1-81-15,3 1-75 0,8-4-181 0,20 0-537 16,2 0 237-16</inkml:trace>
  <inkml:trace contextRef="#ctx0" brushRef="#br0" timeOffset="186352.18">21932 11435 53 0,'18'-27'236'0,"0"0"6"0,4-8 4 15,-10 7 1-15,-2-1-5 0,3 1-11 0,-12-3-11 16,-2 3-12-16,-4 2-14 0,-3-1-14 0,-4 0-4 15,-3 5-11-15,-2 2 5 0,-2 3-24 0,2 5-17 16,-1 1-17-16,-2 4-9 0,-2 2-17 0,1 6-3 16,-7 10-10-16,0 2-6 0,6 7-7 0,1 5-5 15,-3 10-7-15,6 5-2 0,7 7 2 0,1 1-6 16,5 3 6-16,1 2 11 0,4 2 6 0,12 20-8 16,-5-18 7-16,1 18 5 0,7-2-1 0,5 0-5 0,-5-16-2 15,8 13-2-15,-8-15-11 0,14 14-2 0,-2 4-4 16,3-5-3-16,-9-18-1 0,-4-2-5 15,-1 0-2-15,-1-2-9 0,0-2 1 0,-3-3 2 0,-6-10-13 16,-2-7-10-16,2 3-33 0,-6-8-31 0,0-7-23 16,-3 0-27-16,0-7-33 0,-1 0-43 0,4-5-50 15,0 0-61-15,-18-11-72 0,15-5-188 0,-9-10-605 16,7-1 268-16</inkml:trace>
  <inkml:trace contextRef="#ctx0" brushRef="#br0" timeOffset="186932.44">21699 11715 116 0,'0'-9'295'0,"0"2"-17"0,0-1-14 0,1-3-24 16,6 2-20-16,1-1-23 0,14 1-17 0,-7-3-20 16,13 1-14-16,0 1-16 0,0 1-12 0,2 3-13 0,1 1-7 15,1 4-10-15,3 1-9 0,11 1-14 16,-15 2-3-16,-1 1-4 0,2 2-7 0,-11 1-6 15,-4 0-9-15,-2 1 1 0,4-1-5 0,-4 5-4 16,-1 0-6-16,-10 2 1 0,1-2-6 0,0-1 1 0,-1 2-2 16,-6 1 0-16,0 2-4 0,-4-4 0 0,-2 6-3 15,1-3 1-15,0-5-1 0,-1 2-3 0,1-1-1 16,2 0-2-16,-3-3 5 0,8 0-5 0,-2-1 2 16,2 1 4-16,0-2-3 0,2 0 4 0,3-2-4 15,-2 1 1-15,12 0-1 0,-3-4 6 0,-1-1-6 16,8 0-1-16,-3-1 0 0,-1-1-1 0,2-3 1 15,3-1-1-15,-4 2-1 0,4-4-5 0,-7 4 6 16,5-6 3-16,-8 0-4 0,2-2-4 0,-4 1 5 16,-1 0 1-16,1-1-2 0,-3 0 8 0,0 4 2 15,0-2 1-15,0 0 3 0,-3 0 2 0,3 6 4 16,-4-5 3-16,-1 2 1 0,9 0 0 0,-9 3-2 16,0 4-8-16,4-8-3 0,-4 8-2 0,0 0 3 0,9 0-3 15,-9 0-2-15,15 8-2 0,-2-2 1 16,-5 2-5-16,7-1 7 0,0 5-6 0,-2 0-4 15,2 1 4-15,2-2-2 0,-2 3-3 0,-2-1 3 0,2 1 0 16,-2-2-3-16,-1 1 3 0,-3-1-1 0,-2-5-4 16,-2 1 5-16,2-1 0 0,-2 0 14 0,-4-5 33 15,-1-2 29-15,5 8 39 0,-5-8 9 0,0 0 11 16,0 0 11-16,0 0 11 0,0 0-6 0,-20-15-8 16,14 9-8-16,4-3-12 0,-3 0-5 0,3-3-20 15,2-1-4-15,0-4-12 0,5 4-16 0,2-3-20 16,1-2-24-16,9-6-36 0,6 2-60 0,13-6-68 15,1 0-62-15,8-2-68 0,-1 2-111 0,9-2-396 16,13-12-841-16,-8 14 373 0</inkml:trace>
  <inkml:trace contextRef="#ctx0" brushRef="#br0" timeOffset="188143.97">24390 11049 20 0,'0'-21'340'0,"0"6"-15"0,2-1-8 16,-2 6-13-16,0-3-22 0,0 2-23 0,0 3-28 15,0 4-32-15,0 4-24 0,0 0-21 0,0 0-9 16,13 23-15-16,-6 0-12 0,2 8-13 0,8 11-11 15,-2 6-9-15,0 0-4 0,-2 8-10 0,2-1-8 16,6 15-2-16,-11-13-11 0,12 14-2 0,-7-17-4 16,-9-3 0-16,8 2-7 0,-1-10-7 0,-3-1 0 15,-4-3-2-15,3-8-7 0,-3-7 2 0,-1-6-3 0,-1-2-1 16,-1-5 2-16,-1-2 41 0,1-1 47 16,-3-2 48-16,0-2-8 0,0-4-8 0,0 0-14 15,0 0-6-15,5-20-12 0,-4 2-7 0,3 1-4 0,-1-5-9 16,4-5-4-16,1-5-8 0,-1 3-3 0,6-10-11 15,-3 11-8-15,1 1 3 0,1 1-11 0,3 4-6 16,-9 4-2-16,6 0-5 0,-4 6-6 0,2-3-1 16,4 6-6-16,0 0-5 0,3 6 1 0,-7 0 1 15,5 6-8-15,3 1 0 0,-3 4-5 0,-2 1 1 16,12 8-2-16,-5 2 0 0,1 2-1 0,-1 2 3 16,-2-3-5-16,1 4 2 0,-1 2-7 0,2-2-2 15,-4 3-4-15,6-8 1 0,-4 3-12 0,2 2-1 16,-2-6-2-16,2-4-2 0,3 3-4 0,0-4-5 15,-5-3-5-15,6-5-5 0,-5 3-16 0,3-7-5 16,1-1-3-16,-3-1 2 0,3-2-3 0,5-5 3 16,-6 0 0-16,-2-1 2 0,-5-5-1 0,3-1-2 0,-3 0 5 15,1-5 7-15,-7 1 2 0,2-5 0 0,1 0 5 16,-7-2 9-16,-5 2 4 0,1-3 4 16,-2 2 7-16,1 4 16 0,-5 5-10 0,0-3 10 0,-5 4 1 15,2-1 3-15,-1 7-4 0,-1 0 6 0,-5-1 0 16,2 7 5-16,2-1-8 0,-4 3 10 0,-2 2-4 15,1 4 6-15,1 4-12 0,0 0 5 0,2 2-6 16,3 6 4-16,-2 0 6 0,5 0-4 0,-1 1 6 16,8-1 3-16,0 3 8 0,5-1-5 0,2 7 0 15,-4-8-5-15,9-1 16 0,3-1-10 0,3 7-9 16,-3-16 3-16,8 8 16 0,2-3-22 0,1-6 4 16,2 3 2-16,-5-6-5 0,6 0-2 0,-8-6-2 0,4 0 2 15,-4-4-4-15,1 0-5 0,4-5-8 16,-9 1 2-16,-2-1-5 0,5-10 3 0,-9 5-2 15,3-6 4-15,0-3-4 0,0 4 3 0,-8-3 5 0,1 5 2 16,-4 1 1-16,1 3 9 0,-3 0 7 0,-1 2-5 16,0 1 10-16,0 7-3 0,0-3-8 0,-5 3 4 15,5 0-1-15,0 6-2 0,-10-3-5 0,10 3-1 16,0 0 5-16,-20 11-4 0,19-1 3 0,-6-1-4 16,2 6 3-16,2 2 2 0,1 1-6 0,2-1 5 15,0 3 21-15,0-2-27 0,2 3 8 0,1-3 6 16,2-2 1-16,3 3-5 0,-1-3 6 0,1 0-11 15,7-1 13-15,-3-1-2 0,3-2 1 0,0 0 2 16,1-8-3-16,-1 4-4 0,8-1-6 0,-9-5 7 16,0-2-1-16,8-2 1 0,-7-1-3 0,1-4 2 15,4-1 7-15,-5-2-12 0,-2-4 7 0,-3 6-4 16,4-11-7-16,-5 3 8 0,3-3 1 0,-5-1-2 0,3-3 0 16,-5-2 3-16,1 1 14 0,-4 4 13 15,0 1 16-15,-2-2 7 0,0 0-5 0,0 6 12 16,1-3 5-16,-1 3 0 0,-3 0 0 0,3 3 0 0,-2 4-7 15,2 1-6-15,-3-1-9 0,1 1-7 0,2 7-12 16,0 0-4-16,0 0-5 0,0 0-5 0,0 0-11 16,0 0-8-16,7 24-6 0,-4-9-14 0,2 3-10 15,0-2-16-15,-2 7-30 0,9-2-14 0,-2 0-8 16,-2 3-23-16,4 0-13 0,1-5-17 0,-3 1-19 16,0-2-32-16,1-3-27 0,-1 1-17 0,2-4-23 15,-2 0-20-15,-2-4-9 0,0-2-198 0,-1 0-541 16,3-4 241-16</inkml:trace>
  <inkml:trace contextRef="#ctx0" brushRef="#br0" timeOffset="188542.52">26285 11702 897 0,'2'-10'-44'0,"4"-2"32"16,-6-3 18-16,7-1 34 0,-2 1 28 0,-3-5 21 16,4 4 15-16,-2-2 13 0,6 0 11 15,-6 0 5-15,0 0 13 0,-3 0 10 0,6 6 8 0,-5-2 5 16,3 7 1-16,-4-1-17 0,6 3-13 0,-5-2-16 16,3 0-12-16,-4 4-7 0,-1 3-15 0,13 0-12 15,-13 0-7-15,17 7-6 0,-10 1-4 0,4-1-8 16,1 5-4-16,3-1-7 0,-2 4-4 0,2-3-5 15,5 7-2-15,-5-2-3 0,1 2-6 0,-1-4-2 16,-3 0 3-16,3 2-4 0,-4-3-3 0,-3-1-1 16,1-3 6-16,-4-1-12 0,1-3 1 0,1-1-1 15,-5 4 1-15,1-7 2 0,-3-2-1 0,0 0-5 16,0 0 2-16,0 0-3 0,0 0 4 0,0 0 1 16,-8-26 1-16,4 14 18 0,4 1-7 0,0-3-1 15,0-4 1-15,4-1 5 0,-1 2-3 0,-1-5-4 16,6-3 3-16,-2 8-4 0,9-10 1 0,0 3-6 0,-3 4 11 15,-2 3-12-15,3-1 6 0,0 4 1 0,-4 5-7 16,-3 4 2-16,1-5 14 0,-2 5-23 16,0-6 3-16,0 10-13 0,1-1 8 0,-6 2 1 15,0 0-7-15,12 7 6 0,-9 1-12 0,4 0 9 0,-6-1-1 16,6 9 1-16,0 1 2 0,-2 2-2 0,6 7 2 16,-4-2-5-16,3-2-19 0,1 4-12 15,1-5-14-15,3 2-13 0,-4 4-13 0,4-11-18 0,-5-1-24 16,5 0-23-16,0-2-29 0,0 1-37 0,0-6-43 15,5-3-37-15,-5 0-177 0,1-5-500 0,-3 0 221 16</inkml:trace>
  <inkml:trace contextRef="#ctx0" brushRef="#br0" timeOffset="188808.15">27268 11397 252 0,'-3'-15'302'0,"-4"5"-1"0,6 0-1 16,-8-2-5-16,-1 2-3 0,4 5-2 0,-6-2-15 0,7-2-15 15,-8 6-19-15,1-2-18 0,3 4-19 0,0-1-21 16,9 2-27-16,-18 0-5 0,10 5-11 16,0 1-18-16,1 3-17 0,2 0 1 0,2 1-11 0,1 2-4 15,0 2-7-15,4 2-4 0,3 1-8 0,0 1-5 16,2 0-4-16,2 0-9 0,0 0-4 0,2 6-2 16,-2-9-3-16,2 4 0 0,-3-2-14 0,1-3-9 15,2-1-2-15,-6 1-28 0,0-9-19 0,-1 3-12 16,2-2-42-16,-3 0-21 0,-1-1-13 0,-2-5-23 15,0 0-29-15,0 0-32 0,0 0-38 0,0 0-49 16,0 0-69-16,-21-11-198 0,9 0-597 0,5-4 265 16</inkml:trace>
  <inkml:trace contextRef="#ctx0" brushRef="#br0" timeOffset="188957.36">26802 11122 126 0,'-7'-12'267'0,"4"2"-12"0,-2 2-24 15,1 1-22-15,3 2-23 0,1 5-19 0,0 0-15 16,8-4-17-16,-8 4-14 0,0 0-29 16,30 12-42-16,-15-8-54 0,3 4-72 0,3-2-64 0,-1 3-156 15,5 3-320-15,3-2 142 0</inkml:trace>
  <inkml:trace contextRef="#ctx0" brushRef="#br0" timeOffset="189207.52">27470 10803 367 0,'-1'-7'426'0,"-1"-4"8"0,-1 8-6 0,3-5-16 0,0 8-34 16,-4-5-39-16,4 5-29 0,-3-8-42 16,3 8-25-16,0 0-19 0,0 0-30 0,0 20-19 15,0-5-17-15,5 1-15 0,-3 10-13 0,1 2-14 0,4 3-10 16,-4 12-9-16,2 4-10 0,-2-6-5 0,9 9-11 15,-9-2-6-15,4-1-14 0,-2 2-16 0,-2-2-20 16,-3 0-28-16,8-1-24 0,-5-7-41 0,-1 5-33 16,-2-14-29-16,2 0-29 0,-2-6-24 0,-2 0-46 15,2-5-41-15,0-4-34 0,-2-3-38 0,4-1-220 16,-4-7-618-16,-2 1 273 0</inkml:trace>
  <inkml:trace contextRef="#ctx0" brushRef="#br0" timeOffset="189438.78">27586 11385 177 0,'3'-23'230'0,"1"-2"10"0,-1 6 21 16,-3-3 11-16,5 7 4 0,-3-4 9 0,-2 3 0 16,0 5 7-16,0-6 10 0,0 7-14 0,0-2-12 0,5 4-16 15,-5 0-24-15,3 1-22 0,-3 0-24 0,0 7-22 16,0 0-17-16,0 0-16 0,13 0-13 16,-13 0-9-16,10 14-12 0,-3-7-14 0,8 8-8 0,-2-2-6 15,10 10-9-15,-1-4-7 0,-3 1-12 0,-2 3-11 16,6-3-6-16,-1 5-14 0,-3-3-14 0,0 0-21 15,-1-3-11-15,-3 0-43 0,1 2-27 0,-1-7-34 16,-3 2-18-16,1-1-27 0,-6-2-27 0,3-2-41 16,-7 1-40-16,4-5-35 0,1 5-274 0,-5-4-647 15,0 3 287-15</inkml:trace>
  <inkml:trace contextRef="#ctx0" brushRef="#br0" timeOffset="189687.77">28309 11352 332 0,'2'-12'380'16,"-4"0"4"-16,2 2 1 0,0 0-4 0,-6-2-8 0,-1 7-16 15,-1-5-20-15,-4-2-25 0,2 9-28 16,-5 1-30-16,1-1-21 0,-3 3-27 0,0 3-18 16,-2-1-17-16,-1 6-18 0,3 4-15 0,4-2-11 0,1 7-15 15,1 0-9-15,1 0-9 0,3 2-10 0,2 0-10 16,5 0-7-16,7 5-10 0,-1-1-10 0,9 1-12 15,2 0-19-15,9-2-24 0,9 4-30 0,3-3-46 16,7-7-47-16,-5-3-34 0,4 1-39 0,4-2-44 16,-3-4-60-16,1-7-75 0,-13-2-304 0,-1-3-742 15,3-3 328-15</inkml:trace>
  <inkml:trace contextRef="#ctx0" brushRef="#br0" timeOffset="189887.04">28164 10785 177 0,'-17'-3'384'0,"4"-2"-6"0,5 2-17 0,-2-1-18 16,3 0-39-16,0 0-30 0,7 4-30 0,-8-7-20 16,8 7-27-16,0 0-37 0,0 0-41 0,0 0-65 15,0 0-76-15,17 19-92 0,-9-12-105 0,0-3-259 16,-3 5-517-16,0-3 229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09:24:55.36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12539 2612 71 0,'-13'-2'369'0,"5"4"-13"16,8-2-17-16,-17 0-24 0,17 0-25 0,-12 0-26 0,12 0-32 15,-8 1-24-15,8-1-15 0,0 0-34 0,0 0-10 16,0 0 3-16,22 11 25 0,-2-6-12 0,13-2-8 15,15 2-14-15,11-2-9 0,24 4 15 0,13-7-8 16,5 0-19-16,41 0-6 0,-39-4-18 0,44-4-5 16,-49-2-8-16,49 4-7 0,-47-1-4 0,47-13-14 15,-51 13-2-15,1-2-9 0,6 3-2 0,-9-6-2 16,-4 3-8-16,-1-2-4 0,-8 2-3 0,-21 0-4 16,-1 3 1-16,-1 4-6 0,-8-8 2 0,-4 3-3 15,-11 2-4-15,-5 2-2 0,0-3 3 0,-9 3-6 16,-1 0-2-16,-3-2-20 0,-9 4-22 0,5 0-23 15,2-1-27-15,-8-1-32 0,3 1-28 0,-10 2-34 16,8-1-19-16,-8 1-2 0,0 0-36 0,0 9-41 16,0-9-53-16,-8 8-260 0,-2-1-636 0,3-4 282 0</inkml:trace>
  <inkml:trace contextRef="#ctx0" brushRef="#br0" timeOffset="1649.85">12417 2818 156 0,'0'-4'328'0,"5"0"-10"15,-5-3-20-15,1 3-36 0,-1 4-26 0,0 0-32 16,5-5-19-16,-5 5-16 0,0 0-18 0,15 9-10 16,-7 2-16-16,1 1-7 0,4-1-16 0,-5 5-9 15,0 3-1-15,4 7 12 0,-4-1-3 0,1 9 6 0,2-9 2 16,-6 5-20-16,2 0 13 0,-1 0 2 16,1 2-8-16,0-4-7 0,-4 3-5 0,4 3 1 15,-4-6 0-15,7 10-4 0,-9-10-4 0,4 2-6 0,-1-3-5 16,1 0-5-16,1 0-3 0,-6-3-9 0,7-5-4 15,-4 0-4-15,4-1 0 0,-4 1-5 0,0 2-1 16,-1-5-3-16,5 1 17 0,-2-2-5 0,-5-1-6 16,1-1 4-16,1 2-2 0,1-4-3 0,1-1-2 15,-4 0-3-15,5 0-1 0,-5-2-2 0,1 1-4 16,-1-1 0-16,0-4 0 0,0 2-2 0,0-6-4 16,2 11-2-16,1-5 1 0,-3-6-5 0,2 4-1 15,-2-4 1-15,5 8 0 0,-2-3-5 0,-3-5 4 16,0 5-1-16,0-5 0 0,0 0-5 0,2 7-1 15,-2-7 3-15,5 5-2 0,-5-5-2 0,0 0-2 16,5 4 4-16,-5-4-4 0,5 4-1 0,-5-4 1 16,0 3 2-16,0-3-1 0,0 0 2 0,6 4-5 15,-6-4 2-15,9 5-2 0,-9-5 5 0,5 2-1 0,1 0 1 16,-6-2-2-16,15 5 2 0,-7-5 2 16,7 2 1-16,-6-1-2 0,9-2 0 0,3 2-1 15,-3-2 3-15,12-3-2 0,-2 1-3 0,19 1 2 0,-4 0-2 16,8-3 2-16,0-5-1 0,7 5-2 0,2 0 1 15,4-7-3-15,24 4 4 0,-3 1-5 0,-1 4-4 16,5-11 7-16,-1 6 2 0,2-2 0 16,-1 7 1-16,5-5 2 0,-6 1 2 0,5 4-3 0,3-3 4 15,-2 3-2-15,0 0 1 0,-6 2 0 0,-4 1 3 16,3-4-2-16,-5 0 7 0,-17 4-10 0,14-3 0 16,-14 3-2-16,-11 0 0 0,13 0 1 0,-8 3-2 15,-1-3 2-15,0 1-3 0,-3 2 2 0,-4 1-4 16,-3-4 3-16,-2 1 8 0,-9 2-12 0,-1-2 3 15,7-1-1-15,-10-1 1 0,0 2-2 0,-3-1 1 16,0 2-3-16,1 3 5 0,-4-5-2 0,6 1-4 16,-11-1 5-16,-1 0-1 0,9 0 3 0,-10-1-4 15,3 1 2-15,-7 0 1 0,4 0-4 0,-3 0 2 16,3 0 1-16,-4-5-3 0,-1 3 4 0,5 2-2 16,-10 2 0-16,2-2 1 0,-2-2 2 0,-2 2 1 15,-8 0-3-15,18 0 2 0,-18 0-1 0,15-4 0 16,-4 3-1-16,-11 1-2 0,10-4 4 0,-3 3-4 15,-7 1 1-15,12-3 1 0,-6 0 0 0,-6 3-3 0,17-4 3 16,-7-1-1-16,0 2 1 0,-4 0-1 0,-6 3 0 16,15-6-1-16,-8 4 0 0,1-2 1 15,-1-4 2-15,-1 7 0 0,-2-2 0 0,2-1 1 0,1 2 12 16,1-4 8-16,-1-2 3 0,-2 2 0 0,0-1-4 16,0 1 1-16,0-2-3 0,1 1-2 0,-2-1-4 15,1-4-1-15,-2 2-3 0,5-3 1 16,-3-2-1-16,2-1-3 0,-4 1 4 0,2 0-5 0,3-2-2 15,-3 0-3-15,2-1 2 0,-4 3-2 0,4-4 0 16,-1-1 0-16,-1 5-3 0,-1-6 6 0,2 2-6 16,1-1 0-16,-4-2 0 0,2 2 2 0,5-4-1 15,-3-3 0-15,-2 3-3 0,1-3-1 0,4 0 0 16,-6 3 0-16,4-3 0 0,2 0-2 0,-5 2 0 16,1-2-1-16,4 1 1 0,-5 2 2 0,5-3-5 15,-8 6 2-15,4 1 4 0,1 0-2 0,0 0-1 16,-2-1 2-16,0 1-1 0,1 1 8 0,-1-1-10 15,-3 4 3-15,4 0-2 0,-2-6 1 0,1 9 2 16,-5-5 0-16,6 5 0 0,-6-1-2 0,7 2 1 16,-5 0 0-16,3-3 0 0,-4 6-2 0,6 0-3 15,-9 0 6-15,6 0 0 0,-4 1-1 0,6 4 1 16,-6-5 0-16,0 3 1 0,0 6 2 0,0-11-4 16,7 7 1-16,-2-4 0 0,-5 8-3 0,3-7 3 0,4 4-1 15,-7 3 0-15,0 0-1 0,0 0 1 16,0-6-1-16,0 6 1 0,6-4 4 0,-6 4-4 15,7-5-1-15,-7 5 3 0,0 0 0 0,0 0 2 0,0 0 0 16,0 0 5-16,0 0-6 0,0 0 1 0,0 0 0 16,0 0-2-16,-5-9-1 0,5 9 5 0,0 0-4 15,0 0-2-15,0 0 1 0,0 0 0 0,-17 0-2 16,4-1 0-16,5-3-4 0,-5 3 6 0,-7 1-3 16,3-2 3-16,-13 2-1 0,-3 0 1 0,-11 0 1 15,-4-1-2-15,-5 4 0 0,-7-2 3 0,-3-1-1 16,-21 0 0-16,-6 4-2 0,-6-3 2 0,-5 1 0 15,-1-1 0-15,-2 0 0 0,-4-1 1 0,-1 3 1 16,9 2 1-16,8 1-3 0,2-5-1 0,29-1 0 16,5 3-7-16,5 2-36 0,4-5-48 0,14 3-33 15,2 1-74-15,9-2-65 0,7 1-59 0,2 6-47 16,13-8-45-16,0 8-277 0,13-1-750 0,15 1 332 16</inkml:trace>
  <inkml:trace contextRef="#ctx0" brushRef="#br0" timeOffset="3800.63">13006 3177 324 0,'0'0'369'0,"-2"-7"-4"16,2 0 3-16,0 7-4 0,0-9-16 0,0 9-18 15,0-8-26-15,0 8-34 0,0-7-24 0,0 7-27 16,0 0-28-16,0 0-21 0,8-4-16 0,-8 4-17 16,22 4-17-16,-7 1-11 0,3 1-9 0,0 0-14 15,4 3-5-15,-6-1-9 0,9 5-15 0,-8 1-1 16,-1-4-10-16,6 4-13 0,-11-2-11 0,6 1-11 15,-4-1-5-15,-3 1-12 0,-2 1 0 0,1-4 7 16,-4 5-8-16,0-7 0 0,-2 4 2 0,-3-3 4 16,0-3 0-16,0 2 2 0,0-4 3 0,0-4 0 15,-10 7 2-15,3-3 7 0,7-4 13 0,0 0 10 0,-18-4 7 16,18 4 7-16,-13-7-2 0,8-2-2 0,-2 2-1 16,6-1-5-16,-3-6-4 0,4 5-6 15,0-10-1-15,4 3-7 0,-1-1-4 0,7 3-4 0,-2-1-14 16,2 0-23-16,5 3-33 0,0 0-31 0,1 2-31 15,1 1-22-15,-2 1-25 0,3 5-26 0,-3-4-21 16,2 4-16-16,-3 3-10 0,0 1-8 16,-1-1-10-16,-3 2-1 0,3 3 5 0,-5-3 8 0,4 1 12 15,-2 2 20-15,-3-2 17 0,-1 1 21 0,1-1 21 16,-1 4 11-16,-4-6 19 0,6 3 17 0,-1 1 23 16,-7-5 26-16,8 2 23 0,-8-2 31 0,0 0 31 15,7 4 29-15,-7-4 27 0,8 1 14 0,-8-1 13 16,0 0-1-16,15-5 5 0,-15 5-2 0,12-3-1 15,-4-4-5-15,-5 5-8 0,7-5-8 0,-2 4-9 16,-1-2-5-16,1-3 2 0,1 2 3 0,-8 0 4 16,8-1-3-16,0 0 5 0,-5 0-7 0,4-1 6 15,-8 3 4-15,7-5 7 0,-6 5 4 0,4-2 1 16,-5 7 4-16,5-12 6 0,-5 8-3 0,0 4-2 16,-1-9 1-16,1 9-9 0,-9-3-20 0,9 3 2 15,-11-3-7-15,11 3-7 0,-22 0-10 0,11 4-10 16,-1-2 2-16,-3 4 4 0,0 1-15 0,-3 4-7 15,3-3-6-15,0 4-1 0,0-2-2 0,5 3-4 0,0-1 1 16,1 2-2-16,2 1 0 0,-1-2-7 16,6 2-1-16,2-3-2 0,2-3 0 0,6 4 4 15,-1-1-3-15,7-2-1 0,6 0-3 0,5-1-9 16,7-1-24-16,-4-2-24 0,8-2-16 0,6-2-20 0,-9-2-10 16,13 0-6-16,-13-5-8 0,5 4-4 0,-3-6 6 15,1 0 3-15,-6 0 10 0,0 0 8 0,0-1 8 16,-7-2 9-16,-2 3 8 0,-6 0 8 15,0 2 6-15,-2-3 10 0,-3 0 16 0,-5 2 19 0,2 3 13 16,-4-3 14-16,2 3 11 0,-5 3 9 0,2-9 2 16,-2 9 7-16,-2-8 6 0,2 8 3 0,-15 0 9 15,2-1 7-15,13 1-2 0,-23 1 13 0,10 1-17 16,-4 3 4-16,1 0-1 0,-4 2-3 0,3-2-5 16,-6 0-5-16,3 2-3 0,0 3-11 0,4-3 0 15,-1 2-5-15,-3 2-9 0,12-2 2 0,-5-2-6 16,3 2-3-16,-2 2 0 0,4 0 6 0,0 1-15 15,1-7 1-15,5 7-10 0,-4-5 2 0,12 1 3 16,-6-1-5-16,2 4 4 0,5-8 4 0,-1 3 0 16,4 0-4-16,8 0-4 0,-1-4-12 0,5-2-19 15,-4 0-10-15,7-2-9 0,3-4-13 0,-2 0-2 16,2 0 7-16,0-4-12 0,-6 3 6 0,-4-3 3 16,5-5 3-16,5 1 6 0,-13-1 0 0,-1 2 5 15,0 0 7-15,1-2 5 0,-5-3 0 0,0-2 1 0,-1-6 6 16,-1 6 4-16,-3-6-1 0,-2 6 8 0,-3 0 7 15,0-6 16-15,-2 6 9 0,2 4 16 16,-1-5 22-16,-4 2-1 0,3 4 10 0,-3-4 7 16,5 8 6-16,-3-5 4 0,-2 8 1 0,3-3 2 15,-4 3-3-15,2 1-4 0,4 3-7 0,-3-3-12 0,3 7-10 16,0 0-11-16,0-9-11 0,0 9-2 16,0 0-5-16,0 0-2 0,0 0 1 0,0 0-6 0,-2 24-9 15,4-13 9-15,1 4 0 0,-3 1-3 0,4-1-3 16,-3 4 2-16,4 1-3 0,-3 0 0 0,1-1-1 15,2 4-2-15,-5-7-5 0,7 4-7 0,-2 2-1 16,-2-3-6-16,2-2-1 0,-3 0 1 0,4 0 0 16,-2-4-2-16,1 4-1 0,3-4-2 0,-5-4 0 15,0-2 8-15,2 4-10 0,-1-4 3 0,2 1 2 16,-4-2 4-16,6-3 4 0,-6 1 0 0,-2-4 3 16,5 3 4-16,-5-3-1 0,13 3-1 0,-13-3-1 15,13-3 4-15,-13 3-1 0,15-4 4 0,-13 0-2 16,5-3-3-16,1 2 5 0,-3-2-3 0,5 0 0 15,-5-2-1-15,3 1 2 0,0-2-2 0,1 0 1 16,-3-1 0-16,2 2 6 0,2-1-7 0,0-1-1 16,-5 2 4-16,0 2-1 0,2-4-2 0,-1 5 0 15,-4-1 2-15,3 0 3 0,2 3 6 0,-7 4-11 0,1-4-6 16,6-1-5-16,-7 5 1 0,0 0-3 16,0 0 1-16,7-3 6 0,-7 3-3 0,0 0 1 15,0 0 1-15,1 12 1 0,-1-4-1 0,0-8-3 0,5 11 6 16,-3-2-1-16,0 2-1 0,3-5 1 0,-4 3-3 15,4 0-3-15,-3-2-7 0,4 1-8 0,-4-4 5 16,5 3-6-16,1-3 2 0,-5 0 4 16,1 0 6-16,-4-4 5 0,11 4 11 0,-11-4-10 0,10 0 3 15,-10 0 0-15,15-8 3 0,-8 3-2 0,1-5 6 16,-1 6-3-16,-1-5 3 0,2-2-1 0,-3 1 2 16,-1 1 10-16,1-2 4 0,1 1 19 0,-2 1 3 15,-1 0 15-15,2 0 8 0,-5 2 3 0,2-1 5 16,-2 2-4-16,0 6-5 0,1-8-10 0,-1 8-7 15,3-7-7-15,-3 7-10 0,0 0-9 0,0 0 0 16,0 0-2-16,0 0-2 0,0 0 0 0,0 0-13 16,0 0-24-16,0 26-22 0,4-22-29 0,-4 3-27 15,3 2-27-15,0 2-29 0,1-4-6 0,2 2-12 16,-2-1-11-16,6-1-21 0,0 1-24 0,-4-4-24 16,4 4-14-16,5-6-27 0,3-1-19 0,-1-1-217 15,-2 0-575-15,1-1 255 0</inkml:trace>
  <inkml:trace contextRef="#ctx0" brushRef="#br0" timeOffset="4182.91">15005 3029 220 0,'0'0'247'0,"0"-8"6"0,0 8 4 0,2-6-1 16,-2 6-8-16,0 0-6 0,0 0-10 0,0 0-9 16,0 0-8-16,0 0-7 0,0 0-10 0,-25 14-16 0,17-9-3 15,1 3-28-15,-1 0-16 0,5 0-17 0,-6 4 2 16,4-1-25-16,2 0-8 0,-4-3-8 0,2 3-9 15,4 2-10-15,1-2-9 0,-2 0 0 0,5-4-8 16,-3 1 4-16,5 1-2 0,2-2-3 0,0-3-11 16,6 4-7-16,-1-4-20 0,1 3-12 0,2-6-19 15,6 2-13-15,-4-6-10 0,3 0-5 0,-2 2-3 16,2-8-4-16,-4 2 3 0,6 0 3 0,-7-1 7 16,-2 1 4-16,-5 1 5 0,5-1 2 0,-4-4 7 15,-3 7 6-15,1-3 9 0,-5 2 12 0,4-3 16 16,-6 2 15-16,0 6 13 0,2-5 5 0,-2 5-6 15,0 0 8-15,0 0-4 0,-15-3 5 0,15 3-13 16,0 0-2-16,-22 7-3 0,19-3-5 0,-2-1-4 16,-3 5-3-16,3-3 0 0,3 2-2 0,-4-3 0 15,6 5 0-15,0-2-4 0,0 1-3 0,0-1-5 16,0 1-19-16,6-2-17 0,1 0-18 0,6-2-27 16,4 4-41-16,4-1-43 0,-4-5-52 0,11-1-49 15,2 4-42-15,-2-3-208 0,2-2-555 0,1-5 245 16</inkml:trace>
  <inkml:trace contextRef="#ctx0" brushRef="#br0" timeOffset="4933.02">15712 2833 284 0,'-2'-1'346'16,"2"1"-6"-16,-6-9-4 0,1 4-12 0,5 5-2 0,-5-7-38 15,-3 6-22-15,8 1-24 0,-12-2-23 0,12 2-16 16,-18 3-26-16,8 2-15 0,-2 2-13 16,2 0-10-16,0 4-18 0,-1 1-10 0,-4 3-16 0,5 3-3 15,-8 3-17-15,3 2 0 0,7-3-13 0,-6 5-2 16,8-3-3-16,-3-3-5 0,3 1-9 0,6 0-4 16,0-1-3-16,0 2-6 0,0-1-14 0,0-4-9 15,6 3-15-15,6-4-10 0,-4 0-9 0,7 1-5 16,0-6-18-16,0-1-17 0,5 0-5 0,-2-5-9 15,2 1-4-15,1-3 6 0,1-2 5 0,1-2 5 16,-1 0 11-16,-4-2 4 0,0 0 9 0,2-3 3 16,-4 3 7-16,-6-1 9 0,5-2 24 0,-3 3 21 15,-1-5 10-15,-4 2 17 0,1 0 14 0,-3 3 9 16,-3-3 0-16,0 0 19 0,3 4-1 0,-5-3 1 16,0 6-8-16,0 0-5 0,0-8-10 0,0 8-8 15,0 0-12-15,3-7-15 0,-3 7 6 0,0 0-5 16,0 0-3-16,0 0-2 0,-12 18-5 0,12-14-2 15,-5 3-9-15,5-2 4 0,0 3-17 0,0-2-21 16,0 2-15-16,0 1-3 0,5-5-16 0,-3 2-5 16,-2 0 3-16,0-6 4 0,7 7 1 0,1-2 2 15,-1-2-2-15,-7-3-4 0,14 4 3 0,-5-4 1 16,4 0 5-16,-13 0 3 0,16-4 9 0,-4 1 5 0,-2-5 0 16,0 6 9-16,-2-6-1 0,0 2 11 0,-1 2-1 15,-2-5 12-15,5-1 14 0,-7 3 16 0,4-1 9 16,-5-1 9-16,1 2 8 0,0 3 21 15,1-4 1-15,-3 0 11 0,2 4-7 0,-3-2-4 0,0 6-4 16,4-8-11-16,-4 8-8 0,6-5-15 0,-6 5-10 16,7 0 0-16,-7 0 1 0,0 0-2 0,13 0 0 15,-13 0-2-15,15 5 0 0,-3 2-3 0,-2-3-4 16,1 0 1-16,3 3-4 0,0-6 4 0,5 10-12 16,-4-4-5-16,-1-3-10 0,1 3-11 0,0-2-4 15,0 2-13-15,-2-3-6 0,-4 0-5 0,4 1-5 16,-5-2-6-16,-3 5 0 0,2-5 3 0,-2 2 4 15,-5 0 1-15,0-5 7 0,0 10 2 0,-10-5 5 16,3-2 9-16,-1 3-3 0,1 0-1 0,-3-4 1 16,-1 3-8-16,2-1-10 0,1 0-5 0,-3 0-2 15,2-4-4-15,3 4-14 0,6-4-21 0,-10 1-21 16,10-1-12-16,-13-5-16 0,13 5-8 0,0-8-8 16,0 8 7-16,8-14-8 0,-2 6 2 0,8-4 0 15,-4 0-3-15,1-4 0 0,-3 0-97 0,7-3-282 16,0-3 124-16</inkml:trace>
  <inkml:trace contextRef="#ctx0" brushRef="#br0" timeOffset="5166.18">16406 2776 116 0,'0'-12'279'0,"-2"5"17"15,2-1 11-15,0 3 1 0,-2-2 2 0,2 7 2 16,-5-9-6-16,5 9-15 0,0-7-35 16,0 7-26-16,-6-3-24 0,6 3-18 0,0 0-19 15,0 0-18-15,-14 15-16 0,13-6-9 0,-1 1-13 0,2 7-9 16,2-2-8-16,-1 3-14 0,4-2-6 0,2 10-6 15,-4 1 3-15,7-2-16 0,-5 1 5 0,5 1-14 16,-5 0-6-16,7 0 0 0,-6 0 3 0,4-1-7 16,-5 0-17-16,5 1-20 0,-7-1-25 0,1-7-37 15,2 1-35-15,-1-4-30 0,-1 1-24 0,-4 0-37 16,0-4-31-16,0-1-27 0,0-2-28 0,0-5-29 16,0 1-244-16,0-6-591 0,-10 6 261 0</inkml:trace>
  <inkml:trace contextRef="#ctx0" brushRef="#br0" timeOffset="5350.48">16372 2994 45 0,'-3'-5'385'16,"3"5"5"-16,-8-2-2 0,8 2-17 0,-5-10-11 16,5 10-22-16,0 0-28 0,-2-4-30 0,2 4-24 15,0 0-26-15,0 0-31 0,0 0-34 0,0 0-37 16,0 0-30-16,0 0-40 0,0 0-55 0,0 0-54 15,23 7-57-15,-13-2-66 0,0-2-76 0,5 1-62 0,-2-2-207 16,2 4-561-16,3-4 249 0</inkml:trace>
  <inkml:trace contextRef="#ctx0" brushRef="#br0" timeOffset="8899.51">14587 3837 127 0,'0'0'334'15,"4"-8"1"-15,-4 8 3 0,0-5-1 0,0 5 2 16,0-11-7-16,0 11 1 0,0-5-18 0,0 5-7 16,0 0-14-16,0 0-18 0,0 0-21 0,0 0-23 0,0-7-26 15,0 7-20-15,0 0-22 0,0 0-21 16,0 0-17-16,0 0-14 0,0 0-12 0,0 0-9 15,5 23-8-15,2-18-10 0,-2 6-5 0,2 5-8 0,-4 1-2 16,4 3-3-16,1 4-9 0,-2 3-6 0,1-2-1 16,1 16-5-16,-3-1-2 0,4 1-4 0,-3-2-1 15,3 1-4-15,-5-1 1 0,0-6-3 0,2 6-1 16,-6-9-2-16,7 2-2 0,-5-2-5 0,-2 2 2 16,3-5-1-16,-3 2-1 0,2-4-1 0,-2-1 0 15,0-4-4-15,3-2 2 0,-3-2 1 0,0-1-3 16,0 4-1-16,0-7 1 0,0-1-1 0,0-3 1 15,0-4 0-15,0 3-1 0,0 2-1 0,0-5-1 16,0-4-7-16,0 9-9 0,0-9-16 0,0 6-18 16,0-6-22-16,0 0-56 0,0 0-51 0,0 0-45 15,5 4-41-15,-5-4-46 0,0 0-37 0,0 0-38 16,0 0-318-16,13-12-758 0,-13 12 335 0</inkml:trace>
  <inkml:trace contextRef="#ctx0" brushRef="#br0" timeOffset="9216.61">14932 4446 137 0,'7'-6'243'0,"-7"6"-4"15,0 0-10-15,3-6-13 0,-3 6-11 0,0 0-18 0,0 0-17 16,0 0-19-16,0 0-12 0,0 0-16 0,0 0-9 15,0 0-2-15,0 0 6 0,10 12-1 0,-6-9-1 16,-4 3 2-16,0 2-2 0,0 0-6 16,0 0-9-16,-4-1 0 0,4 2-8 0,-3 2-7 0,1-2-11 15,-3 0 0-15,4 2-5 0,-1-1-16 0,-5 1-3 16,2 0-6-16,1 0 1 0,-3-1-8 0,0 1-5 16,-1-4-1-16,1 1-4 0,-1 7-10 0,1-11-6 15,-1 4-25-15,3 3-24 0,-1-6-26 0,-3 0-29 16,3 1-33-16,-1-2-43 0,0 1-46 0,7-5-50 15,-8 2-227-15,8-2-531 0,0 0 235 0</inkml:trace>
  <inkml:trace contextRef="#ctx0" brushRef="#br0" timeOffset="9732.76">14625 4551 54 0,'0'0'294'0,"-12"0"-3"16,12 0 3-16,0 0-3 0,0 0-3 0,0 0 2 16,0 0 2-16,0 0-18 0,-18 1-15 0,18-1-14 15,0 0-10-15,-8 4-17 0,8-4-13 0,0 0-13 16,0 0-24-16,0 0-13 0,0 0-16 0,0 0-12 16,0 0-7-16,0 0-16 0,0 0-11 0,0 0-9 0,0 0-17 15,0 0 4-15,0 0-9 0,0 0-8 0,0 0-2 16,0 0-11-16,0 0 0 0,0 0-4 15,0 0-2-15,0 0-5 0,0 0-5 0,0 0 2 16,0 0-4-16,0 0-4 0,0 0 1 0,0 0-6 0,0 0 0 16,0 0 0-16,0 0-9 0,0 0-3 0,0 0-7 15,0 0-8-15,-7-7 1 0,7 7-6 0,0 0 3 16,0 0-2-16,-10-1 2 0,10 1 3 0,-8-4-6 16,8 4 5-16,-5-4-4 0,5 4-6 0,-7-4 14 15,7 4 7-15,0 0-9 0,0 0 0 0,-3-7 4 16,3 7-4-16,0 0 16 0,-4-8-12 0,4 8 2 15,0 0-3-15,0 0 3 0,0 0 4 0,0 0-2 16,-3-4 1-16,3 4 5 0,0 0-12 0,0 0 18 16,0 0-6-16,0 0 4 0,0 0 0 0,0 0-6 15,0 0-2-15,0 0-2 0,0 0-1 0,0 0 2 16,0 0-5-16,0 0 3 0,18 8 2 0,-18-8 1 16,14 10 1-16,-6-5-10 0,-1-1 7 0,2 3 1 15,8 2 3-15,-2 0 2 0,0-3-3 0,3-2-3 16,0 7 14-16,2-2-20 0,0-3-33 0,10 3-49 15,-9-2-42-15,-1 1-34 0,0-4-38 0,-2 3-54 16,-1-2-82-16,-2-1-303 0,0-3-695 0,-11 1 307 16</inkml:trace>
  <inkml:trace contextRef="#ctx0" brushRef="#br0" timeOffset="23898.28">13267 5494 176 0,'2'-5'389'0,"-2"-2"-7"0,0 7-20 16,0-7-14-16,0 7-18 0,2-7-23 0,-2 7-30 16,3-8-24-16,-3 8-27 0,0 0-29 0,3-5-15 15,-3 5-21-15,0 0-16 0,0 0-14 0,23 11-9 16,-16-4-14-16,6 5-18 0,-4-4-10 0,6 3-2 16,-1 1-6-16,0 3-8 0,-4 1-6 0,4-4-10 15,0 6-4-15,-1-3 1 0,-3 3-4 0,3 0-6 16,-6 0-7-16,1-5 0 0,4 7-4 0,-7-4-2 15,0 4-1-15,4-2-10 0,-9-7 8 0,0 5-5 16,0-5 1-16,0 1-7 0,0-4-5 0,0 3 15 16,-3-3 0-16,-3-1 20 0,1 2 13 0,3 0 16 0,-6-3 8 15,1 2 11-15,0-5 14 0,-1-2 2 0,8-1-7 16,-13 0-6-16,13 0-6 0,-15-3-1 16,13-3-6-16,-4-3-2 0,-3 0-8 0,4-6-7 15,5 0-2-15,5-2-3 0,-5-2-7 0,2-1-10 0,5-7-3 16,-1-3-2-16,1 6-5 0,3 2-2 0,1 4-6 15,-1-8-3-15,4 11-2 0,-1-1-7 0,-2 2-12 16,-1 1-23-16,0 1-31 0,-3 5-38 0,6-4-43 16,-1 3-43-16,-2 4-39 0,-2 0-29 0,-1 2-32 15,-7 2-29-15,15 0-25 0,-15 0-12 0,9 6-34 16,-7-2-258-16,1 3-694 0,-3 1 307 0</inkml:trace>
  <inkml:trace contextRef="#ctx0" brushRef="#br0" timeOffset="24298.71">13726 5673 84 0,'15'2'185'0,"-15"-2"-11"16,18-2-8-16,-6 0-7 0,-4 2-10 0,5-3-12 16,2 1-10-16,8-5-10 0,-10 4-12 0,7-1-7 15,-3-2-5-15,4-1-2 0,-4-1-14 0,-2 2-1 16,3 0 4-16,-3-3 1 0,0 3 0 0,-4-1 6 15,1-1 4-15,-4 1 3 0,0 0 7 0,-1 2 7 0,-2-3 0 16,-2 1 7-16,1 0-5 0,-3 0 0 16,-1 7-7-16,-5-12-3 0,5 12-11 0,-8-9-5 15,1 5-10-15,-2 0-6 0,-3 1 0 0,4 2 0 16,-9 1-13-16,-1 0-7 0,0 1 7 0,1 2-9 0,-1 1-3 16,0 0-1-16,-2 0-5 0,3 3-5 0,-1 3-8 15,2-1-1-15,1-1 2 0,1 2-8 0,6-3 5 16,0 3-5-16,1-3-5 0,1 3 6 15,-3 0-5-15,9 0-2 0,0-1 0 0,0 3 3 0,4-6-3 16,1 4 2-16,8-1-6 0,-3 2 7 0,10-7-3 16,3 8 4-16,-2-4-8 0,1-3-2 0,9-3-6 15,-1 6-13-15,0-5-21 0,-2-2-15 0,0 2-25 16,-5-3-21-16,-1 0-20 0,-6-3-37 0,6 2-40 16,-2-2-42-16,-10-2-34 0,3 1-243 0,-5-2-554 15,-1-2 245-15</inkml:trace>
  <inkml:trace contextRef="#ctx0" brushRef="#br0" timeOffset="24964.9">14121 5427 45 0,'0'0'225'0,"0"0"-24"0,0 0-19 0,0 0-15 16,0 0-7-16,0 0-4 0,4 15-11 0,1-4-9 15,-4-4-11-15,6 1-15 0,-5-1-10 0,3 5-8 16,-4-2-8-16,6 1-7 0,-2 4-3 0,5 1-13 16,-5 0-3-16,3-3-7 0,0 2-3 0,-3 3-6 15,0-6-4-15,0 3-2 0,2 0-5 0,-1-6-3 16,-2-3 0-16,1 3-5 0,1-1 0 0,-6-2-3 16,0-6 2-16,4 2 6 0,-1 6 18 0,-3-8 26 15,2 4 14-15,-2-4-6 0,0 0-2 0,0 0 6 16,0 0-5-16,0 0-1 0,8-14 0 0,-5 6-7 0,-1-2 8 15,-1 1-1-15,4-1-7 0,-1-3 3 0,2 1 8 16,1 2-2-16,-2-2 4 0,-3 1-6 16,4 2-1-16,-2 0-5 0,2 3-1 0,-1-1-8 15,-2-1-9-15,4 2-7 0,-2 0-5 0,-2 0-5 0,4 4-8 16,0-2-4-16,-7 4-7 0,14 0-1 0,-14 0 11 16,15 4-23-16,-5 1 2 0,-3 2-3 0,3-2-2 15,0 2-16-15,-2 4-3 0,0-2 0 0,6 3-9 16,-6-2 1-16,0 2-10 0,4 2 1 0,-4-2 5 15,-1 0 3-15,1-3 1 0,-1-3 2 0,-6 4-7 16,6-3 2-16,-1 0-1 0,-4-3 9 0,3 3 1 16,-3-5 7-16,3 3-3 0,-5-5 8 0,0 0 27 15,6 3-8-15,-6-3 1 0,0 0 12 0,0 0 1 16,0 0 0-16,0 0 17 0,4-21-2 0,-4 14 4 16,5-2 1-16,-2-3 1 0,0-3 1 0,0 1 7 15,4-2-1-15,0 0 0 0,-1 1-2 0,1 0-6 16,0 2 5-16,-4 4 3 0,4-5-4 0,-1 4 2 15,-3 2-6-15,4-1-6 0,-2 2 1 0,0 1-8 16,-3 0-5-16,1 2-4 0,-3 4-6 0,7-4-6 16,-7 4-4-16,0 0 1 0,0 0 5 0,0 0-12 15,14 8-2-15,-9 0-4 0,0 0-7 0,-1 3-14 16,1-2-23-16,-2 6-8 0,4 0-20 0,4 0-1 0,-7 1-21 16,0-2-7-16,3 3-6 0,-4-4-7 0,2 2-16 15,-1-3-8-15,4-3-2 0,-1 4-6 16,4-2-21-16,-1-2-24 0,-2-5-28 0,7 3-16 15,-1-6-27-15,2-1-23 0,-1 3-147 0,3-7-472 0,-1 0 209 16</inkml:trace>
  <inkml:trace contextRef="#ctx0" brushRef="#br0" timeOffset="25314.98">15023 5480 15 0,'0'0'260'0,"-9"-3"-9"0,9 3-14 16,0 0-20-16,-20 5-15 0,15 0-7 0,-2-2-12 15,-1 4-9-15,1 0-11 0,1 3-18 0,1-1-11 16,-4 3-6-16,4-3-13 0,2 2-15 0,3-1-12 16,-7 0-4-16,7 1-10 0,0 1-4 0,7 0-8 15,-7 0-3-15,3-3-4 0,2 3-8 0,4-6-1 16,-3 1-4-16,3 0-4 0,-1-2-5 0,2 2-1 16,6-3 4-16,-7-2-7 0,4-2-7 0,-3-2 1 15,1-1-4-15,1 0 0 0,1-4-3 0,-6-3 0 16,8 1-4-16,0-2 4 0,-14-3-8 0,9 1 2 15,-7-4 1-15,6-1-3 0,-9 0-2 0,0-2 0 16,0 1-1-16,0-1-2 0,0 4 15 0,-9 1 6 16,6 2 9-16,-2-4 11 0,-5 5-13 0,7 2-1 15,-5 0-5-15,-2 5-4 0,-2-7-2 0,-1 10-1 16,5-1-7-16,-4 1-3 0,-1 4-6 0,1 1-25 16,2 1-23-16,-3-1-13 0,0 8-21 0,5-5-25 15,-2 0-30-15,1 5-34 0,6-2-41 0,1-2-33 16,1 2-212-16,1-5-493 0,-4 3 219 0</inkml:trace>
  <inkml:trace contextRef="#ctx0" brushRef="#br0" timeOffset="25732.48">15244 5385 169 0,'5'-3'272'0,"-5"3"-24"0,0 0-20 0,0 0-26 16,0 0-19-16,0 0-18 0,0 0-18 0,0 0-13 15,8 14-13-15,-3-10-12 0,-4 3-10 0,-1 0-9 16,0 5-8-16,2-3-6 0,3 6-6 0,-2-3-9 16,2 3-5-16,2 1-6 0,-5-1-2 0,4 0-3 15,-1 1-6-15,5 0-3 0,-5-1-4 0,3-2-1 16,-4-3-5-16,2 1-1 0,1 4-1 0,0-9-3 16,1 1 2-16,-3 4 0 0,1-7-1 0,-2 1 11 15,2-3 20-15,-6-2 9 0,12 4 11 0,-12-4 4 16,12-2 7-16,-12 2 3 0,11-9 9 0,1 5 4 15,-12-8 0-15,5 3 8 0,-4-1-5 0,6-4-2 16,-4-1 1-16,1 0-9 0,1-3-4 0,3-1 2 16,-7 2-4-16,-1-1 9 0,5 2-12 0,-1-2 4 15,-4-2-6-15,5 6-9 0,-4 1-9 0,-1 4-7 16,0-5-5-16,2 4 5 0,-4 5-16 0,4-3-8 16,3 1-11-16,-5-2-30 0,0 9-37 0,2-7-51 15,-2 7-34-15,0 0-16 0,0 0-7 0,0 0-19 0,0 0-19 16,0 0-15-16,0 0-10 0,0 0-9 15,6 23-4-15,-4-16-9 0,3-1-8 0,2 1 1 16,-4 0-5-16,2 1 5 0,1-3-123 0,-2 1-397 0,1 5 175 16</inkml:trace>
  <inkml:trace contextRef="#ctx0" brushRef="#br0" timeOffset="25998.3">15669 5466 166 0,'13'-3'-3'0,"0"0"10"0,2-2 11 0,2 4 13 15,-1-2 11-15,-7-2 18 0,4 1 18 0,-3 1 6 16,0-1 21-16,0-3 24 0,-4 5 15 0,3-5 17 15,-6 2 14-15,2 0 11 0,2 2 7 0,-7-3 6 16,0 6 5-16,3-13 6 0,-3 8 2 0,0 5-9 16,-5-5-14-16,0 0-15 0,0 2-10 0,5 3-13 15,-18-7-12-15,11 7-21 0,7 0-8 0,-18 2-10 16,10-1-10-16,-4 4-13 0,5 2-10 0,-6-2-8 16,3 2-5-16,0 7-3 0,4-5-9 0,-3-2-7 15,3 7 11-15,-1-1-19 0,4 3 3 0,0-5-10 16,3 5-1-16,0-1 7 0,3 1-9 0,0-4-6 15,4 3-12-15,-1-6-9 0,4 5-9 0,4-2-7 16,4-4-24-16,0 3-32 0,4-7-33 0,2 4-41 16,0-1-46-16,5-5-61 0,0-2-55 0,0-2-212 15,4 1-574-15,-3-5 254 0</inkml:trace>
  <inkml:trace contextRef="#ctx0" brushRef="#br0" timeOffset="26948.71">16679 5120 47 0,'3'-10'331'0,"0"-5"-11"0,-3 5-15 15,2-1-19-15,-2 4-27 0,-3-4-17 0,1 6-32 16,-3-3-25-16,-2 5-14 0,-1 0-21 16,-5 2-16-16,-2 2-15 0,0 5-10 0,-2 0-10 0,-2 3-16 15,-5 7-3-15,3 4-7 0,-1-2-9 0,1 7-9 16,3-2-3-16,-1 3-6 0,8 1 0 0,-2-2-10 15,-1 2-3-15,8 0 2 0,-1-3 12 0,6 2-22 16,1-6-8-16,5 0-8 0,-2-2-6 0,5-2-6 16,5 4-4-16,-1-3-9 0,3-4-8 0,5-2-15 15,-4 1-19-15,9-4-17 0,5-1-13 0,-9-6-17 16,9 2-6-16,0-6 3 0,-9 2 5 0,8-3 10 16,-11-2 11-16,3 1 7 0,-2-2 6 0,-3 0 16 15,-1 0 19-15,-5 1 28 0,3-2 23 0,-1 4 22 16,-1-4 21-16,-6 2 9 0,0 3 8 0,-1-3 5 15,-4 6-5-15,8-8 1 0,-8 4-11 0,0 4-13 16,0 0 2-16,0 0-14 0,10-1-2 0,-10 1-7 16,0 0-4-16,0 0-3 0,0 0-2 0,5 13-2 15,1-7-4-15,-6 0-8 0,7-3-6 0,-5 8-8 0,4-4-1 16,1 1-2-16,1-1-2 0,5 5-9 16,-6-5-4-16,1 1-5 0,1-1-2 0,4 1 1 15,-5-2-5-15,0 0 4 0,-1-3 0 0,0 1 5 16,-2-1 6-16,-5-3 0 0,8 2 8 0,-8-2-3 0,0 0 1 15,0 0 3-15,0 0 5 0,0 0 12 0,-5-18 5 16,-3 12 4-16,1-2 11 0,0 1 9 16,-1-2 7-16,1-2 3 0,-1-1 5 0,-7 2-10 0,10 0 0 15,-3-1 1-15,1-2-2 0,6 1-5 0,-6 2-3 16,1-3-2-16,4 4 0 0,2 3-7 0,-3-6-2 16,3 6-4-16,0 0-12 0,3 0-9 0,-3 6-5 15,8-8-7-15,0 8-8 0,-8 0-1 0,19-1-4 16,-9 1-9-16,3 5-1 0,0-4-2 0,-3 2-5 15,5 3-5-15,1 0-5 0,-1 0-8 0,-1 2-11 16,-1 2-8-16,2-3-7 0,-5 0 1 0,0 0-5 16,-1-1 5-16,1-1-2 0,0 0 11 0,-3 3 5 15,1-4 2-15,-1 1 8 0,-4 0 11 0,2-4 10 16,-5-1 17-16,8 8 20 0,-8-8 10 0,5 3 15 16,-5-3 12-16,0 0 11 0,0 0 14 0,0 0 15 15,5-12 5-15,-1 6 15 0,-4 6 9 0,3-9 2 16,2-1 7-16,-2 6 6 0,6-4 6 0,-8-4 3 15,4 5 6-15,3-2 1 0,-3-2-16 0,2 4-2 16,1-1-15-16,-1 0-10 0,1 1-8 0,-1 2-9 16,1 0-14-16,-1 3-9 0,1 1-1 0,-8 1-7 15,13 0-7-15,-13 0-5 0,18 4-5 0,-8 1-16 16,-1 1-20-16,-3 2-20 0,3 0-21 0,-1 3-6 0,0 2-17 16,4-3-31-16,-4 6-22 0,0-5-27 0,4 2-35 15,-2 1-36-15,3-2-28 0,-1-3-21 0,1-1-198 16,-2 2-514-16,3-8 227 0</inkml:trace>
  <inkml:trace contextRef="#ctx0" brushRef="#br0" timeOffset="27314.87">17708 5228 312 0,'-5'-2'322'16,"5"2"-9"-16,-10-4-15 0,4 0-25 0,6 4-21 15,0 0-29-15,-15 2-13 0,15-2-24 0,-15 3-17 16,8 0-20-16,4 1-13 0,-2 1-12 0,-2 1-17 16,1 2-11-16,2 0-6 0,1 3-11 0,0-2-3 15,-2 3-11-15,3 2 0 0,2-3-12 0,-5 5-5 16,5-3-1-16,5-1-4 0,-3 5-2 0,3-7-5 16,-2 7-4-16,2-2 0 0,3-2-7 0,6 1 0 15,-6-2-4-15,5 3 1 0,-5-6-14 0,7 3-4 16,-2-4-10-16,2 3-2 0,0-3 0 0,-6-4-7 15,-1 0 0-15,0 1 1 0,0-2 0 0,-1 1-3 16,0-1 7-16,-1 1-5 0,-4 0 1 0,-2-4 1 16,3 4 1-16,-3-4 6 0,0 0-3 0,-20 7 0 15,10-6 5-15,-3 2-4 0,-2 0 2 0,-5 0 5 16,2-1-10-16,-2 3-15 0,-1-5-13 0,4 2-13 16,-1-2-20-16,-5 1-25 0,8 3-28 0,-2-4-24 15,4-4-39-15,-2 4-38 0,7-1-45 0,3-2-150 16,-3-1-455-16,1-4 202 0</inkml:trace>
  <inkml:trace contextRef="#ctx0" brushRef="#br0" timeOffset="27582.43">17902 4968 256 0,'-2'-6'444'15,"2"6"-15"-15,-3-6-31 0,3 6-38 0,0 0-34 0,0-8-39 16,0 8-31-16,0 0-30 0,0 0-21 0,0 0-23 16,0 0-4-16,0 23-30 0,3-11-3 0,-1 3-27 15,3 3-10-15,-4 2-7 0,4 3-8 0,-3 3-11 16,5 1-8-16,1 3-2 0,-5 2-36 0,1-3-21 16,-3 1-29-16,11 1-28 0,-11 0-28 0,8-3-27 15,-3-1-27-15,-6 0-31 0,7-8-47 0,-4-1-52 16,7-4-41-16,-8 0-253 0,-2-3-594 0,8-2 264 15</inkml:trace>
  <inkml:trace contextRef="#ctx0" brushRef="#br0" timeOffset="28266.95">18049 5226 247 0,'-3'-3'269'0,"3"3"-28"0,0 0-25 0,0 0-23 15,0 0-19-15,0 0-14 0,0 0-11 0,0 0-3 16,20 19-10-16,-12-11-10 0,4 4-13 0,-1 0-9 16,4 1-11-16,0 1-9 0,-2-1-6 0,5 7-7 15,2-2-8-15,-3 0-4 0,-2 3-5 0,-4-3-10 0,1 0-1 16,1-3-3-16,-1 5-1 0,-2-2-10 16,-2-5-3-16,-2-1-2 0,-6 3-3 0,7-6-3 15,-5 1-2-15,-2-2 2 0,0 0-4 0,-9-5 0 16,8 1 0-16,1-4 1 0,-18 3 4 0,18-3 9 0,-14 0 10 15,14 0 3-15,-16-7 6 0,8 0-5 0,4 0 3 16,1-2-16-16,3-2-3 0,0 4-18 16,3-5-21-16,9-3-23 0,-6 0-28 0,13-6-32 0,4 2-41 15,0-4-34-15,15-2-33 0,-2-1-7 0,9 3 6 16,-7 3 6-16,2 3 14 0,0-1 19 0,-11 9 17 16,5-1 20-16,-10 1 19 0,0 1 25 0,-3 2 35 15,-6 0 29-15,0-1 32 0,-8 2 24 0,4 4 18 16,-1-1 7-16,-10 2 3 0,0 0 12 0,0 0 16 15,0 0 18-15,0 0 9 0,-38 2 16 0,18 2 5 16,-1-1 7-16,-1 3 6 0,1 0 3 0,-6 2-7 16,-1 0-13-16,0 0-5 0,3 4-14 0,3-5-4 15,4 5-18-15,2 2-9 0,1-5-9 0,2 3 3 16,3 2-15-16,-4 2-10 0,6-1 6 0,1-4-19 16,7 5 7-16,0-4-11 0,0 6-5 0,7-5-8 15,1 1-10-15,4-4-6 0,0 2-19 0,1-1-7 16,3-7-26-16,4 4-16 0,0-5-18 0,2-2-11 15,-3-2-10-15,8-2-8 0,-11-2 0 0,8-1 4 16,-4-1 8-16,-4-5 10 0,-1 3 4 0,6-3 8 16,-14-1 9-16,6-4 8 0,-4 0 19 0,-1 2 15 15,-3 3 31-15,-3 1 23 0,4-6 19 0,-6 7 12 16,0-1 9-16,0 2 20 0,0-2 8 0,0 4 3 16,0 1-1-16,-8-1-9 0,8 0-8 0,0 7-9 0,-5-4-11 15,5 4-10-15,0 0-6 0,-8-4-4 16,8 4-3-16,0 0-6 0,-12 11-5 0,9-6 9 15,3 6-11-15,0-4-9 0,-2 8-6 0,-3-3-10 16,10 3-12-16,-3-3-11 0,-2 1-10 0,3-3-18 0,2 6-16 16,7-5-17-16,-9 1-22 0,4-5-12 0,4 2-27 15,-1 0-38-15,3-5-35 0,-1-1-28 0,1-1-24 16,0-2-154-16,1-2-454 0,-3-2 201 16</inkml:trace>
  <inkml:trace contextRef="#ctx0" brushRef="#br0" timeOffset="28664.64">18913 5370 105 0,'7'-8'58'16,"-2"-2"40"-16,1-4 30 0,-2 6 27 0,1-3 27 15,-5 3 18-15,5 1 9 0,-9 1 5 0,4-1 2 16,4 0-4-16,-4 7-13 0,-5-12-14 0,5 12-23 16,0-4-16-16,0 4-14 0,-9-4-17 0,9 4-5 15,0 0-17-15,0 0-8 0,-11 13-12 0,7-6-5 16,1 0-5-16,0 3-2 0,1 0-15 0,2 1-8 16,0 1-9-16,0-1-11 0,0 5-6 0,2-5-9 15,1-1-4-15,0 4-6 0,6-3-16 0,-3 1-2 16,3-3-9-16,-4-1-2 0,3-3-12 0,-2-4 0 15,4 3-1-15,4 0 1 0,-8-4 9 0,-6 0-1 16,22-9 7-16,-12 3 2 0,-4-2 2 0,6-4 6 16,-2 4 17-16,-4 0 10 0,8-9 20 0,-13 5 17 15,6 3 21-15,1 0 20 0,-6-5 25 0,3 6 26 16,0-4 16-16,0 4-14 0,-5 1 22 0,3-1 1 16,-1 0 2-16,-2 2-15 0,5 1-16 0,-5 5-10 15,1-8-17-15,-1 8-11 0,0 0-15 0,0 0-9 16,0 0-7-16,0 0-7 0,0 0-4 0,0 0 4 0,0 0-17 15,10 19-13-15,-5-11-20 0,-3-2-4 0,1 3-5 16,2-1-18-16,0 0-12 0,3 1-13 16,1 1-14-16,6-2-14 0,-4 0-21 0,2 0-12 15,1-1-15-15,-4-4-18 0,5 0-15 0,-4-3-25 0,2 0-22 16,9 0-14-16,-11-2-13 0,6-2-17 0,0-8-20 16,-3 3-10-16,1-3-153 0,-1-1-467 0,0-3 208 15</inkml:trace>
  <inkml:trace contextRef="#ctx0" brushRef="#br0" timeOffset="28882.49">19502 4735 286 0,'0'-16'370'0,"-6"-2"-1"0,1 1 2 0,1 5-13 16,-2-1-25-16,-1 6-26 0,6-4-38 0,-4 8-31 16,5 3-30-16,-9-1-20 0,9 1-24 0,-11 13-15 15,7-3-12-15,-2 9-20 0,-1-2-12 0,7 9-4 16,-3 2 4-16,-2 13-23 0,5 2-9 0,0 0-22 15,0 3-20-15,2-6-24 0,2 7-25 0,5-5-19 16,-4 1-25-16,0-1-28 0,1-4-30 0,1-5-11 16,3 8-29-16,-2-13-36 0,-1 2-28 0,3-3-30 15,-7-11-39-15,2-1-180 0,-3-1-511 0,-2-6 226 16</inkml:trace>
  <inkml:trace contextRef="#ctx0" brushRef="#br0" timeOffset="29231.49">19415 5268 131 0,'-2'-11'257'0,"-1"4"11"0,1-1 10 16,0-1-1-16,4-1-14 0,-4 2-11 0,4 4-20 0,-2 4-25 16,2-15-21-16,1 10-25 0,0 1-15 0,4 1-12 15,1-2-16-15,0 0-11 0,4 3-10 0,8-1-7 16,-10 1-16-16,8-1 1 0,2 2-12 16,-4-2-5-16,4 2-10 0,0 1-14 0,0-2-6 0,0-3-9 15,3 2-11-15,-8 2-6 0,6 0-4 0,-6-1 3 16,7-1-4-16,-14 3 6 0,5-3-3 0,-4 1 1 15,-3 1 1-15,-6 1-1 0,9-3-5 0,-9 3 3 16,0 0-6-16,0 0 2 0,0 0 1 0,0 0 4 16,0 0 6-16,0 0 2 0,-10 14 5 0,3-9 1 15,-1 6 0-15,1-7-1 0,0 3 3 0,3 3 2 16,-5-6-1-16,3 7 2 0,4-4-3 0,2 2-1 16,-7 2-3-16,7-2 4 0,0-2-2 0,0 6 1 15,0-4-1-15,0 1 0 0,7 0 1 0,-7 1-4 16,2-2-3-16,3 1 6 0,-4-1-4 0,6-1-23 15,-5-1-31-15,-2 0-35 0,0 0-42 0,3-4-52 16,-3-3-55-16,0 0-65 0,-12 10-200 0,4-10-534 16,-7-1 237-16</inkml:trace>
  <inkml:trace contextRef="#ctx0" brushRef="#br0" timeOffset="29397.92">18974 5010 197 0,'-6'-5'396'0,"4"-2"-16"0,-3 2-35 0,5 5-30 16,-5-10-30-16,2 7-32 0,3 3-33 0,-3-9-44 15,3 9-66-15,-5-3-71 0,5 3-68 0,0 0-64 0,-14 0-80 16,14 0-231-16,-18 6-437 0,3-5 194 0</inkml:trace>
  <inkml:trace contextRef="#ctx0" brushRef="#br0" timeOffset="29781.67">17834 5268 191 0,'-8'-3'338'0,"8"3"-19"0,-9-1-10 16,9 1-18-16,0 0-17 0,-6-4-23 0,6 4-27 16,0 0-22-16,0 0-22 0,0 0-10 0,30-5-28 15,-14 3-23-15,7-2-35 0,-3 0-40 0,8-3-41 0,-6 4-50 16,8-4-68-16,-2 1-74 0,-3-2-84 16,-6 2-147-16,3-1-454 0,-6-1 200 0</inkml:trace>
  <inkml:trace contextRef="#ctx0" brushRef="#br0" timeOffset="32881.04">12868 5110 45 0,'0'0'232'0,"-9"-1"-11"0,9 1-20 15,0 0-14-15,0 0-19 0,0 0-17 0,0 0-14 0,0 0-18 16,0 0-9-16,0 0-15 0,0 0-9 15,0 0-8-15,0 0-8 0,0 0-3 0,0 0-3 16,0 0 2-16,28 3 7 0,-17-3-4 0,6 0-2 16,4 0-8-16,1 0-6 0,6 0-4 0,2-2-5 0,3 2-4 15,2-4-4-15,-4 0-1 0,19-1-5 0,-15 2-2 16,11-1-4-16,-1 0-1 0,-1-3-2 16,1 4-1-16,0-2-1 0,-2-2-5 0,1 1 0 0,6 4 3 15,-7-3-6-15,2 1 3 0,1-2-2 0,-1 2-6 16,-9 1 2-16,9-2 0 0,-9 4-1 0,1-5 3 15,6 1-1-15,-5 3-5 0,3-3-1 0,-8 0 1 16,10-2 0-16,-6 4-2 0,6-3 0 0,0 5 0 16,-10-5-3-16,10-1 3 0,-7 6 1 0,9-5-1 15,-9 1 2-15,4 3 4 0,8-5-8 0,-2 1 4 16,-11 2-5-16,8-6 1 0,-10 8 0 0,4-3-3 16,-1 2 2-16,7-4 1 0,-13-2 2 0,1 6-2 15,3 0 3-15,-8 0-4 0,7 1 4 0,-1 1-2 16,-4-5-1-16,0 5 1 0,2-8-2 0,-9 6 2 15,4-2-1-15,-2 3 0 0,5-2 2 0,0 0-2 16,1-1 1-16,-6 3-3 0,7-3 4 0,-9 5 1 16,7-4-4-16,-6 1-1 0,1 3 1 0,3 0 0 15,3 0-1-15,-1-4 2 0,-5 4 1 0,7-3-2 0,-7-2 1 16,5 2 0-16,2 2-1 0,3-3 3 16,-3 0-1-16,1 0-2 0,1 1 4 0,1 0-1 15,0-2-1-15,2 2-2 0,3 2 7 0,-4-3-3 16,-2-3-2-16,3 2 6 0,-1 3 11 0,-2-5 2 0,3 1-1 15,-4 4 1-15,-1-3-5 0,-2-2-1 0,3 2-1 16,-1 1 4-16,2-4-6 0,-6 4-2 16,4-4-2-16,-2 3 1 0,-3-2 0 0,-4 3-1 0,9-2-2 15,-10 3-1-15,8-4 0 0,5 2 1 0,-5 0-3 16,4 0 1-16,4 0-1 0,-8-1-1 0,9 0 3 16,-6 3-2-16,1 0-1 0,1-1 5 0,-2 1-5 15,4-5 0-15,3 7-2 0,-5-2 1 0,15-2 0 16,-13 5 1-16,-4-2 0 0,17-2 0 0,-15 3-2 15,12-3 1-15,0-3-1 0,-9 4 3 0,-1 2 0 16,10-4-1-16,-1 3 0 0,-9-2 0 0,11-1-1 16,-11 1-1-16,2 0 0 0,-6 1 4 0,14-4-3 15,-12 3-1-15,0 1-1 0,2-2 2 0,-4 1-2 16,2 0 1-16,-1-3-2 0,-4 3 3 0,3 3 2 16,-1-7-1-16,5 5-3 0,-7-1 2 0,5-1-1 15,0 2-2-15,-1-3-3 0,-4 0 1 0,3 3-7 16,4-3 2-16,-4 1 1 0,1 1 1 0,1 1-6 15,-2-2 3-15,4 4 2 0,-3-2-5 0,12-2-5 16,-9 4-2-16,8-1 0 0,-11-2 1 0,-1 1 1 16,5 0 0-16,-1 1-2 0,12-2 5 0,-14 3-2 15,8-4-2-15,-5 3 0 0,-7 1 2 0,9-2-4 16,-5 0 0-16,-2 3 0 0,1-6 3 0,1 1 2 0,-2 3 7 16,1-1-4-16,-12-1-1 0,9 1 2 0,-7-2 1 15,3 3 8-15,-5-1-8 0,3-2 4 0,5 4 2 16,0-2-3-16,-6 2 2 0,1-3 2 15,-2 3-2-15,9-1-1 0,1 1 1 0,-1-2-4 0,-2 6 12 16,-4-6-10-16,5 0 1 0,-9 3-1 0,3-2 2 16,-1 2 2-16,-1 0-3 0,1-3 1 0,-1 6 6 15,-4-3-1-15,3-3-2 0,-9 3 0 0,4 0 1 16,-1-4 2-16,-1 1-2 0,-3 2 0 0,3 1-1 16,-5-4 2-16,4 3 1 0,-1-1 0 0,-11 2-2 15,20 0 3-15,-11 0 0 0,-1-1-3 0,5-2 4 16,-13 3 0-16,15-1-3 0,-7-1 0 0,5 0 3 15,-13 2-2-15,24 2 2 0,-13-4-1 0,-1-2 1 16,3 4-2-16,-13 0 0 0,19-3 0 0,-8 3-2 16,-11 0 3-16,18-1-2 0,-13-1 2 0,-5 2 0 15,15 0 0-15,-15 0 1 0,0 0 0 0,14 0-2 16,-14 0-1-16,9 2-2 0,-9-2 4 0,0 0-3 16,9 1 2-16,-9-1-3 0,10 3 5 0,-10-3-3 15,5 4 2-15,-5-4-3 0,0 0 3 0,5 4-4 16,-5-4-1-16,6 5 1 0,-1 2 0 0,-3 1-2 15,1 0 5-15,4-2-3 0,-2 4 0 0,1 5 2 16,1-3 1-16,-4 6-3 0,4 2 1 0,3 4 3 16,-4 2 3-16,4-1 5 0,-5 5 10 0,5 0-2 15,-5 0-2-15,4 7 5 0,-3 5-2 0,1-4 0 0,1 2 4 16,-1 5 5-16,4-2-1 0,-9 0 2 16,5 0-4-16,-1-4 2 0,1 3 6 0,-4-3 1 15,4 2-3-15,-7-6 2 0,6-6 3 0,-6 5-8 0,7 4 5 16,-5-7 4-16,3-4 1 0,-4 1 3 0,-1 2 1 15,5-3-1-15,-2-11 0 0,-3 11 0 16,5-7 4-16,-3-4-2 0,-2 2 0 0,5-2 0 0,-3-1-3 16,-1 1 1-16,3-7-6 0,-3 3-2 0,1-2-2 15,-2 2-2-15,7 0-1 0,-6-2 1 0,4 0-6 16,-3 0-3-16,6 5-6 0,-5-4 0 0,-1 2 2 16,5-2 3-16,-1 7-6 0,-1-5 0 0,4 3-3 15,-4-1 1-15,1-2-3 0,2 2 3 0,-3 0-3 16,4 0 1-16,-1 1-6 0,-1-2 4 0,-2-2-3 15,0 1 2-15,1 6-4 0,-3-8 5 0,1 1-4 16,4 8 4-16,-5-13 0 0,1 7-2 0,-1-4-4 16,-1 0 2-16,3-1 1 0,-5-5 2 0,0 3-4 15,1 1 11-15,-1-8-5 0,0 9 12 0,0-9 16 16,-5 7 5-16,5-7 11 0,-1 7-5 0,1-7 0 16,-5 4-3-16,5-4-8 0,-17 4 1 0,12-2-3 15,-6 0-4-15,-3-2-5 0,-2 0 2 0,-2-2-2 16,1 2-8-16,-3 0 1 0,-3 2-5 0,-2-2 3 15,-3 1-3-15,-2 2 1 0,-5-3 13 0,6-3-10 0,-3 3-7 16,-1-1 2-16,0 1-8 0,-2 0 2 16,-9 0-1-16,1 0 0 0,0 0-2 0,-7 1-1 15,2 3 5-15,0-2-10 0,-5 3 7 0,0-2-2 16,0 1 3-16,-5 0 0 0,2 0-3 0,-9 0 5 0,-21-1-5 16,5 2 6-16,17 2 3 0,-18 2-7 0,-5-3-1 15,6 0-6-15,-1-4 8 0,15 5-7 0,-16-1 1 16,18 1 6-16,-14 1-4 0,18-1 2 0,-4-2 3 15,-18 1 6-15,20 0-13 0,4-3-2 0,-1 3 15 16,-6-3-12-16,8 3 4 0,2-6-2 0,-2 1 0 16,-2-1 2-16,4 3 1 0,-2 2 9 15,0-8 1-15,4 6 8 0,1-3-1 0,1-3 2 0,3 6-3 16,-1-1 1-16,-1 0-4 0,6-2 2 0,0 3-6 16,1-3-1-16,-3 0-1 0,3 2-1 0,-4 1-8 15,18 2 7-15,-22-3-3 0,9 1 4 0,-1-6 1 16,-1 6 3-16,4-1-3 0,-7 4-3 0,16-2 4 15,-16 0 2-15,4 0-3 0,-3 3 9 0,-1 0 4 16,4-2-1-16,-4 0 8 0,-2 2 5 0,5 1-12 16,-4-1 2-16,1 1 0 0,-2-4-2 0,0 1 2 15,2 0-3-15,0 2-2 0,4 0 3 0,7-4 4 16,-8 4-10-16,2-2 0 0,7 2-2 0,3-6-2 16,-4 3 2-16,-6-1-4 0,7 4 11 0,1-6-7 0,4 2-4 15,1-2 0-15,-5 2 0 0,4-3-2 0,-4 5 1 16,2-2-8-16,-2-3 10 0,0 0-5 15,2 0-5-15,5 1 2 0,-8-1 1 0,-1 2-2 16,1-1 6-16,-7 3-5 0,10-3 3 0,-15 1 0 0,1-1-3 16,6 0-1-16,-5-1-1 0,1 3 6 15,-1 4-7-15,9-3-2 0,-6-4 2 0,2 1-1 0,-5 1-2 16,9-1 4-16,6 4-2 0,-4-3 0 0,0 0 0 16,4 1 0-16,-6 1 0 0,6-3 12 0,-6 2-11 15,9 1 2-15,-2-4-8 0,1 2 6 0,-1-1-2 16,2-1 0-16,-2 0 2 0,2 0 0 0,6-1-1 15,-1 1 9-15,2 1-6 0,-3-2-7 0,-4 1 1 16,2-2 4-16,-2 2 1 0,6 0-2 0,1-1 0 16,-2 1-1-16,-6-3-1 0,6 3-1 0,2 0 0 15,-1 0-1-15,1 3 7 0,-1-3-5 0,-1-3 5 16,-5 0-3-16,1 3-2 0,6 0 2 0,-1 0-4 16,1 0 2-16,-2 3 1 0,-4-3 2 0,4 0-1 15,-4 0-1-15,-4 3 2 0,8-3 0 0,-2 1 0 0,-1-2-3 16,4 2 2-16,1-1 0 0,-1 0-2 15,4 0 0-15,-2 0 2 0,3 0 1 0,2 0-1 16,1 0 0-16,-1 2-1 0,1-2 3 0,5 0-3 16,-3 0 1-16,2 1 2 0,10-1-5 0,-20 0 2 15,20 0-2-15,-15 0 3 0,7 0 11 0,8 0-15 0,-20 0 5 16,12 0-2-16,8 0-2 0,-15 0 3 16,15 0-2-16,-15 0 2 0,5 0 0 0,2 2 0 0,8-2 0 15,-17 3 0-15,2-6-5 0,15 3 3 0,-16 0 1 16,6 3 2-16,10-3-2 0,-18 2-2 0,9-1-7 15,9-1 10-15,-14 4 0 0,5-4 0 0,1 2-1 16,8-2 0-16,-12 0 2 0,12 0-2 0,0 0 2 16,-16-2-2-16,9 6 2 0,7-4 0 0,0 0 3 15,-16 1-4-15,16-1-1 0,-10 0 2 0,10 0 0 16,0 0 3-16,0 0-2 0,-18 0 6 0,18 0-10 16,0 0 9-16,-9-5-1 0,9 5 9 0,-5-5 16 15,5 5 2-15,-8-7 7 0,8 7 2 0,-7-10 7 16,6 2 4-16,-6 3 11 0,2-3 0 0,3-6 4 15,1 5-1-15,-6-6 1 0,6-1 4 0,-4-2 0 16,-10-4-4-16,13-5 1 0,-1 1-7 0,-1-2 6 16,-2-4 1-16,-1 2-3 0,1-3 8 0,2-6 4 15,-1 9 1-15,-1-10 4 0,-3-3-3 0,8 13-7 0,-6 2-2 16,7-7-1-16,-7 4-4 0,1-8-8 16,-1 9-5-16,2-1 14 0,4-3-9 0,-9 5-6 15,10-1-7-15,-10-1-4 0,5 4-10 0,0 0 4 16,3 3-9-16,-1-1 3 0,-2 0-8 0,3 6-4 0,-3 2-8 15,5 0-15-15,-1-1-13 0,1 8-17 0,0-4-15 16,-5 8-36-16,5-6-41 0,-4 3-50 16,4 4-51-16,0-3-47 0,-3 0-54 0,3 8-44 0,-3-9-77 15,3 6-79-15,0 3-318 0,0 0-916 0,0 0 405 16</inkml:trace>
  <inkml:trace contextRef="#ctx0" brushRef="#br0" timeOffset="36031.48">15446 6585 80 0,'0'0'155'0,"0"0"-13"0,0 0-10 0,0 0-9 15,0 0-14-15,0 0-11 0,0 0-8 0,0 0-7 16,0 0-14-16,0 0 0 0,0 0-10 15,0 0-4-15,0 0 9 0,0 0 4 0,0 0 7 0,-15 15 3 16,8-6 1-16,4-3 2 0,-12 2-1 0,7 0 5 16,-4 4-3-16,-1-2 0 0,-9 9 1 0,-1-4-8 15,-2 0 0-15,0 4-2 0,-3 1 1 0,-10 5-5 16,-5 2-3-16,-2-3 0 0,1 7 6 0,-6-1-1 16,-3 2-8-16,-15 7-5 0,-5 5-5 0,1 1 1 15,2-2-12-15,-6 2 3 0,0 6-3 0,-4 5 8 16,-1 0 2-16,-36 23 7 0,37-22-5 0,-4 1 5 15,-40 23 2-15,3-5-2 0,37-20 8 0,-41 29 13 16,-2-8-11-16,4-2-1 0,-6-1 6 0,4-5 2 16,-6-4-6-16,5 2 4 0,-5 5 7 0,-11-9-1 15,11-2 4-15,-6 10-5 0,6 1 5 0,-6-2-1 16,-1 6 0-16,9-8-2 0,-7 6-7 0,-4-5 2 16,12 3-3-16,4-5-8 0,35-17-3 0,-37 17 0 0,33-13-4 15,2-4-1-15,-38 19-6 0,41-24-3 0,-4 4-7 16,-1-2-2-16,4 1-3 0,1-6-2 15,7-2-4-15,1-1-5 0,11-1-1 0,18-10-4 0,-1-1-3 16,9 0 4-16,4-4-7 0,9-8 0 0,10-9-9 16,0 4-13-16,8-1-34 0,3-3-31 0,-1 1-26 15,5-3-17-15,1 1-29 0,4-5-38 0,0 0-66 16,25-9-73-16,2-5-80 0,-3-1-274 0,6 0-732 16,13-12 324-16</inkml:trace>
  <inkml:trace contextRef="#ctx0" brushRef="#br0" timeOffset="37264.33">15535 6492 30 0,'0'0'231'0,"-5"-4"-11"0,5 4-14 16,0 0-12-16,0 0-15 0,0 0-12 0,-2-7-16 15,2 7-12-15,0 0-14 0,0 0-13 0,0 0-11 0,0 0-11 16,0 0-11-16,0 0-7 0,0 0-9 16,0 0-5-16,0 0-6 0,0 0-5 0,0 0-7 15,0 0-3-15,0 0-5 0,10 20-1 0,-3-14-3 0,-2 2-1 16,-4 0 6-16,6 4 0 0,-7 2-3 0,8 1 4 15,-1 5 2-15,1-3 3 0,-3 5 0 0,7 1 3 16,-7 4-4-16,0 2-3 0,3-2 1 0,0 0 7 16,-1 4 2-16,1-4-5 0,0 2 0 0,1 3-3 15,1-1 9-15,-2 0-2 0,4 6-1 0,-3-8 1 16,1 1 1-16,-1 1 2 0,4-3 5 0,-5 13 1 16,0-12 1-16,7 13-3 0,-3 0 2 0,0-4-4 15,1 1 3-15,-2 0-6 0,-1-8-5 0,-3 1-3 16,1-3 0-16,0 0 10 0,1 12 1 0,-3-13 8 15,3 7-2-15,-4-7-1 0,1 2 9 0,1 2-12 16,-5-2 0-16,4 3-6 0,1-3 0 0,-6 1 4 16,6 3 4-16,-5-4-12 0,3-2 10 0,-4 5-13 15,6-4-2-15,-7 2-5 0,7-4 2 0,-6 3 1 16,4-2-5-16,-2 3 3 0,2-3-1 0,2-1-1 16,-5 0 2-16,3 0-2 0,-2-1-3 0,2 2 2 15,0-2-2-15,-3-6-3 0,1 6 0 0,2 1 8 16,-3-6-6-16,2 7-2 0,-2-6 2 0,3-2-5 0,-2 10 0 15,4-6-12-15,-7-4 12 0,7 2 0 0,-6-2-2 16,6 1 0-16,-5-3 5 0,3 0-1 16,-4 2-4-16,4-1-1 0,-2-1 1 0,1-3 2 0,-3 5-11 15,1 6 8-15,1-4 0 0,1-6-3 0,-1 2 3 16,-1-2-3-16,-1 4 1 0,1-1-3 0,1 1 1 16,-1-4-2-16,1 2 0 0,1-1-2 15,-3 5 3-15,1-5-5 0,1 1 1 0,-1 1 1 0,0 0-2 16,-1-2-2-16,2 0 2 0,-1 3 0 0,-2-5 0 15,2-2-2-15,1 2 0 0,-1-3-2 0,-2 0 1 16,1-3-3-16,3-2 4 0,-4 1-5 0,0-3-17 16,0-5-13-16,0 9-15 0,0-9-16 0,0 10-13 15,0-10-61-15,0 0-73 0,0 0-66 0,0 0-100 16,3-27-384-16,-3 9-820 0,-3-3 364 0</inkml:trace>
  <inkml:trace contextRef="#ctx0" brushRef="#br0" timeOffset="39130.64">15755 6445 99 0,'0'0'171'15,"0"0"-7"-15,3-5-24 0,-3 5-3 0,0 0-12 16,0 0 10-16,0 0-7 0,0 0-14 0,0 0-4 15,14 13 8-15,-9-9-2 0,0 1 0 0,0 0-7 16,4-4 1-16,-2 5-3 0,6 0-6 0,-4-3-5 16,5 6-6-16,1-6-3 0,-1 3-6 0,2 0 4 15,4-2-7-15,2 6-4 0,-1-5-6 0,1 0-3 0,4 1-5 16,2 0-5-16,0 1-1 0,2 0-2 16,-2 0-5-16,0 1-8 0,4-3 0 0,-7 6-3 15,8-7-6-15,-17 4-2 0,6 0 1 0,8 0-6 0,-10 0 0 16,3-4-1-16,-2 6-1 0,1-5-2 0,-2 3 0 15,-1-1 0-15,1 4-4 0,2-7 1 0,-2 4-1 16,6 4-3-16,4-3-1 0,-5 3-3 16,-5-5 3-16,8 6-2 0,-5-3 1 0,7 2 3 0,-4-2-5 15,-1-1 0-15,5 3 1 0,-4-2-1 0,-1-2 1 16,2 4-3-16,-3 0 1 0,6-2 2 0,-7 2-3 16,4-5 5-16,-4 3-2 0,7 0 5 0,-4-2 7 15,-4 0 0-15,3 4-1 0,-2-6-2 0,0 2 0 16,5 1 1-16,-8-1 1 0,2 0-1 0,-3-5 0 15,1 5-6-15,2-3-1 0,1 3 5 0,-6-3-6 16,2 2 0-16,1-1 0 0,-3 2-3 0,6-3 0 16,-5 1-1-16,0-1 3 0,1 1-1 0,-1 3-5 15,0-5-1-15,0 3 1 0,-1-2 3 0,3 2-5 16,-4 0 2-16,-1-1-1 0,5 0 7 0,-5 2-4 16,1-3-6-16,6 2 6 0,-7 0 1 0,5-1-6 15,-4 0 0-15,6 3 3 0,-6-2-1 0,4-2 0 16,2 2-3-16,-1 3 6 0,2 0-3 0,-1-3 3 15,-2 5 3-15,5-1 5 0,4 0-5 0,1-1 11 16,-2-1 3-16,4 0-14 0,-4 2 1 0,2-4 2 16,4 5 0-16,6 1-4 0,-7 1 4 0,-1-5 13 15,7 9-17-15,3-3 2 0,-11-6-3 0,6 3 2 0,4 0-5 16,-10-2 1-16,13 6 0 0,-13-5-3 0,2-3 2 16,0 3-1-16,10 2 4 0,-11-4-3 0,2 5 2 15,1-7 5-15,5 9-3 0,1-4-3 0,-9-1 2 16,-1 1 1-16,11-1 2 0,-11 2-8 0,2-1 3 15,10-3 5-15,-10 1-1 0,12 4 1 0,-10-5 3 16,9 3-6-16,-1 0 3 0,0 2 3 0,5-3-4 16,-1 5-1-16,-6-4 6 0,10-4-2 0,-6 9-4 15,0-7-4-15,3 5 3 0,-3-4 5 0,1 1-9 16,-1 1 1-16,-1-2 4 0,-1 4 5 0,-8-6-7 16,8 3-2-16,-2 2-3 0,-7-7 1 0,7 5 2 15,-6-3 5-15,-4 1-3 0,4-1-4 0,-5 1 5 16,-1-3-6-16,1 5-3 0,0-4 5 0,-2 1-6 15,-6-5 17-15,6 3-17 0,0 1 8 0,-2 1-5 16,3-3 0-16,-6 3 1 0,-2-2 1 0,1-2 4 16,1 1-4-16,5 0 2 0,-6 1 1 0,6 0-3 15,-2 1 1-15,6-1-8 0,-6-2 5 0,4 2 3 16,-2-2 4-16,2 2 4 0,1-3-1 0,-4 3 6 16,11-2 5-16,-10 2-4 0,7 0 5 0,-5 0-8 0,4 2 4 15,-1-5-4-15,-1 3 4 0,-1-2 3 16,2 2-6-16,-1 0 9 0,3 1-14 0,-6-3 2 15,3 0-8-15,1 2 8 0,-2 1-2 0,3-4 6 0,-1 3-8 16,1-1-1-16,-2-1-8 0,4 2 10 0,9 2 2 16,-10-4 1-16,-4 1 9 0,4 1-11 15,-2 0 1-15,0 0-2 0,0-4 13 0,4 5-9 0,-8-1 2 16,1-2-5-16,7 2 0 0,-9-2 0 0,0 1 2 16,-7-2 1-16,-4-2-6 0,5 1 3 0,-8 1-7 15,3-2 1-15,-2 3-5 0,-5-4 6 0,0 1-3 16,-2-1 7-16,5 2 6 0,-6-2-12 0,1 2 3 15,0-1-2-15,-1 0 9 0,3 2-7 0,-10-4 5 16,15 1-11-16,-9-1 1 0,4 2 1 0,-10-2-3 16,19 5 4-16,-11-4 0 0,0 1 0 0,5-2 0 15,-4 1-2-15,1 2-2 0,-10-3 3 0,13 1 1 16,-7 2 2-16,-6-3 5 0,15 4 1 0,-8-3 2 16,-7-1 8-16,15 0-7 0,-15 0-9 0,13 0 7 0,-13 0-3 15,20 3-3-15,-13-3 2 0,-7 0-3 0,16 1 0 16,-16-1 1-16,17 0-11 0,-9 2 12 15,2-2-9-15,0 1 9 0,-10-1-3 0,16 4 1 0,-4-3-3 16,-4-1 3-16,4 2-2 0,-2-2-1 0,-2 1 2 16,2 0 1-16,-10-1-4 0,18 0 0 0,-8 5 0 15,2-2 3-15,-2-1-5 0,-2 2 2 0,4-3-2 16,-1 2 3-16,2 2 0 0,1-3-2 0,-4 0 1 16,-1 1-1-16,3-1 4 0,8 3-4 0,-5-1 0 15,-2-3 2-15,-1 1-3 0,-1 3 0 0,-1-2-3 16,3-2-3-16,-1 0 12 0,-4-1 5 0,1 3-13 15,-9-3-11-15,13 2-1 0,-13-2-8 0,10 2-7 16,-10-2-9-16,10 1-18 0,-10-1-26 0,0 0-35 16,10 0-33-16,-10 0-38 0,0 0-59 0,0 0-61 0,-4-10-76 15,4 10-235-15,-15-10-670 0,7 2 296 16</inkml:trace>
  <inkml:trace contextRef="#ctx0" brushRef="#br0" timeOffset="42297.27">7708 10186 298 0,'-28'0'301'15,"4"2"-2"-15,3-2 0 0,-1 1-5 0,4-1-7 16,3-1 2-16,4 2 2 0,-1-2 4 0,12 1-24 15,-21 0-14-15,12-2-17 0,9 2-21 0,0 0-19 16,-15 0-20-16,15 0-21 0,0 0-16 0,0 0-17 16,-13 0-15-16,13 0-10 0,0 0-12 0,0 0-10 15,0 0-5-15,0 0-6 0,0 0-4 0,42 3-5 0,-26-4-3 16,19 2 1-16,10-4-7 0,6 2-5 16,7-3-6-16,5-3 0 0,24-5-4 0,9 4 2 15,0-3-4-15,50-7 1 0,-45 11-9 0,3-3-7 0,57-7 7 16,-17 3-5-16,1 3 5 0,1 1-6 0,-43 4-2 15,46-3 1-15,-47 2-3 0,1 0-2 0,1 2-2 16,-4-2 2-16,4 0-1 0,2 2 0 0,-5 4-3 16,-5-1 1-16,0-2-4 0,-15 3 0 0,-22 1 0 15,4-2-1-15,-6 0-1 0,-1-2 0 0,-6 4-1 16,-9 0 4-16,-5 0 0 0,-3-3 1 0,-3 2-6 16,0-1-1-16,-2-3 5 0,-5 4 2 0,-4-2 0 15,9-8-1-15,-7 7 1 0,-4 1-2 0,3 1-1 16,-6-2 1-16,3 2 3 0,-9 1-2 0,6-5 2 15,-5 4-6-15,0-1 0 0,1 1 3 0,-4 0-1 16,-6 2-1-16,0 0-2 0,17-5-2 0,-11 2-14 16,-6 3-9-16,0 0-7 0,9-3-12 0,-9 3-22 15,0 0-20-15,8-1-39 0,-8 1-28 0,0 0-27 16,0 0-33-16,0 0-38 0,0 0-40 0,0 0-44 16,0 0-71-16,0 0-221 0,-10 15-676 0,-3-14 300 15</inkml:trace>
  <inkml:trace contextRef="#ctx0" brushRef="#br0" timeOffset="44664.7">7615 10821 147 0,'0'-9'266'0,"-2"3"-8"16,-4 1-9-16,4 0-12 0,-3-5-9 0,0 8-11 0,0-6-9 15,0 5-8-15,5 3-19 0,-13-11-14 0,10 6-19 16,3 5-15-16,-14-2-9 0,6 1-16 0,-5 1-12 15,0 0-7-15,-4 1-12 0,2 1-9 0,-5 3-2 16,-1 6-12-16,4-2 1 0,-11 2-12 0,5 2 3 16,0 2-9-16,0 0 6 0,3-1-17 0,2 3 1 15,-9 2-6-15,12 0 2 0,0-4-4 0,2 1-3 16,3 3-2-16,-3 1-3 0,6 0 1 0,-1-2-5 16,8 2 7-16,-7-1-7 0,7 2 0 0,5-2-3 15,-3-1 3-15,5-1-6 0,-1 2 3 0,3-4 5 16,-1 2-3-16,5-4 2 0,0 3-1 0,4-1 2 15,-2-3-1-15,6 1 0 0,4 2-4 0,2-4 0 16,2-1 5-16,-1-2-4 0,1-3-8 0,-3 3 7 16,2-4-1-16,2 1 0 0,-2-5-1 0,-3-2 2 0,3 1 1 15,-5-2 9-15,5-4-14 0,-3 2-2 16,0-7 4-16,0-2-2 0,-2 6 1 0,0-4 1 16,-11 1-2-16,3-5 3 0,0 1-11 0,0-1 10 15,-7 3-2-15,5-4 3 0,-5-2-3 0,-1 1-3 0,1-8 9 16,-6 7-8-16,3-9 2 0,-3 2 4 0,-2 7 8 15,0-9-12-15,-2 1 3 0,-3 0-2 0,3 4 10 16,-3-3-12-16,2 5 1 0,-4-2 3 0,2 5 5 16,-3 1-7-16,6-2 4 0,-4 3 2 0,-1 1 4 15,6 3 7-15,-6 1 6 0,5 3-6 0,-3-1 10 16,4-1-6-16,-4 6-2 0,3 0-5 0,2 4 0 16,0-8 3-16,0 8-8 0,-7-7-6 0,7 7-4 15,0 0 1-15,0 0-7 0,0 0 9 0,0 0-6 16,0 0 3-16,0 0 3 0,-1 23-3 0,2-11-1 15,-1 3-2-15,5 0 3 0,-5 2 1 0,2 4 2 16,0-1-1-16,3-3-2 0,3 9-2 0,-8 0 2 16,7-1 0-16,-7-1 1 0,8 2-5 0,-8 1 3 15,0 0 5-15,6-7-6 0,-4 3 0 0,3-7-14 16,3 4 0-16,-6-3 1 0,10-2-3 0,-11-1-3 16,12-1-2-16,-6-4-7 0,1-4 2 0,1 0-10 15,6-2-9-15,-1-4-2 0,1 1-8 0,2-4-3 16,4-4-2-16,1 0-7 0,-4 1 3 0,-1-4 4 0,-1 2 5 15,-1-2 6-15,-2 4 4 0,1-5 5 0,-4 3 2 16,-1 2 7-16,-4-4 5 0,2 3 12 16,-2-4 10-16,-2 7 7 0,1-3 8 0,-1-1 1 15,-3 4 7-15,0 5-2 0,0-7 4 0,0 7-4 0,0 0 5 16,-7-6-9-16,7 6-3 0,0 0 1 0,0 0 2 16,0 0-8-16,-20 12 0 0,14-6 4 0,3 0-4 15,-4 2-1-15,7-1 0 0,-3 5 3 0,-1-1-1 16,3-1-1-16,1-3-3 0,0 3 4 0,1-3-6 15,3 3 7-15,-1 0-2 0,0-5 3 0,4 0-2 16,-4 4 3-16,4-6-5 0,1 3 3 0,-1-5-1 16,3 2 0-16,0-1-2 0,-10-2 3 0,18-5 1 15,-5 4-5-15,-8-5 1 0,5 3 1 0,-2-2-3 16,-1 0 2-16,-1 1-4 0,-4-3 3 0,5-1 3 16,-6-2-1-16,-1 3 3 0,5-3-3 0,-11 2 3 15,6-3 3-15,-2 2-1 0,-3-2 6 0,-2 6 5 16,2-3-1-16,-4-1 1 0,2 3-1 0,7 0-2 15,-10 0 0-15,5-1-2 0,-5 3-1 0,3 1-5 0,-2 0 0 16,9 3 0-16,-15-4-8 0,8 3 6 16,7 1 0-16,-12 0 0 0,12 0-1 0,0 0-14 15,0 0-2-15,0 0 2 0,-5-5 1 0,5 5-2 16,0 0 3-16,15-7 8 0,-3 3-7 0,-4 1 3 0,7-1-5 16,0-4-3-16,5 1 4 0,-4-1 2 0,13 0-5 15,-8 0 1-15,1-3 0 0,-3 7 4 0,0-7-3 16,-3 4 1-16,-1 0 1 0,0-1 2 0,-2 2 0 15,-1 2 2-15,-6-3 1 0,-1 5 1 0,2-3 5 16,0 2 2-16,-7 3 2 0,6-3-4 0,-6 3 3 16,9-3-3-16,-9 3-2 0,0 0-3 0,0 0-3 15,0 0 1-15,0 0 7 0,0 0-8 0,0 0 1 16,0 0-1-16,0 16-3 0,-4-9 4 0,4 1 2 16,4 0 8-16,-4-1-8 0,0 1-6 0,5 0 6 15,-4-1 0-15,1 5-1 0,6-4 0 0,-3 0-1 16,0 3 3-16,5-3 6 0,-5 0-6 0,5 3-1 15,-2 2-1-15,0 2 2 0,4-7 0 0,-2 3-1 16,0 0 0-16,-5-3 3 0,3 3 6 0,-3-3-12 0,-3 1 4 16,3 1-2-16,-2-2 2 0,-3 1 4 15,0 1 8-15,-8-2 4 0,6 1 3 0,-6-1 8 16,-2 3 0-16,-2-4 0 0,-3 1-1 0,1-3 5 16,-3 3-2-16,7-2-2 0,-5-2 4 0,0 1 2 0,5-1 6 15,2-1 14-15,0-3-4 0,8 0 15 0,-15 4-22 16,8-4-6-16,7 0-3 0,-6-8-6 15,6 8-15-15,6-12-9 0,3 5-9 0,4-5-6 0,-2 3-3 16,4-4-13-16,10-3-8 0,0 3-9 0,-2-4-6 16,2 5-7-16,0-3-4 0,-2-2-9 15,3 9 0-15,-1-11-7 0,-5 11 3 0,-2-4 1 16,4-2 11-16,-2 2 5 0,-5 1 3 0,-2-1 10 0,-2 0 6 16,-4 5 5-16,0-1 9 0,-6 3 11 0,4-3 10 15,-3 1 8-15,-2 0 9 0,-2 0 4 0,2 7 5 16,-5-12 9-16,0 9 4 0,0 0 4 0,5 3 0 15,-10-4 2-15,2 1 2 0,8 3 0 0,-16 0-1 16,16 0-4-16,-22 4-3 0,14-4-3 0,-2 4-5 16,2-1-4-16,-2 4-2 0,5 0-4 0,-2 0-1 15,0 4 4-15,1-4-1 0,-1 2-5 0,7 4-1 16,-1-6-4-16,1 3 13 0,1 1-14 0,6 1 13 16,-1-3-14-16,3 5-3 0,7-1 1 0,4-2-5 15,2 5-9-15,6-9-11 0,3 5-12 0,14-7-19 0,-4 1-19 16,1-5-24-16,7-2-27 0,-7 0-25 15,2-1-27-15,-2-6-26 0,6 3-8 0,-9-7-18 16,-4 4 4-16,-3-2 9 0,-3-1 14 0,0 3 23 16,0-4 16-16,-7 4 20 0,-6 0 21 0,3-4 28 15,-6 0 27-15,-3 6 24 0,-8-3 30 0,1 2 8 16,-2-1 27-16,1 2 16 0,-2 6 18 0,-8-9 15 16,1 5 11-16,-1 0 6 0,-2 1 11 0,-3 3 6 0,13 0 15 15,-23-1 17-15,9 1 2 0,-1 1-2 0,-4 4-6 16,4-2-2-16,-2 3-11 0,-3-2-6 0,5 1-6 15,-1 4-4-15,-4-1-13 0,8-1-2 0,-4 3-16 16,1-1-3-16,5 1-11 0,2-2-1 0,-1 4-9 16,3 3-7-16,1-6-3 0,-2 6-1 0,4-5-4 15,3-1-7-15,2 2 3 0,-1-2-3 0,4-1-3 16,2 1-2-16,-1-3-4 0,4-2 1 0,5-1-9 16,2-1-7-16,-2-2-8 0,1 3-6 0,3-3-7 15,2-3 0-15,1-3-4 0,-1 3-8 0,-4-6 4 16,4 2 0-16,6-10 3 0,-11 7 0 0,7-6 5 15,-8 1 2-15,0 2 0 0,-3-4 5 0,-2 1-3 16,0 0 1-16,0-5 4 0,-7 1 0 0,3-5 2 16,-1 1 0-16,-3-2 6 0,-4-1 2 0,2 4 12 15,-3-4 8-15,1 0 7 0,-1 2 10 0,-2 4 15 16,2-3 18-16,-5 0 5 0,4 5 11 0,-2 2 6 16,1 0 15-16,3 4 3 0,-1 2 9 0,-1-1-3 15,4 5-6-15,-3 2-15 0,0-5-12 0,1 5-12 0,2 5-15 16,0 0-12-16,-2-4-6 0,2 4-1 0,0 0-6 15,0 0-2-15,0 28-6 0,0-13-2 0,2 7-3 16,3 0-9-16,-2 5-19 0,2 3-15 16,2-1-11-16,0-1-5 0,1 0-12 0,2 6-24 0,5-6-9 15,-2 2-8-15,4-3-17 0,-3 1-9 0,3-1-8 16,1-4-14-16,4 1-18 0,-2-5-35 0,-1 1-36 16,1-1-44-16,2-16-35 0,1 4-256 0,-3-6-607 15,3 2 269-15</inkml:trace>
  <inkml:trace contextRef="#ctx0" brushRef="#br0" timeOffset="44963.74">10007 10689 262 0,'0'0'349'0,"-7"-9"18"0,7 3 28 0,0 6 14 15,0-8-13-15,0 8-24 0,-2-5-28 0,2 5-35 16,0 0-35-16,-5-8-30 0,5 8-29 0,0 0-21 15,0 0-24-15,0 0-13 0,0 0-20 0,7 24-11 0,-7-15-15 16,7 1-4-16,-1 7-14 0,-4 0-7 16,5 0-10-16,1-2-8 0,0 7-5 0,-3-3-7 15,2 1-5-15,1 4-6 0,-5-6-15 0,2 1-18 0,5-1-17 16,-3-1-30-16,4 0-23 0,-2 2-18 0,-3-3-8 16,4 0-28-16,-5-1-17 0,5 4-8 0,-7-7-23 15,2-2-14-15,-1-1-15 0,1-1-15 0,-2-1-5 16,0-3-20-16,1 1-21 0,-4-5-5 0,8 2-9 15,-8-2-15-15,0 0-167 0,0 0-481 0,8-11 214 16</inkml:trace>
  <inkml:trace contextRef="#ctx0" brushRef="#br0" timeOffset="45231.99">9993 10661 108 0,'-1'-7'249'15,"-6"5"-8"-15,7 2-6 0,-1-8 7 0,-4 3 3 16,5 5-26-16,0 0-18 0,-2-12-16 0,2 12-18 16,0 0-5-16,7-9-29 0,-6 5-12 0,-1 4-14 15,8-7-12-15,-1 3-9 0,1 1-8 0,6 1-9 16,-6 0-5-16,7-1-5 0,1 0-8 0,3 3-22 16,-3 0-12-16,6-2-7 0,-6 1-24 0,2-2-18 0,1 3-27 15,0 0-17-15,0 3-23 0,2-3-18 0,-4 1-7 16,1 1-15-16,-3-1-9 0,0-1-1 15,-7 2-18-15,5-2-4 0,-6 5 3 0,-1-4 6 0,-6-1 8 16,9 6-79-16,-8-3-251 0,-1-3 111 0</inkml:trace>
  <inkml:trace contextRef="#ctx0" brushRef="#br0" timeOffset="46380.7">10134 10769 2 0,'-15'8'65'0,"-1"8"17"0,-1-6 12 15,2 0 2-15,2 1 8 0,0-4 2 0,9 2-8 16,-7 2-4-16,8-4 3 0,-2 0 19 0,5 0 3 15,0-4 12-15,0-3 5 0,8 12-6 0,0-7-10 16,4-4-15-16,3 0-4 0,3 2-14 0,2-3-7 16,1 0-11-16,9 0-9 0,-2-3-4 0,2 2-20 15,-2-2-33-15,-1 0-11 0,1-2-26 0,2 2-25 16,-9-1 3-16,-1 1-9 0,-2-2 1 0,0 3-2 16,-8 2 2-16,3-2 14 0,-3-1 4 0,-1 1 3 15,-9 2 4-15,11-1 14 0,-11 1 3 0,0 0 28 0,0 0 3 16,0 0 18-16,0 0 15 0,0 0 8 15,0 0 12-15,0 0 6 0,-28 8 9 0,20-6 10 16,1 5 5-16,-3-3 5 0,0 0 15 0,0 1 1 16,-3 1-10-16,5 0-7 0,1 0-6 0,-1 0-8 0,1 2-7 15,6-3-10-15,-6-1-6 0,5 1-6 16,-2 3 0-16,4-1-10 0,0 1-1 0,-2-1-3 16,4 1-2-16,-2-4-5 0,6 4-2 0,2 3 2 0,-1-10-6 15,6 3-1-15,-3 3-8 0,8 0 4 0,2-4-11 16,-2-2-13-16,-1 3-10 0,3-3-8 0,-4 1-6 15,4-5-8-15,-8 3-2 0,6-4 0 0,-3 1-4 16,-5 2 5-16,5-5 7 0,-9 1-5 0,4 2 11 16,-5-1-3-16,0-2 8 0,-1 0 1 0,2 1 4 15,-6 5 6-15,7-10 8 0,-7 5 8 0,0 5 6 16,0-10 7-16,0 4 4 0,0 6 4 0,0-11 2 16,-7 8 8-16,7 3-1 0,0-9 7 0,0 9 10 15,0-5-2-15,-3-1-2 0,3 6-4 0,0-8-5 16,0 8-6-16,0 0-6 0,3-6 1 0,-3 6-2 15,0 0-8-15,12-2-2 0,-12 2-1 0,0 0 0 16,16 0-4-16,-16 0-4 0,17 4-3 0,-10-3 0 16,7 2 3-16,-7 3-1 0,1-3-4 0,1 2-3 15,2-4-3-15,-3 3-1 0,-6 0-1 0,11 1-4 16,-8 2-4-16,-1-3-1 0,4 0 6 0,-8 3-3 16,3 0 2-16,-1-2 0 0,-2-5 2 0,3 7 2 15,-3-3 0-15,0-4 2 0,0 0-5 0,-5 9 10 0,5-9 6 16,-3 3 6-16,3-3 4 0,0 0 5 0,-12 5 6 15,12-5-2-15,0 0 5 0,-11-12-1 0,11 12 11 16,-2-9-17-16,-3 2-8 0,5-1-4 16,0 0 4-16,0-2-24 0,0-2-19 0,7 0-9 0,-1-3-13 15,1 5-10-15,3-7-17 0,-2 7-3 0,2 0-2 16,3-2 0-16,-3 2 7 0,4 4 3 0,0-3 8 16,-5 4 6-16,-1 3 6 0,2-3 4 0,-3 3 5 15,2 1 2-15,-9 1 4 0,12-2 3 0,-12 2 0 16,12 0 5-16,-12 0 0 0,10 5 4 0,-9 0 0 15,4-3 5-15,-1 6 0 0,-4-2 3 0,4 0 1 16,-4 1-1-16,2 3 5 0,1-3 4 0,1 2-1 16,-3-1 2-16,-1 0 1 0,4 2-2 0,-4-1 1 15,3 1 0-15,-3-2 5 0,3-1-2 0,1 0 0 16,-4 1 0-16,1-1 1 0,4-2 0 0,-1-2 3 16,-4-3-2-16,5 11-1 0,-5-11 3 0,6 0 1 15,-6 0-1-15,0 0 1 0,0 0-3 0,0 0 13 16,17-11 9-16,-12 8-3 0,1-5 1 0,-4 4 4 0,5-2 3 15,-6-1 2-15,6-1 3 0,-1 1 4 0,-4 0-2 16,5 2 4-16,1-3-1 0,-3 5 0 16,-3-3 1-16,-2 0-4 0,0 6-4 0,6-8-7 15,-6 8-5-15,5-4-3 0,-5 4 0 0,4-3-5 0,-4 3-5 16,0 0 6-16,0 0-1 0,0 0-9 0,21 7 8 16,-14-3-4-16,-1 0 0 0,3 0-2 0,-9 1-1 15,11 1 6-15,-6 2-7 0,0-4-6 0,2 2 4 16,1 0 1-16,-1-3-1 0,-2 1 1 0,-5-4-3 15,10 8 6-15,-9-7-2 0,-1-1 3 0,0 0 1 16,0 0 7-16,0 0 8 0,0 0 10 0,20-7 9 16,-20 7 8-16,3-6 5 0,-3 6 9 0,5-7 3 15,-3 0 7-15,5 0 13 0,-2 0 5 0,-2 1-1 16,2-2 7-16,1 0-10 0,-2 1 5 0,2-1-9 16,1 0-5-16,0 0 0 0,1-1-25 0,-1 2 5 15,-1 0-9-15,2 2-5 0,1-2-4 0,-3 3-6 16,4 0-5-16,-5 2-8 0,5-6-10 0,-10 8-19 15,7-1-27-15,-7 1-23 0,15 1-29 0,-15-1-13 0,13 10-11 16,-11-9-7-16,3 5-19 0,3 0-11 16,-2-3-18-16,-4 8-25 0,5-4-24 0,-2 1-31 15,-4-1-35-15,6 3-25 0,-4 0-210 0,2-3-555 0,2-1 245 16</inkml:trace>
  <inkml:trace contextRef="#ctx0" brushRef="#br0" timeOffset="47398.76">11879 10514 114 0,'0'-12'275'0,"0"0"17"0,-2 2 9 0,2-3-10 16,0 2-10-16,-2 3-5 0,2 0-7 0,-3 1-16 15,1-1-13-15,-1 2-17 0,3 6-20 0,-7-7-20 16,7 7-27-16,-11-2-14 0,11 2-18 0,-15 2-7 16,7 0-20-16,-2 5-5 0,0-2-10 0,-2 2-13 15,4 0-8-15,-4 1-4 0,4 4-7 0,0-4-3 16,0 7-6-16,1-4-6 0,-5 4 3 0,12-7-7 16,-1 9 1-16,1-6-8 0,0 4 1 0,6-3-2 0,1 4 0 15,3-4 10-15,1 5-17 0,4-2 3 0,0-2-9 16,10 3 13-16,-3 2-15 0,-1-2-2 15,-1-3 2-15,3 6 2 0,-6-11 2 0,-1 7-11 0,4-4 8 16,-5 2 0-16,0-2-6 0,-3 1-1 0,-1 2 0 16,-4-7-13-16,1 2 5 0,-1-3 2 15,-7 4-1-15,0-2 6 0,0-2 2 0,-7 2 0 0,0-3 2 16,-1 3 2-16,-10 0 3 0,3-4-2 0,-7-1-7 16,-4 5 2-16,-2-3-9 0,1-2 10 0,-1 2 5 15,5-2-4-15,5 0-12 0,1-2-12 0,-4 2-16 16,13-1 6-16,-2-2-26 0,10 0-5 0,-14-5-27 15,14 5-23-15,-5-4-16 0,5 4-24 0,19-11-29 16,-9 4-27-16,4 0-25 0,8-3-17 0,4-5-13 16,1 5 6-16,1-4 14 0,2 2 24 0,0-1 22 15,-1 1 21-15,-5 3 14 0,4-3 31 0,-13 4 31 16,4 4 32-16,-2-7 29 0,-7 7 26 0,0 3 16 16,-7-1 25-16,9-3 9 0,-6 4 1 0,-6 1-3 15,9-2-1-15,-9 2 18 0,0 0-1 0,0 0-2 0,1 8-6 16,-1-8-1-16,-1 14 20 0,-4-7-1 15,5-1-7-15,-2 5-3 0,0-3-3 0,2 2-7 16,0 0-1-16,2 0-5 0,-2 4-2 0,2-4-2 0,4 0-2 16,1 0-4-16,-4-1-1 0,11 4-2 15,-8-8-2-15,2 4-3 0,4 0 0 0,-2-3-3 16,3-3-2-16,2 1 2 0,-5-1-2 0,3-3-1 0,-1 0-7 16,1-1 9-16,-13 1-3 0,20-6 0 0,-13 3 0 15,1-3 2-15,-5 3 10 0,2-3 3 0,0-3 4 16,-5 1 7-16,0 8 2 0,-7-12 0 0,4 4 6 15,-3 0-3-15,-1 2 0 0,2-3 0 0,-3 3-3 16,-2 0 2-16,-2-2-1 0,-3 4-4 0,0-2-1 16,7 1-5-16,-12 1-5 0,7 1-4 0,0 0-1 15,-1 1-5-15,1 1 1 0,7-1-1 0,6 2-5 16,-17 0 3-16,17 0-15 0,-13-1-2 0,13 1 0 16,0 0 3-16,0 0-6 0,0 0-7 0,0 0-7 15,0 0-7-15,0 0-6 0,45-3-4 0,-31 0-3 16,10-6-1-16,-3 5-6 0,6-7-4 0,-1 2 0 15,1-2 0-15,2-4-9 0,1 3-5 0,-2-4-4 16,2-2-7-16,-2-2-1 0,-5-2-1 0,7 2 0 16,-8 0 7-16,-2-3 4 0,-4 2 11 0,-6 3 5 0,2 2 0 15,-6-3 17-15,-2-1 17 0,-4 6 27 16,3-2 22-16,-3 8 23 0,-3-5 19 0,1 2 16 16,-3 4 6-16,2-1 17 0,-2 0 7 0,1 2-1 0,-2-1-1 15,6 7-12-15,-9-6-4 0,1 6-11 0,8 0-13 16,-16 4-9-16,6-2-5 0,3 5-5 0,-8 4-8 15,5-2-3-15,-1 5-5 0,2 5 0 0,3-4-11 16,-3 8 0-16,1 4-4 0,-3-2-2 0,2 4 3 16,3-2-7-16,4 1-2 0,-5-1-6 0,6 4-19 15,1-2-26-15,-5 4-25 0,5-3-29 0,0-3-53 16,0 1-64-16,6-2-54 0,-6-4-259 0,0-2-555 16,0-6 245-16</inkml:trace>
  <inkml:trace contextRef="#ctx0" brushRef="#br0" timeOffset="52513.34">7719 10216 131 0,'5'-4'170'0,"-5"4"-14"0,0 0-8 0,0 0-1 15,-5-11-10-15,5 11-10 0,0 0-6 0,0 0-8 16,-6-8-6-16,6 8-6 0,-5-7-8 0,5 7-6 16,-7-5-9-16,0 3-4 0,1-3-10 0,6 5-5 15,-20-1-7-15,8 0-7 0,-1 2-6 0,-7-1-1 16,4 0-2-16,-1 1-3 0,-9-1 0 0,4 3 1 16,-4 1-4-16,-1 0 7 0,-1-4-1 0,2 3-2 15,-6 2-4-15,6-4 2 0,-2 1 1 0,6 1-1 16,-6-3 4-16,6 1 0 0,4-1 6 0,-2 1-1 15,-1-1 0-15,6-1 3 0,0 0 3 0,2 1-3 16,4-3-1-16,9 3 1 0,-18 0-4 0,18 0-5 16,-15-2 0-16,15 2-4 0,-11-1-3 0,11 1 1 0,-13 0-1 15,13 0-8-15,0 0-4 0,0 0-1 0,0 0-2 16,-9-4-4-16,9 4 2 0,0 0-3 0,0 0-1 16,-15 5-1-16,15-5 0 0,-10 5-3 15,10-5 2-15,-9 7-4 0,-1-1 4 0,3-5 0 0,0 1 1 16,-3 4-7-16,2-3 4 0,2 6 0 0,-1-3-3 15,-3-2 2-15,0 1-4 0,3-2 7 0,-1 6-5 16,2-3 0-16,1-2 1 0,-2 3-2 0,2 3 1 16,-3-3-2-16,3 1-2 0,1 1 4 0,-2 0 0 15,4 0 0-15,-3 0 6 0,4 4-10 0,-4-1 2 16,10 3 2-16,-10 1-2 0,3 2 2 0,2-2-1 16,2 4-3-16,3 0 6 0,-5 6-2 0,0-5-3 15,1 6 0-15,-1 2 4 0,5-2 1 0,-3 1-2 16,4-1 0-16,-2 4 3 0,-1 8-4 0,-1-8 2 15,-2 0 1-15,0 0 1 0,0 10-1 0,0-11 3 16,-2 2 2-16,2-3 2 0,-5 5 0 0,5-3 4 16,-2 7-2-16,2-10 1 0,0 0-1 0,-6-2 3 15,6 1 3-15,-7-2-2 0,7-3 1 0,0-3 4 0,0 1-1 16,0-2 1-16,-1 1 0 0,2-2-3 0,-2 1 1 16,1-5-7-16,0 2 4 0,1 1-2 15,-1-1-3-15,0-1 2 0,0-1 0 0,0 1-6 16,0 3 4-16,0-1-4 0,5-1 2 0,-5-2 3 0,0 5-2 15,2-6-3-15,-2 5-1 0,0 1 3 0,0-3 1 16,6-2-1-16,-6 0 2 0,0-1 5 16,0-2-3-16,0 2 1 0,0 0-2 0,2-2-1 0,0 2 1 15,1-1-1-15,-3-2 2 0,-3-2-6 0,6 1 5 16,-3-1 1-16,0 0 1 0,0 0-2 0,0-1-2 16,2 0 4-16,-2-6-3 0,5 8 4 0,-5-8-6 15,0 5 3-15,0-5 3 0,0 11 2 0,0-11-9 16,3 1 0-16,-3-1-1 0,2 7 12 0,1-3-13 15,-3-4-4-15,3 7 9 0,2-2-2 0,-5-5 0 16,4 6 1-16,5-1 24 0,0-2-11 0,-3-2 3 16,3 5 11-16,1-3 0 0,1 4 1 0,1-4 1 15,6 1 5-15,-2-3-3 0,4 2 2 0,5-2 5 16,5 2-5-16,-2-3-2 0,2 0-1 0,6 2 2 16,1-2-1-16,14-2-12 0,-5 2 8 0,6-3-1 15,-1-1-5-15,0 3-7 0,6-6 9 0,-4 3-2 16,3-1 8-16,-2 2 9 0,4-2-11 0,-3 2 1 15,1-2-3-15,2 2-5 0,-3-5 4 0,-6 7-3 0,3-5 4 16,-6 2-7-16,10-1-2 0,-4 3 6 16,-1-2-2-16,-3-2-1 0,0 0-2 0,0 2 0 15,2-3-8-15,-7 0 1 0,10 1 3 0,-5-1-8 0,0 0 1 16,0 0-2-16,3-2-4 0,-3 6 5 0,3-6-3 16,-1 1-4-16,0 0 2 0,-2 0-2 0,0-1 4 15,-2 2-3-15,0-3 0 0,2 6-4 0,-3-4-1 16,1 1 4-16,-4-1-1 0,-9 4-2 0,2-2 1 15,1 0-4-15,9 2 3 0,-14-4-3 0,12 0 1 16,0 4 3-16,-6-3-9 0,7 0 8 0,-9 0-2 16,1 5-1-16,-2-1 0 0,14-5 1 0,-2 1 2 15,-1-2-2-15,-9 5 1 0,9-2-2 0,-2 1 1 16,1 1-5-16,-9 1 3 0,-2 2 1 0,0-6-1 16,14 3-4-16,-13 4 7 0,13-5-3 0,-16 2 1 15,4 0 1-15,1-2-1 0,-1 0-5 0,-2 2 4 16,5 0 4-16,-6 0-2 0,1-3-3 0,2 4 4 15,-4-2-3-15,4 3 4 0,-2-3-4 0,0 0 2 0,-1 0 0 16,-3 2-5-16,1-3 4 0,2 1 0 16,-6 0-2-16,2 0 1 0,2 0 0 0,-2 0-1 15,4 0 2-15,-13 1-1 0,11-1 1 0,-8 1-1 0,9 0 0 16,-1 1 2-16,1-2-1 0,4 1 1 0,-5 0 1 16,1-2-5-16,4 3 4 0,0 2-4 0,-4-5 1 15,1 2 3-15,1 1-4 0,-3-2-1 0,1 1-2 16,2 2 4-16,0-3 3 0,0 0 2 0,1 4-2 15,-5-3-1-15,4-2-1 0,-1 4 0 0,-1-2 5 16,-1-1-7-16,15-3 8 0,-17 6-7 0,0-3 6 16,-3-1-7-16,-5 2 2 0,1 0 1 0,3-3-1 15,-5 1 1-15,3 2-1 0,-6-1-3 0,6 3 4 16,-5-3-2-16,-6 3 1 0,1-1-2 0,1-2 0 16,0 4 3-16,4-1-2 0,1-1-6 0,-6 1 8 15,6-3-1-15,0 3 8 0,-3-1-11 0,3 1 3 16,-3 1-2-16,5 0 0 0,1 0 2 0,7 0-3 15,2-3 2-15,3 3 0 0,-3 0 2 0,-3 0 5 16,6-1-9-16,-5-3 0 0,2 8 3 0,-4-8 4 16,2 4-4-16,-6 0-2 0,8-4 3 0,6 1-3 15,-6 3 4-15,-2-1-3 0,-5-3 2 0,0 1-2 0,-3 0 5 16,3 2-2-16,-1 1-4 0,-2-3 2 0,-2 2 9 16,-2-4-11-16,3 3 9 0,-3 1-11 0,-1-2 3 15,-3 2 4-15,-1-1-1 0,-4 2-2 16,3-2-1-16,1-1 1 0,-4 2-2 0,3-2 4 0,-10 3-1 15,20-3-3-15,-12 0 3 0,0 1 1 0,-3-2 0 16,-5 4-2-16,15-3 0 0,-15 3 4 0,9-3 0 16,-5-2-1-16,3 3 1 0,-7 2-2 0,3-8 3 15,2 3-2-15,-5 5 1 0,2-7 0 0,3 1-1 16,-3 0 2-16,-2 6-1 0,3-12 1 0,-3 12-2 16,0-12-3-16,0 0 4 0,0 1 1 0,0 1-3 15,0-7-2-15,0 5 3 0,-2-4-1 0,1 4 1 16,-1-6 3-16,2-3 0 0,-5 6-2 0,5-4 1 15,0-1 2-15,-2 1 3 0,-3-7-2 0,4 2 1 16,1 0-3-16,-2-2 4 0,-3 1-5 0,5-2-1 16,0 1-1-16,0-2 2 0,0-1-6 0,-6 1 2 15,10-2-2-15,-2 0 0 0,5 1 3 0,-7-3-3 16,0 3 3-16,1-3-3 0,4 2-2 0,-3 2 0 0,5-2 1 16,-4 0-2-16,2 1-1 0,0 2-3 0,-2-1 2 15,5 2 3-15,-4 2 1 0,-1 5 3 0,5-8-5 16,-8 4-1-16,5 6 3 0,-3-3 0 0,3-1-1 15,-5-3-2-15,0 5 2 0,2-5 0 0,-2 7 0 16,0-1-1-16,3 0-4 0,-3 6 6 0,0-3-1 16,2-3 2-16,-2 9-5 0,-2-6 2 0,-1 3 1 15,3-6 2-15,3 9-1 0,-6-1 0 0,3 2-7 16,-2 2 6-16,2-3-2 0,-2 3-4 0,2 6 4 16,-3-9-3-16,3 9 4 0,-2-11-3 0,2 11-4 15,-1-4 1-15,1 4-3 0,0 0-1 0,-4-9-2 16,4 9-1-16,0 0-4 0,-11-3 1 0,6 0 5 15,5 3 0-15,-22 3 0 0,7-6 1 0,5 6 3 0,-9-3-4 16,2-3 7-16,-9 3-2 0,-1 3 5 16,-4-3 2-16,-1 0-2 0,-12-3 2 0,-1 6 1 15,-6-6-5-15,-1 3 5 0,-6 0-3 0,-1-8-1 16,-6 8 4-16,-18 0 4 0,-4-7-2 0,4 4 0 0,-6-7-3 16,2 3 3-16,0 6-4 0,-3 1-4 0,3-7 3 15,-3 3 5-15,1 0-2 0,-1-2-3 0,3 6-6 16,22-2-9-16,-14-1-4 0,19 3-7 0,1 0-16 15,2 3-10-15,9-3-10 0,4 4-22 0,-1 4-14 16,10-4-20-16,5 0-26 0,2 0-21 0,7 7-29 16,-1 1-22-16,7-8-23 0,7 11-39 0,1 1-43 15,-1-5-204-15,5 0-574 0,6-1 254 0</inkml:trace>
  <inkml:trace contextRef="#ctx0" brushRef="#br0" timeOffset="53196.42">12761 10863 115 0,'0'0'296'0,"0"0"-20"0,8-6-25 0,-8 6-21 16,0 0-19-16,0 0-26 0,0 0-17 0,0 0-22 15,0 0-8-15,0 0-13 0,0 0-17 0,0 0-10 16,0 0-10-16,0 0-10 0,0 0-4 0,5 10-8 15,-5-10-7-15,7 7-4 0,-7-7-9 0,5 8 1 16,-5-8-6-16,3 4-2 0,-3-4 5 0,0 0 13 16,0 0 10-16,7 1 9 0,-7-1 2 0,0 0 2 15,0 0 8-15,0 0-8 0,0 0-6 0,0 0-4 16,0 0-10-16,1-13-9 0,-1 13 2 0,0 0-14 16,0 0-8-16,0-9-25 0,0 9-28 0,-6-7-43 15,6 7-58-15,-2-4-80 0,2 4-100 0,-3-9-227 0,3 9-574 16,-10-9 254-16</inkml:trace>
  <inkml:trace contextRef="#ctx0" brushRef="#br0" timeOffset="86945.17">15671 9682 98 0,'0'0'197'15,"-5"-7"-12"-15,1 2-10 0,1 0-3 0,3 5-2 16,-10-10-3-16,7 6-11 0,-2 0-9 0,5 4-10 16,-8-8 1-16,-1 7-5 0,8-6-7 0,-6 3-7 15,2 1-9-15,-3-1-6 0,8 4-8 0,-10-8 2 16,-2 5-8-16,4 2-4 0,1-4-5 0,-1 1-4 0,-5-1-6 16,3 3-3-16,-3 1-10 0,-2-1-6 15,2 4-8-15,-2-1-1 0,-4 4-6 0,0-3-7 16,-1 3 2-16,-3 2-1 0,4 0 1 0,-2 1 1 0,-2 5 0 15,-4-1-3-15,7 0 2 0,-3 0-1 0,2 3-5 16,2 0-2-16,0 4-3 0,4-7-1 16,0 7 1-16,6-3-3 0,-2-4-1 0,3 3-6 15,1 1 6-15,5-1-9 0,2 0 6 0,0 1-3 0,9-5 0 16,-3 1-1-16,4-2 1 0,2 0 2 0,3-3-4 16,6 2-2-16,-1-3 0 0,2-1-4 0,-3-3 1 15,1 0 3-15,2 3-1 0,-1-2 1 0,-1 0-3 16,-2-3-2-16,-1 0 0 0,1 0 1 0,-3 0 3 15,-2 0-4-15,-1-3 6 0,-12 3-3 0,15-3 1 16,-7 1-7-16,-8 2 9 0,13 0-2 0,-6-4-2 16,-7 4 1-16,10-3-4 0,-10 3 0 0,0 0 3 15,0-8 2-15,0 8-4 0,0 0 1 0,0 0-3 16,0 0 3-16,0 0-4 0,0 0-1 0,0 0-1 16,0 0 3-16,0 0-5 0,0 0 10 0,0 0-6 15,0 0-3-15,-32 8-1 0,22-5 6 0,4 3-9 16,-7 0 6-16,3 1 5 0,0 2 7 0,-5 3-5 0,-2-2 0 15,4 3 6-15,-4-1-7 0,1 2 6 0,1-2-5 16,0-2 1-16,0 3 0 0,-5-4-5 16,10 6 3-16,-1-3 2 0,-2 1-4 0,4 0 0 0,3-4 3 15,2 1-6-15,-1-2 4 0,4 1 0 0,2 1-3 16,4-3 3-16,4-2 5 0,6 3-8 0,4-4 8 16,0 1-7-16,9 0 4 0,0-4 2 0,3 0-6 15,4 2 2-15,-2-1-5 0,4-2-12 0,-8 0-13 16,6 0-7-16,-5-2-7 0,0 2-8 0,5-4-8 15,-7 4-7-15,-8 0-3 0,4 1-1 0,-5-2-5 16,0 0 0-16,0-2-5 0,1 1 5 0,-6 1 1 16,-2-3 8-16,0 3 5 0,2-2 0 0,-7-1 9 15,1 0 3-15,-1-1 1 0,3 0 9 0,-5-1 0 16,2 3 1-16,1-1 6 0,-2-4 1 0,1 2 5 16,-7 0 0-16,7-1 4 0,1-1 3 0,-8 0 0 15,7 1 2-15,-6 1 2 0,4-1 2 0,-2-1 5 16,1-1 4-16,-3 1 11 0,1 3 7 0,3-3 10 0,-3-1 7 15,3 0 2-15,-2 4 3 0,0 1 10 16,-3-2 4-16,2 0 6 0,-2 6 8 0,2-11 1 16,-2 11-1-16,0-4 1 0,0 4-1 0,-2-8 10 0,2 8-16 15,0 0-8-15,-8-8-2 0,8 8-6 0,-9-2-5 16,9 2-5-16,-18 0-3 0,18 0-3 0,-16 3-2 16,2 4 7-16,1-5-12 0,3 1 0 0,-5 1 3 15,-5-1-3-15,6 8-4 0,-1-3 8 0,0 0-13 16,2 0 10-16,1 3-14 0,0-3-3 0,-3 1 5 15,6-2-4-15,-3 8 2 0,2-5-2 0,2 2-1 16,-1-2 2-16,5 2-5 0,2 1 1 0,-1-4 2 16,3-1 0-16,3 3-1 0,-1 1-2 0,4-9 1 15,1 5 5-15,-1 0-4 0,3 0 4 0,2-5-4 0,6 2-8 16,-2-4-9-16,3 1 4 0,-7-1 1 16,8-4 1-16,-4-2-1 0,-7 4 5 0,5-2-3 15,2-5 6-15,-2-2 0 0,-4 2-5 0,-1-4 1 16,5-1 1-16,-11-1-5 0,4 5 10 0,1-4 8 0,0-2 6 15,-6 5 16-15,-1-7-10 0,0 5 15 16,5 2 7-16,-10-1 8 0,5-1 4 0,-1 3-3 16,-1 2 3-16,2-5-10 0,0 5 3 0,-5 3-7 0,5-4-14 15,0 8 4-15,0-10-14 0,0 10 2 0,0 0 1 16,0 0-10-16,0 0 1 0,0 0-1 0,0 0 0 16,0 0 7-16,-7 22-11 0,14-11 3 0,-7-3 0 15,5 5-8-15,-3-3 5 0,4 2-2 0,-3-3-1 16,4 6-1-16,0-3-14 0,-1 1-5 0,1-3-7 15,0-3-2-15,-1 2-1 0,-1-1-1 0,0-2 6 16,5-2-2-16,-5 0 1 0,2-3 0 0,-7-1 7 16,15-1 0-16,-15 1 4 0,14-8-5 0,-7 0 8 15,0 1 3-15,-1-1-5 0,-1-2 2 0,0 1 2 0,2-2 6 16,-4 1 0-16,4 0-5 0,-2 1 3 16,3-6 6-16,-3 7-6 0,-2-3 6 0,6 3-6 15,-4-4 0-15,4 4 4 0,-2 2-10 0,3-3 8 0,-5 3-2 16,7 0 5-16,-2 6-8 0,-4-2 3 0,-6 2 2 15,22 2-2-15,-12-2 8 0,3 1-13 0,-5 4 9 16,5-2-4-16,2 9-3 0,-3-5 14 0,-2 4-11 16,0-3-4-16,1 5 8 0,-2-4 0 0,4 4-1 15,-5 1 2-15,0-2-5 0,-3-2 6 0,-1 3-3 16,1-3-5-16,-5 1 6 0,0 0-1 0,-5 3-1 16,1-4 0-16,-1 0 1 0,-3-1 5 0,1-1-11 15,-7 3 5-15,-1-2 4 0,0-3 1 0,0 0-5 16,2-3 2-16,-4 0 4 0,4-2-2 0,0-2 1 15,3-2-1-15,0 2-5 0,0-6-14 0,2 4-23 16,6-6-22-16,-3-1-24 0,5 1-28 0,7-3-21 16,-1-2-16-16,2 1-16 0,6-1-8 0,1 1-4 15,-1-2 8-15,1 2 9 0,7-4 19 0,3 0 11 0,-10 9 9 16,1-6 18-16,1 6 9 0,-2-4 0 16,1 0 28-16,-4 5 14 0,-2 2 41 0,0-5 27 15,-5 4 21-15,1 4 18 0,1-3 15 0,-4-2 14 0,2 3 9 16,-5 4 3-16,8-5-3 0,-8 5-6 0,9-4-9 15,-9 4-11-15,0 0-5 0,0 0 1 16,0 0 10-16,10 13 5 0,-10-6 8 0,1-2-19 0,-1-5-3 16,0 10-9-16,0 2-5 0,0-5-8 0,0 5-1 15,0-3-3-15,0 3-7 0,0 3 4 0,2-3-9 16,-2-1-2-16,1 4-17 0,-1-5-15 0,4 5-22 16,-1-3-31-16,-3-2-35 0,0 2-39 0,3-4-38 15,1 2-41-15,-3-3-25 0,8-2-33 0,-4-1-141 16,1 0-446-16,-6-4 198 0</inkml:trace>
  <inkml:trace contextRef="#ctx0" brushRef="#br0" timeOffset="87594.68">16649 10091 59 0,'5'-8'216'16,"-5"8"4"-16,1-6 2 0,-1 6 0 16,7-4-7-16,-7 4-11 0,0 0-11 0,5-7-16 15,-5 7-9-15,0 0-15 0,8-4-11 0,-8 4-10 0,9-5-12 16,-6 4-13-16,-3 1-13 0,20-3-6 0,-15-1-11 15,6 0-8-15,-1 3-6 0,0-2-9 0,2-3-1 16,-7 5-8-16,6-4-4 0,1 2 0 0,1-1-9 16,-6-4 0-16,4 1-3 0,-2 2-5 0,-3-2 2 15,3-4 6-15,0 3-12 0,-2 4-3 0,-2-8-3 16,-2 1 0-16,4 4-2 0,-5-2 3 0,3-3 8 16,-10 6 0-16,10-3 10 0,-5 3 0 0,-7 0 3 15,7-1 0-15,-7 3 2 0,1 0-3 0,6 4 1 16,-12-3-4-16,4 2 1 0,8 1-1 0,-17 3 3 15,2-1 0-15,4 1 2 0,-2 5-1 0,-2-1-3 16,0 1 1-16,3 1-2 0,-3 1-3 0,5 2 2 16,-1-1-9-16,1 1-7 0,3 1 6 0,4-5-3 0,-2 6 0 15,5-6-3-15,-3 9-6 0,4-8 2 0,1 0 7 16,5 3 0-16,1-5-8 0,7 2-5 16,-2 5 8-16,-3-11 1 0,8 3-5 0,-1-3-1 15,-1-2 1-15,6-1-2 0,-6 0-2 0,4 0-2 0,-3-1 1 16,4 0-1-16,2-2-1 0,-4-2-4 0,-3-1 6 15,-1-2 4-15,7 1-8 0,-8 1 2 0,6 3 15 16,-3-6-18-16,-7 3 10 0,1-2-5 0,-2 5-5 16,-1-2 3-16,4 0-4 0,-4 3 0 0,0-3 3 15,-1 2 2-15,1-1-5 0,0 4 5 0,-8 0-7 16,20 0 1-16,-10 0 1 0,-3 4-1 0,1-3 8 16,4 5-3-16,-3 0-3 0,3 0 5 0,-2 2 3 15,5 0-8-15,-7 0-2 0,-1-1 3 0,6 1-5 16,-3 1 5-16,-5 0-2 0,3-1-3 0,-4 1 4 15,0-3 5-15,1-1 5 0,-3 3 10 0,-2-2 22 16,0-6 9-16,-2 7 11 0,2-7 8 0,-6 6 10 16,6-6 5-16,-13-3 2 0,13 3 7 0,0 0-2 0,-22-8-2 15,14 0-1-15,1 2-1 0,6-3-5 0,-6-4-4 16,0-4-12-16,1 4-5 0,4 2-7 16,2-9-4-16,2 0-6 0,4 5-5 0,-6-4-3 0,14 3-8 15,-6 1-9-15,-7 0-24 0,13-1-38 0,-6 2-43 16,4 2-41-16,-3 2-44 0,1 0-38 0,-5 3-43 15,2 2-60-15,1-2-60 0,-1 1-354 0,-7-5-786 16,7 5 348-16</inkml:trace>
  <inkml:trace contextRef="#ctx0" brushRef="#br0" timeOffset="87794.68">16723 9643 160 0,'-6'-5'370'16,"4"2"-25"-16,-1-5-32 0,-2 5-27 0,5 3-37 0,0 0-23 15,-5-12-28-15,5 12-23 0,-4-1-44 0,4 1-50 16,0 0-60-16,0 0-85 0,0 0-90 16,0 0-236-16,14 16-422 0,-14-5 187 0</inkml:trace>
  <inkml:trace contextRef="#ctx0" brushRef="#br0" timeOffset="89860.84">16308 10794 93 0,'0'-17'279'0,"-2"6"-12"0,1 0-9 0,-3 2-12 16,3-3-13-16,-4 5-13 0,0-4-17 0,-5 6-15 15,3 0-16-15,4 3-12 0,-9-1-20 0,12 3-3 16,-21 3-6-16,6 1-5 0,2 8 2 0,-2-4 2 15,0 2-19-15,0 6-13 0,0-8-7 0,3 7-5 16,2 1-12-16,-1-3-2 0,3 2-7 0,1-3-6 16,4 6 3-16,1-4-10 0,4-4-1 0,4 7-2 15,3-3-1-15,5 1-7 0,0-3-7 0,1 0 2 16,3-1-4-16,7 1-3 0,-2 0-3 0,3 3-7 0,-1-8 1 16,3 8 2-16,-8-7-5 0,-2 4 19 15,-1-5-26-15,1 2-8 0,-1 5 3 0,-4-5 7 16,0 3-7-16,-3-5 1 0,-3 1-9 0,-2-1 11 0,-4 1 2 15,-1 0-5-15,0-1-2 0,-1 1 0 0,-4 2 8 16,-4-2 3-16,-2-1 1 0,1 0-2 16,-5 1 7-16,-2-2-4 0,1 2-1 0,-1-3 8 0,-4 2-2 15,-2-6 10-15,1 2-6 0,6-6-5 0,-6 7 3 16,1-4 1-16,6 2-6 0,0-4-1 0,2 2 5 16,-2-4-3-16,6 4-11 0,9 0 8 0,-18-1-4 15,18 1-6-15,0 0 1 0,0 0-3 0,0 0 15 16,0 0-26-16,0 0-15 0,0 0-20 0,42-7 2 15,-24 6-6-15,2-2-3 0,1-2-7 0,7 1-3 16,4 2-6-16,-1-2-3 0,1-1 6 0,-3-5-6 16,3 3 3-16,4-1 7 0,-8 2 2 0,2-6 6 15,0 1 6-15,0 3 0 0,-4-8 7 0,-9 9 5 0,4-5 5 16,-4 1 1-16,1-5 1 0,-3 5 6 16,-5-5 10-16,0 5 13 0,1-6 7 0,-4 3 8 15,-4 3 9-15,2 1 4 0,-3-1 7 0,-4 0 8 0,2 0 0 16,-1 1 2-16,-3 0 8 0,1 2-4 0,-2 0-11 15,-2 5-3-15,6-3-7 0,1 6 1 0,-15 0-10 16,15 0 2-16,-18 3 1 0,4 0-4 16,3 1 3-16,1 8-2 0,-3-4-1 0,-2 6 3 0,6-6-3 15,-4 7-9-15,7 1 0 0,-4-5 12 0,5 6-11 16,0-5-1-16,1 5 0 0,4-1-1 0,0-5-3 16,4 1-7-16,1 1 5 0,5-1-3 0,1-2 19 15,11 2-18-15,-7-4-12 0,14-4-14 0,0 1-21 16,2 0-12-16,4-5-10 0,-2-2-12 0,3-1-9 15,7-5-6-15,-5 4-5 0,-9-1 2 0,7 1 1 16,-5-5 7-16,1-3 8 0,-6 3 3 0,1-7 7 16,-2 2 9-16,-4 8 8 0,-3-5 3 0,-3-1 6 15,0 2 11-15,-7 2 16 0,2-2 18 0,-3-1 12 0,-5 1 6 16,4 4 7-16,-9-1 5 0,-2-1 8 16,-2 1 9-16,-1-1 5 0,1 2-4 0,-6 1 1 15,-3 3 0-15,-1-3 5 0,-1 4 2 0,-2 1-4 0,2 1 2 16,-7 5 2-16,-1 0-6 0,2 1 3 0,0 5-6 15,-3-1 4-15,11 0-5 0,-13 2 7 0,10 4-16 16,2-1-4-16,2-4-3 0,0 3-2 0,5-3 5 16,0 3-15-16,10-11-3 0,-8 13 5 0,8-7-7 15,-3-2 0-15,6 1-4 0,0 0-4 0,2 0 4 16,2-3 11-16,3 0-16 0,1-10 0 0,4 8-6 16,0-7-6-16,0 6 2 0,5-9 3 0,-5 0 1 15,1-1-8-15,-1-4 5 0,7 3 8 0,-9-2-7 16,2-2-1-16,0 0 2 0,-5 2 0 0,1-2 0 15,4 1 18-15,-11-4 19 0,1 7 16 0,3-2 14 16,-8 0 11-16,6 2 3 0,-4 1 2 0,1-3-2 16,2 5 2-16,-5-3-6 0,2 4-6 0,0-3-6 0,-2 7-9 15,0 0-8-15,0-7-11 0,0 7-2 0,0 0-3 16,0 0-11-16,0 0 4 0,0 0-1 16,-7 21-1-16,7-12-3 0,0-2-8 0,0 4-11 0,3-1-12 15,-3 1-14-15,4 1-2 0,-1-5-27 0,4 7-13 16,-2-5-4-16,1 2-20 0,1-3-2 0,1 4-10 15,0-4 1-15,-1-1-4 0,0 0 0 0,3-5 5 16,0 3 7-16,-6-5 8 0,-4 0 2 0,22-2 8 16,-22 2 11-16,15-5 5 0,-7-2 4 0,5 1 5 15,-4-1 7-15,-1-5 4 0,4 2 4 0,-3-4 3 16,-2 5 7-16,6-6 0 0,-4 6 9 0,-1-1 6 16,-1 1 3-16,1 2 16 0,3-3 6 0,-6 4 3 15,5-1 13-15,-3 2-13 0,0-4 1 0,-3 4 9 0,3 4-14 16,-7 1-4-16,0 0 1 0,15 0 0 15,-15 0 1-15,13 8-4 0,-9-1 1 0,2-2 2 16,-1 2 2-16,2 1-2 0,-1 5-3 0,-2-6 1 0,1 7-5 16,0-1 19-16,-2 1-16 0,4 3-4 0,-2-4 4 15,-2-3 1-15,2 4-3 0,-4-6 3 0,1 1-7 16,0-1 9-16,-2-3-10 0,3 2 12 0,-3-7-5 16,0 7 8-16,0-7-6 0,0 0 1 0,0 0 0 15,0 0 0-15,0 0 1 0,0 0 1 0,0 0-2 16,-5-27-4-16,7 16-3 0,3-1-16 0,1-3-13 15,3 0-18-15,2-2-16 0,9-5-21 0,-7-3-20 16,2 3-15-16,8 3-18 0,-1-1-13 0,6 4-3 16,-5-2 2-16,5 2-1 0,-3 2 14 0,-3 0 11 15,-4 3 10-15,-2 2 15 0,-1 1 11 0,-1 1 7 16,-3 0 12-16,-1 3 16 0,-3-2 23 0,3 4 27 16,-4-1 22-16,-2 2 13 0,1-3 17 0,-5 4 7 0,6-10 4 15,-6 10 3-15,0 0 4 0,0 0 8 0,0 0 2 16,0 0 5-16,0 0-4 0,0 0 13 15,-31 8 2-15,21-5 7 0,0 4 7 0,-3 0 5 16,-2 0-4-16,1 2 2 0,-2 0-3 0,-1 2 5 0,-4 5-7 16,4-5 2-16,-3 7-3 0,-1 1-6 0,8-4-12 15,-2 0-6-15,0 7-11 0,7-5-1 0,-1 0-7 16,1 2-6-16,3-2-7 0,3 1-4 0,2-2-1 16,2-3-8-16,5 2 2 0,-1-4-10 0,3-2 2 15,7 0-6-15,-1-1-13 0,3-6-14 0,-1-2-12 16,4 0-12-16,-1-1 0 0,2-5-12 0,-2 1 2 15,8-5 5-15,-10 1-9 0,5-4-1 0,2-1 10 16,-4-2 4-16,-6-1-3 0,0 2 3 0,0 1 4 16,-2-1 6-16,-4-1 1 0,-1 4 7 0,0-3 10 15,-1 4-4-15,-1 1 17 0,3 1 17 0,-4 0 6 16,-4 1 12-16,4 0 4 0,-3 1 2 0,1 3-6 16,1 0-6-16,-4 4-9 0,0 0-5 0,6-8-4 0,-6 8 2 15,0 0-5-15,0 0-2 0,0 16 0 0,0-16-4 16,0 17 0-16,2-7-1 0,-2 2 7 15,0 8-3-15,0-2 1 0,5-2 0 0,-2-4-4 0,-3 6-2 16,7 1-3-16,-2-4 7 0,-2 1 1 0,4-4-4 16,1 0 1-16,-1-5-2 0,1 1 1 0,-2-2 0 15,3-3-5-15,1-3 7 0,-10 0-3 0,16-8-2 16,-8 4 0-16,2-4 0 0,2-4-2 0,-2-1 1 16,5-4-13-16,-5 4-9 0,-2-3-7 0,2-2-14 15,5-6-13-15,0 4-19 0,3-2-17 0,-6 6-14 16,-4-3-7-16,2 6-10 0,0-1-11 0,-2-1-13 15,-1 6-16-15,-1 0-20 0,-4 2-30 0,-2 0-46 0,0 7-16 16,0-7-33-16,0 7-241 0,-13-6-585 16,3 6 259-16</inkml:trace>
  <inkml:trace contextRef="#ctx0" brushRef="#br0" timeOffset="92293.9">14548 9658 107 0,'0'0'293'0,"-6"-5"-21"16,6 5-27-16,0-8-26 0,0 8-24 0,1-7-17 15,4 0-21-15,2 3-16 0,1 1-14 0,7-1-17 16,8 0-5-16,-3 1-12 0,17-1-16 0,11-1 3 16,3 0-10-16,2 0-5 0,-3 2-9 0,1 3-3 15,9-2-5-15,-3-3-5 0,26 2 1 0,3-4-4 16,2 0-3-16,-4 2 2 0,2-3-2 0,4 0-2 15,-1-1 1-15,4 2-2 0,-4-3-2 0,1 1 0 16,4-1-2-16,-8 1-1 0,-3 3-1 0,0-6 0 16,3 3 1-16,-23 5 0 0,19-12 0 0,-19 6-5 15,25 1 0-15,-9-3-1 0,-17 3-5 0,1 0 0 16,-1 0-4-16,3 0 3 0,-2 2-1 0,1-3-4 0,18 1-4 16,-26 5-1-16,2-2 2 0,3 0-4 0,-10-3 9 15,6 6-8-15,-4 0 2 0,-2-1-3 0,0 2 2 16,-6 1-3-16,1-4 0 0,-13 5-1 15,14-4 2-15,-14 4-4 0,0-2 3 0,3 2 0 0,-6 2-4 16,0-4 1-16,1 4 0 0,-4 0 3 0,-1 0-4 16,-6-2 2-16,5 1 1 0,-7 3-3 0,0-3 0 15,4 1 0-15,-4-1-6 0,2 2 7 0,-2-3 2 16,4 3-2-16,-4-3-2 0,0 3 5 0,4-3-5 16,-1 3 3-16,1 0 2 0,-1-3-4 0,1 3 1 15,2-2-4-15,3 3 4 0,-2-3-2 0,3 1 1 16,-7-1-2-16,1-1 1 0,-4 3-4 0,4-2 4 15,-1-1-2-15,-4 2-1 0,3-1 2 0,-4 1-4 16,4-2 2-16,-12 0 0 0,6 0 3 0,-5 0-2 16,3 3 1-16,-2-3-2 0,-10 0-1 0,15 0 4 15,-15 0-1-15,15 0-1 0,-15 0 3 0,13 0-2 16,-13 0 4-16,10-3-5 0,-10 3 1 0,12 0-1 0,-12 0 4 16,0 0 3-16,0 0-5 0,13 0 4 0,-13 0-5 15,0 0-2-15,0 0 4 0,0 0-1 0,0 0-1 16,0 0 1-16,0 0 2 0,0 0-2 15,0 0 0-15,10 3-1 0,-10-3 0 0,0 0 3 0,3 3-3 16,-3-3 2-16,0 0-3 0,2 8 0 0,-2-8 3 16,3 5 2-16,0 2 0 0,-1-1-2 0,0 1-1 15,-1 0 1-15,4 4 2 0,0 0-1 0,0 2-1 16,5 5 1-16,0 1 0 0,-3 4 1 0,3 5 2 16,3 3 4-16,0 7-1 0,4 8 2 0,-2 3 2 15,-1-1 0-15,1 6 1 0,7 15-3 0,-6-15-3 16,4 2 0-16,2 14 3 0,-7-15-8 0,5-1 0 15,4 19 4-15,-7-19 3 0,1 0 3 0,-3-4 1 16,-2 0 2-16,4 1 10 0,-7-3-11 0,-2-2-2 16,5 1 7-16,-1-2 13 0,-6-3-12 0,8 0 18 15,-9-5-11-15,3-2 17 0,-3-9-15 0,-2 5 3 16,4-4 0-16,-1 3 4 0,-6 2-6 0,7-4 2 16,-2-2-2-16,-2-1 1 0,4-3-4 0,-5-5 7 0,4 4-4 15,1-5-4-15,-1 1 2 0,-2-3-6 0,1-1 4 16,-4-1 1-16,4-2-2 0,-3 2-4 15,5-4 0-15,-1 2-2 0,-4 1-6 0,5-2 2 0,-1 0 1 16,-6 0-2-16,2-1-8 0,4-4 6 0,-1 2 1 16,-3 4-5-16,0-3-1 0,4-2-3 0,-1 3 3 15,-3-1 0-15,5 1 1 0,-4 0 3 0,2-4-11 16,0 3 7-16,-4 0-8 0,6 0 4 0,-5-1 0 16,3 0 1-16,-4 0 1 0,4-2 0 0,-3 3 20 15,0-2-19-15,1 2-1 0,-3-7-5 0,3 7 0 16,-3-3-6-16,0-4 9 0,0 0 7 0,7 5-7 15,-7-5 11-15,0 0-15 0,0 0 19 0,0 0-16 16,0 9-2-16,0-9 1 0,0 0 3 0,-13 3-9 16,4 1-2-16,9-4 8 0,-15 0 14 0,4 2-9 15,-1-2-10-15,-8 1-1 0,4 4 1 0,-4-3 2 16,-3-1 5-16,-5 2-6 0,-2 0 4 0,2 0 6 16,-5 3-8-16,-4-3 5 0,1 1-2 0,-9-2-4 0,-4 1 6 15,4 8-4-15,-6-10-1 0,4 10 1 0,-1-7 2 16,0 3 0-16,-3 1 0 0,0-5-3 15,1 5 7-15,-1 0-8 0,3-1 0 0,0-2 2 0,3 6-1 16,0-2 1-16,1-3 3 0,0-1 2 0,11 0 10 16,-15 2-8-16,12-3-2 0,-9-1 7 0,1 6-8 15,9-6 3-15,-10 1 0 0,0 1 9 0,1 0-7 16,1-3 2-16,11 1-1 0,-4-1-1 0,-9 1 8 16,2-1-15-16,-2-1 7 0,1 3-6 0,-1-2-4 15,10 1 5-15,-9-3 1 0,-4 4-2 0,15-2-3 16,-15-2 5-16,0 0 2 0,4 1-1 0,1 2-3 15,12-3-1-15,-5 2 2 0,4 1-5 0,-3-3 1 16,1 3 1-16,4-2-1 0,-3-1-1 0,3 0 2 0,-5 5 14 16,5-3-13-16,2-2-5 0,-10 0 7 15,10 1-6-15,-5-1 8 0,-2 4-8 0,-10-2 4 16,2-1-13-16,-1 4 4 0,7-3 10 0,-6-1-3 16,7 2 8-16,-9 1 2 0,12-2-4 0,-3 1-2 0,1 0-5 15,-1-2 4-15,6 1 2 0,-2-2-3 0,-2 1 2 16,4-1-2-16,-2 5-1 0,3-3-5 15,7-2 6-15,-3 1-1 0,2-1 4 0,1 3 1 0,1-2-5 16,-4 1-2-16,4-2 4 0,-8 3-2 0,5 0 5 16,-3-3-8-16,2 3 9 0,-3-2-1 0,-2 1-1 15,1-1-6-15,-1-1 2 0,-2 0-1 0,1 5 0 16,-1-2 5-16,-1 0 12 0,0-2-14 0,8 1 2 16,-3 3-3-16,2-4 4 0,-7 2 3 0,3-3-3 15,2 1 2-15,6-1 0 0,2 2 0 0,2-2 10 16,-2 1-2-16,2-1 7 0,0 0 0 0,6-1 0 15,-3 1-3-15,4 0 2 0,11 0 10 0,-23-2-14 16,9 2-4-16,6 0 2 0,0-1 3 0,-5-2-4 16,13 3-1-16,-15-1-2 0,6-4 12 0,9 5-12 15,-14-3 3-15,9 0-4 0,5 3 2 0,-15-3 1 16,6-2-4-16,3 4 7 0,6 1-3 0,-15-3 0 0,7 0 1 16,8 3 1-16,-10-6-3 0,10 6 2 0,-10-6 2 15,10 6-1-15,-5-3-2 0,5 3 2 0,-5-6-1 16,5 6 1-16,-7-3 0 0,7 3-1 0,-6-8 4 15,6 8-9-15,-7-8 1 0,7 8-1 0,-2-8-1 16,-1 5 1-16,0-3-2 0,3 6 4 0,-2-10-5 16,2 3 4-16,-7 4-4 0,7 3-1 0,-1-9 2 15,-4 4-3-15,3-2 1 0,-3-3 3 0,4 2 4 16,-1-1 4-16,-1-1 1 0,1 1-1 0,0 0 3 16,1-3-2-16,-3-2 0 0,1-5 3 0,0 4-3 15,-1-6-1-15,3 2-3 0,-4-8 11 0,0-4-8 16,1 4 2-16,0-12-3 0,0 9-2 0,-1-12 0 15,2-1 4-15,0 1-4 0,-4-2 3 0,0 4 1 16,4-4-2-16,-5 4 4 0,0-1 5 0,3 9-2 16,-4-9 9-16,1 2 4 0,-2 2-4 0,0 7 1 15,0-13-1-15,-1 4 0 0,-4 1-2 0,1-1 0 16,5 1-3-16,-3-1 2 0,-3-3-1 0,0 0-2 0,0 2-2 16,4-1-1-16,-1 2 2 0,-3 2-9 0,5-4 7 15,2 13-8-15,-2-4 0 0,5 3 3 0,-2 4 8 16,3-1 13-16,0 1 0 0,1 6-1 0,3-7 0 15,3 6-6-15,-3 1-5 0,4 0 0 0,-3 5 1 16,2-4-7-16,-1 0 0 0,3 6-1 0,-2 0-2 16,-3 0 0-16,2 1-5 0,-2 1-4 0,3 3 2 15,-1-1-5-15,-2 3-21 0,0 5-35 0,0-5-51 16,0 5-61-16,0 0-70 0,0 0-37 0,0 0-28 16,0 0-38-16,-7 16-57 0,4-4-73 0,-4 3-301 15,3 4-831-15,4-2 368 0</inkml:trace>
  <inkml:trace contextRef="#ctx0" brushRef="#br0" timeOffset="96877.63">21563 8954 40 0,'-18'-12'254'15,"3"5"-8"-15,0 0-1 0,0 2-6 0,0-3-5 16,5 0-12-16,-1 2-4 0,-4-3-5 0,7 5-9 16,-1-3-9-16,-2 5-13 0,7-3-11 0,1 2 3 15,-5 0-32-15,8 3-7 0,-2-6-20 0,2 6-6 16,-5-8-13-16,5 8-12 0,12-4-12 0,-4 1-2 15,14 0-12-15,7 0-3 0,16-3-7 0,3 1-1 0,5 1-7 16,3 0-3-16,9 0-11 0,14 0 3 16,4 4-3-16,3-3-6 0,3 2 2 0,-1-6 2 15,8 2-3-15,0 2-4 0,7-2-5 0,4-1 4 0,-2 5-4 16,1-6-2-16,-4 4 3 0,-6-2-5 0,7-3-5 16,-9-4 4-16,2 5 1 0,7-4-4 0,-7 2-1 15,-7 6-1-15,5-6 6 0,-6-2 1 0,-5 6-5 16,-2-1 1-16,-16-1-11 0,-4-2 15 0,2 4-8 15,-2 0 0-15,-10 0 0 0,7-2 3 0,-6 2-3 16,-8-2-1-16,1 2 5 0,-2 1-5 0,-12-2 3 16,-1 6-8-16,-2-5 8 0,-5 5 8 0,7-4 5 15,-8 3-7-15,-1-1-9 0,9-3-7 0,-10 5 1 16,1 0 2-16,1 2-1 0,-2-5-2 0,6 1 2 16,-4 2-3-16,6-1 3 0,2 1 2 0,-5 0-8 15,-4 0 3-15,4 0 3 0,1 0 3 0,3 0-4 16,-8 0 1-16,1 0 2 0,-4 0-6 0,3 0 7 15,3 0 1-15,4 0 2 0,0-4-5 0,-7 4-2 0,1-5 8 16,-1 3-2-16,-1-1-3 0,2 2 1 16,-1 0-4-16,6-2 7 0,-9 3 14 0,3-4-15 15,-2 3-4-15,-1 1 4 0,2-2-1 0,-5 1 0 0,1-3-1 16,-4 2 8-16,-1 1-11 0,3-3 1 0,-3 1 7 16,1 2 0-16,-6 0-2 0,9-2-8 0,-6-1 9 15,5 4-4-15,0-3 5 0,1 3 8 0,-4 2-12 16,7-4 2-16,-3 2 0 0,2-1-3 0,-6 1-3 15,3 0 1-15,-4 1 3 0,3-2 0 0,-5 2 2 16,4-1-1-16,-12 0 3 0,15-1-4 0,-7 2 2 16,-8-1-3-16,0 0 0 0,15 0 1 0,-15 0-4 15,0 0 4-15,0 0 4 0,10-1-4 0,-10 1-7 16,0 0 6-16,0 0 0 0,8-3-2 0,-8 3 5 16,0 0-11-16,0 0 4 0,0 0 8 0,0 0-10 15,0 0 4-15,0 0 4 0,5 7 4 0,-5-7-7 16,2 7-7-16,-1-2 4 0,3 6 13 0,-4-3-7 15,3 0-4-15,-3 3 1 0,5 1-9 0,-5 4 10 0,5-1 10 16,-4 2-9-16,1 5-3 0,6 4-2 16,-4 2 2-16,1 4-2 0,1 7 7 0,1 0-3 15,3 2 2-15,0 2 3 0,-4 0-2 0,3 2 15 0,1 1-19 16,-2 0 3-16,-2-1 0 0,6-1-2 0,-2 0-6 16,0 2 4-16,2-4 4 0,-4-1-2 0,0 1 0 15,2 4 8-15,-5-14-7 0,7 6 11 0,-4 5-11 16,0-13-4-16,0 11 6 0,-1 1-2 0,0 3 4 15,1-6-3-15,3 0 0 0,-7-6-1 0,2-1 5 16,-1-2 8-16,2-1-7 0,-4 5 3 0,4-6-1 16,1 3 3-16,-4-2 4 0,0-2 0 0,0 0-2 15,-1-3 7-15,0 0-4 0,2-5 5 0,-5 3 4 16,5-5 2-16,-3 6-3 0,1-4-1 0,-1-2 1 16,0 2-3-16,3-4-2 0,-4 0 0 0,4 2 1 15,-3 0 4-15,1-3-6 0,0 4 1 0,-1-7-8 16,3 7 1-16,-5-3 3 0,3 3-5 0,2-7 0 15,-3 6 5-15,0-3-6 0,1 2 0 0,0 1-2 0,4-3-1 16,-5 1-8-16,4 0 11 0,-1 1-4 16,-2-4 2-16,2 0-4 0,0 2-4 0,-3-4 6 15,3 0 3-15,-3 2 1 0,-1-1-9 0,4 0 2 16,-1-4 2-16,1 2 3 0,-5 0 6 0,1-2-11 0,4 2 4 16,-5-2 2-16,0-2-6 0,4 1-7 0,-4 2 11 15,4-5-5-15,-4-3 6 0,2 6-4 0,-2-6 1 16,2 6 0-16,-2-6 1 0,0 0 2 0,0 0 5 15,-2 8 1-15,2-8 0 0,0 0-1 0,0 0 1 16,2 5-5-16,-2-5 0 0,0 0 2 0,0 0-5 16,0 0-4-16,0 0 5 0,0 0 2 0,0 0 3 15,0 0-5-15,-2 8 2 0,2-8 2 0,-2 3-15 16,2-3 9-16,0 0 5 0,-8 8-5 0,8-8 3 16,-5 3 4-16,5-3-9 0,-8 4 10 0,8-4 1 15,-8 1-8-15,8-1 0 0,-15 3 6 0,7-1-6 16,-4 1 2-16,-1-1 3 0,-2-1-3 0,-2 0 0 15,1-1-2-15,-6 3 5 0,-4-1-4 0,-4 1-2 0,-7-1 3 16,8-1 12-16,-16 2-19 0,0-3 15 16,-1 1-10-16,-4 1 0 0,7-1-4 0,-8 4-2 15,0-3 2-15,3 0 1 0,-4 1-3 0,1-3-7 0,0 4 16 16,1-1-4-16,-1 1-1 0,1-3 0 0,7 2 2 16,-3-1-3-16,1-2-1 0,-1 3 0 0,-2-1-1 15,-5-1 7-15,6 0-4 0,-2 4 4 0,2-5-2 16,3 2 1-16,-6-1 0 0,7 3-5 0,-2-4 4 15,-6 3 2-15,8-1 0 0,-2-2-6 0,-6 3 3 16,1 2-3-16,2-5 2 0,-1 1-1 0,-4 0-1 16,3 4 5-16,2-2-4 0,-3 1 2 0,1 1-7 15,-1-3 0-15,4 2 0 0,-1-1 6 0,-3 1-2 16,1 0-1-16,4 0 0 0,-2-1 3 0,0 3-2 0,3-2 1 16,1-1 0-16,2 0-1 0,-4 1-3 15,10 0 2-15,3 0 2 0,-2-4 2 0,-2 4-1 16,6 0-3-16,-4-3 1 0,5 1 3 0,-6 2 1 0,6 0-3 15,-5 1-1-15,6-3 5 0,-5-1-6 0,1 4 9 16,4-5-13-16,-5 6 3 0,0-5 5 0,2 3-1 16,-1-3-9-16,-3-1 9 0,8 6-2 15,-7-5 0-15,2 1 2 0,5-1 1 0,-4-1-4 0,-1 4 3 16,5-3 1-16,0 1-5 0,6-1 1 0,-1 3 0 16,2 3 1-16,-8-3 3 0,8-3-6 0,1 1 3 15,-1 1 2-15,-1 0 1 0,4-3 0 0,-2 3 1 16,0-2-10-16,2-1 5 0,0 0 0 0,1 0 2 15,-3 7-1-15,0-7-2 0,-1 0 4 0,4 1-1 16,-3 1 2-16,1-1-2 0,-3 3 1 0,2-1-3 16,-1-3-1-16,-2 0 3 0,1 5 3 0,2-3-6 15,4-1 5-15,-9 3-8 0,5 1 4 0,0-5 1 16,2 3-3-16,1-2 4 0,1 2-1 0,1-1-4 16,0-2-4-16,3 1 8 0,1 1 10 0,-1 1-13 15,-6-3 4-15,10 2 10 0,-6-1-14 0,6 0 3 16,-2 2 0-16,-1-1-4 0,2-2 7 0,9 0-8 0,-18 0 2 15,8 2 3-15,10-2 1 0,-11 0-1 0,6 4 0 16,5-4-6-16,-14 0 9 0,14 0-3 0,0 0 3 16,-14 1-2-16,14-1 4 0,-10 0-3 0,10 0 1 15,0 0 0-15,-12 3 4 0,12-3 10 0,0 0 23 16,-15-3 8-16,15 3 0 0,-8-4 3 0,8 4 6 16,-10-1 4-16,10 1 2 0,-7-11-1 0,2 8-3 15,2-2 3-15,0 0-12 0,1-9 4 0,-6 5-2 16,3-5-1-16,3-2 2 0,-6 3-9 0,3-4-5 15,-2 4-1-15,-1-14-3 0,5 7-2 0,-4-1-5 16,1 1-4-16,2-8-1 0,-4-3-1 0,0 2-3 16,-1 5 1-16,1-8 0 0,2 5 3 0,-1 0 3 15,-1-1 4-15,1 1 0 0,-3-1 4 0,3-1-3 16,-6 1 0-16,7-3 1 0,-3 1 1 0,-1 2-6 0,4-14 0 16,-1 10-1-16,-1 2-1 0,-5 3-3 15,6-4 0-15,2 1 0 0,-3-3-6 0,3 2 0 16,3 1 6-16,-8-1-7 0,7 4 1 0,0 0-1 0,-4-1 7 15,0 4-8-15,6-2 4 0,-6-1 1 0,5 8-1 16,-3 3 3-16,4-10-4 0,-6 5 6 16,4-5 1-16,-2 2 0 0,2 4 10 0,-1 0-4 0,-2 2 4 15,2-5-6-15,1 4 0 0,-5 3 6 0,3-4-6 16,0 1-1-16,-2 4-4 0,1-7 2 0,-1 6-4 16,-1-4-1-16,1 3 0 0,-1 2-4 0,1-4-4 15,1 4 4-15,1-1-1 0,-2-5-1 0,2 4-3 16,0 4-3-16,0-2 1 0,0 0-3 0,0 1-1 15,3-2 1-15,-1 4-1 0,-2 0 1 0,4 0 2 16,-4 3-1-16,5-3 6 0,0 0-9 0,0 2 0 16,0-1-2-16,-4 0 5 0,4-2-4 0,-5 1 0 15,5-3 0-15,-1 3-1 0,1 2 4 0,0-7-6 16,0 2 3-16,0 4-6 0,0-5 5 0,-5 2-4 16,5 0 5-16,0 6-5 0,0-10 6 0,-2 9-2 15,2-8-2-15,0 7-4 0,0-2 5 0,0 3-1 0,0 0 1 16,0-2-6-16,0 4 5 0,0-2 0 0,0 2-3 15,0-2-16-15,0 2-16 0,2 0-29 16,-2-1-51-16,0 1-76 0,6 1-88 0,3-1-74 0,-4 3-63 16,9-2-80-16,1 1-433 0,4 1-1005 0,0 8 445 15</inkml:trace>
  <inkml:trace contextRef="#ctx0" brushRef="#br0" timeOffset="97410.38">21894 9221 154 0,'-3'-7'338'0,"-1"0"-8"0,4 7-9 0,-3-7-14 16,3 7-16-16,0-8-30 0,0 8-26 0,0 0-22 16,-2-9-20-16,2 9-29 0,0 0-14 0,0 0-21 15,0 0-5-15,0 0-12 0,0 0-11 0,7 18-16 16,-2-5-4-16,0-1-12 0,2 5-8 0,1-4-11 15,-3 7 7-15,5-5-12 0,-5 4-3 0,1 1-1 16,8 2-7-16,-6-2 4 0,0 6-10 0,2-4-8 16,3 3-6-16,-4-2-18 0,2-2-17 0,1-3-26 15,-2 3-20-15,0-6-26 0,-2 0-47 0,5 3-35 16,-5-3-38-16,7-3-53 0,-8-4-245 0,3-3-553 16,-5 0 245-16</inkml:trace>
  <inkml:trace contextRef="#ctx0" brushRef="#br0" timeOffset="97762.59">22162 9408 180 0,'-6'-5'239'0,"6"5"-18"0,0 0-25 16,0-5-17-16,0 5-19 0,0 0-17 0,0 0-14 16,0 0-16-16,0 0-9 0,0 0-9 0,6 16-8 15,2-8-11-15,-3-3-10 0,-3 6-3 0,3-4-6 16,2 5-4-16,1-1-4 0,-1-3-8 0,1 2-3 15,-7-1-3-15,8-3-5 0,-1 3 0 0,-1-3-4 16,-2 1 0-16,3-2-2 0,-2-2 1 0,-2 1 14 16,2-1 17-16,-6-3 27 0,0 0 8 0,14 2 6 15,-14-2 2-15,10-5-1 0,-10 5 6 0,10-12 1 16,-7 9 2-16,2-6 7 0,1-1 0 0,1 4 14 16,-2-1-6-16,2-1-1 0,-2 0-1 0,-2 1-12 0,4 3-9 15,-4-4-10-15,0 2-12 0,-3 6-8 0,8-8-5 16,-8 8-12-16,7-4-5 0,-7 4-9 15,7 0 2-15,-7 0-9 0,0 0-6 0,16 4-5 0,-9 2-17 16,6 2-17-16,-5 0-20 0,6 0-14 0,0 6-17 16,1-2-19-16,9 1-27 0,-3 2-28 0,6 2-32 15,-3-2-37-15,0 0-46 0,4-3-42 0,0-5-275 16,-3 4-617-16,3-2 273 0</inkml:trace>
  <inkml:trace contextRef="#ctx0" brushRef="#br0" timeOffset="100660.67">22976 9462 115 0,'-9'-3'280'0,"0"-3"0"0,1 3-1 0,0-2-1 16,-6 1-15-16,1 1-10 0,3 0-17 0,0 2-18 16,-1-1-19-16,-4-3-13 0,7 5-20 0,-6 0-15 15,-1 0-14-15,1 5-10 0,0-3-12 0,-2-1-19 0,3 3-9 16,3-1-6-16,-4 2 4 0,-1 5-20 15,1-2-9-15,4-5-7 0,-2 9-2 0,4-4-7 16,1-1-3-16,-1-1-4 0,3 4-7 0,3 1-3 0,1-3-11 16,1 0 4-16,3 3-9 0,0-3 1 0,7-1-4 15,-5 1-7-15,5 1 10 0,-2-4-17 0,14 0-1 16,-7-2-1-16,0 0-3 0,3-3-6 0,2-3-1 16,0 1-1-16,-1-1 0 0,-2-2 0 0,-2-5 5 15,0 0 2-15,0 0 3 0,-2-4-5 0,-5-3 5 16,5 2 5-16,-4-1 2 0,-4-7 0 0,-4 4-3 15,8-5 1-15,-9-2 7 0,-5-1 2 0,5 8 16 16,-2 1 5-16,0 0 10 0,2-2 3 0,-1 4 6 16,-4 1 29-16,0 3-9 0,1 1 4 0,3 1 3 15,-4 2-9-15,3 3 3 0,-3-3-11 0,4 0-8 16,1 8-19-16,-5-10-3 0,5 10 3 0,0 0-2 16,0 0 7-16,0 0-19 0,0 0-4 0,0 0 0 15,-10 26-4-15,10-21-1 0,0 9-6 0,1-2 2 0,-1 3-4 16,7-2 2-16,-4 2-8 0,2 0-2 15,7 2 10-15,-2 0-16 0,-2-1 0 0,5 0-7 16,5 4 1-16,-1-5-3 0,3 6 3 0,5-8-19 0,-2 3 4 16,-3-8-17-16,6 6-6 0,-9-4-2 0,4-7-1 15,-1 5-5-15,2-4 0 0,-6-2 6 16,4-2 4-16,-2 0 6 0,-1-2 8 0,-4-2 3 16,-1-4 6-16,-4 5 5 0,0-2 9 0,-1-3 11 0,-2-3 7 15,-4 4 23-15,1-2 11 0,-2 1 12 0,0-2 7 16,-2 2 10-16,1 1 5 0,-4 0 6 0,-2 1-8 15,4-2 2-15,-2 2-4 0,-2 1-6 0,-1 3-8 16,8 2 0-16,-15-5-7 0,7 5-7 0,8 0-11 16,-15 5 4-16,15-5-6 0,-12 7 8 0,4-1-11 15,5 2 2-15,-2-2-8 0,5 1 1 0,0 5-8 16,0-6 0-16,6 3-3 0,1 3-1 0,3-5-9 16,5 3-3-16,-2 0-17 0,10-3-17 0,4-4-19 15,3 5-23-15,-1-4-23 0,0-2-15 0,-6-2-13 0,6-2-8 16,-10 1-3-16,14-5 0 0,-12 0 4 15,4-1 5-15,-10-1 16 0,7-3 22 0,-8 4 6 16,1-2 18-16,-6-2 39 0,-3 4 25 0,1-1 29 16,-7-1 24-16,2 2 21 0,2 1 16 0,-4-1 10 0,0 7 6 15,0-11 0-15,0 11-8 0,0-7-10 0,0 7-5 16,0 0-10-16,0 0-5 0,0 0-2 16,0 0-5-16,0 0 0 0,-23 16-7 0,20-9 0 0,0 3-8 15,1 4-4-15,-3 0-3 0,5 6 0 0,0-1-3 16,0 1 3-16,0 3 1 0,0 4-5 0,5-1 2 15,0 1-3-15,2-3-1 0,-2 4-1 0,0-1-2 16,0 5 1-16,1-3 6 0,2-4-6 0,2 4-1 16,-5-4-4-16,5-6 1 0,-5-2-1 0,3 3 3 15,-4-5-1-15,1-5-7 0,-2-3-8 0,2 2 3 16,-3-3 3-16,3 1-1 0,-5-5 1 0,0-2-2 16,0 0 0-16,0 0-5 0,0 0-2 0,10-16-6 15,-10 3 6-15,-5 2 0 0,3-7 2 0,-1 0-8 0,-2-8-1 16,-2-1-5-16,-1-1 1 0,0-13-2 15,-2 6 2-15,0 1 4 0,3 5-1 0,-1-5 7 16,1 6 7-16,-1-2 11 0,1 3 7 0,-1 0 6 16,3 0 8-16,2 1 10 0,-4 7-2 0,2 2 5 0,3 1 5 15,1 1 3-15,-1 3-3 0,0 1 2 0,2 3 5 16,-3-3-20-16,3 3 3 0,-1 3-4 16,1 5-7-16,0-12-4 0,0 12-6 0,4-5 1 0,-4 5-5 15,7-2-3-15,-7 2-8 0,15 2 4 0,-15-2-5 16,18 7-2-16,-10-4-10 0,2 5 0 0,2-2-5 15,0 0-5-15,-1 5-2 0,-3-4-3 0,4-1 2 16,-4 1-2-16,2 4 5 0,-3-2-2 0,1-2-2 16,-1 3 4-16,-2-1 3 0,-2-1 0 0,0-1 6 15,-3 5-3-15,0-8 0 0,-3 3 3 0,0 1 1 16,-4 1 3-16,2-3 0 0,-3 0 1 0,0 1 1 16,-2-2 0-16,0-2 1 0,0 1 1 0,2-2 3 15,1 3-3-15,-1-4 4 0,1 2 1 0,7-3 0 16,-5 4 4-16,5-4-5 0,0 0-2 0,0 0-1 15,0 0-12-15,0 0-18 0,0 0-18 0,28-1-22 16,-8-5-14-16,2 6-20 0,4-5-15 0,5 2-15 16,3-1-12-16,-3-2-13 0,5 3-12 0,1-8 10 0,6 4 11 15,-8 2 10-15,-4-5 13 0,-3 1 12 0,0 3 16 16,-8-4 21-16,0 2 24 0,-3-1 19 16,-4 0 35-16,0 0 26 0,-5 0 24 0,1 2 16 0,-9 0 21 15,6 0 21-15,-6-1-1 0,-3 0 5 0,3 0 5 16,-3 0 7-16,-4 1-7 0,0 3-8 0,4-3-6 15,-3 3-8-15,-1-1-11 0,7 5-3 0,-18-3-6 16,6 3-7-16,2 0-10 0,10 0-4 0,-21 2-7 16,9 1-2-16,2 2-9 0,2-1 0 0,-4 2-3 15,4 1-3-15,1-2-3 0,-1 4 0 0,0-1 0 16,3-1-6-16,2 1-2 0,-2 1 0 0,5-1-2 16,-4 0-3-16,4-1 2 0,0 1-6 0,4 0-4 15,-3-2-1-15,6 1 2 0,1-1-6 0,2 2 2 16,-2-7-4-16,7 2 1 0,-6-2-5 0,4 1-5 15,-2-4 0-15,8 2 0 0,-3-1-3 0,1-2-3 16,-2 0 5-16,-1-6 1 0,0 6 1 0,-1-3 1 16,-3 0 2-16,1 3 6 0,-4-4 9 0,1 2 6 0,-1 0 14 15,1 3 3-15,-6-3 6 0,3 2 4 0,-5 3 1 16,6-6-1-16,-6 6-1 0,0 0-5 16,9-4-1-16,-9 4-4 0,0 0-2 0,0 0-7 15,1-7-6-15,-1 7 0 0,0 0-2 0,0 0 1 0,0 0-3 16,0 0-1-16,0 0-2 0,0 0 0 0,0 0 0 15,0 0-1-15,9 12 0 0,-9-12 2 0,0 0-2 16,0 0-3-16,5 8 5 0,-5-8-1 0,1 3 1 16,-1-3-1-16,0 0 3 0,0 0 7 0,0 0-2 15,0 0 2-15,12 2 1 0,-12-2-3 0,0 0 3 16,0 0-7-16,15-8 4 0,-10 3-2 0,6 4-7 16,-6-2 6-16,5-2-5 0,0 2 0 0,0 1-1 15,0 0 1-15,3-3 1 0,1 4-11 0,-3-1-8 16,2 1-12-16,-3-2-4 0,5 2-6 0,0 1-14 15,-2 0-6-15,5 0-8 0,-3-2-7 0,2 2-6 16,-7 0-6-16,10 0-6 0,-4 0-3 0,-2-1-2 16,0 1-1-16,-5 0-3 0,9-5 11 0,-7 2 6 15,3 2 6-15,-1-1 5 0,-3-1 7 0,1 0 9 0,-1 0 7 16,2-1 9-16,-4 1-12 0,1-2 16 16,-1-1 11-16,-2 1 10 0,1 2 10 0,0-2 11 15,-4 2 16-15,-3 3 12 0,5-8 5 0,-3 4 8 0,-2 4-1 16,1-8 1-16,-1 8-6 0,0 0-1 0,-3-11-4 15,3 11-5-15,-15-1 1 0,15 1-4 0,-18 0 0 16,18 0 2-16,-25 8 3 0,12-4-3 0,-2 0-5 16,0 5 0-16,0-1 1 0,2 1-8 0,1 1-1 15,-3 1 0-15,4-2-2 0,-4 5 0 0,8-6-2 16,-1 0-1-16,1 3-2 0,1-6 3 0,6 6-1 16,-4-2-1-16,-1 1-1 0,5-2 0 0,5-4 2 15,-1 3-2-15,2-2 2 0,1 3-3 0,6-8 2 16,0 3-1-16,-3-3-2 0,5 0-5 0,2-3 0 15,-1 2-1-15,3-7-3 0,-3 2 1 0,2-1-7 16,1-3-2-16,-1-2-4 0,-2 1-5 0,1 0-2 16,-2-6-4-16,0 2 2 0,0-4 3 0,-2-1-1 15,-5-3-1-15,-8-3 3 0,7 2 3 0,-1-6-1 0,-11 8 4 16,0 2 8-16,2 0 4 0,-4 1 9 16,3-1 8-16,-3 4 8 0,-3 1 5 0,2 2 6 15,1 3-1-15,2 1 1 0,-2 2 1 0,1-2-3 0,-2 6-5 16,1-5-6-16,0 4-5 0,7 4 0 0,-13-4-3 15,13 4-3-15,-13 4-1 0,13-4-1 0,-10 8 2 16,5-1-7-16,0 1 9 0,-2-1-8 16,4 5-2-16,1 1 5 0,2 2-3 0,2 2-2 0,-2 4 2 15,7-5-5-15,-1 4 2 0,-1 1 0 0,7 0 0 16,-1 6-4-16,3-8-2 0,4 4-2 0,0 2-9 16,2-8-11-16,0 3-12 0,1-5-12 0,-6 1-13 15,8-4-18-15,-1-3-19 0,-2 0-18 0,5-3-7 16,-4-2-21-16,1-1 2 0,-1-3-4 0,1-3 14 15,-1 3 18-15,-4-2 10 0,1-3 11 0,-5-3 17 16,7 4 21-16,-12-4 13 0,4-1 24 0,-4 2 26 16,-1-1 26-16,-4 1 19 0,4-2 18 0,-7 2 11 15,5-2 4-15,-5 1 0 0,0 2 1 0,0 6-10 0,-5-11-1 16,5 7-14-16,0 4-4 0,-10-6-8 16,3 4-1-16,7 2-11 0,0 0 0 0,0 0-9 15,-23 8 2-15,18-4-6 0,-5 3-3 0,4-3-2 16,1 2-1-16,3 4-3 0,0 0-1 0,2-5 1 0,-3 5-3 15,6-1-2-15,-1-1-3 0,1 0-1 16,4-4 0-16,-2 4-5 0,5-4-2 0,-2 1-11 16,5-2-9-16,-1 2-18 0,6-4 2 0,-3-1-3 0,5-1-2 15,-4-4 0-15,-1 2 2 0,0-2 4 0,-2 1 3 16,2-5 5-16,0 1 1 0,-7 1 4 0,-1 3 6 16,1-7 6-16,1 5 3 0,-4-1 9 0,1-1 11 15,-1 2 6-15,-5-2 11 0,3 3-2 0,-3 5 6 16,5-10 0-16,-5 10-4 0,0-5-3 0,0 5-1 15,0-8-6-15,0 8-2 0,0 0-3 0,0 0-3 16,0 0-4-16,0 0-4 0,0 0 3 0,0 0-2 16,0 0 1-16,0 0 0 0,0 0-2 0,0 0 1 15,-14 13-1-15,14-13-1 0,0 0-3 0,0 0 3 16,1 8-1-16,-1-8 2 0,0 0-1 0,2 7 0 16,-2-7 0-16,0 0-4 0,0 0 5 0,8 2 1 15,-8-2-3-15,0 0 2 0,0 0-2 0,0 0 0 16,0 0-4-16,20-7 3 0,-20 7 1 0,7-2 0 0,-7 2 1 15,6-6-3-15,-6 6-1 0,7-3 0 0,-7 3 0 16,5-3-3-16,-5 3 5 0,0 0-3 16,0 0 1-16,0 0-1 0,18 4-3 0,-18-4 2 0,8 3 3 15,-4 1 1-15,6-1-2 0,-4 1-2 0,-1-1 1 16,7-2 1-16,-9 4-2 0,9-1 4 0,-2-1-6 16,-4 1 1-16,2-3-4 0,6 1-1 0,-6-2-4 15,5 1-4-15,-13-1-5 0,22-1-5 0,-12-2-7 16,3-2-6-16,-3 1-3 0,1-3-1 0,-2 0 1 15,-1-1 0-15,4 0-1 0,-4-3 2 0,-2-1-2 16,3-3 6-16,-4-1 4 0,-2-7 2 0,2 3 5 16,-2-5 1-16,-3-2 3 0,0 2 7 0,0-1 4 15,0 1 5-15,-3-2 27 0,-2 1 24 0,2 2 18 16,-2 5 12-16,-2-2 8 0,0 1 3 0,6 3 6 16,-4 1 1-16,2 5 12 0,-2-1 10 0,3 2 11 15,-3 4-21-15,5 0-12 0,-3-3-11 0,3 5-13 16,0 4-8-16,0 0-11 0,-7-5-1 0,7 5-8 0,0 0-4 15,-7 17 7-15,2-7-13 0,5 0-8 0,0 8 1 16,5 3 0-16,-1 5-6 0,-1 5-3 16,-1 1-2-16,6-1-7 0,4 7 1 0,-4 4-7 15,0-3-17-15,7 0-14 0,-3-10-21 0,4 11-17 0,1-1-29 16,-4-11-41-16,2-2-41 0,1-2-47 0,-1-1-61 16,-6-5-188-16,2-5-513 0,-4-4 227 0</inkml:trace>
  <inkml:trace contextRef="#ctx0" brushRef="#br0" timeOffset="100843.46">25610 9109 200 0,'-10'-5'319'0,"5"2"-10"0,5 3-14 0,-8-9-21 15,8 9-26-15,-7-7-24 0,7 7-28 0,0 0-23 16,0 0-18-16,0 0-32 0,0 0-39 0,0 0-53 15,33 7-55-15,-25-5-83 0,1 6-71 0,4-2-209 0,2-2-420 16,-7 3 186-16</inkml:trace>
  <inkml:trace contextRef="#ctx0" brushRef="#br0" timeOffset="101893.51">23162 10278 316 0,'2'-4'322'0,"1"-7"-16"16,2-1-8-16,0 4-2 0,-4 0-18 0,-1-3-8 0,5 3-22 15,-5 4 7-15,2-4-10 0,0 3-17 0,-2 5-19 16,0-11-19-16,0 11-19 0,0 0-21 16,-9-7-17-16,9 7-13 0,-14 4-21 0,14-4-3 0,-14 4-11 15,-1 3-8-15,7 1-12 0,0 0-4 0,-2 0-8 16,3-1-11-16,2 5-1 0,-1-8-4 0,1 4-6 15,1 4-4-15,1 0 1 0,3-3-4 0,0 1 7 16,0 1-11-16,3-3-7 0,2 3 4 0,2 1-3 16,1 0-3-16,2-1-4 0,5 1 3 0,-2 2-4 15,-3-4-2-15,4 0 12 0,0 2-18 0,0-1 3 16,-1 1-8-16,2 1-16 0,-4-5 13 0,-1 4-20 16,0-2-5-16,-1 1-6 0,2 2 3 0,-6-5 3 15,0 4-1-15,-3-5 9 0,1 1-12 0,-1-5 8 0,-2 8 6 16,-2-4 5-16,-5-2 5 0,1-1-5 15,-1 2 5-15,-1-4-3 0,-4 2 4 0,-3 0 2 16,-1-4 6-16,1 2-9 0,2-2 3 0,3 0 6 16,-3-2-2-16,13 2 6 0,-19-1-3 0,14-3-1 0,-1-1-5 15,6 5 0-15,-7-10-27 0,14 3-21 0,1 0-18 16,0-5-14-16,12 3-9 0,3-7-2 16,-1 5 2-16,6-5 10 0,0 8 9 0,-3-3 7 0,1 0 9 15,-7 3 4-15,2-3 7 0,6 3 7 0,-9 0 0 16,0 4 12-16,-6-3 2 0,-1 5 6 0,-1-3 6 15,-2-1 14-15,-3 4-1 0,-5 2 2 0,9-1 3 16,-9 1 1-16,8-3-4 0,-8 3 2 0,0 0 2 16,0 0-1-16,0 0 3 0,0 15-4 0,0-15 4 15,-7 11 2-15,6-6-6 0,-4 3 3 0,3 2 3 16,2-1-6-16,0-2 5 0,2 0 2 0,3 5-3 16,-5-4 3-16,8-4 1 0,-8 7 2 0,7-6-1 15,-1 2 5-15,2-4-5 0,-1-1 0 0,1 4 2 0,6-2-3 16,-6-4 3-16,7 1-1 0,-2-2-1 15,0-1-3-15,-3-6 4 0,-2 6-2 0,4 0 0 16,-2 1 0-16,2-6 3 0,-3 2 11 0,-2-3 13 16,-4 1 3-16,4 2 11 0,0-1 7 0,-2-3 17 0,1 3 29 15,-2 0-7-15,1 3 14 0,-1-8 3 16,-2 9 0-16,-2 2 0 0,3-10-2 0,-3 10-7 16,7-4-6-16,-7 4-15 0,0 0-10 0,2-4-5 0,-2 4-11 15,0 0-10-15,0 0-14 0,0 0 10 0,0 0 1 16,0 0-15-16,0 0 0 0,0 0-2 0,5 16-10 15,-5-9-16-15,0 1-10 0,1-4-16 0,3 3-21 16,-3 1-11-16,3 0-21 0,2 0-17 0,1-5-26 16,-1 2-35-16,1 3-39 0,3-2-46 0,-3-1-50 15,4-4-46-15,-1-1-185 0,-10 0-572 0,22-6 254 16</inkml:trace>
  <inkml:trace contextRef="#ctx0" brushRef="#br0" timeOffset="102226.57">23905 10096 11 0,'-5'-8'293'0,"3"1"-7"0,-3-1-5 0,5 8-12 0,0-8-20 15,-1 4-25-15,1 4-26 0,0 0-19 0,0 0-21 16,0 0-15-16,0 0-11 0,0 0-16 16,0 0-11-16,0 0-14 0,8 22-5 0,-3-14-14 15,2 2-3-15,-4 0-4 0,4 6-6 0,4 0-9 0,-3-1-4 16,4 0-3-16,-2 1-2 0,0 4-5 0,3-5-1 15,0 3-6-15,-3 0 0 0,0-4-7 0,2 2 2 16,-2-2-5-16,1 2-1 0,-2-5-2 0,1 2-2 16,-5-6-5-16,1 2 2 0,-3-1-1 0,4 1-3 15,-7 0 1-15,3-3-2 0,-3 1 2 0,-3 1 0 16,3-2-2-16,-3 0 0 0,-2 0-3 0,3-2 3 16,-6 4-2-16,3-4 2 0,-2 1 0 0,1 2-1 15,1-4-1-15,-2 2 3 0,0 0-9 0,1-3-1 16,6-2-17-16,-13 8-17 0,4-8-20 0,3 3-31 15,6-3-39-15,-20 1-45 0,20-1-63 0,-12-4-50 16,12 4-149-16,-8-5-470 0,5 0 208 0</inkml:trace>
  <inkml:trace contextRef="#ctx0" brushRef="#br0" timeOffset="102510.6">24426 10251 101 0,'10'7'260'0,"-10"-7"-8"0,2 5 4 16,-2-5-9-16,0 12-9 0,0 0-12 0,0-3-9 0,0 4-13 15,0 6-10-15,3-3-11 0,-1 11-3 0,0 1-9 16,4 13-6-16,-4 2-7 0,5 3-12 0,-3 1-13 16,3 2-7-16,-7-5-13 0,3 14-9 0,-3-4-13 15,0-2-7-15,0 7-6 0,2-4-8 0,-2 0-4 16,-2 3-11-16,2-6-9 0,-3-5 3 0,3-4-8 15,3-3-3-15,-6-9 6 0,3-8-11 0,0-1-18 16,3-5-16-16,-3-5-20 0,0 0-16 0,2-4-6 16,3-5-54-16,-5-3-55 0,0 0-63 0,0 0-67 15,22-18-308-15,-18 3-638 0,1-11 282 0</inkml:trace>
  <inkml:trace contextRef="#ctx0" brushRef="#br0" timeOffset="103143.41">24445 10375 137 0,'0'-15'337'15,"-2"3"-6"-15,4 0-19 0,-2 4-24 0,1-3-27 0,6 3-10 16,0 0-36-16,1 0-25 0,-2 2-17 0,9-3-16 16,-1 8-16-16,2-1-25 0,-3 2 1 0,9 0-18 15,-6 7-9-15,-1-2 6 0,3 4-24 0,-1 1-7 16,0 4-5-16,-3-1-8 0,6 7-7 0,-10-5 0 15,2 2-18-15,-6-1-7 0,1 4-12 0,-4-1-6 16,-1-3-6-16,-2 4-2 0,-2-6-6 0,-6 2-1 16,2-5 1-16,-4 2-1 0,-2-1-2 0,2-3 4 15,-2 0-4-15,3-6 4 0,0 2 4 0,-2-2 2 16,2-2 0-16,9-1 3 0,0 0-3 0,-21-3 2 16,21 3-3-16,-7-8 5 0,7 3-2 0,0-6 1 15,7 7-7-15,0-7-2 0,7-2 3 0,1 3 0 16,-1-3 2-16,2 2-4 0,-3-1 3 0,9 2-4 15,-6 2 6-15,1-5 0 0,3 1-2 0,-4 3 4 0,3 2-3 16,-8-3 1-16,4 6-1 0,0-2 1 16,-8 1 2-16,6 3 2 0,-8 0-4 0,1-3 5 15,-1 2 2-15,-5 3-6 0,15-3 0 0,-15 3 4 0,14 3-2 16,-14-3-2-16,14 3 2 0,-7 2-1 0,0-1 0 16,1 1 0-16,0 1 3 0,5-2-1 0,1 7 1 15,-4-3 0-15,8 0-3 0,-5 2 4 0,-1-1 3 16,3-2-5-16,-7 1 1 0,5 0-3 0,-6 0 3 15,1-4 0-15,0 1-2 0,-3 1 1 0,2-2-1 16,-2 4 3-16,3-7 0 0,-5 2 3 0,-3-3-1 16,7 5 2-16,-5-3 14 0,-2-2 4 0,6 2 5 15,-6-2 2-15,7 6-1 0,-7-6 1 0,0 0-5 16,0 0-1-16,13 2 0 0,-13-2-3 0,12 0-4 16,-4 0-4-16,5 0-1 0,5 2-3 0,1-1-3 15,-4-1-1-15,-1 0-2 0,0 3-4 0,-4-3-4 16,6 1-2-16,-4 1-3 0,3-2-1 0,-4 1 11 15,-1-1-11-15,-10 0 2 0,15 0 1 0,-15 0 0 0,12-1-12 16,-12 1-4-16,5-6-9 0,-5 6-5 16,0-11-10-16,0 11-15 0,-17-5-19 0,10-2-33 15,-1 2-31-15,-7-7-37 0,0 4-25 0,0-1-47 0,-4 2-154 16,9-4-443-16,-2 0 197 0</inkml:trace>
  <inkml:trace contextRef="#ctx0" brushRef="#br0" timeOffset="104226.62">25355 10010 73 0,'0'0'237'0,"0"0"-18"0,0 0-19 0,0 0-14 16,0 0-12-16,-20 16-10 0,20-8-12 0,-3 0-9 15,-1 4-8-15,3-2-8 0,-6 7-11 0,7-2-7 16,0 0-10-16,0 1-10 0,0 2-9 0,-6-4-9 15,12 0-3-15,-6 1-9 0,0-3-3 0,0 1-6 16,0-5-7-16,0-1-2 0,0 4-1 0,5-7-1 16,-5 3-3-16,3 1-2 0,1-4-1 0,-1 0-3 15,-3-4-5-15,17 4 1 0,-7-4-4 0,-1 4-3 16,5-3-2-16,-4-1 0 0,3 0 0 0,0 0-2 0,-1 2-2 16,3-1-4-16,-4 5 1 0,2-1-2 0,-1 0-4 15,1 2 0-15,2-2 0 0,2 9-1 0,-11-3-2 16,8-1-1-16,-6 5 1 0,-2-3 0 15,-4 3-2-15,5 0 2 0,-2 0-1 0,-5-2-2 0,1 1 0 16,-1 1 4-16,-1-4 3 0,-4-1-2 0,3 1 0 16,-5-3-1-16,4 3-2 0,-2-3 4 0,-5-5 1 15,4 5 6-15,1-3 4 0,-9-2 3 0,6-3 3 16,-5 0-1-16,13 0-3 0,-18-4-1 0,6-6-2 16,4 8-2-16,0-6 3 0,3 1-2 0,-4-7-2 15,3-1-2-15,6-3 1 0,-4 3-5 0,4-4 0 16,0-3 0-16,4-5-2 0,6 5 2 0,-5-7-2 15,6 2-3-15,2-1 2 0,-1 1 2 0,1 0-4 16,2 0 0-16,2-4 3 0,-4 5-3 0,2 4 0 16,0 0 7-16,0 2-4 0,-2 5 2 0,-3 1 15 15,-4 2 9-15,6 4 11 0,-5 1-2 0,-4 2-1 16,4 1-7-16,-2-2-3 0,-2 0-4 0,-3 6-6 16,6-3-4-16,-6 3 2 0,0 0-5 0,15 12 2 0,-10-5-2 15,2 4-1-15,0 1-4 0,-4 3 2 0,2 1-3 16,1 4 0-16,3 3 4 0,-3 2-2 15,-1 2-2-15,0 0-5 0,2 0 4 0,0 3 3 0,-4 1-2 16,3-2-1-16,-1-1 2 0,5 1-6 0,-5-4 5 16,5 2-3-16,-3-4 1 0,3-3 2 0,-5-5-2 15,1 2 1-15,3-6 0 0,-1 4 2 0,2-7-1 16,0-5 3-16,-2-1-2 0,4 4 0 0,-1-6-1 16,3 0 2-16,2-6-6 0,6 2 4 0,-8-1-2 15,8-2-1-15,-7-5-3 0,6 4 5 0,-6-2-3 16,4-3 2-16,-3 1-6 0,-1 1 8 0,0-4-4 15,-5 5 5-15,3-1 7 0,-8 4-15 0,2-2 6 16,-4 1-3-16,2 2 3 0,-2 2-3 0,-3 4-3 16,4-8 0-16,-4 8 1 0,0 0 1 0,0 0-1 15,0 0 0-15,0 0-10 0,0 0 9 0,-20 12-1 16,18-6 3-16,-3 0 2 0,3 1-3 0,-3-2 2 16,4 2-1-16,-1 1-4 0,-1 1 3 0,6-2-2 0,0 0 0 15,-3 0-1-15,7-1-1 0,-5 1-2 0,3 0 8 16,3-4-5-16,-3 1 2 0,2-3-5 15,1 2 11-15,-8-3 0 0,16 2-3 0,-7-2-1 0,2 0 1 16,-11 0 1-16,18-5 1 0,-6 5-1 0,-2-1-4 16,2 0-2-16,-3-2 6 0,3 1 0 0,0 1-2 15,-4-3-3-15,-8 4 1 0,20 0 2 0,-12-1-2 16,-8 1 2-16,20 1-3 0,-12 3 4 0,0-3-5 16,-8-1 7-16,15 2 5 0,-6 1-8 0,-3-2-3 15,-6-1 2-15,13 1-1 0,-13-1 1 0,7 3-3 16,-7-3 7-16,7 5 7 0,-7-5 21 0,0 0 13 15,0 0 30-15,0 0 15 0,0 0 7 0,0 0 1 16,0 0 2-16,16-9 3 0,-16 9-4 0,5-6-5 16,-1 1-8-16,1 2-7 0,-2-4-5 0,3 5-9 15,1-3 0-15,0 0-6 0,-1 0-8 0,-2 2-1 16,7-1-5-16,-11 4-4 0,15-1-5 0,-5-1-5 16,-10 2-3-16,17 2-5 0,-17-2-1 0,16 1 2 0,-6 3-9 15,2-1 1-15,6 2 6 0,-7 1-7 0,4 2-2 16,2-1-3-16,-2-1-12 0,0 1-26 15,1 4-37-15,-1-8-42 0,3 3-59 0,-3 0-74 0,0 2-107 16,-3-7-390-16,6 2-800 0,-3-2 353 0</inkml:trace>
  <inkml:trace contextRef="#ctx0" brushRef="#br0" timeOffset="116159.19">8808 9511 83 0,'9'4'269'0,"-9"-4"-21"0,6 5-1 15,-6-5 4-15,7 8-6 0,-7-2-9 0,7-2-16 16,1 5-9-16,-2-1-17 0,3-1-16 0,2 7-7 15,1-4-10-15,3 4-6 0,0-1-13 0,-4 1-4 16,-1-1-10-16,10 7 8 0,-12-2-10 0,1-2 2 16,4-2 16-16,-7 6-18 0,3-1-1 0,-3-3-17 15,-1 3 2-15,-1-3 2 0,2-1 0 0,-4-4-3 16,1-1-1-16,-1 5-1 0,-2-8-1 0,2 1 5 16,-2-4 9-16,1 4 17 0,-1-8 11 0,0 0-8 15,0 0-10-15,15-15-5 0,-2 2-1 0,2-10 3 16,7-1 6-16,9-6-3 0,2-9 4 0,4-6 1 15,2 1-3-15,19-13-5 0,-5 2-13 0,-13 13-6 0,13-13-11 16,-10 12 0-16,-5 3-21 0,0 4-6 16,0 0-10-16,-8 0 2 0,-2 6-8 0,-8 7-22 15,2 1-22-15,-8 7-37 0,-4 1-46 0,-1 6-89 0,-3-6-122 16,-4 6-126-16,1 4-148 0,-6 0-468 0,3 4-1111 16,-12-7 492-16</inkml:trace>
  <inkml:trace contextRef="#ctx0" brushRef="#br0" timeOffset="-38188.2">4520 13884 21 0,'0'-10'410'0,"2"-5"-5"16,-2 4-3-16,1-1-22 0,-1 0-25 0,0 4-28 0,0 3-32 15,0 5-30-15,0-10-20 0,0 10-39 0,4-7-23 16,-4 7-18-16,0 0-23 0,0 0-11 15,3 22-12-15,-3-13-12 0,0 11-14 0,5-1-5 0,-2 10-10 16,2-2-8-16,-2 1-3 0,2 4-7 0,-1-2-12 16,-1 3-4-16,-1-3-17 0,-1-3-13 0,4 3-18 15,-1-6-20-15,1 2-13 0,-4-10-35 0,4 3-27 16,-5-4-16-16,3 1-26 0,-3-6-22 0,4-1-18 16,-4-1-33-16,3-5-48 0,-3-3-53 0,0 0-205 15,0 0-564-15,12-17 250 0</inkml:trace>
  <inkml:trace contextRef="#ctx0" brushRef="#br0" timeOffset="-37972.13">4538 13832 166 0,'-3'-8'299'0,"-2"5"1"0,5 3-7 0,0 0-20 16,-2-9-10-16,2 9-32 0,0-7-23 0,0 7-20 0,12-11-20 15,-1 2-17-15,4 6-17 0,0-5-12 0,12 1-15 16,-1-3-7-16,4-1-12 0,0 4-8 15,4-1-8-15,-4 0-5 0,0 1-10 0,0 4-17 16,0-2-18-16,-4 2-21 0,-4 2-20 0,-3 1-16 0,0 0-23 16,-4-3-22-16,-2 6-18 0,-5 0-15 0,0 3-15 15,-4 0-15-15,-1 0-17 0,-6 3-15 0,-2 0-13 16,-2-2-18-16,-8 5-133 0,0 2-365 0,-10-1 162 16</inkml:trace>
  <inkml:trace contextRef="#ctx0" brushRef="#br0" timeOffset="-37672.16">4530 14064 100 0,'10'8'164'0,"0"-7"-1"0,0 2 1 0,5-3 0 15,1-3-2-15,2 3-10 0,0 0-12 0,12-5-12 16,-8 2-14-16,6 2-9 0,-5 0-11 0,5-1-13 16,-3-1-5-16,-5 1-11 0,1 2-6 0,-6 0-3 15,0 0-5-15,-2 0-9 0,-4 0-11 0,1 2-8 0,-4 1-1 16,1 0-10-16,-7 5-4 0,0-8-9 15,-7 11-6-15,-1-3-6 0,0 1-10 0,-4 3-12 16,-4 2 4-16,-9-1-5 0,-2 2 0 0,-1 4-4 16,-2 0 3-16,1-3 0 0,7-1 1 0,-4 4 2 0,-1-3-4 15,6 2 14-15,-1-3 0 0,6-5-5 0,2 5 6 16,6-3 9-16,5-8 1 0,-1 7 7 16,9-7 7-16,-5-4 3 0,19 5 3 0,5-5 2 0,9-2-7 15,15-5 4-15,5-4-5 0,2 2-2 0,1-4-17 16,2-1-42-16,0 1-58 0,-3-1-128 0,-6 1-266 15,-4-4 118-15</inkml:trace>
  <inkml:trace contextRef="#ctx0" brushRef="#br0" timeOffset="-36138.91">5286 14028 196 0,'0'0'243'15,"0"-4"-6"-15,0 4-4 0,0 0-5 0,0-10-5 16,0 10-7-16,0 0-13 0,0 0-23 0,-5-7-5 15,5 7-23-15,0 0-18 0,0 0-15 0,0 0-15 16,0 0-10-16,0 0-8 0,0 0-11 0,-10 19-6 16,7-9-6-16,3-3-5 0,-2 6-6 0,2-5-8 15,0 5-3-15,-6 1-6 0,7 2-2 0,-2 1 2 16,2-3-7-16,4 1-1 0,-3 0-3 0,1-2-3 16,2-1-4-16,2 0 1 0,-2-2 0 0,5 2-4 15,1-1 0-15,-2-3 0 0,2-4-3 0,3 2 4 0,-1-4-6 16,0-1 3-16,2-2 0 0,-5 1-7 15,6-7 0-15,-4 3 5 0,3-4-4 0,-9-1 0 16,3 1 1-16,4-3-2 0,-6-4-3 0,-1 3 10 16,-4 0 3-16,3-2 13 0,-3-2 3 0,-2 7 4 0,0-5 3 15,-2 2-2-15,2 2-1 0,0 1 3 0,-5 0-8 16,3 2 0-16,-1-1-6 0,3 0-4 16,-3 4-6-16,3 4-4 0,-7-3-12 0,7 3-5 0,0 0-20 15,0 0 2-15,-15 7-11 0,15-7-6 0,0 17-11 16,0-7-9-16,0-1-11 0,8 6-17 0,-3 0-10 15,4 1-16-15,-1-5-19 0,2 0-26 0,1 1-29 16,4-3-19-16,0 3-33 0,0-5-167 0,2 1-444 16,1-2 197-16</inkml:trace>
  <inkml:trace contextRef="#ctx0" brushRef="#br0" timeOffset="-34688.31">5928 14024 198 0,'-13'2'190'0,"13"-2"-13"0,0 0-7 0,-18 2-5 16,8 3-11-16,0-2-10 0,4 2-4 0,-3 5-2 15,-4-3-10-15,3 3-4 0,-2 2-3 0,-2 0-8 0,-3 3-7 16,4 2-9-16,5-3-10 0,-4-1-8 0,-1 1-3 15,1 1-7-15,5 0-9 0,-1 1-3 0,5-3-4 16,0 4-4-16,3-4-7 0,-2-1-1 0,2-1-3 16,2-2-2-16,4 1-5 0,2-2-2 0,6 0-1 15,-4-1-4-15,10-1-3 0,1-3-1 0,1-3 0 16,1 0-5-16,5 0 0 0,0-6 4 0,0 0-6 16,-10-2-3-16,12-4-4 0,-13 2 4 0,8-2-4 15,-2-6 0-15,-2 0-4 0,-3-1 3 0,1-5-1 16,-1 1-1-16,-5-4-2 0,-3-1 1 0,3 1-4 15,-6-5 0-15,1 7-3 0,-8-7 4 0,0 2 0 16,-6-1 0-16,4 2 1 0,-5 0 2 0,-1 2 0 16,-5-3 7-16,4 6 10 0,3 8 7 0,-2-2 10 15,-2 1 4-15,0 2 1 0,1 3-2 0,3 4-5 0,4 0 3 16,-4 1-1-16,2 0-13 0,1 3-6 16,3 4-5-16,0 0 12 0,0 0-14 0,0 0 6 15,-7 19-7-15,7-4 0 0,4 1-3 0,-3 2 4 16,1 1-6-16,6 6-3 0,-3 4 5 0,0 0-5 0,7-1 3 15,-12 2-1-15,6-2 3 0,3 2-3 0,-4 2 0 16,1-5-1-16,-1 2 2 0,0-4-1 16,7 2 5-16,-11-3-12 0,6-6 2 0,-5 1-3 0,4-2 7 15,-4-3-7-15,3 1-4 0,3-7-1 0,-8 3 1 16,5-3 0-16,-2-3 5 0,6-1-3 0,1-3 0 16,0 2-3-16,1-6 18 0,-1 2-5 0,10-6 5 15,-2 3-4-15,-1-4 0 0,1-2 0 0,-3 1-1 16,3 0 5-16,-3-3-6 0,3 0 2 0,-3 1-2 15,-2 0 1-15,-1 0 0 0,1 2-1 0,-5-3 2 16,-1 5 1-16,1 0 4 0,-1 3 1 0,-6-5 11 16,4 3-7-16,-5 6 2 0,7-9 2 0,-7 6 5 15,0 3-10-15,0 0-4 0,0 0-1 0,0 0 3 16,0 0-7-16,-7-9 4 0,7 9-3 0,0 0-3 16,0 0 1-16,0 0 3 0,0 0-7 0,0 0-1 15,0 0 1-15,0 0 3 0,-21 9 4 0,21-9-8 16,0 0 9-16,-7 3-10 0,7-3 2 0,0 0 1 15,-6 6-2-15,6-6 2 0,-2 6 3 0,2-6-7 0,0 0 10 16,-5 4-7-16,5-4-3 0,0 0 5 0,0 0 1 16,-2 8 2-16,2-8-6 0,0 0 0 15,0 0 6-15,0 0-5 0,0 9 1 0,0-9-4 0,0 0 0 16,0 6 5-16,0-6 2 0,2 4-5 0,-2-4 8 16,7 7-6-16,-2-3 3 0,-4 2-6 0,3 0 3 15,-1-3 3-15,5 2-9 0,-1-1 5 0,-1 0-6 16,4 3-1-16,4-3 1 0,1 0-6 0,-2 1-6 15,3-3-2-15,-1 2-1 0,3-4-8 0,-3 1-5 16,2-1-5-16,3 0-2 0,-4-1 0 0,-2-3 2 16,2 2 2-16,-1-4 3 0,0 3 3 0,-7-3 4 15,5 0 2-15,-3-1 7 0,-3-1 1 0,3-3 1 16,-5 3-1-16,6-6 6 0,-7 5-1 0,2-6-1 16,1 3 3-16,-5 0 0 0,1-1 3 0,0 2 2 15,-3 2 3-15,0-1 4 0,0 3-1 0,0-3 10 16,0 4-4-16,0 6-5 0,-3-9 1 0,3 9 0 15,-12-3-2-15,12 3 0 0,-10 0 0 0,10 0 2 0,0 0 0 16,-21 9 1-16,9-5 2 0,2 4 3 0,4 1 5 16,-4-1 0-16,-2 1 1 0,2 2-2 15,2 1 2-15,1 0-4 0,1-2 0 0,-2 4 3 16,6-1-4-16,-1 0 1 0,1-1-1 0,2 0 5 0,2 0-6 16,4-2 1-16,1 2-1 0,6 0-2 0,2 0 1 15,3-4 7-15,5-1-13 0,2 1 3 0,2-4-10 16,2-1-11-16,6 1-9 0,2-4-5 0,-1-4-13 15,0 1-7-15,-2-1-1 0,9-4-5 0,-14 1-2 16,1-2 4-16,-2-2 2 0,2-1 5 0,-7 2 1 16,4-3 4-16,-4 1 6 0,-8-2 5 0,0 1 3 15,0-1 6-15,-2-1 0 0,-5 3 5 0,0-1 2 16,-3-1 13-16,-3 5 9 0,0-3 10 0,-2 3 2 16,-2 0 3-16,-1 1 0 0,-4 3 1 0,0-2-1 15,-1 3 1-15,-3-1-1 0,2 4 4 0,-4-1 0 16,-3 2 1-16,2 0 0 0,-1 3 3 0,-1 2-2 15,-1 1-3-15,2 0-2 0,-1 1-1 0,1 5-2 16,0-2 3-16,3-1-7 0,3 2 0 0,-8 1-3 0,4 3-1 16,4-1 7-16,1-5-4 0,2 2-8 15,-1 2 4-15,5-4-4 0,-1 1 3 0,5-2-4 16,-4 0 1-16,4-1 3 0,-1-1-4 0,4 0-2 0,-1-3 0 16,4 2-3-16,-8-5 2 0,15-4-1 0,-15 4 2 15,20-4 5-15,-7 0-8 0,-5-3 5 0,2 0-2 16,3-1-3-16,1-1 2 0,-6 1 11 15,0 0 17-15,-1-1 11 0,1 2 14 0,-1-3 12 0,-1 7 11 16,-2-2 11-16,0-3-12 0,-2 5-2 0,3-5-8 16,-5 8-12-16,7-4-11 0,-7 4 6 0,0 0-21 15,1-4-2-15,-1 4-8 0,0 0-12 0,14 8-19 16,-13 0-19-16,6-5-17 0,0 5-18 0,1-1-22 16,0-1-23-16,10 4-21 0,-8-5-25 0,13 2-21 15,-1 4-23-15,4-7-29 0,4 0-27 0,2 0-170 16,-1-3-462-16,-3-1 204 0</inkml:trace>
  <inkml:trace contextRef="#ctx0" brushRef="#br0" timeOffset="-33722.4">7656 14026 39 0,'-13'-2'197'0,"0"-4"-6"16,-4 2-5-16,-1 0-4 0,-5 4 3 0,0 0 0 0,1 0-8 15,1 1-9-15,-2 2-12 0,3 1-13 0,0 4-15 16,0-1-13-16,3-3-7 0,-2 8-14 15,2-3-11-15,4 1-7 0,-2 5-6 0,3-6-8 16,4 5-4-16,1 2-5 0,4-4-7 0,3 0-3 0,2 0-6 16,-2-1-4-16,8 1-2 0,-1 0-3 0,4 0-3 15,-2-5-1-15,7 3-3 0,-1-2-5 0,2 0-6 16,1-7-1-16,2 2-4 0,-1 1-2 0,3-9 0 16,1 2-2-16,-3-6 3 0,-3 2-4 0,4-3-2 15,2-6 2-15,-8 5-1 0,5-8 0 0,0-2-6 16,-9-2-5-16,3-7-4 0,-3 2-6 0,-1 0 0 15,2-2-2-15,-4-9 5 0,-5-2 5 0,1 9-2 16,-3 2 4-16,-1-1 7 0,-1 3 12 0,-3-6 11 16,3 15 6-16,-4 1 9 0,3 0 13 0,-1 3 17 15,1 3 5-15,-1 1-6 0,1 4-10 0,-3-2-9 16,4 6-2-16,1 3-4 0,0 0-4 0,0 0-4 16,0 0-3-16,-20 15-5 0,11-3 0 0,4 3-1 15,2 4-3-15,-3 1-1 0,6 6-1 0,0 1-5 0,0-4-2 16,0 4 2-16,6 0-2 0,-3-3-2 15,7 3 2-15,-1 0 0 0,2-1 2 0,6-1-2 16,-1 0 5-16,3-6-10 0,2 1 4 0,2 0-3 0,-3-6-2 16,3 1-2-16,-1-8-1 0,6 1-11 0,0-1 0 15,-3-3-5-15,-4-8-2 0,9 4 4 0,-8-3-4 16,6-4-2-16,-2-2 3 0,-1-2 0 16,-7-1 3-16,11-1 1 0,-11 2 0 0,0-1 6 0,-1-8-1 15,-3 8-3-15,-2-5 3 0,3 2 2 0,-7 2 5 16,0-3-4-16,-1 8 5 0,0 0 1 0,-7-1 2 15,1-1 0-15,-2 3-3 0,-1 3-1 0,2 4-1 16,-13-6 1-16,6 4 0 0,7 2-1 0,-18 2-1 16,8 1 4-16,-5 1-4 0,0 4-1 0,4 1 4 15,-1 1-1-15,2 4-3 0,-1-2 4 0,1 0-1 16,3 3 1-16,0-3 3 0,7 4-2 0,0-5-2 16,5 3 4-16,-1-7 1 0,7 8 0 0,2-3-2 15,6 0-1-15,-3-3 0 0,6 0-6 0,1-7-2 16,10 7-11-16,-2-8-8 0,1-1-7 0,1 0 3 15,-2 0-2-15,3-5 3 0,-3-2 4 0,-3-1-2 16,-3 4 7-16,-2-9 0 0,-1 6 4 0,-4-3 3 16,-2 0 2-16,-1-1 6 0,-5 0 6 0,-3 4 7 0,0-1 11 15,-1-4 0-15,-6 5 0 0,0-1 0 0,-6 1-3 16,-1 2-2-16,0 1-2 0,-1 3 1 16,-5-1 2-16,-4 1-5 0,17 1 0 0,-28 3-2 15,12 1 1-15,-6-1 1 0,2 3 0 0,4 1-3 0,-6 1 2 16,6 1-3-16,-1 5 0 0,2-9-1 0,3 9 1 15,4-5-2-15,3 2 1 0,4-3 0 0,-8 0 2 16,16 3-3-16,-5-4 4 0,-1 2-1 0,6-2 1 16,1 1-2-16,2-4-2 0,2 1 3 0,-1-3-4 15,2-1 1-15,4 2 0 0,0-3 0 0,-1-3 0 16,1 0-1-16,1 2 0 0,-3-4 2 0,1-1-5 16,4 3 2-16,-5-4 2 0,0 2-1 0,-2-1 6 15,-4 0 13-15,4 3 6 0,-3-3-1 0,-4 3 3 16,6 0 1-16,-4-2-3 0,0 4-2 0,-1-2 0 15,-7 3-10-15,12-4 6 0,-12 4-12 0,11-4 2 16,-11 4 0-16,0 0 2 0,17 5-4 0,-11-1-14 16,3-1-17-16,-4 0-9 0,5 2-18 0,-7-2-19 15,2 3-22-15,5-3-23 0,-4 1-32 0,3-1-34 0,-1 0-45 16,0-1-227-16,-8-2-488 0,15 0 217 16</inkml:trace>
  <inkml:trace contextRef="#ctx0" brushRef="#br0" timeOffset="-33538.2">8676 13605 142 0,'-10'-6'271'0,"-3"3"-28"15,5-3-25-15,-1 1-42 0,-2 5-47 0,2-2-57 16,9 2-72-16,-21 0-91 0,13 2-103 0,-1 1-209 15,-2 1 92-15</inkml:trace>
  <inkml:trace contextRef="#ctx0" brushRef="#br0" timeOffset="-32655.7">9810 13517 61 0,'5'-25'361'0,"-5"8"-15"0,3-2-18 0,-3 8-17 15,0-1-13-15,0 1-30 0,0 3-19 0,0 1-34 16,3 2-28-16,-3 5-21 0,0 0-10 0,0 0-28 16,-11 23-7-16,7-7-14 0,1 4-11 0,0 11 2 15,-4 11-19-15,6 0-4 0,-4-1-9 0,3 1 12 16,2 3-21-16,0 0-9 0,3-1-8 0,-3-4-6 16,4-1-9-16,-3-6-16 0,3-3 0 0,2-3-31 15,1 1-25-15,-4-4-21 0,-1-4-22 0,1-2-28 16,4-6-24-16,-2 1-39 0,-4-5-33 0,4-5-42 0,4-1-224 15,-9-2-520-15,0 0 230 0</inkml:trace>
  <inkml:trace contextRef="#ctx0" brushRef="#br0" timeOffset="-32389.01">9797 13500 24 0,'-15'-15'277'0,"0"2"2"16,3-3-1-16,1 5-4 0,-1-5-10 0,5 8-14 15,2-3-16-15,2 0-22 0,3 2-22 0,0-1-17 16,2 1-12-16,8-2-21 0,-2 7-7 0,10-7-21 16,4 4-16-16,-2 5-6 0,13-1-9 0,-2 6-2 15,1-1-19-15,1 8 0 0,-2-2-9 0,-1 3-9 16,5 2-3-16,-12 1-4 0,5 2-4 0,-7 0-5 16,-2 4-9-16,-4 2-6 0,-2 2-5 0,-3 1-4 15,-7 0-5-15,-5-4 1 0,-4-3-9 0,-6 6 2 16,-3-2-2-16,-6 2-17 0,-4-2-11 0,-10 0-21 0,-5 2-31 15,4-3-44-15,-5 0-53 0,13-6-54 0,-14 5-243 16,1-3-526-16,9-6 234 0</inkml:trace>
  <inkml:trace contextRef="#ctx0" brushRef="#br0" timeOffset="-31872.54">10035 13972 59 0,'0'0'245'15,"0"0"-21"-15,0 0-20 0,3-10-19 0,0 7-20 16,-3 3-17-16,9-4-16 0,-1 2-10 0,0 1-10 16,-8 1-19-16,27 1-6 0,-12-1-9 0,-4 3-12 15,7 0-1-15,-3 0-12 0,4 2 0 0,0 0-7 16,-2 2-3-16,-2-3-5 0,3 5-5 0,-3 0-3 15,0 0-2-15,-5 0-4 0,-2 0-4 0,-1 0 0 0,1 3-4 16,-3-5-1-16,-2 2-4 0,-6 3 1 16,-2-4-1-16,5-1-1 0,-7 5 2 0,1-4 0 15,2-3 11-15,-7 2 11 0,6 0 10 0,-5-5 15 0,2 3 16 16,3-2 5-16,5-3 11 0,-10 4 4 0,10-4-3 16,0 0-1-16,0 0-9 0,-13-7-7 0,13 7-7 15,6-14-8-15,1 7-4 0,3-3-8 0,-2 3-6 16,4-5 0-16,1 3-8 0,2-2-4 0,1 4-6 15,4-2-1-15,2 2-2 0,-6-1-2 0,7 5 2 16,-8-3-6-16,3 4 6 0,-1 2-9 0,-4 0-4 16,1 0 1-16,-3 0-1 0,2 2 0 0,1-1-3 15,-4 4-3-15,-2-3 9 0,3 3-9 0,-2 3 1 16,-1-5-2-16,0 1 3 0,-1 1-3 0,1-2 4 16,0 1-6-16,-1 0 8 0,0 0-4 0,-7-4 0 15,13 1-3-15,-13-1 6 0,15 0-2 0,-15 0 4 16,15-4-4-16,-7 3-3 0,-1-6-5 0,2 3 3 15,-4-1 0-15,2 1-23 0,1-5-10 0,-1 2-7 0,0-3-14 16,-6 2-16-16,6-3-17 0,-7-1-26 16,0 3-33-16,6-6-33 0,-12-1-32 0,6 5-34 15,-2-7-210-15,-3 1-493 0,-1-1 218 0</inkml:trace>
  <inkml:trace contextRef="#ctx0" brushRef="#br0" timeOffset="-31454.73">10742 13464 58 0,'3'-4'254'0,"-3"4"-26"16,0-8-25-16,0 8-20 0,0 0-21 0,0 0-14 16,0 0-16-16,0 0-15 0,8 20-12 0,-4-7-9 15,-3 1-7-15,4 4-12 0,-2 9-3 0,2-2-8 16,0 4-9-16,-3 0-9 0,3 1 2 0,2 1-13 15,3 0 3-15,-1-3-6 0,0-1-1 0,-1 0-6 16,0-3 0-16,-1-1-2 0,0-5-2 0,-1 0-3 16,-1-3-2-16,-2-1-3 0,-1-7 0 0,1 2 21 15,-3-3 30-15,2 0 34 0,0-2 15 0,-2-4-4 16,0 0-17-16,0 0 5 0,0 0-9 0,0 0-10 0,11-13-6 16,-9 2-2-16,5 4-3 0,-7-1-8 0,6 1-6 15,-2-1-8-15,2 1-4 0,1-2-5 0,-6 6-2 16,6 1-9-16,0-2 3 0,-7 4-10 15,15 0-1-15,-15 0 1 0,13 4-4 0,-5 0-3 0,-1 4 1 16,1 0-7-16,-1 0 1 0,1 0 4 0,-2 3-4 16,3 1 1-16,-4-1-9 0,-2 4 9 0,2-2-7 15,-5 2 5-15,-5 0 7 0,5-4-15 0,-8-1-14 16,-1 7-23-16,-5-2-16 0,-1-8-24 0,0 7-30 16,-13 2-35-16,4-5-53 0,-4 2-58 0,4-6-263 15,-3 1-558-15,-3-1 247 0</inkml:trace>
  <inkml:trace contextRef="#ctx0" brushRef="#br0" timeOffset="-31002.34">12091 13894 52 0,'-7'-7'317'15,"2"-1"-23"-15,-5 3-28 0,3-2-17 0,-7 4-28 16,5 2-19-16,-4-2-19 0,13 3-18 0,-22 3-18 0,16 0-19 16,-4 1-13-16,5 0-5 0,-5 0-13 15,3 5-9-15,4-2-8 0,-2 0-10 0,5 3-3 16,0-1-10-16,2 0-6 0,1 2-3 0,2-4-4 0,5 2 0 16,-5-2-8-16,10 1-2 0,-10-4-3 0,3 3-1 15,0-3-3-15,6 0-1 0,-8-4-3 0,3 2-1 16,-9-2-1-16,14-2-4 0,-14 2-3 0,0 0-1 15,7-7-3-15,-7 3-8 0,0 4-16 0,-7-12-22 16,1 5-21-16,4 0-30 0,-4-1-30 0,-8 3-41 16,4-7-40-16,4 4-50 0,-8 1-167 0,8-1-449 15,-4 2 199-15</inkml:trace>
  <inkml:trace contextRef="#ctx0" brushRef="#br0" timeOffset="-30722.21">12039 13561 233 0,'-13'4'242'0,"1"0"-17"0,1-1-18 0,1 1-14 16,0-2-20-16,2 5-16 0,-1-2-18 0,3-2-8 16,2 3-7-16,1 0 4 0,3-6 3 0,0 10-5 0,0-10-11 15,10 8 3-15,-7-7-13 0,6 1-6 0,-9-2-12 16,15 0-8-16,-15 0-4 0,19-2-11 15,-19 2-2-15,15-4-4 0,-8 3-7 0,1-1-7 0,-8 2-1 16,9-10-3-16,-9 6-6 0,4 0-3 0,-4 4-8 16,-4-11-9-16,4 11-13 0,-9-10-18 0,1 8-21 15,-5-1-21-15,-2 1-30 0,-5 0-34 0,3-1-43 16,-6 6-48-16,2-1-227 0,-2 3-478 0,-6-3 211 16</inkml:trace>
  <inkml:trace contextRef="#ctx0" brushRef="#br0" timeOffset="-29755.91">4977 15945 33 0,'-5'-12'366'0,"3"-2"-9"0,-3 2-14 16,2 4-9-16,1-3 2 0,-3 3-13 0,2 1-24 16,1 4-38-16,-1-3-25 0,3 6-32 15,0 0-22-15,0 0-14 0,0 0-20 0,0 0-13 0,-10 21-14 16,8-6-17-16,4 0-6 0,1 11-11 0,1-1-6 16,-4 1-11-16,5 2-7 0,-4-4-20 0,4 3-10 15,-3 3-12-15,1-3-20 0,-3 3-11 0,3-6-19 16,-1 3-18-16,-2-8-15 0,0-2-6 0,0 0-25 15,0-3-25-15,0 0-37 0,0-2-38 0,-2-5-28 16,6 0-45-16,-4-7-47 0,5 1-166 0,-5-1-519 16,0 0 230-16</inkml:trace>
  <inkml:trace contextRef="#ctx0" brushRef="#br0" timeOffset="-29539.21">5016 15730 24 0,'-6'-4'215'0,"6"4"-15"16,-8-1-23-16,8 1-16 0,0 0-14 0,0 0-13 16,-2 16-10-16,5-5-10 0,4 1-12 0,4-1-10 0,6 5-8 15,-2 3-6-15,1 2-10 0,4 1-6 16,3 1-7-16,-1-2-3 0,-1 0-7 0,3-5-8 16,-1 4-8-16,2-6-13 0,-5 3-15 0,-1-6-11 0,1-3-24 15,-2 2-21-15,11-4-27 0,-6-3-23 0,-5-3-13 16,2-1-11-16,-7-4-9 0,4 2-87 15,2-6-243-15,-4 1 108 0</inkml:trace>
  <inkml:trace contextRef="#ctx0" brushRef="#br0" timeOffset="-29203.88">5495 15966 698 0,'6'-9'-53'0,"1"-2"21"0,-5-1 24 0,3 4 40 16,-5 0-2-16,-5-3 25 0,5 4 10 0,-2 2 4 15,-3-2 1-15,2 4-1 0,3 3 0 0,-10-5-10 16,10 5 0-16,-12-1-7 0,12 1-2 16,0 0-7-16,-20 8 3 0,12 0-5 0,1 1 6 0,-1-1-7 15,-3 1 2-15,1 4 3 0,-5 2-1 0,2 4-2 16,1 0-5-16,-6 2 0 0,5-6-6 0,-1 1 3 15,-1-1-6-15,-1 0-1 0,4-1 2 0,1 0 0 16,-3-10 7-16,6 5 12 0,5-2 17 0,-4 0 22 16,2-4 12-16,5-3-7 0,0 0-6 0,0 0-8 15,0 0-7-15,5-22-8 0,3 9 3 0,1-5-6 16,7-5-2-16,-1-1 4 0,5 1 4 0,2-3-2 16,-3 5 0-16,3-6 9 0,-2 4 3 0,0 3 2 15,-5 5 5-15,-1-1 2 0,1 3-5 0,-8 4-3 16,0 1-15-16,-1 4-8 0,3-2-7 0,-3 1-10 15,-6 5 1-15,0 0-5 0,17 7 9 0,-11 1-19 16,1 0-1-16,-5 8-1 0,4 4-5 0,2 1 0 16,-6 7-2-16,1 2 3 0,-1 9-6 0,-2 2 7 15,0 1-34-15,5 3-14 0,-5-3-21 0,-5 0-13 0,10-2-26 16,-2 1-17-16,-3-11-22 0,7 9-20 16,-2-9-21-16,0-4-38 0,11-4-42 0,3-2-225 15,-6-4-516-15,3-5 229 0</inkml:trace>
  <inkml:trace contextRef="#ctx0" brushRef="#br0" timeOffset="-28439.37">6243 16174 168 0,'-5'-8'291'0,"3"-4"-13"0,-4 2-12 16,-1-2-8-16,-6 5-21 0,3-1-18 0,-5-4-13 15,2 7-12-15,-2-2-17 0,0 4-16 0,-5 2-16 16,4-5-9-16,-4 6-20 0,-2 6-12 0,6-3-5 15,-6 3-9-15,4-3-14 0,0 9-7 0,1 2-9 16,-3 2-3-16,7-4-4 0,0 4-11 0,-2 1 0 16,3 1-8-16,-1 3 0 0,3-3-7 0,8 0 0 15,-2 0-3-15,4-3-2 0,-2 0-3 0,4 0 6 16,-2-3-11-16,4-2 5 0,3-1-4 0,-2-1-3 16,5-5 1-16,-2 4 1 0,4-7-1 0,1 0-2 15,0-3 1-15,4-2-2 0,1-2-3 0,-1-3-1 16,-1 1 4-16,9-7 5 0,-5 2 1 0,-2 2 14 15,-1 0 12-15,-2-4 11 0,-1 2 14 0,-5 2 18 16,4 0 3-16,-5 0 2 0,-1 1-4 0,1 6-5 16,-3-2-4-16,-3 2-4 0,4 0-14 0,-6 5-13 15,7-6-9-15,0 3-6 0,-7 3-11 0,0 0 5 16,0 0-1-16,8 14-8 0,-6-7-13 0,3 2-1 0,-2 0-33 16,2 5-16-16,3-2-14 0,2 4-11 0,3-1-13 15,-1 0-12-15,-2-2-15 0,3 0-11 0,-3-3-12 16,3 2-20-16,0-2-20 0,-3-1-19 0,5-2-9 15,-7-4-9-15,4-2-12 0,-4 2 1 0,2-6-1 16,0 2 9-16,-5-2 7 0,8-4 12 0,-6-2 14 16,0 2 11-16,1-9 27 0,0 2 10 0,-8-1 29 15,7 0 34-15,-6-3 29 0,-1 3 30 0,0 0 17 16,5-1 22-16,-10 0 15 0,10 4 17 0,-10 4 14 16,4-3 16-16,1 2 8 0,0 2-3 0,0 0-5 15,0 7-9-15,0-7-10 0,0 7-10 0,-3-8-4 16,3 8-6-16,0 0-7 0,0 0-4 0,0 0-2 15,4 20-4-15,1-14-2 0,-5 6 3 0,0-4 2 16,4 2 6-16,1 2-5 0,-4-3 1 0,4 3 2 16,-3 0-6-16,3-3 0 0,-3 1 3 0,4-2 8 15,1-1 12-15,-5-2 13 0,2 1 13 0,-2-2 15 16,5 1 12-16,-7-5 8 0,8 3-4 0,-8-3-3 16,0 0 1-16,0 0 9 0,15-12 4 0,-7 6 2 15,-1-2 0-15,-2 1-1 0,1-2 8 0,-1-2-4 0,5 1 0 16,-3 0-1-16,-4 1-14 0,4-1-13 15,-1 0-9-15,3 3-8 0,-4 0-10 0,0 3-8 16,1 0-12-16,-1-4-6 0,2 5-6 0,3 2-4 0,-10 1-9 16,15 0-24-16,-4 1-4 0,-2 5-13 0,-1-1-12 15,2 2-17-15,0 2-13 0,1 6-16 0,-1-2-15 16,2 4-16-16,-4 0-17 0,5 1-14 16,-1-2-17-16,4 5-26 0,-6-2-31 0,5 4-23 0,-8-5-35 15,6-2-46-15,2 1-259 0,0-3-614 0,-7-2 271 16</inkml:trace>
  <inkml:trace contextRef="#ctx0" brushRef="#br0" timeOffset="-28056.11">7312 16105 163 0,'-5'-8'279'0,"-3"-4"-23"15,0 3-17-15,-1 2-15 0,-6 0-7 0,1 1-11 16,0 1-19-16,1 5-12 0,-3 0-11 0,-6 3-22 15,0 2-13-15,4 5-15 0,0-1-8 0,-5 6-14 16,6-3-7-16,-3 8-8 0,1-1-10 0,7-5-8 16,-1 2-3-16,5-1-7 0,1 2-9 0,0 1 0 15,7-5-4-15,0 0-3 0,5 1-3 0,-1-3 0 16,2-2-3-16,1-2-4 0,1 1-3 0,0-4 0 16,4 2-2-16,1-4-3 0,0 3-1 0,-1-5 3 15,3 0 0-15,0-2 5 0,-4-1 15 0,1-2 9 16,-4 2 16-16,5-1 7 0,-6 1 11 0,1-3 16 0,-1 0 15 15,0 0 4-15,-1 0 10 0,-4 3-1 0,5-2-7 16,-7 5-6-16,0 0-16 0,6-7-14 16,-6 7-10-16,2-3-9 0,-2 3-17 0,0 0-11 15,0 0-6-15,0 0-16 0,0 0-17 0,0 0-20 0,21 10-12 16,-16-5-25-16,4 1-16 0,-1 0-16 0,0-3-16 16,4 4-16-16,-2-2-22 0,6 1-22 0,2-2-28 15,-4 1-30-15,2-2-19 0,2-1-39 0,1-1-26 16,-1-2-169-16,-7-1-521 0,-1-3 232 0</inkml:trace>
  <inkml:trace contextRef="#ctx0" brushRef="#br0" timeOffset="-27339.51">7534 15708 233 0,'-2'-6'266'16,"2"6"-27"-16,-6-3-27 0,6 3-18 0,0 0-13 15,0 0-14-15,-5 15-13 0,11 0-10 0,-1-1-4 16,-1 0-5-16,7 8-13 0,-3-4-8 0,1 7-10 16,-1-1-9-16,5 2-13 0,-3 2-2 0,2-1-10 15,-4 3-6-15,5-6-3 0,-9 3-5 0,7-3-10 16,-9-2-5-16,4-5-4 0,3 2-4 0,-8-5-2 16,3-1-6-16,-3-3-1 0,1-5 3 0,1 6 3 0,-3-3 12 15,2-4 30-15,-2-4 18 0,3 6-4 16,-3-6-12-16,0 0-5 0,0 0-10 0,17-14 1 15,-12 10-12-15,1-7-3 0,1 4-4 0,1-1-4 16,4-4-3-16,-1 4-6 0,3 1 0 0,-3-5-7 0,1 8 4 16,1-1-15-16,2 2-1 0,0 2-3 0,3 2-3 15,0-1-4-15,-8 3-12 0,2 2-3 0,3-2-16 16,0 9-5-16,0-3-11 0,-1-2-11 0,3 8-6 16,-2-3-2-16,1 2-12 0,1 1-7 0,8 2-13 15,-12-9-9-15,10 6-9 0,-3-5-3 0,-3 0-10 16,4 0-15-16,1-4 5 0,1-4 6 0,0 1 1 15,-8-4 7-15,1-3 14 0,3 1 10 0,-4-5 7 16,-1 2 13-16,3-4 10 0,-5-1 9 0,1 0 5 16,-5-3 14-16,-1 1 16 0,1-3 23 0,-6 0 16 15,-2 4 26-15,0-1 19 0,-2 2 14 0,-3 0 2 16,-3 0-5-16,1 3-1 0,-1 3-9 0,0 3-5 16,-4-3-5-16,2 6-3 0,-3-1-2 0,13 1-3 15,-25 7-1-15,12-1-7 0,-7-2 2 0,5 7-6 16,-2 1 0-16,4-5-7 0,5 5 1 0,-2-1-2 15,-2-3-3-15,7 2-1 0,-1-1-2 0,3-1 0 16,-1-3 0-16,1 6-2 0,3-7 12 0,0 3 10 16,0-7 9-16,0 12 1 0,7-11 10 0,-7-1-3 0,6 4 2 15,-6-4 1-15,12 2 5 0,-12-2 0 0,11 0-2 16,-11 0 6-16,15-3-9 0,-6 0-2 16,2 2 0-16,-11 1 7 0,15-8-14 0,-10 8-2 15,-5 0-9-15,12 0-1 0,-12 0-7 0,13-3 0 0,-13 3-6 16,15 3 1-16,-7-3-6 0,-1 6 0 0,7-3 0 15,-7 1-2-15,3 3-4 0,0 0-23 0,0-4-9 16,5 6-16-16,1-1-17 0,3-3-17 0,-3 3-18 16,1 1-20-16,1-1-15 0,-2-6-24 0,1 3-9 15,1-2-18-15,2 0-14 0,-13 1 0 0,6-4 1 16,0 0 0-16,-3-2 4 0,3 0-105 0,-4-1-316 16,-3-2 140-16</inkml:trace>
  <inkml:trace contextRef="#ctx0" brushRef="#br0" timeOffset="-26872.21">8593 16197 810 0,'9'-15'-77'0,"-3"0"10"0,1-1 12 16,3-10 15-16,-4-1 13 0,3 0 6 0,-4 3 8 15,1-6 13-15,-4 0 13 0,-2 0 21 0,-2-1 19 16,-3 0 29-16,5-4 15 0,-3 6 22 0,0 0 24 16,-6-1 17-16,8 5 10 0,-4 6 7 0,-4 0 4 15,9 3 5-15,-6 1-1 0,4 3 1 0,2 0-3 16,-6 3-21-16,6 1-13 0,-2 3-17 0,2-3-22 16,0 8-3-16,0 0-17 0,0 0-5 0,0 0-15 15,0 0-6-15,0 0-8 0,8 27-3 0,-6-14-4 16,4 5-6-16,3-1-8 0,-4 0-3 0,-4 3-2 15,11 4-3-15,-4 5-6 0,-6-4 3 0,8 2-4 0,-5 4-1 16,1-3-1-16,-2 2-3 0,1 1 7 0,0 0-9 16,-2-3-8-16,0-6-23 0,1 5-9 0,2-6-4 15,-1-3-20-15,-2 1-13 0,2-6-6 0,-1 2-12 16,1-6-6-16,-2-2-7 0,5 0-17 0,-4-4-20 16,2-2-11-16,-6-1-7 0,17-3 3 0,-11-3 6 15,3-1 5-15,4-1 7 0,0-6 6 0,-1 1 0 16,1-2-3-16,2-8 2 0,0 1 3 0,0-5-1 15,-1 3-4-15,1-4-3 0,0-3 9 0,0 3 12 16,-2-2 22-16,-4 3 29 0,2 3 31 0,-9 3 17 16,0 0 24-16,-2 8 19 0,0-5 30 0,0 4 9 15,-2 4-2-15,-5-1 16 0,7 3 6 0,-6 2 5 16,-3 2-11-16,3-2-10 0,6 6-5 0,-10 0-7 16,10 0-5-16,-13 9-4 0,4-2-2 0,3 4-1 15,1-2-2-15,0 5-4 0,1 0-7 0,3 9-4 16,-6-4-2-16,7 7-5 0,-5-1-1 0,10 1 1 15,-5-7-4-15,2 7-3 0,4-1 1 0,-6-5-5 16,9 9-3-16,-9-12-9 0,6 10-40 0,-1-8-18 16,-1-3-17-16,-4 2-26 0,0-9-22 0,-4 3-44 15,-1-1-147-15,4-4-334 0,-4 1 147 0</inkml:trace>
  <inkml:trace contextRef="#ctx0" brushRef="#br0" timeOffset="-26188.86">8699 15988 167 0,'0'-5'259'0,"0"5"-12"0,-1-13-12 0,1 13-20 15,1-2-23-15,-1 2-15 0,10-7-22 0,-2 6-15 16,2-1-15-16,-10 2-10 0,28 2-14 16,-8-4-8-16,0 5-9 0,8-3-10 0,5 4-9 0,0-4-9 15,2 0-11-15,3 0-5 0,5 1-10 0,2-1-7 16,-2-5-9-16,-10 4-6 0,2-1-2 0,-5 1-5 15,0-5 2-15,-9 6-1 0,1-2 3 0,-1-2-5 16,-4 0 3-16,-4 2 0 0,-5-4 0 0,4 3 2 16,-9-5-2-16,9 5 2 0,-11-2 4 0,3-2 2 15,-4 0 0-15,0 7-1 0,-2-13 0 0,-5 11-2 16,-1-3 0-16,1 4-1 0,-3-1-2 0,-3 1-3 16,13 1 2-16,-30 4 0 0,11 3 5 0,-3 1-5 15,6 3-1-15,-3 2 3 0,3 1-4 0,1-1 1 16,-2 2-1-16,2 7 0 0,2-5 7 0,5 0-8 15,1 1 2-15,6-3 2 0,-1 1-1 0,9-1 1 16,-4 1-3-16,4-8 1 0,6 3 2 0,-3-2-4 16,5-6 2-16,-2 1-2 0,3-4 4 0,4-1-1 15,-5 2 1-15,8-5-4 0,-9-4 0 0,2 1 4 0,4-2 1 16,-3-2-6-16,-3 1 3 0,-2-7 2 16,0 5-4-16,1-3 2 0,-5 3 1 0,2 0 3 15,-5 1 0-15,2 2-2 0,-2-1 1 0,-4 0 0 0,6 3 0 16,-7 4-6-16,0 3-2 0,0 0 2 0,0 0-1 15,0 0 3-15,0 0-2 0,0 0-1 0,0 0 0 16,0 0 0-16,-7 22-2 0,9-14 0 0,3 2 7 16,-5 0-3-16,2-1-1 0,2 5-2 0,0-3 1 15,2-2 0-15,3 4 3 0,-1-3-2 0,-1-1 6 16,4-6 7-16,-1 2 11 0,2 1 9 0,1-2 5 16,2-2 13-16,-4-4 5 0,-1 2 5 0,0 0 13 15,5-4 8-15,-7 0 9 0,-1-3 13 0,1-3 9 16,-1 1 14-16,1-7 8 0,1 5-1 0,-3-4-7 15,2 5 4-15,-8 2-4 0,5-1-10 0,-5 0-9 16,7 1-12-16,-7 1-9 0,2-1-9 0,-2 3-11 16,5 2-9-16,-5 3-17 0,1-7-24 0,-1 7-15 15,0 0-14-15,0 0-23 0,14 0-23 0,-14 0-28 16,0 0-19-16,16 8-20 0,-9-5-21 0,1 3-27 16,-1 0-24-16,3 1-37 0,-1 1-33 0,1-2-48 15,-1 0-249-15,-1 0-610 0,-1 3 271 0</inkml:trace>
  <inkml:trace contextRef="#ctx0" brushRef="#br0" timeOffset="-25388.32">11076 13569 92 0,'7'-8'323'0,"-7"1"-13"15,6-1-21-15,-6 6-15 0,0 2-19 0,0-13-22 16,0 13-24-16,0 0-23 0,0 0-12 0,-15 0-16 16,15 0-10-16,-29 13-3 0,9-8-2 0,-10 9 4 0,-12 1-6 15,-1 6 2-15,-6 3-8 0,-1 0 0 0,-3 3-14 16,-20 6-5-16,4 2-8 0,11-10 1 0,-22 9-6 16,9 1-12-16,17-11-9 0,-3 3-10 0,11-1-4 15,0-4-6-15,4-1-4 0,6 3-7 0,13-6-6 16,3-6-19-16,3-3-20 0,2 5-38 0,9-11-21 15,-1 6-13-15,-1-2-17 0,8-3-10 0,0-4-39 16,11 7-54-16,-1-7-55 0,5-2-58 0,7-3-297 16,-6-2-645-16,11-5 286 0</inkml:trace>
  <inkml:trace contextRef="#ctx0" brushRef="#br0" timeOffset="-24906.21">10094 12748 319 0,'-5'-16'331'0,"-1"0"-28"16,-1 2-23-16,2 5-31 0,0-2-21 0,4 7-27 16,-3-2-23-16,4 6-20 0,0 0-12 0,0 0-17 0,-5 17-16 15,7-1-8-15,1 5-15 0,2 6-6 0,10 12 3 16,-3-2-18-16,3 4-5 0,0 1-6 16,-1-5-5-16,1 6-18 0,2-5-12 0,-1-3-10 15,-2-4-14-15,-4-7-13 0,3 2-16 0,-5-6-25 0,-1-4-29 16,3 2-27-16,-5-5-28 0,1-3-12 0,-4-1-24 15,3-5-40-15,-5-1-176 0,0-3-422 16,0 0 187-16</inkml:trace>
  <inkml:trace contextRef="#ctx0" brushRef="#br0" timeOffset="-24406.22">10060 12819 19 0,'-4'-9'227'15,"-2"-4"0"-15,1 5 1 0,1-1-6 0,1 1-11 16,3 4-14-16,0-2-19 0,0 6-14 0,3-14-13 15,1 10-10-15,9 1-9 0,4 2-10 0,2-3-1 16,10 3-12-16,-1 1-9 0,-3 1-10 0,6 4-9 16,2-1-9-16,-3 6-6 0,3 2-5 0,-5-2-10 15,2 8-3-15,1-3-6 0,-6 1-2 0,-5 9-7 0,5-6-4 16,-9 3 0-16,1 4-4 0,-4-3-6 16,-1 2 3-16,-7 1-4 0,0-3-3 0,-4 1 0 15,-2 1-1-15,-4-6-2 0,0-1 1 0,-7 6-2 0,-3-5-5 16,-1-1 2-16,-6 5 2 0,-1-7-4 0,-2 3-2 15,-6-4-6-15,6-2-11 0,-1-2-5 0,-3-7-7 16,8 0-8-16,1 1-6 0,2-2-5 0,3-1 2 16,0-2 0-16,7-5-5 0,-1 3-6 0,4-5-7 15,4-1-8-15,1 8-6 0,10-16-8 0,3 4-10 16,2-3-16-16,0 1-19 0,13-5-16 0,-3-1-11 16,14-4-10-16,-7 1-8 0,4 0 4 0,-6 3 18 15,-2 5 12-15,-3-2 27 0,0 3 21 0,-9 3 32 16,1 4 21-16,-2-3 26 0,-8 7 24 0,2-5 13 15,-2 5 7-15,3-2 4 0,-5 4 23 0,-5 1 16 16,13-3 6-16,-13 3 3 0,0 0 7 0,12 8 7 16,-9-7 4-16,4 6-7 0,-6 0-11 0,6-2 1 15,0 3-5-15,-7-1-7 0,8 1-5 0,-3 4 0 0,-2-8-11 16,9 10-5-16,-6-8-6 0,4 4-1 16,-3 2-6-16,1-2-4 0,5-5-2 0,-6 4-5 15,3 2-4-15,-3-4-20 0,1-2-20 0,-1 2-28 0,-2-2-21 16,-4 1-30-16,6-5-36 0,-4 4-24 0,-3-5-39 15,0 0-136-15,12 2-355 0,-12-2 157 16</inkml:trace>
  <inkml:trace contextRef="#ctx0" brushRef="#br0" timeOffset="-24123.01">10905 12915 167 0,'-4'-5'262'0,"4"5"0"16,-9-7-7-16,8 3-10 0,1 4-14 0,-9-7-18 15,9 7-19-15,-5-4-17 0,5 4-17 0,0 0-18 16,0 0-14-16,0 0-13 0,0 0-11 0,0 0-11 16,-16 11-9-16,16-11-8 0,1 11-6 0,1-3-6 15,3 1-10-15,0 1 0 0,3 1 0 0,1 2-11 16,-3-1-7-16,2 2 1 0,2-1-1 0,4-1-5 16,-4 6-3-16,1-9-6 0,-4 6-3 0,1-4-1 15,-1 1-1-15,1 0 0 0,-6-5-3 0,3 5-1 16,1-2-2-16,-4-3 1 0,-2 0 0 0,-2 1-7 0,-4-1 4 15,1 0 0-15,1-2-7 0,-2-2-9 0,-9 5-18 16,2-5-24-16,-2-2-27 0,-4-1-34 0,0 3-36 16,-13-3-32-16,4-4-36 0,-3 2-22 15,-1-2-190-15,1-2-461 0,9 3 204 0</inkml:trace>
  <inkml:trace contextRef="#ctx0" brushRef="#br0" timeOffset="-24006.35">10649 12930 52 0,'5'-9'114'15,"-2"2"-5"-15,5 0-10 0,-8 3-9 0,5 0-14 16,0-1-11-16,-5 5-25 0,9-6-25 0,-9 6-46 16,1-3-75-16,-1 3-113 0,7-5 51 0</inkml:trace>
  <inkml:trace contextRef="#ctx0" brushRef="#br0" timeOffset="-23722.35">11184 12447 25 0,'-9'21'262'0,"9"-12"-18"0,0 7-15 0,0-4-21 0,4 10-12 15,-4-2-8-15,5 6-13 0,3 2-12 0,0-1-5 16,4 5-6-16,-4-1-14 0,7 6-15 0,0 2-12 15,1 3-9-15,1-7-11 0,3 1-8 0,-10-4-10 16,10 4-7-16,-12-8-8 0,7 1-23 0,-7 3-24 16,0-4-22-16,-3-1-30 0,2-7-29 0,-4 0-27 15,0 0-47-15,-1-5-45 0,5 0-202 0,-7-3-421 16,0-1 187-16</inkml:trace>
  <inkml:trace contextRef="#ctx0" brushRef="#br0" timeOffset="-23538.72">11200 12984 11 0,'-8'-4'276'0,"0"-1"-11"0,-1 3-15 16,9 2-24-16,-10-4-21 0,10 4-19 0,0 0-21 16,0 0-12-16,0 0-17 0,0 0-13 0,27-8-14 0,-11 8-13 15,4 0-16-15,2-1-36 0,-1 2-39 0,6-1-39 16,-6 0-44-16,16 0-62 0,-17 0-207 15,3 0-375-15,-2-1 166 0</inkml:trace>
  <inkml:trace contextRef="#ctx0" brushRef="#br0" timeOffset="-22922.14">10670 15652 17 0,'5'-8'399'0,"-3"1"-7"0,-2-2-21 15,3 1-29-15,-3 4-42 0,0 4-37 0,0 0-21 0,0 0-22 16,0 0-29-16,0 0-18 0,-3 24-16 0,1-5-19 16,-3 1-13-16,5 6-12 0,-1-2-14 0,-3 4-2 15,4 13-22-15,0-10 1 0,4 0 5 0,-3 13-18 16,6-2-6-16,0-12-16 0,1 2-21 0,-1 9-23 16,1-14-21-16,0-3-20 0,-1 3-21 0,1-10-18 15,-1 0-31-15,1 0-29 0,-5-2-31 0,1-7-21 16,1 0-20-16,-4-7-40 0,-1-1-202 0,7 5-493 15,-7-5 218-15</inkml:trace>
  <inkml:trace contextRef="#ctx0" brushRef="#br0" timeOffset="-22456.2">10576 15675 21 0,'-7'-15'268'15,"6"-1"-12"-15,-2 0-13 0,3 0-17 0,3 7-7 0,-2-5-19 16,6 7-3-16,6-6-15 0,2 3-15 15,0 6-19-15,7-2-14 0,7 4-12 0,1 4-11 16,0 4-14-16,3-3-7 0,-1 5-10 0,-1 8-9 0,2-7-8 16,-1 9-4-16,-8-6-4 0,5 11-11 0,-1-1-3 15,1 6-7-15,-12-2 3 0,3 2-7 0,-5-1-3 16,-2 2-4-16,0 8-3 0,-9-5 0 16,-4-2 0-16,0-2 0 0,-4 10-6 0,-7-10 0 0,-4-1-1 15,0-1-2-15,-5-2-1 0,3 0 1 0,-12-3 0 16,1-1 1-16,-1-7-6 0,5 1 0 0,-5-6 4 15,1-1-1-15,10-2-1 0,3 2 1 0,-3-6-1 16,8-1 0-16,3 0-5 0,7 0-9 0,-8-13-8 16,13 5-11-16,0-1-6 0,5-4-5 0,5-1-5 15,1 1 8-15,6-6 0 0,4 3 6 0,13-7-3 16,-13 7 4-16,5 3 2 0,-2-1 1 0,4 2 4 16,-8 1 4-16,-6 6-1 0,1-2 3 0,0 4-2 15,-5 1 4-15,-2 0-1 0,-1-1-1 0,-2 6 4 16,-2-1 1-16,4 3 5 0,-6 2-4 0,3-2 3 15,-3 5 0-15,-1 0 6 0,5 1-3 0,-3 0 2 16,-2 3-1-16,0-1 1 0,1 3-2 0,1-1 2 16,1 1-1-16,-5-4-2 0,1 3-20 0,2-4-22 0,-1-1-13 15,2-3-24-15,1 0-25 0,-1 0-22 16,6-4-26-16,-6-2-29 0,1 3-26 0,5-4-126 16,-3-5-362-16,5 2 160 0</inkml:trace>
  <inkml:trace contextRef="#ctx0" brushRef="#br0" timeOffset="-22173.01">11612 15939 19 0,'8'-18'152'0,"-8"9"30"0,2-4 18 16,-2 1 11-16,-2 2 10 0,2-2 11 0,0 5-5 15,-6-1-7-15,4-1-13 0,-4 2-13 0,-1-1-8 16,0 5-10-16,-1-2-9 0,-4 1-18 0,-1 1-12 16,13 3-13-16,-18 3-14 0,10 1-12 0,1 0-8 15,2 0-9-15,-5 1-10 0,7 1-5 0,3 6-5 16,0-3 2-16,2-2-15 0,4 8 0 0,-1 2-4 15,0-3-7-15,7-4-4 0,-2 3-1 0,-2 2-6 16,5 4 3-16,2-4-3 0,-7-2-10 0,2 1-2 16,2 0 2-16,3 0 3 0,-12-1-6 0,0 1-3 15,4-8 0-15,-4 4 0 0,-3 1 0 0,0-3 4 0,-3-3-9 16,-4 6 15-16,1-7-19 0,-3 1-16 16,1-2-21-16,-5 0-26 0,1-2-29 0,-6 4-39 15,0-5-42-15,-4 0-36 0,1-6-39 0,-1 2-39 16,1 1-194-16,-1-5-520 0,6-3 230 0</inkml:trace>
  <inkml:trace contextRef="#ctx0" brushRef="#br0" timeOffset="-22038.65">11384 15718 165 0,'0'-9'232'0,"0"9"-21"15,-2-8-19-15,2 8-18 0,-5-8-23 0,5 8-40 16,0 0-44-16,0-6-40 0,0 6-57 0,0 0-73 15,15 0-97-15,-15 0-216 0,20 3 96 0</inkml:trace>
  <inkml:trace contextRef="#ctx0" brushRef="#br0" timeOffset="-21773.03">11841 15495 17 0,'0'0'284'0,"0"0"-27"0,0 0-10 0,0 0-8 0,0 0-10 16,1 21-17-16,4-6-16 0,-3-2-11 15,0 5-14-15,3 3-12 0,-1 5-20 0,3 1-11 16,-4 0-13-16,2 0-14 0,-1 3-5 0,-1 2-12 0,0 7-7 16,2-1-8-16,-3 5-8 0,-2-12 1 0,2 8-10 15,3-8-5-15,1 7-22 0,-3-7-31 16,7-2-31-16,-6-2-28 0,1 0-27 0,-2-8-35 0,2-5-41 15,2-1-27-15,-4-3-33 0,4-3-161 0,-3-1-422 16,3-2 186-16</inkml:trace>
  <inkml:trace contextRef="#ctx0" brushRef="#br0" timeOffset="-21606.01">11952 15826 254 0,'-7'-4'331'0,"4"-2"-27"0,-2 1-33 0,3 1-24 16,2 4-27-16,-5-8-22 0,5 8-20 0,0 0-22 16,20-1-40-16,-20 1-43 0,28 6-49 0,-8-1-55 0,8 0-59 15,8-1-61-15,-6 3-199 0,7-6-380 16,9 10 169-16</inkml:trace>
  <inkml:trace contextRef="#ctx0" brushRef="#br0" timeOffset="-21271.98">12667 15996 320 0,'-10'-3'398'0,"-4"2"-18"16,4-3-28-16,10 4-17 0,-21 0-31 0,9 4-25 15,2-3-40-15,-1 2-19 0,1-2-23 0,2 4-23 16,3 1-11-16,-2-3-22 0,2 1-11 0,0 4-16 15,3 0-3-15,2-1-16 0,-3-1-11 0,6 1-7 16,1 0-5-16,-1 0-14 0,2-6-4 0,3 7-6 16,-1-5-2-16,0 1-3 0,1-2-9 0,-2 4 3 15,6-6-6-15,-12 0-2 0,15 0-2 0,-5 0 0 16,-10 0-1-16,11-11-6 0,-7 9 1 0,1-5 0 16,-5 3 1-16,1-5-7 0,-1 2-2 0,-1-3-6 15,-4 3-3-15,-2-2 0 0,2 0-18 0,-5 0-25 0,4 0-26 16,-3 1-22-16,-1 3-26 0,2-3-34 15,-10 3-28-15,1 1-34 0,7 3-45 0,2-4-44 16,-3 2-265-16,6-5-607 0,0 5 268 0</inkml:trace>
  <inkml:trace contextRef="#ctx0" brushRef="#br0" timeOffset="-20972.77">12508 15645 259 0,'0'0'281'0,"-19"0"-28"15,11 2-23-15,8-2-26 0,-6 4-17 0,6-4-17 16,-9 8-20-16,3-4-15 0,6 0-9 0,-2 3-11 16,2-2-12-16,0-5-2 0,7 5-16 0,-6 1-4 15,8-3-8-15,-3-2 6 0,-6-1 3 0,15 4 0 16,-15-4 9-16,12 0 1 0,-12 0-2 0,10-5 5 15,-4 2-1-15,-6 3-9 0,8-8 7 0,-6 5-11 16,1-2-10-16,-1-2-6 0,-2 7-4 0,2-8-7 16,-2 1-8-16,0 7-16 0,-7-7-25 0,7 7-30 15,-8-8-38-15,8 8-41 0,-8-1-47 0,8 1-63 0,-14-3-77 16,14 3-209-16,-16 4-542 0,16-4 239 16</inkml:trace>
  <inkml:trace contextRef="#ctx0" brushRef="#br0" timeOffset="-872.13">14734 12598 205 0,'0'-7'335'0,"0"-2"-11"15,0 3 8-15,1-3-14 0,-1 0-4 0,0 9-17 0,-1-9-27 16,1 9 1-16,0-7-23 0,0 7-8 0,0-10-35 16,0 10-19-16,0 0-12 0,0 0-24 0,0 0-18 15,0 0-17-15,0 0-9 0,8 27-4 0,-5-12-21 16,1 0-9-16,1 0 4 0,-2 2-20 0,2 2-5 16,-3 1-1-16,4-1-10 0,-4 3-7 0,1 3-3 15,1 2 6-15,-4-5-6 0,0 5 0 0,0-7-9 16,0 7-7-16,0-8 5 0,0 0-27 0,0 0-26 15,0 1-25-15,0-5-23 0,0 0-28 0,0 1-24 0,1-4-29 16,-1 0-23-16,0-3-34 0,0-2-36 16,5 1-27-16,-5-5-47 0,0-3-187 0,0 0-559 15,0 0 248-15</inkml:trace>
  <inkml:trace contextRef="#ctx0" brushRef="#br0" timeOffset="-454.44">14749 12532 111 0,'0'-5'256'0,"1"-7"-8"16,3 1-9-16,-1 2-21 0,2 2-9 0,-3-8-18 15,6 4-11-15,-1 3-15 0,-1 0-12 0,4-3-9 16,-5 3-14-16,5 4-15 0,3-5-13 0,-5 3-7 15,6 1-10-15,1-5-9 0,-4 9-7 0,-1-4-5 16,0 3-10-16,0-2-3 0,0 4-8 0,-3-1-6 16,2-1-4-16,-9 2-1 0,19 2-7 0,-9-1 0 15,-2 3-5-15,-1-1 0 0,1 2-6 0,2 1-1 16,-2 2 0-16,-1-1-3 0,-2 4-2 0,1-4 1 16,-1 2-3-16,-2 7 1 0,4-5 0 0,-2 1 0 0,-5 3 0 15,0-5 0-15,-7 7 1 0,6-8-2 0,-3 7-2 16,1-4 0-16,-5 5 4 0,-4-4 0 15,2-1 1-15,-3-1 9 0,-3-2 1 0,1 3 2 0,0-2-6 16,-5-1 0-16,0-1 9 0,4-1-13 0,-8 0 2 16,3 0 0-16,1-1-2 0,5-2-5 0,0-2-11 15,5 2-20-15,-3-4-21 0,5 0-36 0,1 4-36 16,7-4-48-16,0 0-43 0,0 0-42 0,0 0-185 16,0 0-470-16,0 0 208 0</inkml:trace>
  <inkml:trace contextRef="#ctx0" brushRef="#br0" timeOffset="111.77">15063 12941 49 0,'0'0'393'0,"2"-8"15"16,-2 8-18-16,0-11-24 0,3 8-30 0,-3 3-26 15,0 0-31-15,0 0-33 0,0 0-29 0,0 0-23 0,0 0-14 16,0 0-24-16,0 0-14 0,0 0-14 16,-3 22-17-16,3-14-7 0,0 4 3 0,3 3-31 15,-3 4-7-15,2-4-2 0,1 4-1 0,-3-6-10 0,2 7-23 16,3-1-37-16,0-4-35 0,-2 5-37 0,-1-8-29 15,3 4-56-15,3 1-64 0,-1-4-60 0,1-1-71 16,-2 0-183-16,3-1-584 0,-3 0 259 0</inkml:trace>
  <inkml:trace contextRef="#ctx0" brushRef="#br0" timeOffset="727.91">14337 13811 288 0,'-2'-10'345'0,"2"10"-15"0,2-8-15 0,-4 0-19 15,2 8-14-15,-5-3-24 0,5 3-30 0,-2-6-21 16,2 6-24-16,0 0-13 0,-20 17-5 0,11-5 6 16,-5 1-1-16,-1 8 3 0,-1 3-4 0,1-1-2 15,0 4-14-15,0 0-16 0,-5 8-8 0,10-4-10 16,-1-3-13-16,2 2-7 0,3-2-10 0,-2 4-10 16,8-3-9-16,0-1-4 0,0-1-4 0,8-1-10 15,0-1-3-15,10-1-7 0,4-3-14 0,1 0-22 0,7-2-40 16,10-5-49-16,3 6-51 0,3-9-48 15,0-2-58-15,-9-6-62 0,11 4-64 0,-19-7-278 16,5 0-698-16,-8 0 310 0</inkml:trace>
  <inkml:trace contextRef="#ctx0" brushRef="#br0" timeOffset="1013.09">14881 13878 163 0,'0'-8'360'0,"0"1"4"0,0-4-33 0,0 7 10 15,0-4-16-15,0 8-30 0,0-8-36 0,0 8-38 0,0 0-18 16,0 0-24-16,0 0-18 0,0 0-14 0,0 0-8 15,0 23-15-15,0-8-14 0,5-6-12 16,-3 10-28-16,-2 0-28 0,6-1-26 0,-4 7-23 0,5 1-32 16,-6-5-34-16,6 1-37 0,0 5-48 0,-2-7-50 15,-1-5-55-15,8 6-252 0,-9-6-559 0,7-1 248 16</inkml:trace>
  <inkml:trace contextRef="#ctx0" brushRef="#br0" timeOffset="1195.58">15225 14241 228 0,'4'6'252'0,"-4"-6"3"0,-4 7 3 16,4-7-10-16,-6 14 0 0,-1-8 10 0,7 1-19 15,-8 3-26-15,0-5-18 0,3 4-19 0,-9 3-21 16,11-1-14-16,-7 0-10 0,0 0-14 0,4 3-9 16,-3 0-19-16,3-3-34 0,-3-2-44 0,3 1-36 15,-1 0-49-15,2-1-51 0,2-3-52 0,-4 0-81 0,7-6-195 16,-1 4-491-16,1-4 217 0</inkml:trace>
  <inkml:trace contextRef="#ctx0" brushRef="#br0" timeOffset="1462.22">15593 13887 4 0,'0'0'260'0,"0"0"-23"0,0 0-4 0,0 0-10 16,0 0-4-16,0 0-15 0,0 0-7 0,8 19-15 15,-6-11-14-15,-2 3-17 0,5-3-13 0,-4 4-15 16,-1 3-10-16,2-1-10 0,1 1-9 0,-1 3-12 16,0 1-5-16,-2 4-6 0,0-7-14 0,0 7-29 15,0-4-39-15,0 1-48 0,-2-1-43 0,0-4-55 16,4 2-61-16,-2-2-186 0,0-6-435 0,2 1 192 15</inkml:trace>
  <inkml:trace contextRef="#ctx0" brushRef="#br0" timeOffset="1727.93">15737 13782 234 0,'0'0'286'0,"0"0"-7"16,21 0 14-16,-9 2-14 0,3-1-11 0,1 8-8 16,8 2-3-16,-1-3 2 0,5 3-30 0,2 8-18 15,3-3-23-15,-5 0-17 0,-2 2-14 0,4 2-14 16,-3-1-17-16,-2 2-10 0,-4 1-11 0,-1 1-19 16,-4-2 0-16,1 5-13 0,-2 1-6 0,-2-7-4 15,-5 10-8-15,-8-3-11 0,0-3-28 0,0 2-31 16,-8-2-22-16,-5 2-31 0,-4-2-37 0,2-1-37 15,-4 0-48-15,-1-3-45 0,2-7-70 0,-7 1-238 16,2-1-588-16,3-7 262 0</inkml:trace>
  <inkml:trace contextRef="#ctx0" brushRef="#br0" timeOffset="3178.4">19929 12555 50 0,'0'-9'342'0,"0"-2"-8"16,-3 6 2-16,3-2-2 0,0 7-12 0,3-13-10 15,-3 8-23-15,0 5-26 0,0 0-26 0,0 0-24 16,-5-5-25-16,5 5-24 0,0 0-21 0,0 0-12 15,0 0-17-15,0 0-6 0,0 0-10 0,0 0 4 0,0 0-26 16,2 28-8-16,1-14-10 0,-3 1 0 0,4 2-3 16,-1 2-11-16,-3-1 4 0,3 3-13 0,-1-2-2 15,1 5-7-15,-1 2-28 0,5-1-24 0,-6 1-31 16,-1-7-22-16,7 2-21 0,-7 4-36 0,5-5-42 16,-2-1-46-16,0 1-50 0,-3-5-70 0,0-1-184 15,0-4-570-15,0 2 253 0</inkml:trace>
  <inkml:trace contextRef="#ctx0" brushRef="#br0" timeOffset="3511.06">19918 12393 42 0,'5'-15'301'0,"1"6"-17"0,4-6-20 15,5 3-12-15,-8-4-18 0,8 0-18 0,1 5-20 0,11-5-12 16,-11 8-21-16,6-4-17 0,-1 2-13 0,1-2-16 16,-2 8-18-16,0 1-5 0,1 2-12 0,-1 1-8 15,-4 1-8-15,3 6-9 0,-4 5-4 0,-4-4-6 16,-1 11 2-16,-3-4-12 0,-2 7 5 0,-5-3-10 15,-5 5 0-15,-5 3-8 0,0-3 1 0,-3 3-10 16,-4 0 3-16,-3-3-12 0,-3-3-31 0,3 1-25 16,-3 3-37-16,1-3-45 0,6-3-46 0,-4-4-54 15,5 0-215-15,0-3-484 0,0 0 214 0</inkml:trace>
  <inkml:trace contextRef="#ctx0" brushRef="#br0" timeOffset="4228.41">20355 12813 36 0,'0'0'360'0,"0"0"-14"0,0 0-22 0,0 0-12 16,0 0-29-16,0 0-22 0,10 3-30 16,-10-3-22-16,0 0-25 0,0 0-16 0,0 0-17 0,0 0-13 15,1 6-14-15,-1-6-13 0,7 4-13 0,0 3-11 16,-6-3-10-16,6 3-4 0,-6 0-10 0,6-5-9 15,0 6-5-15,-7-1-5 0,1 1-4 0,4-4-2 16,-3 4-4-16,-2 3-6 0,0-4-3 0,0 2 11 16,-2 2-14-16,-4-4 4 0,-1 2-7 0,0 2-2 15,-1-3-2-15,2 3 14 0,-3-3 8 0,1-1 3 16,1 1-6-16,-1-4 12 0,3 2-16 0,-3-3 1 16,5 0 1-16,3-3-8 0,-5 8 21 0,5-8 1 15,-7 3-1-15,7-3-6 0,0 0 1 0,0 0-8 0,36-2-5 16,-21-3-26-16,7 1-20 0,-1 1-48 15,4 0-28-15,2-2-48 0,-6 5-68 0,-3-4-76 16,4 1-73-16,-2-2-221 0,-4 4-627 0,3-2 278 16</inkml:trace>
  <inkml:trace contextRef="#ctx0" brushRef="#br0" timeOffset="4762.21">19794 13902 109 0,'-2'-11'324'0,"2"-1"-6"0,-7 3-6 16,4 2-7-16,-4-6-12 0,1 6 2 0,-1 0-16 16,1 1-19-16,-3-1-15 0,1 5-21 0,-4-1-22 15,1 3-20-15,-7 5-15 0,1 2-9 0,2 1-9 16,-10 4-4-16,-1 8-5 0,4 3-7 0,-2 2-8 16,-5 5-11-16,8 5-9 0,1-8-7 0,0 12-7 15,7-11-13-15,1 1-3 0,1 10-8 0,6-11-6 0,-2-1 1 16,7 0-12-16,8 0-6 0,1-4-4 15,9 1-5-15,-2-2-4 0,8-1-13 0,-1-7-13 16,5 6-29-16,2-9-42 0,3 0-39 0,7-3-38 0,-4-3-50 16,-5 2-54-16,-2-3-63 0,7-7-62 0,-8 6-275 15,0-6-700-15,-5 0 310 0</inkml:trace>
  <inkml:trace contextRef="#ctx0" brushRef="#br0" timeOffset="6178.63">20012 14033 281 0,'0'-7'315'0,"0"7"13"0,0 0-16 0,0-8-5 16,0 8-6-16,2-7-12 0,-2 7-16 0,0 0-3 16,0-5-12-16,0 5-15 0,0 0-19 0,5-7-19 15,-5 7-23-15,1-4-14 0,-1 4-19 0,14-3-17 16,-14 3-14-16,0 0-13 0,21 6-15 0,-21-6-8 16,15 1-6-16,-7 6-6 0,-1-4-10 0,0 2-8 15,1 5-8-15,-2-5-3 0,1 4-8 0,-4 5-1 16,4-5-2-16,-7 3-3 0,0 0-2 0,0 2-4 15,0 2 4-15,-3 0-13 0,-4-2 10 0,0 1-14 0,-6-2 10 16,7 1-4-16,1-2-8 0,-5-3 5 0,8-2-6 16,-3 2-2-16,2-3 4 0,-2 2 0 15,-2-4-2-15,7 1-12 0,0-5-7 0,0 7-7 0,0-7-20 16,0 0-35-16,22 0-48 0,-9 0-37 0,3-5-47 16,3 3-43-16,-3-4-42 0,2 4-58 0,2-3-273 15,-3-2-675-15,3 2 300 0</inkml:trace>
  <inkml:trace contextRef="#ctx0" brushRef="#br0" timeOffset="6411.4">20452 14238 79 0,'0'0'247'15,"-8"8"5"-15,8-8-15 0,-5 4-16 0,5-4-13 16,-2 8-8-16,-1-4-14 0,-5 3-10 0,6 0-11 15,-3 0-11-15,-3 3-19 0,1-5-10 0,6 2-14 16,-8 5-3-16,3-1-15 0,-7 1-6 0,4 3-11 0,1-6-8 16,1-2-2-16,-6 7-32 0,8-6-33 15,2 0-29-15,-5 0-36 0,1-1-38 0,0-2-47 16,6-1-26-16,1-4-49 0,-5 8-158 0,5-8-412 0,0 0 182 16</inkml:trace>
  <inkml:trace contextRef="#ctx0" brushRef="#br0" timeOffset="6744.62">20611 13987 28 0,'0'0'322'0,"0"0"-11"15,0 0-18-15,0 0-23 0,-5-5-34 0,5 5-18 16,0 0-25-16,0 0-19 0,0 0-12 0,0 0-9 15,0 0-13-15,15 24-11 0,-8-19-11 0,-2 8-13 16,6-4-12-16,-7-1-4 0,7 7-14 0,-1-6-8 16,0 6-3-16,0-3-8 0,-2 3-4 0,2 0-5 0,-5-3-6 15,2 5-8-15,-5-7 0 0,4 2-1 16,-6-1-5-16,0-2-1 0,0 0-2 0,0 1-2 16,-8-2-6-16,1 1 7 0,-1 0-1 0,-2-5-3 0,-2 3 9 15,-2 0-15-15,5-1-3 0,-4-3-4 0,-5 0 0 16,1-3-15-16,1 5-24 0,2-9-17 15,3 4-27-15,11 0-32 0,-22-3-28 0,14-1-49 0,0-2-53 16,1 0-54-16,1-2-148 0,2 4-477 0,4-7 211 16</inkml:trace>
  <inkml:trace contextRef="#ctx0" brushRef="#br0" timeOffset="6927.93">20595 13859 73 0,'0'0'303'16,"0"-7"-8"-16,0 7-26 0,0 0-29 0,0 0-22 15,8-9-23-15,0 6-20 0,-1 2-18 0,4 0-30 16,4-1-29-16,2-1-44 0,1 2-45 0,0-1-48 16,4-3-54-16,-7 5-48 0,1 0-52 0,6 0-99 0,-9-2-315 15,7 0 140-15</inkml:trace>
  <inkml:trace contextRef="#ctx0" brushRef="#br0" timeOffset="7145.44">20942 13797 30 0,'7'4'231'0,"-7"1"20"0,5 1-15 0,0-2 1 16,-2 4 3-16,5 1-9 0,-3 1-16 0,5 4-11 15,2-1-3-15,0 1 0 0,1 3-11 0,2-1-11 16,3 2-4-16,0 2-33 0,-3 0-14 0,6 0-8 15,-7 3-12-15,-4-3-9 0,1 5-12 0,-2 0-8 16,-8-1-9-16,-1 3-10 0,-3-1-28 0,-7 1-31 16,0-4-35-16,-12 1-35 0,-6 6-37 0,5-6-42 15,-13-1-42-15,6-7-50 0,-6 9-51 0,-3-9-155 16,-9-4-481-16,2-3 214 0</inkml:trace>
  <inkml:trace contextRef="#ctx0" brushRef="#br0" timeOffset="10464.98">17708 14286 76 0,'0'0'394'16,"0"0"-31"-16,8-3-39 0,-8 3-36 0,0 0-33 16,9-2-25-16,-9 2-26 0,0 0-20 0,0 0-17 15,6 12-18-15,-2-7-10 0,-3 1-20 0,-2 6-7 16,1-3-38-16,-4-2-48 0,3 11-70 0,-1-2-87 15,-1-3-100-15,-1 2-219 0,-4 0-487 0,-2 1 215 16</inkml:trace>
  <inkml:trace contextRef="#ctx0" brushRef="#br0" timeOffset="13578.88">14823 14322 174 0,'0'0'204'0,"0"0"-2"0,0 0-13 0,0 0 0 0,0 0-9 15,0 0-9-15,0 0-14 0,0 0-7 0,0 0-10 16,0 0-7-16,7 1-4 0,-7-1-5 0,13 0-9 15,-13 0-10-15,17 0-15 0,-17 0-6 16,19-4-6-16,-7 4-9 0,0-3-6 0,-4-1-5 0,12 0-5 16,-10 1-7-16,1 3-4 0,-1-1-3 0,3 0-7 15,-1-1-2-15,-2-1-2 0,0 1-3 0,-2 2-2 16,-8 0-3-16,12-1-3 0,-12 1-6 0,0 0-17 16,15-2-21-16,-15 2-24 0,0 0-26 0,0 0-28 15,0 0-45-15,0 0-48 0,0 0-228 0,0 0-462 16,0 0 204-16</inkml:trace>
  <inkml:trace contextRef="#ctx0" brushRef="#br0" timeOffset="14311.64">24959 13705 295 0,'-1'-5'346'0,"1"5"-28"0,-5-8-34 0,5 8-31 15,0 0-26-15,0 0-26 0,0 0-22 0,0 0-14 16,0 0-20-16,-9 21-13 0,9-6-14 0,0-1-12 0,-1 3-10 16,2 6-18-16,1 0-5 0,-2 2-6 0,-2 2-9 15,4 2-3-15,3-4-2 0,2-1-5 0,-6 1-4 16,6-2-9-16,-7 4-14 0,2-9-20 0,3-3-29 16,-4 3-26-16,8-3-38 0,-9-3-44 0,6 0-52 15,-1-5-66-15,2 1-187 0,-4-6-478 0,4 3 211 16</inkml:trace>
  <inkml:trace contextRef="#ctx0" brushRef="#br0" timeOffset="14544.78">25335 13909 108 0,'0'0'381'0,"0"-7"-3"0,0 7-18 0,0 0-22 15,0 0-3-15,0 0-18 0,0-8-10 0,0 8-25 16,0 0-23-16,0 0-24 0,12-4-27 0,-4 1-19 0,5 0-15 16,-1-2-17-16,8 0-18 0,1-2-16 0,6 0-22 15,6 2-33-15,-5-2-34 0,5 2-43 0,-3 0-41 16,6-3-45-16,-8 2-54 0,0 3-58 0,1-2-72 16,-1-2-58-16,-12-1-225 0,1 5-607 0,-1 1 269 15</inkml:trace>
  <inkml:trace contextRef="#ctx0" brushRef="#br0" timeOffset="14928.35">25933 13623 220 0,'6'-6'312'0,"-6"6"-24"15,0 0-31-15,7-5-15 0,-7 5-22 0,13 0-17 0,-13 0-17 16,15 3-10-16,-7-1-17 0,1 0-10 0,-1-1-19 16,-2 3-10-16,8-2-14 0,-6 4-8 0,5 1-12 15,2 0-3-15,-7 0-11 0,1 1-9 0,-3 0-5 16,3 1-6-16,-3 1-6 0,-1 2 4 0,-2 3-14 16,2 1 3-16,-5-4-2 0,0 2 13 0,-5-4 10 15,4 7 4-15,-4-5 7 0,1 4 2 0,-2-4 3 16,-2 3 4-16,-1-2 4 0,-1-1 0 0,2-1-11 15,1-2-2-15,-1-3-7 0,0 3-11 0,8-3-1 16,-7 2-2-16,6-3-7 0,-1-2-1 0,2-3-5 16,-3 8 5-16,3-8-5 0,0 0 0 0,20 4-2 15,-11-5-6-15,6-3-16 0,4 2-16 0,5-3-21 16,10 1-31-16,-5-2-29 0,4-4-34 0,-4 0-39 0,2 3-47 16,-1-2-52-16,3-3-59 0,-3-1-284 0,-1 1-649 15,-4-5 288-15</inkml:trace>
  <inkml:trace contextRef="#ctx0" brushRef="#br0" timeOffset="15179.35">26504 13460 118 0,'-12'-5'269'0,"12"5"-15"0,0 0-7 0,0 0-4 15,-15 6 5-15,15 0-12 0,0-6-4 0,5 12-6 16,-2-3-19-16,7 5-3 0,4 1-7 0,-8-2-10 15,7 1-2-15,6 5-34 0,-4 1-15 0,-4-3-16 0,6 6-13 16,-2 4-3-16,-2-4-15 0,0-1-7 0,0 2-3 16,-3 3-11-16,-3 1-13 0,-7 3-3 0,0-4-9 15,-2 1-36-15,-3 2-37 0,-11 8-21 0,-6-3-26 16,-3 0-37-16,-1-4-36 0,-11 1-39 0,3-5-36 16,-11 0-34-16,-1-4-250 0,-12-3-551 0,0-5 244 15</inkml:trace>
  <inkml:trace contextRef="#ctx0" brushRef="#br0" timeOffset="15629.25">24857 13503 27 0,'-18'-9'348'0,"-4"0"-22"15,-6 3-21-15,5 3-22 0,-7 0-16 0,-3 5-11 16,1-2-14-16,-2 4-16 0,4 7-9 0,-2 1-9 16,-1 3-6-16,2 13-10 0,1-7-8 0,9 5-23 15,-1 6-12-15,7-2-17 0,5 11-14 0,5-1-5 16,5 4-10-16,8 0-12 0,7 0-1 0,7 2-13 0,6-4-8 15,2 1-12-15,8-4-32 0,3 3-12 0,6-6-35 16,2 0-30-16,22 6-31 0,-21-13-39 0,0-2-58 16,3-7-67-16,3 2-75 0,-3-8-254 0,-2 3-623 15,1-9 275-15</inkml:trace>
  <inkml:trace contextRef="#ctx0" brushRef="#br0" timeOffset="16195.63">26682 13159 97 0,'0'-7'353'0,"0"7"-12"16,0 0-23-16,0-6-21 0,0 6-30 0,5-6-25 0,-5 6-23 16,0 0-26-16,9-3-18 0,-9 3-19 0,16 2-17 15,-3 2-12-15,2-1-13 0,2 3-15 0,3-3-7 16,-4 8-13-16,6-4-12 0,-6 1 1 0,3 0-9 16,-1 4-5-16,-5 0-6 0,0-2-19 0,0 3 5 15,-8-4 1-15,2 0-7 0,1 4-5 0,-3-3 2 16,-10 2 3-16,5-2 13 0,-11 2 10 0,-1 2 16 15,2-6 9-15,-5 4 7 0,0-4 14 0,4-2 6 16,1-2 0-16,2 1 3 0,-1 2 3 0,-1-5 4 16,9 0 9-16,-8 2 8 0,9-4-4 0,0 0-15 15,0 0-14-15,0 0-9 0,30-3-17 0,-8 0-19 16,9-2-17-16,7 1-23 0,10-6-36 0,0 4-50 16,2-5-49-16,1 3-49 0,1 1-56 0,-13 4-77 0,3-4-83 15,-11-3-327-15,4 6-773 0,0-2 342 16</inkml:trace>
  <inkml:trace contextRef="#ctx0" brushRef="#br0" timeOffset="17778.34">14916 14394 42 0,'0'0'160'0,"0"0"-4"0,0 0-16 0,0 0-8 15,0 0-16-15,0 0-12 0,0 0-10 0,0 0-8 16,0 0-16-16,16-20 3 0,-2 19-16 0,-4-2-3 16,1-1 0-16,4-4-13 0,-5 5-1 0,3-2-4 15,2 1-2-15,2-2-6 0,-9 1-6 0,2 2 3 16,0 2 0-16,-2 0-4 0,-8 1 3 0,7-5 7 16,-7 5-1-16,0 0-5 0,5-3 0 0,-5 3-3 15,0 0 1-15,0 0 3 0,0 0-11 0,-37 1 3 0,24 1 2 16,-2 1 2-16,-5-3 1 0,-1 2-3 15,1 0 1-15,0 6 0 0,-8-4-8 0,8-1 1 16,0 2 2-16,0-2-7 0,0-1 1 0,11-1 1 0,-3 0-5 16,2 4-2-16,5-3-10 0,5-2-3 0,0 0-25 15,0 0-38-15,0 0-45 0,28 0-61 0,-6-7-97 16,8 5-295-16,-1-5 130 0</inkml:trace>
  <inkml:trace contextRef="#ctx0" brushRef="#br0" timeOffset="18711.65">20085 14472 138 0,'0'0'228'16,"8"-5"-6"-16,-8 5-10 0,5-4-10 0,-5 4-13 16,0 0-8-16,8-3-11 0,-8 3-14 0,0 0-16 15,0 0-13-15,0 0-13 0,0 0-16 0,7-1-8 0,-7 1-9 16,0 0-13-16,0 0-3 0,0 0-9 16,0 0-7-16,0 0 0 0,0 0-6 0,0 0-5 15,0 0-1-15,7 5-6 0,-7-5-2 0,0 0-4 0,10 3-3 16,-5 2-4-16,-5-5-1 0,8 3-1 0,-8-3-8 15,0 0-2-15,0 0-4 0,10 3-1 0,-10-3 0 16,0 0-1-16,0 0 2 0,0 0-5 0,0 0-2 16,0 0 3-16,0 0 0 0,0 0 2 0,0 0-5 15,-30 3 2-15,30-3-3 0,-22-2 6 0,13 2-1 16,-5 0 1-16,1 0-4 0,13 0 4 0,-16-1 0 16,7 2-1-16,9-1-1 0,-13-4 0 0,13 4-1 15,0 0-3-15,0 0-17 0,0 0-28 0,0 0-39 16,0 0-45-16,0 0-46 0,38 4-220 0,-25-4-435 15,2 0 192-15</inkml:trace>
  <inkml:trace contextRef="#ctx0" brushRef="#br0" timeOffset="19595.98">27331 13870 340 0,'0'0'389'0,"0"0"-2"0,0-11-4 15,0 11-4-15,0 0-2 0,-1-7-10 0,1 7-8 16,0 0-10-16,0 0-12 0,0 0-13 15,0 0-22-15,0 0-17 0,0 0-19 0,0 0-11 0,6-7-36 16,-6 7-21-16,0 0-21 0,0 0-15 0,3-5-19 16,-3 5-15-16,14 0-15 0,-1-1-11 0,3-2-10 15,3-1-11-15,1 4-9 0,11-7-6 0,-1 6-17 16,3 0-11-16,2-4-15 0,11 3-16 0,-16 2-19 16,5-3-24-16,-4 3-32 0,-5-1-31 0,-2 1-33 15,-3-1-24-15,-3-1-31 0,1 2-22 0,-5-3-25 16,0 3-17-16,-6 0-24 0,-8 0-34 0,15 3-38 15,-7-6-23-15,-8 3-36 0,0 0-207 0,0 0-665 0,0 0 294 16</inkml:trace>
  <inkml:trace contextRef="#ctx0" brushRef="#br0" timeOffset="19829.35">27593 13659 76 0,'-5'-5'307'0,"5"5"-11"16,-2-4-19-16,2 4-21 0,-5-8-19 0,5 8-35 16,0 0-15-16,0 0-12 0,0 0-17 0,0 0-4 15,0 0-7-15,-3 24-14 0,3-13-13 0,3 0-13 16,-3 2-10-16,0 5-5 0,5-2-2 0,-3 6-17 16,6 3-4-16,-3-1-7 0,-3 3-31 0,3-1-28 15,-5 2-36-15,3-1-45 0,0 4-38 0,-6-1-33 16,3-3-34-16,7 0-56 0,-7 0-187 0,8-6-460 15,-5 1 203-15</inkml:trace>
  <inkml:trace contextRef="#ctx0" brushRef="#br0" timeOffset="20179.52">28501 13598 77 0,'7'-8'371'0,"0"-4"-9"0,-2 6 0 16,-2-5-11-16,-1 3-14 0,1 0-17 0,-1 5-39 15,-2 3-28-15,0-8-22 0,0 8-30 0,0 0-11 16,-15 11-12-16,1 5-6 0,-1-4 16 0,1 13 0 0,-8 0-4 15,-3 9-5-15,-1-2-3 0,3 4-14 0,1 6-15 16,1-8-12-16,6 5-11 0,5 0-16 0,-5 0-9 16,3 2-7-16,11-11-9 0,1 5-10 0,5 2-5 15,3-7-7-15,-2 3-6 0,6-4-15 0,10-1-28 16,-1 3-33-16,2-5-42 0,12 1-57 0,-7-9-53 16,-3 0-55-16,5 0-61 0,-4-7-79 0,2 2-77 15,-6-6-248-15,-2-2-749 0,3-3 331 0</inkml:trace>
  <inkml:trace contextRef="#ctx0" brushRef="#br0" timeOffset="21229.41">15712 14397 143 0,'-2'-8'309'0,"2"8"-10"16,0-5-11-16,0 5-16 0,0 0-11 0,0 0-22 15,0 0-25-15,-3-10-17 0,3 10-23 0,0 0-20 16,0 0-15-16,0 0-13 0,0 0-18 0,0 0-13 15,0 0-5-15,0 0-14 0,0 0-5 0,0 0-4 0,0 0-10 16,0 0-4-16,0 0-5 0,15 17-6 0,-15-17-5 16,7 3 1-16,-7-3-3 0,1 6-8 15,-1-6-2-15,0 0-1 0,0 0 0 0,7 5-3 0,-7-5 2 16,0 0-4-16,0 0 0 0,6 3-1 0,-6-3-4 16,0 0-2-16,0 0 5 0,0 0-10 0,0 0-2 15,0 0 2-15,0 0-5 0,0 0-9 0,0 0-13 16,0 0-17-16,0 0-20 0,0 0-32 0,-9-17-36 15,9 17-37-15,0 0-40 0,0 0-24 0,0 0-56 16,0 0-167-16,0 0-485 0,31 7 215 0</inkml:trace>
  <inkml:trace contextRef="#ctx0" brushRef="#br0" timeOffset="22528.17">29010 13747 116 0,'-4'-4'303'0,"4"4"-8"0,-5-9-19 15,5 9-20-15,-1-6-24 0,1 6-24 0,-5-5-22 0,5 5-23 16,0 0-14-16,0 0-16 0,0 0-15 0,0 0-11 16,-7 17-10-16,4-10-9 0,-2 3-11 0,5 2-1 15,-7 1-9-15,7-1-4 0,0 5-7 0,-3-4-3 16,1 8-4-16,0-6-5 0,4 7-4 0,-4-5-7 15,2 1-2-15,0-3-2 0,0 5-1 0,2-4-2 16,3 2-7-16,-5-3 3 0,7 0-27 0,-4 2-17 16,2-5-26-16,2 4-23 0,-1-4-42 0,-1-2-47 15,2-3-48-15,-2 0-66 0,1 0-150 0,3-4-458 0,-3 2 203 16</inkml:trace>
  <inkml:trace contextRef="#ctx0" brushRef="#br0" timeOffset="22729.09">29311 13887 185 0,'10'-5'258'0,"-5"-2"-24"16,3 4-24-16,5-3-15 0,-5 3-21 0,7-1-20 15,0-3-13-15,-6 5-14 0,10-3-18 0,-4 0-6 16,7 3-13-16,-2-4-35 0,-2-1-44 0,3 5-48 15,9-3-50-15,-7 3-53 0,4-3-157 0,-9 3-322 16,4-1 142-16</inkml:trace>
  <inkml:trace contextRef="#ctx0" brushRef="#br0" timeOffset="23061.94">29754 13734 180 0,'-15'5'240'0,"7"-4"-13"16,8-1-19-16,-8 9-10 0,8-1-7 0,0-4-5 16,0-4-4-16,-7 13-7 0,11-2-6 0,-4-2-6 15,5 6-10-15,1-3-15 0,2 0-8 0,4 3-7 16,-4-3-13-16,1 3-10 0,5 1-11 0,-2-1-10 16,-2-1-5-16,5-1-11 0,-2 1-4 0,0-1-5 15,-3 2 0-15,2-3-12 0,-2 0-3 0,-2-1-4 16,0-2-4-16,4 5-5 0,-5-9 3 0,-1 6-9 15,-3-5 3-15,-1 0-9 0,3-2 1 0,-5 4 1 16,0-8-4-16,0 7 6 0,-7-2-11 0,1-2 3 16,6-3 7-16,-18 4-7 0,4 1-3 0,-7-3-1 15,4-1 6-15,-3 3-9 0,-8-1-10 0,-1-3-21 0,0 3-20 16,10-1-25-16,-3-2-21 0,4-2-33 0,-4 4-25 16,6-2-47-16,1-5-48 0,2 2-214 15,4-1-498-15,1-4 220 0</inkml:trace>
  <inkml:trace contextRef="#ctx0" brushRef="#br0" timeOffset="23279.64">29729 13661 87 0,'0'0'324'0,"0"0"-9"0,-4-7-31 0,4 7-23 15,0 0-26-15,14-7-21 0,-2 6-20 0,-2-3-20 16,3 4-20-16,2-3-10 0,7 2-17 0,-3-3-13 16,3 4-12-16,-2-2-16 0,1 0-29 0,4-1-43 15,-5 2-48-15,8-1-59 0,-8 1-57 0,8 1-65 16,-10-3-184-16,-6 6-433 0,5-6 191 0</inkml:trace>
  <inkml:trace contextRef="#ctx0" brushRef="#br0" timeOffset="23528.67">30279 13712 229 0,'3'3'249'0,"4"4"-4"16,-2-1-7-16,2 1-3 0,-3 4-12 0,11 0-9 16,-6 1-14-16,1 3-8 0,0-2-15 0,-2 2-15 15,0-2-20-15,-1 5-13 0,-4-2-15 0,4 0-6 16,-2 2-13-16,-5 0-6 0,0 0-11 0,0 1-4 15,-4 7-9-15,-1-1-5 0,-1-6-5 0,-9 4-5 16,0-1-5-16,0-2-9 0,-2 0-22 0,3-6-27 16,0 2-22-16,1-3-28 0,-2 1-33 0,-1-1-34 15,2-2-45-15,4-7-40 0,-3 1-61 0,5-3-144 16,0-1-454-16,8-1 202 0</inkml:trace>
  <inkml:trace contextRef="#ctx0" brushRef="#br0" timeOffset="23878.4">30468 13612 357 0,'0'0'365'0,"0"0"-17"0,-15 0-22 0,15 0-18 0,0 0-23 16,0 0-16-16,0 0-2 0,0 0-2 0,0 0-9 15,0 0-11-15,21 12-17 0,-12-2-15 0,10-5-13 16,-2 3-22-16,3-1-14 0,0 1-21 0,-2-1-13 16,-3 2-12-16,0-1-17 0,1 1-8 0,-6 1-8 15,0-2-12-15,-3 1-8 0,1 3-3 0,-3 0-11 16,-3-1-4-16,-1-1-2 0,-1 2-5 0,-1-2-2 16,-4 7-5-16,-5-7-3 0,0 6-2 0,-2-5-5 15,6-2-5-15,-3-1-1 0,3 2-15 0,-3-2-13 16,3-2-19-16,4 3-20 0,-4-4 0 0,1-1-4 15,3 3-2-15,2-7 11 0,13 5-33 0,-5-2-24 0,6-2-14 16,7 1-25-16,-3-2-21 0,17-2-26 0,-2 1-34 16,-1-3-39-16,16-4-52 0,1-4-294 15,1 1-656-15,-4-5 290 0</inkml:trace>
  <inkml:trace contextRef="#ctx0" brushRef="#br0" timeOffset="24978.66">24018 13321 215 0,'0'0'216'0,"0"0"-15"0,0 0-11 0,0 0-3 16,0 0-6-16,26-7-3 0,-9 7-11 0,4-5-11 16,4 1-5-16,5 3-8 0,5-1-5 0,9-3-5 15,8-2-7-15,-1 3-14 0,7 0-9 0,3-1-9 16,4 5-9-16,22-10-10 0,1 3-1 0,0 1-9 15,3 0-8-15,5 0-6 0,3 0-4 0,-3-2-5 16,12 1-5-16,36 2-1 0,-42-3-5 0,6 1 0 16,36-5-6-16,-40 8 1 0,42-4-5 0,-42 4-1 15,43-2-2-15,-37 9-4 0,37-7 3 0,2-4-5 16,-42 5 1-16,52 3-7 0,-11 0-1 0,-1-3 4 16,-39 1-1-16,44 6 3 0,0-6-2 0,0 0-1 0,-6-1 1 15,3 2-3-15,3-2-4 0,-9 6 2 16,-39-3 1-16,50-2-2 0,-50-2 5 0,48 1 12 15,-9-2-2-15,-42 1 2 0,44 1-2 0,-39-3-3 0,-5 3 3 16,7-3-3-16,-7 0-4 0,1-5 0 0,-6 7 4 16,-1-4 5-16,-3-4-5 0,-7 7 12 0,4-2-5 15,-8-3-6-15,-16 1 2 0,-4 3-2 0,4-4-1 16,-9-1-1-16,3 3 6 0,-1 0-9 0,-3 1-2 16,-4 0-3-16,-1 1 0 0,-5 0-1 0,-1-2-6 15,-15 3 9-15,-1-2 15 0,1 4-21 0,-10 2 2 16,4-3 1-16,-2 0-3 0,-6 0 0 0,5 2 1 15,-12 1-3-15,9-3 5 0,-10 0-5 0,7 3 3 16,0-2-3-16,-6 0 2 0,4 2-2 0,-3-1 0 0,6 0 0 16,-6 2 0-16,4 0-3 0,0 0 2 15,-3-3-1-15,3 3 6 0,-3-1-9 0,3 1 9 16,-13 0 3-16,17 4-6 0,-10-4-3 0,-7 0 5 0,0 0 0 16,15-3-2-16,-15 3-7 0,9 3 10 0,-9-3-9 15,0 0-11-15,0 0-13 0,0 0-19 0,0 0-19 16,0 0-22-16,0 0-23 0,0 0-32 0,0 0-30 15,0 0-53-15,-51 0-47 0,23 4-201 0,-3-3-512 16,-17 3 227-16</inkml:trace>
  <inkml:trace contextRef="#ctx0" brushRef="#br0" timeOffset="25811.85">24110 13422 219 0,'0'0'305'0,"-3"-5"-11"16,0 1-17-16,3 4-19 0,0 0-25 15,-5-7-24-15,5 7-24 0,0 0-11 0,0 0-29 0,0 0-17 16,0 0-19-16,0 0-5 0,-7 15-9 0,7-7-12 15,0 11-6-15,0-2-2 0,0 6-7 0,-3 6-1 16,3 11-3-16,-4 8-2 0,1-2 1 0,-2-1-2 16,2 8 7-16,-2 7 0 0,-3 18 3 0,3-5 2 15,0 3 3-15,0-21-9 0,-7 20 9 0,9-2-5 16,1-17 1-16,-3-4 1 0,4 7 1 0,1-6-3 16,-5-4 4-16,5 3 5 0,0-13-3 0,0 7 1 15,-4-16-9-15,1-2 6 0,1 0-7 0,1-5-2 16,1-5-3-16,-4-5-8 0,3 5 1 0,1-10 19 15,0-2 32-15,-4 4 38 0,4-10 10 0,-6 4-13 16,6-4-15-16,0 0-16 0,-27-16-8 0,16 6-11 16,-6-7-8-16,-6-3-10 0,6-3-23 0,-11-10-25 0,0 1-24 15,-3 1-39-15,3 0-42 0,-4-1-36 0,1 3-26 16,-2 1-28-16,8 8-17 0,-10-2-20 16,8 4-24-16,-4 4-35 0,6 4-31 0,5 1-36 0,4 1-51 15,-4 5-256-15,3-1-692 0,4 3 306 0</inkml:trace>
  <inkml:trace contextRef="#ctx0" brushRef="#br0" timeOffset="26878.64">23024 13999 9 0,'0'0'359'0,"0"0"-1"0,0-7-10 0,0 7-15 15,0 0-2-15,0 0-21 0,0-6-19 0,0 6-29 0,0 0-26 16,0 0-21-16,7-6-20 0,-7 6-21 16,8-5-5-16,-3 2-32 0,-5 3-8 0,10-1-28 15,-10 1 0-15,18-8-12 0,-8 5-8 0,2 2-7 0,3-3-6 16,3 1-21-16,-3-1-27 0,0 1-37 0,0-1-28 15,6 1-31-15,1-2-33 0,-9 1-35 0,5 3-45 16,-4-1-49-16,-1 1-43 0,-3-3-40 0,1 4-183 16,-11 0-544-16,17 0 242 0</inkml:trace>
  <inkml:trace contextRef="#ctx0" brushRef="#br0" timeOffset="27046.46">23205 14126 39 0,'-7'8'236'15,"1"0"7"-15,-1 1-1 0,0-2-15 0,1 0-10 16,4 0-15-16,2-3-18 0,-3 1-15 0,3-5-13 16,-3 7-13-16,3-7-7 0,3 11-14 0,2-10-9 15,1 1-8-15,-6-2-13 0,22 3-5 0,-7-3-8 0,-2 0-11 16,5 0-40-16,-1-3-44 0,-6 3-55 16,11-2-70-16,-7 1-69 0,1 1-199 0,-2-3-442 15,-6 2 196-15</inkml:trace>
  <inkml:trace contextRef="#ctx0" brushRef="#br0" timeOffset="28762.18">8022 13092 176 0,'4'4'210'0,"-4"-4"-16"0,0 0-12 0,-5 16-12 16,5-16-16-16,-2 11-13 0,4-6-7 0,-1 2 1 16,3 1-6-16,2-1-1 0,-3 2-5 0,4-1-5 15,0-1-4-15,-2 1-7 0,0-1-8 0,0 1-9 16,1-4 4-16,-2 1-5 0,0 1 7 0,1-3 4 16,-5-3 14-16,4 8 9 0,-4-8 16 0,6 2 21 15,-6-2 18-15,0 0 13 0,0 0 15 0,0 0-15 16,0 0-19-16,0 0-14 0,10-12-4 0,-10 12-9 15,7-12-8-15,-7 8-10 0,3-5-8 0,1 2-10 16,1 0-10-16,-1 3-13 0,-2-5-7 0,0 6-8 16,-2 3-9-16,8-11-11 0,-5 10-6 0,-3 1-6 0,9-2-3 15,-9 2-7-15,0 0-2 0,0 0-1 0,18 3-3 16,-12 2-5-16,3-2-4 0,-1 3-2 16,-1 3-5-16,1-2-1 0,-1 1-3 0,-1 1-5 0,2 6 2 15,6-4-8-15,-13 1-4 0,11 1 4 0,-10 2 0 16,6 0-2-16,-2-3 3 0,-1 5 2 0,-3-10-3 15,-2 5 1-15,5-4 2 0,-3-3 2 0,-4 4-3 16,4-2 3-16,-2-1 4 0,3-1-2 0,-3-5 3 16,5 5 1-16,-5-5 5 0,0 7 5 0,0-7 12 15,5 4 15-15,-5-4 19 0,0 0 7 0,0 0 9 16,0 0-13-16,0 0-1 0,0 0-4 0,0 0-3 16,0 0-4-16,0 0 2 0,0 0 7 0,0 0-13 15,-7-21-2-15,7 21-2 0,0-10-2 0,-3 6-5 16,3 4-7-16,-3-8 1 0,3 8-9 0,-7-7-1 15,7 3-2-15,0 4 0 0,0-9 8 0,0 9-11 16,0 0-4-16,-7-7-3 0,7 7 3 0,0 0 3 0,0 0-8 16,0 0-1-16,0 0-2 0,0 0 4 0,0-4 0 15,0 4-3-15,0 0 5 0,0 0-6 0,0 0 1 16,0 0 5-16,0 0-5 0,0 0-2 0,0 0 2 16,0 0 1-16,0 0-6 0,0 0 5 0,0 0 0 15,0-8 0-15,0 8-6 0,0 0 3 0,0 0-3 16,0 0 2-16,0 0 5 0,0 0-12 0,0 0-1 15,0 0-2-15,0 0-1 0,0 0-2 0,0 0-5 16,0 0-1-16,0 0 0 0,0 0 2 0,0 0 2 16,0 0 0-16,0 0 1 0,0 0 5 0,0 0 4 15,0 0-1-15,0 0-2 0,22 7 2 0,-22-7 4 16,0 0 0-16,10-5 2 0,0 3 0 0,0-5 0 16,3 3-1-16,5-5 4 0,9-8-1 0,7-4 2 0,1-3-1 15,5-5-2-15,6 2 6 0,-6-4-7 16,10-5 3-16,-7 0-2 0,25-12 0 0,-12-6-9 15,3 3-24-15,-1-6-28 0,-5-2-34 0,-8-2-29 16,-10 16-36-16,-2 0-28 0,0-2-38 0,-3 4-39 0,-5 0-48 16,-7 6-49-16,-2 10-51 0,-6 7-346 0,-3 1-821 15,-7 11 364-15</inkml:trace>
  <inkml:trace contextRef="#ctx0" brushRef="#br0" timeOffset="32645.47">14292 15789 213 0,'7'-14'309'0,"1"-1"0"0,-2 2-3 16,1-4 6-16,1 5 8 0,-6 0 1 0,1 4-7 16,1 0-4-16,1-1-8 0,-5 3-16 0,3 2-17 15,-3 4-21-15,0 0-25 0,0 0-11 0,0 0-1 0,0 0 0 16,-25 16-1-16,12-2-2 0,-7 5-9 16,2 4-13-16,-2 9-11 0,-5 3-12 0,2-2-16 15,1 8-12-15,2 2-5 0,-1-1-21 0,4 3 0 0,-1-3-26 16,8 2-2-16,5-1-11 0,5-12-9 0,5 8-15 15,5-8-37-15,3-3-23 0,9 6-24 0,-1-7-3 16,8-8-39-16,0 0-40 0,9 1-42 0,6-7-51 16,2-4-47-16,-13-4-40 0,0-2-55 0,10-10-67 15,-11 4-377-15,-4-4-865 0,1-2 382 0</inkml:trace>
  <inkml:trace contextRef="#ctx0" brushRef="#br0" timeOffset="32879.27">14687 15853 53 0,'-4'-7'363'16,"4"7"-31"-16,0-8-22 0,0 8-35 0,0 0-14 16,0 0-19-16,-4-5-27 0,4 5-29 0,0 0-16 15,0 0-16-15,0 0-17 0,-3 19-12 0,3-10-14 16,0 3-10-16,0 0-7 0,3 6-13 0,-6-2-7 15,3 10-2-15,3-2-12 0,-6-5-26 0,6 7-27 0,-3-5-35 16,4 3-41-16,-4 0-45 0,1-3-44 0,4-1-47 16,3-4-46-16,1 2-188 0,-1-6-475 15,5 0 209-15</inkml:trace>
  <inkml:trace contextRef="#ctx0" brushRef="#br0" timeOffset="33062.9">15007 16228 111 0,'5'7'238'0,"-5"-7"-2"0,0 7-1 16,0-7-5-16,-3 12-13 0,1-6-6 0,0 1-11 16,-3 1-21-16,4 1-18 0,-6 1-16 0,2 2-16 15,0 3-11-15,-2 2-8 0,-1-3-12 0,2 1-7 16,1 2-19-16,-5-3-28 0,3 2-42 0,0-2-42 16,1-4-50-16,-2 2-68 0,6-1-59 0,-3-5-170 15,3-1-420-15,2-5 186 0</inkml:trace>
  <inkml:trace contextRef="#ctx0" brushRef="#br0" timeOffset="33312.13">15338 15799 262 0,'0'0'282'0,"0"0"-25"0,0 0-11 0,0 0 1 15,0 0-21-15,0 0-12 0,5 23-10 0,-3-19-11 16,-1 8-9-16,3 3-18 0,-3 4-11 0,-1-3-18 16,0 11-11-16,0-1-10 0,-1-1-10 0,2 4-15 0,-1-2-6 15,0 0-8-15,0 1-8 0,-1-1-9 0,-4-3-19 16,6 0-29-16,-2-5-33 0,2 7-43 16,-1-8-51-16,4 0-51 0,2-6-64 0,-3 0-264 15,2-5-534-15,0-2 236 0</inkml:trace>
  <inkml:trace contextRef="#ctx0" brushRef="#br0" timeOffset="33563.36">15537 15674 293 0,'0'0'276'0,"0"0"-8"0,0 0-9 15,0 0 5-15,23 10-13 0,-2-3-10 0,-3 3-16 16,6 3-5-16,-1 3-20 0,2 2-19 0,-1-2-19 16,1 3-15-16,-2 0-13 0,1 4-20 0,4 1-7 15,-7-1-7-15,-4 4-1 0,4 12-21 0,-1-4-3 16,-3 3-16-16,-11-10-38 0,3 4-39 0,-4 13-41 16,-5-7-42-16,-5 5-52 0,3-5-50 0,-5-9-66 15,1-2-227-15,-2 0-536 0,-1-7 237 0</inkml:trace>
  <inkml:trace contextRef="#ctx0" brushRef="#br0" timeOffset="33779.02">16495 16407 140 0,'8'3'311'0,"-8"-3"-19"0,12 4-19 0,-11 3-17 15,-1-5-18-15,4 6-20 0,-1-1-2 0,-3 1-21 0,0 1-19 16,0 1-16-16,-7 0-15 0,7 6-14 0,-6-4-13 16,-2 4-28-16,1 1-45 0,0 1-60 0,-4 5-68 15,-1-1-81-15,1-4-102 0,-3-1-147 0,1-1-448 16,5-3 199-16</inkml:trace>
  <inkml:trace contextRef="#ctx0" brushRef="#br0" timeOffset="34213.22">17392 15636 115 0,'2'-20'377'0,"-2"1"-10"15,0 5-16-15,0-3-15 0,-2 8-17 0,2-4-12 16,-2 6-16-16,1 0-29 0,-3 1-27 0,4 6-28 15,-10-2-16-15,10 2-19 0,-19 15-15 0,5 3-13 16,-2-2 4-16,1 10 2 0,-2 1 12 0,-3 9 1 0,-1 5-4 16,-2-1-8-16,1 1-14 0,4 3-12 15,2 3-11-15,-4 2-12 0,8 2-11 0,2-7-7 16,2-2-5-16,3 4-9 0,5 4-5 0,7-8-14 0,2-4-17 16,5-10-23-16,2-1-26 0,4 0-29 0,12 0-47 15,-4-7-35-15,6-12-57 0,9 7-48 0,-9-7-62 16,10-4-56-16,1-4-68 0,-10-1-246 0,-1-5-719 15,6-6 318-15</inkml:trace>
  <inkml:trace contextRef="#ctx0" brushRef="#br0" timeOffset="34629.44">17743 15760 121 0,'0'0'287'0,"-3"-5"-20"16,3 5-14-16,0 0 7 0,0 0 7 0,0 0-7 15,0 0-12-15,0 0-4 0,0 0-8 0,0 0-29 16,0 0-2-16,0 0-17 0,0 0-4 0,0 0 7 16,0 0-27-16,0 0-11 0,0 0-17 0,0 0-13 15,0 0-11-15,33 9-6 0,-27-9-14 0,1 1-7 0,3 4-6 16,0-3-9-16,0 5-6 0,0-4-11 15,3-1-4-15,-3 3-3 0,-2-2-10 0,5 3-3 16,-3 0-7-16,-3 0 2 0,3 2-2 0,1 3-12 0,-2-3 6 16,4 5 8-16,-6-5-14 0,1 6-4 0,-3 1-3 15,-5 1 1-15,-5 0 3 0,5 6-4 0,-8 2 9 16,-6-2-6-16,6 1 8 0,-7-1-2 0,0 0 1 16,-3-2-1-16,5-4 0 0,-2-1 2 0,2 0 3 15,3-4-7-15,3 1 4 0,-1-3-7 0,1-3-3 16,1 3-5-16,1-3-2 0,5 0-7 0,0-6 0 15,8 3-25-15,3-3-28 0,6-1-43 0,5-1-27 16,7-3-23-16,1-2-31 0,7-2-36 0,7 2-42 16,-1-7-45-16,-1-3-41 0,-3 2-223 0,-7 3-618 15,1-3 273-15</inkml:trace>
  <inkml:trace contextRef="#ctx0" brushRef="#br0" timeOffset="34812.22">18415 16020 121 0,'-2'9'205'0,"2"-9"1"15,-3 9 3-15,3-3-2 0,-3 1-2 0,1 4-6 16,-3-4-7-16,3 5 17 0,-1 0-6 0,1 0-12 16,-6 3-10-16,1 4-7 0,7-6-18 0,-9 5-14 0,2-3-14 15,0 0-10-15,-1 3-12 0,0 1-11 0,-5 6-15 16,4-9-37-16,-4 2-43 0,-7 3-45 16,5 0-53-16,-1-3-74 0,9-7-78 0,-6-1-218 0,5-3-506 15,4 0 223-15</inkml:trace>
  <inkml:trace contextRef="#ctx0" brushRef="#br0" timeOffset="35129.62">18883 15784 270 0,'0'0'335'16,"0"0"-19"-16,0 0-16 0,0 0 7 0,0 0-9 15,0 0-10-15,0 0-12 0,0 0-6 0,-10 25-8 16,14-16-12-16,-4-1-13 0,3 3-16 0,0 2-9 16,1-3-16-16,2 6-4 0,3-1-10 0,-3 12-13 15,2-11-13-15,1 1-15 0,6 7-10 0,-9-4-16 0,7 2-10 16,-3-1-10-16,2-3-8 0,-4-3-13 16,1 4-4-16,-3-8-7 0,1 12-8 0,-1-10-7 15,-2-3-3-15,-1 1-3 0,-3 2-2 0,-3-3-6 16,-6-2 0-16,1 1-5 0,2-2-10 0,-3-2-6 0,-6 3-17 15,-3-5-18-15,2 1-22 0,-8-4-29 0,6-1-48 16,-7-5-37-16,1 1-42 0,-5-2-33 0,5 1-39 16,-3-1-55-16,11-5-55 0,-1 4-309 0,4-7-747 15,0 0 331-15</inkml:trace>
  <inkml:trace contextRef="#ctx0" brushRef="#br0" timeOffset="35313.51">18829 15809 212 0,'0'0'276'0,"0"-10"-8"16,0 10-16-16,0-2-13 0,0 2-21 0,6-6-19 16,3 2-16-16,-9 4-16 0,16-5-14 0,-4 3-24 15,4 1-8-15,6-6-16 0,-1 5-26 0,7-3-34 16,2 2-33-16,2 1-36 0,-4-1-38 0,5-1-50 16,-2-2-45-16,1 0-42 0,-6 0-152 0,-4-3-380 15,-2-1 168-15</inkml:trace>
  <inkml:trace contextRef="#ctx0" brushRef="#br0" timeOffset="35529.01">19352 15616 207 0,'0'-7'216'16,"0"7"-10"-16,0 0-4 0,0 0-5 15,0 0 8-15,0 0-2 0,0 0 22 0,-2 21 4 16,10-14 13-16,-3 0 10 0,2 1 5 0,-2 3 12 0,6 0 4 16,4 2-2-16,7 5 2 0,-6-5-8 0,11 7-14 15,-2-1-12-15,3-1-19 0,10 4-18 0,-10-5-24 16,4 7-15-16,2 8-16 0,-11-14-15 0,6 16-11 15,-13-7-12-15,2 0-12 0,-8 12-11 0,-3-7-16 16,-7-1-22-16,-7 10-29 0,-9-2-42 0,-4 1-76 16,-10-3-67-16,0-1-62 0,-6-1-42 0,-2 0-36 15,-4-5-47-15,6-3-55 0,-5-3-296 0,-4-1-762 16,2-8 337-16</inkml:trace>
  <inkml:trace contextRef="#ctx0" brushRef="#br0" timeOffset="38229.11">23327 15621 148 0,'-3'-8'350'0,"-2"1"-3"16,3-2 5-16,2 3-8 0,-1 0-25 0,1 6-23 16,0 0-31-16,-5-11-36 0,5 11-22 0,0 0-22 15,0 0-15-15,0 0-19 0,8 35 13 0,-3-20 5 16,-2 5 3-16,7 2-4 0,-3 6 2 0,-2 3-5 15,5-1-7-15,-5 12-9 0,0-5-7 0,1-1-8 0,-4 8-9 16,3 2-9-16,-5-1-5 0,3 0-11 0,1-2-8 16,-1-4-10-16,-3 3-6 0,5-1-8 15,-3-11-6-15,-1 1-8 0,3-1-4 0,-1 2-5 0,-2-3-5 16,4-4-5-16,5 1 3 0,-8-10-13 0,-2-4-17 16,3 3-16-16,2-3-23 0,-1-3-24 0,-4 1-25 15,3-2-21-15,0-4-24 0,2 1-25 0,-1-2-17 16,2 1-33-16,1-1-34 0,-7-3-37 0,15-3-41 15,-15 3-32-15,11-5-49 0,-11 5-209 0,0-8-652 16,4 2 288-16</inkml:trace>
  <inkml:trace contextRef="#ctx0" brushRef="#br0" timeOffset="41712.42">23893 15899 39 0,'0'-11'301'0,"5"8"0"0,-3-3 4 0,-2 6-1 16,5-7 0-16,-5-1 12 0,2 2-20 0,-2 6-3 15,0-8 0-15,0 8-6 0,5-7-9 0,-5 7-9 0,0 0-17 16,1-6-13-16,-1 6-17 0,0 0-21 16,-1-8-16-16,1 8-18 0,0 0-18 0,0 0-15 15,0 0-10-15,0 0-19 0,0 0-11 0,0 0-16 0,0 0-12 16,0 0-2-16,0 0-9 0,0 0-7 0,0 0-1 15,0 24-4-15,0-16-5 0,0 4-6 0,-5 0-2 16,5 6-4-16,0-2-3 0,0 3-1 0,0 0-7 16,0 0 7-16,0 1-6 0,0 6 2 0,0-1-7 15,0-6-5-15,0 0-13 0,0 0-22 0,0 4-17 16,0-6-25-16,0 0-19 0,5 1-36 0,-4-3-24 16,-2-3-20-16,2 3-19 0,1-4-24 0,-4-1-24 15,2-2-26-15,0-1-38 0,2 0-29 0,-2-2-55 16,7 1-201-16,-7-6-633 0,6 3 280 0</inkml:trace>
  <inkml:trace contextRef="#ctx0" brushRef="#br0" timeOffset="42095.93">24218 16039 247 0,'0'0'334'0,"8"-2"-14"0,-8 2-8 16,0 0 3-16,0 0-11 0,0 0 6 0,0 0-29 16,0 0-14-16,0 0-12 0,0 0-15 0,0 0-13 15,0 0-13-15,0 0-13 0,0 0-13 0,0 0-19 16,0 0-12-16,0 0-5 0,0 0-8 0,13 1-7 15,-13-1-12-15,22 4-9 0,-7-2-14 0,3-2-9 16,2 0-7-16,6 3-13 0,-1-6-3 0,5 6-10 16,3-8-7-16,-1 5-2 0,-3 0-15 0,4 0-14 15,-13-3-7-15,13 1-13 0,-11-3-10 0,-6 4-17 16,8-3-19-16,-6 1-11 0,-2 2-16 0,6-2-10 16,-12 3-14-16,1-5-15 0,1 1-14 0,-7 1-22 15,2 0-23-15,-7 3-25 0,8-5-26 0,-8 5-28 16,0 0-19-16,0 0-22 0,0 0-20 0,0 0-229 0,0 0-581 15,0 0 257-15</inkml:trace>
  <inkml:trace contextRef="#ctx0" brushRef="#br0" timeOffset="42445.91">24944 15784 244 0,'0'0'337'16,"2"-5"-19"-16,-2 5-18 0,0-8-21 0,0 8-28 15,0 0-32-15,0 0-23 0,0 0-18 0,0 0-11 16,0 0-19-16,5 18-7 0,-3-9-5 0,3 3 3 15,3 4 9-15,-6 1-24 0,3 0 14 0,-4 3-32 0,4 7-9 16,-1 4-2-16,-1-3-14 0,0-1-9 0,-3-3-8 16,5 3 1-16,0-5-11 0,-5 2-10 15,2-6 3-15,-1 2-6 0,-1 3-2 0,4-8-11 0,-1 1-6 16,-3 0-24-16,0-4-32 0,0-4-20 0,0 2-28 16,0-2-28-16,2-2-35 0,-2 0-28 0,0 0-44 15,0-6-60-15,6 6-261 0,-6-6-582 0,0 0 258 16</inkml:trace>
  <inkml:trace contextRef="#ctx0" brushRef="#br0" timeOffset="43013.72">25320 15535 95 0,'5'-7'380'0,"-5"7"-16"0,-5-6-13 0,5 6-22 0,0 0-24 16,0 0-26-16,0 0-33 0,0 0-28 0,0 0-21 15,0 0-20-15,0 0 7 0,12 27 9 0,-9-10 5 16,2 3 2-16,2 7 3 0,-2 4-7 0,-5-1-6 0,10 10-8 16,-4 2-12-16,-3 1-4 0,4-1-8 15,-2 5-5-15,-3 3-11 0,4-7-5 0,3-2-7 16,1 2-8-16,-4-3-4 0,1 2-9 0,3-1-10 16,-5-1-7-16,1-8-11 0,-2-2-5 0,2 1-6 0,1-4-9 15,-2 0-4-15,-4-3-5 0,4-2-8 0,-1-3-3 16,1-2-3-16,-2-1-4 0,-3-7-1 15,7 3-8-15,-7-4-11 0,5-1-11 0,-4-1-14 0,-1-6-14 16,0 7-15-16,0-7-31 0,0 0-57 0,0 0-57 16,0 0-47-16,0 0-39 0,0 0-44 0,9-15-68 15,-3 8-76-15,-1-1-307 0,2-7-829 0,3 3 367 16</inkml:trace>
  <inkml:trace contextRef="#ctx0" brushRef="#br0" timeOffset="43596">26087 16011 249 0,'0'0'356'0,"0"0"-4"15,4-7-6-15,-4 7-6 0,0 0-12 0,0 0-22 16,0 0-11-16,0 0-26 0,2-8-11 0,-2 8-16 16,13 0-6-16,-13 0-12 0,24 1-15 0,-5-1-20 15,3 0-15-15,4 0-20 0,8 3-12 0,-3-1-10 16,0 1-18-16,12 0-12 0,-6 0-14 0,-2 0-8 16,-4-2-31-16,4 4-30 0,0-3-30 0,-9-1-42 15,4 3-33-15,-9-2-37 0,3 0-33 0,-10-1-31 16,6 4-36-16,-10-3-40 0,5-2-45 0,-8 0-53 15,-7 0-220-15,13 3-628 0,-13-3 278 0</inkml:trace>
  <inkml:trace contextRef="#ctx0" brushRef="#br0" timeOffset="43829.36">26358 15852 95 0,'0'0'356'0,"-7"-9"-14"0,6 4-17 0,1 5-25 15,0 0-31-15,0 0-31 0,0 0-21 0,0 0-23 16,0 0-10-16,0 0-4 0,0 20-6 0,1-14-7 16,-1 7-7-16,9-2 0 0,-4 8-8 0,1 1-7 15,-4 4-13-15,9 6-12 0,-7-3-10 0,7 0-11 16,-1 12-12-16,-5-8-2 0,-1 11-9 0,1-10-9 16,3 7-22-16,-5-7-20 0,4-1-30 0,-2 9-41 15,-2-9-32-15,9 1-30 0,-11-3-34 0,6-4-46 16,1 1-50-16,0-5-63 0,2-3-266 0,4-5-614 15,-8 0 273-15</inkml:trace>
  <inkml:trace contextRef="#ctx0" brushRef="#br0" timeOffset="46246.57">25011 15888 136 0,'0'0'172'0,"0"0"-6"0,0 0 4 0,0 0 1 16,0 0-7-16,0 0-8 0,0 0-5 15,0 0-10-15,-24 3-6 0,24-3-10 0,0 0-8 0,0 0-10 16,-13 4-6-16,13-4-11 0,-15 0-9 0,9 2-3 16,6-2-10-16,-15 2-5 0,7 2-5 0,-4-4-3 15,-5 1-5-15,3 1-3 0,-3-1-3 0,-3-1-2 16,2 5-3-16,8-5-5 0,-5 0 1 0,3 0-2 15,1 2 0-15,1-1-1 0,10-1 6 0,-17-1 10 16,17 1 4-16,-11-3 2 0,11 3 4 0,-8-4 1 16,8 4-5-16,0 0-3 0,-7-4 1 0,7 4-12 15,0-8 1-15,0 8-4 0,5-11-3 0,-3 3-4 16,4 2-2-16,1-4-3 0,-4 3-7 0,4 4 1 16,-1-4-2-16,1 1-3 0,0 0 1 0,1 4-5 15,-5-1 1-15,7 0-2 0,-2 2-1 0,4-3-2 16,-7 0 0-16,-5 4-4 0,16 0 1 0,-2 0-1 0,-14 0 1 15,15 0-2-15,0 2 2 0,-9 0-1 0,9 2 0 16,-5-1-1-16,3 1-1 0,0 1 0 0,-4-1 1 16,11 8-2-16,-7-4-6 0,2-1 3 0,1 4 7 15,-2-2-6-15,-5 5 1 0,5-6 10 0,-1 6-14 16,-1-2 4-16,-4 1 3 0,2 2-2 0,-2-1-1 16,0 3 0-16,-1-4 1 0,-4 4 0 0,1-1 9 15,-1 4-12-15,-3 3 0 0,3-4 4 0,-6 1-3 16,3 6 1-16,-7-6-8 0,4 3 10 0,-4 3-7 15,-1-4 7-15,-2 4-1 0,-2-8 2 0,4 0 1 16,-5 6 0-16,0-6 2 0,-1-2 3 0,3-1-1 16,1 4 7-16,-5-3-3 0,2-2 8 0,0 2 13 15,-2-4-10-15,1 3 0 0,1-4 3 0,3-1 7 0,-1-1 1 16,2-3 2-16,-5-2-3 0,0 3 5 16,6-2 9-16,0 0 8 0,1-4 7 0,4 4 14 15,3-5 4-15,-15 3 0 0,15-3-2 0,0 0-1 0,0 0 6 16,-18-6-11-16,14 1-7 0,-1-2-5 0,5 7-5 15,0-10-7-15,-3 0-7 0,3 0 5 0,0 1-12 16,3 0-2-16,2-5-6 0,2 1-11 0,3-1-1 16,0 4 1-16,-5-4-7 0,3 7 2 0,0 1-1 15,6-8-7-15,-6 9 0 0,0 2-1 0,-1-2-3 16,4-2-7-16,-2 5 1 0,-1 2 2 0,0-2 5 16,-8 2-7-16,20 4-6 0,-12 1 2 0,6 2 0 15,-4-3-2-15,1 8 2 0,1 0-14 0,1 0-15 16,0 2-15-16,2-4-18 0,-7 3-21 0,4 1-14 15,0-1-17-15,-4 3-22 0,2-3-27 0,-5-3-40 16,6 4-26-16,-4-6-41 0,-4 1-289 0,1-2-620 16,-1-1 275-16</inkml:trace>
  <inkml:trace contextRef="#ctx0" brushRef="#br0" timeOffset="47229.3">14673 15605 129 0,'-4'-7'266'0,"4"7"-15"0,0 0-16 15,0 0-18-15,0 0-12 0,0 0-20 0,0 0-20 16,0 0-6-16,0 0-12 0,0 0 0 0,0 0-13 16,4 18-6-16,-4-18-7 0,3 8-8 0,4 1-12 15,-6-5-6-15,2 3-10 0,1 0-8 0,2-3-6 16,-6 5-7-16,2-2-6 0,1-3-4 0,-1 2-6 15,0 0-3-15,3-2-5 0,-5-4-2 0,3 8 2 0,-3-5 9 16,0-3 6-16,5 4 16 0,-5-4 13 0,0 0 19 16,5 5 2-16,-5-5 0 0,0 0 5 15,0 0-9-15,18-9-6 0,-11 5-7 0,1-3-11 0,-1-2-4 16,4 1-15-16,1-3-2 0,1-1-2 0,2 0-8 16,-2-3-3-16,2 1-6 0,2-2 0 0,-2 1-5 15,-2-2-13-15,3-2-26 0,3-2-33 16,-1 2-37-16,-3 2-39 0,0-3-34 0,-4 5-49 0,1 2-60 15,6-6-65-15,-8 5-300 0,3 1-676 0,-6 5 299 16</inkml:trace>
  <inkml:trace contextRef="#ctx0" brushRef="#br0" timeOffset="48062.67">17817 15453 28 0,'0'0'239'0,"0"0"-20"15,0 0-26-15,0 0-8 0,0 0-1 0,0 0-3 16,0 0-11-16,0 0-8 0,15 18-8 0,-15-12-7 16,7 3-7-16,-4-2-5 0,4 1-7 0,-2 3-9 15,1-6-12-15,-2 6-10 0,2-2-6 0,-4 1-3 16,6 0-6-16,-3-1-5 0,-5 3-5 0,7-4-7 16,-4-1-6-16,-1-2-3 0,1 6-1 0,-1-7-3 15,3 1 3-15,-5-5 0 0,1 10 4 0,-1-10 8 16,7 5 16-16,-7-5 9 0,7 3 26 0,-7-3 8 15,0 0 2-15,8 0-8 0,-8 0-9 0,15-12-15 16,0 6-7-16,-2-2-4 0,2-4-5 0,0 0-13 16,8-4-8-16,-3 1-4 0,1-3-6 0,1 1-11 15,-1-2 0-15,-2-1-22 0,0 0-27 0,-2 0-29 16,0 2-23-16,2-5-25 0,-2 8-36 0,-10 2-20 16,1 2-34-16,2 1-47 0,-4 4-44 0,-1-1-50 15,2 0-266-15,0 3-634 0,-7 4 280 0</inkml:trace>
  <inkml:trace contextRef="#ctx0" brushRef="#br0" timeOffset="49462.61">15369 15578 200 0,'0'0'205'0,"0"0"-16"0,-3-7-22 15,3 7-18-15,0 0-16 0,0 0-12 0,0 0-13 16,0 0-13-16,0 0-7 0,0 0-3 0,8 18-1 16,-8-13-10-16,5 6-4 0,-1-6-7 0,2 3-1 15,-4 2-5-15,5-2-5 0,-4 0-4 0,2 0-2 16,-5 3-5-16,3-3-1 0,-1-1-5 0,3-1-6 15,0 3-1-15,-5-3 1 0,3 0 12 0,-1-3 10 0,-2-3 13 16,5 6 20-16,-5-6 19 0,0 0 15 0,8 2-5 16,-8-2-10-16,10-8-7 0,-4-1-13 15,3 0-5-15,-1-3-2 0,5-3-11 0,4-1-5 0,-2-7-6 16,3 4-6-16,-2-3-3 0,-1-3 1 0,5 7-12 16,-3-6-6-16,4 4-5 0,-4 4-11 0,4-3-34 15,-2-1-16-15,-5 11-35 0,-2-3-36 16,3 4-44-16,-2 3-49 0,4-2-55 0,-4 6-222 0,2 1-518 15,-4 1 230-15</inkml:trace>
  <inkml:trace contextRef="#ctx0" brushRef="#br0" timeOffset="50480.59">27073 15597 309 0,'0'-11'336'0,"0"3"-10"15,0-4-8-15,0 4-25 0,0 1-19 0,0 7-35 16,0-8-26-16,2 2-11 0,-2 6-37 0,0 0-12 15,0 0-18-15,5 20-13 0,3-7-6 0,-3 3-14 16,1 10-7-16,1-1 3 0,8 13-4 0,-3 1 8 16,1 3-4-16,-3-1-3 0,1 3-10 0,-1 2-12 15,0 1 3-15,3 0-3 0,-9 1-5 0,2-3-6 16,3 1-3-16,-1 0-9 0,0-4-10 0,-5-2 13 16,1 2-15-16,4-3-10 0,-8-8 2 0,7 0-5 15,-7-3 2-15,6 1-10 0,-4-2-2 0,-2-8-23 16,0-1-23-16,3-1-19 0,1-4-29 0,-4 1-18 15,1-5-28-15,6-1-29 0,-7 2-32 0,0-3-52 16,6-4-63-16,-6-3-272 0,7 3-620 0,0 0 274 0</inkml:trace>
  <inkml:trace contextRef="#ctx0" brushRef="#br0" timeOffset="50813.01">27550 15792 104 0,'3'-5'319'0,"-3"5"-27"0,0 0-31 16,0 0-26-16,0-8-25 0,0 8-25 0,0 0-14 15,0 0-13-15,0 0-13 0,3 25 2 0,1-13-11 16,1 1-4-16,-4 7-9 0,7 4-8 0,4 0-11 16,-2 1-13-16,-2 1-7 0,6 1-10 0,-6 0-5 0,0 0-3 15,-3-7-12-15,5-3-2 0,-5 6-2 0,3-2-9 16,-1-3-11-16,1 0-37 0,-3-3-28 16,-3-5-33-16,4 1-40 0,3 0-42 0,-9-4-37 0,5 1-58 15,-2-1-197-15,4-4-478 0,-1 0 212 0</inkml:trace>
  <inkml:trace contextRef="#ctx0" brushRef="#br0" timeOffset="51029.43">27881 16024 97 0,'0'0'352'0,"3"-4"-5"0,-3 4-12 0,0 0-11 16,13-5-14-16,-3 4-10 0,0-5-20 0,0 2-23 15,5-3-19-15,0 3-28 0,3-4-22 0,0 1-17 16,10-1-24-16,2 4-12 0,-13-2-14 0,16 0-37 16,-7 0-46-16,1 0-43 0,1 2-46 0,-2-1-50 0,-4 2-52 15,-1-1-56-15,1-3-60 0,-1 2-256 0,-1 2-568 16,-1-5 252-16</inkml:trace>
  <inkml:trace contextRef="#ctx0" brushRef="#br0" timeOffset="51397.06">28536 15791 277 0,'-11'-2'294'0,"11"2"-12"0,0 0-18 0,0 0-24 16,0 0-17-16,0 0-7 0,0 0-10 0,0 0-9 15,-5 10-3-15,3-5-4 0,2 2-7 0,0-7-1 16,0 15-3-16,0-4-7 0,0 1-3 0,2-3-10 15,-1 5-8-15,3 1-6 0,4 2-5 0,-3 1-11 16,6 6-2-16,-1-5-10 0,-1-1-9 0,5-1-4 16,-2 0-7-16,3 5-13 0,3-2-4 0,0-1-8 0,1 0-8 15,-5 0-8-15,3-7-4 0,-5 6 1 16,3-6-9-16,-2 3-7 0,-3-3-2 0,3-4-3 16,-6 0-6-16,-6 0 0 0,7-2-5 0,-3 0-2 15,-3 0 3-15,3-1-5 0,-3-1 2 0,-2 2-3 0,0-6 2 16,-7 10-2-16,0-5 0 0,-1-2-2 0,0-1-4 15,-5-2-11-15,-4 2-13 0,-1-3-13 16,3 1-26-16,-8-1-39 0,6-4-39 0,-4 0-32 0,1-2-27 16,-3 4-26-16,5-3-37 0,-2 2-46 0,5-4-39 15,0-3-299-15,2 3-688 0,4-8 304 0</inkml:trace>
  <inkml:trace contextRef="#ctx0" brushRef="#br0" timeOffset="51612.89">28501 15698 290 0,'0'0'316'0,"-3"-8"-34"0,3 8-21 0,10-6-22 16,-10 6-14-16,25-3-13 0,-7 3-28 0,-1-2-14 15,6 4-17-15,7-1-16 0,1 1-1 0,2 1-27 0,-5 1-13 16,4-1-25-16,2 2-35 0,-5-3-38 0,-3-1-37 15,6 3-50-15,-8-1-52 0,4 2-64 0,-9-3-203 16,-1-2-440-16,-5 0 196 0</inkml:trace>
  <inkml:trace contextRef="#ctx0" brushRef="#br0" timeOffset="51929.63">29061 15559 145 0,'0'0'318'15,"6"-1"-27"-15,-6 1-10 0,0 0-2 0,0 0-1 0,9 16-6 16,-9-7-8-16,6-1 4 0,3 7-2 16,-3-1-11-16,3 5 0 0,2 6-6 0,1 1-6 15,-1 0-13-15,3 5-11 0,4 6-10 0,-5 4-12 0,7-2-14 16,-4 9-15-16,-1 1-10 0,0-2-15 0,-2-4-17 15,-3 4-9-15,5-5-12 0,-6 4-10 0,4 0-10 16,-3-2-6-16,-4 1-6 0,4-1-11 0,-5-14-3 16,2 12-4-16,-1-3-16 0,-6-12-21 0,4-1-23 15,-1-7-29-15,-3 2-37 0,2-6-44 0,3 0-42 16,-4-2-42-16,-1-1-38 0,4-2-41 0,-4-2-45 16,3 1-53-16,-3-6-340 0,0-3-773 0,0 0 342 15</inkml:trace>
  <inkml:trace contextRef="#ctx0" brushRef="#br0" timeOffset="52412.9">30077 15931 354 0,'0'0'377'0,"0"0"-17"0,0 0-12 0,0 0-14 15,3-5-27-15,-3 5-12 0,0 0-11 0,12-4-3 16,-12 4-37-16,17 0-16 0,-8 0-26 0,-9 0-16 15,25-1-19-15,-3 1-16 0,-2 0-15 0,1 1-13 16,1 3-14-16,9-3-21 0,-1 3-27 0,-2-2-27 16,5-1-39-16,-5-1-31 0,-6 5-54 0,1-3-47 15,0-2-53-15,-6 0-50 0,-1 1-57 0,-6 3-67 16,3-4-188-16,-4 2-598 0,-1 1 265 0</inkml:trace>
  <inkml:trace contextRef="#ctx0" brushRef="#br0" timeOffset="52581.6">30163 16200 106 0,'-6'5'262'0,"-3"-1"0"0,4 0-8 15,4 1 1-15,1-5-9 0,0 0 4 0,1 10-11 16,6-5-20-16,1-2-20 0,7-2-19 0,0 4-16 16,3-2-21-16,9 4-11 0,-6-5-19 0,7-1-32 15,-6 1-36-15,-1 1-42 0,-1-1-57 0,-3 0-69 16,-4 1-77-16,-1-1-263 0,1 0-501 0,-12 2 221 15</inkml:trace>
  <inkml:trace contextRef="#ctx0" brushRef="#br0" timeOffset="54462.88">30938 15888 13 0,'-9'-1'354'0,"9"1"-6"0,0 0-10 16,0 0-2-16,0 0-12 0,0-8-8 0,0 8-19 15,0 0-2-15,0 0-24 0,2-14-21 0,1 9-16 0,-3 5-22 16,4-8-11-16,-3 2-18 0,4-3-15 15,0 1-17-15,-1 2-13 0,2-1-12 0,-4-2-13 16,3 0-7-16,0 2-14 0,0-2-6 0,-5-2-13 0,5 2-5 16,-4 0-4-16,4 0-8 0,-3 0-8 0,1 0-2 15,-1 1-1-15,-2-1-14 0,0 2 2 0,0 3-4 16,0-4-4-16,0 8-1 0,0-9-3 0,0 9-1 16,0 0-8-16,0-7-5 0,0 7 0 0,2-7-10 15,-2 7-2-15,0 0-6 0,0 0-5 0,0 0 0 16,0 0 5-16,0 0-1 0,15 15 3 0,-10-4-4 15,-2-3 5-15,5 5-1 0,-3-1 4 0,3 0-5 16,1 5 2-16,2-2 0 0,1 2 2 0,-6 3-5 16,1-2 1-16,1 6-12 0,1-8-10 0,-3 4-6 15,7 2-8-15,-6 5-12 0,1 0-1 0,-6-10-3 16,5 1 6-16,-2 0 3 0,-2-1-1 0,-3 1 8 16,0-2-4-16,0-5 10 0,0 2 1 0,0-4 3 0,0 1-3 15,-3 1 7-15,-2-3-4 0,5 2 8 0,0-4-3 16,-2-2 6-16,2-4 8 0,0 8-1 15,0-8 0-15,-5 6 8 0,5-6-1 0,0 9 3 0,0-9 3 16,0 0-1-16,-2 4 6 0,2-4-1 0,0 0 3 16,0 0 6-16,0 0-8 0,0 0 13 0,0 0-7 15,0 0 5-15,0 0-1 0,0 0-3 0,0 0-4 16,0 0 2-16,0 0 0 0,0 0-3 0,0 0-4 16,0 0-3-16,0 0 4 0,0 0 7 0,-21-7-2 15,21 7 1-15,-15-1-9 0,15 1 7 0,-12 0-5 16,12 0 11-16,-16 1-1 0,8 2-2 0,8-3 3 15,-15 0 1-15,15 0 2 0,-14-3 8 0,14 3 4 16,-11 3-1-16,11-3 3 0,0 0 2 0,-12-4 4 16,12 4 7-16,0 0-3 0,0 0 1 0,0 0 2 15,0 0 3-15,0 0-3 0,0 0-4 0,0 0-6 16,22-8-6-16,-4 8-7 0,2 0-13 0,1 0-12 16,9-3-20-16,0 2-18 0,3-2-29 0,-2-1-29 0,3 3-29 15,-3-2-27-15,0 3-39 0,-2 0-44 16,-8-3-45-16,9 3-51 0,-10 0-228 0,0-1-613 0,1-1 272 15</inkml:trace>
  <inkml:trace contextRef="#ctx0" brushRef="#br0" timeOffset="54779.75">31638 15941 93 0,'0'0'342'0,"0"0"-6"0,0 0-7 0,0 0-4 15,0-7-24-15,0 7 6 0,0 0-19 0,0 0-11 16,0 0-12-16,0 0-10 0,0 0-9 0,0 0-9 16,0 0-18-16,3-7-5 0,-3 7-16 0,10-1-19 15,-2-3-19-15,4 4-18 0,5-1-8 0,2-1-15 16,0 4-12-16,2-4-12 0,11 1-9 0,-8 1-20 15,3-4-22-15,3 4-13 0,-9 1-26 0,-1-1-21 16,0-1-24-16,0 2-28 0,-2-2-26 0,-1-1-25 0,-3 2-21 16,1 0-22-16,-6-1-15 0,2 2-14 0,-11-1-18 15,17 3-26-15,-9-3-20 0,-8 0-32 0,15-1-26 16,-15 1-203-16,7-2-559 0,-7 2 247 0</inkml:trace>
  <inkml:trace contextRef="#ctx0" brushRef="#br0" timeOffset="57396.28">31835 15799 143 0,'0'0'218'15,"-5"-10"1"-15,5 10-3 0,0-6-4 0,0 6-4 0,0 0-5 16,-2-8-9-16,2 8-7 0,0 0-8 0,2-5-13 15,-2 5-11-15,0 0-10 0,0 0-15 16,0 0-17-16,-2-8-8 0,2 8-11 0,0 0-13 0,0 0-10 16,0 0-6-16,0 0-7 0,0 0-8 0,0 0-7 15,0 0 2-15,0 0-11 0,-6 18-5 0,4-14-2 16,-5 3-2-16,2 0-5 0,4 2-1 0,1-2 1 16,-4 2-1-16,4-1-1 0,-3 2-7 0,6 1 2 15,-6-2-1-15,6 7-3 0,1-2 0 0,-4 2 1 16,1-2-1-16,4 4-6 0,-3-3 4 0,5 1-3 15,-4 1 2-15,0 0-5 0,-1-1 8 0,-2-7-19 16,7 6-22-16,-7-3-21 0,6-2-30 0,-6 1-42 16,0 1-45-16,0-3-43 0,0-3-54 0,0 3-177 15,-6-3-480-15,6-6 212 0</inkml:trace>
  <inkml:trace contextRef="#ctx0" brushRef="#br0" timeOffset="58179.74">32204 15621 122 0,'0'-5'277'16,"0"-1"-8"-16,0-1 2 0,0-2-6 0,0 9-11 15,2-9-7-15,-2 9-18 0,0-7-10 0,5-1-22 0,-5 8-13 16,0 0-21-16,0-6-16 0,0 6-16 16,0 0-18-16,0 0-12 0,0 0-13 0,0 0-12 15,0 0-8-15,0 0-1 0,0 0-13 0,0 0-1 0,3 19-5 16,-3-16-8-16,0 5-1 0,0 3-5 0,0-3-6 15,0-1 0-15,0 5-7 0,0 0 3 0,-3-2-1 16,3 3-8-16,0-1 0 0,-7 0 0 0,7 3-2 16,-2-5 2-16,-3 4-3 0,5 3-4 0,-8-4-2 15,8 2 4-15,-7-1 1 0,7-4-2 0,-1 2-3 16,1 2-2-16,-5-5-1 0,5 6 1 0,5-6 1 16,-4 3-3-16,6-3 7 0,1 3-5 0,-1 0-1 15,3-4-6-15,0-4-4 0,-2 2-3 0,0 0 0 16,6-3-7-16,-1-2-1 0,-2 1-5 0,-4-2 6 15,8 0 3-15,-3 1 0 0,-1-4 3 0,1 2 1 16,-2-3 1-16,3-1 0 0,-7-1 3 0,4 2 1 16,-3-4 1-16,5 2 4 0,-6 0 5 0,3 2 9 15,-6-3 18-15,2 4-3 0,-2-2 16 0,-3 5-3 0,7-12 11 16,-4 10-10-16,-3 2 2 0,2-6-6 16,-2 6-9-16,3-3-3 0,-3 3-9 0,0 0 0 15,0 0 8-15,0 0-16 0,0 0-3 0,0 0-1 0,0 0-4 16,-2 16 2-16,-1-4 1 0,3-4-6 0,-3 2 2 15,-1 2 2-15,1 2 2 0,3 3 1 0,-2-4 1 16,1 4 2-16,1 0-9 0,0-5 3 0,-2 2 5 16,-1 2-12-16,3-6 0 0,0 2-9 0,0-3-24 15,0-1-14-15,0 0-17 0,3-1-22 0,-3 1-25 16,0-8-27-16,-3 8-32 0,3-8-38 0,0 7-41 16,0-7-62-16,0 0-173 0,3 6-528 0,-3-6 234 15</inkml:trace>
  <inkml:trace contextRef="#ctx0" brushRef="#br0" timeOffset="58731.46">32763 15833 145 0,'0'0'332'0,"0"0"-10"0,0 0-6 0,0 0-14 16,0 0-4-16,2-7-6 0,-2 7-11 0,0 0-16 15,0 0-5-15,0 0-10 0,0 0-8 0,0 0-8 16,0 0-12-16,0 0-16 0,0 0-20 0,0 0-15 16,18-1-19-16,-8-1-16 0,-10 2-12 0,18 0-14 15,-4 2-20-15,-4-2-26 0,-1-2-25 0,3 4-42 16,0-4-38-16,1 2-49 0,2-1-40 0,-15 1-41 15,15 0-39-15,-5 1-49 0,-10-1-50 0,18 0-46 16,-12 2-224-16,-6-2-626 0,7 1 276 0</inkml:trace>
  <inkml:trace contextRef="#ctx0" brushRef="#br0" timeOffset="58946.91">32747 16022 104 0,'-3'2'243'0,"3"-2"-5"0,-9 5 1 16,9-5-5-16,0 0 11 0,0 0-5 0,-1 8-6 16,12-6-8-16,-11-2-23 0,12 5-16 0,-4-5-21 15,5 3-8-15,2-3-20 0,0 0-13 0,7 2-17 16,-6-4-11-16,6 2-26 0,4-3-34 0,-4 3-38 16,-2-7-37-16,-2 5-40 0,-2-2-60 0,6 0-61 15,-1 1-61-15,1 1-171 0,-2-9-464 0,-2 4 205 16</inkml:trace>
  <inkml:trace contextRef="#ctx0" brushRef="#br0" timeOffset="59330.39">33293 15708 259 0,'0'0'339'0,"0"0"-8"0,0 0-18 0,0 0-20 0,-7-3-19 16,7 3-27-16,0 0-26 0,0 0-27 0,0 0-14 16,0 0-16-16,0 0-2 0,-6 13-8 15,6-6-2-15,0-7-6 0,5 16-7 0,-4-4-5 16,-1-3-4-16,5 1-11 0,2 9-6 0,-4-3-5 0,4 2-6 16,6-2-5-16,-11 1-6 0,6 2-9 0,-1-5-8 15,4 10 1-15,-2-6-13 0,1 6-10 0,-2-6-2 16,-2 0-4-16,-1-1-5 0,2-4-4 0,-4 2-5 15,2 1-4-15,-1-4-1 0,-1 0-1 0,0 0-4 16,-3-4 2-16,4 2-3 0,-8-1-1 0,3-1-1 16,-4-1 1-16,1 1-1 0,-7-1 0 0,2-2-6 15,-1-2-11-15,-4 0-7 0,0 3-21 0,-1-3-22 16,-1 1-32-16,-2-1-35 0,-1-3-27 0,1 4-20 16,-5-4-23-16,7 1-26 0,-6-1-27 0,2 0-24 15,9 0-32-15,-1 2-28 0,-1-4-209 0,4 1-574 16,-2-6 253-16</inkml:trace>
  <inkml:trace contextRef="#ctx0" brushRef="#br0" timeOffset="59549.06">33207 15690 235 0,'-2'-8'382'0,"2"8"-9"0,0 0-9 15,0 0-11-15,14-4-13 0,-6 0-14 16,7 2-15-16,1 1-19 0,-1-4-25 0,5 5-29 0,2-3-20 16,6 0-26-16,1 2-17 0,1-3-21 0,3 3-11 15,-1-1-14-15,-1 2-45 0,-3 0-51 0,-1 0-56 16,-6 2-60-16,1-2-61 0,-7 0-67 0,-2 0-81 16,0 1-83-16,-4-1-206 0,-9 0-628 0,14 4 278 15</inkml:trace>
  <inkml:trace contextRef="#ctx0" brushRef="#br0" timeOffset="-91554.83">8924 9577 45 0,'0'0'127'0,"2"-5"-17"0,-2 5-4 15,0 0-10-15,0 0-3 0,0 0-14 0,0 0 10 16,0 0 2-16,0 0 15 0,0 0-7 0,20 12 16 0,-19-10 3 15,-1-2 4-15,7 13 2 0,-5-8 0 0,4 2-6 16,-6 0-1-16,5 1-8 0,-3 2-3 0,0-3 1 16,4 1-9-16,-6 4 5 0,7-3-1 0,-2 1-9 15,-5 2-8-15,5 2-5 0,-2 4-9 0,4-9-4 16,-1 12-4-16,-2-6 2 0,4 0-7 0,0 0-8 16,4 0 0-16,-4 0-7 0,2 2 1 0,3-4-5 15,0 2-4-15,-3 0 3 0,4-3-7 0,-1 0 1 16,-5 3 3-16,2-3-4 0,3-2 5 0,-11-2 3 15,8 0-2-15,-5-1-2 0,0-2-2 0,0-2 3 16,0 5 3-16,-4-4 1 0,4 0 17 0,-5-4-10 16,5 4 17-16,-5-4 4 0,0 0 18 0,9 0-16 15,-9 0-8-15,0 0-7 0,0 0 4 0,6-16-5 16,-4 5-12-16,5 4 2 0,-1-8-3 0,9-5 0 0,-7 4-5 16,6-11-5-16,9-8-3 0,-2 8 2 15,6-12 4-15,-2 2-5 0,4-7 1 0,6 7-4 16,-5 1 0-16,0-8-1 0,1 6-4 0,-4-6-1 0,4 6 6 15,-8 4-9-15,-3 7 0 0,-3 2-5 0,-2-1 1 16,-1 2-3-16,-2 6-3 0,-2 0 1 0,-3 1-7 16,3 4 3-16,-7 4-1 0,-2 0-10 0,-1 0-19 15,7 0-39-15,-7 3-41 0,0 6-61 0,0 0-57 16,-8-6-63-16,8 6-67 0,-13-1-283 0,13 1-688 16,0 0 304-16</inkml:trace>
  <inkml:trace contextRef="#ctx0" brushRef="#br0" timeOffset="-87571.44">16455 8771 53 0,'0'-10'248'0,"0"1"-3"15,0-2-3-15,2 0-7 0,-2 3-9 0,0 1-12 16,0 1-14-16,0 6-16 0,-2-9-23 0,2 9-15 0,0 0-15 16,2-6 5-16,-2 6-1 0,0 0-8 0,0 0-6 15,8 21-6-15,-1-9-4 0,-2-2-2 16,0 7-7-16,0-3-1 0,1 1-13 0,-4 0-11 0,5 1-10 16,-1 0-11-16,1-2-6 0,-6 1-2 0,8 0-11 15,-3-1-1-15,1-1 0 0,1 1-7 0,-1-4-4 16,-6 0 3-16,8 2-3 0,-6-4 0 0,-1-2-4 15,4 3 0-15,1-2-9 0,-5 1 5 0,4-5-3 16,1 3 1-16,-5 0 0 0,-2-6-3 0,6 3 3 16,-6-3 8-16,7 6 19 0,-7-6 35 0,0 0-11 15,0 0 9-15,0 0-4 0,20-13 5 0,-17 3-4 16,10 5 0-16,-6-11 5 0,3 5-1 0,1-9-4 16,4-1-4-16,2 0-5 0,-1-2-12 0,-1-4 1 15,5 2-3-15,0-2-14 0,1-7 2 0,-1 7-2 16,-6-2-2-16,4 4-8 0,-7 5 2 0,4-6-3 15,0 9-5-15,-7 0-2 0,7-3-5 0,-10 8-2 0,4 5-16 16,2-6-25-16,-3 5-43 0,-1 1-41 0,-4 0-44 16,4 2-45-16,0 3-54 0,-7 2-49 15,8-2-52-15,-8 2-300 0,0 0-715 0,13 5 317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09:26:55.97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2616 1400 123 0,'0'-7'297'0,"0"7"-9"0,7-8-13 0,-7 1-13 15,0 2 4-15,7-2-20 0,-6 3-6 0,-1-4-5 16,0 1-3-16,2-1-7 0,3 1-4 16,-5 2-11-16,2-3-10 0,-2-1-6 0,6 3-2 0,-6 2-17 15,0-4-15-15,0 8-12 0,0-15-7 0,-6 8-11 16,4-2-12-16,-3 2-10 0,2 1-5 0,-4 0-10 16,0 2-11-16,-2-4-6 0,0 5-8 0,-2-3-9 15,1 3-9-15,0-3-7 0,-7 5-4 0,-3-3-4 16,2 9-5-16,2-3-4 0,-6 3-5 0,-4 5-1 15,-1 2-3-15,-1 1-3 0,0 3-2 0,-9 14-2 16,3-1 4-16,1 0-5 0,6 3-2 0,-4 5-2 16,3-3-9-16,3 2 5 0,-3 4 4 0,8-2-3 15,5 5-1-15,-2-4 5 0,11-9-4 0,-1 2-3 16,4-2 2-16,3 3-4 0,1-4-5 0,8-2-3 16,1-2 0-16,4-3 1 0,5 0-4 0,2-3-5 15,9-3-5-15,8 3-4 0,2-6-23 0,9-2-17 16,-4-7-32-16,6 0-32 0,1-4-33 0,-3-3-28 15,-2-1-28-15,1-2-25 0,-7-4-32 0,4-1-19 16,-4-4-17-16,4 5 7 0,-2-5-199 0,-12 1-547 16,-7 1 242-16</inkml:trace>
  <inkml:trace contextRef="#ctx0" brushRef="#br0" timeOffset="1799.94">2936 1562 76 0,'0'-12'83'0,"-3"4"10"0,3-4-6 0,0 0 4 16,0 2-3-16,0-1-8 0,3 2 17 0,-3 0 2 16,2-1 1-16,1 0-1 0,-1-5 5 0,3 6 1 15,-5 1 11-15,0 0-3 0,3 1 0 0,-2-5 3 0,3 4-2 16,-4 2-5-16,0-2-2 0,0 1-5 16,0-2-4-16,0 1-3 0,0 1-4 0,0-1 4 15,0 1-9-15,0-1-2 0,-5 1-4 0,6-2-3 16,3 3-3-16,-4 0-5 0,1-5-4 0,-1 7 7 15,0-4-11-15,0 0-1 0,0-1-3 0,0 9-5 0,0-13-3 16,0 11-4-16,-1-8 5 0,1 10-9 16,0-12 3-16,0 7-5 0,0 5-2 0,0-8 1 15,0 8-1-15,-4-11-6 0,4 11 9 0,-9-4-4 16,7-2 6-16,2 6 0 0,-3-5-2 0,3 5-5 0,0 0-4 16,0 0-7-16,0 0-4 0,0 0-6 0,0 0-3 15,-19 14 7-15,19-6 11 0,-6 5-8 0,2 3-4 16,-1 2 3-16,4 10 1 0,-7-3 2 15,3 4-7-15,-2 2 5 0,0-3 4 0,4 2-6 16,-4 2-1-16,2-2 3 0,4 9-3 0,-1-9-2 0,2-2 5 16,3 3-10-16,2-3 0 0,2-2 1 0,3-3-2 15,5 3-5-15,-5-9 15 0,1-1-20 0,11 1-4 16,-7-3-12-16,6-3-9 0,-4-4-19 16,11 2-9-16,-6-2-13 0,6-6-9 0,0-1-14 0,0 0-13 15,-5 0-1-15,-3-1 1 0,5-3 3 0,-9 0 8 16,4-4 7-16,-5 2 5 0,-3 2 9 0,3 1 9 15,-9-2 8-15,2 1 4 0,-1-4 5 0,0 7 6 16,-1-5 10-16,-6 6 11 0,7-5 9 0,-7 5 7 16,3-4 8-16,-3 4 1 0,0 0 0 0,0 0 0 15,5-3-2-15,-5 3-3 0,0 0 4 0,0 0 5 16,0 0 7-16,0 0 6 0,0 19-1 0,0-14-4 16,0 5-1-16,0-2 3 0,0 1 4 0,0 3-7 15,0-3-1-15,7 3-6 0,-7-3 3 0,2 3-2 16,4-2 1-16,1-1-2 0,-6-1 1 0,6-1-6 15,0 4 3-15,3-7-1 0,-4 1-4 0,14 1 1 16,-12-5-7-16,12-1 3 0,-5 0-7 0,2-4 0 16,3 1-12-16,-4-5-3 0,6 3 2 0,-6-6-1 15,2 2 0-15,-3 2-1 0,-3-5 12 0,-1 1-5 16,-1-1 2-16,-5 1 0 0,-1 4 1 0,1-2-1 16,-4-3 7-16,-2 3-4 0,-8-3 6 0,4 0 5 15,-8 2 5-15,5 2 3 0,-5-2 9 0,-1 3-3 16,-4 2 5-16,3-2 2 0,-1 3 0 0,-1-1-2 15,-3 2 1-15,7 2-3 0,-2-2-4 0,0 2 0 16,7 1-4-16,-5 0 1 0,13 0-2 0,-15-2-2 16,15 2-2-16,-13-1-5 0,13 1-6 0,-15 1-14 15,15-1-9-15,0 0-12 0,0 0-3 0,0 0-7 16,0 0-9-16,0 0-8 0,0 0-14 0,39-6-12 16,-22 3-19-16,6-6-12 0,-3 3 4 0,8-2-10 15,-3 1 3-15,3-1 7 0,2 1 7 0,0-5 18 0,-2 0 2 16,-2 0 15-16,2 1-1 0,-6 4 18 15,-2-5-1-15,-4 4 15 0,4-4 2 0,-3 5 25 16,-2 2 21-16,-7-2 12 0,4-1 16 0,-4 6 21 16,-2-3 24-16,1 0 13 0,-4 2-1 0,-3 3-11 15,7-5-6-15,-7 5-5 0,0 0-4 0,0 0-8 0,0 0-5 16,0 0-3-16,13 8-4 0,-13-8-3 16,-3 8 0-16,6-4-1 0,-1 8-2 0,-2-5 0 15,2 1-6-15,1 4 1 0,-2-4 1 0,8 7-3 16,-4 0-1-16,0-4-4 0,1 2 5 0,6 1-5 0,-2-2 1 15,1 1-3-15,4-3-3 0,-5 2 0 0,3 0-1 16,1 0 0-16,-3-1-4 0,4-2 1 16,-8 0-5-16,3 0 0 0,-5 0 5 0,1-2-1 15,1 3 7-15,-5-1 15 0,3-2 13 0,-5 5 5 0,-7-4 12 16,5-1 5-16,-9 4 3 0,2-2-6 0,-2-2-3 16,-6 5-2-16,1-3-4 0,-4 2-3 0,2-4-8 15,-2 1-8-15,3-3-3 0,2 2 1 0,2 0-6 16,3-6-4-16,-1 4-4 0,2-3 3 15,1-1-7-15,8-1-3 0,-12 4 1 0,12-4-7 0,0 0-11 16,0 0-9-16,0 0-9 0,19-13-10 0,-4 6-14 16,1-1-7-16,1-4-10 0,4 5-7 0,6-9-3 15,-2 0-4-15,4 2 7 0,-1-5-6 16,1 4-6-16,-6 0 8 0,7-3 3 0,-9 2 6 0,6-2 6 16,-8 6 5-16,-2-2 7 0,-2 2 6 0,-4-5 11 15,-4 6-2-15,6-3 3 0,-6 4 16 0,3 0 15 16,-10 3 14-16,5-3 5 0,-4 0 10 0,1 9 17 15,1-5 0-15,-1 0 10 0,3 2-2 0,-5 4 5 16,0 0 4-16,-2-10-6 0,2 10 5 0,0 0-5 16,0 0-3-16,0 0-5 0,-23 20-5 0,17-14-4 15,-4 5-10-15,3-3-3 0,0 1 5 0,4 2-11 16,-2 5-1-16,4-5 5 0,1 1-11 0,-2 2-9 16,2-1 2-16,0-1-1 0,5 0-6 0,6 2 1 15,4-6-4-15,-5 2 0 0,10-3-9 0,5 0-19 16,8-4-14-16,-2-1-2 0,6-2-27 0,8-2-7 15,3-8-2-15,-2 3-2 0,-1-3 7 0,-2-2 2 16,3-1 6-16,-3-1 6 0,2-2 4 0,-14 4 6 16,-3-2 7-16,7 1 3 0,-12-1 5 0,4 2 2 15,-9 4 11-15,-3-3 13 0,0 7 29 0,-9-4 28 16,3 4 7-16,-1-3 2 0,-3 3-1 0,-2 1-2 16,-3 3-6-16,0-9-2 0,0 9-6 0,-11-4 0 15,11 4 4-15,-20 1 1 0,20-1-4 0,-22 4 3 16,4-1-2-16,0 5 3 0,0 3-4 0,-2-4-4 15,-3 11 7-15,-1-4-3 0,5 2-5 0,-11-1-2 16,8 3-5-16,1-2 3 0,2 4-5 0,5-6 0 16,2 0-8-16,-1 1 0 0,3 2 0 0,3-2-13 15,-1 0 2-15,5-8 14 0,1 5-15 0,4-1-4 16,-2-2 8-16,3-2-1 0,4 0-5 0,1-3 2 16,7-1 2-16,0-3-4 0,6-2 0 0,-1-2-3 15,6-4 5-15,3-4-9 0,-1 4 0 0,-5-8 0 0,7 3-2 16,-4-7 4-16,1-1-1 0,-1 2 3 15,-4-2-5-15,-1-6 3 0,2-7 3 0,-1-1 6 16,-6 5-3-16,-7 0-10 0,4 0-2 0,-8-2 12 16,-2 3-3-16,4 0 0 0,-4 1 16 0,0 1 7 0,-6-4 25 15,0 7 26-15,3-1 15 0,-7 5 21 0,4 0 17 16,-2 4 11-16,-2-2 1 0,4 6 0 16,0 2-4-16,-1 1 0 0,-1-1-11 0,-1 2-14 15,4 2-12-15,-6 2-14 0,5-3-18 0,3 7-11 0,0 0-7 16,0 0-8-16,0 0-3 0,-10 14-9 0,8-3-9 15,-1 5-12-15,3 0-8 0,0 8-14 16,0-4-7-16,3 12-5 0,0 0-7 0,4-1-8 16,-2 9-15-16,5-1-13 0,-2-2-13 0,5-5-25 0,-1-3-20 15,6 11-28-15,4-4-21 0,-1-3-5 0,-4-6-30 16,1-2-25-16,-2-2-40 0,6-8-39 0,3 0-41 16,0 1-291-16,-7-12-698 0,3 0 310 0</inkml:trace>
  <inkml:trace contextRef="#ctx0" brushRef="#br0" timeOffset="2100.03">5988 935 134 0,'5'-8'384'0,"-2"2"-9"16,-1-2-31-16,1 5-35 0,1-2-34 0,-4 5-37 15,0 0-25-15,0 0-14 0,0 0-19 0,10 20-26 16,-7-10-17-16,2 6-9 0,-2 4-14 0,4 7-13 16,-2 3-7-16,-2-2-5 0,9 8-6 0,-9 9-11 15,5-6-7-15,-3-1 0 0,2-10-12 0,3 13-1 16,-5-7-13-16,5-4 2 0,1 1 5 0,-3-1-5 16,1-1-9-16,4 1 1 0,-5-8-9 0,7 2-6 15,-10-7-20-15,-2-2-25 0,6 3-24 0,-4-10-21 16,1-1-17-16,-4 2-21 0,5-2-47 0,-7-5-68 15,0-2-57-15,0 0-238 0,0 0-563 0,0 0 249 16</inkml:trace>
  <inkml:trace contextRef="#ctx0" brushRef="#br0" timeOffset="2333.17">5968 1116 98 0,'-1'-9'389'0,"-1"1"-17"0,2-2-18 0,0 1-20 16,0-1-8-16,2 2-22 0,-1-4-17 0,4 0-24 16,2 4-26-16,-4-1-27 0,7-1-18 0,2 1-25 15,-1-3-15-15,2 4-19 0,2 0-11 0,4-2-4 16,4 3-22-16,-3 4-27 0,1-3-21 0,4 3-28 16,-4-2-35-16,13 4-43 0,-8 1-30 0,-1-2-39 15,-5 5-48-15,1-3-42 0,7 4-64 0,-8-3-274 16,-3 1-602-16,-1-1 266 0</inkml:trace>
  <inkml:trace contextRef="#ctx0" brushRef="#br0" timeOffset="2549.94">6038 1241 132 0,'-5'2'196'0,"5"3"-6"0,0-5-5 15,0 8-13-15,6-6-14 0,-6-2-10 0,20 7-21 16,-5-3-16-16,3-3-5 0,7 2-12 16,2-1-15-16,11 0-13 0,-7-1-28 0,2-2-29 15,-1 1-21-15,1-4-33 0,15 1-25 0,-17 2-27 0,2-10-21 16,-1 10-14-16,3-5-92 0,-6 3-240 0,-1-2 106 16</inkml:trace>
  <inkml:trace contextRef="#ctx0" brushRef="#br0" timeOffset="3099.92">6680 1256 55 0,'-5'5'144'0,"0"4"6"0,-2-1 0 0,1-1-6 0,-1 3 4 15,0-3 1-15,1 2-7 0,-2 0 0 0,-1 0-2 16,4-2-7-16,-1 7-17 0,-4-2-2 16,5 0-11-16,1 3-5 0,-2-3-6 0,6-1-12 0,0 1-1 15,0-2-12-15,-7 0-6 0,7 1-4 0,7 1-7 16,-7-1-1-16,5-3 4 0,5 2-8 0,-5 2-7 15,6-5-3-15,-2 1-1 0,2-6-3 0,4 6-6 16,2-4-1-16,1-1-2 0,-2-3-4 0,-1-3-10 16,5 3-7-16,-2-4-8 0,-6-1-5 0,4 0-2 15,-6-1-3-15,0-1-1 0,0 2 3 0,-1-9-5 16,-1 6 7-16,-2-1-1 0,1-1 4 0,0 1-1 16,-6 1 4-16,-2 1 3 0,1-2 5 0,-5-2 6 15,3 7 10-15,2-5 8 0,0 3 7 0,0 6 12 16,-7-9-4-16,6 3 10 0,-6 0 0 0,7 6 2 15,-3-9-1-15,3 9-5 0,-3-5 1 0,3 5-8 16,0 0 0-16,0 0-7 0,3-7-1 0,-3 7-6 16,0 0 3-16,11-1-4 0,-11 1 6 0,15 0-13 15,-1 0-1-15,-1 1-4 0,3-1-4 0,-1 6-2 16,7-5 4-16,-7 4 4 0,10 2-5 0,-7 0-3 16,3 0-3-16,-4 2 1 0,3 2-1 0,-5-3-1 15,1 4 1-15,1 0-2 0,3-1 0 0,-12 1-3 16,0-5 0-16,7 5 2 0,-15-4-2 0,3-1 1 15,1 2 0-15,-3-1 1 0,-1-2 4 0,0-6 1 16,-1 12 19-16,1-12 16 0,-7 6 15 0,7-4 11 16,0-2 28-16,0 0 13 0,0 0 9 0,0 0 6 15,0 0 6-15,-30-8-8 0,30 0-2 0,-8 3-8 16,8-5-12-16,-7 3-12 0,7-2 0 0,0-2-21 16,0-1-6-16,2 0-20 0,3 1-24 0,3-5-29 15,-1 1-31-15,4 0-38 0,1 3-40 0,5-3-35 16,1 3-47-16,-2 2-51 0,6 1-42 0,-2 1-45 15,-4 1-238-15,4 2-630 0,-3-2 280 0</inkml:trace>
  <inkml:trace contextRef="#ctx0" brushRef="#br0" timeOffset="3667.15">7478 1300 149 0,'0'0'218'0,"0"0"-15"0,5 8-11 0,-5-4-6 0,0-4-3 16,6 15-16-16,-4-10-12 0,6 7-5 0,-8 0-11 16,5-3-6-16,2 3-14 0,-6 3-10 15,8 0-11-15,2 2-10 0,-7-1-7 0,7-1-11 16,-8 1-4-16,2-1-5 0,4-5-7 0,-9 2-1 16,6-2-7-16,-4-3-1 0,6 5-6 0,-4-7-2 0,-3 1-1 15,4-2-2-15,0 3 26 0,-5-7 18 0,3 4-16 16,-3-4-6-16,0 0-5 0,0 0-5 15,22-13-5-15,-14 7-3 0,-1-1-1 0,1-2-9 16,0-4-3-16,2 3-1 0,5-4 0 0,-3 1-8 0,1-1 2 16,-3 4-3-16,-2 2-2 0,4-4 6 0,-2 5-3 15,-5 0 3-15,-2 3-1 0,4-5-1 0,-1 2-2 16,4 5-4-16,-10 2 0 0,5-5-3 16,-5 5-2-16,0 0-5 0,15 7 1 0,-15-7 6 15,8 8-3-15,-1 0-1 0,-7 1-1 0,7 0 8 0,-6 3-11 16,6-3 0-16,0 3 2 0,-6 2 1 0,6-6-3 15,-1 9 0-15,1-6 1 0,0 0 2 0,-6-2-1 16,6-2 1-16,-7 0 3 0,7 4-2 16,-6-9 6-16,-1-2 4 0,7 8 20 0,-7-8 16 0,6 0-1 15,-6 0 10-15,0 0 4 0,15-5 11 0,-6 1 13 16,-3-7 5-16,3 4 10 0,2-1 8 0,-1-4 3 16,3-3 4-16,-4 2 4 0,-1 2 5 0,3-2-2 15,-6 2-3-15,5 0-3 0,-1-3-6 0,2 4-6 16,-4 2-11-16,-1 1-10 0,1-1-11 0,1 4-6 15,-3-3-8-15,-1 6-6 0,2-2-13 0,-6 3-7 16,0 0-4-16,22 0-21 0,-22 0-26 0,11 3-34 16,-7 3-44-16,1 1-32 0,1 1-31 0,-2 4-32 15,1-3-19-15,4 3-31 0,-5 1-32 0,-1 1-48 16,0-1-58-16,-1 2-295 0,0 1-729 0,3 0 323 16</inkml:trace>
  <inkml:trace contextRef="#ctx0" brushRef="#br0" timeOffset="4399.89">9701 1230 264 0,'13'-15'275'0,"0"2"-5"0,-5-4-8 0,6-1-5 16,-8 0-9-16,4 0-15 0,-3-7-6 0,-2 6-11 15,-5-8-10-15,1 0-29 0,-6 2-17 0,2 4-10 16,-2 1-12-16,2 4-12 0,-7-2-8 0,0 2-14 16,0 4-9-16,-3-2-8 0,-2 5-7 0,-5 1-19 15,-2 4-6-15,1 0-6 0,-4 4-3 0,-8 1-6 16,8 5-4-16,-6 0-6 0,3 4-3 0,-1 1-2 16,5 6-3-16,-1-6-9 0,8 5 3 0,1-3-4 15,-4 5-1-15,7-3-4 0,4 1 4 0,1-1-4 16,5 1 2-16,-1 3-9 0,4-3 10 0,0 3-2 15,5-4 0-15,5 5-3 0,-1-5-1 0,4 1 3 16,8 4-1-16,1-2 15 0,1 2-15 0,4-5-4 16,-3 1 2-16,6 3-1 0,-2-6-3 0,-3 9 1 15,3-10-2-15,0 8 2 0,1-6 3 0,-6 2 0 16,2 0-2-16,-6-1-1 0,-5-1 0 0,1-1-10 16,-6 1 20-16,5-1-23 0,-4 1-2 0,-5-1-3 15,0 1 1-15,-4-4 9 0,-2 2-5 0,-3 1 1 16,1-3 14-16,-5 2-14 0,-4-2-7 0,-4 4-3 15,1-7-7-15,-2 3-11 0,1-5-10 0,-1 0-15 16,2 1-10-16,0-6-7 0,0 1-7 0,9-2-17 16,6 1-30-16,-14 0-39 0,6-6-28 0,8-3-32 15,0 9-30-15,10-23-169 0,0 10-469 0,0-1 208 0</inkml:trace>
  <inkml:trace contextRef="#ctx0" brushRef="#br0" timeOffset="4733.05">10071 1332 102 0,'-5'4'206'0,"0"10"0"16,-5-6-8-16,4 5-9 0,-1 1-4 0,-3-2-10 15,5 3-13-15,-3 0-6 0,1-2-18 0,7-2-3 16,-1 2-3-16,1 2 5 0,0-5-10 0,1 2-3 0,6 0-10 16,0-2-4-16,-1 0-3 0,4-1-10 0,3-3-9 15,1 5-3-15,2-6-7 0,1 2-8 16,-2-6-8-16,6-1-7 0,-4 0-1 0,-4 0-8 15,0 0-3-15,0-1-3 0,1-3-4 0,-6-1-5 0,2-5-2 16,-2 6-1-16,-1-2-6 0,-1-6 1 0,-2 5-2 16,-3-3-2-16,1-2-1 0,-2 2 0 0,-2 1-4 15,-3 0 5-15,-1-3 0 0,-1 3-1 0,-1-3 2 16,-2 4-4-16,2 1 2 0,-4 1-6 0,4-1-5 16,-2 0 4-16,-3 3-6 0,3 1-15 0,-2 2-17 15,1 1-28-15,11 0-19 0,-20 3-27 0,15 1-19 16,-4-1-17-16,9-3-24 0,-1 10-22 0,2-3-15 15,3 0-33-15,2-3-191 0,8 7-456 0,-4-2 202 16</inkml:trace>
  <inkml:trace contextRef="#ctx0" brushRef="#br0" timeOffset="5466.95">10619 1324 2 0,'2'-19'135'0,"3"2"3"0,-10-1 6 0,5-10 14 15,0 10 6-15,0 1 14 0,-2-2 5 0,-1-1 12 16,-2 4-4-16,0-3 10 0,3 2 1 0,-1-1-1 16,-4 3-13-16,2-3 4 0,0 9-19 0,-3-4-7 15,5 3-8-15,-2 2-19 0,2-1-16 0,-1 1-11 16,1 2-12-16,-2 3-16 0,2-2-13 0,3 5 8 16,-14-4-17-16,14 4-12 0,0 0-2 0,-19 8-7 15,12-4-4-15,2-1-6 0,-2 3-4 0,-3 0 8 16,5 7-16-16,-1-2 3 0,1 4-6 0,-2 1 2 15,1 1-5-15,2 4 1 0,-1 3 0 0,2 2-2 16,0 2-6-16,3 2 3 0,-2 0-4 0,4-1-4 16,1-1-7-16,5 2-12 0,-1 0 2 0,3-5 3 15,1 4 3-15,1-4-4 0,6-5 7 0,-3 5-6 16,3-4 2-16,-3-7 7 0,3 2-7 0,7-5 6 16,-8 1-1-16,4-6 2 0,2-3 0 0,4 1-2 0,-6-5 4 15,-1-2 1-15,-1 3-4 0,0-5 2 0,0-3 0 16,0-3 13-16,-2 3-17 0,1-7 7 15,-5 3-2-15,-1-3 2 0,-4 3 2 0,1 0 4 16,-3-3 4-16,1 2 7 0,-1 1 8 0,-6 2 11 0,5-1 5 16,-1-1 10-16,-4 4-6 0,-4 0 0 0,4-3 2 15,4 8-5-15,-4-6-9 0,0 9-3 0,0-6-8 16,0 6-6-16,-4-6 1 0,4 6-7 16,0 0 1-16,0 0-7 0,0 0-5 0,-9 15 16 0,9-15-19 15,-4 15 6-15,4-3-10 0,0-3-4 0,0 3 0 16,0-1 0-16,2-1-4 0,0 3 7 0,2-1-13 15,1 2 10-15,0-1-13 0,2-3 8 0,1-1 6 16,1-4-3-16,-1 0 8 0,-2 1 3 0,6-3-6 16,-4-2 6-16,6-2-4 0,-14 1 4 0,16-3-4 15,-1-3 3-15,-3-1 3 0,-2-4-5 0,3 0 3 16,0-2-2-16,-3-1-1 0,3-1 7 0,-3 2-3 16,2-2-2-16,1-1 8 0,-5 1-7 0,2 1 4 15,-2 1 8-15,4 1-9 0,-9 2-1 0,2 5 7 16,0-6 0-16,-1 3-4 0,1 6-7 0,-2-3 6 15,-3 5-5-15,0 0-1 0,0 0-4 0,0 0 1 16,0 0 7-16,11 19-3 0,-7-11 1 0,-1-1 7 16,4 5-5-16,1-1 0 0,0 4 1 0,1-3-5 15,0 3 4-15,5-3 3 0,2 0-1 0,-1 3-7 16,-3-3-7-16,3 0 3 0,0-5-18 0,-1 1-12 16,1-1-12-16,5-2-16 0,-5-2-17 0,2-2-24 15,-2-2-21-15,-2 0-36 0,2-4-23 0,1 0-30 16,1-8-48-16,1 1-214 0,-2 2-521 0,-2-9 232 15</inkml:trace>
  <inkml:trace contextRef="#ctx0" brushRef="#br0" timeOffset="6017.43">11566 747 5 0,'-2'-8'307'0,"-1"3"-11"0,-2-5-17 0,5 10-21 15,0-5-28-15,0 5-26 0,0 0-19 0,8-5-24 16,-8 5-16-16,0 0-15 0,20 10-10 0,-7 1-16 16,-4 1-8-16,-1 3-10 0,7-3-9 0,-9 4-8 0,9 11-3 15,-1-1-10-15,-6-2-9 0,0 6-1 0,0 1 0 16,6 8-7-16,-6 0-8 0,7 8 5 0,-4-1-9 16,-2 1 3-16,-3-1-5 0,3 0-2 15,-1-7-5-15,-2 3 2 0,-1-3-2 0,2-8-6 0,-4-3-1 16,2-2-3-16,2-2-7 0,-2-5-5 0,-5 0-7 15,5-6-8-15,-5-3 0 0,5 4-9 16,-4-6 1-16,-1 1 2 0,2-5-1 0,-2-4-7 16,0 0-16-16,0 0-16 0,0 0-13 0,0 0-16 0,0 0-12 15,-3-27-12-15,-2 15-13 0,3-2-7 0,-1-7-2 16,-2 5 1-16,0-2 6 0,-2-2 9 0,4 4 14 16,-9-3 11-16,6 2 23 0,2-4 24 0,-7 5 22 15,8 2 13-15,-9-1 29 0,5 0 22 0,4 8 18 16,-9-10 16-16,6 12 20 0,6-2 17 0,-3 2 12 15,-2 0 12-15,5 5 0 0,-2-7-4 0,2 7-8 16,0-7-10-16,0 7-11 0,2-4-13 0,-2 4-7 16,8-7-9-16,3 7-5 0,-11 0-5 0,17 0-4 15,-4 3 0-15,0-3-10 0,4 5 1 0,-2-3-3 16,0 3 0-16,1-2-2 0,4 2-2 0,-3 2-8 16,-2-2-4-16,0 2-1 0,3-2 9 0,-8 1-14 15,3 2 0-15,2 2-1 0,-2-1-4 0,-3 0 3 16,0 3-6-16,0 2 0 0,0-2-5 0,-2-1-19 15,-1 5-9-15,1-4-33 0,-1 3-22 0,-1-2-22 16,3 2-32-16,-5-1-16 0,-2-6-25 0,6 4-27 16,-1-4-43-16,-2-2-153 0,-3-3-427 0,4 3 190 15</inkml:trace>
  <inkml:trace contextRef="#ctx0" brushRef="#br0" timeOffset="6699.78">12312 1302 196 0,'0'0'228'0,"0"0"-8"15,0 0-16-15,0 0-5 0,-6 22-8 0,4-15-11 16,2 1-11-16,2 7-14 0,1-4-14 0,-3 1-13 16,5 1-10-16,2 1-13 0,-7-2-9 0,6-1-11 15,-4 2-3-15,5-1-10 0,-4-3-9 0,0-1-4 16,4 2-3-16,1-3-5 0,-1 1 1 0,-1-4-11 15,1 4-4-15,-4-4-3 0,4-1-2 0,6-1-5 16,-13-2-15-16,8 0-5 0,-8 0 2 0,24-5-12 16,-18 3 1-16,1-1 0 0,-1-4 1 0,3 0 0 15,-3 2-1-15,3-2 3 0,-3-1 1 0,-1-1 10 16,-3 1 8-16,-1 0 7 0,6-3 12 0,-2 1 13 16,-10 1 12-16,5-3 5 0,0-2 13 0,0 4 9 15,2-5 2-15,-2 4-4 0,-2-1 1 0,4 2-1 16,-4-2-3-16,2-4 0 0,0 9 2 0,0-5-11 15,2 4 10-15,1 1-22 0,-3 7-11 0,7-13-4 16,-7 5-4-16,0 8-7 0,8-10-6 0,-1 9-6 16,-7 1-11-16,11-4-5 0,-11 4-9 0,0 0 2 15,23 5-13-15,-23-5 3 0,20 7-8 0,-8-2-5 0,-4 2 2 16,0 5-9-16,6-1-9 0,-3 4-3 16,1-6-7-16,3 9-2 0,-7-9 8 0,7 9-13 15,-5-6 2-15,1 3-3 0,-2 0 4 0,-1-3 4 16,0 1 7-16,5-2 1 0,-11-2 3 0,5 0 2 15,-1-1 3-15,1-3 3 0,-5 5 9 0,4-6-2 16,-6 1 6-16,7-2 38 0,-7-3 10 0,6 2 6 16,-6-2-13-16,0 0 4 0,0 0 3 0,0 0 8 15,0 0 8-15,15-14 13 0,-10 6 2 0,-3 2 4 16,5-2 3-16,1-2-4 0,-7 1 14 0,6 1 5 0,0-4 5 16,-4 4-6-16,10-3-9 0,-6-1-5 0,4 0-4 15,-6 3-5-15,5 0-5 0,-5 1-5 0,5 4-6 16,-1 0-4-16,-1-3-7 0,-2 0-4 15,4 2-6-15,-1 3 0 0,-9 2-9 0,13 0-2 0,-13 0-2 16,15 0-1-16,-4 1-1 0,-4 7-3 0,5 2 0 16,-6-4-2-16,2 1-11 0,7 2-14 0,-6 2-13 15,-3-4-19-15,1 2-25 0,3-1-15 0,-2 4-13 16,2-2-37-16,-3-1-21 0,-6-1-29 16,6-1-36-16,-5 1-45 0,4-2-38 0,1 3-59 0,-7-5-215 15,6-2-633-15,-6-2 280 0</inkml:trace>
  <inkml:trace contextRef="#ctx0" brushRef="#br0" timeOffset="6882.9">12609 820 203 0,'-4'-10'309'0,"-2"-2"-30"0,4 4-27 15,-1 3-28-15,-1-3-29 0,4 8-53 0,-5-6-69 16,5 6-70-16,-8-3-73 0,8 3-87 0,0 0-86 16,-15 8-262-16,7-6 117 0</inkml:trace>
  <inkml:trace contextRef="#ctx0" brushRef="#br0" timeOffset="9116.09">2390 2721 177 0,'0'0'191'15,"0"0"-13"-15,0 0-15 0,-10 0-15 0,10 0-9 16,0 0-12-16,0 0-9 0,0 0-3 0,0 0 2 16,0 0-4-16,0 0 2 0,0 0-6 0,0 0-7 15,30 6-4-15,-22-5-12 0,-8-1-4 0,20 0-5 16,-12 0 0-16,5 2-10 0,-3 1-3 0,2-3-2 15,4 2-5-15,1 0-4 0,3 1-5 0,-2-1-3 16,2-2-2-16,3 2-4 0,5-2-7 0,2 1 0 16,0 2 2-16,-1-3-5 0,6 0-3 0,-3 0-5 15,2 0 2-15,11 0-1 0,0 0-6 0,-10 1 3 16,11-1-2-16,-1 3-2 0,-2-1 0 0,1-1 5 16,-9-2 3-16,2 2 7 0,-4 1 1 0,11-2 6 15,-1-2-8-15,4 4-2 0,1 1 0 0,-5-6-3 16,-7 3 2-16,9 0 2 0,1 3-1 0,-1-3-7 15,-9-3 7-15,-4 3-6 0,17-2-1 0,-6 2-3 16,2 0 0-16,1-6-1 0,-12 6-3 0,10-1 0 16,-11-2-1-16,4 6-2 0,-3-7 2 0,11 4 0 15,-8-2-2-15,-1 2 4 0,10-2-5 0,-1 4 4 16,-2-4-6-16,3-1 9 0,-12 2-4 0,2 0-4 16,9-4 5-16,-9 5-2 0,7-2-3 0,-10-1-1 15,4 3 0-15,7-1 0 0,3-3 2 0,-6 2-4 0,9 2 1 16,-6-3-1-16,-1-2 0 0,4 5-6 15,-3 0 4-15,1-1-3 0,5 2 3 0,-6-1-1 16,-1-2 0-16,7 2 2 0,-8 0-2 0,2 0 1 16,3 1 2-16,-6-1-4 0,-6-1 6 0,14-1-6 0,-2 2 1 15,-1 0-4-15,2-3 6 0,2 1 1 0,-2 1-2 16,0-1-3-16,0 2 0 0,1 0-1 16,-4 0 0-16,8-1 2 0,0-2-1 0,2 0-1 15,-2 2 2-15,-2-6-2 0,7 6 3 0,-7-2-2 0,9-2-2 16,-7 2 4-16,0 2-1 0,3-5-1 0,-3 1 1 15,5 1 0-15,-2 0-1 0,0-1-1 16,2-2 1-16,0 3 1 0,3 0 1 0,1-2-2 16,-6 1 2-16,4 2-2 0,-4-2 3 0,3-2-5 0,6 3 4 15,-4-4 11-15,-3 7-12 0,2-1 1 0,-2-3-4 16,0 1 0-16,-4 0 2 0,2 3 2 0,1-1-5 16,-4-2 1-16,0-1 4 0,-2 2-3 0,0 0 0 15,2 0 1-15,0-2-3 0,-5 3 3 0,2-3-2 16,0 4 6-16,6-6-1 0,-5 6-3 0,2-2 1 15,0 6-1-15,-5-6 0 0,0-2 0 0,0 2-3 16,0 1 3-16,-2-3 1 0,1 3-2 0,-1-1 4 16,0-1-1-16,-4 1-1 0,6 0-1 0,0-2-2 15,-5 4 3-15,0-2 1 0,3 3-6 0,2-5 4 16,-3 2 8-16,3-1-9 0,-13 1-2 0,9-5 2 16,6 7-2-16,-4-5 14 0,-1-3-14 0,0 8 4 15,3-1-3-15,-2-3-1 0,-3 2 2 0,5 2 4 16,0-2-2-16,-5-3 3 0,3 3-7 0,-1 3 2 15,0-4 2-15,4 4-5 0,-4-7 6 0,-2 3-2 16,2 1-5-16,1 2 7 0,-3-4 1 0,2 2-5 16,3-1 5-16,-5 2-2 0,5-4-2 0,-5 2 5 15,7-3 2-15,-4 3-3 0,-3 0 11 0,3 0-12 16,-1 1 7-16,5-4-3 0,-1 1 6 0,-9 3-1 16,8-3 2-16,-2 4-5 0,-1-8-4 0,0 9 4 15,0-4 2-15,4-1-2 0,-4 5 3 0,0-3 0 16,3-1-4-16,-4 0-1 0,-11 0 2 0,12 2 16 15,-7-1-22-15,5 1 4 0,5-2 0 0,-6 3 4 16,-1 0 1-16,-5-1 1 0,12 0-1 0,0-2 3 16,-3 1 2-16,0 1 9 0,-7 1-15 0,5-3 2 15,6 3-1-15,-2-4 3 0,-3 0 1 0,0 3-5 0,4 2 3 16,-15-3-3-16,3 0-3 0,9 1-3 16,-11 2 2-16,3-4 3 0,-6 3 0 0,1-2-3 15,3 4-3-15,-6 0 4 0,8 3 2 0,-6-3 4 16,-3-6 9-16,2 5-10 0,5-1-2 0,-5 2 2 0,-1-2 2 15,0 2-4-15,-8-3-1 0,1 3-3 0,-1 0-1 16,-3 0 5-16,2 3-2 0,-3-6-1 0,-2 2 0 16,-5 1-1-16,1 0 0 0,-11 0 2 15,15 0 3-15,-15 0-1 0,15-1 0 0,-7-1 7 0,-8 2-8 16,0 0 5-16,15 0-6 0,-15 0-1 0,7-1 3 16,-7 1-2-16,0 0-5 0,20 0 5 0,-14-4-5 15,-6 4 5-15,17 0 1 0,-11-1-10 0,-6 1 5 16,17-2-3-16,-2 2-19 0,-4-1-26 0,3-2-33 15,-3 2-37-15,3 1-53 0,-5-5-75 0,5 3-109 16,-4-2-256-16,1 1-657 0,-2-3 291 0</inkml:trace>
  <inkml:trace contextRef="#ctx0" brushRef="#br0" timeOffset="22332.08">6590 4138 173 0,'0'0'228'0,"-13"-4"-16"16,13 4-7-16,0 0-10 0,-1-4-12 0,1 4-14 15,0 0-17-15,0 0-14 0,0 0-1 0,0 0-2 16,0 0-9-16,0 0-8 0,0 0-7 0,0 0-7 0,0 0-5 15,0 0-8-15,28 7-9 0,-20-6-6 0,-8-1-7 16,17 5-3-16,-6-5 7 0,4 2-8 16,2-2-1-16,7 0-3 0,-5 0-9 0,5 1-3 15,6-2-8-15,3 1-1 0,0 0-4 0,17-2-2 0,-5 2-4 16,1 0-6-16,2-3 2 0,-3 1-4 0,1 2-6 16,5-1 4-16,-6-2-2 0,6 3-3 0,-3 0 3 15,5 0-11-15,-3-3 4 0,5 3-1 0,-4 0-3 16,-1 0-1-16,1 0 1 0,0 0-2 0,-3 0 4 15,5 3-1-15,-3-6-3 0,1 2-1 0,-1-3 1 16,1 8-2-16,4-8 7 0,-6 8-7 0,1-8-1 16,3 3-1-16,-7-1 0 0,9 2 10 0,-2 0 6 15,2-1-19-15,3-3 3 0,-7 2-4 0,7 0 8 16,-5-1-3-16,5-1 0 0,0 1-1 0,-4-2-4 16,4 4 5-16,2-1 0 0,-2-2-1 0,0 3-2 15,1-3 3-15,-3-3-3 0,1 6 5 0,-8-2-3 16,8-2 3-16,-3 5-3 0,-2-3-3 0,-3-1 13 15,4 0-11-15,0 0-3 0,-1 0 13 0,4 2-8 16,-5 2-4-16,2-1 0 0,-2-4-2 0,-1 3 8 16,3 2-8-16,-7-1 5 0,11 1-2 0,-8-3 1 15,3 2-1-15,-1 1-1 0,-1-2 2 0,1 2-5 16,3 0 3-16,-1-2 4 0,-6 4 1 0,4-4-3 16,0 2-2-16,2 0 7 0,-5 0-3 0,0 0-2 15,0-3 0-15,-3 6 2 0,5-6-5 0,4 3 5 0,-12-4-1 16,4 4 2-16,-1 0-2 0,4-5 0 15,-4 2-1-15,8 2 2 0,-3-1-2 0,-1 1-3 16,-1 1 5-16,4-3-3 0,-1 0 1 0,2 1-1 16,-2 2 2-16,2-3 1 0,-5 2-1 0,4 1 1 0,-6 0-3 15,4-3 4-15,-1 3-3 0,-1-3 1 0,-3 3-1 16,5-6-2-16,-4 4 4 0,-13 1-4 16,3-2 5-16,-4 2-2 0,3-3 0 0,-2 1 1 15,1 2 0-15,1 0-4 0,-3-1 2 0,-1-1 9 0,6 1-8 16,-3-1 1-16,-2-1-8 0,4 0 8 0,1 2 0 15,6-3-6-15,-7 4 15 0,0-2-8 0,11 2-6 16,-4-4 3-16,-5 3 0 0,5-2 0 16,-7 1 0-16,9 2 0 0,-10 1 0 0,-2-4-1 0,0 4-4 15,0-3 4-15,-3 2-2 0,6 0 3 0,-6 1 1 16,-2-3-2-16,2-2 5 0,-8 5-4 0,-1 0 1 16,-1-3-5-16,-2 3 4 0,0 0-2 0,-1-3 4 15,-4 0-2-15,5 1-2 0,-9 1 6 0,2 1 1 16,-3-2-5-16,-8 2 0 0,17 0 1 0,-10-1 2 15,-7 1 0-15,15 1 9 0,-15-1 3 0,6-4 0 16,-6 4 0-16,0 0-4 0,0 0 4 0,0 0 8 16,0 0-7-16,0 0-6 0,15 3 3 0,-15-3-1 15,0 0-2-15,0 0-3 0,0 0 4 0,0 0-4 16,7 1 3-16,-7-1 3 0,0 0-13 0,0 0 6 16,0 0-3-16,0 0 8 0,0 0-10 0,0 0-1 15,0 0 2-15,0 0-8 0,0 0 2 0,0 0 2 16,0 0-2-16,0 0 1 0,5 5 1 0,-2 1 4 15,-3-6-8-15,7 9-1 0,-7-5 5 0,0 4 4 16,1 1-5-16,3 0-2 0,0 0 1 0,-4 1 0 16,5 6 5-16,-3 0-3 0,5 0 2 0,-1-1-7 15,-4 5 19-15,5-2-15 0,-1 6 4 0,1-2-4 16,1 2 13-16,-3-5-8 0,-3 1-7 0,6 3-1 16,-1-4 5-16,3 3 5 0,-5 0-4 0,4 4-1 0,-4-7 2 15,2 0 1-15,1 4 1 0,6-3-7 0,-11-1 5 16,8-1 5-16,-7 2 1 0,6-3 3 15,-4-2 2-15,-1 5 0 0,0-4-2 0,2 4-2 16,0-2 0-16,-1-3 0 0,-3 1 15 0,2 3-14 0,4 1 4 16,-8-2 6-16,4-1-10 0,4 2 5 0,-8 1 6 15,4-1-13-15,-1-2 5 0,2 10-3 0,1-9 11 16,-2 8-6-16,1-7-3 0,-1 6 4 16,0-7-4-16,0 6 5 0,-1-4-4 0,4 2 1 0,-2-2-1 15,1 4-3-15,-7-5-1 0,8 4 7 0,-1-1 1 16,0 5 4-16,-6-7-7 0,8 4 12 0,0-2-12 15,-5 1-1-15,2 0 12 0,1-3-11 0,-2 3-5 16,2 3 5-16,-2-9-4 0,3 6 2 0,-3 1 6 16,1-2-15-16,-4-2 18 0,5-1-17 0,-7 4-5 15,6 1 10-15,-4-8 6 0,5 10-9 0,-7-6-4 16,1-1-4-16,-1 0 2 0,7 2 4 0,1-3 1 16,-3 1-6-16,2-2 3 0,-6 0 2 0,4 1 1 15,-1 0 0-15,2 1 2 0,1 0 3 0,-2-3-1 16,-2 2 1-16,-1 0-1 0,3-2 0 0,0 2-2 15,-2-3 5-15,4 2 6 0,-2-2-8 0,-4 3 6 16,6-5-5-16,-4 6 1 0,-3-4 0 0,5 1-5 16,0 2 7-16,-3-5-3 0,1-1 2 0,2 5-2 15,0 1 0-15,-2-3 3 0,1-3-5 0,-1-1 1 16,-1 4-1-16,1-2 0 0,-1-1-5 0,-1 0 4 16,4-3 0-16,-3 0 1 0,3 2 1 0,-5-4 0 15,3 1-3-15,2-1 7 0,-5-1-1 0,0 0-1 16,0-6 6-16,2 10 8 0,-1-4-2 0,-1-6 10 0,0 8 10 15,0-8 5-15,4 3 3 0,-4-3 5 0,0 0 1 16,0 0 0-16,0 0-1 0,0 0-2 16,0 0-3-16,1 6-3 0,-1-6-5 0,0 0-4 15,0 0-5-15,0 0-3 0,0 0 2 0,0 0-9 0,0 0 0 16,0 0-1-16,0 0-3 0,0 0-1 0,0 0 1 16,0 0-4-16,0 0-1 0,0 0-1 0,0 0 1 15,0 0 1-15,0 0-2 0,0 0 2 0,0 0-2 16,0 0-1-16,0 0 1 0,0 0 0 0,0 0-5 15,0 0 3-15,-5 7-5 0,5-7 1 0,0 0 1 16,0 0-3-16,0 0 0 0,0 0 0 0,0 0-1 16,0 0 3-16,0 0-6 0,0 0 4 0,0 0-4 15,0 0 2-15,0 0 1 0,0 0 0 0,0 0-5 16,0 0 5-16,0 0-1 0,0 0 6 0,0 0-6 16,0 0 2-16,0 0-5 0,0 0 4 0,0 0-1 15,0 0 2-15,0 0-2 0,0 0-1 0,0 0 2 16,0 0-2-16,0 0 0 0,0 0 0 0,0 0 1 15,0 0-1-15,0 0-2 0,0 0 1 0,0 0 1 16,0 0-4-16,0 0 3 0,0 0 2 0,0 0-3 16,0 0-1-16,0 0 0 0,0 0-2 0,0 0 7 15,0 0-4-15,0 0-7 0,0 0 3 0,0 0 0 16,0 0 3-16,0 0-1 0,0 0-5 0,0 0 6 16,0 0-2-16,0 0 2 0,0 0 1 0,0 0-4 0,0 0 3 15,0 0-1-15,0 0-1 0,0 0 4 0,0 0-3 16,0 0-2-16,0 0 2 0,0 0 0 15,0 0-1-15,0 0 2 0,0 0 0 0,0 0 0 16,0 0 0-16,0 0 2 0,0 0-4 0,0 0 1 0,0 0 1 16,0 0 0-16,0 0 0 0,0 0 1 0,0 0-1 15,0 0-1-15,0 0 2 0,0 0 2 0,0 0-2 16,0 0-1-16,0 0-1 0,0 0 2 0,0 0-2 16,0 0 1-16,0 0-1 0,0 0-1 0,0 0 2 15,0 0 0-15,0 0-1 0,0 0 2 0,0 0-1 16,0 0-4-16,0 0 5 0,0 0-1 0,0 0 1 15,0 0-2-15,0 0 0 0,0 0-1 0,0 0 3 16,0 0 0-16,0 0-5 0,0 0 5 0,0 0-2 16,0 0-3-16,0 0 3 0,0 0 1 0,0 0-1 15,0 0 1-15,0 0 2 0,0 0-1 0,0 0-1 16,0 0 1-16,0 0-2 0,0 0-1 0,0 0 1 16,0 0 1-16,0 0-2 0,0 0 6 0,0 0-6 15,0 0 4-15,0 0-2 0,0 0-2 0,0 0 2 16,0 0-3-16,0 0 3 0,0 0-3 0,0 0 1 15,0 0 2-15,0 0-1 0,0 0-3 0,0 0 6 16,0 0-6-16,0 0 3 0,0 0-1 0,0 0 1 16,0 0 0-16,0 0 0 0,0 0 2 0,0 0-1 15,0 0-2-15,0 0 0 0,0 0 1 0,0 0 1 0,0 0-1 16,0 0-1-16,0 0 5 0,0 0-6 16,0 0 3-16,0 0 3 0,0 0-5 0,0 0 3 15,0 0-3-15,0 0-1 0,0 0 3 0,0 0-1 0,0 0 2 16,0 0-3-16,0 0 4 0,0 0-1 0,0 0-1 15,0 0 0-15,0 0 0 0,0 0 1 0,0 0-3 16,0 0-1-16,0 0 1 0,0 0 2 16,0 0-2-16,0 0 2 0,0 0-3 0,0 0 2 0,0 0 1 15,0 0 1-15,0 0-1 0,0 0 0 0,0 0-1 16,0 0 1-16,0 0-3 0,0 0 1 0,0 0-1 16,0 0 4-16,0 0-4 0,0 0 3 0,0 0-1 15,0 0-5-15,0 0 8 0,0 0-1 0,0 0 2 16,0 0-5-16,0 0 0 0,0 0 6 0,0 0-4 15,0 0 0-15,0 0 0 0,0 0-2 0,0 0-1 16,0 0 2-16,0 0 1 0,0 0-1 0,0 0 0 16,0 0 2-16,0 0-3 0,0 0 1 0,0 0-1 15,0 0 0-15,0 0-1 0,0 0 1 0,0 0-2 16,0 0 0-16,0 0 1 0,0 0 0 0,0 0-1 16,0 0 3-16,0 0-4 0,0 0 1 0,0 0 2 15,0 0-2-15,0 0 2 0,0 0 0 0,0 0 1 16,0 8-1-16,0-8-3 0,0 0 4 0,0 0 2 15,0 0-1-15,0 0 0 0,0 0-1 0,0 0 0 0,-3 4 1 16,3-4 3-16,0 0-4 0,0 0-6 16,0 0 9-16,0 0 0 0,0 0-2 0,0 0 0 15,0 0 0-15,0 0 4 0,0 0-1 0,0 0-4 16,0 0 1-16,0 0 3 0,0 0-4 0,0 0 0 0,0 0 0 16,0 0 2-16,0 0-2 0,0 0 3 0,0 0 2 15,0 0-5-15,0 0 2 0,0 0-1 0,0 0-1 16,0 0 5-16,0 0-4 0,0 0-2 0,0 0 2 15,0 0-1-15,0 0-4 0,0 0 5 0,0 0 0 16,0 0 1-16,0 0-2 0,0 0 0 0,0 0-1 16,0 0 1-16,0 0 1 0,0 0-1 0,0 0-4 15,0 0 8-15,0 0-4 0,0 0 3 0,0 0-2 16,0 0 1-16,0 0 2 0,0 0-5 0,0 0 2 16,0 0 0-16,0 0 0 0,0 0-1 0,0 0-1 15,0 0 5-15,0 0-4 0,0 0 0 0,0 0 1 16,0 0-1-16,0 0 2 0,0 0-1 0,0 0-2 15,0 0 2-15,0 0 0 0,0 0-3 0,0 0 2 16,0 0-1-16,0 0 1 0,0 0 0 0,0 0-4 16,0 0-2-16,0 0 4 0,0 0-1 0,0 0 5 15,0 0-7-15,0 0 2 0,0 0-1 0,0 0-4 16,0 0 3-16,0 0-1 0,0 0 1 0,0 0 0 16,0 0 2-16,0 0-6 0,0 0 8 0,0 0-1 15,0 0 0-15,0 0 0 0,0 0 0 0,0 0-2 0,0 0 4 16,0 0 1-16,0 0-4 0,0 0 3 15,2 5-1-15,-2-5 1 0,0 0 1 0,0 0-1 16,0 0-1-16,0 0 2 0,0 0-1 0,0 0-6 0,0 0 7 16,0 0 0-16,-7 7-6 0,7-7 4 0,0 0 1 15,0 0 1-15,0 0 1 0,0 0-1 0,0 0 1 16,0 0-4-16,0 0 4 0,0 0-2 16,-3 7 1-16,3-7-2 0,0 0-2 0,0 0 5 0,0 0 0 15,0 0-2-15,0 0-1 0,0 0 2 0,-3 6-1 16,3-6-2-16,0 0-4 0,0 0 4 0,-2 7 3 15,2-7-3-15,0 0 2 0,0 0 0 0,0 0 0 16,0 0-4-16,0 0 4 0,0 6 3 0,0-6-4 16,0 0 2-16,0 0-3 0,0 0 1 0,0 0 2 15,0 0-3-15,0 8 5 0,0-8-2 0,0 0 1 16,0 0-1-16,0 0-7 0,0 0 9 0,0 0-2 16,0 0-3-16,0 0 7 0,-7 7-4 0,7-7-2 15,0 0 3-15,0 0-2 0,0 0 2 0,0 0-2 16,0 0 1-16,0 0 2 0,0 0-4 0,0 0 1 15,0 0 1-15,0 0-2 0,-3 4-1 0,3-4 1 16,0 0-2-16,0 0 3 0,0 0 3 0,0 0-4 16,0 0 1-16,2 8 0 0,-2-8 2 0,0 0-1 15,0 0-4-15,0 0 4 0,0 0-1 0,0 0 5 0,-5 6-6 16,5-6-6-16,0 0 9 0,0 0-1 16,0 0 1-16,0 0 0 0,0 0-3 0,0 0 4 15,-2 6-2-15,2-6-1 0,0 0 0 0,0 0 1 16,0 0 7-16,0 0-8 0,0 0-2 0,0 0 4 0,0 0-1 15,0 0-2-15,0 0 3 0,0 0-2 0,0 0 0 16,0 0 0-16,-7 4 3 0,7-4-3 16,0 0 0-16,0 0 1 0,0 8 2 0,0-8-6 15,0 0 3-15,0 0 0 0,0 0-2 0,0 0 0 0,-3 4 6 16,3-4-9-16,0 0 3 0,0 0 0 0,0 0 2 16,0 0-3-16,-3 7 2 0,3-7 1 0,0 0-1 15,0 0-1-15,0 0-5 0,0 0 9 0,0 0-3 16,0 0-3-16,0 0 2 0,-4 4 2 0,4-4 2 15,0 0-5-15,0 0 2 0,0 0 2 0,0 0-3 16,0 0 3-16,0 0-3 0,0 0-1 0,2 8 1 16,-2-8 2-16,0 0-4 0,0 0 3 0,0 0 4 15,0 7-8-15,0-7 3 0,0 0 3 0,-5 6-3 16,5-6 2-16,0 0-1 0,0 0 1 0,0 6-2 16,0-6-4-16,-5 3 8 0,5-3-3 0,0 0 1 15,0 0-2-15,0 8 5 0,0-8-3 0,0 0 0 16,0 0-2-16,0 0 2 0,-5 10 0 0,5-10 1 15,0 0 3-15,-1 7-4 0,1-7 3 0,-4 7-5 16,1-4 1-16,3-3 3 0,0 0-2 0,0 10-5 16,0-10 6-16,-2 7 0 0,2-7 6 0,-3 7-6 15,3-7 0-15,-2 4-7 0,2-4 6 0,-1 11 2 16,-4-7 5-16,5-4-6 0,0 0 1 0,1 9 2 16,-2-6-7-16,1-3 10 0,0 0-5 0,0 9-3 0,0-9 2 15,0 0 1-15,-5 7-2 0,5-7-2 0,0 5 3 16,0-5 5-16,0 0-5 0,5 10 1 15,-5-10-2-15,0 0 1 0,0 0-3 0,0 5 2 0,0-5-1 16,0 0 3-16,0 0-1 0,-5 7 3 0,5-7 1 16,0 0-3-16,0 0 3 0,0 0-3 0,0 0 3 15,0 0-2-15,0 0 1 0,0 0-4 0,0 0 8 16,0 0-7-16,0 0-4 0,0 0 6 0,0 0 1 16,0 0-7-16,0 0 7 0,0 0-1 0,0 0 0 15,0 0 1-15,0 0-1 0,0 0 3 0,0 0-6 16,0 0 2-16,0 0 3 0,0 0-1 0,0 0-5 15,0 0 0-15,0 0-2 0,0 0 5 0,0 0-4 16,0 0 4-16,0 0-4 0,0 0 1 0,0 0-1 16,-4 3 1-16,4-3 0 0,0 0 4 0,0 0-2 15,0 0-3-15,0 0 3 0,0 0-4 0,0 0 6 16,0 0-2-16,0 0 4 0,0 0-2 0,0 0-2 16,0 0-6-16,0 0 5 0,0 0 1 0,0 0 1 15,0 0 3-15,0 0-5 0,0 0 6 0,0 0-6 16,0 0 4-16,0 0-1 0,0 0-1 0,0 0 4 15,0 0-3-15,0 0-1 0,0 0 2 0,0 0-4 16,0 0 0-16,0 0-1 0,0 0-2 0,0 0 5 16,0 0-4-16,0 0-2 0,0 0 6 0,0 0-6 0,0 0-1 15,0 0 5-15,0 0-1 0,0 0 0 16,0 0 2-16,0 0-2 0,4 7 6 0,-4-7-8 0,0 0 2 16,0 0 2-16,-4 7-2 0,4-7 2 15,0 0-3-15,4 7 5 0,-4-7-8 0,0 0 6 0,-2 6 1 16,2-6 0-16,-2 7-3 0,2-7 1 0,-1 7 5 15,1-7-5-15,0 0 1 0,1 9-1 16,-1-9-1-16,-1 12 1 0,2-8-1 0,-7 1 1 16,6-5 3-16,0 12-5 0,0-6 4 0,0-6 0 0,0 9-1 15,0-9 2-15,-5 7-1 0,3 0 0 0,2-2-4 16,0-5 7-16,-1 11-1 0,1-11-1 0,-2 9-2 16,2-9 1-16,0 10-4 0,0-10 1 0,-5 8 1 15,5-4 3-15,0-4 1 0,0 8-4 0,0-8 3 16,7 9-2-16,-7-9 0 0,0 6-8 0,0-6 8 15,-7 4-5-15,7-4 8 0,0 0-2 0,7 8-1 16,-7-8 1-16,-7 6-2 0,7-6-1 0,0 0 1 16,5 10-1-16,-5-10 2 0,0 0 0 0,-12 2 2 15,12-2-1-15,0 0 0 0,0 0-1 0,0 0 2 16,0 0-2-16,7 8 0 0,-7-8 1 0,0 0 0 16,0 0 4-16,0 5-6 0,0-5 0 0,0 0 1 15,0 0 0-15,0 8 3 0,0-8-3 0,0 0-1 16,0 0 1-16,0 0 1 0,0 0-3 0,-2 7 2 15,2-7 0-15,0 0 0 0,0 0 0 0,0 0 1 16,0 0-1-16,0 0-2 0,0 0-4 0,0 0 9 16,0 0-4-16,0 0 6 0,-5 2-3 0,5-2-3 15,0 0 5-15,0 0-2 0,0 0-5 0,0 0 4 0,0 0 2 16,0 0-2-16,0 0 2 0,0 0-7 0,0 0 7 16,0 0-2-16,0 0 4 0,0 0 0 0,0 0-4 15,0 0-2-15,0 0 8 0,0 0-7 0,0 0 3 16,0 0 1-16,0 0 1 0,0 0-2 0,0 0 0 15,0 0 5-15,-15 3-4 0,15-3 1 0,0 0-5 16,-13 0 3-16,3 2-1 0,10-2 1 0,-21-2-1 16,6 2 2-16,2 2-3 0,-4-4 2 0,-3 2-4 15,-3 0 2-15,5-3-2 0,-10 3 1 0,1 0 0 16,-3 0 0-16,2 0 0 0,2 0 0 0,1 3-1 16,-2-6-1-16,1 6 1 0,-4-1 3 0,7-1-3 15,-4-1 1-15,-4 0-1 0,10 0 2 0,-1 4 0 16,-8-4-8-16,7 0 2 0,2 0 0 0,-1 0 1 15,-4 0-1-15,4 2-1 0,0 0 3 0,-4-2 1 16,4-2-4-16,1 4 0 0,-2-2 3 0,-5 0-2 16,4 1 4-16,3-1-4 0,-6 4 2 0,-2-4 1 15,1 0 0-15,-1 3-4 0,1-3 6 0,0 2-7 16,2-1 5-16,-7 1-2 0,8-2-1 0,-3 3 1 16,8-3 6-16,-13 2-3 0,3-2-9 0,0 2 12 15,2 1-4-15,-2-1 4 0,4-2-8 0,-6 2 3 0,2-2 2 16,7 1 0-16,2 2 3 0,-9-2-2 15,2-1-3-15,6-1-1 0,-8 2-1 0,4-1 4 16,1 2 1-16,-3-4 3 0,6 4-6 0,1 1 2 0,-6-1 3 16,6-2-2-16,-1 0-5 0,-1 1 4 0,3 2 0 15,-9-6 1-15,0 6 0 0,8-1 1 0,-2-2 1 16,-2 2-2-16,-5 1 0 0,-3-3-1 16,7 2 1-16,-4 0 0 0,3-2 0 0,-4 1-2 0,1-1 4 15,-5 3-3-15,6-3 0 0,-3 1 3 0,-1 1-2 16,3-2 1-16,-3 1-4 0,0 3-1 0,2-3 4 15,-1-1-2-15,-3 3 2 0,2-3 0 16,0 2 1-16,-2-2-2 0,7 1 2 0,-10 0 1 0,5 2-5 16,0-3 2-16,-3 4-1 0,4-3-3 0,1-1 10 15,-4 0-5-15,5 3-2 0,-5-3 2 0,6 0 2 16,-5 1 0-16,5-1-2 0,-3 3 0 0,2 1 4 16,1-4-5-16,-3 0-1 0,7 1 2 0,-8 2-3 15,3-2-3-15,1 1 7 0,-1 2-4 0,-5-2 6 16,4 0-2-16,-4-1 2 0,2-1-1 0,-2 3-3 15,0-2 0-15,4 1 1 0,-6-2 1 0,1 1-1 16,3-1-3-16,-4 0 6 0,3 5 2 0,-13-1-4 16,14-4-1-16,-3 2-2 0,3 2 2 0,-2-2 3 15,-6-2-4-15,9 2 2 0,-1-2 0 0,2 0-1 0,-7 0-2 16,8-2 5-16,-2 4-1 0,3-2 0 16,-1 0-1-16,-5 1 2 0,5 2-5 0,0-3 4 15,1 1 1-15,0-1 0 0,0 2-3 0,-1-2 3 16,-2 0-1-16,3 0-2 0,0 0-2 0,-2 1 2 0,3-1 2 15,-2 0-2-15,-5 4 1 0,6-4 3 16,0 3-3-16,0-2 3 0,-6-1-4 0,5 0-4 16,-1 0 5-16,-4 3 0 0,3-3 5 0,1 0-4 0,-4 1-4 15,5 3 3-15,-4-3-3 0,-3-1-1 0,6 2 4 16,-4-1-1-16,2 3-3 0,0-1 3 0,1-1 2 16,1 1 0-16,-4-1-1 0,5-1 0 0,1 0 2 15,-1 6-3-15,2-6-1 0,-5 1 2 0,4 3-2 16,0-5 0-16,1 2 0 0,4-1 3 0,4-1-4 15,-3 0 2-15,0 5-6 0,-5-5 4 0,6 2 2 16,-7-2 3-16,7 2-3 0,-6-2 4 0,-3 5-5 16,9-5 6-16,1-2-2 0,-9 4-5 0,0-4 2 15,8 4 1-15,1-2 0 0,-9 0 1 0,7 5-2 16,-2-5 1-16,-1-5-2 0,-2 10-4 0,-4-5 5 16,4 0-1-16,6 0 3 0,-4 0-3 0,-2 0 1 15,6 0-1-15,-6 1 3 0,0-1-1 0,3 0-4 16,-5 0 2-16,12 0 3 0,-13 0-5 0,1 3 3 15,2-3 1-15,-2 0-2 0,2 3 1 0,-2-2 3 16,9-1-8-16,-6 0 5 0,-1 2 0 0,8 1 2 16,-3-3-3-16,1 2 1 0,-1-2-2 0,-5 1 4 15,5-1-3-15,1 1 1 0,6 2 1 0,-4-3-2 16,-3 4 3-16,8-4-1 0,-7 1-2 0,4-1-1 0,2 3-1 16,-3-3 5-16,5 1-1 0,-6 2-1 0,3-1-1 15,2-2 2-15,-1 3-2 0,2 0 3 0,1-3-1 16,-2 0-2-16,5 0 2 0,-3 0-3 15,0 0 1-15,3 0 2 0,-3 2-1 0,-1-1-2 0,3-1 0 16,-1 1 6-16,2 4-5 0,0-5-2 0,0 2 2 16,10-2 0-16,-19 1 1 0,10-1 3 0,9 0-3 15,-15 3-3-15,6-3 4 0,9 0 1 0,0 0-2 16,-19 0-1-16,19 0 3 0,-10 0-2 0,10 0 2 16,0 0-5-16,-15-3 3 0,15 3 3 0,0 0-6 15,-11 4 4-15,11-4 1 0,0 0-1 0,0 0 2 16,0 0 0-16,-12 0 1 0,12 0-1 0,0 0 1 15,0 0 5-15,0 0 6 0,0 0 7 0,0 0 4 16,0 0 1-16,0 0 2 0,-6-5 1 0,6 5 2 16,0 0 6-16,0 0-5 0,0 0 0 0,-7-8 3 15,7 8-1-15,0 0-2 0,-2-6 1 0,2 6-1 16,-5-5-3-16,5 5 3 0,-1-12 2 0,-1 7 0 16,2 5-5-16,-6-8 0 0,4 1 3 0,2-3-6 15,-8 3 2-15,6 1-3 0,0-8-1 0,-3 7-2 16,2-2 1-16,-2 0-2 0,3-3 0 0,-4 1 1 15,6-5 1-15,-7 2-2 0,5-1 1 0,-4 1 3 16,6 0 0-16,-7-1 0 0,6-3-3 0,-1 1-3 16,-3 0-2-16,3 0 1 0,-3-1 5 0,5 0-7 0,-5 0 4 15,4 0-5-15,-3 3-1 0,-1-4-3 0,5-1 4 16,-1 2 3-16,-4-2-4 0,5 2-7 16,-2-1 0-16,-3-3 3 0,5 5-2 0,-3-3-2 15,-2 1 1-15,3-1 1 0,-3 4-7 0,5-10 4 0,-3 1 0 16,-2 6-1-16,5-3-1 0,0 3-1 0,-2-1-1 15,4-2 3-15,-4 5 0 0,2-2-2 16,0-2 1-16,0 2-1 0,-5 4-2 0,4-7 3 16,1 9 1-16,-5-5-8 0,5-2 8 0,-2 5-6 0,2-1-5 15,0 1 8-15,0-3 1 0,-2 1 3 0,2 2-4 16,0 1-1-16,2-3 1 0,-4 2-3 0,2 2-3 16,2-3 4-16,-2 5 0 0,2-3 0 0,-2 2 2 15,-2-1-6-15,4 1 2 0,-2 1 0 0,0-4 0 16,0 0 2-16,0 2-3 0,-2-2 5 0,2 1-2 15,0 5 0-15,2-6 0 0,-4 3-1 0,2 0 0 16,0-1 0-16,0-2-1 0,0 1 0 0,0-1 3 16,0 3 0-16,-2-3-4 0,2 2 0 0,0-2 5 15,0 3-5-15,-4 0 4 0,4 2-1 0,0-3 1 16,0 2-1-16,0 1-1 0,0-2 6 0,0 3-6 16,0-4-1-16,0 2 2 0,0 0 4 0,0-1-7 15,0 2 6-15,0 0-3 0,0-2 1 0,-2 2-2 16,2-6 1-16,0 7 0 0,0-5-1 0,0 2-1 15,0 2 2-15,0-2 8 0,0 0-7 0,-5-3-4 16,5 3 5-16,0-3-3 0,5 2 1 0,-10-2-4 16,5 4 4-16,0 1 0 0,0-5 0 0,0 4 0 15,-2 2-3-15,2-5 4 0,2 4-4 0,-2-3 2 16,-2 1 0-16,2 1 2 0,0-4-2 0,0 7 2 0,0-5-3 16,-5 1 5-16,5-2-7 0,0 1 6 0,0 2 6 15,0 0-9-15,-1-5-2 0,1 1 2 0,0 0-2 16,0 0-2-16,0 1 3 0,-2-1 4 15,4-2-1-15,-4 4-2 0,2-4 3 0,0 0-1 0,-7 4-2 16,7-5-2-16,0 1 3 0,-5-1-2 0,5 2-2 16,5-2 2-16,-10 1 2 0,4 1-4 0,1 1 0 15,0 0 1-15,-2 0 2 0,-1-2 2 0,3 2-2 16,0 2 0-16,3-2 6 0,-3 0-7 0,0-3-1 16,-3 6 9-16,3 0-9 0,0 0 5 0,-4 0-5 15,4-2 3-15,0 1-2 0,0 4-1 0,0-3-1 16,0 0 9-16,0 0-6 0,0 2-1 0,-5-1 1 15,5-3 1-15,0 4-7 0,0-4 7 0,-1 1-3 16,1 4 0-16,0-3 2 0,-3 3 0 0,3-6-2 16,-4 3 1-16,4 0-1 0,-6-2-2 0,4 2-6 15,2 0-4-15,-3 2-8 0,3-2-1 0,3 0-6 16,-3-3-5-16,0 6-8 0,0-2-13 0,2 2-20 16,4 2-25-16,-6-4-23 0,0 6-42 0,0-2-42 15,4 0-46-15,-4 7-48 0,3-8-52 0,-3 8-46 0,0 0-42 16,0 0-293-16,6 17-794 0,-6-8 351 15</inkml:trace>
  <inkml:trace contextRef="#ctx0" brushRef="#br0" timeOffset="23881.96">6461 5029 123 0,'0'0'150'0,"0"0"-6"0,0 0-16 0,0 0-9 16,0 0-12-16,0 0-10 0,0 0-8 0,0 0-10 15,0 0-4-15,0 0 0 0,0 0 0 0,0 0-12 16,0 0 5-16,0 0 1 0,35 5-3 0,-20-3 6 16,-7 2-4-16,7-4-4 0,3 3-3 0,-1-2 1 15,4 2 4-15,4-1-5 0,3 0-4 0,-6-2-3 16,8 1-4-16,-2-1-2 0,0-1 0 0,3 1 2 15,-1 0-5-15,0-2-4 0,5 4-2 0,-4-4-6 16,6 0 3-16,-6-1-3 0,2 2-3 0,0-1-5 16,0 1 1-16,-6 1-4 0,8 0 1 0,-6 0-3 15,1 0 0-15,5-3-4 0,1 2-1 0,-2-1-2 16,4 2 0-16,-5 0 0 0,10-3-2 0,-7 3 0 16,-3 3-2-16,10-3-3 0,-6 0-1 0,11 0 2 0,-9 2-1 15,1-1-3-15,3-4-2 0,-5 5 6 0,5-2 1 16,-8 0-2-16,3 1-5 0,7 2 5 15,-2-2-1-15,-8-2-1 0,1 1-3 0,-3-3 4 16,13 0 3-16,-12 3 2 0,-3-5-1 0,17 4-3 0,-5-3 2 16,-10 2 1-16,15-3-2 0,-15 4 2 0,2 0-4 15,8-4 2-15,-11 5 6 0,6-1-7 0,-7-3 0 16,15 1-2-16,-14 2 1 0,3 1 0 16,-2-3 2-16,1 2 5 0,1-1-8 0,2 0 1 0,-4-1 3 15,5 2-1-15,-5 0 4 0,13-1-3 0,-13 4 0 16,12-4 1-16,-4-1-2 0,-6 3 5 0,10 3 0 15,-9-7-2-15,-4 2-1 0,2 2-4 16,16-2 5-16,-18 2-2 0,4 0-2 0,9 0 2 0,-1-4 1 16,-14 4 4-16,3-3-2 0,2 3 9 0,1-1-8 15,7 1 4-15,-4-2 5 0,-6 2 2 0,0 0 0 16,1-5 0-16,-2 4-5 0,-2 2 10 0,4-1-11 16,-4 0 0-16,7 0-2 0,-8 0 4 0,5-1-6 15,-3 1 7-15,0-1-8 0,-1 2-1 0,2-1 2 16,1 0-3-16,-2 0 1 0,2-1-3 0,-1 1 13 15,4 0-18-15,-6 0 7 0,16-2-4 0,-17 4 2 16,0-1-2-16,4-1-3 0,1-1 14 0,-1 1-11 16,-4 1 0-16,3-1-2 0,6 1 4 0,-10-1-2 15,2 0 1-15,5-1 6 0,-1 0 1 0,-1 1 0 16,-1 0 1-16,1 0-2 0,3 0 2 0,11 0-1 16,-16-2-3-16,17 2 1 0,-1-5-1 0,-6 2 3 15,5 0-1-15,-1 6-5 0,-10-6 0 0,11 3-1 16,-1-1-4-16,1 0 7 0,2 1-3 0,-3-2-2 15,-1-1-2-15,4 3 6 0,-3-2-1 0,2-1 2 16,-16 3-10-16,17-2 13 0,-2 4-1 0,-3-2 4 16,-11-2-2-16,1 2-2 0,0 0 0 0,0-2 2 15,2-1 1-15,-9 1-1 0,2 2 2 0,2 0 3 16,-2-1 0-16,-8 1-8 0,0 1 6 0,2-2-7 16,-2-1 3-16,1 2-2 0,-4-1 3 0,1-2 0 0,0 6 11 15,0 0-16-15,2-3 2 0,-3 0-6 0,4 0 0 16,1 0 7-16,-1 1-3 0,2-1-1 15,1 0 2-15,9-1-3 0,-2 1-4 0,-3-2 2 16,4 4-1-16,1-2 3 0,0 1-3 0,-3 1 0 0,8-2 3 16,-10 0-2-16,8 0 2 0,-4-2-7 0,1 4 5 15,-5-2-3-15,-2-2-4 0,-4 2 8 0,-1 2-1 16,1-4-10-16,-5 4 10 0,2-4-2 16,1 1-3-16,-3 1 0 0,-1-2 17 0,-1 2-19 15,2 0 4-15,-4 0 1 0,7-1 0 0,-5 1-1 16,-2 0-9-16,4-3 9 0,-2 2 2 0,-1 1-3 0,3 0 3 15,0-2-6-15,2 2 2 0,-5 0 2 0,2-1 1 16,2 1-8-16,-1 0 6 0,-4-4-2 16,5 4-3-16,-1 0 4 0,1 0-2 0,4-4 1 15,-2 4 4-15,-2-1-3 0,3 1 1 0,1 0-2 0,3 0 1 16,-7-2 0-16,-2 2-1 0,6 0 2 0,1-3-2 16,-5 3 2-16,0 0-2 0,-1 0 5 0,5 0-8 15,-9 0 8-15,0 0-4 0,-1 0 5 0,-2-2-1 16,-10 2-2-16,13 0-1 0,-13 0 1 0,15-1-3 15,-15 1-5-15,5-2-4 0,-5 2-22 0,0 0-18 16,0 0-46-16,0 0-47 0,0 0-51 0,-32 3-64 16,12-4-51-16,-11 1-231 0,-1 1-585 0,-17-4 258 15</inkml:trace>
  <inkml:trace contextRef="#ctx0" brushRef="#br0" timeOffset="25431.66">6561 6031 102 0,'0'0'153'0,"0"0"-16"0,0 0-12 0,0 0-4 16,0 0-8-16,0 0 10 0,1 11 8 0,-1-11-2 16,12 4 1-16,-9-2-8 0,9 0-6 0,-12-2-1 15,23 4 0-15,-8-3-6 0,5 2-5 0,0-3-6 16,1 0-6-16,2 4-9 0,5-4-7 0,4 0-5 15,4 1-7-15,7-6-2 0,5 5-2 0,-6 0-4 16,2 0-5-16,4-1-5 0,-3-2-2 0,1-3-3 16,-1 4-8-16,3-1 1 0,-3-1-6 0,0 3-4 15,-2 1 0-15,0-2-6 0,1 1 5 0,3-4 5 16,-14 6 0-16,15-1-4 0,-5-1-4 0,0 1-2 16,3 1-1-16,-1-1-3 0,0 0-1 0,-1 0-3 15,6 4 1-15,-5-1 3 0,4-2-6 0,-2-1 2 16,-3-1-1-16,8-1 2 0,-8 1-5 0,6 1 4 15,0 0 5-15,1 1 5 0,0-1 7 0,-3-1-2 0,5-3 0 16,-5 3-1-16,3 1 0 0,1-2 4 16,1 1-5-16,0 1 5 0,-2 0 0 0,0 1-4 15,1-2 3-15,-1-3-4 0,0 0-3 0,2 1 4 0,-2 2 1 16,1 0 1-16,-4 1 1 0,0-5 4 0,1 0-3 16,4 4 1-16,-8-1 2 0,0 2-2 0,-2-1-2 15,-7-3-2-15,1 4 1 0,7 0 0 0,1-2-1 16,3 0-2-16,-2-1 13 0,1 1-15 0,-1 2 8 15,-5-10-15-15,4 13 12 0,-10-6-10 0,10 0-1 16,-1 3-3-16,4 0-3 0,-15 2-2 0,14-2 4 16,-4-2-2-16,3 1 2 0,0-3-3 0,-1 4 0 15,-10 0-4-15,6 0 3 0,7 0 0 0,-15-2 3 16,-1 2-17-16,3-2 17 0,8-1-5 0,-9 1 0 16,-1 0 0-16,1 4-1 0,-5-9 0 0,1 7-1 15,2 0 1-15,-3-3 7 0,1 1 7 0,2 0 4 16,1-2 0-16,0 4-3 0,2-4 7 0,1 1-5 15,-1 2 3-15,11 0-1 0,-11-2-1 0,10-4-2 16,-11 5 10-16,3 0-10 0,-4-2-3 0,12-3 1 16,-1 5-4-16,-9-1 5 0,1-1-10 0,9 3 7 15,0-2-7-15,-4 0 1 0,-9 3-7 0,4-5 5 16,-5 5 4-16,6-1-6 0,6-1-4 0,-7-2 8 0,-1 3 7 16,11-2-12-16,-4-1-1 0,-12 3-2 0,3-1 9 15,1 4-6-15,-4-4-4 0,7 1 4 0,-8-2 3 16,10 2-8-16,-5 1 7 0,-2-4-11 0,2 8 13 15,1-8-6-15,-2 4 5 0,15-3-8 0,-6-1 8 16,-6 4-8-16,7-3 7 0,2 3 0 0,-10-5 0 16,8 2 0-16,-2 3-9 0,-5-1 10 0,7-2-2 15,-6 6 0-15,8-6 5 0,3 0 2 0,-4-2 5 16,4 4-1-16,-5-2-1 0,2 3 4 0,-9 0-2 16,7 0-2-16,-8 0 3 0,0-1-5 0,1 1 0 15,-3 0 3-15,4-2-2 0,-6 1-3 0,4 1 0 16,-3-4 0-16,-1 3 2 0,2-1-1 0,-8 2-4 15,1 0-2-15,1-1 3 0,4-2 1 0,-11 3 1 0,2-1-9 16,-2-1 7-16,-1 0-2 0,-2 2 2 0,-5-3-3 16,-2 2 9-16,3-2 1 0,-2 3 0 0,-11 0 0 15,22-1 0-15,-14 1 1 0,5-2-3 16,-13 2 3-16,15-1 1 0,-6 1-2 0,4-4-5 0,-5 3-2 16,-8 1 4-16,22-2-2 0,-6 1-1 0,-3-2-1 15,-1 2-3-15,-2 1 1 0,0 0-1 0,1-2-4 16,-1 0 1-16,-10 2 4 0,19 0-4 0,-19 0 0 15,16-3 0-15,-9 3-1 0,-7 0 2 0,13 0 1 16,-13 0 0-16,10-1-6 0,-10 1 2 0,0 0 0 16,8-3 2-16,-8 3-9 0,0 0 8 0,0 0-1 15,7-3-7-15,-7 3-12 0,0 0-26 0,0 0-30 16,0 0-43-16,0 0-61 0,0 0-94 0,0 0-96 16,0 0-375-16,-22-8-805 0,6 4 356 0</inkml:trace>
  <inkml:trace contextRef="#ctx0" brushRef="#br0" timeOffset="26815.93">7340 4275 36 0,'-1'-6'270'0,"1"6"-12"16,-5-8-11-16,1 2-10 0,4 6-18 0,0 0-17 15,0-9-20-15,0 9-20 0,0 0-14 0,0-7-17 16,0 7-8-16,0 0-21 0,0 0-9 0,0 0-12 15,0 0-7-15,0 0-7 0,0 0-8 0,10 16-6 16,-6-8-6-16,1-1-5 0,1 5-3 0,-3 2-6 16,4-1-4-16,0 5 1 0,-1-1-1 0,3 2-6 15,-3 8 0-15,1 0-5 0,3 0 0 0,-5 0-2 16,5 3 2-16,-4 2-6 0,1-3-1 0,-2 0-1 16,0 6 1-16,5 1 0 0,-5-3-2 0,1-2 1 15,1 7-2-15,0 2-1 0,-1 1 2 0,-1-13-1 16,0 1 2-16,0 1 1 0,-5-1 8 0,7-1 4 15,-2-2 4-15,-2 0 1 0,4 1 1 0,-6 0-1 16,6 0 3-16,-7-4-3 0,7 6 4 0,-6-2 2 16,4-2 1-16,-2-2-3 0,4-3-10 0,-7 3 3 15,7-4 3-15,-7 8-3 0,5-7-3 0,-4 4 0 0,8 3-4 16,-8-1 2-16,3-8-4 0,-3 2-1 16,4 0-1-16,-3-1-4 0,6 0 3 0,-3 0-2 15,-3 1 3-15,-1-1-6 0,-1 2 6 0,4-3 2 16,-1 0-1-16,2-1 1 0,-3 2-2 0,-1-3-1 0,4 1-6 15,-3-3 6-15,0 4-8 0,1-4 0 0,-1 4 7 16,-2-6-4-16,0 7 1 0,6-4-4 0,-4 1 6 16,-2-4-5-16,1 4-2 0,4 1 12 15,-5-4-10-15,5 1-2 0,-1-1 3 0,-4 4-1 0,1-7-6 16,3 7 5-16,-3 1-5 0,1-5 1 0,3 5 6 16,-2-2 2-16,-3 0-4 0,4-1 0 0,-3 1 11 15,1-1 10-15,3 0 0 0,-2 4 3 0,-1-4-6 16,-1 2 13-16,1 0-7 0,3-4-7 0,-3 3 6 15,-1 0-5-15,4-4-6 0,-5 5 2 0,2-4 8 16,0 2-16-16,1 0-2 0,-1-2 9 0,-1 2-6 16,4 4 1-16,-5-6-3 0,2 5 6 0,0-5-9 15,1 4 6-15,-1 0-5 0,-1-4 3 0,-1 5 4 16,4-3-6-16,-4-2 1 0,3 5 3 0,-2-2 3 16,3-1-3-16,-3 0 4 0,4-2-2 0,-5 2 1 15,4 0-2-15,-3-2 1 0,-1 4-4 0,4-4 1 16,-3 2 5-16,4 1-5 0,0-3 6 0,-3 5-5 15,0-4-1-15,1 5-4 0,-3-4-5 0,5 0 6 16,-3 3-1-16,4-3-8 0,-6 1 7 0,0 1 0 16,5 0-2-16,-5-1 1 0,2-3 2 0,-4 5 0 15,4 1-4-15,-2-11 0 0,0 1 11 0,0 6-9 16,1-10-8-16,4 0-29 0,-5 4-18 0,2-4-14 16,-2 0-14-16,0-5-30 0,0 0-57 0,0 0-75 15,15-17-93-15,-8 7-308 0,1-11-694 0,-2-9 307 0</inkml:trace>
  <inkml:trace contextRef="#ctx0" brushRef="#br0" timeOffset="28065.88">8794 4143 116 0,'0'0'227'16,"-2"-6"-4"-16,2 6 8 0,0 0-9 0,0 0-9 16,-5-11-7-16,5 11-12 0,0 0-18 0,0 0-15 15,0 0-5-15,0 0-29 0,0 0-13 0,0 0-17 16,0 0-9-16,0 0-7 0,0 0-13 0,0 0-6 16,0 0-6-16,3 24-6 0,1-14-10 0,-3 0 2 15,4 7-4-15,3 0-6 0,-6 0 0 0,5 3-1 16,6 5 0-16,-6 2-5 0,6-1 1 0,-3 1 0 15,5 5 1-15,-7 0-4 0,12 5 1 0,-10 2-2 16,8-1-1-16,-8 1 1 0,-2-8-4 0,5 7-2 16,2 2 1-16,-3-1-2 0,-7-8-1 0,0 9 6 15,6-3-2-15,-7 6-2 0,2-9 1 0,3-6 2 16,-5 2-1-16,-2 2 7 0,5-2 8 0,-4 1-3 16,0 1 1-16,1 1 2 0,2-3-1 0,1 2-1 15,-5 0 0-15,4-3-2 0,-1 4 1 0,2-5 1 16,-2 2-1-16,-2-1 2 0,4 1-5 0,-1 0 1 15,-2-3-2-15,2 4-4 0,1-2-3 0,-1 0 2 0,-2-1-7 16,1-1-3-16,1 4 5 0,1-4 2 16,-4 2-5-16,2 0-3 0,-1-1-2 0,4-1-3 15,-8 3 7-15,6-3-7 0,3 1 3 0,-8 1-5 16,3-4 3-16,-3 5 4 0,4-3-3 0,-3 7 2 0,5-6-2 16,-6-1-8-16,4 6 4 0,-5-4 1 0,7 2 3 15,-5-3-3-15,-2 2 5 0,6 2-6 0,-6-3 8 16,2 0-2-16,4 1 3 0,-6-1 20 15,0 1-11-15,2 0-3 0,3-3-4 0,-5 1 9 0,2-1 1 16,-2-1 7-16,6-1-7 0,-6 4 7 0,5-8-2 16,-3 3-1-16,0 0-3 0,3-6 7 0,-5 3-9 15,0-4-3-15,8 3 2 0,-8 0-1 0,1-5-11 16,-1 2 9-16,5-1-4 0,-5-4 9 0,0 3-12 16,2-3 0-16,-2 3-5 0,5-2 5 0,-3-1 1 15,-2-1-3-15,5 4 0 0,-4-9 1 0,-1 4-7 16,0 4 6-16,2-6-4 0,-4 2 7 0,4-1-2 15,3-1-1-15,-5 1 8 0,2-1 7 0,-2-3-2 16,0 0-1-16,0 2 0 0,0-7 7 0,6 9-5 16,-6-9-6-16,0 6 5 0,0-6-10 0,0 0 1 15,0 7 1-15,0-7 0 0,0 0 1 0,0 0-2 16,0 0-3-16,7 5-11 0,-7-5-6 0,0 0-17 16,0 0-58-16,0 0-85 0,0 0-79 0,0-25-107 15,0 10-393-15,0-6-806 0,0-6 357 0</inkml:trace>
  <inkml:trace contextRef="#ctx0" brushRef="#br0" timeOffset="29165.44">10530 4056 75 0,'-2'-11'191'0,"2"11"-16"0,0 0-12 0,0 0-19 16,0 0-13-16,0 0-10 0,0 0 8 0,0 0-10 15,8 19-7-15,-8-19 4 0,2 13-2 0,0 1 5 16,3-6-4-16,3 9 1 0,-6-3-3 0,4 5-1 16,2-1-6-16,2 4-4 0,0 4-2 0,2 1-6 15,-2 0 5-15,0 1-12 0,3 2-5 0,7 6-3 16,-5 2-9-16,0 1-5 0,-7-3-3 0,7 5-4 16,-2-6-5-16,-3 7-3 0,-3-3-1 0,4 5 3 15,-1-5 4-15,-2 3 0 0,2 7-4 0,-3-6-2 16,6 4 6-16,-6-3-11 0,-1 3 1 0,3-4 4 15,-1 4 9-15,-5-3-10 0,6 3 3 0,-6-1-3 16,4-1 2-16,-1 2-1 0,1-2 4 0,-1-1 12 16,-2 1-16-16,2-4-6 0,-2 0 0 0,1-2-4 15,5 1 12-15,-7-10-11 0,5 13-3 0,-1-5-5 16,-7-4-1-16,5-5-1 0,-2 3-4 0,4 5-2 16,-7 5 1-16,1-10-6 0,4-2-2 0,0 1-1 15,2-2 0-15,-4 0 3 0,4-1-1 0,-7 3 0 16,5-1-3-16,-2-2 1 0,-3-1-1 0,7 1-3 15,-7 3 1-15,1-2 8 0,-1-2-15 0,7-2 2 0,-5 2-3 16,3-5 5-16,-4 2-8 0,-1 1 6 16,7-7-6-16,-7 9 2 0,6-3 6 0,-6 3-3 15,2-8 3-15,3 1-5 0,-3 1 0 0,-2-1 2 16,5-1-3-16,-2-3 1 0,-3 6-1 0,0 0-1 0,5 0 2 16,-3-5 0-16,-2 1-1 0,0-2 1 0,6 2-1 15,-6-2-5-15,0 0 3 0,7-4 3 0,-7 2-1 16,0-2 1-16,0 0-5 0,7-4 1 15,-7 2 1-15,1-1 8 0,6-2-6 0,-7-4 5 0,0 0-5 16,0-3 1-16,5 7 1 0,-2-2 2 0,-3-5-2 16,0 10-1-16,0-10-12 0,0 0-17 0,0 0-28 15,0 0-47-15,0 0-58 0,0 0-65 0,12-16-93 16,-11 8-111-16,-1-2-221 0,0-5-699 0,0-3 308 16</inkml:trace>
  <inkml:trace contextRef="#ctx0" brushRef="#br0" timeOffset="30781.5">11766 4037 143 0,'-6'-7'169'0,"6"7"-10"15,0 0-8-15,0 0-14 0,0 0-13 0,0 0-13 16,0 0-11-16,0 0-7 0,0 0-7 0,0 0 5 16,0 0-3-16,0 0 3 0,8 20 1 0,-2-14 1 0,-6 2 0 15,7 0-1-15,1 3-5 0,-3-2 1 0,2 5-6 16,-2 3 0-16,5-2-3 0,0 4-1 16,-2 1-1-16,5 0-1 0,-3 6-4 0,3-3-6 15,2 1-4-15,-6 2 0 0,-1 0-1 0,8-2-2 0,-7 3-3 16,2-2-4-16,3 4-1 0,-8-2-1 0,2 0-6 15,4-2-4-15,-7-1 3 0,0 3-4 0,5-5 3 16,-8 4 9-16,2 1-12 0,3-7 1 0,0 2-2 16,-7-1-3-16,6 5-4 0,-6-9-2 0,9 7 2 15,-8-4-4-15,4 5-1 0,4-2-1 0,-9 2-2 16,4-3 3-16,-2-2-3 0,0 6-2 0,9-2 1 16,-11 0-2-16,2 2-3 0,3-1-1 0,-3-4 1 15,1-1-2-15,0 3-5 0,-3 3 7 0,2 2-8 16,5-2 4-16,-7-1 4 0,1-3-7 0,4 2-1 15,-3 3-4-15,3-2 6 0,-4 4-6 0,4-2 7 16,-1 0-3-16,-4 0-3 0,5-2 6 0,-4 1-5 16,8-3-1-16,-8 4-1 0,3-3 6 0,-3 2 0 15,4-6-7-15,-1 7 4 0,-4-5-13 0,3-4 10 16,-3 1-2-16,3 4 2 0,2-2-4 0,-2-1 4 16,-3 0-5-16,5 0 9 0,-1-1 6 0,1 1-16 15,-2-1 1-15,-1 1 0 0,1-1 3 0,-1 1-4 16,-2-1 14-16,5 0-9 0,-4 0-2 0,3 0-3 15,-3 1 4-15,2-1-2 0,1 3 2 0,-1-5 11 16,2 2-14-16,-3 0 1 0,1 1 2 0,-1-5-4 16,6 2 2-16,-8 5-4 0,0-6 6 0,2 0 0 15,1 2-1-15,0 2 4 0,2-4-3 0,-1-1 3 16,-1 4 4-16,0-4 1 0,2-2-1 0,-3 2 9 16,1 1-7-16,0-1-4 0,-1-3-2 0,-2-1-1 15,2 4 4-15,3-4 1 0,-5 2 1 0,3-4-6 0,-1 6 8 16,1-3-10-16,-3 3-2 0,0-3 3 15,3 2 2-15,-3-2-3 0,2 1-3 0,0-3 8 16,-2 2 1-16,0 0-6 0,0 3 4 0,1-3 0 16,3 3-5-16,-4-3 1 0,0-1 0 0,3 4 4 0,-3-7-3 15,6 2-1-15,-6 0 4 0,0 1-5 0,7 1 1 16,-7-3 11-16,0 3-11 0,0 0 4 16,2-4-4-16,1 2 3 0,0-1 3 0,-3-1 8 0,0-1-11 15,2 0 6-15,-2 1-7 0,7-2 8 0,-7 0-3 16,0-6 0-16,-2 10 4 0,4-2-16 0,-2-4 5 15,0-4-3-15,6 8 10 0,-6-8-7 0,0 7-2 16,0-7 4-16,0 9 2 0,2-6-8 0,-2-3-17 16,7 7-22-16,-4-3-26 0,-3-4-36 0,5 3-40 15,-5-3-65-15,5 5-91 0,-5-5-324 0,0 0-673 16,0 0 298-16</inkml:trace>
  <inkml:trace contextRef="#ctx0" brushRef="#br0" timeOffset="34231.86">6902 4515 142 0,'0'0'298'15,"0"0"-9"-15,0 0-11 0,0-7-12 0,0 7-20 16,0 0-18-16,0 0-21 0,0 0-19 0,0 0-22 16,0 0-16-16,0 0-16 0,-9-5-13 0,9 5-21 15,0 0-8-15,0 0-4 0,0 0-14 0,0 0-5 16,-1 21-7-16,-3-12-8 0,4 2-3 0,0 1-5 16,-3-1-8-16,1 5-2 0,-3 3-2 0,-1-7-2 15,6 6-7-15,-8 2 1 0,6-7-2 0,-3 6-3 16,-2-2-1-16,1 1-3 0,2-2-1 0,-2-2 2 0,-1-5-4 15,4 3-2-15,0-5-1 0,1 1-1 16,-3-1 0-16,3 2 3 0,2-3-1 0,-3-1 1 16,3-5 11-16,-2 6 15 0,2-6 16 0,0 0 16 15,0 0 15-15,0 0 3 0,0 0-6 0,0 0-18 0,0 0-5 16,0 0-2-16,0 0-9 0,-5-21-5 0,10 13 0 16,-5 1-11-16,2-8 1 0,-2 3-4 0,3-1 0 15,-3-3-7-15,2 1 0 0,5-2-4 0,-7 2 5 16,3-2-12-16,0 0 0 0,-1 1-2 0,3-3 12 15,-4 3-9-15,4 1-4 0,-3 0-7 0,0 2 4 16,3 2-6-16,-4 1 8 0,6 1-7 0,-7-2 1 16,0 2 2-16,0 3 1 0,7-1-2 0,-7 0-1 15,1 2 10-15,6 0-12 0,-7 5 2 0,0-8-6 16,0 8-2-16,5-4 1 0,-5 4 2 0,0 0 13 16,8-3-16-16,-8 3-3 0,0 0 4 0,0 0-4 15,15 11 1-15,-13-7 5 0,4 1-4 0,3 0 0 16,-3 2-1-16,-1-1 8 0,3 1-3 0,-4 2-7 15,1-2 3-15,3 0 2 0,-1 4 5 0,3-1 1 16,-4 1 5-16,6 0-11 0,-4-2-1 0,-1 1 4 16,1-2 1-16,0 1 1 0,-1 1-2 0,1 0-2 15,0-3 3-15,-1 0 5 0,0 6-3 0,3-7 5 16,-7-2-6-16,0 1 2 0,2 4-4 0,0-3 4 0,-2 1-4 16,2 0 2-16,-1-2-6 0,2 0 6 0,-4 4-1 15,3-3 5-15,-3-2-7 0,4 1-2 0,-6 2 10 16,2 0-1-16,3-3-8 0,-5 0 5 0,0-4 4 15,0 11-11-15,0-11 6 0,8 8 2 0,-8-4 10 16,7 0-15-16,-7 1 1 0,0-5-1 0,8 6 0 16,-8-6 1-16,0 3-4 0,0-3 6 0,7 6-3 15,-7-6 3-15,0 0 6 0,6 6-9 0,-6-6 3 16,0 0-4-16,0 0 5 0,0 0-5 0,0 0 5 16,4 4-2-16,-4-4-3 0,0 0 8 0,0 0 0 15,0 0-5-15,0 0 5 0,0 0 4 0,0 0-5 16,0 0-1-16,0 0 10 0,0 0-6 0,0 0-1 15,0 0-1-15,0 0-5 0,0 0 5 0,-17 4-8 16,17-4-2-16,-12 0 7 0,6 4 2 0,-4-3-6 0,10-1 5 16,-20 3-1-16,10 1-2 0,-2-3-4 15,3 3 7-15,-11-2-6 0,1-1 5 0,10 2-3 16,-8 2 3-16,0-2-4 0,6-2 4 0,-2 1 3 16,-2 3-2-16,6-4 1 0,-4-1 3 0,5 2 1 0,8-2-8 15,-22 2 12-15,17 0-8 0,5-2-2 0,-11 1-7 16,11-1 9-16,-13 0-1 0,13 0-2 15,-7 7-2-15,7-7 7 0,0 0-3 0,-8 1 5 0,8-1-4 16,0 0 9-16,0 0-8 0,0 0 2 0,0 0 2 16,0 0-1-16,0 0 5 0,0 0-3 0,-14-4 0 15,14 4-7-15,0 0 1 0,0 0 0 0,0 0-3 16,-14 0 4-16,14 0-1 0,0 0 1 0,0 0-5 16,0 0-2-16,-9-4-3 0,9 4-12 0,0 0-12 15,0 0-15-15,0 0-18 0,0 0-14 0,0 0-12 16,0 0-15-16,0 0-18 0,0 0-35 0,0 0-35 15,0 0-43-15,0 0-31 0,23-8-29 0,-16 1-240 16,0 3-581-16,1-4 257 0</inkml:trace>
  <inkml:trace contextRef="#ctx0" brushRef="#br0" timeOffset="35165.41">6965 4683 133 0,'0'0'166'0,"5"-6"-8"0,-5 6-7 15,0 0-13-15,9 0-7 0,-9 0-8 0,0 0-3 16,0 0-10-16,0 0-3 0,5-8-7 0,-5 8-2 16,0 0-4-16,0 0-6 0,0 0-7 0,0 0-5 15,0 0-7-15,0 0-5 0,0 0-2 0,0 0-6 16,0 0-5-16,0 0-6 0,0 0-4 0,0 0-6 15,0 0-4-15,0 0 0 0,0 0-3 0,0 0-1 0,0 0-3 16,0 0 4-16,-11 20 3 0,8-14-1 16,-2-2-1-16,0 0-1 0,5-4 1 0,-7 11-1 15,-1-3-3-15,3 0-2 0,1 0 1 0,-2-4-3 0,-2 3-6 16,1 1 1-16,0-1-2 0,-1 4 1 0,1-6-1 16,2 3-3-16,0 0 2 0,0-3-1 0,4-2-7 15,1-3 1-15,-5 8 0 0,-2-4-1 0,7-4 0 16,0 0-3-16,0 0-6 0,-8 3-1 0,8-3 1 15,0 0-4-15,0 0-6 0,0 0-12 0,0 0-7 16,0 0-7-16,28-7-7 0,-21-1-14 0,-1 1-3 16,3 1-8-16,-3-1-9 0,3-2 1 0,-1-5 9 15,0 3-5-15,-1 4 9 0,1-5 6 0,-1 3 9 16,-1 0 3-16,2 0 7 0,-3 0 4 0,0 1 12 16,0 4 15-16,0-2 10 0,-3-3 10 0,-2 9 10 15,5-8 6-15,-5 8 3 0,2-4 2 0,-2 4 0 16,0 0-2-16,0-6 3 0,0 6-8 0,0 0 2 15,0 0-7-15,0 0-1 0,0 0 0 0,0 0 2 16,-22 12 1-16,20-6 0 0,-4 0 1 0,3-1-1 16,-2 2 1-16,0 1-2 0,0-1 0 0,0 2 1 15,-2 0-5-15,2-5 5 0,3 4-6 0,-4 1-3 16,6-3 0-16,-2 1-2 0,2-2-2 0,0-5-1 16,0 11 2-16,2-5-1 0,-2-6-2 0,6 7 0 15,1-5 3-15,-7-2-7 0,22 1 3 0,-13-2-2 0,1 2-1 16,-10-1 2-16,22-5 0 0,-4 1-2 15,-6-2 3-15,1 3-1 0,-5-2 0 0,4 4-1 16,-6-7 1-16,1 4 8 0,-4 1 16 0,-3 3 13 0,7-6 14 16,-7 6 8-16,5-6 2 0,-5 6-4 0,0 0-4 15,0 0-2-15,-12-8-6 0,12 8-5 0,-16 0-1 16,16 0-1-16,-18 4-6 0,6-3-3 16,-3 2-1-16,2 1-6 0,3-2 0 0,-3 1-3 0,1 2-1 15,2-3-4-15,-1 5-3 0,1-6-2 0,1 3 1 16,1 1-1-16,-3-2-1 0,2 2-4 0,3 0-2 15,-3-3-12-15,9-2-13 0,-10 6-13 0,5-3-8 16,5-3 1-16,-1 6-2 0,1-6 2 0,0 0-7 16,8 6-10-16,-8-6-10 0,0 0-10 0,17-2 0 15,-17 2-3-15,20-4-3 0,-12-1 5 0,2 2 1 16,3-1 8-16,-1 1 12 0,-3 1 1 0,1-2 6 16,-3 1 10-16,0-1 6 0,-1-1 16 0,-6 5 19 15,9-3 17-15,-4-3 7 0,-5 6 10 0,1-5 6 16,-1 5 2-16,0 0 2 0,0 0-1 0,-6-8 1 15,6 8 4-15,-9-2-4 0,9 2 2 0,0 0 1 16,0 0 1-16,-20 2-14 0,20-2-4 0,0 0 3 16,-11 4-7-16,4-2-3 0,7-2-4 0,0 0-12 15,-13 5-19-15,5-3-38 0,8-2-37 0,-7 7-56 16,7-7-61-16,-2 5-196 0,-4-2-432 0,6-3 191 16</inkml:trace>
  <inkml:trace contextRef="#ctx0" brushRef="#br0" timeOffset="35797.68">6165 4556 377 0,'-6'-8'405'0,"4"2"-13"0,-3 0-7 0,5 6 0 15,-2-12-27-15,2 9-31 0,0 3-26 0,0 0-32 16,-6-6-29-16,6 6-26 0,0-6-27 0,0 6-31 15,0 0-8-15,0 0-18 0,0 0-12 0,0 0-14 0,0 21-7 16,0-11-28-16,6 1-22 0,-6 2-27 16,9 6-19-16,-3 1-32 0,-1-2-31 0,7 6-28 15,-7 0-36-15,8 1-35 0,-6 0-42 0,2-1-46 0,5 3-69 16,-8-1-264-16,1-7-630 0,-4-3 279 0</inkml:trace>
  <inkml:trace contextRef="#ctx0" brushRef="#br0" timeOffset="36531.93">6101 5679 193 0,'0'0'308'16,"0"0"-7"-16,-10-4-14 0,10 4 16 0,0 0 22 16,0 0 3-16,0 0-26 0,0 0-31 0,-5-8-15 0,5 8-18 15,0 0-27-15,0 0-17 0,0 0-22 0,0 0-17 16,0 0-21-16,0 0-15 0,0 0-10 15,0 0-13-15,0 0-1 0,26 8-14 0,-26-8-10 16,10 7-11-16,-3-3-2 0,1 4-11 0,-1-4-1 0,-1 4-8 16,1-4-7-16,1 4 0 0,-3-4-8 0,-3 4 2 15,-1 2-6-15,4-2-1 0,-5 1 1 0,-5 1-4 16,5-1-1-16,-1 2 4 0,-6-2-12 16,1 1 6-16,-3 2 4 0,3-1-4 0,-3-3-2 0,3 0-1 15,-1 0 1-15,5 3 1 0,-4-10 5 0,4 6-1 16,-4-2 2-16,6-5 6 0,-5 7-3 0,5-7 4 15,0 0 3-15,0 0-3 0,0 5 3 0,0-5-5 16,19-2-3-16,-4-1-1 0,9-2-3 0,10-3-11 16,9 1-14-16,-1-5-24 0,1 1-31 0,1 0-39 15,-9 4-45-15,10-1-53 0,-15 1-58 0,4-3-90 16,-5 3-349-16,-10 0-758 0,0-1 335 0</inkml:trace>
  <inkml:trace contextRef="#ctx0" brushRef="#br0" timeOffset="37447.93">6107 6643 24 0,'0'0'268'0,"0"0"-15"0,0 0-19 0,0-10-15 0,0 10-8 16,5-7-12-16,-5 7-18 0,8-8-18 0,1 5-17 16,-1-3-13-16,-1 1-13 0,6 2-13 0,-5-1-11 15,5-1-9-15,-4 4-8 0,6-1-11 0,-4 2-6 16,-11 0-8-16,18 0-5 0,-11 2-5 0,3-1-3 16,-5 4-7-16,3-2 2 0,-1 5-5 0,-2-1-7 15,0-3 3-15,-5 5-7 0,0 2-1 0,0-4-5 16,-4 1 0-16,3 1 0 0,-4 1-2 0,3-2 5 15,-3 5-9-15,-3-2 2 0,6-4-2 0,-3 2-3 16,-3-1 1-16,6 2-1 0,-1-5-1 0,1 1 0 16,1 0-1-16,1-6-1 0,0 7 2 0,0-7 1 15,3 12-1-15,0-9 0 0,4 2 1 0,-4 1-1 16,4-5 0-16,1 4 8 0,0-2-8 0,4 1 0 16,-4 3-2-16,1-4 0 0,4 2-1 0,-7 0-1 15,3-2 2-15,-1 3 4 0,0-1-6 0,-3 2-3 16,2-1 3-16,-1 1 0 0,-2-2-1 0,1 2 1 15,1 3-2-15,-4-2 2 0,0-1 3 0,-1 5-2 16,3-5 3-16,-3-1-2 0,-1 1 2 0,0 5 1 16,-5-4 5-16,2-4 2 0,0 8 2 0,-7-4 1 0,5-1 0 15,-7 0 1-15,-3-2-3 0,-3 3 0 0,2-2-7 16,-4-2-7-16,0-2-18 0,-5-2-32 16,0 3-41-16,-1-4-44 0,1-3-62 0,3-3-75 15,-6-2-157-15,7-5-464 0,-2 6 205 0</inkml:trace>
  <inkml:trace contextRef="#ctx0" brushRef="#br0" timeOffset="38181.58">6878 3722 191 0,'5'-6'341'0,"-5"6"13"15,-5-8 9-15,5 8 1 0,0-8-6 0,0 8-9 16,0 0-19-16,-1-7-27 0,1 7-29 0,0 0-15 15,0 0-34-15,0 0-23 0,-5-8-24 0,5 8-19 16,0 0-21-16,0 0-15 0,0 0-11 0,0 0-10 16,0 0-14-16,5 22-8 0,-5-13-7 0,1 7-7 15,4-1-20-15,-3 1-25 0,5 2-26 0,1 6-40 16,0 3-42-16,6-1-34 0,-8 1-38 0,4 5-48 16,-3-4-70-16,8-1-99 0,-1 0-261 0,1-3-691 15,0-3 306-15</inkml:trace>
  <inkml:trace contextRef="#ctx0" brushRef="#br0" timeOffset="38714.35">7997 3666 157 0,'0'0'290'0,"0"-8"-11"16,0 8-25-16,0 0-24 0,0 0-22 0,0-7-19 15,0 7-20-15,0 0-18 0,0 0-15 0,0 0-13 16,0 0-15-16,0 0-10 0,0 0-10 0,25 9-9 16,-18-3-7-16,-1 0-9 0,1 2-7 0,0 0-5 15,-1 3-6-15,3-2-3 0,-4 3-4 0,4 0-2 16,-4 3-3-16,0-1-4 0,0-4-6 0,-3 0 0 15,1 2-1-15,-1-3-1 0,-2 1 0 0,2 2 6 16,-2 0 10-16,-2-1 6 0,0-2 7 0,-1 2 12 16,1-2 1-16,-3-2-5 0,2 3 7 0,1-5 2 15,-1 3 2-15,1-2-4 0,2-6-5 0,0 8 0 16,0-8-4-16,0 0 9 0,0 5 1 0,0-5 1 0,0 0-8 16,0 0-6-16,22-5-9 0,-2-3-1 15,10 2-12-15,11-7-28 0,7-2-30 0,-3 1-70 16,-1-1-63-16,8-3-85 0,-1-3-120 0,-1 1-211 15,-1-4-623-15,8-6 275 0</inkml:trace>
  <inkml:trace contextRef="#ctx0" brushRef="#br0" timeOffset="39431.79">9459 3582 8 0,'0'0'299'0,"-5"-5"-10"0,5 5-18 0,0 0-22 16,-3-7-22-16,3 7-19 0,0 0-20 0,0-8-19 16,0 8-19-16,11-5-13 0,-11 5-16 0,13-4-13 15,-4 4-11-15,-1-4-9 0,2 1-8 0,3 3-9 16,-5-1-5-16,6 1-9 0,-14 0-7 0,21 0-3 16,-6 1-2-16,-7 2-8 0,-1 1-4 0,1-2-4 15,1 0-6-15,-9-2-3 0,6 5-3 0,-1-2 0 16,-5-3-4-16,3 11 2 0,-3-11-1 0,-3 8-4 15,3-4 0-15,-5 0-3 0,3 4 2 0,-2-2-1 16,-1 0-4-16,1 0 5 0,3 2-7 0,-6-3 3 16,2 2-4-16,3-2 2 0,-4-3 5 0,6 7-8 15,0-3 1-15,0-6 2 0,5 12-1 0,-5-7 5 16,1-2 0-16,6 2 1 0,1 0-2 0,1 2 0 16,-3 0 1-16,7-4-2 0,-4 2 0 0,-1 3 6 0,5-1-2 15,-5-2-3-15,6-1-2 0,1 3-1 0,-5-1-1 16,-1-1 6-16,0 2-4 0,-3-2 0 15,1 0-5-15,-4 1 5 0,-1-2-2 0,1 3 1 16,-3 2 10-16,-3-2 3 0,-2 2 14 0,-2 2-8 0,-1-4 3 16,-8 6 3-16,6-5-10 0,-12-1 2 0,7 5-4 15,-1-1-1-15,-3 0-2 0,-4-6-18 0,7 6-27 16,-1-8-32-16,2 6-39 0,4-8-47 16,1 6-69-16,3-6-81 0,7-1-163 0,0 0-503 0,0 0 223 15</inkml:trace>
  <inkml:trace contextRef="#ctx0" brushRef="#br0" timeOffset="40014.05">10944 3428 83 0,'0'0'257'0,"0"0"-23"16,0 0-22-16,-22 5-24 0,15 2-12 0,7-7-18 16,-5 7-14-16,2-4-11 0,1 4-4 0,2 3-10 15,0-3-4-15,0 2-6 0,0 2-7 0,2-2-9 16,5 4-1-16,-6-1-7 0,6 1-5 0,0-1-7 16,-1 0-6-16,3 5 1 0,-3-10-9 0,2 7-8 0,1-5-4 15,-3 2-5-15,1-1-2 0,0 0-5 0,1 0-2 16,-2-6-1-16,1 0-1 0,-5 1 8 15,6 1 0-15,-3-5 9 0,-5-1 1 0,13 4 0 16,-13-4-4-16,0 0-2 0,17-7-1 0,-9 6 1 0,5-5 1 16,-4 3-1-16,-3-4-1 0,4 4 11 0,0-4-4 15,-5-2 6-15,7 5-3 0,-7-7 18 0,-2 7 5 16,4 0 0-16,-1-3 3 0,-3 0-10 0,1 2-1 16,-1 2 0-16,-3 3-15 0,7-5 1 0,-7 5-6 15,0 0-11-15,5-4-4 0,-5 4-8 0,0 0-3 16,0 0-5-16,0 0 0 0,0 0-2 0,11 12 1 15,-7-1-15-15,-3-2-20 0,4 2-15 0,0 4-6 16,2-2-23-16,-1-1-29 0,6 3-23 0,-4 0-27 16,2 0-24-16,3 1-37 0,2-4-82 0,10 8-295 15,-12-8-627-15,2-2 278 0</inkml:trace>
  <inkml:trace contextRef="#ctx0" brushRef="#br0" timeOffset="40481.69">12266 3455 293 0,'0'0'371'0,"-3"-7"-5"0,3 7-25 0,0 0-33 0,0 0-35 16,0 0-26-16,0 0-31 0,0 0-21 0,0 0-15 15,0 0-21-15,0 0-14 0,0 0-13 0,10 24-12 16,-4-19-11-16,3 5-7 0,0-2-11 0,3 4-6 15,0 2-8-15,3-1 10 0,-2-2-18 0,8 8-9 16,-6-1-9-16,0-8-6 0,-2 9-4 0,2-4-5 16,-5-2-1-16,8 1-7 0,-8-4 3 0,0 5-5 15,-5-5-1-15,3 2-5 0,-1-4 3 0,-2 0-8 16,-2-1 1-16,2 2 8 0,-1-5-9 0,-4 3 2 16,0-1 1-16,0-6-1 0,-5 10-6 0,-2-8 4 15,-1 0 5-15,8-2-10 0,-18 8 0 0,8-5-5 16,-4-2-34-16,-1-2-29 0,-4 1-32 0,2 0-44 15,-4-3-53-15,-1 2-60 0,1-6-63 0,4 5-278 16,-11-5-636-16,8 0 281 0</inkml:trace>
  <inkml:trace contextRef="#ctx0" brushRef="#br0" timeOffset="40680.82">12253 3480 211 0,'5'-8'342'0,"-5"8"-24"16,10-5-28-16,-2 3-27 0,-1 1-29 0,1-3-21 15,5 0-23-15,4 3-16 0,-2-1-18 0,-2 2-19 0,8-3-40 16,-6 3-49-16,7 3-55 0,-6-3-79 16,6 0-93-16,-2 3-222 0,-4-4-433 0,6-4 192 15</inkml:trace>
  <inkml:trace contextRef="#ctx0" brushRef="#br0" timeOffset="46363.9">13087 5166 154 0,'0'0'158'0,"5"-6"0"0,-5 6-9 15,0-11-5-15,0 11 2 0,0 0-7 0,-5-7-10 16,5 7-6-16,0 0-7 0,-2-6-1 0,2 6-8 15,0 0-3-15,0 0-7 0,0 0-6 0,0 0-7 16,-6-7-6-16,6 7-9 0,0 0-3 0,-2-5-4 16,2 5-5-16,0 0-3 0,0 0-6 0,-10-4-2 15,10 4-8-15,0 0 3 0,-8-2-8 0,8 2-2 16,0 0-5-16,-17 0 1 0,17 0-6 0,0 0 1 16,-15 0-2-16,15 0-2 0,-15 0-1 0,15 0 0 15,-8-1-1-15,8 1 6 0,-16 1-5 0,16-1-3 16,-15 2 6-16,15-2-2 0,-15-2 4 0,15 2 4 15,-15 0-2-15,7 2-1 0,8-2-1 0,-14 2 4 16,8 0-1-16,6-2 3 0,-17 0-2 0,7 1-1 16,10-1 6-16,-11 4-8 0,2-1-2 0,0-2 0 15,9-1-6-15,-17 3 3 0,12-2-1 0,5-1-3 16,-12 2 0-16,6 1-3 0,-2-3 1 0,8 0-5 16,-14 3 3-16,14-3-5 0,-11 3 1 0,6 6-4 15,-2-7 2-15,2 3-4 0,-3-2-1 0,1 4 2 16,-1-6 0-16,1 8 0 0,1-5 1 0,-3 2-3 15,3 2 0-15,-1 1 3 0,6-5-1 0,-4 4 2 16,-5-1-2-16,5 1 1 0,0 1 4 0,0-1-1 16,-2-1-1-16,4 3 1 0,-4-1 3 0,2 1 1 15,4 0-3-15,-4-3 2 0,-2 1 0 0,4 1 2 16,-2 1-3-16,1 0 0 0,-1-2 2 0,4 3 0 16,1 1 1-16,-5-6 0 0,5 3-3 0,-3 3 0 15,-2-3-1-15,3-2 5 0,-1 5-5 0,3-2 2 0,0 0 0 16,0-1 4-16,-4 0-2 0,4 3-1 0,-1-4 0 15,1 0-2-15,0 4 0 0,1-1 0 0,-1-4 3 16,0 1-1-16,4 0-2 0,-4-1-3 0,0 1 7 16,0 2-6-16,0-3 2 0,0 1-2 0,0-1 5 15,0 1-3-15,3-1-2 0,0 1 1 0,-3 1 1 16,0-2 6-16,4 0 1 0,-1 0-4 0,-3 2 2 16,3-5 6-16,-1 6-2 0,-1-5-1 0,1 0-2 15,5 1 1-15,-2-2 3 0,-4 3-1 0,4-2 1 16,-1 0-3-16,2 0 2 0,-6 0 2 0,0-5-3 15,9 7-1-15,-3-2 1 0,1-1 1 0,-6 0 2 16,8-1-4-16,-4 1-3 0,1 0 4 0,-1 0 0 16,-1 0-1-16,4 1-4 0,-3-2 2 0,3 0 0 15,-6 1-1-15,4-2 4 0,3 1 2 0,-9-3 0 16,13 4 2-16,-5-1-5 0,4-1 7 0,-12-2-8 16,15 3 0-16,-7-3 8 0,-1 4 1 0,1-2-11 15,-8-2 5-15,15 5 3 0,-7-5 0 0,0 1-2 16,1-1 0-16,-9 0 2 0,13 2-3 0,-3-1-5 15,-10-1 7-15,16 3 2 0,-7-3-4 0,-9 0-5 16,18 1 16-16,-12-1-13 0,9 0-7 0,-15 0 1 0,14 0 7 16,-5-1-6-16,-9 1 0 0,17 0 15 15,-17 0-14-15,15 0 7 0,-15 0 7 0,18 0 2 16,-10-3 1-16,-1 2-1 0,-7 1 3 0,15-3 7 0,-8-1-10 16,-7 4 2-16,14-3-3 0,-7 2-1 0,1-2-3 15,-8 3-1-15,22-5 1 0,-16 2-3 0,4 2-2 16,-3-3 8-16,0 2-8 0,-7 2 2 15,15-6 1-15,-9 3 2 0,2 0 0 0,-1 0 3 0,3 1 3 16,-10 2-2-16,13-5 1 0,-5 0-4 0,-1 3 6 16,1-4-4-16,-3 2 3 0,2 1-2 0,1-2 0 15,-1 1-3-15,-4 1 2 0,7-2-4 0,-2 3 1 16,-4-3 0-16,2 0-1 0,1 1 2 0,-2-4 5 16,-2 4 3-16,-3 4 0 0,12-7-3 0,-9 3 0 15,5 0-1-15,-4 0 1 0,-4 4 8 0,13-9 1 16,-11 4 4-16,-1 2-2 0,4-4-2 0,-1-1-1 15,0 2 1-15,-2 3-1 0,3-2-2 0,-5 5-1 16,3-12-2-16,-3 8 1 0,7-4 0 0,-7 5-3 16,2-4 0-16,4 1-2 0,-6 6 1 0,4-12-1 15,-4 6 2-15,3 2 2 0,-1-4-3 0,-2 2 0 16,5 0 0-16,-4 0-5 0,-1-2 1 0,4 3 1 16,0-3-4-16,-4 8 0 0,0-11-3 0,0 4 0 15,0 7 1-15,0-10 0 0,0 3-2 0,0 7-1 0,0-10 6 16,5 5 0-16,-5 5-1 0,-5-8 2 15,5 0-1-15,0 8 2 0,0-9 1 0,0 2 2 16,0 7-3-16,0-11 0 0,0 11-10 0,0-8-1 0,0 4 14 16,0 4-2-16,-4-11-3 0,4 6 0 0,0 5-7 15,-4-10 3-15,3 5 3 0,1 5-3 0,0-11-3 16,0 11 3-16,0-9-3 0,-5 3-1 16,5 6 3-16,-2-8-8 0,2 4 5 0,-3-4 4 0,3 8-6 15,-5-7 5-15,5 7 3 0,0-8-6 0,0 8 2 16,-7-7-2-16,4 4 3 0,3 3-10 0,-4-10 9 15,1 3 4-15,3 7 8 0,-5-7-1 0,5 2-7 16,-2-2 6-16,2 7-6 0,-8-10 7 0,5 5-7 16,-2-3 0-16,2 3 5 0,-1-2-4 0,-1 0 2 15,0 2 0-15,2 0-2 0,-4-5-9 0,2 6 3 16,-3-4 1-16,0 1-6 0,1-2 3 0,-3 6 2 16,-1-6-7-16,3-2-11 0,-7 6 3 0,-2-3-11 15,1-6-16-15,-4 7-23 0,3 1-25 0,-4-3-41 16,-1 1-54-16,1 3-59 0,-1-2-57 0,1 7-57 15,-1-4-40-15,-1 8-32 0,6-4-43 0,-1 2-35 16,0 7-280-16,3-1-838 0,-3 2 371 0</inkml:trace>
  <inkml:trace contextRef="#ctx0" brushRef="#br0" timeOffset="53097.71">8949 4657 57 0,'0'0'243'0,"0"0"-2"0,0 0-5 0,5-5-8 0,-5 5-14 15,0 0-6-15,0 0-14 0,0 0-8 0,0 0-8 16,0 0-9-16,0 0-6 0,0 0-12 0,0 0-11 16,0 0-13-16,8-7-2 0,-8 7-9 0,0 0-11 15,0 0-9-15,0 0-7 0,0 0 1 0,0 0-18 16,0 0-3-16,0 0-5 0,0 0-6 0,0 0-10 16,0 0-13-16,0 0 2 0,0 0-9 0,0 0 3 15,0 0-9-15,-21 17 1 0,14-11 1 0,6 3-8 16,-8-2 0-16,-2 4 2 0,1 1-7 0,-4 2 0 15,1 0 4-15,-3 6-5 0,1 0 4 0,-7 1-5 16,1 1 4-16,-1 2-5 0,2-4 2 0,-3-2-1 16,-3 4 1-16,3 0-6 0,-2-2 1 0,2-3 4 15,-1 0-1-15,3-2-8 0,6-1 3 0,-2-4 2 16,4 1-2-16,7-5-1 0,-8 1 0 0,11-1-5 16,-4-2-14-16,1 1-9 0,4-2-10 0,-4 2-10 15,6-5-8-15,0 0-22 0,0 0-33 0,0 0-35 0,0 0-44 16,0 0-55-16,23-20-44 0,-17 16-189 15,3-8-513-15,-1 0 227 0</inkml:trace>
  <inkml:trace contextRef="#ctx0" brushRef="#br0" timeOffset="53547.54">8833 4537 48 0,'5'-7'165'0,"-5"7"5"16,7-6-1-16,-7 6 0 0,3-3-4 0,-3 3-4 15,0 0-4-15,0 0-19 0,3-4-7 0,-3 4-12 16,0 0-5-16,0 0-10 0,0 0-1 0,0 0-14 15,0 0-6-15,0 0-12 0,0 0-3 0,0 0-1 16,0 0 4-16,0 0-1 0,0 0 5 0,-18 8 0 16,12-3-5-16,-1 1-2 0,-3 0-3 0,2 1 0 15,0 1-5-15,-6 2 0 0,4 1-4 0,0 2 4 16,-6 1-13-16,1 2 1 0,3-4-7 0,-7 11 1 16,-3 0 0-16,7-8-9 0,-6 4 12 0,6-2-15 15,-8 6-1-15,6-1 0 0,-5-1-4 0,3-2-2 16,-3 2 3-16,6-2-5 0,-6-1-1 0,2 5-4 15,-3-7-1-15,8-1 0 0,0 2-5 0,0-5 7 16,2 2-9-16,3-2 0 0,0-1-1 0,-1-3-2 16,2 1 1-16,4-2-9 0,-3 0-10 0,0-2-22 15,4 2-15-15,0-3-14 0,4-4-12 0,-7 7-15 16,7-7-19-16,-8 2-51 0,8-2-49 0,0 0-45 16,0 0-183-16,0 0-474 0,-7-18 210 0</inkml:trace>
  <inkml:trace contextRef="#ctx0" brushRef="#br0" timeOffset="54296.91">8636 4392 92 0,'0'0'147'0,"0"0"-1"0,4-3-9 0,-4 3-10 0,0 0-5 16,0 0-2-16,0 0-6 0,0 0-3 0,6-4-7 15,-6 4-4-15,0 0-4 0,0 0-4 0,0 0 2 16,0 0 4-16,0 0-8 0,0 0 3 0,0 0 0 16,0 0-5-16,0 0-2 0,0 0-6 0,0 0-2 15,0 0-6-15,0 0 0 0,0 0-5 0,0 0-4 16,0 0-7-16,0 0-8 0,0-11 5 0,0 11-13 16,0 0-4-16,0 0-3 0,0 0-4 0,0 0-6 15,0 0 0-15,0 0-3 0,0 0 4 0,0 0-7 16,5-3-1-16,-5 3-1 0,0 0-3 0,8-5 0 15,-8 5 0-15,0 0-3 0,0 0-2 0,4-3-1 16,-4 3 1-16,0 0-2 0,5-1 2 0,-5 1-2 16,0 0-4-16,8-4 1 0,-8 4 1 0,0 0 2 15,0 0-2-15,0 0-2 0,2-8 3 0,-2 8-1 16,0 0 0-16,0 0-1 0,6-6-2 0,-6 6 4 16,0 0-4-16,0 0 3 0,5-5 0 0,-5 5-4 15,0 0 3-15,0 0-1 0,0 0 0 0,0 0 7 0,0 0-5 16,0 0 0-16,0 0 2 0,0 0-5 15,0 0 0-15,0 0 6 0,0 0-4 0,0 0-1 16,-21 19-1-16,14-14 3 0,-1 3 2 0,-2 7-1 16,-2-3 5-16,-3 3 6 0,1 6 8 0,-3 0 2 0,-3 3-1 15,2-2 5-15,-7 6-6 0,2 5 1 0,-2 3-1 16,-1-5-5-16,-4 2 4 0,2 0-3 16,4-7-4-16,0 6 0 0,0 3 6 0,5-8-7 15,2 0 0-15,-1 0-5 0,1-3 2 0,-4 0-2 0,1-2 1 16,5 0 11-16,-2-3-14 0,4-9 0 0,2 7 0 15,-1-7 0-15,4-2 0 0,1 1-1 0,1-3 0 16,-1 1-1-16,4-3-3 0,-2 0 3 16,1-1-6-16,4-3-2 0,-5 9-2 0,5-9-14 0,0 0-26 15,0 0-38-15,0 0-37 0,0 0-43 0,0 0-46 16,0-24-57-16,0 15-187 0,5-1-490 0,-3-1 216 16</inkml:trace>
  <inkml:trace contextRef="#ctx0" brushRef="#br0" timeOffset="54713.85">8423 4346 113 0,'0'0'145'0,"0"0"-15"0,0 0-7 0,0 0-9 15,0 0 4-15,0 0-6 0,0 0 6 0,0 0 2 16,-12 17-8-16,9-9 3 0,-5 2-2 0,-2-1 5 16,3 3-1-16,-5 3-1 0,1-3 3 0,3 6-12 15,-2-2 2-15,3 2-4 0,-8-2-6 0,-3 9 2 16,6-2-3-16,-8-1-2 0,6 1-8 0,0-3-1 15,-2 2-5-15,-4 3-9 0,5-2-4 0,-2 0-6 16,3-3-5-16,-3 5-5 0,4-9-4 0,3 0-4 16,0 1-5-16,-2-2-3 0,1 3-5 0,-2-3-3 0,4-2-2 15,3 1-2-15,-3-2-1 0,4 0-5 0,0-6-4 16,2 4-9-16,0-3-9 0,-2 0-20 16,5 1-16-16,-3-3-14 0,-1 2-17 0,3-2-16 15,-1 0-15-15,2-5-18 0,-5 5-47 0,5-5-32 0,0 0-34 16,0 0-177-16,0 0-441 0,0 0 195 0</inkml:trace>
  <inkml:trace contextRef="#ctx0" brushRef="#br0" timeOffset="55130.42">8292 4295 87 0,'0'0'234'0,"0"0"-9"16,0-10-15-16,0 10-17 0,7-3-13 0,-7 3-24 16,0 0-5-16,0 0-19 0,0 0-10 0,0 0-14 15,0 0-7-15,0 0-9 0,-12 18 0 0,12-9 1 16,-10 1-3-16,3 2-3 0,7-4-2 0,-14 11 1 15,7-6 5-15,-1 2-11 0,-6 1 0 0,6 6-3 16,-5-3 4-16,-2 1-4 0,0 3-1 0,0-3-5 16,4-4-2-16,-8 7-4 0,5-1-3 0,-5-1-5 15,4 2-4-15,-3-2-4 0,3 0-8 0,0-5-2 16,2 1 1-16,-3 1-9 0,7-1-3 0,-6-4-5 16,2-1 3-16,3 0-2 0,-3 3-9 0,6-4 17 15,1-3-19-15,-2 1 0 0,1-1-10 0,5-1-15 16,-4-4-15-16,-1 6-18 0,5-3-16 0,-4-1-12 15,6-1-16-15,0-4-9 0,-7 7-18 0,7-7-36 16,0 0-46-16,0 0-42 0,0 0-216 0,0 0-492 16,13-23 219-16</inkml:trace>
  <inkml:trace contextRef="#ctx0" brushRef="#br0" timeOffset="55530.47">8117 4295 204 0,'0'-6'221'0,"0"6"-21"0,0 0-16 0,0 0-16 0,0 0-18 16,0 0-10-16,0 0-14 0,0 0-12 15,-19 15-6-15,9-10-3 0,2 3-7 0,2 2-2 0,-4 1-3 16,0 5-8-16,-4-4-3 0,3 7-6 0,-1-6-2 16,-3 8-4-16,4-3-3 0,-4-1-8 0,0 3-1 15,0-3-2-15,7 5-6 0,-5-6-6 0,-2-1-3 16,6 1-2-16,-4-4-6 0,0 4 0 0,3-2-4 16,2-3-2-16,-4 1-3 0,4-4-3 0,0 0-3 15,1 3 9-15,-1-3-14 0,1-3-1 0,0 2-2 16,4 1-2-16,-2-4-10 0,2 1-9 0,-2 0-8 15,0-3-9-15,5-2-9 0,-3 7-7 0,3-7 0 16,-9 7-13-16,9-7-6 0,-5 3-1 0,5-3-15 16,0 0-14-16,-6 3-7 0,6-3-12 0,0 0-15 15,0 0-20-15,0 0-6 0,0 0-16 0,0 0-117 16,0 0-309-16,-7-15 136 0</inkml:trace>
  <inkml:trace contextRef="#ctx0" brushRef="#br0" timeOffset="55897.43">7903 4317 192 0,'0'-8'219'0,"0"8"-9"0,0 0-14 0,0 0-8 15,0 0-16-15,0 0-13 0,0 0-19 0,0 0-11 16,0 0-13-16,0 0-12 0,0 0-9 0,0 0-6 16,-17 15-14-16,11-7-3 0,-1 3-5 0,-1-4-4 15,0 6 2-15,-4-3-6 0,4 6-1 0,-7-3-6 16,7 4-1-16,-6-2-4 0,3-2-6 0,-2 3 0 16,-1 2-7-16,1-5-3 0,-2 1 0 0,5-1-5 0,-1 1-1 15,-1-1-6-15,2-4-1 0,0 6-2 0,5-4 1 16,-5-4-2-16,4 2-5 0,-3-3-13 15,8 0-5-15,-4-3-20 0,-3 8-12 0,8-7-8 0,0-4-14 16,-7 3-13-16,7-3-22 0,0 0-43 0,0 0-35 16,0 0-33-16,13-15-135 0,-11 9-373 0,3 0 165 15</inkml:trace>
  <inkml:trace contextRef="#ctx0" brushRef="#br0" timeOffset="56179.9">7731 4261 166 0,'0'0'237'0,"0"0"-6"0,0 0-9 16,0 0-5-16,0 0-14 0,0 0-15 0,0 0-10 15,0 0-13-15,0 0-17 0,0 0-12 0,0 0-10 16,0 0-14-16,0 0 2 0,0 0-25 0,0 0-5 15,0 0-7-15,-18 20-5 0,13-11-6 0,-2-2-2 16,0 4-4-16,-4-2-5 0,4 1-10 0,-1 1-3 16,-4 1-1-16,1 0-9 0,-2-1-3 0,3 2 3 15,-4-1-8-15,6 2 0 0,-2-2-15 0,0-2-20 16,2 2-23-16,5-2-23 0,-2 1-26 0,-4 3-31 16,4-7-49-16,5 0-46 0,5 4-228 0,-3-8-472 15,5 3 209-15</inkml:trace>
  <inkml:trace contextRef="#ctx0" brushRef="#br0" timeOffset="58563.61">11202 5083 152 0,'0'0'217'0,"-2"-7"-11"0,2 7 0 0,5-8-10 0,-5 8-7 16,0 0-12-16,2-10-6 0,-2 10-7 0,1-7-9 16,-1 7-9-16,5-4-10 0,-5 4-8 0,0 0-9 15,-1-7-9-15,1 7-14 0,0 0-7 0,0 0-8 16,1-6-11-16,-1 6-6 0,0 0-12 0,0 0-6 16,0 0-3-16,0 0-6 0,0 0 0 0,0 0-7 15,-11 18-4-15,4-11 7 0,4 4-11 0,-4 2-2 16,-3 2 0-16,-1 0-2 0,-3 4-3 0,-2-2 14 15,1 8-4-15,0-5-3 0,-1 1-1 0,-4 1 1 16,-2 1-4-16,1-2-3 0,4-1-4 0,-4 1 2 16,7-6 0-16,-2 3-1 0,3 3-4 0,4-10 3 15,-4 6-5-15,1-5-4 0,1 5-7 0,3-8-18 16,-1 3-13-16,4-4-14 0,-1 0-18 0,4 2-18 16,0-3-23-16,-1-1-30 0,1-3-33 0,2-3-44 0,12 8-217 15,-12-8-469-15,0 0 209 0</inkml:trace>
  <inkml:trace contextRef="#ctx0" brushRef="#br0" timeOffset="58963.12">11536 5015 215 0,'0'0'264'0,"2"-6"-4"16,-2 6-10-16,6-4-6 0,-6 4-17 0,5-4-13 0,-5 4-8 15,0 0-13-15,0 0-14 0,0 0-12 0,0 0-10 16,7-3-20-16,-7 3-6 0,0 0-19 0,0 0-16 16,0 0-9-16,0 0-8 0,0 0-12 0,0 0-5 15,0 0 3-15,-7 22-13 0,-1-13-3 0,3 2-8 16,-5 4-1-16,0-2-3 0,0 4-3 0,-6 8-5 15,-1 1-1-15,1-2 0 0,-1 2-2 0,-1-1-7 16,1 2 1-16,-4-1 0 0,1 1 4 0,3-2-9 16,-4 1-5-16,-1 1 4 0,4-5-1 0,-2 1-6 15,0-1 1-15,4-3 0 0,-2 3 0 0,4-6 2 16,0-5-6-16,2 5-5 0,4-7-8 0,-2 1-24 16,-2 1-12-16,4-3-22 0,1-3-14 0,4 2-18 15,-4-2-16-15,4-2-18 0,-2 2-8 0,5-5-32 16,0 0-32-16,0 0-28 0,0 0-205 0,0 0-473 15,0 0 211-15</inkml:trace>
  <inkml:trace contextRef="#ctx0" brushRef="#br0" timeOffset="59379.91">11935 4966 101 0,'3'-5'218'0,"2"3"-11"0,-5 2-18 16,9-8-12-16,-9 8-16 0,0 0-18 16,0 0-14-16,0 0-14 0,0 0-10 0,0 0-8 0,-10 17 6 15,3-10 1-15,-1 6-5 0,-4 1-2 0,4 1 2 16,-7 2-8-16,2-2-3 0,-2 6 1 0,-2 0-7 15,1 0-11-15,-4 4-4 0,3 1-3 0,-3-2-10 16,6 0-4-16,-3 2-5 0,-1-3-4 0,0 1-2 16,-2 0-7-16,5 2-2 0,0-5-5 0,-7 3 1 15,7-3-2-15,1-2-4 0,-3 1-1 0,5-5-2 16,3 1 0-16,-3 1-2 0,-3-4-1 0,7 1-3 16,-4-1 0-16,1-1-2 0,2-1-1 0,1-3-7 15,0-1-4-15,3-1-13 0,-2 1-8 0,4 0-11 16,-2-2-12-16,0-2-4 0,5-3-13 0,-3 9-2 15,3-9-8-15,-5 3-9 0,5-3-29 0,0 0-26 16,0 0-15-16,0 0-32 0,0 0-28 0,0 0-111 16,0 0-350-16,21-13 155 0</inkml:trace>
  <inkml:trace contextRef="#ctx0" brushRef="#br0" timeOffset="59780.09">11998 5068 9 0,'5'-5'239'0,"-5"5"-10"0,0 0-16 0,8-5-12 15,-8 5-21-15,0 0-19 0,0 0-15 0,0 0-16 16,0 0-9-16,0 0-11 0,0 0-15 0,0 0-8 15,7 12-6-15,-7-12 3 0,0 13 9 16,-4-6 0-16,1 0-3 0,3 5 4 0,-2-3 0 0,-4 5-5 16,1-1 7-16,-3 5 4 0,1-2-4 0,-3 1-1 15,0 2-4-15,-1 3-9 0,-4-2-4 0,0 4-8 16,0-1-5-16,0-2-8 0,-2 4-1 0,-1-3-6 16,3 2-7-16,-3-4-2 0,0 6-4 0,1-5-5 15,-4 3 1-15,4-3-5 0,4-5-1 0,-4 4-3 16,-2-1-4-16,4-4-1 0,1 0 3 0,5-3-9 15,-5 3-11-15,6-3-9 0,-2 0-15 0,0-2-15 16,5-6-16-16,0 5-11 0,-1-1-22 0,2-4-12 16,1-1-6-16,3-3-25 0,0 9-31 0,0-9-32 15,0 0-27-15,0 0-30 0,0 0-167 0,30-10-451 16,-27 4 199-16</inkml:trace>
  <inkml:trace contextRef="#ctx0" brushRef="#br0" timeOffset="60146.72">12062 5416 189 0,'0'0'196'0,"0"0"-3"0,0 0-10 0,0 0-18 15,0 0-12-15,0 0-14 0,7-1-11 0,-7 1 3 0,0 0-2 16,0 12-3-16,0-12 5 0,0 8-9 16,0-8-1-16,-2 7-6 0,-3 2 3 0,5-5 0 15,0 7 3-15,-8-4-4 0,2 1-2 0,-1 5 0 16,0-2-1-16,-1 1 1 0,0 2-2 0,-6-1-10 0,3 1-7 16,1 3-6-16,-7-3-12 0,7 1-4 0,-4 3-6 15,-5-1-11-15,4-2-3 0,1-1-2 0,-1 0-4 16,3-1-7-16,-4 1-5 0,2-2 1 15,3 1-5-15,-4 0-9 0,2-3-21 0,4-3-22 0,1 1-31 16,1 1-25-16,1-2-23 0,-2 1-29 0,6-2-35 16,-3-2-31-16,5-4-43 0,-2 5-52 0,2-5-195 15,0 0-524-15,0 0 232 0</inkml:trace>
  <inkml:trace contextRef="#ctx0" brushRef="#br0" timeOffset="60596.32">11390 5551 275 0,'0'0'281'0,"0"0"-27"0,0 0-26 0,0 0-17 15,0 0-17-15,0 0-21 0,-13 17-10 0,8-11-11 0,2 2-6 16,-4-1-13-16,-6 6-12 0,5 2-11 16,-5-1-6-16,3 4-8 0,0-1-10 0,-2-2-4 15,-3 6-11-15,-5-1-9 0,2 2-5 0,3-6-4 16,0-1-3-16,0 6-7 0,1-6-4 0,0 3-1 0,8-5-7 16,-11 2-18-16,6-3-21 0,2-1-21 0,1 1-21 15,3-6-27-15,0 0-35 0,-5 1-31 0,10-3-42 16,-5 0-57-16,5-4-162 0,0 0-436 15,0 0 193-15</inkml:trace>
  <inkml:trace contextRef="#ctx0" brushRef="#br0" timeOffset="61029.91">11382 5619 77 0,'0'0'163'0,"8"3"-16"16,-1-3-15-16,-7 0-13 0,8 3-6 0,-8-3-15 15,9 6-13-15,-3-5 0 0,-6-1-15 0,0 0-5 16,4 5-7-16,-4-5-5 0,5 7-8 0,-5-7-4 15,6 5-4-15,-6-5-3 0,2 5-5 0,-2-5-2 16,0 0-1-16,0 9-2 0,0-9-2 0,0 0-4 16,0 5 0-16,0-5-1 0,0 0-4 0,0 0 0 15,0 0-3-15,0 0 2 0,0 0-4 0,3 8-2 0,-3-8 2 16,0 0-2-16,2 5 2 0,-2-5 1 16,0 0-6-16,0 0 3 0,0 0-1 0,0 0 4 15,0 0 5-15,0 0 2 0,-2 5 6 0,2-5 9 16,-3 9 10-16,3-9 9 0,-2 8 4 0,-6-2 6 0,3 3 0 15,-3-2-2-15,-1 2-4 0,-4 1-2 0,3 2 0 16,-3 1-11-16,-9 5-5 0,8-6-2 16,-8 0-7-16,7 2-30 0,0-2-45 0,-6 7-46 0,6-7-57 15,2-1-204-15,3-3-383 0,0 0 170 0</inkml:trace>
  <inkml:trace contextRef="#ctx0" brushRef="#br0" timeOffset="63262.6">8045 6171 169 0,'0'-8'237'0,"0"8"-7"0,0 0-15 0,2-7-6 15,-2 7-23-15,0 0-14 0,0-5-19 0,0 5-11 0,0 0-16 16,0 0-14-16,0 0-11 0,0 0-10 0,0 0-10 16,0 0-9-16,-12 15-5 0,9-3-9 0,-3-4 2 15,1 1 3-15,-2 5 9 0,-1 2-5 0,-1-4-2 16,-1 3-6-16,-1 0-3 0,1 1-2 0,-3-1-4 16,-1 4-2-16,8-3-5 0,-9 2-4 0,5 2-4 15,-3-5-3-15,4 2-2 0,-4 0 0 0,0-2-4 16,3 3-5-16,-3-3-1 0,5-2-1 0,-6 1-4 15,6-1-1-15,-5 0-11 0,11-4-14 0,-4-2-18 16,2 1-23-16,-1 2-17 0,2-4-22 0,1-2-31 16,2 3-25-16,0-7-33 0,0 0-54 0,4 10-168 15,-4-10-434-15,0 0 192 0</inkml:trace>
  <inkml:trace contextRef="#ctx0" brushRef="#br0" timeOffset="63646.02">8305 6135 56 0,'2'-8'239'0,"-2"8"-2"0,0-8-4 16,0 8-11-16,5-3-16 0,-5 3-17 0,0 0-14 0,0 0-17 15,0 0-18-15,0 0-13 0,0 0-14 0,0 0-10 16,0 0-7-16,-5 20-3 0,0-10 1 16,-5 3-2-16,5 1 4 0,0 3 2 0,-7 0-5 15,3 1-1-15,-10 6-1 0,4-2-8 0,6 2-3 0,-8 2-3 16,-1-2-9-16,-4 10-5 0,7-7-3 0,0 0-6 16,1 2-2-16,-3-2-11 0,2 3 1 0,0-6-9 15,-1-2-1-15,2 2-3 0,0 2 1 0,2-13-11 16,0 7 2-16,2-5 2 0,0-3 1 0,2 3-10 15,2-5-12-15,-1-1-20 0,2-1-13 0,3-2-13 16,1 3-14-16,-6-5-11 0,7-4-9 0,0 0-34 16,0 0-41-16,0 0-41 0,0 0-41 0,25-8-42 15,-15 0-161-15,0 0-473 0,5-5 211 0</inkml:trace>
  <inkml:trace contextRef="#ctx0" brushRef="#br0" timeOffset="64029.75">8631 6111 87 0,'5'-6'253'0,"-5"6"-19"15,0 0-20-15,7-1-6 0,-7 1-15 0,0 0-14 0,0 0-19 16,0 0-17-16,0 0-16 0,0 0-7 15,0 0-14-15,0 0-11 0,0 0 2 0,-3 17-1 16,-1-3-1-16,-7-5 2 0,7 6 1 0,-7 1 2 16,3 2 1-16,-9 6-4 0,-3 0 1 0,5 2-2 0,0-2-7 15,-6 6-7-15,-2 1-8 0,1-5 4 0,1 9-9 16,6-6-5-16,-10 5-8 0,0-2-2 16,5-6-9-16,0 1-4 0,5-4-6 0,-6 1 0 15,6-4-5-15,5 5 0 0,-8-5-2 0,8 0-7 0,-3-6-3 16,4 2-3-16,-1-3-5 0,1-2-14 0,7 1-10 15,-3-5-16-15,0 1-14 0,0-4-16 0,0 5-13 16,5-6-14-16,-8 4-15 0,8-7-12 16,-2 5-12-16,2-5-24 0,0 0-30 0,0 0-36 0,0 0-26 15,0 0-179-15,20-12-457 0,-15 8 202 0</inkml:trace>
  <inkml:trace contextRef="#ctx0" brushRef="#br0" timeOffset="64379.9">8903 6138 99 0,'0'0'271'15,"1"-3"-12"-15,-1 3-18 0,0 0-24 0,9-4-22 16,-9 4-22-16,0 0-15 0,0 0-8 0,0 13 1 15,0-2-3-15,-4-3-3 0,-2 9-4 0,-4-2-4 16,0 10-1-16,-2-2-3 0,-3 1 0 0,4 0-10 16,-4 3-5-16,-5 3-11 0,2-3-8 0,-4 4-6 15,1 5-12-15,-4-2-6 0,7-7-9 0,0 0-3 16,-2 1-5-16,-5 5-8 0,7-6-1 0,1-2-6 16,-4 2-5-16,1-4-3 0,10 1-2 0,-3-5-11 0,-9 4 7 15,14-8-7-15,-5 1-14 0,3-2-21 0,3-4-8 16,4-2-21-16,-4-1-15 0,2 1-19 15,0-2-14-15,0 0-13 0,5-6-16 0,-3 3-27 16,3-3-21-16,0 0-34 0,0 0-31 0,25-12-28 0,-14 4-169 16,3-2-465-16,2-3 206 0</inkml:trace>
  <inkml:trace contextRef="#ctx0" brushRef="#br0" timeOffset="64712.74">9045 6297 22 0,'0'0'236'15,"5"-6"-4"-15,-5 6 2 0,8-5 17 0,-3 1 3 16,-5 4-9-16,7-7-22 0,-7 7-8 0,8-7-4 16,-5 6-14-16,-3 1-18 0,0 0-18 0,9-4-11 15,-9 4-14-15,0 0-16 0,0 0-16 0,0 0-13 16,0 0-5-16,0 0-13 0,5 12-5 0,-5-5 4 15,-5 1-20-15,5 4-4 0,-9 3 1 0,3 1-2 16,-2 3-3-16,-4 4-6 0,-1 4 1 0,-2 0-2 16,0-3-12-16,0-1-4 0,-5 4 6 0,10 0 0 15,-8 0-7-15,3-4 0 0,5 1-5 0,-5-2 1 16,4-5 2-16,2 2-12 0,-4-8-13 0,5 6-21 16,0-2-20-16,1-4-21 0,4-4-33 0,-2 5-26 15,-2-4-30-15,6-1-30 0,-1-2-43 0,2-5-45 16,3 6-203-16,-3-6-520 0,0 0 231 0</inkml:trace>
  <inkml:trace contextRef="#ctx0" brushRef="#br0" timeOffset="64979.42">9125 6537 35 0,'0'0'212'0,"1"-6"9"0,-1 6 6 16,0 0 26-16,0 0 15 0,0 0-2 15,0 0-9-15,0 0-14 0,0 0-2 0,0 0-9 0,0 0-15 16,0 0-23-16,0 0-8 0,0 0-23 0,0 0-7 16,0 0-5-16,0 0-13 0,-10 22-9 0,9-14-8 15,-4-4-16-15,1 3-10 0,-1 5-6 0,-1 1-6 16,-4 1-4-16,0 1-11 0,2 2-5 0,-1-5-5 16,-6 13-8-16,2-5-2 0,-3 0 0 0,1 3-7 15,0-3-6-15,-7 3-17 0,1-4-26 0,6 4-42 16,-8-3-37-16,3-1-38 0,8-1-42 0,-6 3-53 15,3-9-76-15,7 0-80 0,1-3-202 0,1-3-624 16,-3-2 277-16</inkml:trace>
  <inkml:trace contextRef="#ctx0" brushRef="#br0" timeOffset="79028.91">16566 3254 189 0,'0'-11'296'0,"0"4"-6"15,-3-1-4-15,6 4-6 0,-6-7-3 0,-1 5-10 16,-1 0-10-16,4-2-7 0,1 1-12 0,-7-1 3 15,1 3-19-15,1-3-14 0,0 4-22 0,-2-3-10 0,0 4-21 16,-1 2-15-16,-5-2-19 0,5 0-8 16,-7 2-14-16,1 1-9 0,14 0-13 0,-24 1-6 15,10 2-8-15,1 0-5 0,3 0-8 0,0 3-10 16,0 0-5-16,2 0-10 0,0 0-3 0,3 0-15 0,2 1 0 16,3 4-14-16,0-2 12 0,0 5 3 0,3-6-5 15,7 3 0-15,0 2 3 0,1 1-1 0,3-1 1 16,-1 2 0-16,2 0 0 0,6 2-4 0,-3-3 1 15,2 5-1-15,0-4-4 0,-5 0 1 0,2-2-8 16,2 1-9-16,-4-1-1 0,9 4-7 0,-11-2-3 16,2 0 8-16,-2-1-5 0,0-1 1 0,-5 1-2 15,1 0 0-15,-1-3 13 0,-3 1-9 0,-2-2 3 16,2 2-4-16,-5-3 2 0,0 2 15 0,0-2-11 16,-3-6 5-16,1 4 13 0,-4 4-6 0,1-7-2 15,-7 5 5-15,2-7 1 0,0 6 8 0,-6-7 6 16,1-1-2-16,-7-1 14 0,6 1-11 0,-6-2 1 15,1-4-3-15,-1 4 0 0,2-3 2 0,4-2-1 16,1-5-7-16,2 5-9 0,4-8-22 0,1 2-28 16,1-6-35-16,7 3-39 0,0 1-49 0,7-5-40 15,6-2-61-15,4-3-32 0,3 0-247 0,-2 6-604 16,3 2 267-16</inkml:trace>
  <inkml:trace contextRef="#ctx0" brushRef="#br0" timeOffset="79261.62">16854 3126 94 0,'0'0'272'16,"2"-6"-5"-16,-2 6-22 0,6-4-21 0,-6 4-25 0,0 0-17 15,0 0-20-15,0 0-11 0,0 0-22 0,0 0-13 16,0 0-14-16,0 0-7 0,-6 28-12 16,9-18-4-16,-3 9-10 0,0-3-4 0,3 3-10 15,4 9-5-15,-5-1-1 0,4-4-4 0,1 4-9 0,1-1 5 16,0 1-10-16,4-2 0 0,-5 4-3 0,3-4-7 15,1-1-17-15,-3 1-22 0,1-1-26 0,-8-7-38 16,6 1-39-16,0-6-42 0,-7 3-37 0,0-6-184 16,0 2-414-16,0-5 184 0</inkml:trace>
  <inkml:trace contextRef="#ctx0" brushRef="#br0" timeOffset="80228.34">16900 3426 70 0,'20'4'113'0,"-5"-1"-14"0,8 2-6 0,-1-3-7 16,9 0-7-16,-3 1-12 0,2-3-4 0,0 2 8 16,3-2-17-16,-3 0-7 0,1-2-5 0,-1-2-7 15,-7 0-3-15,1 0-14 0,0-1 8 0,-7-2-5 16,3-1 4-16,-5 1 5 0,-5 3 19 0,0-4 11 15,-2 4 15-15,-3 0 6 0,-2-6-1 0,-3 6 1 16,0 4 0-16,-7-8 8 0,-1 4 1 0,0 3 1 16,8 1 1-16,-22-3-3 0,9 3-3 0,-2 3 0 15,-5 1-7-15,4-1 0 0,-4 3-6 0,5 0-8 16,-6 3-3-16,4 0-6 0,-3 6-9 0,5-5-2 16,4 2-4-16,-1 0-5 0,-1-1-7 0,8 2 1 0,-2 0 0 15,1 0-5-15,4-1-2 0,2-1-1 16,2 2-1-16,1-3-3 0,2 2-2 0,3-8-1 15,5 1-1-15,4 1-5 0,0 2-2 0,-1-7 1 16,2-1-5-16,4-1-5 0,1-5 2 0,-3 4-5 0,8-5-1 16,-11 3-2-16,4 0 4 0,-1-6-2 0,-5 1-1 15,0-2 3-15,-4 2 0 0,4-2 5 0,-8 3 5 16,1 0 11-16,-3 1 15 0,0-1 21 16,-3 3 18-16,1-5 4 0,-1 6 2 0,-2 4 3 0,1-6-12 15,-1 6-12-15,0-7-6 0,0 7-1 0,0 0-11 16,0 0-6-16,0 0-4 0,-15 0 2 0,15 0-6 15,-6 8 1-15,2-1-5 0,3-2-8 0,-1 3-14 16,0 0-2-16,2-2-5 0,0 4-6 0,2-1-6 16,0-1-4-16,3-1-7 0,-2-1-4 0,-3 2-1 15,5-4-4-15,2 0 2 0,1-1-3 0,0-3-7 16,0 2-2-16,-8-2-4 0,22-2 9 0,-10-2-4 16,2-2 4-16,-2 1 3 0,1-3 16 0,2 0-5 15,0-1 4-15,-7 3 3 0,7-5 3 0,0 4 6 16,-10-1 7-16,5 3 16 0,-3-3 7 0,-1 2 3 15,1 1 6-15,0 1 0 0,-1 3-3 0,1-2-1 16,-7 3-1-16,0 0-5 0,10-5-3 0,-10 5 0 16,15 0-2-16,-9 5 0 0,-6-5-3 0,13 5 2 15,-6 0-2-15,0 3-1 0,3-3 3 0,-2 2 0 16,5-2-3-16,4 5 0 0,-11-1-3 0,3-5 0 16,-1 4 2-16,2-2 2 0,-5-1 0 0,1 2-1 15,1-6 1-15,-2 3-1 0,-2 0-3 0,-3-4 3 16,5 5 2-16,-5-5 5 0,7 2 1 0,-7-2-2 15,0 0 0-15,0 0 1 0,0 0-6 0,0 0 4 0,0 0-1 16,0 0-5-16,0 0 0 0,-15-19-8 16,12 11-9-16,3 1-12 0,0-4-17 0,5-5-18 15,1 4-24-15,-2-7-30 0,9-6-33 0,2 1-17 16,1-1-17-16,6-16-13 0,6 5 6 0,2 3 8 0,-2-3 19 16,-2 0 15-16,-7 10 20 0,0-2 37 0,-2 4 43 15,-2 3 61-15,-2-3 33 0,-5 6 41 0,1 0 36 16,-3 4 41-16,-1 5 24 0,-1-1 21 15,-1 1 8-15,2 1-4 0,-5 1-16 0,3 1-21 0,-3 6-25 16,2-6-16-16,-2 6-15 0,0 0-17 0,0 0-9 16,-5 19-16-16,5-5 9 0,-5 4-20 0,0 1-8 15,0 8-7-15,-2 0-4 0,7 7-1 0,0-3-6 16,-1-3-4-16,1 2-5 0,1 2-2 0,-1-2-4 16,7 1-15-16,0-4-11 0,1 1-16 0,-3 0-19 15,3-6-16-15,-1-2-18 0,1-4-17 0,4 2-22 16,-4-4-22-16,3-1-35 0,-4-5-46 0,8-4-45 15,-8-2-38-15,1-2-190 0,-8 0-522 0,20-7 232 16</inkml:trace>
  <inkml:trace contextRef="#ctx0" brushRef="#br0" timeOffset="80395.82">18049 3225 30 0,'-8'-8'272'15,"-2"6"-8"-15,-3-3-6 0,6 3-23 0,-1-1-21 16,8 3-18-16,-9-4-18 0,9 4-17 0,0 0-17 15,0 0-12-15,0 0-6 0,0 0-17 0,37 4-13 16,-19-1-12-16,10 2-10 0,7 2-26 0,0 0-36 16,9 2-53-16,3-3-81 0,4 1-73 0,-6 0-185 15,6-2-411-15,7-3 183 0</inkml:trace>
  <inkml:trace contextRef="#ctx0" brushRef="#br0" timeOffset="80844.96">19348 2992 16 0,'-5'-7'331'0,"-1"2"-10"0,4 0-18 0,2 5-19 15,-6-11-21-15,-3 5-20 0,3 1-22 0,-1 1-25 16,7 4-21-16,-8-3-21 0,-6 3-15 15,14 0-12-15,-16 3-17 0,3 1-12 0,4 1-13 0,0-2-3 16,0 3-11-16,3 2-5 0,-1 2-4 0,4-3-9 16,-2 3-4-16,1 0-7 0,4 5-2 0,4 0-4 15,1-3 1-15,1 4-6 0,4-2-2 0,8 6-2 16,-3-4-6-16,7 0 1 0,-1 2 8 0,3-1-9 16,-5-5-8-16,5 6-1 0,-1-3 0 0,-2 1-6 15,-6-5 6-15,5 2-3 0,-3 0-1 0,1-4 2 16,-7 1-4-16,3 0-2 0,-6 1-3 0,-3-5 1 15,0 1-2-15,1 1 2 0,-6 4 1 0,0-9 3 16,-3 4 14-16,-8 4-16 0,2-8 1 0,-1 3 0 16,-5-2 4-16,-4 3-4 0,-1-4 3 0,-5 1-1 15,-5-1-2-15,7-2 2 0,3 1-1 0,-1-2 0 16,6 0-3-16,0-2 2 0,1 1-7 0,6-1-19 16,0-2-2-16,1 0-15 0,1-3-18 0,4 2-32 15,2-3-22-15,2-3-30 0,4 3-36 0,1-8-39 16,5 1-32-16,7-8-28 0,1 2-158 0,-3-4-469 15,11-6 209-15</inkml:trace>
  <inkml:trace contextRef="#ctx0" brushRef="#br0" timeOffset="81628.08">19600 2946 147 0,'5'-5'218'0,"-2"4"0"0,-3 1-7 0,7-7-7 16,-7 7-14-16,0 0-16 0,5-3-17 0,-5 3-14 15,0 0-14-15,0 0-12 0,0 0-7 0,0 0 2 16,3 13-10-16,-3-6-8 0,0 4-5 0,0-2-7 0,8 8-7 15,-8-2-8-15,0 4-2 0,7-2-7 0,0 8-6 16,-1-6-9-16,-1 7-1 0,5 1-3 16,-3 1-2-16,-4-5-4 0,9 6-4 0,-4-4-7 15,-8-4-11-15,7-3-12 0,3 12-17 0,-10-11-16 0,4-3-23 16,-4 3-17-16,2-7-28 0,3 0-27 0,-5-3-16 16,3-2-11-16,-3 0-3 0,0-4-17 0,0-3 4 15,0 0-2-15,0 0 10 0,0 0-88 0,0 0-272 16,0 0 888-16,0 0-470 0,4-20 23 0,-8 13 17 15,4-3 24-15,-8 0 13 0,8 0 26 0,-2-1 19 16,-2-1 22-16,-5 1 23 0,3 2 7 0,4-3 22 16,-5 2 6-16,6 2 5 0,-6 1 6 0,2 0 6 15,3 1-6-15,1-1-6 0,-4 2-11 0,5 5-9 16,0 0-8-16,-2-8-9 0,2 8-6 0,7-6-3 16,-7 6-5-16,16 0-8 0,-1 0-3 0,8-1-5 15,-3 2-3-15,10 2-8 0,2-1-7 0,16 0 1 16,-5 3-8-16,1-3-3 0,3 2-4 0,-3-3-2 15,-7-1 0-15,11 0-3 0,-4 3-2 0,-14-3 0 16,2 0 1-16,-1-3-5 0,-3 3 1 0,-11-1 5 16,3 0-4-16,-9-2 3 0,1 1 10 0,-2 0 9 15,0 2 3-15,-10 0-1 0,5-5-2 0,-5 5 2 16,0 0-4-16,-15-8 2 0,5 6 4 0,-5-1 0 16,-7 3 4-16,6 3 1 0,-6-3-3 0,-6 4 4 15,2-3-3-15,-4 4-1 0,2-3 2 0,6 3-1 0,-6 1 0 16,7 0-1-16,-1 2-4 0,6-1-6 15,-4-1 3-15,10 6-1 0,-7-5-6 0,7 1 4 16,4-4-1-16,-3 4-1 0,8-4 0 0,-3 1 0 16,4 4-2-16,4-4-1 0,1 0 0 0,5 2-1 0,1-3-1 15,6 0-2-15,-1-2-7 0,-1-1-15 0,7-1-7 16,-7 0-10-16,6-1-13 0,2-2-7 0,-3 0 3 16,2-5 1-16,-4 4 4 0,0-2 2 0,-1-3 3 15,-1 0 4-15,-1 0 9 0,-3-1 2 0,1-1 9 16,-3 0 3-16,-2 2 24 0,-1 2 19 0,-2-1 25 15,-2 0 17-15,4 1 11 0,-7 3 0 0,0 4-2 16,5-8-5-16,-5 8-9 0,3-4-10 0,-3 4-7 16,0 0-3-16,0 0-6 0,0 0-8 0,0 0 3 15,0 0-6-15,0 0-1 0,0 0-3 0,-23 12-1 16,18-8-5-16,5 7-1 0,0-5-3 0,0 2 3 16,5-1-2-16,-5 3-5 0,5-1-1 0,1-1-4 15,-2 2-9-15,4-5-2 0,0 1-10 0,5 0-17 16,1 1-20-16,1 0-18 0,1-6-16 0,-1 2-25 15,5-2-22-15,-4-2-11 0,4-3-3 0,-2-1-24 16,2-1-3-16,-3-2 1 0,1 0-2 0,-3 0-99 16,-3-4-298-16,6 3 132 0</inkml:trace>
  <inkml:trace contextRef="#ctx0" brushRef="#br0" timeOffset="82078.03">20651 3174 393 0,'0'-20'-12'0,"-3"1"27"0,1 0 22 16,0-7 35-16,-6-1 23 0,0 2 24 0,1-4 26 15,1 7 21-15,2 0 11 0,-4 3 9 0,0-1 5 16,1 4 2-16,0-2 3 0,6 3-7 0,-2 2 0 15,-2 5-13-15,3-6-7 0,-1 9-19 0,1-2-10 0,0 2-22 16,-3-3-15-16,5 8-23 0,-1-7-19 16,1 7-3-16,0 0-4 0,0 0-6 0,0 0-11 0,1 20-1 15,4-12-2-15,-5 10-3 0,2-9-6 16,0 10-1-16,1 1-1 0,-1-1-8 0,-1 6 2 0,-1 0-3 16,0-1 3-16,7 2-7 0,-7 1-1 0,0-2-1 15,1 4 2-15,3-6-4 0,-3-3 2 0,-1-1 1 16,0 3-1-16,2-3 0 0,1 2-2 15,-3-5-1-15,4 4-5 0,1-5 1 0,-2-3 1 0,5 2 1 16,-8-4-4-16,7-1 2 0,3 0-1 0,1 0-1 16,-4-6 5-16,10 3-1 0,-1-5 0 0,2 6-2 15,4-7 0-15,-6 0 1 0,6-7-1 0,-1 6-3 16,1-2-6-16,-7-1-7 0,6-4 1 0,-4-3-3 16,-1 3-5-16,-1 1 7 0,-3-2 2 0,0 2 1 15,-3-1 13-15,-4 0-13 0,-1 0 6 0,2 2 6 16,-4 1-2-16,-2 1-3 0,0 4 1 0,0 0-1 15,-8-8 1-15,8 8 0 0,-13-3 1 0,13 3-1 16,0 0-2-16,-24 7 3 0,16-3-1 0,1 2-2 16,2 0 4-16,-4 1-5 0,2 1 7 0,4 1-2 15,-2 1 1-15,1 2 2 0,-1-3-2 0,7 2 4 16,1 0 0-16,1-4 2 0,4 5 1 0,0-3-3 16,0-5-7-16,9 7-15 0,0-4-33 0,4 1-42 15,1-4-43-15,-1 1-51 0,9-5-79 0,-9 0-225 16,1-5-533-16,-1 2 236 0</inkml:trace>
  <inkml:trace contextRef="#ctx0" brushRef="#br0" timeOffset="82278.02">20699 3021 16 0,'-7'0'312'0,"7"0"-19"0,0 0-31 0,0 0-30 15,0 0-19-15,0 0-23 0,20-9-20 0,2 9-16 16,-7 0-16-16,8 0-15 0,-3 0-3 16,9 3-53-16,0 1-65 0,-3 0-85 0,7-3-116 15,-5 2-136-15,2-1-364 0,-3-1 162 0</inkml:trace>
  <inkml:trace contextRef="#ctx0" brushRef="#br0" timeOffset="82661.32">21795 3297 331 0,'0'0'336'0,"0"0"-19"15,0 0-29-15,0 0-29 0,0 0-31 0,6 4-17 16,-6-4-14-16,0 0-30 0,0 0-15 0,0 0-15 16,0 0-14-16,-6 12-12 0,6-12-11 0,-7 2-13 15,7-2-8-15,0 7-9 0,0-7-3 0,0 0-9 16,0 8-6-16,0-8-5 0,0 7-7 0,0-7 1 16,0 0 0-16,0 0-5 0,0 0-1 0,0 7-2 15,0-7-8-15,0 0 4 0,0 0 0 0,0 0 3 16,0 0-1-16,0 0 1 0,0 0 1 0,0 0 1 15,0 0-3-15,0 0 0 0,20-14-1 0,-20 14-6 16,0-8 2-16,0 8-2 0,-2-9-7 0,2 1-11 16,0 8-26-16,-5-14-24 0,5 9-39 0,-6-2-41 0,-1 2-48 15,4 0-59-15,-4-1-59 0,-3-1-230 0,0 5-561 16,-1-5 249-16</inkml:trace>
  <inkml:trace contextRef="#ctx0" brushRef="#br0" timeOffset="82977.85">21773 3024 56 0,'-8'3'273'0,"8"-3"-23"15,-13 3-17-15,8-2-28 0,5-1-22 0,-10 7-17 16,10-3-18-16,0-4-14 0,-5 6-12 0,5-6-13 15,-4 6-6-15,4-6-12 0,0 4-8 0,0-4-1 16,0 11-9-16,0-11-5 0,0 0 3 0,9 3-13 16,-9-3-6-16,6 5-5 0,3-4-2 0,-9-1-6 15,0 0 7-15,0 0-12 0,20-3-7 0,-20 3 8 16,8-3-10-16,-2-3-2 0,-4 3 4 0,-2 3-8 16,7-9-3-16,-7 1-1 0,0 4-1 0,0-4-6 15,0 8-8-15,0-10-16 0,-2 5-20 0,-3-2-38 16,2 4-35-16,-4-2-43 0,1 3-41 0,6 2-207 15,-20-5-434-15,11 3 192 0</inkml:trace>
  <inkml:trace contextRef="#ctx0" brushRef="#br0" timeOffset="83394.99">22677 2802 318 0,'7'-8'321'0,"-7"8"-20"0,1-5-22 0,-1 5-24 0,0 0-23 16,0 0-24-16,0 0-23 0,0 0-25 16,0 0-1-16,0 0-27 0,0 0-6 0,-38 14 2 0,27-6-1 15,-8 4-6-15,3-3 3 0,-2 1-8 0,1 5-7 16,0-1-13-16,-2 6 4 0,4-5-7 0,-5 2-9 16,10 1-9-16,-3 5 0 0,-2-2-11 0,8-3 6 15,1 0-14-15,6 3-4 0,0 6-6 0,0-11-5 16,6 4 1-16,4 6-5 0,2-7-1 0,3 2 0 15,6-3-8-15,1 1 1 0,4-2-12 0,-1-2-26 16,3-1-29-16,-1-4-31 0,-1 0-36 0,-3-2-39 16,-3-2-47-16,2-4-63 0,-1-4-65 0,-1 2-240 15,0-5-604-15,-4 0 267 0</inkml:trace>
  <inkml:trace contextRef="#ctx0" brushRef="#br0" timeOffset="83627.96">22920 2875 184 0,'0'-7'372'0,"0"7"-5"15,0 0-11-15,0-8-11 0,0 8-27 0,0 0-33 16,0 0-22-16,0 0-25 0,0 0-30 0,0 0-25 16,0 0-17-16,0 0-15 0,0 0-20 0,13 24-4 0,-4-12-19 15,-4 3 0-15,5 4-28 0,3 1-28 0,-3 5-24 16,1 0-29-16,-2-1-31 0,-1 3-33 15,0-1-32-15,-1 1-32 0,-2 0-39 0,-4-8-51 16,1 1-38-16,5-1-38 0,-6 0-174 0,3 0-506 0,-1-4 224 16</inkml:trace>
  <inkml:trace contextRef="#ctx0" brushRef="#br0" timeOffset="83811.3">23364 3294 90 0,'0'0'200'0,"0"0"-9"0,0 0 0 0,0 0-2 0,0 0-12 16,0 11-15-16,0-11-14 0,-8 10-16 0,4-7-10 15,-2 4-11-15,-1 1-15 0,2 1-6 0,-2-3-4 16,-3 2-11-16,1 0-19 0,-5 0-40 0,-4 4-42 16,5-5-52-16,-4-2-69 0,2 2-167 0,-1 0-340 15,6-4 151-15</inkml:trace>
  <inkml:trace contextRef="#ctx0" brushRef="#br0" timeOffset="84111.9">23533 2923 270 0,'0'0'466'15,"0"-5"-9"-15,0 5-4 0,0-7-16 0,0 7-17 16,0-5-23-16,0 5-28 0,0 0-32 0,5-7-35 16,-5 7-30-16,0 0-29 0,0 0-30 0,0 0-23 15,0 0-21-15,0 0-20 0,0 0-11 0,0 0-17 16,6 24-14-16,-4-13-11 0,-2 1-12 0,8 6-11 0,-8-2-15 16,7 1-15-16,-7 2-20 0,6 1-24 0,-6 0-23 15,2-1-21-15,-2 3-28 0,5-3-29 0,-3-3-27 16,3 3-34-16,-2 0-23 0,-3-6-34 15,0 4-31-15,3-2-51 0,1-6-47 0,2 3-325 0,1-5-730 16,-4-1 323-16</inkml:trace>
  <inkml:trace contextRef="#ctx0" brushRef="#br0" timeOffset="84411.23">23683 2691 174 0,'-3'-5'460'15,"3"5"-10"-15,0 0-20 0,0 0-21 0,-10-5-24 16,10 5-29-16,0 0-34 0,0 0-33 0,-5-2-29 16,5 2-28-16,0 0-23 0,0 0-19 0,12 18-18 15,-4-12-17-15,5 6-19 0,-1 0-10 0,9 1-12 16,-6 9-11-16,7-3-14 0,-1 2-5 0,2 6-9 15,-3-4-8-15,-3 2-8 0,4-3-5 0,-7 2-9 16,0 2-3-16,1 1-18 0,-6-1-25 0,2-4-14 16,-6 4-35-16,-5-1-28 0,-3-3-35 0,-4 1-43 15,-8 3-35-15,0-1-41 0,-14 8-63 0,7-13-75 0,-19 7-299 16,3-2-724-16,1-4 321 0</inkml:trace>
  <inkml:trace contextRef="#ctx0" brushRef="#br0" timeOffset="93844.02">16943 4332 23 0,'-8'-5'319'16,"2"0"-14"-16,-3-1-14 0,-4-1-13 0,6 3-31 15,-12-1-23-15,0 2-18 0,4 3-14 0,-3 3-16 16,-3-1-10-16,-7 4-17 0,-2-2-5 0,0 7-11 16,2 1-8-16,0 0-8 0,-2 4-14 0,0-1-6 15,9 0-8-15,-8 5-13 0,10-5-8 0,0 1-6 16,11-1-2-16,-5 0-5 0,1 1-10 0,6-3-3 15,1 1-4-15,-2-2-5 0,7-1-1 0,0 0-2 16,3 0-2-16,1-4-3 0,6 0-2 0,1 1 2 16,4 2-10-16,7-6-1 0,-6 0-1 0,6-3-4 15,4 2-3-15,-1-3-1 0,-2 4-2 0,-10-4 0 16,6 1-3-16,-9-1-1 0,0 0 4 0,3 2 0 16,-7-1-3-16,-6-1 1 0,15 0-2 0,-15 0 2 15,10 3 1-15,-10-3-1 0,0 0-2 0,0 6 1 16,0-6 0-16,0 0 0 0,-21 9-1 0,11-3-5 15,1 1 5-15,-2 0-4 0,-2 3 9 0,-1 2-3 0,3 0 2 16,1-2-3-16,-3 7-2 0,6-4 7 16,-1 4-3-16,-5 1-2 0,13-3 1 0,-4 0 2 15,-1 3-3-15,12-4 10 0,-1 5-7 0,3-8 3 16,6 2-3-16,-7-2 3 0,20 1 0 0,-3-4-3 0,8-3 3 16,-3-2-1-16,1-1-1 0,2-4-1 0,0 2 2 15,4-5-1-15,-2 1-2 0,-6-8-2 0,3 0-5 16,1 2-4-16,-7-2 4 0,1-7-1 0,-4 6-5 15,-3-4 3-15,-5 1 4 0,-4 4 1 0,1-3-3 16,-5 0 1-16,-4 2 6 0,2 4 6 0,-3-2 3 16,-1-3 6-16,-1 5 15 0,0 2 1 0,-1 1 3 15,-1 0-1-15,2 6 5 0,-5-11-17 0,5 7-1 16,0 4-12-16,0 0-2 0,0 0-3 0,0 0-1 16,0 0 5-16,-22 9-8 0,21 1 3 0,-4-2-2 15,2-1 2-15,3 2-1 0,0 2 2 0,1 1-5 16,-2 3 5-16,2-6 2 0,-1 1 1 0,2 6-5 15,1-8-3-15,-1 3-1 0,-1-7 0 0,4 5 0 16,-3-1 4-16,-2-2-5 0,3-3 0 0,-3-3 1 16,4 5 8-16,-4-5-4 0,0 0 0 0,0 0 4 15,26-11-3-15,-18 6 1 0,-1-2 0 0,3-2 4 16,0 0 10-16,3 0 15 0,-6-2 8 0,6 4 14 16,-3-5 8-16,-3 3 22 0,-1 1 14 0,2 1 12 15,-1 1 0-15,1 0-3 0,-1 0-11 0,-2 1-7 0,-2 3-12 16,-3 2-10-16,7-5-8 0,0 2-8 15,-7 3-7-15,13 0-5 0,-13 0-4 0,15 8-3 16,-5-6 2-16,1 5-18 0,4 0-11 0,0-1-18 0,2 1-18 16,-1 4-7-16,11-2-28 0,-3 1-22 0,13-2-34 15,-7 0-25-15,-1-1-24 0,6-3-22 0,0 1-22 16,-4 1-19-16,6-5-26 0,-7 3-14 16,1-4-6-16,2-4 16 0,-1 1 11 0,-3-1 23 0,1 1 25 15,-13-3 23-15,3-1 21 0,-6-4 29 0,1 3 47 16,-1 1 42-16,-8-1 29 0,1 1 29 0,-4 0 34 15,-3-1 18-15,0 2 20 0,0 6 17 0,-8-12 16 16,1 6 16-16,-1 3 6 0,-5 0 16 0,3-1 1 16,-3 2 8-16,-1-1 9 0,-2 3-18 0,1 3-10 15,-7 0-4-15,1 3-11 0,4 2 8 0,-6-1-23 16,2 2-12-16,-3 3-9 0,-2 1-13 0,8 0-7 16,-4 3-8-16,7-4-3 0,-3 1-12 0,3 1-3 15,5 1-7-15,-3 1-3 0,8 0-23 0,-5 0-4 16,10-5-8-16,0 2-3 0,0-3 6 0,0-2-15 15,7 4-2-15,1-5-5 0,0 0-5 0,7-7-3 16,7 7-5-16,-1-4-8 0,1-6-7 0,6 1-1 16,-2-3-3-16,7-3 7 0,-8-6 3 0,8 1 3 15,-6-5 6-15,14-1-3 0,-16 0 12 0,10-12-2 0,-5 1-3 16,-1-2 2-16,-7 8 6 0,-5-1-1 16,2-2 0-16,-4 2 8 0,-6-7 10 0,-1 6 31 15,-8 7 25-15,5-2 37 0,-5 5 17 0,0-2 21 16,-5 1 23-16,5 0 5 0,-3 7 5 0,1 0-6 0,-3 1-2 15,0-1-17-15,3 2-22 0,-3 1-14 0,2 2-5 16,-4 1-12-16,-1 1-11 0,8 3-13 16,0 0-5-16,0 0-11 0,-20 7-7 0,15-4-21 0,0 6-16 15,0-1-20-15,4 3-6 0,1 1-15 0,0 4-6 16,1 2-10-16,6 6-14 0,-2 0-21 0,5 3-25 16,1 3-28-16,4-4-22 0,2 1-31 0,9 6-22 15,-1-2-26-15,7 7-38 0,-3-10-64 0,13-1-71 16,-6 0-315-16,4-8-787 0,3-4 348 0</inkml:trace>
  <inkml:trace contextRef="#ctx0" brushRef="#br0" timeOffset="94277.9">19358 4362 227 0,'0'0'381'0,"0"-12"5"0,0 12 3 15,0-11-11-15,0 11-10 0,0-7-18 0,0 7-22 16,-8-8-33-16,6 6-27 0,2 2-30 0,-13-5-23 16,7 4-23-16,6 1-23 0,-15 0-12 0,1 3-20 15,4 0-13-15,-6 2-13 0,4 0-12 0,-3 6-12 0,2-4-6 16,5 2-12-16,-5-2-8 0,3 12-7 15,5-12-4-15,0 3-8 0,2 7 8 0,3-7-13 16,4 5-5-16,5 0-2 0,2 0-5 0,6 1-4 0,-1-3-2 16,6 6-4-16,8-4-6 0,-7 0 1 0,5 2-7 15,0-3 0-15,-5 5-5 0,-1-10-1 0,-7 3-4 16,1-3-5-16,-4 4 0 0,1-2 0 16,-3-7-2-16,-3 4 5 0,-1 1-2 0,-2 0-3 0,-4-1 0 15,0-1 6-15,-4-1 5 0,-2 1-1 0,-4 0 0 16,-8 0 1-16,1-4-1 0,-5 4-3 0,1-3 8 15,-9 2-8-15,0-5-21 0,2 0-21 0,7-1-16 16,6 0-30-16,-3 0-14 0,4 3-18 0,8-3-14 16,-7-4-31-16,13 4-31 0,-7-6-30 0,7-2-35 15,0 8-34-15,13-19-29 0,0 7-209 0,1 0-585 16,10-8 259-16</inkml:trace>
  <inkml:trace contextRef="#ctx0" brushRef="#br0" timeOffset="94511.75">19809 4311 16 0,'4'-7'313'16,"3"3"14"-16,-2 0-15 0,-5 4-7 0,5-6-30 16,-5 6-32-16,0 0-25 0,0 0-23 0,0 0-21 15,0 0-16-15,0 0-18 0,0 18-15 0,-2-7-9 16,1 2-13-16,-1 2-6 0,0 3-9 0,2 3-10 16,0 6-5-16,-5-3-10 0,7 3-5 0,1 3-1 15,1-3-7-15,2 1-7 0,-2 2 1 0,4 2-5 16,-3-3-9-16,2-4-18 0,1 2 0 0,0 0-27 0,-3-8-18 15,-2 0-25-15,1-3-30 0,-1-5-28 0,-3-3-27 16,2 3-43-16,1-7-49 0,0-2-40 16,-3-2-162-16,0 0-471 0,0 0 209 0</inkml:trace>
  <inkml:trace contextRef="#ctx0" brushRef="#br0" timeOffset="95411.5">19818 4572 46 0,'-5'-9'220'0,"5"6"-2"0,-1-5-13 16,1 8-16-16,-3-7-17 0,3 7-16 0,0 0-14 15,11-3-16-15,-11 3-12 0,20 0-11 0,-3 2-11 16,1 3-9-16,12-2-9 0,-2 2-7 0,0 1-6 16,8 3-4-16,-6-5-8 0,0 3-4 0,5-2-6 15,-6-2-1-15,4 4-7 0,1-3-5 0,-5-4-3 16,-1 1-3-16,-4-1-1 0,-3 0-2 0,-3-1-2 16,1-2 1-16,-8-2-3 0,2 2 5 0,-4 0-1 15,-3-1 3-15,-6 4-1 0,7-8 2 0,-7 8 4 16,0 0 8-16,-15-9 6 0,5 5 7 0,0 3 6 15,-5-1 0-15,-1 2 2 0,-4 0-4 0,3 2-1 16,-11 0-1-16,7 3-7 0,1 1-1 0,-2-2-4 16,4 7-5-16,-3-3-3 0,4-3-3 0,2 5 1 15,5 0-7-15,-1-3 1 0,6 0 0 0,0 1-2 16,0 0 1-16,-2-2 4 0,7-3-3 0,0-3 3 16,5 10 1-16,2-8-1 0,-2 3-4 0,6-4-1 15,-3 2 2-15,7-2-4 0,-1-2-2 0,2-3-3 0,2-1 1 16,1 0 0-16,-1-2-4 0,-3 2 0 15,0 0 1-15,-4-2 0 0,4-1-1 0,-5 3-1 16,2-2 10-16,-4-1 14 0,-2 4 21 0,1 1 9 16,1-2 2-16,-8 5-7 0,7-2-1 0,-7 2-17 0,7-1 2 15,-7 1-11-15,0 0-4 0,0 0-4 0,0 0-3 16,8 9-1-16,-5-6-4 0,-3 6 3 16,5 0 1-16,0-3-7 0,0 5 0 0,5 0-2 15,-2-2-9-15,6 6-4 0,-5 0 3 0,6-4-4 0,0 0-12 16,3-1-6-16,-1-3-11 0,-2 1-12 0,6-5-9 15,-4 1-12-15,1 0-8 0,-1-4-5 0,-1 0-7 16,3 0-7-16,-10-2-1 0,1-4 3 0,7-1 2 16,-12-4-1-16,5 1 4 0,-5 0-2 0,1-5-5 15,1 2 5-15,-5-5 5 0,1 3 9 0,0-6 10 16,4-6 4-16,-7-3 1 0,0 3 11 0,0-3 9 16,0-2 6-16,0 4 19 0,0 0 21 0,0-2 26 15,0-1 30-15,0 4 25 0,0 5 24 0,0 1 20 16,2 3 20-16,3 1 21 0,-5-1 13 0,0 3 15 15,0 6 8-15,0-1-5 0,0 1-16 0,0 3-28 16,0 6-11-16,0-9-20 0,-5 3-20 0,5 6-9 16,0 0-13-16,0 0-13 0,0 0-6 0,-2 21-10 15,2-6-1-15,2 0-11 0,-4 5 0 0,0 5-12 16,4 0-3-16,5 6-9 0,-7-3 0 0,8 2-1 16,-2-2-10-16,6 1-8 0,-7-1-4 0,8 8-8 15,0-10-2-15,-4 0-12 0,-1-4-10 0,-1-1-1 16,1-1-5-16,7-5 5 0,-9 2-1 0,1-5 0 0,6 3 6 15,-6-5-4-15,0-3 12 0,1 2-7 0,-2-5 5 16,-2 3 9-16,2-6 1 0,1 0 2 16,3 2-1-16,-10-3-1 0,0 0 4 0,18-4 1 15,-13 1 6-15,0-2 6 0,2 2 10 0,-1-1 25 0,-2 0 8 16,2 0 8-16,-6 4-7 0,0 0 21 0,7-5-2 16,-7 5-1-16,6-5 1 0,-6 5-13 0,0 0-7 15,0 0-9-15,0 0-8 0,5-3 6 0,-5 3-14 16,0 0-3-16,0 0 0 0,0 0-5 0,10 9-8 15,-10-5 2-15,5 1-4 0,-1 2-10 0,4-2-1 16,-1 2-11-16,4 1 3 0,-1-1-8 0,5 1-18 16,0-4-18-16,0 1-38 0,8 1-36 0,-7-6-33 15,3 1-27-15,2-2-38 0,-4 1-43 0,3-4-53 16,1-3-55-16,-4-1-202 0,-1-3-636 0,2 2 282 16</inkml:trace>
  <inkml:trace contextRef="#ctx0" brushRef="#br0" timeOffset="95594.03">20871 4365 309 0,'0'0'290'0,"-11"-2"-24"16,11 2-22-16,0 0-19 0,0 0-18 0,0 0-21 16,0 0-20-16,48 0-15 0,-32 3-15 0,12 1-13 0,2 0-21 15,1 5-47-15,1-3-65 0,3-3-89 0,11 3-109 16,-11 1-150-16,9 0-386 0,1-2 171 15</inkml:trace>
  <inkml:trace contextRef="#ctx0" brushRef="#br0" timeOffset="95961.2">21962 4662 372 0,'-8'0'399'0,"8"0"-9"0,-9 3-20 0,9-3-29 16,-10 4-35-16,10-4-31 0,-6 5-25 0,2 0-28 16,4-5-22-16,-5 5-17 0,5-5-22 0,0 0-16 15,-6 10-14-15,6-9-13 0,0-1-11 0,0 12-12 16,0-5-3-16,0-7-14 0,0 9-11 0,3-6-10 16,-3-3-12-16,2 8-14 0,3-4-9 0,-5-4-7 15,8 5-13-15,0 0-12 0,-8-5-6 0,14-5-31 16,-14 5-16-16,16-3-24 0,-9-3-17 0,3 0-11 15,-2-3-18-15,2 1-19 0,-2-7-12 0,4 3-15 16,-7-7-18-16,3 4-3 0,-1-3 8 0,-7 0 13 16,1 3 17-16,3-1 13 0,-9 0 20 0,1 5 20 15,-2 0 15-15,-4 1 15 0,1-1 10 0,3 5 9 16,-6-2 11-16,-1 4 1 0,5-1 15 0,-4 4-2 0,2-2 5 16,0 3 2-16,10 0 2 0,-16 0-19 15,16 0-22-15,-15 3-31 0,15-3-31 0,-10 3-71 16,5 2-216-16,5-5 96 0</inkml:trace>
  <inkml:trace contextRef="#ctx0" brushRef="#br0" timeOffset="96111.66">21987 4467 248 0,'-2'-12'288'0,"0"6"6"16,2 6-4-16,-3-9-14 0,0 5-14 0,3-3-22 15,0 7-18-15,-7-9-22 0,2 6-23 0,5 3-21 16,-3-5-15-16,-4 0-42 0,7 5-46 0,-10-2-57 15,10 2-64-15,-16 0-78 0,16 0-90 0,-20 0-180 16,8 2-449-16,-4 1 198 0</inkml:trace>
  <inkml:trace contextRef="#ctx0" brushRef="#br0" timeOffset="98626.89">22768 4338 279 0,'-2'-6'265'0,"2"6"-20"0,0 0-22 15,17-5-22-15,-2 2-9 0,-4 2-19 0,6 1-11 16,4 0-16-16,-1 1-13 0,3 6-11 0,-1-6-16 15,8 5-8-15,-5 0-8 0,-6 4-8 0,-2-2-11 16,1 0-9-16,0 3-7 0,-3-3-4 0,-3 1-7 16,-2 5-6-16,0-2-2 0,-5 0-2 0,-2-1-5 15,-3 3-3-15,0 1 1 0,-7 0 1 0,2 3 1 16,-6-5 7-16,-2 5 6 0,1-6 0 0,-3 5 4 16,5-3-3-16,-3-3 3 0,5-2-1 0,-1-2-2 0,3 0-5 15,-1 2 1-15,2-5 7 0,5-2 12 0,-6 4-5 16,6-6 8-16,0 0-5 0,11 12 1 15,1-12-9-15,6 2-4 0,5-2-15 0,15-2-23 16,-8 2-50-16,13-5-47 0,-8 1-73 0,-4 0-83 0,4-1-317 16,-2-1-610-16,8-6 271 0</inkml:trace>
  <inkml:trace contextRef="#ctx0" brushRef="#br0" timeOffset="98843.64">23634 4557 109 0,'-2'5'259'0,"2"-5"-8"16,-3 13-4-16,1-5-9 0,-3-1-11 0,0 6-16 15,-2-5-14-15,-3 6-14 0,1-1-16 0,7 2-23 16,-6-6-6-16,-4 8-18 0,-3-4-9 0,7-1-9 16,0 6-10-16,-11 2-17 0,8-4-34 0,-2-1-45 15,-1 1-42-15,6-1-59 0,0 0-59 0,-1-6-59 16,5 2-172-16,0-5-429 0,4-6 190 0</inkml:trace>
  <inkml:trace contextRef="#ctx0" brushRef="#br0" timeOffset="99176.89">23842 4312 87 0,'-6'-3'314'0,"6"3"-24"16,0 0-23-16,0 0-25 0,0 0-16 0,0 0-9 16,0 0 2-16,0 0-7 0,6 22-12 0,-6-15-5 15,7 1-9-15,1 5-18 0,-1-6-10 0,3 10-9 16,1-7-17-16,2 7-10 0,1-3-12 0,-4-1 2 16,6 5-23-16,-1-2-10 0,-2-1-4 0,1 0-8 15,-1 1-8-15,-2 0-6 0,3-1-8 0,-8-1-5 16,4 0 14-16,-5 0-17 0,0-2-4 0,-2-3-4 15,-3 3 1-15,0-3-1 0,-1-1-2 0,-6 2-3 16,2-3 6-16,-5-2-7 0,4 1-4 0,-9 5 4 0,0-7-1 16,-3-4-5-16,1 3 3 0,-3-3-15 0,0 0-32 15,-1 0-32-15,-1-2-22 0,1-2-40 0,-1 3-44 16,-1-9-54-16,5 3-65 0,0 1-69 0,1-9-185 16,4 6-582-16,6-6 257 0</inkml:trace>
  <inkml:trace contextRef="#ctx0" brushRef="#br0" timeOffset="99377.15">23913 4293 343 0,'-6'-8'377'0,"6"8"-4"16,-7-4 7-16,5 0-11 0,2 4-25 0,0 0-27 15,-6-8-25-15,6 8-29 0,0 0-31 0,0 0-20 16,8-11-20-16,-1 10-37 0,-7 1-27 0,20-2-55 15,-4 1-48-15,4-2-56 0,0 3-42 0,11 0-61 16,-4 0-67-16,8 3-74 0,-4-6-286 0,-3 3-606 16,2-3 268-16</inkml:trace>
  <inkml:trace contextRef="#ctx0" brushRef="#br0" timeOffset="99645.82">24342 4119 45 0,'0'0'291'0,"0"0"0"0,-2 7-6 16,2-7-7-16,7 12-6 0,1-4-4 0,-3-2-8 0,7 7-5 16,-1-1-21-16,1 3-19 0,1 0-17 0,2 1-22 15,5 4-13-15,-3 3-14 0,4 1-18 16,-6-2-12-16,0 5-13 0,1-1-7 0,-2 1-14 15,0 5-4-15,1-4-12 0,-8 2-9 0,1 1-6 0,-1 0-8 16,-2 11-21-16,-10 1-19 0,3-13-31 0,-4-2-36 16,-9 11-30-16,1-8-39 0,-7-8-34 0,-6 13-35 15,4-10-64-15,-8 1-292 0,-9 0-601 0,2-4 266 16</inkml:trace>
  <inkml:trace contextRef="#ctx0" brushRef="#br0" timeOffset="100243.89">22869 4143 166 0,'-7'-12'322'0,"6"7"-15"16,-8 2-20-16,9 3-15 0,-20 0-17 0,6 2-15 16,-1 3-10-16,-7 3-5 0,6 3-6 0,-13 1-5 0,10 4-6 15,-11 3-12-15,7 1-4 0,-1 5-6 0,5 2-11 16,2-2-10-16,-6 9-13 0,8-5-5 16,5 7-3-16,3-4-14 0,1 5-10 0,6-7-10 0,3 1 0 15,15 9-4-15,6-3-9 0,4-3-8 0,5 2-7 16,10 5-9-16,3-8-3 0,4 1-24 0,23 7-33 15,-20-16-65-15,23 9-95 0,-23-9-116 0,10-3-150 16,-12-10-333-16,7 0-808 0,-2-4 358 0</inkml:trace>
  <inkml:trace contextRef="#ctx0" brushRef="#br0" timeOffset="125875.88">8153 4707 101 0,'0'0'203'16,"-12"3"-26"-16,12-3-21 0,-3 3-11 0,3-3-18 0,-3 6-14 15,3-6-14-15,0 0-7 0,0 9-10 0,3-3-9 16,2 0-4-16,2-3-16 0,3 0-1 16,-2 0-4-16,-2-2-8 0,3 2-4 0,4-1 0 0,-3-2-7 15,2 0 2-15,-12 0-5 0,14-2-10 0,-14 2 3 16,10-4-5-16,-3 3-1 0,-7 1 13 0,5-8 6 16,-5 8 17-16,0 0 10 0,-5-10 11 0,5 10 6 15,-15-8 0-15,3 7 5 0,1-4 7 0,1 3-10 16,0-1-7-16,-7 2 0 0,8-6-15 0,-3 5-2 15,4-3-12-15,8 5-19 0,-17-1-48 0,9 0-70 16,8 1-59-16,0 0-64 0,0 0-167 0,0 0-418 16,0 0 185-16</inkml:trace>
  <inkml:trace contextRef="#ctx0" brushRef="#br0" timeOffset="126775.16">11568 5469 129 0,'0'0'243'0,"0"0"-23"0,0 0-23 16,-12 4-19-16,12-4-16 0,-3 7-17 0,3-7-13 16,-4 7-18-16,-1-1-7 0,5-6-8 0,0 9-12 15,0-9-3-15,0 7-10 0,0-7-8 0,4 8-6 16,-3-4-4-16,-1-4-5 0,5 3-2 0,-5-3 1 16,0 0-2-16,15-1 5 0,-15 1 3 0,8-7 4 15,-1 3 4-15,-2-3 4 0,-2 2 3 0,2-2 4 16,-5 1 0-16,0-1 1 0,0-4-2 0,0 4-3 15,0-2-9-15,-5-2-3 0,2 4-4 0,-2 0-7 16,-3-2-11-16,0 4-6 0,-4 3-27 0,0-1-27 16,1 3-42-16,-6 3-59 0,-3 0-83 0,-1 8-289 15,-2-2-536-15,-7 2 237 0</inkml:trace>
  <inkml:trace contextRef="#ctx0" brushRef="#br0" timeOffset="127408.45">8520 6712 31 0,'-6'-5'322'0,"6"5"-14"0,0 0-29 0,0 0-26 0,-2-2-21 16,2 2-27-16,0 0-21 0,0 0-16 15,0 0-19-15,0 0-15 0,-6-6-7 0,6 6-20 16,0 0-10-16,0 0-11 0,0 0-7 0,0 0-6 0,0 0-10 16,0 0-5-16,0 0-1 0,0 0-12 0,0 0-1 15,23 0-6-15,-17-5 1 0,-6 5-6 0,9-7-4 16,-6 1-3-16,0-2 0 0,-1 4-4 15,3-10-1-15,-5 5-3 0,0 2 0 0,0-5 1 0,0 0-3 16,0 1 1-16,-5 3 0 0,3-3 0 0,2 2-4 16,-3-2-1-16,0 4-6 0,3-1-26 0,0 3-39 15,-9-2-65-15,9 7-77 0,0 0-59 0,0 0-211 16,0 0-510-16,0 0 226 0</inkml:trace>
  <inkml:trace contextRef="#ctx0" brushRef="#br0" timeOffset="144724.23">8934 8021 207 0,'-1'-8'264'0,"-6"-3"-6"0,0 4-12 16,6-1-11-16,-4 1-12 0,1 1-19 0,-2-2-14 0,1 5-19 15,5 3-17-15,-15-3-14 0,15 3-10 0,0 0-7 16,-23 3-5-16,11 8-5 0,-3-3 1 0,-1 4-17 15,1 1-1-15,-2 1-5 0,-4 6 0 0,1 2 4 16,2-5-15-16,-2 8-6 0,2-5 0 0,-2 4-11 16,5-1-6-16,8 1-6 0,-3 0-5 0,5-2-2 15,4-2-6-15,1-2-2 0,1 1-4 0,8-2-7 16,-3-2 1-16,9 0-2 0,7 3 0 0,6-3 14 16,2-5-22-16,6 0 3 0,7-1-2 0,-2-4-6 15,-4-2 4-15,11-6-3 0,-17 3 1 0,4-9 0 16,-4 4 2-16,-1-6-9 0,-7-3 4 0,4 2 2 15,-6-4 2-15,1 0 6 0,-2-4 10 0,-10 2 8 16,0-5 8-16,-4-1 5 0,-6-1 8 0,0 0 2 16,0-2 6-16,-6 0 6 0,-8 1 16 0,3 5-15 15,1 3-5-15,-10-3-1 0,0 3-9 0,-1 2-6 0,1 0-6 16,-5 1 2-16,-3 5-19 0,10 0 0 16,-2 6-12-16,-2 1-19 0,7 3-40 0,-6 3-39 15,6 1-32-15,2 6-28 0,-2-3-24 0,-2 7-33 16,11 1-32-16,-3 3-34 0,4-3-50 0,10 3-59 0,-5-2-192 15,5-1-611-15,0 1 270 0</inkml:trace>
  <inkml:trace contextRef="#ctx0" brushRef="#br0" timeOffset="145540.76">9374 8114 57 0,'0'0'273'0,"0"0"-28"0,15-2-21 16,-15 2-19-16,15 3-20 0,-6 0-14 0,-1 1-18 15,2-1-13-15,0 4-12 0,-2 2-17 0,4 1-8 16,2-1-12-16,-4 4-12 0,2 0-4 0,0 1-9 16,-4-3-5-16,-2 7-7 0,4-5-2 0,-1 1-7 15,-3-1-4-15,-1 1-5 0,0-5-3 0,0 2-2 16,-5 1-1-16,3-7-2 0,-6 6 7 0,3-5 16 15,-3 0 15-15,1-2 14 0,-3 3 12 0,0-3 8 16,5-4 14-16,-8 3 13 0,8-3 11 0,0 0 2 16,-20-11-5-16,15 6-13 0,-1-5-6 0,4-2-13 15,2 0-18-15,2-4 0 0,1-2-12 0,8-2-7 16,3-2-8-16,2 0-7 0,4 2-5 0,3-1-5 16,-3 1-1-16,2 2-8 0,-6 9-6 0,-1-1 0 15,0 1 1-15,2 0-7 0,-1 2-6 0,-6 3-1 0,-2 1-1 16,1 0-3-16,2 3-9 0,-11 0 1 15,15 10-5-15,-8-5-4 0,-2 3 5 0,0 1 5 16,1 4-6-16,-2 7 0 0,-1-6-1 0,-2 2-8 16,4 2-14-16,-3-3-11 0,3 4-11 0,-2-4-5 0,6 0-9 15,-3 5-5-15,8-8-3 0,-1 3-3 0,2-3-20 16,5-5-19-16,-1 1-25 0,11-2-32 16,-2-6-30-16,9 0-19 0,-6-3-7 0,14-8 3 0,-4 3 4 15,4-4 16-15,-14 0 19 0,12-5 21 0,-13 0 11 16,8-5 15-16,-10 2 19 0,1 0 13 0,-5-2 18 15,-4 6 33-15,2-7 22 0,-7 10 25 0,-5-5 32 16,-4 5 23-16,1-2 28 0,-6 4 14 0,3 2 17 16,-8-3 15-16,3 3 10 0,-2 0 36 0,-2 0 33 15,-4 2 8-15,-2-4 3 0,1 7-6 0,0-3-3 16,-7 2-10-16,6 1-7 0,-4 0-13 0,-5-2-9 16,5 6-13-16,-2-2-16 0,4 4-13 0,-2 4-17 15,0-2-7-15,2 1-14 0,5 2-8 0,-2 4-7 16,2-2-11-16,-2 5-8 0,3-1-2 0,7 5-3 15,-8-2-5-15,8 3-4 0,2 6-5 0,4 1-2 16,-3 1-11-16,7-2-5 0,-1 2-8 0,6 2-9 16,6 5 2-16,2 1-9 0,-3-1-3 0,0-7-8 15,-2 12-4-15,5-3 1 0,-4 4 6 0,-6-11-7 0,-2-1 1 16,3 11 1-16,-6-12 3 0,-1 2-2 16,-6-4 5-16,-1-5 2 0,0-2 2 0,-3-5 19 15,-4 6 25-15,-6-6 23 0,-2-4 22 0,-1-3 18 16,-4 0 14-16,-12-5 14 0,2 2 9 0,2-7 4 0,-3 0-8 15,-2-6-10-15,3-3-12 0,2 1-8 0,3-6-13 16,5 0-21-16,-1-2-31 0,4-5-33 0,4-1-46 16,5 1-52-16,8-4-75 0,1 2-70 15,9-1-51-15,7 1-55 0,3-12-43 0,8 9-39 0,-5 6-283 16,2 3-776-16,6-8 344 0</inkml:trace>
  <inkml:trace contextRef="#ctx0" brushRef="#br0" timeOffset="145774.12">10654 8051 2 0,'0'0'232'0,"0"-10"9"0,0 5 14 0,0 5 3 15,0 0 46-15,0-11 28 0,0 11-2 0,0-4-23 16,0 4-1-16,0 0-37 0,0 0-26 0,0 0-31 16,0 0-23-16,0 0-18 0,0 0-18 0,0 0-17 15,0 0-15-15,0 0-10 0,-5 28-14 0,10-14-8 16,-3 2-9-16,7 0-7 0,-4 1-8 0,2 3-5 15,1 5-17-15,-1-7-12 0,8 7-13 0,-9-5-19 16,3-5-21-16,6 7-27 0,-4-3-27 0,-1-3-31 0,0 0-30 16,0-4-35-16,-5 5-34 0,0-9-35 15,2-1-47-15,-1-2-284 0,-4-4-619 0,-2-1 274 16</inkml:trace>
  <inkml:trace contextRef="#ctx0" brushRef="#br0" timeOffset="146759.4">10897 7989 206 0,'0'0'267'0,"0"0"-23"0,0 0-27 0,0 0-17 16,0 0-23-16,0 0-16 0,0 0-17 16,4 18-12-16,0-9-14 0,-4-1-8 0,2 5-10 0,5-1-13 15,-6 2-7-15,3 1-1 0,2 2-15 0,-1 0-8 16,0-4-3-16,-1 3-1 0,1 0-7 0,1-4-7 15,-6-5-4-15,7 4 0 0,-6-2-6 0,6-3-1 16,-7-2-3-16,7 1-2 0,-7-5-2 0,8 2-1 16,-8-2 0-16,0 0-3 0,15-11 0 0,-9 4 23 15,-6-2 17-15,7-2 16 0,-5 4 8 0,6-4 14 16,-1-1 16-16,-2-3 12 0,-4-1 3 0,13 4 2 16,-6-5-9-16,5 3 17 0,-6 4-4 0,3-3-1 15,-4 2-4-15,1 2-15 0,1 3-7 0,5-2-9 16,-3 3-13-16,2 1-7 0,-1 0-12 0,3 4-3 15,-3 1-9-15,4 4-7 0,3 1-5 0,-3 2-3 16,0 3-1-16,7 0-12 0,-6 1-9 0,4 4-20 16,-3 7-16-16,3-7-22 0,3 4-18 0,-7-5-27 15,2 1-7-15,-1-1-7 0,-4-3-10 0,9 6-10 16,-6-2-11-16,1-9-12 0,3-1-7 0,-4 1-9 16,6-4-6-16,-4 1 1 0,0-6 7 0,2-3 13 15,-2 4 7-15,4-5 16 0,-2-2 11 0,-5-1 12 16,1-3 10-16,4 1 9 0,-10-8 9 0,8 4 9 0,-8-1 3 15,2 0 10-15,-4-3 11 0,0 0 14 0,-6 3 29 16,-2-4 17-16,6 2 14 0,-6 5 7 0,-6 2 13 16,6-1 17-16,-4 1 8 0,-2 1-1 15,-1 0-7-15,-1 3 1 0,-4 4-6 0,6-2-6 0,-9 3-6 16,-2 2-4-16,-3 2-1 0,4-1-6 0,-6 6-3 16,7 0-4-16,-3 6-4 0,0-1-4 0,3 2-2 15,2-2-3-15,5-1 0 0,-4 1-3 0,2 5 0 16,7-7-6-16,1 2 0 0,-1 0-1 0,6-1 5 15,-1-2-7-15,4 1 1 0,-2-3 2 0,4 0-1 16,2-1-2-16,3-4-3 0,0 0 1 0,1 0 0 16,2-6 0-16,-1 2-1 0,0-6-3 0,5 1 1 15,-5-1-1-15,0 0 8 0,0-1 18 0,-2-1 12 16,-3-2 10-16,-4 5 8 0,1-1 19 0,0-2 7 16,1 3 18-16,-3 0 4 0,-3 0-7 0,4 2-8 15,-6 5-8-15,2-8-11 0,-2 8-10 0,6-3-8 16,-6 3-13-16,0 0-9 0,0 0-2 0,0 0-6 15,0 0-4-15,0 0-4 0,12 15-4 0,-9-8-8 16,2 1-1-16,4-1 0 0,-1 5-2 0,0-4-2 16,7-1 4-16,-2 2-3 0,2 0 2 0,2-2-6 15,3-3 3-15,-1 0 1 0,0 0-1 0,0-2-3 16,3-2 4-16,0-2-2 0,-4 1-3 0,3-5 1 16,2 1 5-16,-3-3-2 0,-3-3-1 0,-2 0-1 0,5-1 0 15,-2-5-4-15,0-2 4 0,-6 1 1 0,1-6 3 16,0 0-4-16,-3-3 3 0,2 0-2 15,-2-3-1-15,-4-1 14 0,1-9-1 0,-4-1 12 16,-6 11 10-16,1-2 32 0,-5 1 20 0,3 6 15 0,-5-1 6 16,3-1 0-16,-4 4-6 0,3 4-1 0,-1 4 1 15,0 2-3-15,-2-1-8 0,5 5-11 0,-2-2-14 16,0 6-11-16,2-2-6 0,-6 7-8 0,11 0-1 16,-20 11-8-16,12 1 0 0,-6 3-6 0,8 5-2 15,6-1-5-15,-8 9-4 0,8 1-9 0,-2 13-6 16,2-5-5-16,2 7-9 0,-1-7-17 0,6 4-17 15,-1-2-20-15,8-3-24 0,-3-8-24 0,6 2-18 16,3 6-42-16,0-10-33 0,1-2-35 0,2 0-46 16,2-5-59-16,3-2-69 0,2-4-292 0,0-5-768 15,6-2 340-15</inkml:trace>
  <inkml:trace contextRef="#ctx0" brushRef="#br0" timeOffset="147041.54">13004 7686 197 0,'0'-9'381'0,"0"9"-30"16,0 0-20-16,0-8-23 0,0 8-38 16,0 0-28-16,0 0-27 0,0 0-20 0,0 0-17 15,0 0-24-15,12 20-13 0,-9-14-16 0,-1 12-12 16,4-5-7-16,-2 7-10 0,-1 1-11 0,5 1-9 0,-1 8-6 15,0-1-5-15,-1-2-11 0,2 5-4 0,-1-4-4 16,3 3 0-16,3-2-14 0,-5-2-20 0,7-1-21 16,-8-3-22-16,6-4-28 0,-6-3-28 15,1 2-29-15,0-3-37 0,-1-5-40 0,1-5-55 0,-1 1-52 16,1-5-158-16,0-1-495 0,-8 0 220 0</inkml:trace>
  <inkml:trace contextRef="#ctx0" brushRef="#br0" timeOffset="147357.87">13031 7530 360 0,'-4'-13'411'16,"-7"2"-11"-16,6-5 6 0,-2 5-12 0,7 3-23 16,-3-4-24-16,0 5-23 0,6-4-29 0,-6 4-30 15,3 0-29-15,0 7-25 0,3-8-21 0,2 3-19 16,1 3-20-16,9 0-14 0,-15 2-14 0,22 4-14 15,-4-4-15-15,0 7-16 0,4-1-14 0,-2 4 3 16,3 2-29-16,0 2-7 0,4-2-14 0,-11-4-11 0,4 7-12 16,-7-4-9-16,5 2-4 0,-4 1-26 15,-4 2 0-15,3 1-10 0,-7-2-7 0,1 0-3 16,-4 3-4-16,-1-2-3 0,-7 3 2 0,-5-2-6 16,-1 8-4-16,-9-4-10 0,-4-1-11 0,-2 2-15 0,0-3-18 15,-1 1-19-15,-3-4-24 0,2 3-20 0,5-4-21 16,8-3-20-16,2 0-30 0,-2-2-19 15,8-1-153-15,1-4-477 0,4 3 212 0</inkml:trace>
  <inkml:trace contextRef="#ctx0" brushRef="#br0" timeOffset="147841.66">13396 7843 102 0,'0'0'131'0,"0"0"-1"0,0 0 22 0,0 0 18 15,0 0 0-15,0 0-20 0,12 5-8 0,-12-5-6 16,2 7-10-16,-2 0-12 0,6-4-7 0,-4 4-11 16,3 1-6-16,-3 1-10 0,4 3-6 0,1-1-5 15,1 5-11-15,-1 0-5 0,1-1-4 0,4 4-3 16,-7-3-5-16,0-1-6 0,4 0 4 0,-5 1-6 16,-3-4-8-16,6 0-1 0,-7-1-2 0,0-6-3 15,0 6-1-15,0-4 1 0,0 0 1 0,-7-5 13 16,7-2 14-16,-5 5 18 0,5-5 12 0,-14 0 18 15,14 0 18-15,-17-5 11 0,10 3 8 0,-1-1 7 16,2-4 1-16,-1-2-8 0,5 2 4 0,2 3-10 16,-1-4-8-16,1-3-10 0,0 11-13 0,1-13-25 15,-1 7 10-15,7 1-7 0,-5-2-9 0,4 4-7 0,1-3 0 16,1 3-12-16,-1 0-11 0,-7 3 3 16,20 0-7-16,-11 0 0 0,5 3-5 0,1-2-2 15,-7 2-2-15,8 2-2 0,3 2 1 0,-3 1-5 16,6-2-3-16,-6 2 2 0,-1-1-2 0,5 2-3 0,-2-5 2 15,-1 1-3-15,-6-1 0 0,3-1 1 0,-6 0 2 16,3 1-2-16,3-3-1 0,-3-1 5 0,-11 0 0 16,17-5-1-16,-12 4 0 0,3-4-4 0,-8 1 2 15,7-4-2-15,-7 1 2 0,-7-3-2 0,0 2-3 16,1-3-4-16,3 1 4 0,-4 1-10 0,-6-3 9 16,4 5 0-16,-1-5-22 0,-1 0-21 0,3 5-26 15,-6 3-31-15,6-4-27 0,-2 1-29 0,0 2-34 16,4 1-39-16,-3 2-48 0,4 1-51 0,5 1-283 15,-11-11-657-15,9 10 291 0</inkml:trace>
  <inkml:trace contextRef="#ctx0" brushRef="#br0" timeOffset="149174.03">13903 7602 38 0,'0'0'278'0,"-3"-6"22"0,3 6-25 15,0 0-26-15,0 0-24 0,0 0-26 0,0 0-18 16,0 0-17-16,-12 17-11 0,12-7-14 0,-2 0-9 16,2 2-10-16,0 5-13 0,-1 0-9 0,-4 0-10 15,10 3-7-15,-5-1-7 0,3 7-6 0,-1-5-6 16,3 5-2-16,-5-3-10 0,0-3-6 0,5-4-1 0,-4 2-4 16,4-1-7-16,0-2 1 0,-1-4-7 0,-1-4-6 15,5 4-1-15,-5-4-2 0,4-1 1 0,0-3-5 16,-2-2 1-16,3-1-5 0,2 3 1 15,0-1-2-15,-10-2 2 0,21 0 2 0,-11-2-4 0,3 2-4 16,-1 0 0-16,-12 0-2 0,18 0 0 0,-6 0 2 16,-2 4-4-16,-2 1 0 0,5 2 1 0,-3-2-2 15,2 3-1-15,-4-2 2 0,7 6-1 0,-2 0-2 16,-5 3 7-16,7-4-6 0,-5 6 1 0,-5-2-1 16,5 4 1-16,-5-6 1 0,-5 4-4 0,5 0-2 15,-5 2 3-15,0-11-1 0,-6 11 1 0,-1-11-2 16,0 2 2-16,-1-1 2 0,-5-2 1 0,3-1-2 15,-3-4 5-15,-1 3-2 0,4-5 3 0,-3-1 1 16,0-5 1-16,6 5 12 0,-3-6 0 0,0-2 6 16,-1-3 2-16,9 2-2 0,-3-7 2 0,-1-1-5 15,6 2-1-15,3-7-5 0,5 4 0 0,2-9 1 16,3-3-7-16,4-8 2 0,4-3-2 0,1 7-1 16,8-4-3-16,-9 1-2 0,6-1 1 0,-4 4 3 15,-5 8-9-15,-3 3 4 0,0 2-2 0,-3 7 10 0,-4 0 9 16,0 3 17-16,0 2 5 0,-3 0-5 15,0 3 3-15,-3 2-8 0,1 1-8 0,-3 4-8 16,7-4 3-16,-7 4-4 0,0 0-6 0,0 0 4 16,-17 20-3-16,11-1 3 0,-1-8-5 0,-1 9 5 0,1-1 2 15,1 4-10-15,2 1 3 0,-1 3 2 0,4 0-7 16,1 3 3-16,3-5-1 0,2 5 2 16,2 1-7-16,1-4 7 0,2 1-1 0,6-1 2 0,-1 0 0 15,2-3-10-15,1-5 6 0,3 4 3 0,8-8-1 16,-8 0 2-16,-3-3-2 0,1-6-2 0,2-3 2 15,-4 0-4-15,4-3 4 0,1 0-4 0,-3-6 12 16,-2 0-13-16,-2-6 3 0,-2 3-2 0,2-8 4 16,-5 5-3-16,2-4-1 0,-2 1 2 0,-6-1-4 15,3 0 4-15,-2-2 3 0,2-1 6 0,-4 4-1 16,-1-2 3-16,-2 5-2 0,-2-3 0 0,-1 8-5 16,-4-2 3-16,5 1-4 0,-8 3 0 0,2 3-4 15,8 2-4-15,-21 0 4 0,7 2-4 0,3 3 2 16,-4 4 2-16,3 3-4 0,-1-1-1 0,2 1-1 15,1 0 2-15,3 6 3 0,4-3 10 0,-2 0-19 16,5 5 7-16,0-5-2 0,1 1-2 0,4-3 1 16,-3 2 1-16,5-4 0 0,3 1-3 0,1 0 2 15,2-5-2-15,-1 1 1 0,0-6 2 0,4 0 3 16,-3 0-6-16,4-2 4 0,-2-2-2 0,5-2-1 16,-7 0 27-16,5-5-27 0,-3 1 5 0,13-6 13 15,-13 1-18-15,2-1 5 0,2-5-4 0,-4 4-2 16,-1 0-1-16,-4-2 10 0,3 1 8 0,0 1 1 0,-3-1 17 15,-3 5 15-15,-1 0 9 0,-3-1 1 0,2 8-1 16,2-7-5-16,-5 7-13 0,-1-1-5 0,-1 5-13 16,0 0 0-16,0 0 4 0,0 0-10 15,0 0-3-15,0 0 4 0,-3 20-6 0,-4-11 5 0,7 3-2 16,-5-3-1-16,4 7-1 0,-1 0-6 0,2-1 0 16,2 0-1-16,-2-2-5 0,1 1 2 0,3 2 3 15,-3-5-3-15,-1-3 6 0,9 3-3 0,-8-2 2 16,6-1-4-16,0-1 2 0,-1 1 5 0,3-7 0 15,2 2-2-15,-1-2 15 0,-2-1-7 0,-8 0 3 16,20-2 8-16,-5 0-1 0,-7-3 4 0,4 1 5 16,-2-5 20-16,0 3 5 0,-2-2 0 0,4 1 0 15,-7-4-4-15,1 6 2 0,-1-3-3 0,2-1 4 16,-1 0-8-16,-4 3-5 0,5 0-3 0,-7 3-5 16,8-2-3-16,-8 5-6 0,7-5-6 0,-7 5-3 15,0-7-12-15,0 7-14 0,0 0-15 0,0 0-10 16,0 0-1-16,0 0 6 0,0 0-3 0,0 0-5 15,0 0-11-15,0 0 1 0,0 0 9 0,-7 20-3 0,14-14-2 16,-7 0 5-16,0 0 3 0,6-3-4 0,-4 3 9 16,3-2 6-16,1-1 1 0,3 2 1 15,-3-3 8-15,-6-2-1 0,14 1 6 0,-14-1 1 16,18-1 1-16,-3-1 0 0,-4 1 4 0,-1-6 9 0,2 3-2 16,-2 1 15-16,5-7 5 0,-4 3 8 0,4 0 10 15,-3-2 11-15,-1 3 8 0,-1-3 9 0,2 1 13 16,-4 1 9-16,0 3 0 0,1-4-2 0,-1 2-10 15,2 0-9-15,-5-2-7 0,1 4-7 0,3 1-3 16,-4-1-12-16,-5 4-11 0,8-4-24 0,-8 4-27 16,0 0-22-16,0 0-22 0,0 0-29 0,15 5-29 15,-9 1-37-15,-1-2-21 0,4 5-24 0,-6 2-32 16,4 0-33-16,-1-1-44 0,1-3-50 0,-5 4-274 16,6 4-691-16,-8-4 305 0</inkml:trace>
  <inkml:trace contextRef="#ctx0" brushRef="#br0" timeOffset="149807.72">10510 9332 272 0,'3'-8'367'0,"-3"2"-8"0,0 6-13 0,-3-9-3 16,3 9-23-16,-5-6-35 0,5 6-26 0,-13 0-30 16,13 0-11-16,-20 11-15 0,3-3-12 0,-1 3-2 15,-2 8-2-15,0 1-5 0,-1 4-11 0,-2-2-4 16,1 2-6-16,-6 10-15 0,0 5-5 0,5-5-13 15,1 2-16-15,11-9-7 0,-4 12-14 0,5-9-5 16,1 15-8-16,8-4-8 0,6 2-5 0,5-1-6 16,0-3 0-16,11 0-10 0,1-1-4 0,7-4-12 15,6-2-13-15,3-5-18 0,10-5-23 0,-3-4-37 16,3 1-42-16,0-7-42 0,-2-4-30 0,6-1-50 16,-8-7-46-16,6-1-47 0,-5-10-58 0,-14 1-306 15,7-7-733-15,4-10 325 0</inkml:trace>
  <inkml:trace contextRef="#ctx0" brushRef="#br0" timeOffset="150107.12">11061 9263 114 0,'0'-8'322'0,"-2"1"-12"0,2-1 22 0,-1 0 13 15,2 2-3-15,-1 6-32 0,-1-7-34 0,1 7-27 16,0 0-30-16,0 0-23 0,0 0-18 0,0 0-24 15,10 15-13-15,-5 3-12 0,-2-2-14 0,4 4-7 16,-2 7-16-16,3 3-6 0,0 6-8 0,2 3-9 16,-5 3-9-16,3 0 1 0,1 1-11 0,-4-1-3 15,3 4-9-15,0-6 2 0,4 5 12 0,-2-3-15 16,-9-2-6-16,6 1-8 0,-2-13 4 0,-2-1-20 16,2-3-19-16,0 2-21 0,-3-5-25 0,3-6-20 15,-4 1-13-15,-1-8-13 0,2 1 1 0,0-3-27 0,-2-6-48 16,6 0-44-16,-6 0-20 0,14-15-25 15,-5 3-32-15,1-3-172 0,-5-6-509 0,10-6 226 16</inkml:trace>
  <inkml:trace contextRef="#ctx0" brushRef="#br0" timeOffset="150390.43">11369 9407 28 0,'-7'-14'208'0,"1"-1"14"0,-1 6 12 0,0 0 8 15,6 1 7-15,-6 1 15 0,6 3 51 0,-4-5 41 16,3 1-10-16,2 8-24 0,-2-9-11 0,2 9-21 15,-5-8-26-15,5 8-24 0,0-7-32 0,0 7-22 16,0 0-22-16,0 0-15 0,0 0-17 0,14 15-12 16,-8-6-13-16,2 8-10 0,1-4-11 0,-3 5-6 15,4 6-10-15,-5 0-10 0,5 3-1 0,-5 2-10 16,7 11-3-16,-9-9-3 0,10-2-3 0,-9 3-7 16,1 7-11-16,3-8-12 0,-2 8-16 0,3-3-20 15,-6-6-23-15,0 1-19 0,2-4-22 0,-3-1-22 16,5 0-11-16,-4-7-15 0,2 1-19 0,0-6-13 15,-2 6-13-15,-1-11-20 0,1-1 2 0,-1 2-5 16,-1-4-15-16,3-2-21 0,-4-4-11 0,0 0-10 16,0 0 5-16,0 0 3 0,10-20-150 0,-10 12-439 0,-2-6 194 15</inkml:trace>
  <inkml:trace contextRef="#ctx0" brushRef="#br0" timeOffset="151656.94">11429 9839 619 0,'-22'-15'-29'0,"-1"-2"35"0,-5 5 21 0,5-1 22 0,3 5 23 15,3-3 8-15,-3 7 21 0,0-5 20 0,2 6 7 16,2-3 5-16,6 1 4 0,-2 4-2 0,2-1 0 15,4 1-4-15,-3-3-1 0,-1 2 15 0,10 2-7 16,-1-6-15-16,1 6-12 0,0 0-7 0,20-4-10 16,-2 4-15-16,10 4-3 0,2-4-7 0,3 4-10 15,2 0-3-15,13 1-8 0,-2-3-16 0,-3-2-19 16,10 6-27-16,-3 1-22 0,-4-2-20 0,4-3-16 16,-4-1-10-16,-3 3-18 0,-7-4-7 0,-1 0 3 15,-2-1 5-15,2-3-7 0,0 4 27 0,-9-7 5 16,-4 2 12-16,1 2 9 0,-10-2 18 0,0 3 33 15,-4 1 22-15,-1-3 13 0,-1-4 4 0,-3 2 5 16,-4 0 6-16,0 6 6 0,-13-6 2 0,7-2 4 16,-13 4 2-16,3-1 2 0,-4 2-5 0,-5 2 0 0,-1 2 0 15,-2 2 26-15,-1-3 10 0,0 4-7 0,-1 1-7 16,2 6 1-16,3-4-9 0,-3 7-7 16,8-5-8-16,-2-3-7 0,6 8-1 0,-2 5-6 15,1-4-3-15,9 0 0 0,-1-2-6 0,3 2-3 0,4 2-5 16,2-2 1-16,2 0-1 0,4-1-3 0,3-4-2 15,-1 1 0-15,5-4-1 0,5 2-10 0,1-2-5 16,1 1-3-16,1-8-4 0,1 3 0 0,-4-6-4 16,15 0-5-16,-12-2 9 0,-2 0-7 0,7-6 2 15,-8 2 2-15,-1-3 1 0,1 0 0 0,-3 0-3 16,0-3 3-16,-5 5 4 0,-2-9 6 0,2 9 16 16,-5-7 16-16,0 9 19 0,-3-7 17 0,1 0 30 15,2 7 25-15,-5-4 32 0,0 0 6 0,2 5 1 16,-2-4-4-16,3 3-4 0,-3 4-9 0,0 4-16 15,-3-12-11-15,3 12-19 0,0 0-12 0,0-8-15 16,0 8-19-16,0 0-14 0,0 0-8 0,0 0-8 16,0 0-17-16,9 20-16 0,-4-13-19 0,-1 5-17 0,2-1-15 15,3 4-22-15,-3-2-17 0,3 6-22 16,-1-3-17-16,3 0-8 0,-2-4-8 0,-1 3-10 16,-1-3-8-16,1 1-6 0,-2-4-6 0,3-4 3 15,-3 2 6-15,1-3 7 0,1-2 10 0,1-1 7 0,-9-1 14 16,19-3 11-16,-10-1 14 0,-3-4 12 0,3 0 12 15,-3-2 18-15,2 1 21 0,-1-2 20 0,0-1 15 16,1 0 10-16,-1 0 10 0,-1 2 9 0,1-3 9 16,-4 2 9-16,-1 0 8 0,6 1 4 0,-5 3-3 15,1-1-2-15,4 2-4 0,-3-3 8 0,0 3 6 16,-2 0-10-16,4 3-4 0,-1-1-1 0,1-3-7 16,1 6-2-16,-8 1-5 0,12-3-2 0,-12 3-1 15,15 4-7-15,-5 1 4 0,-2-2-5 0,0 1-5 16,6 2 0-16,-8 2 0 0,2 0-1 0,1-1 2 0,-3 5-3 15,3-3 0-15,-4 3-1 0,1 3-2 16,1-3-1-16,-6-5 7 0,1 4-8 0,3-3-1 16,-5-3 1-16,-5 1 0 0,5 1 0 0,-3-2 0 15,3-5-1-15,-12 7-2 0,6-6 7 0,6-1-3 0,-10 0 5 16,10 0 8-16,0 0-11 0,-14-8 1 16,13 3-4-16,-4-3 2 0,10-1-7 0,-4 0-7 15,8-6-4-15,6 4-20 0,0-1-10 0,9-3-14 0,1-2-8 16,7 7-7-16,-1-7-5 0,9 3-2 0,3 2 4 15,0 0 6-15,-2 1 2 0,-6 2 6 0,-5 4 9 16,5-3 4-16,-6 3 2 0,3 3 7 0,-11-1 3 16,1-1 7-16,-2 0 3 0,-9 3 16 0,1-1 13 15,-6 2 6-15,3-3 5 0,-9 3-2 0,0 0-4 16,0 0 5-16,0 0 13 0,0 0 0 0,0 0 7 16,-35-3 4-16,18 5 4 0,-2-2 2 0,-5 1 14 15,3 4 16-15,-9 0 6 0,5 2-8 0,-8-5 5 16,5 5 17-16,3 1-21 0,-1 3-7 0,1 1-5 15,2-1-5-15,3 1-2 0,3-4-9 0,1 7-11 16,4-4 2-16,-1 9-4 0,3-4 1 0,3 2-2 16,4-3-5-16,0 3 1 0,6-3-9 0,-1 1 1 15,4-2-2-15,-1-1 19 0,5 0-23 0,2 1 4 0,-1-7-1 16,8 0-2-16,-1-3-6 0,0-2 18 16,4-2-23-16,1-2 2 0,-3-4-8 0,9-1 2 15,1-5-3-15,-8 0 1 0,6-8-4 0,-7 3 0 0,3-5-3 16,-3-3-6-16,-3-2 0 0,0 0 4 0,-1-9-7 15,-4 7-3-15,-6-2 1 0,-1 1 1 16,-1-10 2-16,-1 11 4 0,-4-3-4 0,-5 4 12 0,3-1 8 16,-4 4 17-16,4-2 25 0,-5 1 17 0,6 10 27 15,-6-2 16-15,2 6 6 0,2 0 12 0,-1 3-7 16,3 2-11-16,-4-2-10 0,1 2-15 0,4 7-15 16,-5-7-8-16,5 7-5 0,0 0-9 0,0 0 0 15,0 0-5-15,-8 24-3 0,7-9-4 0,2 0-5 16,1 1 1-16,3 7-3 0,0 1-2 0,-2 3 3 15,5 0-7-15,-1 0-3 0,1 3-6 0,-3-3 1 16,8 11-18-16,-4-9-16 0,1 1-31 0,-2 2-28 16,5-2-23-16,-1 0-26 0,-1-2-25 0,4-1-28 15,-6-3-34-15,2-1-39 0,-3-8-36 0,1-1-52 0,4-5-283 16,-5-6-681-16,-1-3 301 0</inkml:trace>
  <inkml:trace contextRef="#ctx0" brushRef="#br0" timeOffset="151974.25">13274 9194 57 0,'0'0'351'0,"-5"-8"-23"15,5 8-27-15,-7-4 6 0,7 4-11 0,0 0-33 16,0 0-21-16,0 0-22 0,0 0-18 0,15 13-6 15,-3-3-17-15,-1 6-2 0,6-5-2 0,3 10-1 16,5 1-8-16,9 6-8 0,-5-1-10 0,-1 3-13 16,7 3-15-16,-4-3-14 0,-1 4-4 0,-4 1-10 15,-3-4-11-15,-8-4-6 0,2 0-10 0,-2-1-8 0,-2-1 4 16,-10 2-16-16,-3 0-4 0,-1 5-3 16,-6-3-10-16,-8-1-15 0,-1-1-17 0,-14 1-18 15,-5 2-35-15,-5-8-21 0,-1-2-29 0,-4-4-24 0,1-3-36 16,1-3-45-16,-5-2-56 0,4-8-71 0,-4-3-264 15,2-6-653-15,3-5 290 0</inkml:trace>
  <inkml:trace contextRef="#ctx0" brushRef="#br0" timeOffset="152690.13">10715 7776 312 0,'0'0'360'16,"0"0"-20"-16,0 0-19 0,-15-6-13 0,15 6-25 15,0 0-28-15,0 0-23 0,0 0-27 0,-15 3-22 16,15-3-18-16,0 0-19 0,-8 4-16 0,8-4-13 16,0 0-6-16,7 12-9 0,-7-12-16 0,1 8-9 15,6-4-1-15,0-1-13 0,-1 2-8 0,2-2-1 0,1 0-5 16,2-2-8-16,-11-1 2 0,12 3-6 15,-5-3-4-15,-1 4-2 0,-6-4-1 0,0 0-1 16,15-5-8-16,-15 5 3 0,3-6-7 0,-3 6 1 0,0 0-3 16,-3-11-2-16,3 11-10 0,-7-12 7 0,-1 8 13 15,7 1-23-15,-6-3-20 0,2 3-32 16,5 3-29-16,-10-8-42 0,5 5-36 0,5 3-34 0,0 0-46 16,0 0-43-16,0 0-264 0,-8 12-590 0,8-12 262 15</inkml:trace>
  <inkml:trace contextRef="#ctx0" brushRef="#br0" timeOffset="153256.85">9816 7809 176 0,'0'0'437'0,"0"0"-34"16,-1-9-1-16,1 9-31 0,-9-9-17 0,6 6-10 15,3 3-21-15,0 0-22 0,0 0-25 0,-3-7-31 16,3 7-26-16,0 0-24 0,0 0-26 0,-3-5-23 16,3 5-33-16,0 0-16 0,0 0-16 0,0 0-14 15,0 0-10-15,9 15-7 0,-9-15-11 0,7 9-4 16,-4-6-7-16,2 3-6 0,-1 0-7 0,2-2 3 16,-1 1-4-16,-5-5-4 0,9 7 2 0,-8-3-5 15,-1-4 2-15,5 3 4 0,-5-3 2 0,0 0 1 16,3 4 5-16,-3-4-6 0,0 0-4 0,0 0-2 0,0 0-11 15,0 0 10-15,0 0-12 0,0 0-30 0,-9-15-43 16,9 15-53-16,-7-8-42 0,7 8-75 0,-5-3-99 16,5 3-343-16,0 0-746 0,12-8 330 15</inkml:trace>
  <inkml:trace contextRef="#ctx0" brushRef="#br0" timeOffset="167156.69">20197 8280 233 0,'-8'-15'369'0,"5"4"-8"16,0-1-12-16,-1 4-5 0,-1-3 0 0,4 3-7 15,-3-1-12-15,3 5-31 0,1 4-26 0,-4-9-32 16,1 3-25-16,3 6-29 0,0 0-15 0,0 0-23 16,0 0-8-16,0 0-16 0,7 16-15 0,-2-4-9 15,3 3-9-15,-3 2-9 0,0 0-3 0,5 3-9 0,-5 6-1 16,1-1-14-16,3 2-1 0,-4 3-8 15,1 2-4-15,-2-3-28 0,-1 3-27 0,0-5-21 16,-3 4-18-16,0-3-24 0,0-1-21 0,0-8-18 0,0 5-18 16,-8-1-30-16,5-7-37 0,-2-2-42 0,0 2-50 15,1-6-56-15,-2 0-210 0,-1-6-608 0,0-4 268 16</inkml:trace>
  <inkml:trace contextRef="#ctx0" brushRef="#br0" timeOffset="167572.57">20093 8094 246 0,'-6'-16'263'0,"4"6"-9"16,-5-6-14-16,7 5-17 0,0 2-20 0,0-2-21 16,7-1-20-16,1 0-16 0,0 1-13 0,11 0-14 15,-3 4-13-15,6 2-8 0,-1 2-13 0,6-1-9 16,-6 7-5-16,11-3-6 0,-4 3-3 0,0 3-12 15,2 4-5-15,-2-1-4 0,-5 2-5 0,0 0-5 16,-3 4-2-16,0-2-3 0,-3 1-4 0,-1 3-2 16,-1 5-3-16,-3-7-2 0,-4 1-1 0,-2 2-3 0,-4 0-2 15,-2-2 3-15,-2 6-2 0,-2-6-1 0,-3 0-4 16,-3 2 2-16,-2-1-1 0,-3 4 3 16,-1-3-3-16,-1 0 2 0,-1-3-3 0,3-4 2 15,-8 1 9-15,8-4 2 0,0 4 6 0,0-4 0 0,2-1 4 16,2 0-3-16,-1-2-2 0,4-1-1 0,1 1 4 15,0 0-7-15,1-4-2 0,4 6 3 0,2-7-6 16,-6 9-2-16,6-4-1 0,0-5 3 0,3 13-4 16,2-3 2-16,1-3 2 0,3 4 2 0,4 5-9 15,-1-4 4-15,-1 3-5 0,6 2 3 0,1 1-3 16,3 1 1-16,-4-5 2 0,6 4-6 0,-3 0-6 16,0 0-23-16,1 0-32 0,-1-2-34 0,-3-3-46 15,-2 3-52-15,1-10-67 0,-2 8-218 0,-3-6-512 16,-3 0 227-16</inkml:trace>
  <inkml:trace contextRef="#ctx0" brushRef="#br0" timeOffset="167989.21">20668 8504 80 0,'0'0'177'0,"0"0"-10"0,21 5-6 15,-21-5-14-15,15 3-7 0,-7 1-13 0,7 0-1 0,-7-1-15 16,7 2-7-16,7-2-6 0,-9-3-13 0,7 4-8 16,-2-4-9-16,0 0-6 0,2 0-5 15,-2-4-6-15,1 2-3 0,-6 1-6 0,3-4-2 16,-1-2-1-16,2 3 7 0,-6-4 7 0,-1 1 4 0,2 0 10 16,-5-2 6-16,-2 2 9 0,-2-1 6 0,-1-3 6 15,2 4 7-15,-8 1 0 0,2-5 1 0,-1 1 3 16,-4 5 2-16,-1-3 6 0,-1 0 5 0,-6 2-9 15,4 6 1-15,-2-3 0 0,-6 1-11 0,5 2-6 16,-5 2-2-16,3-1-10 0,-4 4-5 0,3-1 0 16,-4 7-7-16,4-5-7 0,2 2-7 0,-4 6-2 15,5-3-3-15,6 4-4 0,0-1-8 0,-5 0-4 16,6 4-3-16,5-1 5 0,1 1-5 0,2-5 0 16,6 5 0-16,1 1-5 0,0-6 0 0,7 2 0 15,7 0-5-15,-1 0-1 0,7-4-5 0,1-2-3 16,5 3-22-16,-1-5-22 0,12-3-34 0,0 4-33 15,-12-8-42-15,13-3-46 0,-14-2-48 0,3 1-61 16,-4-5-50-16,-1-3-231 0,-2-2-625 0,0 1 277 16</inkml:trace>
  <inkml:trace contextRef="#ctx0" brushRef="#br0" timeOffset="168555.99">21343 8392 149 0,'-3'-4'251'0,"-2"-2"10"0,5 6 4 0,-4-8-3 0,1 6-12 16,3 2-18-16,-5-7-20 0,5 7-22 15,0 0-21-15,0 0-19 0,0 0-13 0,0 0-16 16,0 0-8-16,0 0-12 0,2 23-8 0,1-17-10 0,0 6-9 16,4 3-8-16,-5 3-8 0,4-3-6 0,1 1-1 15,-6 4-9-15,6-1-1 0,0 1-7 0,-1-2-1 16,-1-2-2-16,2 3-3 0,-2 0-4 16,3-6-7-16,-6-2 1 0,1 1-10 0,4-3 2 0,-4 0-5 15,0-8 2-15,-3-1 1 0,9 3-1 0,-9-3-3 16,15-3 1-16,-9-4 1 0,2-1 2 0,1 1-4 15,-3-2 2-15,3-3 9 0,-3 0 8 0,6-3 18 16,-2 3 3-16,-2-3 9 0,-1 4 5 0,6-2 20 16,-5 1 7-16,-3 5 3 0,0-1-3 0,2 1-3 15,-4 0-13-15,-1 0-6 0,1 1 2 0,5 3-24 16,-8 3-2-16,7-3-8 0,-7 3-1 0,0 0-4 16,16 12-2-16,-11-5-4 0,5 3 0 0,-5 0-2 15,5 4-4-15,0 1-1 0,-2 0-10 0,1 1-8 16,2 2 2-16,-1-5-3 0,-3-1-1 0,1 2-8 15,-1-5 1-15,-2-1-2 0,1-1 5 0,-2-1 10 16,2-1-1-16,-4-4 4 0,-2-1-5 0,0 0 7 16,0 0 1-16,21-11 14 0,-12 3 8 0,-3-1 8 0,1-8 4 15,-4 5 6-15,7-3 15 0,-2-3 4 0,-1 0 13 16,1 3 9-16,1 0 12 0,-3-2-1 16,1 2 1-16,3 3 1 0,-7 2 4 0,0 2-6 0,2-4-7 15,-3 5-10-15,-2 2-10 0,5 2-13 0,-3-2-8 16,-2 5-8-16,6-7-3 0,-6 7-5 0,0 0-8 15,17 11-13-15,-11-7-14 0,-1 6-15 0,2 0-17 16,3 2-15-16,0 3-15 0,-4-1-25 0,6 3-8 16,-2-2-7-16,5 7-32 0,-2-5-24 0,4 5-15 15,-4-6-16-15,0 0-22 0,2-4-27 0,2 3-25 16,-2-3-29-16,-1 0-34 0,1-5-29 0,5 0-221 16,-10-3-626-16,3 1 277 0</inkml:trace>
  <inkml:trace contextRef="#ctx0" brushRef="#br0" timeOffset="168872.44">22316 8436 109 0,'0'0'250'0,"-13"-5"-10"0,13 5-12 16,0 0-13-16,-20 12-9 0,10-7-13 0,3 1-10 16,1 3-16-16,-2-2-16 0,6 3-13 0,-3 3-16 15,3-4-7-15,1 3-9 0,2-2-12 0,1 2-5 16,3-1-9-16,3 0 1 0,-3-1-13 0,2 0-3 0,1-1-8 15,0 1 1-15,1-5-8 0,2 0-4 0,-3 0 0 16,2-5 4-16,2 0 8 0,-12 0-3 0,16-7 0 16,-6 4-2-16,-3-2-2 0,-2-5-1 15,0 5-4-15,-3-6-6 0,-2-1-1 0,3-4-2 0,-8 2-1 16,-2 1-6-16,-3-2 0 0,2 1-1 0,-2-3 0 16,-1 7-6-16,1-3-6 0,-4 5-3 0,0-4-1 15,-1 6 1-15,1 1-10 0,4 2-10 0,-3 2-17 16,5 1-20-16,8 0-22 0,-22 1-20 0,16 4-18 15,-2-2-25-15,8 3-18 0,0 2-29 0,0-8-19 16,8 13-33-16,-2-7-29 0,9 3-158 0,-1-3-447 16,2 0 198-16</inkml:trace>
  <inkml:trace contextRef="#ctx0" brushRef="#br0" timeOffset="169205.75">22540 8401 142 0,'0'-4'295'16,"0"4"1"-16,0-9 5 0,0 3-14 0,0 6-9 15,3-9-28-15,-3 9-24 0,1-3-31 0,-1 3-20 16,0 0-16-16,0 0-15 0,0 0-18 0,0 0-7 0,9 21-18 16,-4-13-8-16,-4-1-14 0,8 6 2 15,-3 4-15-15,3-2-5 0,2 1-5 0,-1 2-2 16,-2-2-8-16,4-1-10 0,-4 1 5 0,2 0-4 0,0-4-7 16,0 2-3-16,-3-6-2 0,-1 0 2 0,-2-1 2 15,2-2 26-15,-1-2 18 0,-5-3 11 0,10 0 16 16,-10 0-31-16,7-8-2 0,-7 8-5 15,10-11 0-15,-9 2 0 0,3 0-11 0,-3-3 2 0,3-5-3 16,-1 1-4-16,-3 1-3 0,0-3-2 0,0 3-1 16,0 0-6-16,3-2-1 0,-3 2-10 0,3 5-1 15,-3 4-5-15,0-6 0 0,2 6-23 0,1 1-37 16,-3 5-49-16,-3-10-41 0,3 10-7 0,0 0-5 16,0 0-20-16,0 0-15 0,0 0-17 0,15 20-24 15,-8-13-27-15,1 0-4 0,5 1-17 0,2 6 0 16,-7-6-169-16,12 3-474 0,-5 2 210 0</inkml:trace>
  <inkml:trace contextRef="#ctx0" brushRef="#br0" timeOffset="169439.79">23039 8512 113 0,'12'-3'9'0,"6"-2"22"0,-5 3 24 0,-4-3 18 15,6-3 26-15,-7-1 24 0,-2 3 29 0,1-2 18 16,0-4 24-16,-1 1 21 0,-4 7 14 0,-2-8 15 16,3 3 16-16,-3 3 14 0,0-5 10 0,0 11-2 15,-3-10-12-15,1 4-22 0,-4 0-19 0,6 6-22 0,-7-6-21 16,-1 5-19-16,8 1-19 0,-13 0-16 15,1 2-15-15,0 3-14 0,2 1-10 0,-1 0 2 16,-4 3-21-16,2 3-11 0,1-3-6 0,-1 5-2 0,3-2-8 16,2 3-6-16,3-3-2 0,0 3-2 0,1 0-5 15,6 2-4-15,-2-3-7 0,7 1-19 0,3 2-10 16,5-6-31-16,8 1-40 0,5 0-67 16,2 0-66-16,19 2-79 0,-2-10-94 0,4 3-305 0,0-2-747 15,6-8 330-15</inkml:trace>
  <inkml:trace contextRef="#ctx0" brushRef="#br0" timeOffset="170455.7">24378 8352 230 0,'10'-9'251'0,"-5"1"0"0,5-8-6 0,-5 4 0 16,0-4-2-16,2 1-7 0,-7-4-7 0,1 3-3 15,-2-3-7-15,-3-1-7 0,0 2-11 0,-1-2-5 16,-4 1-17-16,-1 3-16 0,-1-1-13 0,-1 2-15 16,2 1-13-16,-5 1-18 0,-6 1-3 0,-1 3-19 15,1 1-5-15,-2 3-10 0,-4 3-9 0,-4 0-1 16,-1 6-12-16,1 1-8 0,-1 3-2 0,3 4-5 16,-1-3-2-16,0 6 2 0,2 5-13 0,3-1 2 15,2 4-3-15,0 2 3 0,4-2-2 0,3 2-7 0,3 2 3 16,6 0-6-16,-1 2 4 0,8-1-2 15,8 2-4-15,-3-6 6 0,7 4-4 0,6-1-9 16,3 8 2-16,7-2-12 0,-3-12-2 0,12 5-19 0,-9-11-17 16,8-3-21-16,-4-2-13 0,12-1-14 0,-9-5-10 15,10-5-8-15,-9-1-3 0,-4 1 6 0,2-5 7 16,-2-4 10-16,-1-1 9 0,-3-4 11 0,2 0 6 16,-2 3 11-16,-6-3 5 0,-7 2 12 0,0-1 19 15,0 2 29-15,-7 4 14 0,3-7 15 0,-7 8 3 16,2-1 12-16,-1-1-1 0,-3 2 5 0,-2-1-4 15,0 8-4-15,0-10-2 0,0 10-8 0,0 0-3 16,0 0-1-16,-7-5-9 0,7 5-4 0,0 0-1 16,0 0-17-16,0 0 17 0,-6 18-5 0,6-10 0 15,0 0-3-15,0-1-1 0,6 2-1 0,-1 6 1 16,-3-6-1-16,6 6 0 0,6-1-1 0,-6-1-2 16,-2 1 2-16,9-1-3 0,-8-1-5 0,3 0-3 15,0-5 7-15,-4 0-7 0,6-3-1 0,-5 2 14 0,-1-1-14 16,3-1 4-16,-9-4-7 0,11 1 5 15,-11-1 1-15,0 0 1 0,12-10-1 0,-12 3 9 16,0 0-8-16,3-1 0 0,-6-2-2 0,1 1 0 0,4 1 2 16,-2-3-1-16,-2 2 4 0,2 0-4 0,-2-1 2 15,2 0 0-15,0-3-1 0,2 6 2 0,-2-4 4 16,2 3-1-16,-2 1-2 0,8 1 1 0,-8 0-3 16,0 6 3-16,3-10 3 0,-1 5-4 0,-2 5 1 15,10-2-9-15,-10 2-1 0,0 0-2 0,20 5-1 16,-20-5-3-16,16 4-1 0,-4 3-5 0,-2 0-1 15,-2-2 0-15,2 1-8 0,5 4 2 0,-5 2-1 16,-2-6 1-16,0 3 1 0,6-2-1 0,-8 0 1 16,3 1 2-16,-9-3 3 0,6 1-2 0,2-1 5 15,-3-2-4-15,-5-3 9 0,4 4 6 0,-4-4 7 16,0 0 9-16,11 1 6 0,-11-1 13 0,0 0 7 16,0 0 4-16,2-13 7 0,5 7-1 0,-6 3 9 15,4-7 3-15,-3 7 7 0,3-5 7 0,-2 0-2 0,4-2 10 16,-2 4-3-16,-4-3-8 0,8 0 2 15,-3 0 1-15,3 3-4 0,-5-3-11 0,3 3-5 16,0 1-6-16,-2 2-15 0,3-4 3 0,-5 2-4 0,4 4-10 16,-7 1 4-16,16-3-5 0,-16 3-3 0,15 2-4 15,-15-2-11-15,15 5-14 0,-6-1-9 0,2 4-11 16,-4-3-21-16,1 2-13 0,0 4-24 0,1-3-14 16,-1-1-20-16,0 6-20 0,2-5-21 0,2 4-30 15,-4-2-42-15,2-3-50 0,0 3-253 0,-2-7-586 16,5 3 260-16</inkml:trace>
  <inkml:trace contextRef="#ctx0" brushRef="#br0" timeOffset="170806.37">25520 8280 66 0,'-8'-6'343'0,"2"0"5"0,-1-1-5 0,4 2-18 16,-2-1-15-16,-2 3-21 0,7 3-15 15,-8-10-29-15,4 8-26 0,4 2-26 0,0 0-23 16,0 0-12-16,0 0-20 0,0 0-18 0,-14 7-7 0,10 0-11 16,4-7-12-16,-6 15-11 0,6-7-6 0,0 3-6 15,3-2-5-15,-3 6-2 0,0-4-8 0,2 5-5 16,-1-3-10-16,3 5 1 0,-1-1-1 0,2 0-1 16,-2-3-8-16,4 1 1 0,-2 0-6 0,-2 2 1 15,4-2-3-15,-2-5-4 0,-4 1-1 0,4 1-13 16,-1-4-6-16,-4 0-4 0,0 3 9 0,3-5 1 15,-3 0 2-15,3-3-2 0,-3-3-2 0,-3 8-5 16,3-8 7-16,0 0-6 0,0 0-6 0,0 0-8 16,-33-14-10-16,21 13-16 0,-1-3-12 0,-2 0-6 15,-3 1-11-15,6 2-7 0,-3-6-16 0,-3 4-15 16,7 2-18-16,1-2-21 0,0 0-23 0,3 1-39 16,7 2-31-16,-15-10-45 0,9 5-186 0,6 1-513 0,0 4 226 15</inkml:trace>
  <inkml:trace contextRef="#ctx0" brushRef="#br0" timeOffset="171089.86">25833 7867 112 0,'-3'-4'371'0,"1"-2"-8"16,2 6-16-16,-1-11-31 0,-1 7-32 0,2 4-30 15,0 0-32-15,0 0-16 0,0 0-29 0,0 0-17 16,0 0-16-16,-17 20-13 0,17-7-14 0,-1 4-13 16,-1-1-6-16,0 5-10 0,1-2-6 0,-4 7-8 15,2 1-10-15,-1 1-5 0,3-2-3 0,-3 2-3 16,4-1-16-16,-3 4-2 0,0-3 3 0,3 2-4 16,0-2-22-16,0-1-19 0,3-1-21 0,0 1-20 15,-3-9-32-15,0 9-22 0,0-7-34 0,5-1-39 0,-3-4-47 16,8-2-50-16,-5-4-223 0,1 2-536 15,6-7 237-15</inkml:trace>
  <inkml:trace contextRef="#ctx0" brushRef="#br0" timeOffset="172655.68">25995 8254 118 0,'0'0'304'0,"0"-7"-6"0,0 7-4 0,-4-6-13 16,4 6-21-16,0 0-26 0,0 0-20 0,0 0-23 15,0 0-18-15,13-4-22 0,-13 4-10 0,15 10-13 16,-7-4-15-16,4-2-14 0,4 4-6 0,-1 3-12 16,-2-3-13-16,4 4-2 0,-2 2-7 0,1-1-5 15,-3 1-7-15,4-4 1 0,-2 5-8 0,-2-3-7 16,-5 3 1-16,1-3-7 0,-3 0-6 0,-2-4 0 16,-1-1-15-16,-3 5 0 0,0-5 5 0,-3-1 1 15,-4-4 7-15,-1 5-8 0,-2-6-6 0,10-1 3 0,-18 3-2 16,18-3 3-16,-19-6-1 0,9 6-2 15,5-6 1-15,5 6 5 0,-11-7-6 0,6 3 4 16,5-3-3-16,0 7-5 0,5-15-11 0,2 7-18 16,1 3-24-16,7-4-30 0,1-1-32 0,11-2-25 0,7-1-28 15,0 1-36-15,4 2 16 0,6-4-3 0,-9 4 17 16,-2 2 7-16,0 1 14 0,0-1 8 16,-4 2 22-16,0 1 14 0,-10 2 29 0,-1-1 41 0,-7 1 28 15,-1-2 27-15,-1 4 7 0,-9 1 4 0,6-4 13 16,-6 4 13-16,0 0 14 0,-15-8 14 0,15 8 7 15,-25 0 5-15,14 0 5 0,-7 1 3 0,-4 3-2 16,6 0 2-16,-8 0-8 0,5 3-2 0,-3-3-9 16,2 0-2-16,0 3-11 0,4 1 0 0,1 0-14 15,2 0 2-15,3-3-12 0,-4 6-5 0,9-4-3 16,-4 2-4-16,9 2-3 0,-2 0-6 0,2-6 3 16,2 6-7-16,4-2 2 0,2-2-7 0,6 5-6 15,-6-7-9-15,5-2-11 0,4 2-13 0,-1-3-13 0,-1 1-7 16,5 2-8-16,-3-5-9 0,4-5-3 15,-4 1 2-15,-2 1-4 0,1-3 9 0,1 0 0 16,-9-2 10-16,7-4 4 0,-10 2 3 0,5 2 5 0,-4-4 12 16,-1 2 21-16,2 0 20 0,-4-1 18 0,-3-1 13 15,4 4 18-15,-1 1 7 0,-1-1 3 0,-2 1 2 16,0 1-10-16,0 6-8 0,-2-7-7 16,2 7-8-16,0 0-4 0,-10-4-6 0,10 4 9 0,0 0-19 15,0 0 1-15,-12 11-8 0,6-5-3 0,2 1-4 16,4 4-1-16,0-2-6 0,0 3-7 0,4-2-1 15,-4 2-18-15,6 3-8 0,-2-1-3 0,7-2-8 16,-2 1-19-16,4 1-14 0,2-5-18 0,1 6-17 16,-1-6-23-16,-2-5-27 0,7 1-17 0,-2 1-10 15,1-6 0-15,-3-3 2 0,1 3 19 0,1-8 12 16,-2 6 18-16,-6-3 12 0,9-3 20 0,-4-4 24 16,-6 5 30-16,0-1 23 0,2-5 33 0,-7 5 26 15,7-2 26-15,-11 0 26 0,4 0 18 0,2 0 14 0,-6 3 11 16,0-1 3-16,3 1-4 0,-6-3-6 15,6 6-7-15,-3 4-14 0,-3-8-10 0,3 8-9 16,0 0-13-16,-10-1-8 0,10 1-5 0,0 0-4 0,-15 8-9 16,15-8-1-16,-11 10-7 0,7 0-4 0,3-2-4 15,-4 1-1-15,5 0-1 0,0-1-3 0,0-3-1 16,1 6-1-16,4-4-2 0,-3 1-3 0,0-2 0 16,4 1 0-16,-1-2-2 0,-1 1-6 0,2-3 2 15,1-2-5-15,-7-1 3 0,16 0 2 0,-16 0-2 16,22-1 6-16,-14 0-8 0,-1-1-1 0,6-4 2 15,-5 1-1-15,1-2 1 0,2 1-2 0,-1-2-1 16,-3 1 9-16,1-1 9 0,0 1 17 0,2-1 11 16,-5 3 7-16,0-5 7 0,2 8 8 0,-1-5-3 15,-4 4-14-15,5-2 14 0,-7 5-20 0,6-7-11 16,-6 7-9-16,0 0-11 0,0 0-2 0,0 0 0 16,0 0 7-16,0 0-10 0,17 11 0 0,-12-7 4 15,1 4-6-15,1-2-2 0,-2 3 4 0,3-1-2 0,-1-4 0 16,6 5 1-16,2 1-2 0,-2-2-7 15,4 0 4-15,-1-3-6 0,1 1-17 0,1 2-6 16,0-4-12-16,1 0-3 0,-3-4-4 0,4 0-24 0,-5-4 0 16,1 0-13-16,6-4-16 0,-7 2-6 0,-2-3 3 15,2-1 2-15,-2 1 4 0,0-4-2 0,-3-1 2 16,7-7-4-16,-4 4-1 0,0-4 8 16,-8 2 6-16,4-7 7 0,-1-5 11 0,-1 3-2 0,-1-6 16 15,-2 5 1-15,-3-9 17 0,4 5 11 0,-3-7 10 16,4-1 16-16,-4 12 12 0,3-3 16 0,0 3 20 15,-5 2 17-15,0 2 4 0,2 6 7 0,-2 4 31 16,0 5-14-16,3-2 5 0,-6 4-26 0,1 1-12 16,-1 1-11-16,3 6 2 0,-7-4-12 0,7 4-11 15,0 0-1-15,-15 17 0 0,14-7-3 0,-6 7-1 16,-1 6-12-16,1 4 4 0,0 0-5 0,4 3 4 16,-4 13-5-16,6-4 1 0,-4-7-3 0,2 10 0 15,3-11 2-15,1-1-2 0,-1 9-13 0,3-7-18 0,1-2-4 16,-1 1-1-16,5 0-15 0,-3-8-3 15,4 4-18-15,-3-7-8 0,3-5-12 0,-5 3-13 16,0-9-10-16,4 3-14 0,-3-8-24 0,2 1-26 0,3-2-13 16,-10-3-15-16,11-3-5 0,-11 3 22 0,15-8 8 15,-12 3 10-15,9-4 19 0,-10-1 24 0,3 0 18 16,-2 1 31-16,4-4 24 0,-1-2 13 16,-6 3 34-16,2-2 28 0,-2-1 19 0,0 3 14 0,3 3 32 15,-3-3 14-15,5 5 19 0,-5-4 8 0,-5 2 9 16,5 3 1-16,0 6-3 0,0-12-1 0,0 12-27 15,5-8-12-15,-5 8-13 0,0-4-8 0,0 4-10 16,0 0 6-16,10 0-17 0,-10 0-9 0,17 4-7 16,-12 3-1-16,6-6-7 0,-3 5-6 0,11 0-1 15,-5 1-1-15,-2 0 2 0,6 0-8 0,-1-2-2 16,-2-1-7-16,-9 3-1 0,8-3 1 0,-1 0-2 16,-5-1 0-16,2 2-3 0,-2-4 1 0,-1 2-5 15,0 0-1-15,-7-3-3 0,11 4 4 0,-11-4 2 0,10 2-5 16,-10-2-5-16,0 0 3 0,0 0 0 15,0 7-1-15,0-7-1 0,0 0 1 0,-8 10 3 16,1-8-9-16,2 3-3 0,2 4-15 0,-2-5-15 0,-2 4-22 16,4 0-29-16,-2 2-21 0,3-1-45 0,-1 0-50 15,-2 1-54-15,0-2-221 0,0 0-519 0,4 0 230 16</inkml:trace>
  <inkml:trace contextRef="#ctx0" brushRef="#br0" timeOffset="172839.86">26770 7885 132 0,'-3'-7'245'0,"1"-1"-27"15,-6 1-22-15,5 1-22 0,-4-3-33 0,0 6-40 0,1 0-64 16,-1-3-77-16,7 6-161 0,-15-1-218 15,15 1 97-15</inkml:trace>
  <inkml:trace contextRef="#ctx0" brushRef="#br0" timeOffset="176389.1">20772 10282 178 0,'-10'-4'250'0,"10"4"-17"16,-13-1-15-16,13 1-14 0,-14-2-10 0,14 2-16 0,0 0-18 16,-6 0-14-16,6 0-13 0,0 0-10 15,0 0-10-15,0 0-6 0,0 0-5 0,0 0-6 16,35 0-6-16,-16 3-11 0,3 1-3 0,9 4-6 0,2-5-6 16,-1-2-6-16,13 2-5 0,3 1-6 0,3-1-2 15,-1-1-7-15,9 3 0 0,4-5 4 0,20 6 4 16,3-6-4-16,3 4-5 0,1-1-4 0,-3 1-1 15,4-3-3-15,9 2-2 0,-4-2-4 0,6 2 0 16,3 1-7-16,37 3 3 0,-39-6-4 0,41 2 1 16,-40 2-1-16,2-5-1 0,39 7-2 0,-44-5-3 15,5 0 5-15,48 2-5 0,-51 0 6 0,3-2-3 16,41-2-1-16,-44 1 3 0,44 4-1 0,-44-5 2 16,4 3 3-16,-1-3-2 0,38 0 0 0,-45 1 7 15,4 2-9-15,44-3-9 0,-46-3 6 0,4 6-1 16,-3-6-1-16,6 3 4 0,41 0-6 0,-45-1 15 15,-1 2-14-15,4-1 0 0,-1 3 0 0,40-7 3 16,-55 4-3-16,5 0-4 0,5 0 7 0,-3 0-9 0,4 1 7 16,-3-3 11-16,1 3-13 0,2-1-2 15,-6 4-4-15,5-4 6 0,-5 0-4 0,0-3 6 16,-5 3-8-16,-5 0 2 0,2 5 2 0,-5-5-1 0,-2 2 0 16,-15-2 1-16,17 0 0 0,-18 4-1 0,16-7 1 15,-25 6 1-15,3-6-2 0,1 6 0 0,-7-6 2 16,7 3 5-16,-9 0 2 0,-1 0 5 15,-4 0 4-15,-11-1-4 0,-1-1-4 0,-2 2 8 0,-4-5-5 16,-3 5-1-16,-4 0 16 0,-4-1-22 0,4 0 5 16,-6-1 2-16,-1 2-3 0,-1-3-3 0,-5 3-1 15,-8 0 4-15,17-2 0 0,-17 2 2 0,13 0 1 16,-13 0-4-16,15-3 8 0,-15 3-14 0,6 0 4 16,-6 0 1-16,9-3-3 0,-9 3 13 0,0 0-9 15,0 0 0-15,0 0-1 0,0 0-2 0,13 3-9 16,-13-3 13-16,0 0-5 0,0 0-2 0,0 0-4 15,0 0 1-15,0 0 6 0,0 0-14 0,0 0 2 16,0 0 1-16,0 0-3 0,3 8 4 0,-3-4-3 0,0 4-3 16,0-1 5-16,0 3-4 0,0 0 0 15,0 7 0-15,4-1-4 0,-3 0 6 0,6 1-5 16,-7 5 10-16,1 4-2 0,6 6 12 0,-2-7-18 0,-2 2 6 16,2 6-2-16,2-2 3 0,1 12 2 0,-1-4-8 15,-5-8 3-15,4 12 0 0,-3 3-5 0,4-4 10 16,-4 4-3-16,1-3 3 0,4 1-1 15,-3-2 3-15,-5-3 23 0,2 4-19 0,1 1 10 0,0-4-10 16,-1 2 3-16,3 2-6 0,-10-6 20 0,5 2-22 16,-2 2 5-16,2-11-7 0,0-1 11 0,0 13-1 15,0-12-3-15,-1 0-2 0,1 1 4 0,0-3-1 16,-2 2 14-16,-1 0-14 0,6 1-5 0,-3-2-3 16,0-2 6-16,0 2 2 0,0 1-3 0,0-4-4 15,0 1 3-15,-3 2-1 0,3 0 1 0,0-1 2 16,0 2-8-16,3-3-6 0,-3 1 9 0,-3 3 4 15,6-2 0-15,-3-2 4 0,-3 0-4 0,6 7-3 16,-3-5 6-16,-3-3-7 0,1 0 0 0,2-3 2 0,0 3 3 16,0-1-1-16,0-1 0 0,-7 2 5 15,9-9-3-15,-2 6-4 0,0 0 2 0,0-2-4 16,-2-5 5-16,2 3-3 0,-1-4 2 0,1 2-2 0,0-1 7 16,-4 0-9-16,4 1-1 0,0-2 2 0,0-1-6 15,0-3 5-15,0-4 6 0,0 6-4 0,0-6 0 16,0-1 6-16,0 3-5 0,4-2 4 0,-4-8-1 15,-4 7-1-15,8-2-11 0,-4-5 17 0,0 0-2 16,0 9 5-16,0-9-7 0,0 0 4 0,0 6 0 16,0-6-3-16,0 0 0 0,0 0 2 0,0 0-3 15,-4 9-2-15,4-9-4 0,0 0 0 0,0 0 2 16,5 6-6-16,-5-6 3 0,2 8 1 0,-2-8-4 16,-2 7 0-16,4-1 3 0,-2 0 0 0,0-6 0 15,5 14-4-15,-5-7 11 0,0 2-11 0,0 1 1 16,2 0 1-16,-2-2-3 0,0 4 3 0,0 3 2 15,3 2-4-15,-3-2-7 0,2 4 10 0,-4-8-4 0,4 8 1 16,-2-5 0-16,0 4 5 0,0-2-8 0,0-1 5 16,1 2-2-16,-1 0 3 0,0 0-6 15,0-2 3-15,0 0 2 0,0-1-3 0,0-2 3 16,0-3-5-16,0 3 6 0,-1-1 3 0,2-3-4 0,-1 2-3 16,0-5-1-16,2 2 4 0,-4 1-1 0,4 0 2 15,-2 1 0-15,0-2 6 0,0 1-7 0,0-4-2 16,0 1-7-16,5 5 7 0,-5-5 1 0,1 1 2 15,-1-6 0-15,0 9-9 0,0-9 7 0,0 9 11 16,0-9-11-16,0 6-2 0,0-6-2 0,4 4 5 16,-4-4 2-16,0 0 2 0,0 7-4 0,0-7 6 15,0 0-4-15,0 0 0 0,0 0-1 0,0 0 1 16,0 0 1-16,0 0-2 0,0 0 3 0,0 0-2 16,0 0 2-16,0 0-2 0,0 0 2 0,0 0-3 15,0 0 2-15,0 0-2 0,0 0-1 0,0 0 3 16,0 0-1-16,0 0-2 0,0 0 4 0,0 0-8 15,0 0 3-15,0 0 8 0,0 0-6 0,0 0-7 0,0 0 1 16,-4 5-1-16,4-5 9 0,0 0-6 0,0 0 0 16,0 0 0-16,0 0 1 0,0 0-1 15,-9 5 2-15,9-5-2 0,-12 3 3 0,5 0-2 0,7-3-1 16,-15 3 6-16,9-2-7 0,-7 4 1 0,-1-3 2 16,-1 3-3-16,-4-2 9 0,0 5-8 0,-9 1 1 15,8-6 1-15,-11 8 0 0,-2-4 0 0,1 2-2 16,-11 5 1-16,2-2 1 0,-2 3-4 0,0-5 5 15,-2 2-1-15,2 2 3 0,-8-2-3 0,6-1 2 16,-11 1-4-16,5-1 0 0,1-3 13 0,-5 2-13 16,2-1-2-16,-3-1 6 0,0 0-1 0,0 3-2 15,1-5 0-15,0 1 0 0,4 0 1 0,-2-2 0 16,-2 3-4-16,4-5 5 0,1 1 1 0,-6-1-4 16,8 1 1-16,-2 0 2 0,-1-1-3 0,2-2 3 15,4 4-2-15,-6-3 2 0,6-2 4 0,-3-3 5 16,0 4-11-16,3-1-6 0,2 2 4 0,-5-2 3 0,5-2 2 15,0 2-2-15,-3 0 1 0,-2-5 11 0,3 4-13 16,-3-1-2-16,2 2 6 0,1-1-4 16,0 1-1-16,-1-3 1 0,3 3 2 0,-8-1 2 0,6 1 2 15,-1 1 1-15,-2-1-7 0,1-1 6 0,-2 1-1 16,2 0-3-16,-2 1-1 0,4-1-2 0,2 3 6 16,-2-3-4-16,-1 0 4 0,13 0-2 0,-5-3 0 15,1 2 6-15,-7 2-9 0,7-1 0 0,-6-1 0 16,12 1 2-16,-6 0 2 0,6 0 0 0,-4 1-6 15,-1-1 5-15,-7 3 0 0,9-3 0 0,0 0-3 16,-11 1 0-16,2-2 1 0,10 1 1 0,0-3 0 16,0 6-9-16,-2-6 10 0,-8 3 2 0,11 0-4 15,-2 0 4-15,-3-1 2 0,-6 2-5 0,8-1 3 0,2 0-6 16,-3 0 5-16,3 0-3 0,0 3-6 16,-12-3 9-16,0-3 0 0,2 6 0 0,-1-3-3 15,-1 0-1-15,2 1-8 0,-3 1 8 0,3-1 2 0,-2 4 0 16,10-5-1-16,-11 3-2 0,1-3 4 0,9 3-4 15,-11-2 4-15,-1 1-7 0,2-1 3 16,1 1 6-16,-4 1-6 0,-3 0 4 0,1-2 1 0,1 1 0 16,2 3-6-16,-3-5 6 0,1 1 0 0,-1 1-1 15,0 2 1-15,-2-3-2 0,5 1 2 0,-5-1-6 16,2 1-2-16,-1 3 5 0,-1-5 4 0,4 2-4 16,1-2 2-16,0 0-5 0,0 2 6 0,0-1-2 15,1-2 8-15,13 2-8 0,2-1-2 0,-13 0 0 16,2 0 2-16,7 0-1 0,0 0 0 0,-6 0 0 15,7-1 4-15,-9 2 0 0,9-2-6 0,-11 1 1 16,11 0 2-16,0 0 1 0,0-2-1 0,4 0 2 16,-9 2-2-16,5 0 0 0,2 0-1 0,-1 0 3 0,-10 0-4 15,8 0-1-15,6 0 2 0,-3-5 1 0,0 3 1 16,0 2-3-16,-2 0 2 0,2 0-7 16,2-1 4-16,-1 1 2 0,-4 0-2 0,8 1 5 0,-2-2 0 15,0-1 0-15,9 1 0 0,-9 1-4 0,8 1 2 16,-4-2-1-16,4-2 1 0,1 6 1 0,1-2-2 15,0-1 0-15,3 0 1 0,-1 2 9 0,5-2-13 16,-7 1 5-16,7-1 7 0,1 2-13 0,1-2 1 16,-4 0 1-16,15 0 0 0,-15 5 0 0,15-5-5 15,-15 0 4-15,15 0 0 0,-12 0 3 0,12 0-1 16,0 0-2-16,-9 0-1 0,9 0 2 0,0 0 3 16,0 0 0-16,-12 0-3 0,12 0 2 0,0 0 0 15,-10 2-5-15,10-2 8 0,0 0-3 0,0 0 3 16,0 0-6-16,0 0 2 0,-8 2 0 0,8-2 3 15,0 0 2-15,0 0-11 0,0 0 7 0,0 0 6 16,0 0-1-16,0 0-2 0,0 0 17 0,0 0 11 16,0 0 14-16,0 0 3 0,-15-2 8 0,15 2 14 0,0 0-2 15,0 0 1-15,-8-7-1 0,6 2-2 0,2 5 5 16,-5-5-8-16,5-3 3 0,-3 2-10 16,3 6-1-16,-4-15-8 0,1-2 3 0,1 2-2 0,-1 3 0 15,1-4-4-15,-3-3-1 0,2 4 2 0,1-6 3 16,-4-6 0-16,1 1 5 0,0 3 1 0,2 0-2 15,-2-8 1-15,-2 8-1 0,0-5-2 0,4 3-7 16,-4 0 7-16,3-1-15 0,-1 8-4 0,0-9-3 16,-2 3 3-16,4-3-3 0,-4 2-1 0,7-1 6 15,-7 2-15-15,1 0 3 0,4 3-5 0,-4-8-1 16,1 4 7-16,1 1-12 0,-2-1 0 0,1-1 3 16,-2 2-4-16,5 5 5 0,-3-8-6 0,2 1 0 15,-2 6-2-15,3-7 3 0,-4 8-6 0,4 1 3 0,4-1-2 16,-5-3 1-16,-2 2-2 0,3 0-1 15,-3 1 4-15,5 2-4 0,-7-3 0 0,7 1 6 16,0 2-6-16,-1-1 9 0,-1 2-12 0,-3 0 6 0,5 0-9 16,-7-2 4-16,6 6 10 0,-4-4-12 0,5 4 5 15,0-6-3-15,0 5 2 0,0 2-4 0,-3 2 0 16,-2-2 13-16,5 1-9 0,0-2-1 16,0 2-7-16,-2-1 5 0,2 0 0 0,0 4 0 0,0-5 1 15,2 0 3-15,-2 1-1 0,0 1 0 0,0 1-2 16,8-7 2-16,-8 0-4 0,0-2 3 0,0 8 0 15,0-8 1-15,0 9 4 0,0-6-6 0,0 1 0 16,0-3-3-16,5 2 3 0,-5 3-1 0,-5-2-1 16,5-1 11-16,0 0-9 0,0 1-2 0,0-1 4 15,0-1 0-15,0 2-4 0,0-2 4 0,-3 0-1 16,3-1-2-16,-5 2-1 0,5-3 6 0,0 3-5 16,0-1 3-16,-2-3 1 0,2 0 0 0,-5 4-3 15,-2-5 0-15,6 1 9 0,-1-2-6 0,2 3-4 0,2-5 1 16,-4 1-3-16,4 1 4 0,-2 0-3 15,0 0 3-15,0-4-4 0,0-2 1 0,1 1-1 16,6 2 6-16,-7-3 0 0,0 8-4 0,0-2 5 0,0-1 4 16,0 2-9-16,0 0-2 0,0-1 7 0,0 0-6 15,0-5 9-15,0 7-6 0,5 1 0 0,-5-1-4 16,0-1 13-16,0-5-8 0,-5 1 1 0,5 4 1 16,5-6-5-16,-5 7 2 0,0-1 2 0,-5 1 2 15,10-2-2-15,-5 2 2 0,-5-7 2 0,10 0-7 16,-5 7-1-16,0 1 6 0,0-1 0 0,0-3-4 15,-5 6 5-15,5-2 1 0,0-2-3 0,0 4 1 16,0-2-6-16,0 1 6 0,-7-1-1 0,7 4 1 16,0-3-3-16,7 2 1 0,-7 0 3 0,0 0-3 15,0-2-7-15,0 4 7 0,0-2-1 0,5 0 2 16,-5 0-4-16,0 0-2 0,0 2 6 0,0 1-1 16,2-3-3-16,-4 4-1 0,4 1 1 0,-2-7 1 0,0 7-4 15,5 0 5-15,-5 0-3 0,0-2 0 16,3 3-2-16,-3-3-3 0,0 3-8 0,0-1 3 15,0 1-16-15,0 1-12 0,5 1-21 0,-5 0-27 0,0 2-34 16,0 5-51-16,0-10-59 0,1 6-51 0,-1 4-50 16,0 0-32-16,15 0-43 0,-15 0-50 0,14 7-371 15,-6 1-897-15,3 3 397 0</inkml:trace>
  <inkml:trace contextRef="#ctx0" brushRef="#br0" timeOffset="177655.36">20757 11230 64 0,'0'0'211'16,"0"0"-4"-16,-8 5-6 0,8-5 1 0,0 0-4 15,0 0-10-15,0 0-8 0,0 0-8 0,0 0-15 16,0 0-13-16,0 0-12 0,0 0-9 0,0 0-13 16,29-6-9-16,-29 6-14 0,14 0-8 0,-6-3-5 15,7 6-11-15,-15-3-5 0,26-3 0 0,-14 3-10 16,6 0-4-16,4 0-6 0,-4 0-2 0,3 0-5 15,1 3-8-15,-1-3 3 0,1 0 2 0,-1 0-9 16,11 0-2-16,-7 0-3 0,3 1-1 0,2 3-2 16,-2-3 4-16,2-1-4 0,-11 0-1 0,11 0-2 0,0 3 0 15,-7-2 1-15,7 1-3 0,0-2-1 0,0 0 0 16,1 1-1-16,2 4-2 0,-1-3 4 16,2-4 0-16,9 2 12 0,2 0 0 0,0 0 1 0,-2 2 1 15,5-2-2-15,-5 0 1 0,6 0 2 0,3-2-2 16,-4 1-1-16,3 4 1 0,7-5-1 0,0 1 2 15,2-3-5-15,2 3-1 0,0 2-6 0,-1-1 10 16,3 0-4-16,1 4 0 0,0-4-6 0,-4 0 4 16,0-4 1-16,4 4-4 0,-4 4-1 0,2-4 1 15,-4 0 1-15,-2 0-1 0,-3-4-5 0,2 4 6 16,-1 0-1-16,1 0-4 0,-8 0 5 0,0 4 9 16,0-8-11-16,0 8-1 0,-5-4 4 0,4 1-4 15,-3-2-1-15,1 2 4 0,-2-1-3 0,-8 2-2 0,10-1 2 16,-9-1-3-16,9-1 0 0,1 6 0 15,-14-5-2-15,17 2 14 0,-6-1-17 0,2-1-1 16,0 0 2-16,-11 4 3 0,3-4-3 0,9 0 2 16,-14 0 2-16,12 1 0 0,-11 1 0 0,2-4 2 0,-3 2-7 15,2 2 4-15,-1-2 0 0,1 0-1 0,-1-2 1 16,3 1 1-16,-6 1-2 0,0-4 1 16,6 1 0-16,-6-1 3 0,3 3 0 0,-3-2-3 0,1-1 4 15,4 0-8-15,-2 4 5 0,3 0 4 0,9-3-2 16,-8-2 1-16,6 1 3 0,-7 1-4 0,4 3 11 15,-6-3-13-15,11-2-1 0,0 2 0 0,3-2 1 16,-2 0-5-16,2 2 2 0,5 3 3 0,-2-3 1 16,-3 2 0-16,9-3-7 0,-9 4 5 0,3-3 8 15,4 2-9-15,-1-1-2 0,-4-2 0 0,1 4-1 16,1-5 3-16,4 2-1 0,-2 2-1 0,-1-2 1 16,0 0 2-16,-1 3-6 0,4-2 4 0,-3 2 1 15,-2-4 3-15,-1 1-3 0,3 3 1 0,-3-3-2 0,1 2 0 16,-3-1 1-16,6-3 0 0,-6 1-1 15,4 4-2-15,1-3 1 0,-4-3-2 0,3 6 7 16,-1-3-4-16,2-1-4 0,-2 2 0 0,2 0 7 0,-3-1-2 16,-2 3-2-16,3-1 1 0,-3-2-1 0,3 3 14 15,-1-3-13-15,-4-2 0 0,4 5 1 0,-5-1 0 16,1 0-2-16,2 1-1 0,-1-2 6 0,-16-1 0 16,4 1 1-16,11 2 0 0,-13-6 1 0,14 5-3 15,-13-2 7-15,-4 0-6 0,3 1 7 0,-1-1 11 16,-3 2-10-16,3 1 0 0,-4-1 5 0,-3-1 1 15,-4-1 1-15,1 3 1 0,-2-2 2 0,-4 2-4 16,-1-1 9-16,-2 1-13 0,-3 0 1 0,9 0 0 16,-10 0-4-16,1 0 10 0,2-2-8 0,-2 5-2 15,2-3-9-15,-3 0 6 0,6-1 2 0,-5-1-9 16,2 2 5-16,-1-1-8 0,1-2 2 0,1 3 2 16,-13 0 2-16,23-1-3 0,-13 1 1 0,0-2-2 15,0 2 4-15,-10 0-4 0,20-1 0 0,-12 1 0 0,-8 0-2 16,17 0 8-16,-17 0-2 0,12 0-5 15,-12 0-6-15,0 0 8 0,8 1 4 0,-8-1-11 16,0 0-14-16,0 0-8 0,11-8-17 0,-11 8-23 0,0 0-23 16,0 0-31-16,0 0-34 0,0 0-36 0,0 0-49 15,0 0-46-15,0 0-247 0,0 0-575 0,-48 0 255 16</inkml:trace>
  <inkml:trace contextRef="#ctx0" brushRef="#br0" timeOffset="178971.92">20772 12290 155 0,'0'0'150'0,"0"9"-8"0,0-9 1 16,0 0-2-16,0 0 6 0,0 0 2 0,0 0 2 15,0 0-1-15,0 0 0 0,11 1 1 0,-11-1-2 16,0 0-5-16,0 0-8 0,0 0-2 0,0 0-8 16,0 0-7-16,0 0-15 0,7 6-2 0,-7-6-6 15,0 0-12-15,0 0-7 0,10 0-13 0,-10 0 1 16,13 1-11-16,-5-1-4 0,1 2-7 0,-9-2-4 16,20 0-2-16,-9 0-2 0,4 1-6 0,3-1-3 15,1 2-3-15,2-2 7 0,7 0-7 0,4 3-6 0,-1-3 1 16,2 0-7-16,2 0 2 0,-2 2-1 15,15-2 0-15,-3 1-1 0,1 3-7 0,-3 0 3 16,3-4 0-16,4 1-1 0,1-2 2 0,-1 2-4 0,1 2 1 16,-3-6 3-16,4 3-5 0,-4 3 1 0,0-3-2 15,6 0 0-15,-2-4-5 0,2 0 7 0,-1 6 1 16,7-2 0-16,-2-2-2 0,0-2 3 0,5 4 2 16,-7 0 1-16,5-1 4 0,-1 1 1 0,3-5 1 15,1 3 0-15,22 1-3 0,-23 1 2 0,0-3 0 16,0 0-6-16,1 3 2 0,3-3 0 0,17 3 0 15,-28 0-3-15,4 0 1 0,4-1 0 0,1-3 3 16,-5 0-3-16,4 0 4 0,-1 4-7 0,-2-4 6 16,0 3-1-16,-1-1 3 0,8-2-6 0,13 3 0 15,-16-4 3-15,-6 0 0 0,6 3-10 0,-1-1 11 16,-1-1-7-16,0 3 3 0,23 1 2 0,-30 0-4 16,7 1 10-16,-1-2-4 0,-1 1 1 0,3 0 0 0,1 0 0 15,-4-2-1-15,22 1 1 0,-19-2-4 0,3 6 2 16,-8-6-1-16,9 0-1 0,15 0-1 0,-20 3-4 15,18-2-1-15,-17 2 2 0,19 0 5 16,-20 0-4-16,0 0 3 0,18-4-2 0,-18 3 1 0,0-1-4 16,0 4 1-16,-4-4 2 0,4 1-3 0,-2-3-2 15,4 4 0-15,-4 0 2 0,4 0-1 0,-2-1 2 16,0 1 1-16,-5 0-8 0,-1-2 7 0,0 2-2 16,2-4 3-16,-1 3 0 0,0 1 1 0,2-2 11 15,-2-3 0-15,-2 4 3 0,0-3-8 0,-1 2 5 16,-1 1 0-16,4-4 0 0,-6 5-6 0,-1-3 3 15,2 3-6-15,-2-4-6 0,1 2 8 0,-4-3 4 16,0 4-7-16,1-2 0 0,-2 2-1 0,2-1 2 16,-6 1-5-16,4 1 2 0,-6-4 4 0,-3 4-2 15,-6-1 0-15,2 2-4 0,-2-4-6 0,-2 2 6 16,-4-3 5-16,-3 2-5 0,-1 0 0 0,-1-2 1 16,1 4 9-16,-4-3-2 0,-5 0 6 0,0 1 1 0,-1 2-6 15,-2-3 3-15,3 3 2 0,-5-1 5 0,2-1-5 16,-1 1-6-16,-1-2-2 0,-8 3-2 15,21-1 7-15,-9-1-10 0,-2 0 3 0,5-2 1 0,0 4-3 16,6-1 2-16,-4-1-3 0,3-1-4 0,1 1 4 16,-3 2 4-16,4 0-11 0,-1-3 9 0,1 2-4 15,-2 1 1-15,-2-2-6 0,2 2 6 0,-4 0 0 16,-2 0 1-16,-6 0-8 0,5-1 8 0,-13 1 0 16,15-3 12-16,-7 6-21 0,-8-3-6 0,0 0-24 15,9-4-22-15,-9 4-41 0,0 0-37 0,0 0-32 16,0 0-38-16,-32-8-39 0,11 7-46 0,-14-1-278 15,-6-3-614-15,-7 1 272 0</inkml:trace>
  <inkml:trace contextRef="#ctx0" brushRef="#br0" timeOffset="180089.59">22081 10487 141 0,'0'-5'233'0,"0"-4"-5"0,0 9 4 0,0-13-2 16,0 8 1-16,0-2-8 0,0 7-3 0,0-9-4 16,0 9-14-16,-5-10-7 0,5 10-9 0,0-8-9 15,0 8-20-15,-2-7-18 0,2 7-8 0,0 0-11 16,0 0-11-16,0 0-13 0,0-7-14 0,0 7-12 15,0 0-6-15,0 0-6 0,0 0-13 0,0 0-1 16,0 0 8-16,0 0-17 0,0 0-8 0,2 19 2 16,3-8-9-16,-5 0 2 0,8 4-3 0,-8 5 0 15,7 6-1-15,0 1-3 0,-4 1-6 0,2 11 5 16,-5 2-3-16,6-1-4 0,-4 3-8 0,3 4 12 16,-5 2-5-16,0-2-4 0,0 3 7 0,0 4-2 15,0 1-3-15,2 1 10 0,-1-2 6 0,4 2-3 0,-3-2 3 16,3 1 2-16,-3-1-6 0,3 1 11 0,-4-1 3 15,8 0 1-15,-9-5 1 0,6 0 4 0,-6-1-7 16,8 0 8-16,-3-3 3 0,-3 3-3 0,-2-3 5 16,8-5 1-16,-6 2 4 0,0-1-4 0,-1-1-1 15,1-6-2-15,-2 6 5 0,5 1-6 0,-3 0-1 16,-2 0 8-16,0-1-9 0,5-2 3 0,-10 2-1 16,10-7-7-16,-2 6 10 0,-2 0 2 0,-1-7 6 15,4 9-6-15,-3-1-3 0,-1-10 2 0,7 3-4 16,-7-3-2-16,2 1-4 0,1 10 5 0,-1-9-9 15,-1-2 3-15,1 2-1 0,-2-3 3 0,5 1-3 16,-3-3-2-16,3 4 0 0,-4-4-3 0,6 2 1 16,-7-1-6-16,0-4 4 0,0 6-2 0,2-3 3 0,1 0-1 15,-2 2-3-15,1-4 3 0,-2-1-2 0,0 3-2 16,2-7 1-16,-2 7-1 0,0 0-1 16,0 0 0-16,3-8-4 0,-6 8 3 0,1-4-4 0,0 4 0 15,4 0-1-15,-4-7 1 0,2-4-2 0,-1 5-2 16,1-1-1-16,-3 0 3 0,3 2-2 0,-2-5-2 15,2 2 0-15,0 0-1 0,0-1-2 0,0-1 1 16,0 0 0-16,0 0-3 0,0 1 1 0,0-6 0 16,2 3-1-16,-2 2 0 0,3-7 1 0,-6-1 0 15,3 3 0-15,0-4-1 0,0 2 3 0,0-3-3 16,0-2-1-16,0-5-1 0,3 12-10 0,-3-12-18 16,0 3-12-16,0-3-17 0,0 0-16 0,0 0-13 15,0 0-29-15,0 0-55 0,0 0-45 0,11-12-29 0,-6 4-34 16,-1 0-55-16,4-12-54 0,-3 4-343 15,7-10-788-15,-3-2 349 0</inkml:trace>
  <inkml:trace contextRef="#ctx0" brushRef="#br0" timeOffset="181005.64">23311 10356 29 0,'0'-9'228'0,"0"0"-5"16,0 3-11-16,1-2-15 0,3 5-17 0,-4 3-19 15,-4-10-12-15,4 10-18 0,0 0-14 0,0 0-13 16,0 0-13-16,0 0-5 0,15 17-7 0,-15-7-9 16,5 8-3-16,0 3 2 0,-1 4 11 0,4 6-2 15,-3 7-2-15,1 6 0 0,1-2-5 0,-5 4 4 0,4 3-5 16,-4 0 1-16,6 5-5 0,-4 2-9 0,1 19 6 16,-2 1-5-16,-1-21-7 0,3 19 0 15,3 1-8-15,-2 0 5 0,1-20 5 0,11 26 2 0,-5-7 1 16,-3-19 6-16,4 2 1 0,-3 17 5 0,6-19-6 15,-6 1 4-15,3-1 1 0,-1 1 5 0,2-2-1 16,-7-1-6-16,10 2-5 0,-8-1-1 0,0 0 4 16,3-1 11-16,-1 1-18 0,-2-2-4 0,-2 2 1 15,0-3 0-15,2-2-8 0,-5-2 8 0,4 1-12 16,-6 0 3-16,0 0-5 0,5 0 1 0,-4-3-5 16,-3-3 0-16,4 3-4 0,-3-5-1 0,3 1-2 15,-3-1-1-15,-1 1-5 0,4-11-2 0,-5 9 11 16,2-5-17-16,0-2 2 0,3-2-4 0,-4 11-4 15,-1-9 4-15,5 0 4 0,-1 5-4 0,0-3 3 16,-2 8-4-16,5-1 3 0,-2-7 4 0,-2 5 5 16,4 1 1-16,-2 1 6 0,-4-11 1 0,4 2 0 0,-1-1 1 15,-1-3 0-15,0 2 0 0,5 0-4 0,-4 2-7 16,1-4 6-16,0-1-1 0,-4 2-1 16,-1-4 0-16,7-6-6 0,-7 4 0 0,2-7-3 0,3 3-4 15,-4-8 1-15,4 1 2 0,-3-1 1 0,-2-5-4 16,0 3-5-16,0-1-6 0,2-6-2 0,-2-2-9 15,6 8-7-15,-6-8-40 0,0 0-50 0,0 0-51 16,12-13-41-16,-2-3-63 0,-4-2-70 0,9-6-87 16,0-11-262-16,7-4-736 0,1-2 325 0</inkml:trace>
  <inkml:trace contextRef="#ctx0" brushRef="#br0" timeOffset="181904.85">24973 10395 75 0,'0'-5'265'15,"0"0"-9"-15,0 5-10 0,1-10-20 0,-1 10-25 16,0-7-18-16,0 7-22 0,0 0-20 0,0 0-13 16,0 0-9-16,0 0-16 0,0 24-9 0,0-4-10 15,5 7-7-15,-1 2 2 0,0 18 1 0,3 1-2 16,1 3-2-16,4 1-9 0,-5 4-2 0,6 19-7 15,-7-17 2-15,3 23 2 0,-1 4-4 0,-1-3 0 16,1-4 6-16,5 5 4 0,-3-2 2 0,0-2 10 16,0 2-5-16,2-6 1 0,4-2-3 0,-6 1 1 15,0-18-2-15,2 20-9 0,1-20 11 0,-2 18 17 16,1-16-12-16,1 15-6 0,-3 2 3 0,3-15 1 16,1 11 1-16,-6-16-2 0,7 17-1 0,-7-20-5 15,-1 5-4-15,1 1-8 0,-1 0 0 0,-1-4-6 0,2 3-5 16,-1-5-8-16,-2 1 0 0,-2-1 1 0,6-2-11 15,-6-2 1-15,-1 0-2 0,-1-1-4 0,3-4 2 16,-1-2-5-16,-3-1 2 0,5 2-3 0,-2 1-1 16,2-12-1-16,-3 11-3 0,1-11 0 0,0 9-2 15,2-2 1-15,-3-5-2 0,-2-6-7 0,0 2 4 16,2-2 0-16,-2-2-1 0,5-4 4 0,-5-1-6 16,0 3 2-16,0-1-1 0,0-5-3 0,0 5-1 15,0-2-1-15,0-3 4 0,0 2 3 0,1-1-5 16,-1-2 0-16,2 0 1 0,1-1-4 0,-3-3-1 15,2 3 1-15,0-3-10 0,-2 3-12 0,3-4-21 16,0-4-1-16,-3 3-23 0,0-3-11 0,5-3-20 16,-3 2-4-16,-2-6-22 0,10 3-41 0,-10-3-40 0,15-3-58 15,-5-4-62-15,1-3-320 0,2-6-696 16,2 1 308-16</inkml:trace>
  <inkml:trace contextRef="#ctx0" brushRef="#br0" timeOffset="182754.85">26762 10413 67 0,'0'0'241'0,"5"-3"-15"0,-5 3-17 16,0 0-21-16,0 0-16 0,0 0-25 0,0 0-4 15,0 0-5-15,0 0 2 0,1 18-4 0,-1-5 3 0,-1 7-4 16,-1 1 6-16,-1 6-17 0,1 13-7 0,-3 1-4 15,0 4-4-15,5 8-9 0,-5 2-2 0,5 2-2 16,0 22-6-16,0 9 3 0,2-2 2 0,5 6 4 16,-4 1-4-16,7-1-5 0,-2-2 6 0,0-1-11 15,1 4 8-15,1-4 2 0,8 0-2 0,-3 0 12 16,0-4-7-16,-1 3 0 0,3 2-4 0,-2 0 1 16,-4-2 3-16,1-2-4 0,1-5-4 0,-3 1-4 15,-3 2-9-15,-1-7 1 0,3 0-6 0,-4-1-9 16,-4-19-1-16,4-4-8 0,-3 1 0 0,-2 2-3 15,2-2-9-15,-2-3-1 0,5 2-3 0,-5 1-6 16,-5-6-2-16,10 5-2 0,-5-4-2 0,1-1-4 16,-1-5-3-16,5 1 2 0,-3-4-2 0,-2-9-4 0,6 9-1 15,-4-10 1-15,5-2-3 0,-2 1-3 16,-4-1 2-16,1-1 0 0,6-3-2 0,-3 8 0 16,5-13-1-16,-6 1-2 0,-3-2 2 0,4-2-5 0,2-1-9 15,-4 0 0-15,2 1-12 0,-2-5-4 0,2-2-10 16,-1 2-10-16,-1-4-24 0,-1 0-24 0,-2 2-17 15,8-5-14-15,-8 0-17 0,0-4-5 0,0 8-40 16,0-8-56-16,0 0-59 0,0 0-58 0,0 0-304 16,-10-25-713-16,3 11 317 0</inkml:trace>
  <inkml:trace contextRef="#ctx0" brushRef="#br0" timeOffset="184571.85">21414 10607 155 0,'0'0'269'0,"0"-8"-14"0,0 8-10 16,0 0-14-16,0-6-20 0,0 6-18 0,0 0-21 16,0 0-16-16,0 0-21 0,0 0-8 0,0 0-18 15,0 0-11-15,0 0-8 0,0 0-7 0,-15 15-9 16,15-5-5-16,-10-1-5 0,10 3-2 0,-6 1-5 16,-3 1-7-16,3 1-4 0,-1 0-8 0,0 2 1 15,-1-2-5-15,0 3-5 0,-5-3-3 0,6 5-1 16,-5-5-1-16,6 1-3 0,-6 2-3 0,4-1-1 15,1 1-1-15,-3-4-3 0,4 4 2 0,-2-4-6 16,1-1 1-16,0-4 0 0,4 2-1 0,-2-2-4 16,3 0 0-16,-1-3 2 0,0 0 0 0,3-6-1 15,-5 9 1-15,5-3-1 0,0-6 1 0,0 0 0 16,0 0 1-16,0 0-6 0,13-15 3 0,-8 8 1 16,2-4-1-16,3 0-3 0,-2-2 4 0,0-2-1 15,4-5 5-15,3-3-1 0,-2 0 3 0,-5 0 6 16,4-1-4-16,1-3 0 0,0 4 11 0,-5-4 7 0,1 1-8 15,-3 9 1-15,3-2 4 0,-3-1 2 0,1 5-1 16,-4 0 8-16,2 3 6 0,-5 0 0 0,2 4-2 16,3-2-6-16,-2 6-3 0,0-4-4 0,-3 4-6 15,2-2-1-15,-2 6-8 0,7-6-3 0,-7 6-1 16,0 0 4-16,0 0-3 0,0 0-6 0,16 12 3 16,-9-6 1-16,-1 3-1 0,3-1-5 0,2 5 0 15,-1-1 2-15,2 1-8 0,-2 1 6 0,3-1 3 16,-3 3-2-16,3 0-3 0,4 3 2 0,-6-2 3 15,4-3-3-15,-2 5-3 0,2-7 1 0,3 7 13 16,-3 0-15-16,0-4 4 0,-3-2-3 0,3 1-9 16,0-1 14-16,-4-4-4 0,2 3-1 0,-4-5 1 15,-3 4 0-15,3-7-3 0,-3 4 0 0,1-4 4 16,-4 1-1-16,1-2 3 0,-3 2-3 0,-1-5 1 16,0 0 6-16,5 7-5 0,-5-7 4 0,0 0 9 15,0 0-2-15,-10 7 3 0,10-7 2 0,-11 2-2 16,1-1 0-16,0 4-5 0,-5-1 0 0,-2-2 0 0,-4 4-1 15,-4 3 0-15,-2 0-1 0,-1-2-2 0,2 4 2 16,-7-5-3-16,1 1 19 0,-2 5-16 16,2-2-9-16,-1 3 8 0,2-4-1 0,1-2-1 0,0 7 0 15,5-8 4-15,5 4-2 0,4-3-5 0,-4-2-1 16,10-2-4-16,0 2-10 0,0-3-13 0,10-2-12 16,-13 0-18-16,13 0-11 0,0 0-46 0,0 0-56 15,0 0-61-15,0 0-68 0,18-14-279 0,-8 8-620 16,10-1 274-16</inkml:trace>
  <inkml:trace contextRef="#ctx0" brushRef="#br0" timeOffset="186088.72">27742 11362 78 0,'0'0'180'0,"-7"-5"-8"0,7 5 0 16,-5-10-8-16,0 8-5 0,5 2-8 0,-5-5-4 16,5 5-4-16,-6-8-5 0,-1 7-15 15,7 1-8-15,-8-3-9 0,8 3-11 0,-14-1-7 0,14 1-6 16,-15-4-9-16,15 4-6 0,-9 0-4 0,-1 4-6 15,0-3 0-15,-2 2-4 0,1-2-2 0,1 4-2 16,-5 1-3-16,3-3-1 0,1 3-2 0,-3 1 3 16,-4 1 0-16,8-2-2 0,-5 2-3 0,0 2-3 15,2-2 1-15,3-1-3 0,-1 3 1 0,1-2 0 16,-4 1 1-16,4-2-1 0,6 1-2 0,-10-1-2 16,6 4-2-16,0-2-2 0,-1-2 2 0,3 4-4 15,-7 1 1-15,6-1-3 0,-1-1 1 0,1-1 0 16,5 3 0-16,-4-3-2 0,-1 2-1 0,6-1 0 15,-6-1-2-15,0 3-1 0,7 3 1 0,-5-3 3 16,2 0-4-16,3-1-1 0,-7 2 1 0,7-1 5 16,-1 3-8-16,-3 0-1 0,1 0 6 0,3-4-1 0,0 2-1 15,0-2 5-15,0 2-3 0,0 1-3 16,0-3 0-16,0 1 0 0,3 0-2 0,1 2 0 16,-4-4 0-16,1 3 2 0,-1-3 2 0,4-1 0 0,-1 0 5 15,0 2 12-15,2-4-11 0,2 3 15 0,-5 1-18 16,4-3 3-16,2-1 4 0,4 2 3 0,-5-2 4 15,1 1 8-15,2 0-3 0,-4-5-1 0,8 2 0 16,-6 6 7-16,5-10-5 0,0 2-2 0,-3 4 3 16,7-3-5-16,-4-1-7 0,5 2 6 0,-1-1-4 15,1-4 5-15,2 3-4 0,-3-3-14 0,1 0 9 16,-3 0 2-16,3 0-6 0,-3 0 0 0,3-2 0 16,-6 2-4-16,2-1 3 0,0-2-4 0,1 3 3 15,0-1 5-15,-9-4 2 0,7 3 3 0,-3 1-1 0,2-3 2 16,-4 4 8-16,0-3-3 0,1-1 5 15,-9 4-1-15,20-1 4 0,-10-1 0 0,-4 1 0 16,4-5 2-16,-3 3 0 0,-1 0 1 0,-6 3-1 0,14-6 4 16,-6 5 2-16,-2-6-4 0,3 0 6 0,-1 1 3 15,-1 0-5-15,1 0-2 0,2 0-1 0,-5-2 0 16,5 1-1-16,-2 1-3 0,2-3 1 0,-3 2-8 16,1-6-1-16,0 4-1 0,-1-1 2 0,-1-3-9 15,3 4 6-15,-3-5-13 0,1-1 1 0,1 5-5 16,-1-4 2-16,-1 3-1 0,1-2 4 0,-5 1 0 15,4-2 4-15,-4 2-9 0,5-3 4 0,-1 7-2 16,-6-8-1-16,2 0-3 0,3 1 2 0,-5 3-4 16,1-2 0-16,-1 0-4 0,0 1 4 0,-6 0-3 15,6-2-5-15,-2 3-4 0,-6 0-6 0,-4-4-2 16,4 1-11-16,-7-2-10 0,-6-1-14 0,-1 3-15 16,-4-4-21-16,-4 5-29 0,-10-10-36 0,2 4-42 0,2-3-60 15,-9 2-46-15,-6-1-39 0,1 2-42 0,4 1-68 16,-1-1-393-16,3-5-893 0,7 4 395 0</inkml:trace>
  <inkml:trace contextRef="#ctx0" brushRef="#br0" timeOffset="186921.85">20300 10696 25 0,'-3'-4'364'0,"6"-2"-7"0,-3 6 0 0,2-7-2 15,-2 7-21-15,0-10-8 0,0 10-26 0,0-4-27 16,0 4-25-16,0 0-23 0,-2-8-30 0,2 8-23 15,0 0-18-15,0 0-24 0,0 0-9 0,0 0-11 16,0 0-7-16,2 23-17 0,3-14-2 0,-5 8-12 16,5-3-5-16,-2 1-11 0,0 5-20 0,6 2 1 15,-6-2-43-15,5 6-28 0,2-2-28 0,-3 1-29 16,-2 2-40-16,1-2-44 0,1 4-48 0,1-7-82 16,-1-2-289-16,1 1-643 0,-1-4 285 0</inkml:trace>
  <inkml:trace contextRef="#ctx0" brushRef="#br0" timeOffset="187588.14">20338 11673 257 0,'-5'-2'374'16,"5"2"-9"-16,-3-6-15 0,3 6-21 0,-7-7-23 15,7 7-12-15,-1-6-30 0,1 6-23 0,0 0-29 0,0-8-21 16,0 8-19-16,0 0-18 0,0 0-17 0,0 0-16 16,0 0-9-16,0 0-10 0,23 12-15 0,-17-8-16 15,1 0 2-15,0 3-8 0,1-2-9 0,-6 6-4 16,4-4-5-16,1 1 0 0,-1 2-18 0,-4-1 3 16,5 3-8-16,-7 1 2 0,0-3-1 0,0 0-2 15,0 0-6-15,0 4 3 0,-7-2-1 0,5-3-6 16,-4 0-2-16,-1 1 13 0,6-1 1 0,-6-1 20 15,0-1 14-15,6 3 8 0,-6-5 8 0,0 0 3 0,4 1-1 16,0-2 1-16,-4 1 3 0,7-5-3 0,0 0-1 16,0 9-4-16,0-9-5 0,-5 6-1 15,5-6-17-15,0 0-1 0,0 0-7 0,15 4-9 0,-5-4-13 16,5-1-15-16,8 1-10 0,4 1-34 0,4 2-27 16,4-1-31-16,16 0-46 0,0 3-31 0,4 0-44 15,-7 2-52-15,0 1-65 0,8-5-84 0,-8 1-269 16,-1 1-744-16,-14-2 329 0</inkml:trace>
  <inkml:trace contextRef="#ctx0" brushRef="#br0" timeOffset="188371.32">20315 13019 220 0,'0'0'351'0,"0"0"-24"0,0 0-18 0,0 0-16 16,3-9-15-16,-3 9-31 0,0 0-20 0,0 0-19 0,12-5-16 16,-4 3-29-16,-8 2-11 0,7-4-17 0,-7 4-13 15,20-3-10-15,-12 3-14 0,-8 0-24 0,15 0-1 16,-7 3 3-16,-8-3-18 0,15 1-4 15,-3 4-9-15,-9-5-5 0,5 6-1 0,-3-2-4 0,0 3-3 16,-2 0-5-16,-3 1-4 0,5-1 0 0,-5 3-8 16,0-2 1-16,-5-4 0 0,5 11-1 0,-1-7-3 15,-6 3-1-15,7-1-2 0,-5-1 0 0,2-1-6 16,-2 2 4-16,2-3 0 0,-1 1 1 0,-4-1 7 16,6 0-13-16,-3 0 0 0,4-1 2 0,1 1-4 15,0 0 3-15,0-7 3 0,0 13-3 0,1-7 2 16,4-3 0-16,-3 7-3 0,6-3 1 0,-3 0-1 15,2-1-3-15,1 3 3 0,0-3-2 0,-1 0 7 16,1 3-2-16,-1-6-5 0,1 5 0 0,-1-4 1 0,-2 3 12 16,-2 1-15-16,4-4 1 0,-6 3 4 15,3-2-6-15,-3 0 2 0,1 2 1 0,-2 1 1 16,0-8 5-16,-3 12-5 0,-1-5 2 0,3 0 8 16,-6-2-7-16,0 3 3 0,4-2-1 0,-10 2-2 0,3 0-1 15,-2 0-1-15,4-4 2 0,-7 7-1 0,2-8-1 16,-2 6-19-16,5-6-17 0,-3 2-26 15,0-2-27-15,1-2-24 0,2 3-42 0,-6-4-63 0,16 0-43 16,-22-4-301-16,7 0-605 0,4-1 267 0</inkml:trace>
  <inkml:trace contextRef="#ctx0" brushRef="#br0" timeOffset="188987.8">21548 9768 1 0,'0'-5'392'0,"-3"1"-11"0,3 4 22 16,0 0-29-16,-2-11-22 0,2 11-26 0,-5-7-26 15,5 7-37-15,-1-6-26 0,1 6-23 0,0 0-24 16,0 0-22-16,0 0-16 0,-4 18-18 0,4-9-10 16,0 3-12-16,0 3-12 0,0 3-8 0,0 7-4 15,2 3-14-15,0-3-4 0,-1 2-7 0,4 0-8 16,0 3-10-16,0 0-35 0,7-3-34 0,-1-4-27 0,1 5-29 15,1 1-42-15,10 3-49 0,-1-8-65 0,1 0-86 16,0 2-297-16,5-11-672 0,-5 0 298 16</inkml:trace>
  <inkml:trace contextRef="#ctx0" brushRef="#br0" timeOffset="189421.84">22559 9968 95 0,'5'-7'358'16,"-5"7"-10"-16,4-7-23 0,-1 1-11 0,-3 6-20 0,3-3-11 15,-3 3-22-15,0-8-23 0,0 8-23 0,0 0-34 16,7-4-10-16,-7 4-22 0,0 0-14 0,0 0-14 16,23 9-14-16,-15-6-15 0,1 0-10 0,-3 5-5 15,3 2-8-15,-5-4-6 0,3 2-14 0,-2 3 0 16,0-2-15-16,0-1 1 0,-3 6-1 0,-2-6-5 16,0 4 2-16,-2 0-2 0,-3 0-3 0,0 2-3 15,0-5-1-15,-2 0-1 0,3 1 8 0,-5 1 3 16,6-3 3-16,-4-1 13 0,2-1 1 0,4 0 0 15,-4-2 4-15,5-4 0 0,-2 8 0 0,2-8 3 16,-3 4-2-16,3-4-4 0,0 0-6 0,0 0-6 16,25-1-13-16,-9-1-11 0,12-3-22 0,7-2-34 15,8 0-40-15,-2-1-45 0,9-1-47 0,0 2-68 0,3-5-85 16,-5 0-347-16,1 0-729 0,3-2 322 16</inkml:trace>
  <inkml:trace contextRef="#ctx0" brushRef="#br0" timeOffset="190171.8">23836 9804 112 0,'-10'-3'348'0,"5"-1"-5"0,5 4-14 0,0 0-11 0,-2-8-21 15,2 8-26-15,0 0-20 0,2-11-23 0,3 8-25 16,3-1-23-16,0 0-18 0,-1 0-9 0,6 3-19 15,-1-1-8-15,4-2-15 0,-6 4-18 0,5-1-2 16,-2 1-6-16,0 0-17 0,1 1-6 0,-4 2-2 16,-2-2-10-16,7 2-5 0,-4 2-5 0,-1 1-4 15,-1-2-9-15,-1 5 0 0,0-1-4 0,-1-2 1 16,-1-3-8-16,-1 7 5 0,-1-2-8 0,1-1-6 0,-4 1 0 16,4-1 4-16,-5 1-3 0,0 0-1 15,0-1 4-15,0 1-11 0,2-3 0 0,-2-5-7 16,-2 13 5-16,2-11-7 0,0-2 4 0,-6 11 4 0,6-11-2 15,-5 6 0-15,3-3 3 0,2-3-11 0,0 0 8 16,-2 7 2-16,2-7-1 0,0 0-3 0,-1 8 6 16,1-8-7-16,0 0 5 0,1 7 0 0,6-2 4 15,-7-5 0-15,12 4 0 0,-1-1-5 0,2 2 6 16,2-2-3-16,5 8-2 0,0-6 6 0,2 2-5 16,-6-3-5-16,7 7 6 0,-8-4 1 0,3-2-2 15,-3 2-2-15,-2 1 1 0,-3-3-5 0,-1 2 6 16,-3-3-3-16,1 0-1 0,-2-1 0 0,-2 5 4 15,-3-4 12-15,0-4-14 0,-5 8 6 0,-5-4-10 16,4 0 6-16,-6 0 1 0,-6-1-1 0,1-3-1 16,-1 1 1-16,0 1-14 0,-4-1-17 0,1 3-28 15,-1-4-25-15,4 0-29 0,-3 0-47 0,-1 0-49 0,7 0-58 16,-5 0-67-16,4-5-178 0,-1 5-555 16,6 0 246-16</inkml:trace>
  <inkml:trace contextRef="#ctx0" brushRef="#br0" timeOffset="190787.65">25630 9759 25 0,'-2'-4'313'0,"2"4"-10"0,0 0-16 0,-3-7-17 0,3 7-21 16,0 0-23-16,0-7-27 0,0 7-24 0,0 0-17 16,0 0-14-16,0 0-14 0,0 0-2 0,0 0-23 15,-10 19-7-15,10-12-8 0,0 4-3 0,0 0-3 16,-2 2-10-16,4-1-2 0,-2-2-6 0,1 5-6 16,-1 2-5-16,5-6-6 0,-1 1 1 0,-1 3-5 15,4-2-4-15,-4 2-7 0,2-4-1 0,-3 1 0 0,6-3-4 16,-3 3-5-16,1-5 1 0,3 0 1 15,-3 0-2-15,4 1-7 0,2-4-1 0,-1-3-2 16,4 1-1-16,0-1-2 0,3-1 2 0,1-4-1 0,-4 4 2 16,3-6-5-16,0 0-3 0,3-1-2 0,-6 2 1 15,2-4 3-15,1-3-5 0,-3 4 4 0,-5-4-5 16,3 3 2-16,-5-2 7 0,4 3 18 0,-4 2 19 16,-1-1 34-16,-5-1-17 0,3 3 18 0,-4 1-5 15,-1 4-12-15,7-9-4 0,-7 6-8 0,0 3-16 16,0 0-11-16,0 0 6 0,0 0-2 0,0 0-10 15,0 0 3-15,0 0-4 0,-5 21-6 0,5-12 6 16,-2 3-15-16,2 3-10 0,0-3-14 0,2 3-15 16,5 3-8-16,-1-3-15 0,2 4-28 0,1 1-28 15,4-5-33-15,-1 3-45 0,-1-2-64 0,7-2-85 16,-3 1-243-16,0-3-630 0,2-4 279 0</inkml:trace>
  <inkml:trace contextRef="#ctx0" brushRef="#br0" timeOffset="191287.67">27250 9774 284 0,'-12'0'298'0,"-1"1"-24"0,3-2-18 15,-3 4-17-15,13-3-19 0,-18 5-19 0,10-1-20 0,-1-3-14 16,4 6-10-16,2-4-5 0,-2 4 6 0,7 3-3 16,1-2 9-16,0 1-1 0,7 1 2 0,2 2-12 15,4 1-7-15,-1 0-11 0,8 3-4 0,-3 1-17 16,8-2-14-16,-6 3-5 0,1-3-8 0,4 0-9 16,-12 1-8-16,1-5-11 0,-1-3-4 0,0 4-10 15,-4 0-6-15,-1-2 1 0,-1-1 9 0,-1-1-16 16,-3-3-6-16,-3 3-4 0,-2-1 0 0,-2 1-4 15,0-1 2-15,-4-2-2 0,-3 2-2 0,-4-4 2 16,-3 4-7-16,-3-2-7 0,1-1-8 0,0 0-33 0,-7-3-27 16,-3 2-28-16,0 2-18 0,1-5-22 15,9 3-21-15,-2-3-34 0,-5-3-37 0,9 6-42 16,-2-6-44-16,3 1-238 0,-2-1-592 0,4 0 261 0</inkml:trace>
  <inkml:trace contextRef="#ctx0" brushRef="#br0" timeOffset="191488.72">27200 9817 232 0,'0'0'419'0,"0"-12"-2"16,2 9-20-16,-2 3-30 0,0 0-26 0,8-12-32 0,-1 9-31 15,1 2-33-15,2-7-21 0,5 4-15 16,7-2-32-16,6 1-18 0,-3 2-22 0,11 2-49 15,-3-2-55-15,8 3-70 0,6 3-74 0,-14-3-101 0,15 3-114 16,-15-2-232-16,5-1-604 0,-10 4 267 0</inkml:trace>
  <inkml:trace contextRef="#ctx0" brushRef="#br0" timeOffset="199870.84">23751 14704 25 0,'-5'-10'377'0,"5"1"-5"0,0-3-3 0,-6 4-3 16,6 1-23-16,-2-1-30 0,2 3-34 0,0 5-24 16,-3-8-32-16,3 8-25 0,0 0-18 0,0 0-13 15,0 0-19-15,0 0-19 0,1 23-6 0,3-7-12 16,2 2-8-16,-3 2-10 0,2-3-8 0,2 10-5 16,0-1-7-16,3 1-8 0,-5-1-8 0,4 1-7 15,-4-2 2-15,4-1-12 0,-3-5 4 0,1 0-12 16,0-4 5-16,-6 0-9 0,6 0-1 0,-7-3-3 0,2-4 3 15,4 0-5-15,-6 0-1 0,0 0 2 0,7 0 0 16,-7-6 15-16,0-2 11 0,0 0 4 0,0 0-14 16,0 0-1-16,0 0-4 0,8-14-5 0,-3 3-3 15,-3 1-1-15,-2-7-1 0,6 1-12 0,1-7 7 16,0 6-3-16,1-2 0 0,0-6-7 0,-1 5 3 16,-2 1 3-16,-2-2-3 0,4 7-1 0,1-2 0 15,0 0-2-15,-3 7-3 0,0-1 0 0,0 2-2 16,0 0 0-16,0 2-3 0,-2 0-2 0,4 3-2 15,-7 3-2-15,8-1-1 0,-8 1 3 0,15 7-5 16,-8 1 2-16,1 5 2 0,-1-4 1 0,1-2-6 16,0 11 9-16,2-2-3 0,0 2 3 0,-3-2-3 0,3-3-1 15,-4 7-2-15,2-5-4 0,2 1 2 0,-5-2-3 16,2-2 2-16,1-4-1 0,-8-1 1 16,5-3 7-16,0 1 4 0,0-2 0 0,-5-3 3 0,7 0-2 15,-7 0 4-15,13-8 6 0,-6 0 3 0,1-6 0 16,0 1 6-16,5-2 5 0,-4-4 6 0,-3 0 10 15,9-4 9-15,0 3-2 0,-7 0 9 0,4 5 1 16,-2 0 1-16,-3-1-1 0,4 2 3 0,-8 2-14 16,9 2-4-16,-9 2-2 0,7 1-9 0,-6 0-6 15,-1 4-4-15,2-1-5 0,3 3-12 0,0-3-10 16,-8 4-6-16,20 7-8 0,-13-2-14 0,6 3-10 16,-3 4-17-16,0 3-20 0,2 0-24 0,1 4-9 15,3 1-18-15,-6 1-17 0,4-1-10 0,-6-3-5 0,5 3-11 16,-5 2-15-16,1-5-10 0,4-2-19 15,-5 0-20-15,-1-3-25 0,1-1-28 0,7-7-28 16,-15 4-13-16,11-5-167 0,-7-3-536 0,-4 0 238 0</inkml:trace>
  <inkml:trace contextRef="#ctx0" brushRef="#br0" timeOffset="201103.72">24678 14790 33 0,'2'-6'218'0,"-2"-2"12"15,-2 1 1-15,4-1-9 0,-2 3-11 0,0 5-22 16,-2-8-20-16,2 8-18 0,0 0-12 0,0 0-9 15,0 0-9-15,0 0-7 0,-13 21-6 0,11-12-14 16,0 5-5-16,-1 2-4 0,1-9-11 0,2 10-6 16,0-7-8-16,5 2-2 0,-3 3-5 0,5 1-8 15,-4-8-1-15,4 3-2 0,1-2-5 0,3-2 0 16,1 4-3-16,8-3-6 0,-5-4-2 0,6-1-1 16,1-2-3-16,-4-1-2 0,2-4 2 0,-5 1-5 0,6-3-1 15,-4-1-1-15,-2-1-4 0,0-4-2 0,3-3-1 16,-8 1 0-16,-2 0 3 0,-1-8-7 15,-1 7 4-15,-6-4 0 0,0-1 1 0,0 5-2 0,-1-2 3 16,-4 2 6-16,-2 4-1 0,-1-1 1 0,-7-3-3 16,0 6-2-16,0 2 0 0,0 0-3 0,-6 3-2 15,3 1 8-15,1 2-11 0,-3-3-1 0,7 8 2 16,-2-1-5-16,2 1 1 0,3 0-3 0,0 1-4 16,5 6-2-16,2-3-3 0,3 0 2 0,3 4-5 15,5-3 1-15,7 3-9 0,10 1-13 0,5 2-7 16,13-3-13-16,1 2-11 0,-1-8-20 0,7 3-18 15,-2 5-17-15,5-10-7 0,-5-1-8 0,-3 1 4 16,6-4-8-16,-18 0 5 0,15-3 11 0,-16 1 16 0,-4 0 5 16,0-4 5-16,-8-3 29 0,0 1 29 15,-7 4 27-15,2-1 22 0,-10-5 23 0,5 2 23 16,-10 1 11-16,0-2 11 0,0-2 14 0,-7 4 9 0,-1-2 14 16,-1 1 9-16,-4 1 5 0,-2-5-1 0,-1 4 6 15,-4 4-1-15,2 1-1 0,-4-2-8 0,1 5-7 16,-9-3-6-16,8 6-12 0,-6 1-2 0,0 1-3 15,5 6-20-15,-4 1 3 0,9-3-14 0,-5 6-2 16,0 6-7-16,3-9-6 0,3 7-2 0,4-3-4 16,0 4 17-16,3 3-28 0,3-7 4 0,1 2-6 15,6-1-3-15,0 1-6 0,5-3 2 0,3 0 0 16,-1 2 2-16,3-7-11 0,5 0 8 0,3 1-7 16,0-5-5-16,2 0 1 0,1-4 0 0,4-1-3 15,-2-2 6-15,5-6-11 0,2 0-1 0,-3-5 17 16,-2-3-23-16,3-1-3 0,0-4-7 0,2-9 2 15,-7 5-4-15,-3-3-2 0,1-4-4 0,-4 4 0 0,1-12 4 16,-5 11 3-16,-1-1-2 0,-7 0 3 0,0-1-1 16,-5 3 14-16,1 0 8 0,-2 7 18 15,1 3 14-15,-5-2-1 0,5 1 4 0,-9 2 0 0,3 3-1 16,4 4 3-16,-4 0-6 0,2 0-4 0,-1 4-10 16,4 3-1-16,1 2-12 0,0 0 2 0,0 0 4 15,-20 10-4-15,11-3-14 0,6 3 9 0,0 6 1 16,-4-3 1-16,7 7-10 0,-3 2 14 0,3-3-16 15,0 8 3-15,2 4 0 0,-1-7 11 0,4-2-13 16,2 2-2-16,-4-4-4 0,4-1 5 0,-2 0-4 16,1 0-2-16,4-4-4 0,-1-2 1 0,-3 4 3 15,2-8-8-15,1-3 9 0,-3 3 0 0,4-4-9 16,2-4 9-16,-4-1 4 0,5 0-2 0,-4-6 2 16,4 3 13-16,0-9-15 0,-5 9 0 0,6-12 4 15,-11 6-4-15,4 1 5 0,6-2 13 0,-12 0 0 16,4 0 18-16,-3 0 7 0,5-2 14 0,-7 3 4 0,1 3-1 15,4-1 2-15,-5 0 13 0,2 3-22 0,-2 4-6 16,0-11 5-16,0 11-17 0,8-5-9 0,-8 5-7 16,0 0 5-16,0 0-2 0,0 0-6 0,12 13-2 15,-6-6-8-15,-1 0 7 0,4 3-3 0,-3-1-4 16,4-1-5-16,0 4-1 0,3-4-8 0,4 1-17 16,0-1-13-16,1 2-13 0,3-3-20 0,-3 0-12 15,4-4-10-15,6 6-10 0,-8-9-17 0,5 0-8 16,3 0-5-16,-7-5-9 0,1-2-9 0,0 0-2 15,4-4 1-15,0-7 2 0,-1 0-4 0,5 0-5 16,-3-6-1-16,4-5 6 0,0-2-9 0,3 1 4 16,-18 1 5-16,12-5 5 0,-10 7 31 0,-6-3 28 0,1 5 46 15,-4-1 38-15,-8 1 53 0,4 6 46 0,-5 1 29 16,2-1 22-16,-4 6 11 0,-3-3 10 16,5 5 7-16,0 0 3 0,0 5-2 0,-1-4-5 0,1 3-24 15,-5 3-11-15,5 4-13 0,-9-5-18 0,9 5-1 16,0 0-9-16,-15 20-10 0,10-11-10 0,-4 6 0 15,4 2-6-15,-5 10-8 0,8-2 1 0,-3 2-6 16,5 4 3-16,5 8-9 0,-3 5 1 0,4 1-4 16,3 0 3-16,0 3-7 0,-4 0 5 0,4-3-8 15,-3 5-1-15,3-7 0 0,-3 2 10 0,1-2-20 16,1 3-1-16,-5-6-3 0,1-1-3 0,-4-6-7 16,0-5-12-16,0-4-14 0,0-2-19 0,0-6-16 15,-4 0-19-15,-1-4-21 0,-1-1-22 0,-2-4-29 16,3-2-20-16,-4-3-16 0,9-2-19 0,0 0-24 15,-20-14-32-15,17 3-214 0,-5-1-511 0,5-5 227 16</inkml:trace>
  <inkml:trace contextRef="#ctx0" brushRef="#br0" timeOffset="201970.48">26371 14730 24 0,'2'-16'231'0,"-2"4"-2"0,8-2 7 0,-8 5-6 0,5-2-11 15,-3 3-16-15,6-2-11 0,0-3-16 0,1 2-14 16,-4 7-11-16,3 0-12 0,0-3-15 0,2 3-12 15,0 3-9-15,-2-3-13 0,-8 4-11 0,20 0-8 16,-8 5-7-16,3 1-5 0,-10 0-5 0,9 1-10 16,0 5-2-16,-4 0-4 0,3-1-3 0,-5 3-4 15,9 6-2-15,-6-1-4 0,1-4-5 0,-1 1 2 16,3 4-4-16,-6-4-1 0,0 2-3 0,7-5-1 16,-8 4-1-16,4-4-1 0,-2-1-1 0,-1-2-3 15,0-5 4-15,-1 4 1 0,1-6-4 0,-1 2 0 16,1-2-1-16,4-2-2 0,-12-1 3 0,18-1-5 15,-7-3 2-15,-2-4-1 0,4-3 1 0,-3 4-2 16,1-6-2-16,-1 2 1 0,0-7 1 0,0 4-2 16,-2-5 1-16,-1 3 0 0,-4-3 4 0,4 0 11 0,-2 4 7 15,-2 0 10-15,-3 0 12 0,5 2 13 0,-5-3 2 16,0 6 4-16,0 1-2 0,0-2-3 16,0 3 0-16,0 1 4 0,0 7-13 0,-5-13-4 0,5 10-10 15,0 3 5-15,0 0-17 0,0 0 2 0,0 0-11 16,0 0 0-16,0 0-8 0,-3 18 3 0,6-7-10 15,2 2-4-15,2 0 2 0,3 4-1 0,6-4-4 16,4 10-2-16,3 0-9 0,1-3-10 0,15 3-12 16,-9-4-9-16,10 1-20 0,1-4-15 0,2-5-7 15,-1-4-5-15,9 4-3 0,-11-5 4 0,8-3 2 16,0 0 1-16,-2-4 4 0,-1 2 5 0,1-4 3 16,-13-5 9-16,0 0 5 0,2-1 6 0,-5-4 8 15,4 0 5-15,-2 1 6 0,-2-6 4 0,0-2 6 0,-7 4 12 16,3 0 17-16,-6-1 19 0,-5 4 25 0,0-3 20 15,0 0 12-15,-5 2 8 0,-2 2 6 16,-1 4 3-16,-1-3-8 0,-4 0-6 0,-2-2-8 0,-2 7-6 16,-4-2-4-16,-1-1-15 0,-3 5-3 0,0 1-2 15,-5 0-1-15,-1 3-7 0,-8 0-8 16,3 3 1-16,-2 0-1 0,-5 10-1 0,-2 0 0 0,0 0-1 16,2 2-1-16,-2-2-5 0,-6 13 5 0,13-5-7 15,1-2 0-15,0 6-3 0,8-5-3 0,2 3 4 16,2-5-2-16,5 0-3 0,2 3-2 0,1-8 7 15,7 9-1-15,0-8-3 0,2 1-7 0,8-3-2 16,-4 0-2-16,7-4-11 0,4-5-4 0,1 0-6 16,-3-3-7-16,3 0-7 0,-1-6-3 0,-1 0 1 15,6-8 0-15,-3 1-1 0,0-6-1 0,-1-1 5 16,2-2-2-16,-1-13 2 0,0 0 2 0,-8 8 3 16,-1-12 1-16,-5 4 4 0,0-6 3 0,3-1 0 0,-5 3 9 15,-3 2 9-15,-1 5 12 0,-1 3 34 0,0 1 28 16,-3 1 18-16,0 0 32 0,0 9-6 0,-3 0 24 15,0 1 11-15,-1 8 6 0,1-4-9 0,1 6-14 16,-1-1-12-16,0 2-16 0,-4 2-14 0,7 4-9 16,-11 0-6-16,11 0-9 0,-12 11-8 0,7-2-2 15,-5 8-9-15,5-2-4 0,0 5 0 0,-1 7-6 16,4-2-1-16,-1 1-2 0,6 1-2 0,-3 2-7 16,3 3-11-16,7-2-9 0,-10 1-8 0,7-4-29 15,3-1-19-15,0-3-29 0,1 2-38 0,1-4-32 16,-4-5-42-16,5 1-59 0,-4-10-79 0,-3 1-381 15,7-4-771-15,-4-4 341 0</inkml:trace>
  <inkml:trace contextRef="#ctx0" brushRef="#br0" timeOffset="202120.28">27426 14028 13 0,'-9'0'87'0,"9"0"-55"16,-8 5-54-16,8-5-25 0,0 0 11 0</inkml:trace>
  <inkml:trace contextRef="#ctx0" brushRef="#br0" timeOffset="202470.26">28801 14230 266 0,'7'-16'339'0,"-4"2"-7"15,2 1-15-15,-2 4-9 0,0-1 15 0,-1 0-13 16,0 5-30-16,1-2-30 0,-3 7-31 15,0-5-27-15,0 5-17 0,0 0-20 0,0 0-19 0,-10 25-11 16,9-11-13-16,-6 2-10 0,4 7-11 0,-2 0-6 16,-2 4-13-16,4 2-4 0,-2 1-6 0,-2 0-9 15,5 3-5-15,-3-4-6 0,5 3 3 0,0-2-5 16,0-1-6-16,0-4-10 0,4 2-5 0,-3-7-25 16,6-5-22-16,0 5-22 0,-4-4-15 0,4 0-30 15,-2-1-30-15,1-5-44 0,-1-2-46 0,5-3-52 16,0-2-48-16,-3-3-234 0,-7 0-593 0,16-6 262 15</inkml:trace>
  <inkml:trace contextRef="#ctx0" brushRef="#br0" timeOffset="202736.84">28875 14127 160 0,'-8'-17'305'0,"-3"-2"9"15,2 5 1-15,1-2-4 0,3 4 1 0,2 0 0 16,-2 1-17-16,3 1-18 0,-3 3-27 0,5-1-30 15,3 2-16-15,-3 6-30 0,12-8-13 0,-2 7-26 16,2 1-8-16,7-3-7 0,1 7-15 0,3 1-7 16,2 4-11-16,5 1-14 0,-3 5-8 0,-4-4-5 15,-7 3-6-15,6-1 8 0,-7 3-25 0,5 4-2 16,-4 2-4-16,-8-5-2 0,1 2-15 0,-4 7-15 16,0-8-8-16,-5 2-6 0,-5 4-14 0,0-4-13 15,-7 5-5-15,-3-4-8 0,-5 2-18 0,-1 0-12 16,-16 4-26-16,4-3-17 0,-3 0-27 0,6-6-26 15,4-2-24-15,-3 3-39 0,6-7-29 0,7 1-243 0,1-3-557 16,0 1 248-16</inkml:trace>
  <inkml:trace contextRef="#ctx0" brushRef="#br0" timeOffset="203303.71">29147 14538 50 0,'0'0'268'0,"0"0"-11"0,0 0-14 16,7-2-16-16,-7 2-10 0,0 0-23 0,0 0-15 16,0 0-10-16,0 0-11 0,0 0-2 0,14 8-13 15,-10-4-13-15,2 1-15 0,3 4-9 0,2-3-8 16,-1-2-10-16,-2 7-12 0,6-2-5 0,-1-3-5 16,0 7-5-16,-3-2-12 0,-2-2-1 0,-1 0-9 15,1 0-4-15,-4 0-3 0,-1-2 1 0,2 1-7 16,-5-1-5-16,-3 1 0 0,1-2-5 0,-5 0-1 15,1-2 1-15,1-1-3 0,-7 4-1 0,5-3 1 0,-1-4-2 16,0 1-2-16,8-1 3 0,-13 2 7 0,13-2 6 16,0 0 10-16,0 0 11 0,-17-3 0 15,17 3-3-15,-2-6-1 0,2 6-2 0,0-9-3 0,0 9-3 16,5-11 0-16,4 6-6 0,-3-2-3 0,6 2-2 16,-2 2-7-16,3-2 4 0,2-1 0 0,0 1-6 15,0 5-2-15,0-4-3 0,-4 4 1 0,7 0 1 16,-3 0-1-16,0 1-8 0,-6 2-7 0,4 1 7 15,-3 0 1-15,1-1-3 0,-2-2 6 0,4 6 7 16,-12-3-13-16,6 2 2 0,5 1-1 0,-9 1-4 16,5-4 0-16,-1 4-2 0,-1-1 4 0,3 0-2 15,-3-3 4-15,3 0 2 0,2 4-2 0,-2-4 1 16,4-2 9-16,-2-1-9 0,1 1-1 0,4-4 1 0,1 1 1 16,3-2 3-16,-4-1-7 0,3-3 13 15,-1 0-7-15,0 1-4 0,0-3-1 0,-3-1 1 16,0-1 4-16,-2 0 5 0,-4 3 5 0,-3-3 13 0,-4 2 7 15,3-2-5-15,-10 3-2 0,5-1-8 0,-2-2 0 16,-4 0-4-16,-8 4-3 0,-1-5-2 16,1 1 8-16,-3 7-19 0,-5-1-24 0,4-1-9 0,0 2-22 15,-3 4-21-15,6-1-28 0,-2-1-30 0,4 4-29 16,6-1-39-16,7-1-35 0,-15 0-34 0,15 0-246 16,-10 4-561-16,10-4 248 0</inkml:trace>
  <inkml:trace contextRef="#ctx0" brushRef="#br0" timeOffset="203687.84">29968 14104 216 0,'-10'-1'253'0,"10"1"-16"0,0 0-11 15,-15 4-10-15,10 6-9 0,2-1-5 16,1 4-12-16,0 2-12 0,-3 3-11 0,0 2-15 15,4 3-9-15,2 8-16 0,-1-4-6 0,0-2-10 0,5 2-11 16,-3 0-2-16,5-1-14 0,-4 2-10 0,0-9-7 16,6 7 4-16,-6-10-14 0,0 4-7 15,1-2-6-15,1-5-1 0,-4 1-4 0,1-3-4 0,4-4 9 16,-6 0-12-16,5 1 7 0,-3-5-8 0,3 0 3 16,2-2-9-16,-7-1 6 0,15 0-7 0,-4 0 1 15,2-1 4-15,2 0 12 0,0-1 0 0,3 2 9 16,1 0-1-16,-5-3-12 0,6 0 14 0,-5 3-10 15,2 0-5-15,-4 0-2 0,0 1 0 0,-3 1-3 16,3 1-7-16,-3 0-7 0,4 3 4 0,-6 3-6 16,0 0 1-16,-3-5-4 0,0 8 2 0,-3 1-3 15,1-3-1-15,-3 6-1 0,-5-2-1 0,-2 1 0 16,-4 8 1-16,-4-7-20 0,-3 0-22 0,-4 4-35 16,-6-5-29-16,-12 1-42 0,-3 2-60 0,-5-6-80 15,-3 4-324-15,-7-10-652 0,-3 1 288 0</inkml:trace>
  <inkml:trace contextRef="#ctx0" brushRef="#br0" timeOffset="204287.84">25769 15780 253 0,'1'-12'366'0,"-1"0"-26"0,0 3-35 0,-6 3-34 16,-3 1-17-16,0 4-16 0,-6 1-2 0,-7 6-10 16,-6 6 4-16,5 0 4 0,-10 6-10 0,-5 9-2 0,0 1 6 15,3 7-11-15,2 3-15 0,0 2-13 16,1 2-16-16,4 3-18 0,8 0-16 0,4 3-12 0,-1 3-9 15,10-1-11-15,7-4-14 0,7 5-9 0,10 0-7 16,4 2-9-16,9-9-16 0,11 1-19 0,14 11-20 16,9-10-31-16,-12-16-46 0,6-3-60 0,23 5-51 15,-8-5-61-15,-15-9-58 0,3-5-77 0,-5-1-328 16,0-6-757-16,-4 1 335 0</inkml:trace>
  <inkml:trace contextRef="#ctx0" brushRef="#br0" timeOffset="205020.3">26409 16011 169 0,'4'-18'377'0,"-4"0"-24"15,0 1-13-15,0 4-17 0,0 1-16 0,-5-2-11 16,1 6-20-16,1-3-29 0,-2 6-30 0,2-3-25 16,3 8-13-16,-12 0-31 0,12 0-13 0,-15 13-14 15,7 1-9-15,-5 3-13 0,4 6-10 0,0 4-10 16,-1 2-5-16,-2 0-9 0,-6 9-6 0,10-7-6 0,1 1-1 15,4-5-11-15,-2 12 2 0,3-10-10 0,-3-1-7 16,10-2 2-16,-5-9 1 0,7 3-13 0,-6-3 1 16,8 0 2-16,-3-9 1 0,9 1-4 0,-7-2-5 15,11-4 1-15,-3 1 0 0,6-9 0 0,-3-1-3 16,1-3 0-16,8-2 9 0,1-5-23 0,-5 1 13 16,1 0 3-16,0-1-5 0,-2-4-2 0,-8 6-3 15,2 2 7-15,-2-3-2 0,-4 6-8 0,2-1 9 16,-9 2 5-16,2 3-9 0,8-2 2 0,-13 3-9 15,6-1 2-15,-7 5 3 0,8-1 8 0,-8 1-21 16,12 10 4-16,-6-3-1 0,3-2 7 0,-3 6-1 16,4 1 19-16,3-1-21 0,1 2 2 0,1-3 3 0,1 1 1 15,4 1 4-15,1 1-4 0,6 0 8 0,-6-6-9 16,-1-1 1-16,12 3-5 0,-11-9 6 0,2 0 1 16,-3 0 2-16,-1 0-3 0,0-5-2 0,1-3 6 15,-5-1-4-15,2-4 3 0,-7 1-3 0,0-3 6 16,-2-1-8-16,-5 0-5 0,0-7 4 0,-3-5-10 15,-3-4-9-15,-5 3-19 0,0 1-9 0,-1 9-17 16,-4-7-21-16,3 4-21 0,-5-1-25 0,-3 6-29 16,10 5-31-16,-9 0-40 0,4 4-44 0,-2-3-45 15,0 6-201-15,2 2-564 0,6-1 249 0</inkml:trace>
  <inkml:trace contextRef="#ctx0" brushRef="#br0" timeOffset="205303.61">27498 15720 117 0,'4'-6'335'0,"-1"1"-33"0,-3 5-29 0,0 0-30 16,0 0-21-16,0 0-24 0,0 0-19 0,0 0-9 0,-13 24-5 15,6-5-1-15,4-3-12 0,-10 7-9 0,1 9-8 16,0 5-11-16,1 9-4 0,3-1-10 0,-6 1-10 15,4 4-13-15,2 0-6 0,-4-4-16 0,3-1 2 16,4 0-6-16,-2-3-4 0,-1 1-13 0,8-1-2 16,-2-10-17-16,2-2-14 0,0 1-20 0,0-4-22 15,0-5-22-15,2-3-23 0,-2-2-27 0,8 1-27 16,-8-5-32-16,0-4-50 0,7-3-55 0,1-2-192 16,-5-2-496-16,7-2 220 0</inkml:trace>
  <inkml:trace contextRef="#ctx0" brushRef="#br0" timeOffset="205637.46">27833 16065 288 0,'0'0'292'0,"-2"-7"-20"16,0 0-20-16,2 7-16 0,0 0-21 15,0 0-16-15,0 0-18 0,-18 14-7 0,8-5-16 0,7 2-14 16,-4 4-8-16,1 5-9 0,2 0-11 0,1 6-11 15,3-7-7-15,2 1 0 0,-1 3-13 0,4-3-4 16,4-1-7-16,-1-2-4 0,5-2-7 0,0 0-8 16,2-4 1-16,2 1-2 0,-2-5-8 0,3-1-2 15,-2-4-5-15,3-2-2 0,1-2-6 0,-4-5-1 16,6 2-12-16,-9-8 7 0,2 4-2 0,0-8-6 16,0 2 15-16,-2-7-16 0,0-3-1 0,-3-2-4 15,-2-1-1-15,-3 0-4 0,-5-2 2 0,0-2-5 16,-6 2 2-16,-1 3-10 0,-1 3-1 0,-6 8-10 15,6-3-12-15,-5 8-18 0,-2-3-18 0,0 5-19 16,-6 5-25-16,-3-3-31 0,3 6-37 0,1 2-43 16,-3 1-51-16,5 3-212 0,1 3-520 0,-3 3 231 0</inkml:trace>
  <inkml:trace contextRef="#ctx0" brushRef="#br0" timeOffset="206571.22">28973 16098 250 0,'7'-9'279'0,"-1"-9"3"0,-1 3 2 15,4-3 6-15,-8 0-15 0,1-2-12 0,5 3-5 16,-4-8-7-16,-3 8 5 0,0-3-30 0,-7-4-7 16,2 6-11-16,4-1-13 0,-4 0-15 0,-4 4-14 15,3 0-17-15,-4 2-22 0,2 6-9 0,-2-4-16 16,0 3-9-16,-4 6-14 0,-2 2-6 0,-4 1-10 0,3 3-6 15,-2 5-10-15,-6 5-5 0,3 4-6 0,1 3 2 16,7 3-17-16,-2 3 6 0,-6 12-1 0,9 3-1 16,5 0-4-16,6-3 1 0,-1 3-15 0,6-6-3 15,-1-3 0-15,11 0-4 0,-5-3-4 0,7-2 2 16,5-4-5-16,2-1 3 0,-1-1-6 0,-1-5 1 16,8 1-2-16,0-9-2 0,2-3-7 0,-7-5 17 15,4-1-14-15,3-1 2 0,-12-3-1 0,3-4 0 16,4-7-4-16,-7 3 3 0,4-6 9 0,-1-5-6 15,-1 3 5-15,-5-6 1 0,2 5-10 0,-2-5 12 16,-7 6 1-16,0 0 1 0,0 2-4 0,1 3 11 16,-4-5-8-16,1 13 1 0,-1-2 16 0,-3-2-11 15,1 4-9-15,1 1-2 0,-3 0-22 0,-1 6 12 16,0 0-21-16,0 0-3 0,0 0 5 0,13 15-5 16,-9-8 9-16,1 4 15 0,-4-2-6 0,3 10-4 15,1-2 4-15,1 0 4 0,1-1-5 0,-2-1 1 0,1 1-4 16,3 0 0-16,-3 2 2 0,-2-3 0 0,4-2 3 15,-1 0 0-15,-1-2 2 0,1-4 0 0,-6 1 2 16,3-1 3-16,-1 0 3 0,4-2 10 0,-7-5-3 16,1 5 3-16,-1-5-7 0,0 0 8 0,0 0-5 15,0 0 2-15,15-15 15 0,-15 7-13 0,4 1 5 16,-1-2 0-16,-1-3 5 0,6-1-2 0,-8-5 7 16,5 6 2-16,-4-5 0 0,8 2 2 0,-4 0 3 15,0 0-3-15,-4 0 0 0,8 0-2 0,-3 2 1 16,1 3 0-16,-6-3 0 0,4 7-4 0,-3 1 2 15,6-3-3-15,-3 4-3 0,-3 0 1 0,-2 4-6 16,15 0-1-16,-15 0 12 0,18 6-12 0,-10 1 4 16,1 1-5-16,-1-5 0 0,7 6-2 0,-4 5 3 15,1-6 1-15,0 7-3 0,1-4 3 0,-3 2-3 0,3 1 2 16,-3-5 1-16,-2 2-1 0,0-6 2 16,-1 2-2-16,1 0 6 0,-4-4 4 0,2 2 5 15,-2-2 11-15,-4-3 26 0,8 1 13 0,-8-1-2 0,0 0-6 16,0 0 8-16,0 0-11 0,11-11 3 0,-9 4-3 15,0 2-5-15,4 0 1 0,-1 2-5 0,-3-5-9 16,-2 8-5-16,5-9 1 0,-2 6-14 0,-3 3 5 16,7-6-10-16,-7 6-11 0,6-6-8 0,4 6-4 15,-10 0-29-15,0 0-19 0,15 6-20 0,-3-3-17 16,-4 1-18-16,0-1-7 0,4 2-21 0,-2 1-22 16,5-1-30-16,-7-1-31 0,4-3-38 0,1 4-35 15,2-2-239-15,-4 0-580 0,1 0 256 0</inkml:trace>
  <inkml:trace contextRef="#ctx0" brushRef="#br0" timeOffset="206886.78">30238 15829 283 0,'-10'-3'330'0,"-4"0"-12"0,1 3-20 16,0 0-14-16,-2-1-32 0,-1 4-20 0,2-2-23 15,-1 6-19-15,7-2-4 0,0 6-30 0,-5-2-14 16,6 3-14-16,0 3-12 0,2 0-16 0,2 0 0 16,6 4-3-16,1 7-5 0,4 1-15 0,-3-9-4 15,-2 8 0-15,10-1-11 0,1 0-11 0,-6-1-7 16,0 8-7-16,6-11 4 0,-6 2-9 0,3-4-8 16,-7-2 9-16,1 2 7 0,-2-3-21 0,-3-1-2 15,0 0-2-15,0-3-2 0,-8 0-1 0,1-1 0 16,-8-2 1-16,0 3-7 0,0-7-7 0,-1 0-13 15,-4-1-17-15,-2 0-11 0,-1-3-21 0,5-6-24 16,2 3-25-16,-9-3-34 0,5 1-42 0,5-4-47 16,5 1-29-16,2-2-240 0,4-2-546 0,4 1 241 15</inkml:trace>
  <inkml:trace contextRef="#ctx0" brushRef="#br0" timeOffset="207137.39">30378 15517 5 0,'0'-4'327'0,"0"4"-28"0,0 0-30 15,0-9-26-15,0 9-10 0,0 0-7 0,0 0-16 16,9 27-9-16,-3-11-13 0,2 1-16 0,-1 4-11 16,1 6-12-16,6 0-10 0,-1 9-13 0,-3-5-11 15,0 10-14-15,1-1-5 0,3-1-12 0,-6 0-10 16,0 8-5-16,-1-8-6 0,-7 3-7 0,8-3-8 15,-8-6-24-15,7-5-20 0,-11 3-23 0,1-4-27 16,1-4-24-16,-4-3-26 0,6-5-30 0,-7 1-41 16,5-6-41-16,-4-5-28 0,4 0-217 0,-9-2-490 15,11-3 217-15</inkml:trace>
  <inkml:trace contextRef="#ctx0" brushRef="#br0" timeOffset="207353.5">30413 16031 24 0,'0'-17'145'16,"0"0"10"-16,0-2 17 0,0 7 15 0,-5 3 14 0,5-3 3 15,5 1-1-15,-5 4-6 0,2-1-5 0,-2 3-10 16,1-2-18-16,-1 7-16 0,7-4-14 0,-4 0-15 16,-3 4-10-16,12-4-14 0,-12 4-7 0,15 4-11 15,-2-3-8-15,-5 3-7 0,12-1-6 0,-3 5-5 16,-2-2-6-16,4 3-2 0,-2-5-6 0,3 4-6 16,-2-1-2-16,5 5-1 0,-5-4-12 0,1-2-23 15,2 4-28-15,-3 0-22 0,2-3-29 0,0-1-32 16,-2 0-22-16,1 2-32 0,-5-3-30 0,1 0-14 15,0 1-1-15,-6-2-119 0,2 1-363 0,-3-1 160 16</inkml:trace>
  <inkml:trace contextRef="#ctx0" brushRef="#br0" timeOffset="208337.56">30865 16066 1036 0,'0'0'-82'16,"3"5"20"-16,-3-5 22 0,0 0 28 0,0 6 23 15,0-6 24-15,0 0 13 0,0 0 19 0,2 6 7 16,-2-6-1-16,0 0 5 0,0 0 9 0,0 0 8 16,0 0 4-16,0 0 9 0,-2 14 0 0,-1-11 1 15,3 7-6-15,-2-1-3 0,2-1 1 0,0 2-7 16,-6-1-3-16,4 0-5 0,-3 2-7 0,5 1-7 0,-2-5-5 15,-4 1-5-15,-1 0 0 0,5 0-7 0,-4 1-2 16,-1-2 4-16,2 0 9 0,2-3-3 0,-4 0 9 16,1 1 2-16,6-5 3 0,-9 7 13 0,9-7 3 15,-6 2 3-15,6-2-9 0,0 0-6 0,0 0-11 16,-7-14-4-16,7 14-5 0,10-16-6 0,-5 5-9 16,8-1-2-16,2-1 3 0,7-4-23 0,1 0-11 15,7-5-20-15,4 0-23 0,5-3-12 0,0-1-7 16,3 6 3-16,-13 5-3 0,8-4 6 0,-9 9 1 15,-5-2 5-15,-3 5-4 0,-3 0 10 0,-3 3 1 16,3-3 2-16,-7 6 5 0,-2-5 1 0,-1 4 1 16,-1-1 5-16,-6 3-7 0,12-4 5 0,-12 4 1 15,5-1 7-15,-5 1-3 0,0 0-3 0,0 0 5 16,0 0 3-16,0 0 2 0,-23 7 5 0,13-1 11 16,-5-2 4-16,-2 6-1 0,3 0 6 0,-3-1 0 15,-3 1-2-15,7 3-1 0,-10 1 4 0,8 0-7 16,-7 4-1-16,7-5 2 0,1-4-3 0,4 6-2 0,1-4 2 15,4 4 9-15,-1-7-10 0,2 4 1 0,4-4-1 16,-3 3 0-16,6-3 1 0,1-3-5 0,2 2-2 16,3-4 5-16,-1-2 2 0,7 2-7 0,-5-3 3 15,8 0-4-15,2-3 2 0,-2 0-3 0,4-2-1 16,-3 1-4-16,3-2 2 0,-6 0-3 0,6-1 1 16,-2-1 0-16,-5 2-2 0,0-3 2 0,-5 8 1 15,-2-2 3-15,0-2-3 0,4 3-2 0,-7-2-3 16,0 1 4-16,-5 3 1 0,10-6-5 0,-10 6-1 15,0 0 10-15,0 0-6 0,0 0 0 0,0 0 1 16,5 13-2-16,-5-6 1 0,0-4 2 0,0-3-3 16,-2 16 1-16,0-12 13 0,2 4-13 0,-1-2 4 15,1 3-2-15,0-1 2 0,1-4-2 0,-1 3 0 16,0 1 0-16,2-4 3 0,-2 3-1 0,5 0 2 16,-3-1-2-16,4 0 2 0,-3 0-5 0,4-4 3 15,0 0 12-15,-7-2-13 0,15 3 2 0,-4-3-3 16,-11 0-2-16,20-5 2 0,-13 2 1 0,6-2 4 0,2-5-2 15,-7 3-4-15,7-5 1 0,-2 0 0 0,0 4 6 16,-1-9 1-16,0 3-4 0,-4 4 3 0,5-3 9 16,-5-1 11-16,1 2-2 0,-3 4 10 0,3-1 6 15,-4-1-3-15,-2 5 6 0,5-2-11 0,-6 2-3 16,-1 0-4-16,-1 5-6 0,7-5-2 0,-7 5-5 16,0 0 1-16,0 0-4 0,0 0 1 0,0 0 3 15,10 14-3-15,-10-7-3 0,3-3-1 0,-3 4 2 16,0-2 0-16,4 3-2 0,-3-3-2 0,-1 1 3 15,4 5 12-15,-1-5-14 0,0-3 4 0,7 5-3 16,-8-3 8-16,3-2-3 0,1 1 13 0,1-3-1 16,1 2 4-16,1-1-3 0,2-3 0 0,-1 0-1 15,3 0-14-15,-1-3 13 0,1 0-6 0,4 2 1 16,-2-1 3-16,-5-3-6 0,1 2-3 0,-3-1 2 16,6-4 4-16,-6 7-10 0,5-3 9 0,-6 1-8 15,-1-2-2-15,-6 5 1 0,9-6 0 0,-3 1-6 16,-6 5-3-16,7-4 6 0,-7 4-9 0,0 0 2 0,10-3 2 15,-10 3-12-15,0 0 3 0,0 0-3 0,0 0 4 16,11 7-2-16,-11-7 3 0,4 8-1 16,-4-8-4-16,6 8 0 0,-1-5-7 0,2 1-5 0,-4 4-7 15,4-7 1-15,-2 5-14 0,0 2-4 0,-2-4-5 16,0 4-9-16,7 0-2 0,-6 0-7 0,7-2-7 16,-3 0-8-16,1-2-15 0,-1-2-17 0,0 3-26 15,1-4-33-15,2-1-24 0,-11 0-36 0,18-8-208 16,-8 3-483-16,2-2 214 0</inkml:trace>
  <inkml:trace contextRef="#ctx0" brushRef="#br0" timeOffset="208853.84">32249 15366 134 0,'0'0'263'0,"-10"0"-17"0,10 0-6 0,-10 7-11 0,0 0-12 16,8 6-12-16,-1 1-8 0,-5 5-7 0,6 4-11 16,2 5-13-16,0 3-10 0,-2 1 8 15,2 10-31-15,2-4-14 0,-2 6-3 0,2-3-18 0,6 1-8 16,-8 3-8-16,3-3-10 0,-1 4-2 0,3 1-10 16,-4-5-3-16,3-1-15 0,-1-12-20 0,-3 6-19 15,2-9-18-15,-2-1-22 0,5-6-11 0,-4-5-22 16,-1 2-5-16,0-5 0 0,5-3-4 0,-5-4-16 15,0-4-8-15,4 4 5 0,-4-4 8 0,0 0 11 16,0 0 10-16,6-23 11 0,1 12 5 0,-7-4 24 16,2-5 22-16,-2 4 28 0,3-2 25 0,-3 1 15 15,0 1 12-15,0 0 15 0,0-1 10 0,-3 7 7 16,3-2 11-16,3 2 7 0,-3 2 4 0,1-1 1 16,-1 1-6-16,0 8-12 0,2-6-12 0,5 3-14 15,-7 3-2-15,8-5-15 0,-8 5-6 0,22 5-2 16,-14-2-8-16,5 3-4 0,2 0-10 0,2 5 12 15,2-3-18-15,1 2-2 0,-2 0 0 0,6-3-7 16,-9 3 15-16,6-3-15 0,-3 3-3 0,2-5-8 0,0 5 2 16,3-2-2-16,-8-2 9 0,7 1-14 15,-8 0-2-15,0-6 3 0,-6 1-1 0,4 2 1 16,-4 0-12-16,-2-2 4 0,-6-2-3 0,7 9-2 16,-5-3-1-16,-2-6 2 0,0 7-14 0,-2 1-17 0,-3-2-17 15,0 3-20-15,-1 2-19 0,-6-6-26 0,-3 9-35 16,-5-1-46-16,-1 2-52 0,-1-3-61 15,-1 0-233-15,-5-1-588 0,1 1 261 0</inkml:trace>
  <inkml:trace contextRef="#ctx0" brushRef="#br0" timeOffset="209053.76">31982 15603 139 0,'-5'-9'231'0,"5"9"-24"15,0-8-21-15,0 8-21 0,0 0-29 0,0 0-42 16,0 0-57-16,15 0-81 0,-15 0-149 0,20 11-207 16,-5-3 92-16</inkml:trace>
  <inkml:trace contextRef="#ctx0" brushRef="#br0" timeOffset="209320.37">32654 15412 42 0,'0'0'409'0,"10"7"-16"0,-5-3-20 0,2 0-16 0,-1 4-13 15,1 1-21-15,3 6 1 0,3 0-10 0,2 7-17 16,2 6-18-16,-1-1-22 0,7 8-18 0,2-1-28 16,2 6-22-16,-6-1-18 0,1 5-16 15,-4 4-15-15,-3-1-16 0,-2 10-10 0,-1 16-25 0,-12-19-29 16,-10 17-36-16,0-12-37 0,-12 14-53 0,-13-4-63 16,-9 4-48-16,-11-6-72 0,-9-6-86 0,-11-5-376 15,-4-8-768-15,-9-9 340 0</inkml:trace>
  <inkml:trace contextRef="#ctx0" brushRef="#br0" timeOffset="-206160.49">23198 17077 237 0,'7'-14'334'0,"-4"-3"1"0,-3 2-10 16,0 3 24-16,0 2-15 0,0-1 3 0,-1 0-14 16,-1 1-13-16,-3 4-13 0,3 0-20 0,-9-2-17 15,2 7-14-15,1 0-12 0,-5 1-6 0,-9 7-13 16,-1 3-12-16,-7 2-14 0,2 6-12 0,-13 10-10 0,4-1-8 15,-2 4-9-15,1 7-8 0,6 4-12 0,-3 1-10 16,6 0-13-16,1 1-11 0,6 2-12 16,5 1-7-16,1 1 27 0,13-3-14 0,-6 0-11 0,18 1-8 15,-4 4 4-15,9-5-21 0,8-3-10 0,3-4-16 16,10 0-20-16,8-3-32 0,1-2-23 0,8-8-32 16,-8 4-33-16,6-4-31 0,-4-4-38 0,2-3-42 15,-6-4-26-15,-9-4-46 0,-7 1-52 0,4-5-67 16,-8-3-65-16,-3 1-255 0,-2-2-795 0,-2-2 351 15</inkml:trace>
  <inkml:trace contextRef="#ctx0" brushRef="#br0" timeOffset="-204811.23">23792 17310 144 0,'0'-7'253'0,"0"-6"-11"0,-3 1 1 16,3 5-9-16,0-1-13 0,-3-1-4 16,0 2-14-16,-1-1-19 0,-1 1-16 0,-1-2-16 0,-4 3-14 15,-2 4-17-15,-3-1-13 0,0 3-5 0,-1-1-12 16,-2 4-13-16,-6 0-3 0,0 7-13 0,-6-1-5 15,2 5-2-15,-2-1-7 0,8 2-7 0,2 0 1 16,-3 2-8-16,7-3 0 0,3-1-6 0,1 2-6 16,0-1-1-16,7 3-3 0,-3-3 2 0,6 2-3 15,2-4 2-15,2-1-2 0,8 4-4 0,5-3-1 16,1-1-2-16,1-3 1 0,14 0-5 0,-6 3 3 16,5-9-3-16,-8 3 0 0,1-3-6 0,-5-1 3 15,2-1 1-15,-4 0-2 0,-2 0 3 0,-3-1 0 16,-2-1-2-16,-9 2 2 0,14 0 4 0,-14 0-6 15,7-5-3-15,-7 5 0 0,0 0-2 0,0 0 4 16,0 0-1-16,0 0 2 0,-36 3 0 0,24-1 3 16,-5 4 2-16,3-3 0 0,-1 5 4 0,-2 0 3 15,-1 2 1-15,8 0 8 0,-16 5-2 0,11-3-2 0,5 4-2 16,-4-5 2-16,1 8 5 0,5-2-3 0,1 0-3 16,6 2 2-16,-4-3 7 0,10 4-5 15,3-1-3-15,0-2 2 0,5 0-3 0,11-1-4 0,4 0 3 16,0-4 6-16,3 0-12 0,11 2-1 0,1-8-5 15,1 0-7-15,1-5-8 0,3-2-14 0,-16-2-12 16,1 2-9-16,3-6-8 0,-1 6-11 16,-4-10-9-16,-1 3-4 0,2-3-3 0,-4-1 2 0,-2-2 2 15,-1-2 9-15,-3 0 5 0,1-3 4 0,-3 3 7 16,-4-5 5-16,-1 2 3 0,-2 2 7 0,-4-4 3 16,4 6 4-16,-7-8 3 0,1 8 6 0,-4-1 18 15,2 0 13-15,-3 5 10 0,1-2 10 0,-3-1 14 16,-3 3 4-16,1 4-2 0,-3-2 7 0,4 1 0 15,-4 1-6-15,-4-1-3 0,3 4-6 0,-2 1-5 16,-1 1 7-16,-4 1-10 0,13 1 2 0,-20 1-3 16,5 6 2-16,-1-5 0 0,-6 8 0 0,7 0-4 15,-11 5 1-15,4-3-7 0,-3 2 1 0,7 6-4 16,-5 0-4-16,3-1 2 0,0 1 3 0,4 1-10 16,-1 0-2-16,6-6 4 0,1 4-5 0,5-2 1 15,-2 1 1-15,4-3 6 0,1 1-6 0,2-1 1 16,2-3-5-16,1-3-1 0,0-1 3 0,6-1 4 0,1 0-3 15,1-6 0-15,1-1 0 0,8 0-7 0,-5-3 1 16,1-3 3-16,4 0 0 0,2-2-6 0,-3-4 6 16,1-2 0-16,0 4-4 0,2-7 0 15,-6 3 4-15,-1 2-3 0,-2-3 2 0,1 4-3 0,-3-6 2 16,-6 3 2-16,3 1 2 0,-3 5 15 0,2-4 24 16,-5 3 12-16,-2 3 8 0,6-3-6 0,-4 3-6 15,-2 6-9-15,0-11-4 0,0 11-11 0,5-3-5 16,-5 3-3-16,0 0-12 0,0 0 9 0,0 0-4 15,-13 15 3-15,13-15-4 0,-2 15-1 0,-3-4-3 16,5 1-3-16,0-1-2 0,0 2-2 0,0 1-5 16,0-1 0-16,0-1 1 0,7 0-2 0,-7 2-10 15,6-6-3-15,-4 2-3 0,5-1 7 0,1-4-5 16,-2 2 3-16,3-3 2 0,-4-2-1 0,6-2-4 16,-11 0-5-16,18-5 0 0,-9 0 1 0,6-2 3 15,-7-3-6-15,3-3 2 0,-1 3 1 0,0-8 5 16,-3 5-2-16,5-4 3 0,-3-1 3 0,1 4 6 15,0-5-4-15,-5 3 1 0,0 0 6 0,5 3-3 16,-6-4 2-16,4 9 0 0,-2-6 1 0,1 5-2 0,-2 1 3 16,5 3-1-16,-3-5-1 0,-3 8 0 15,6-5 0-15,-1 6 5 0,-1-1-4 0,-8 2 1 16,26 3 11-16,-9 2-11 0,-2-2-2 0,0 6-2 0,0-2 0 16,3 3-4-16,-7-1 10 0,4 3-4 0,-1-1-1 15,-1 1-2-15,-3-3 4 0,1 6-3 0,-1-1 0 16,-1-2 0-16,-6 1 2 0,2 1-6 15,-2-1 2-15,-3-5 2 0,-3 9 1 0,3-7 13 0,-5 0-16 16,-2 1 4-16,2-3-2 0,-5 1 5 0,2-2 1 16,-3 2-4-16,1-5 1 0,-2 3-24 0,2-3-14 15,-2 0-23-15,6 1-25 0,-6-2-20 16,1-1-18-16,11-2-44 0,-9 1-35 0,9-1-25 0,0 0-27 16,-6-8-29-16,6 8-163 0,6-11-485 0,3 3 214 15</inkml:trace>
  <inkml:trace contextRef="#ctx0" brushRef="#br0" timeOffset="-204611">24895 17557 123 0,'6'-5'259'0,"-1"1"0"15,-3 0-12-15,-2 4-17 0,7-6-20 0,-7 6-21 16,0 0-18-16,0 0-14 0,0 0-12 0,0 0-1 16,0 0-2-16,0 0-11 0,3 15-13 0,-3-4-7 15,0-4-11-15,0 1-9 0,0 4-12 0,0 0-6 16,0-1-6-16,0 5-8 0,3-3-4 0,-1 2-5 15,3 2-12-15,-2-4-20 0,-3 5-24 0,7-8-28 16,-1 5-33-16,-4-4-40 0,5 1-55 0,-1-5-70 16,3 1-211-16,-3-4-481 0,3 1 213 0</inkml:trace>
  <inkml:trace contextRef="#ctx0" brushRef="#br0" timeOffset="-203926.94">25160 17657 149 0,'0'0'190'0,"6"-5"-16"0,-6 5-11 16,12-2-12-16,-12 2-10 0,15 0-14 0,-15 0-12 15,18-1-10-15,-5-2-8 0,-3 0-13 0,3 0-4 16,1 1-7-16,-3-2-8 0,1 1-3 0,3-2-6 16,-4 4-5-16,-1-2-4 0,2-6 0 0,-4 2 9 15,4-1 1-15,-6 1 2 0,1-1 2 0,-1 0-2 16,-1-2 6-16,2 2 2 0,-5-1 5 0,-4-1 6 15,2 2 0-15,0 1 2 0,-5 0-1 0,3 1 4 16,-3-2-4-16,-1 2-7 0,-2 0-1 0,-2 3 2 16,-2 3-10-16,12 0 1 0,-15-5-10 0,0 7-3 15,2 1-7-15,5 1 2 0,-7 1-4 0,2 2 0 16,-2 1-7-16,6 4 5 0,-5 2-12 0,5-3 2 16,-4 3-3-16,1 1 0 0,3 3-1 0,0-6-5 15,3 6 2-15,2-5-9 0,1 6 6 0,3-6-2 16,3 1 3-16,1-6-2 0,2 3-1 0,3 0-1 15,0-4 2-15,10 1-6 0,-4-3-2 0,1 2 3 16,6-6-4-16,-1-1-5 0,1 0-1 0,7 0-4 0,0-4-4 16,-1-5-6-16,0 3 1 0,-3-3 2 15,3-3-3-15,-3-2 3 0,-2 3 3 0,2-5-2 16,-1 5 0-16,-9-1 5 0,0 0-1 0,8-3-2 0,-9 3 0 16,1 2 7-16,-1 0 17 0,1 2 1 0,0-1 9 15,-8 3 3-15,3-2-4 0,-4 4-1 0,4-2-4 16,-1 5-6-16,-1-3 2 0,-8 4-9 0,15 4 6 15,-5 0-2-15,0-1-3 0,-2 3-5 0,0 4 1 16,4-1-5-16,-2 2 2 0,0 5-1 0,-2-5 1 16,4 7-1-16,-3-5 0 0,0 6-2 0,4-6 2 15,-5 5-2-15,-4-3 2 0,-1-2-7 0,4 0 3 16,-4-3-5-16,0-1 8 0,-1-1 2 0,-2-3 4 16,0 3 17-16,0-4 32 0,0-4 21 0,0 0 22 15,-5 5 21-15,5-5 2 0,0 0 10 0,0 0 6 16,-15-15 4-16,13 9-7 0,-4-1 1 0,4-2 1 15,-1-3-4-15,-1-1-6 0,1 0-4 0,3-2-5 16,-3-3-9-16,6 5-10 0,0-6-8 0,4 6-11 16,-5-5-15-16,6 7-1 0,-3-6-13 0,10 3-6 15,-7 1-13-15,5 2-9 0,2-1-7 0,-7 0-29 16,7 5-24-16,-8 0-38 0,6 5-48 0,-4-5-65 16,2 3-56-16,-1 3-51 0,-10 1-53 0,8-2-60 15,-8 2-61-15,0 0-311 0,0 0-844 0,0 0 374 0</inkml:trace>
  <inkml:trace contextRef="#ctx0" brushRef="#br0" timeOffset="-203727.96">25219 17200 84 0,'-8'-5'428'0,"0"-3"-29"0,1-1-28 0,-1 8-38 0,-2-4-34 15,7 1-32-15,3 4-30 0,-9-7-37 0,9 7-38 16,0 0-31-16,0 0-38 0,0 0-44 0,0 0-56 16,0 0-69-16,22 17-88 0,-11-11-93 0,4 0-169 15,3 4-460-15,-3 2 205 0</inkml:trace>
  <inkml:trace contextRef="#ctx0" brushRef="#br0" timeOffset="-203361.26">26004 17193 453 0,'1'-6'464'15,"-1"6"-10"-15,0 0-22 0,5-6-28 0,-5 6-26 16,10-4-20-16,-10 4-23 0,14-5-26 0,-14 5-21 0,21 5-25 15,-1-4-23-15,-4 6-17 0,6-5-24 0,4 8-16 16,1 4-16-16,1 2-15 0,-1-1-11 0,1 4-11 16,0-3-10-16,-5 5-11 0,5 1-13 0,-6 1-5 15,-1 0-10-15,4 11-7 0,-7-9-10 0,2 10-3 16,-5-8-6-16,-2 3-2 0,-1 1-10 0,-9-2-1 16,0 1-8-16,1 1-2 0,-6 11-2 0,0-1 0 15,-7-4-4-15,4 2-7 0,-14 2 1 0,3-2-3 16,4-9-1-16,-11 10-1 0,-2 1-9 0,-3-5-22 15,2-1-20-15,-6-3-37 0,-1 0-37 0,0 4-52 16,1-8-58-16,4-11-53 0,0 1-59 0,-2-3-93 16,1-3-419-16,10-6-913 0,0 0 403 0</inkml:trace>
  <inkml:trace contextRef="#ctx0" brushRef="#br0" timeOffset="-202294.59">24711 18121 295 0,'0'0'290'16,"-2"-4"-29"-16,2 4-27 0,0 0-17 0,0 0-5 15,0 0-4-15,0 21-8 0,0-14-10 0,0 12-5 16,0-6-4-16,0 5-5 0,-3 1-18 0,-2-2-10 15,3 9-13-15,-1 1-9 0,0 0-18 0,-2-2-8 16,2 4-8-16,-4-2-7 0,2 5-12 0,2-3-3 16,-2-4-10-16,1-1-2 0,-1 2-4 0,0-2-6 15,4-5-4-15,-4 1-9 0,5-2-14 0,0-3-29 0,0-3-22 16,0-3-15-16,3-2-17 0,-1 1-20 16,3 3-33-16,-2-8-44 0,0-1-45 0,6-2-43 15,-9 0-36-15,0 0-189 0,16-5-511 0,-7-6 226 0</inkml:trace>
  <inkml:trace contextRef="#ctx0" brushRef="#br0" timeOffset="-201993.21">24774 18214 200 0,'0'-7'291'0,"0"-4"-8"15,0 2-4-15,0 2-23 0,0-5-11 0,0 8-18 16,3-4-15-16,1-3-16 0,-1 6-12 0,2-2-5 15,-5 0-28-15,2 4-13 0,6-3-17 0,-2 2-14 16,3 2-11-16,-1 1-6 0,-8 1-1 0,21 1-22 16,-7-1 1-16,1 3-14 0,0 6-6 0,-1-2-8 15,-5 1 2-15,4 1-7 0,2 3-10 0,-2-3 1 16,-5 3 3-16,1 2-7 0,-3-1-1 0,-1-2-5 16,-1 1-5-16,-4 1 0 0,0 2-4 0,-9 2 1 15,3-4-1-15,-9 1-5 0,5-1 0 0,-12 2-10 16,-6 0-11-16,5 1-11 0,-5 1-15 0,-4-5-21 15,-1 3-21-15,2-4-33 0,-9 7-34 0,10-8-41 0,2 2-45 16,2-2-49-16,4 4-150 0,7-1-475 0,0-5 209 16</inkml:trace>
  <inkml:trace contextRef="#ctx0" brushRef="#br0" timeOffset="-201477.39">24853 18510 160 0,'0'0'228'0,"4"-8"-14"0,-4 8-20 0,0 0-19 0,8-1-17 16,-8 1-14-16,8-3-16 0,-8 3-13 0,15 3-13 16,-15-3-7-16,20 0-12 0,-10 6-2 0,2-3-17 15,-4 2-3-15,5 0-5 0,2 4-8 0,-7-1 0 16,4-1-6-16,-4 1-10 0,4 3-2 0,-2-5-3 15,-2 1-1-15,-5 2-5 0,4-1 0 0,-2 2-3 16,-4-3-2-16,-1 3-2 0,0-2-2 0,-1 3 0 16,-3-3-2-16,1-3 1 0,2 2 1 0,-6 0 2 15,2-2 5-15,5-5 14 0,-13 4 21 0,9-3 23 16,4-1 10-16,0 0 1 0,-13 0-4 0,13 0 5 16,0 0 0-16,0 0-14 0,0 0-3 0,5-17-9 15,2 7-3-15,-4 6-5 0,4-5-1 0,1 1-1 0,-1 1-11 16,2-2 1-16,3 0-7 0,-4 3-5 15,-1-1-2-15,1 2-3 0,4 2-4 0,-7-3-3 16,5 4-1-16,-2-1-1 0,-8 3-1 0,0 0-3 16,25 5 1-16,-20-2-5 0,-2 1 1 0,4-1 1 0,1 4 0 15,-1-2-6-15,-1 0 3 0,3 1-2 0,-3-3-3 16,4 5 3-16,-5-3-3 0,3 0 0 16,6-2-1-16,-6 4 8 0,0-3-9 0,5-3-3 15,-4 1 5-15,2-1 2 0,-1-1-7 0,-10 0-1 0,22-4 0 16,-11-1-3-16,-1-2-3 0,5-1-9 0,-10 1-6 15,3-4-12-15,-1 2-7 0,0-2-10 0,-6 3-13 16,1-6-12-16,-2 2-17 0,0 3-20 0,-3-6-25 16,-2 3-27-16,0 0-43 0,0 3-35 0,-7 2-194 15,4-6-475-15,1 6 210 0</inkml:trace>
  <inkml:trace contextRef="#ctx0" brushRef="#br0" timeOffset="-201077.14">25433 18248 197 0,'0'0'188'0,"0"0"-11"16,11 16-5-16,-7-5-12 0,-1-2-10 0,0 2-11 15,4 3-9-15,-1 3-8 0,8 0-12 0,-4 1-5 16,-2 5-13-16,5-8-10 0,-1 9-10 0,3-3-4 15,-5-4-6-15,1-3-8 0,1 1-8 0,-4-1-2 16,5-1-4-16,-11-2-6 0,5 1-2 0,1-8-3 0,-3 4 3 16,-4-2 19-16,4 0 17 0,-5-6 15 15,4 5 19-15,-4-5 8 0,3 2 0 0,-3-2 8 16,0 0 7-16,0 0 3 0,0 0 1 0,0 0 4 0,0 0-7 16,0 0-2-16,0 0-3 0,0 0-17 0,0 0-8 15,0 0-11-15,0 0-17 0,0 0-8 0,0 0-5 16,0 0-10-16,0 0-8 0,0 0-5 15,0 0-3-15,0 0-1 0,0 0-2 0,7 8-6 0,-6-1-4 16,-2 0 1-16,1-7-16 0,1 10-13 0,-2-4-19 16,-4 3-6-16,3-7-13 0,-10 2-18 0,6 2-16 15,-11 3-19-15,1-3-21 0,-4-3-39 0,-8 3-47 16,-5-1-46-16,-2 0-71 0,-10 3-194 0,-3-6-562 16,0-1 249-16</inkml:trace>
  <inkml:trace contextRef="#ctx0" brushRef="#br0" timeOffset="-193811.82">18925 11884 63 0,'0'0'305'0,"0"0"-13"15,0 0-15-15,0 0-19 0,6-3-15 0,-6 3-20 16,0 0-12-16,0 0-28 0,0 0-21 0,0 0-11 0,0 0-5 16,0 0 4-16,0 0-4 0,-15 12-7 0,7-7-3 15,-5 1-3-15,1 1-4 0,-6-2-3 16,0 2 0-16,-2-2-2 0,-10 2-1 0,0 0-8 0,-4-2-6 16,-4 2 2-16,-5-2-7 0,0 2-9 0,-2-3-4 15,0 0-5-15,-3-2 1 0,3 4-9 0,-3-3-10 16,2-2-4-16,-4-1-7 0,6 2 2 0,-6-4-9 15,4 2-6-15,-1 0-1 0,11 0-11 0,3-1 1 16,1-5-5-16,9 3-1 0,-3 3-8 0,11-2 3 16,-2 1-10-16,4 1 1 0,0-3-20 0,13 3-17 15,-17-1-34-15,17 1-35 0,-13 0-45 0,13 0-24 16,0 0-25-16,-5 4-29 0,5-4-44 0,0 0-63 16,15 13-57-16,-10-11-195 0,8-1-622 0,-3 4 276 15</inkml:trace>
  <inkml:trace contextRef="#ctx0" brushRef="#br0" timeOffset="-193145.21">18008 11763 81 0,'0'0'272'0,"3"-7"-10"15,-3 7-15-15,3-7-12 0,-3 7-20 0,2-3-24 16,-2 3-16-16,0 0-13 0,0 0-24 0,0 0-14 0,0 0-13 15,0 0-10-15,0 0-11 0,-28 17-11 0,20-5-6 16,-6-4-6-16,-1 2-7 0,2 4-6 0,-2-2-5 16,-1-1-6-16,-4 3-2 0,3-4 1 0,-1 5 4 15,-7-3 0-15,2 5 8 0,2-4-1 0,-4 1 3 16,5-5 6-16,-2 0 1 0,4 0-7 0,-2-2-1 16,4 1 0-16,1-1-3 0,2-2-8 0,1 2-4 15,2-5-2-15,2 3-4 0,1-1-9 0,1-1 1 16,-1 0-3-16,0 6-2 0,6-6-1 0,1-3-3 15,-2 8 0-15,4-1-4 0,-2 2 1 0,8-5 0 16,-1 4-3-16,6 6 2 0,-3-2 0 0,5 1-4 16,3 1 0-16,7 0-5 0,-4 6 0 0,7 0 4 15,2-6 0-15,-5 4-1 0,0-2-4 0,0 4-1 0,-2-3 1 16,0 1-2-16,0 0 3 0,-5-7 1 16,-1 2-4-16,-2-1 6 0,0-1-10 0,-2-1 4 15,-5-2-1-15,-1-3 4 0,-1 0-2 0,1-1-1 0,0 2 10 16,-6-1 32-16,-1-5 32 0,0 0 18 0,0 0 3 15,0 0 7-15,0 0 3 0,0 0 9 0,9-15 14 16,-11 5 6-16,0 0 4 0,-3-2-2 0,-1 0 2 16,-3-7 2-16,1 4-4 0,-5-5-7 0,5 4-5 15,3-7-10-15,-5-2-9 0,-3 4-12 0,4-6-5 16,-2 1-16-16,9 1-5 0,-5 1-9 0,6 3-8 16,1 3-14-16,-5 0-7 0,5-1-21 0,-2 2-24 15,2 2-34-15,0 0-56 0,0 4-56 0,2 1-59 16,3 1-70-16,-5 4-83 0,1-2-84 0,-2 1-358 15,2 0-883-15,-1 6 391 0</inkml:trace>
  <inkml:trace contextRef="#ctx0" brushRef="#br0" timeOffset="-190212.01">2343 12016 86 0,'0'-37'393'15,"-1"4"1"-15,-4 2 11 0,3 0 4 0,-8 4 0 16,5 8-4-16,0 0-7 0,-1 3-12 0,6 3-21 16,0 3-33-16,-7 2-43 0,5 0-24 0,2 1-31 15,0 7-29-15,-1-8-25 0,1 8-17 0,0 0-16 16,-5 26-15-16,11-8-14 0,-6 8-10 0,2 5-11 16,11 15-11-16,-3 1-8 0,2 6-7 0,1 2-7 15,10 18-10-15,-15-17 5 0,9 19-8 0,-7-3-5 16,-2-15-7-16,-3 0-10 0,5-2-16 0,-3-1-14 15,-4-1-19-15,2-4-18 0,-2 1-20 0,2-7-17 0,-5 4-21 16,2-6-27-16,1-13-24 0,-3-2-29 0,0-7-21 16,0-3-17-16,2 1-15 0,-2-2-7 15,2-5 4-15,-2-6-29 0,1 0-39 0,-1-4-35 16,0 0-20-16,12-16-215 0,-7 6-617 0,0-15 274 0</inkml:trace>
  <inkml:trace contextRef="#ctx0" brushRef="#br0" timeOffset="-189928.69">2712 11961 71 0,'0'-27'269'0,"0"1"13"0,-1 10 1 15,2-2 2-15,-1 8-6 0,-1-4-6 0,2 3-24 16,-2 6-20-16,1-4-25 0,0 3-19 0,0 6-29 16,0 0-17-16,1-7-14 0,-1 7-12 0,15 14-7 15,-8-1-17-15,3 5-8 0,6 9-5 0,-6 0-10 16,7 14-4-16,-4 0-7 0,4 6-7 0,-6-1-3 15,3 4 0-15,-4 1-8 0,-4 2 2 0,1-1-8 16,-1 5-8-16,-1-6 5 0,-1-1-3 0,6 0 0 16,-10-3-11-16,1-1 0 0,-2-6-10 0,2 1-13 15,-1-13-9-15,4 2-21 0,-3-6-16 0,-1-5-22 16,2 1-27-16,-4-5-30 0,1-6-19 0,2-3-21 16,-2 2-46-16,1-8-34 0,0 0-28 0,0 0-141 15,0 0-458-15,0 0 203 0</inkml:trace>
  <inkml:trace contextRef="#ctx0" brushRef="#br0" timeOffset="-188712.13">2582 12510 65 0,'-10'-2'244'0,"5"-2"-10"16,5 4-12-16,-17 0-17 0,17 0-14 16,0 0-18-16,-10-1-16 0,10 1-1 0,0 0-4 15,0 0-9-15,22 10-9 0,-2-8-17 0,0 3-7 16,9-2-13-16,6-3-8 0,-3 4-13 0,24-3-6 0,-10-1-5 15,9 3-8-15,-2-3 2 0,-4 4-10 0,3-4-6 16,-3 2-6-16,4-2-2 0,-11 0-4 0,1 5-1 16,-10-5-5-16,0 1-1 0,-2-1-3 0,-6-1-3 15,2 1 5-15,-11-5-8 0,6 3-1 0,-9 2 0 16,-5-4 0-16,7 1 7 0,-8-3 8 0,1 3 13 16,-1-6 7-16,-2 3 5 0,-5 2 0 0,0 4-2 15,0-14-1-15,-5 5-1 0,-2 0-3 0,-1 0 3 16,0-3 0-16,-6 3 0 0,-1 1 0 0,1 1 4 15,-1-2 2-15,-5 2-9 0,10 3-4 0,-12 1-5 16,7 1-1-16,-4 0 14 0,-5 4-26 0,6-1 0 16,-3 3-6-16,-1 4 0 0,2 0-2 0,2 3-3 15,-3 1-4-15,4 8-3 0,-3-2 6 0,7 5-6 16,-2 1 3-16,13-4-7 0,-4 6 4 0,-1-2 1 16,7 3 9-16,7-4-15 0,1 0 2 0,7 0-2 15,1 0 2-15,3-3-2 0,4-3 2 0,2 0 0 16,4 0-2-16,3-7 1 0,1-9 1 0,12 10-3 15,-9-11-3-15,1-5-2 0,6-2 4 0,-12-1-1 16,2-1 0-16,-1-3 1 0,-4-1 7 0,-5-6-4 0,2 3-7 16,0-3 1-16,-6-3 1 0,1 2 1 15,-5-1-3-15,0-4 5 0,-8 9 8 0,1-2 6 16,0-2 23-16,-8 7-3 0,0-1 15 0,5 5 8 16,-5-1-2-16,2 1-13 0,-4 5-6 0,4-1-3 0,-2 5 7 15,0 0-11-15,-7-6-12 0,7 6-2 0,0 0-4 16,-16 14 2-16,9-7-6 0,4 5 0 15,-2-3-4-15,0 9 2 0,3-1 1 0,-3-1 3 16,5 0-7-16,0-1 1 0,5 0 9 0,-3 2-13 0,4 1 3 16,-2-6-3-16,1 4 4 0,1-5-5 0,3 3 4 15,-3-4-2-15,9-1 0 0,-8-3-4 0,6-2 10 16,-5-1-2-16,7 1 0 0,0-4 3 0,0-4 3 16,0 0 4-16,-2-5-9 0,7 0-1 0,-5-3-3 15,-4-1 2-15,9-7 0 0,-10 4 3 0,2-1-2 16,1 1 2-16,-5-4 12 0,2 2 23 0,-3 0 11 15,-1-1 15-15,-4 5 13 0,5-1 10 0,-2 7 4 16,-5-7-4-16,1 6-6 0,-1 2-8 0,2-1-6 16,1 4-12-16,-3 4-9 0,5-9-11 0,-5 9-6 15,0 0-3-15,0 0-6 0,0 0-1 0,0 0-4 16,0 0-2-16,-5 28-3 0,10-19-7 0,-5 6-7 16,4-3-10-16,-3 6 3 0,9-1-14 0,-8 0-2 15,1 0-9-15,5-2-6 0,1 1-10 0,2-1-6 16,-1-2-13-16,-1-1-10 0,4-2-15 0,0 1-16 15,0-2-12-15,-3-3-11 0,-5-1-3 0,3-2-7 16,1-3-7-16,-9 0-7 0,15-7-6 0,-7 3-6 16,-6-2-1-16,2-2 7 0,-4-2 4 0,5-1 7 0,-3 0 9 15,1-1 11-15,-6-7 18 0,3 4 7 0,0-1 13 16,3 3 11-16,-3-4 24 0,0 5 15 16,0 0 14-16,0 0 17 0,0 4 7 0,4-2 10 15,-4 1 6-15,0 5-1 0,0-3-1 0,3 0 1 0,2 1-2 16,-5 6-2-16,10-4 1 0,-3 2-3 0,-7 2 1 15,19 2-1-15,-4-1 3 0,2 6 2 0,1-2-9 16,0 6 5-16,-1-6-1 0,1 5 2 0,-1-2 2 16,-1 1 4-16,-1 6 2 0,5-5 0 0,-7 0 1 15,-3 5-2-15,5-4 0 0,-2 0 3 0,-5 3-5 16,-1-4 4-16,-7 1 3 0,7-2 2 0,-7 2 18 16,0-3 9-16,-2 0 11 0,-3-1 15 0,-2 2 10 15,-1-6-7-15,2 0 11 0,-1 1 6 0,-1-3 7 16,8-1 2-16,-15 0 3 0,15 0-4 0,-15-9-7 15,8 5-8-15,-1-4-11 0,1 1-4 0,4-2-11 16,-2-4-4-16,5 1-8 0,3 0-4 0,2 0-6 16,2-3-3-16,0-1-4 0,1 5-6 0,0-4-5 15,5 8-1-15,4-2-6 0,-5-2 3 0,-3 6-2 16,11-2-5-16,-3 2 11 0,-2-2-12 0,-2 3-1 0,2 3-2 16,0-1-2-16,1 4-1 0,-1-2-6 15,-1 1 9-15,2 3-12 0,-1 3 7 0,-5 0-4 16,1 1 0-16,3 4 7 0,1-2-6 0,-7 0-8 15,3 4 3-15,-4 1-3 0,3-2-10 0,-2 3-10 0,-1-3-19 16,1 1-17-16,-1 2-17 0,-1-7-15 0,-4 1-19 16,5 1-17-16,-6-3-24 0,6 0-22 15,0-1-39-15,-1-2-23 0,4-2-45 0,2-3-22 16,-4 0-203-16,-8 0-555 0,30-7 246 0</inkml:trace>
  <inkml:trace contextRef="#ctx0" brushRef="#br0" timeOffset="-188412.15">5106 12442 228 0,'5'-7'247'0,"-5"-2"3"0,-5 3-2 0,3-2-7 16,-3 1-12-16,4 1-11 0,-8 3-9 0,9 3-16 15,-13-4-15-15,5 0-17 0,8 4-8 0,-22 4-23 16,14-3-13-16,1 6-12 0,-8 0-11 0,1 1-9 16,5 2-9-16,-2-3-7 0,2 7-8 0,1-1-4 15,5-3-6-15,1 7-5 0,-1-2-1 0,3 3-10 16,5-6 2-16,3 7-7 0,-1-2 0 0,3-2-1 15,0 0-4-15,3 0 5 0,2 1-11 0,-2-4 7 16,2 2-9-16,0-1 0 0,-5-1 1 0,3 0-5 16,-5-4-1-16,4 1 1 0,-6-4-4 0,-2-1 3 15,2 3 1-15,-6-3-2 0,0-4 1 0,0 0 1 16,-6 7-3-16,-4-6-7 0,-3-1-12 0,-9 0-24 16,2-1-30-16,-11-1-35 0,1-2-49 0,-5 3-45 15,4-7-52-15,-2 4-52 0,-4-3-179 0,2 3-512 16,6-4 227-16</inkml:trace>
  <inkml:trace contextRef="#ctx0" brushRef="#br0" timeOffset="-188262.3">4816 12318 121 0,'0'-3'166'0,"0"3"-14"0,0-8-16 0,0 8-23 0,2-7-37 15,-2 7-52-15,6-9-35 0,1 6-61 0,-7 3-46 16,0 0-128-16,0 0 58 0</inkml:trace>
  <inkml:trace contextRef="#ctx0" brushRef="#br0" timeOffset="-187429.07">5238 11715 132 0,'5'-6'331'0,"-3"0"-37"0,4 3-29 0,-6 3-30 15,0 0-23-15,15 15-17 0,-10-3-6 0,0 6-2 16,2 3-18-16,1 9-10 0,4 11-10 0,-1 2-16 16,1 2-12-16,0 4-8 0,-4 1-10 0,2 3-13 15,1 2-2-15,1 0-7 0,-2-1-8 0,1 22-13 16,-1-22-4-16,0-2-3 0,-6-1-8 0,7 2-3 15,-3-7-2-15,-1-1-6 0,8-3-1 0,-13-1-2 16,6-10-2-16,-8-1-7 0,0-3 3 0,0-7-5 16,0-4 0-16,3 0-16 0,-3-5-9 0,0-3 4 15,-3 0 0-15,8-4-11 0,-5-4-15 0,0 0-10 16,0 0 3-16,0 0-21 0,5-21-10 0,-3 4-15 16,1 2-16-16,0-6-22 0,4-5-7 0,-6 2-15 15,1-3 10-15,-2 0 15 0,5 3 13 0,-5 5 18 0,-5-4 22 16,5 7 26-16,-8-2 27 0,6 0 22 15,-1-1 23-15,-2 8 19 0,0-4 14 0,3 4 12 16,-1 1 12-16,-7 1 8 0,8 3 12 0,-3-1 8 16,5-1 2-16,0 2-9 0,-6 0-7 0,6 6-8 0,0-11-14 15,6 7-3-15,-1 0-10 0,7-3-5 0,-12 7-10 16,18-4-2-16,-1 0-9 0,-2 0-8 16,4 1-3-16,0 6-1 0,1-1-5 0,-1 1-4 15,0 0-4-15,0 1 10 0,0 1-16 0,-1 1-4 0,-2 2 2 16,-1-1-4-16,0 2 1 0,2 3-2 0,-4 0-2 15,0 0-1-15,-3 3-1 0,2 4-1 0,-4-4 4 16,-1 5-4-16,-1-1-3 0,-2 0 4 16,-4-1-5-16,0-1-16 0,0 2-25 0,0-2-14 0,0-3-14 15,0-2-18-15,0-1-12 0,0 1-8 0,5-4-6 16,-4-1-18-16,7 0-25 0,4-2-28 0,-2-5-17 16,3 0-6-16,7 0 0 0,-2-4 3 0,5-3 16 15,-3 3 6-15,10-8 14 0,-2-2 8 0,0-4 4 16,-1 1 7-16,9-7 10 0,-8 5 16 0,2-4 14 15,-2-5 19-15,-4 5 33 0,-5 1 32 0,-2 1 46 16,-2 9 43-16,-5-11 43 0,0 15 38 0,-5-6 24 16,0 2 14-16,-5 3 8 0,0-3-1 0,-2 5 2 15,-1-2-9-15,3-1-12 0,-9 6-9 0,1-2-13 16,-5 4-11-16,-2-1-10 0,-3 6-4 0,-2 1-10 16,-2 1 11-16,-1 8-1 0,0-3-13 0,-3 4-9 15,11-2-10-15,-7 1-9 0,7 1-7 0,4 1-3 16,-1 2-9-16,2-2-7 0,2 5-8 0,5-5-8 15,-4 0-3-15,7 4 4 0,0-2-6 0,3 0-5 0,1-3 7 16,6-1-10-16,-2 1 0 0,2 0 1 0,5-2-10 16,1-1-11-16,6-1-10 0,-1-1-18 15,7 0-11-15,2 0-16 0,-10-2-21 0,8-7-11 16,-5-4-13-16,4 4-14 0,-6-4-27 0,7-4-31 0,-1 0-45 16,-1-2-47-16,3-3-47 0,-8-6-215 0,2 0-561 15,-3-2 248-15</inkml:trace>
  <inkml:trace contextRef="#ctx0" brushRef="#br0" timeOffset="-187261.31">6230 12104 92 0,'-9'-7'220'0,"1"6"-23"0,3-3-21 16,-1-1-13-16,6 5-19 0,-7-3-14 0,7 3-14 15,0 0-8-15,0 0-14 0,0 0-20 0,0 0-32 16,7 21-36-16,-2-12-35 0,1-2-43 0,-3 3-38 15,4-3-116-15,3 3-243 0,0 5 108 0</inkml:trace>
  <inkml:trace contextRef="#ctx0" brushRef="#br0" timeOffset="-186879">6850 12604 160 0,'0'0'453'0,"0"8"-36"0,0-8-30 0,0 0-42 16,0 8-21-16,0-8-42 0,0 5-32 0,-1 2-29 16,2-1-20-16,-7 1-17 0,4 0-23 0,2 4-13 15,-2-2-16-15,2 1-10 0,-5 2-15 0,5 0-9 16,0-1-9-16,-1 1-10 0,2 0-5 0,-1-1-17 0,5-1-1 15,-3-2-3-15,0-3-2 0,4 6-2 0,1-7-4 16,0 3-6-16,1-6 4 0,-2-1-5 0,4 1 7 16,0-1 20-16,-10 0 12 0,17-2 4 15,-10-3 5-15,1 2-4 0,0-4 0 0,-1-3-3 0,-2 5 0 16,-2-7-4-16,-3 1-5 0,0 0-8 0,2 2-7 16,-4-1-5-16,-1-2-8 0,-2 3-5 0,-2-2-17 15,-1 4-20-15,0 2-20 0,-6-5-22 0,-1 2-32 16,0 3-32-16,2 1-37 0,5 0-26 0,-7 3-28 15,0 1-34-15,15 0-40 0,-18 0-39 0,18 0-47 16,-17 0-282-16,12 1-692 0,5-1 306 0</inkml:trace>
  <inkml:trace contextRef="#ctx0" brushRef="#br0" timeOffset="-186561.34">6883 12310 129 0,'-18'-3'305'0,"10"5"-10"0,-7-2-23 16,0 1-23-16,0 4-25 0,5-2-21 15,0 5-17-15,0 0-20 0,4-3-16 0,-1 9-15 16,-1-6-10-16,8 4-12 0,-5-1-12 0,5-2-7 16,0 3-10-16,5-2-4 0,3 1-11 0,-1-3 5 0,-5-1 5 15,7 1 8-15,-4-3 9 0,5 2 10 0,0-6 11 16,-3 3-2-16,1-4 8 0,-8 0 2 15,22-1 10-15,-14-3-3 0,-1 0 0 0,1-4 1 0,-3 0-16 16,1 1-9-16,-1-1-8 0,-5-3-11 0,4 3-7 16,-3-6-10-16,-1 1-9 0,-1 4-5 0,-3-2-20 15,-6 2-25-15,4-3-38 0,-1 4-53 16,-1-1-55-16,0 2-51 0,-6-1-60 0,0 4-76 0,5 0-79 16,-6 4-234-16,5 0-684 0,10 0 304 0</inkml:trace>
  <inkml:trace contextRef="#ctx0" brushRef="#br0" timeOffset="-48527.65">4753 13674 280 0,'5'-9'327'15,"-5"-3"-2"-15,2 1-2 0,5 3-2 0,-6-6 6 0,2 5-2 16,-3-2-8-16,2 1-7 0,-2 5-6 0,0-2-9 16,2 2-29-16,-2 5-20 0,5-8-17 0,-2 4-35 15,-3 4-23-15,0 0-22 0,0 0-8 0,0 0-11 16,5 12-9-16,2-2-13 0,-1 6-2 0,1 0-8 15,1 1-10-15,-1 10-5 0,1-1-9 0,0 2-8 16,2 2-6-16,-5 11-5 0,5-9-4 0,-7-3-9 16,4 1-2-16,-5 0-5 0,4-3-1 0,-2 1-17 15,1-1-14-15,-5-5-22 0,0-3-22 0,0 2-19 16,0-6-22-16,0 1-19 0,1 3-28 0,-1-11-13 16,-1 2-18-16,1-3-10 0,0-1 8 0,0-6-4 15,-2 8-34-15,2-8-30 0,0 0-22 0,0 0-33 16,0 0-22-16,0 0-40 0,-8-28-188 0,8 15-579 0,-5-7 255 15</inkml:trace>
  <inkml:trace contextRef="#ctx0" brushRef="#br0" timeOffset="-48245.15">4824 13600 196 0,'0'-7'257'0,"0"-1"-8"0,0 8-10 0,0-9-12 15,0 9-19-15,0-10-23 0,0 10-16 0,7-5-21 16,-7 5-15-16,0 0-12 0,0 0-14 0,17 11-9 16,-11-7-10-16,4 10-6 0,0 1-10 0,2 0-6 15,1 9-2-15,0-3-10 0,4 2-5 0,-6 1-4 16,4-2-3-16,2 1-6 0,-1 4 2 0,4-6-7 16,-3-1-5-16,-1 5-1 0,2-5-5 0,-1 0-15 15,-4-5-16-15,2 0-18 0,2-6-16 0,-4 0-23 16,2 0-24-16,0-3-21 0,0-4-29 0,5-2-11 15,-9-2-21-15,2 2-9 0,-1-6-20 0,-4 0-109 16,0-3-337-16,1 2 150 0</inkml:trace>
  <inkml:trace contextRef="#ctx0" brushRef="#br0" timeOffset="-47844.39">5308 13653 19 0,'0'0'125'15,"-5"-7"-5"-15,5 7-14 0,0 0-4 0,0 0 11 16,0 0-12-16,0 0-5 0,-17 16-14 15,12-5-3-15,0 1 3 0,0 3 9 0,-5 1 4 0,5 3-3 16,-6 7 1-16,4-2-2 0,-3 4-5 0,-1-2-4 16,-1-1-6-16,2-2-4 0,0 3-4 0,4-7-7 15,-4-3 2-15,1-1 0 0,3 2 1 0,1-8 1 16,-2 3 7-16,4-4 12 0,-2-1 17 0,3-4 14 16,2-3-7-16,0 0-10 0,0 0-1 0,0 0-14 15,-5-17-7-15,5 7-10 0,7-8-3 0,1 0-6 16,5-6-5-16,-4-3-2 0,4-4-5 0,2-5-8 15,1-6 1-15,-2 13-2 0,2-13 15 0,-4 17 3 16,-2-1 13-16,-2 2 12 0,0 0 19 0,-3 5 8 16,2 8-2-16,-4 0-3 0,4-1-11 0,-7 4-11 15,5-1-16-15,-4 7-8 0,6-3-7 0,-7 5-3 16,0 0-5-16,0 0-1 0,15 17 3 0,-10-7-17 16,2 6 4-16,-2 3-4 0,1 4-6 0,1 4 1 15,1-3 0-15,2 4-9 0,0-1 0 0,0 2 1 16,-4-4-13-16,9 4-23 0,-1-2-16 0,-1-2-11 15,-3 1-4-15,1-7-19 0,1-1-14 0,-2-1-13 16,0-1-16-16,-2-4-14 0,4 0-24 0,-4 2-28 0,7-5-23 16,1 1-45-16,1-5-22 0,-7-2-18 0,0-1-169 15,6 5-498-15,-4-3 220 0</inkml:trace>
  <inkml:trace contextRef="#ctx0" brushRef="#br0" timeOffset="-47327.87">6096 13905 160 0,'5'-12'197'16,"-5"3"4"-16,0-1-2 0,0 0 0 0,0 1 1 16,0-1-4-16,-5-2-5 0,0 2-12 0,0 3-4 15,-5 2-9-15,3-5-11 0,-3 5-11 0,-1 3-15 16,1-3-1-16,-4 4-23 0,1-2-11 0,3 3-6 15,-8 0-7-15,3 3-6 0,-1 2-9 0,-1-1-3 16,2 4-8-16,-3 0-4 0,3 2-2 0,-1 3-12 16,1-1 1-16,0 4 0 0,1-1-6 0,5 4-2 15,-5-3-4-15,6 3 0 0,-5 0-9 0,11 1 1 0,-4-3 3 16,-1 3-7-16,7-3 6 0,0 0-7 16,2-2 2-16,3 0-7 0,1 0-3 0,2-4 5 15,-1-3 1-15,1-3-3 0,7 0 3 0,0-3 0 16,5 1-6-16,-3-6 2 0,4 1-1 0,-4-5-4 0,-1 0 3 15,1-4-3-15,-2 2 5 0,1-2-1 0,-1-3 1 16,-7 1 6-16,4 2 17 0,-5-4 13 0,1 6 19 16,-7-2 9-16,4 1 20 0,-1 0 4 0,-1 2-3 15,-1-3-4-15,-2 4-4 0,0-1-6 0,0 8-8 16,1-10-10-16,-1 7-13 0,0 3-6 0,0 0 1 16,0 0-6-16,0 0-11 0,0 0-2 0,0 0-1 15,0 0-1-15,-10 20-7 0,10-12-4 0,4 0-13 16,-4 3-15-16,5-1-10 0,-2 0-6 0,4 2-15 15,1 5-10-15,0-4-13 0,2 2-13 0,2-6-17 16,3 3-10-16,-2-1-18 0,2-2-22 0,-2-2-28 16,2-1-17-16,-7-4-20 0,9 3-24 0,-6-5-6 15,3 0-11-15,-5-2-15 0,5-1-145 0,-1-3-451 16,-5-1 200-16</inkml:trace>
  <inkml:trace contextRef="#ctx0" brushRef="#br0" timeOffset="-46961.5">6298 13794 98 0,'-4'-6'195'0,"-1"2"-9"16,5 4-14-16,-5-10-19 0,5 10-11 0,-3-3-13 16,3 3-6-16,0 0-7 0,0 0-6 15,-3 22-6-15,3-14-4 0,3 3-1 0,-1-2-5 0,3 9-7 16,-4-2-7-16,6-1-7 0,-4 2-8 0,4 1-4 16,-1-2-5-16,1 3-7 0,0-4-6 0,-1-2-2 15,1 2-9-15,-2-3 0 0,1 2-6 0,-2-5 2 16,1-1-3-16,-2 2 0 0,0-5-3 0,2 3 16 15,-1-2 21-15,-4-6 23 0,3 1 8 0,-3-1-8 16,0 0-6-16,0 0-2 0,0 0 0 0,10-13 3 16,-7 7-1-16,1-3 0 0,-3-1 1 0,4 1 0 15,2-2 8-15,-4 0 8 0,9-2 9 0,-11 1 5 16,6 3-4-16,1 0-3 0,-4-3-6 0,0 5-6 16,8-4-4-16,-9 3-10 0,9 1-4 0,-4-1-14 15,1 3-2-15,-1-2-8 0,5 3-15 0,-5 4 9 16,7 0-5-16,-15 0-7 0,22 3-11 0,-11 3 7 15,-1 0 1-15,2 2-26 0,-2 0-19 0,6 4-8 16,-7-1-22-16,4 4-15 0,-2 0-14 0,-1 0-20 0,-1 0-23 16,-1 3-21-16,-1-1-34 0,-3-3-31 15,6 3-27-15,-6-4-13 0,4 2-38 0,-1-7-235 16,-1 1-562-16,-2-3 249 0</inkml:trace>
  <inkml:trace contextRef="#ctx0" brushRef="#br0" timeOffset="-46045.07">6835 13448 213 0,'-1'-7'314'0,"-4"3"-21"0,3-4-30 0,2 8-29 15,0-7-25-15,0 7-22 0,0 0-18 0,0 0-22 16,0 0-12-16,0 0-12 0,0 0-10 0,13 16-13 15,-4-6-13-15,-1-2-8 0,-1 8-6 0,1-3-2 16,5 5-16-16,0 8-3 0,-3-2-5 0,-1-1-5 16,-3 4-4-16,7 0-3 0,-6-3-7 0,0 3 4 15,-2-1-7-15,1 2-5 0,-1-2 0 0,2 1-5 16,-6-3 2-16,4 3-1 0,-5-7 1 0,2-1-1 16,-2-3-4-16,0 1 0 0,0-3-2 0,0-6 1 15,-2 4 4-15,2-4 16 0,-3-1 21 0,6 0 14 0,-3-2 38 16,0-5 17-16,0 0 10 0,0 0-14 15,0 0-13-15,0 0-1 0,22-16-20 0,-14 8-9 16,-4-2-4-16,9-2-6 0,0-1-10 0,2-2-3 0,0 1-5 16,1 0-8-16,-1 3-3 0,0-3-7 0,0 5-6 15,0-4 0-15,-2 6-3 0,-3 2 0 0,8-1-6 16,-8 2-2-16,4 1 2 0,-6 6-4 16,5 1-5-16,-5-3 2 0,1 5-4 0,4 0-8 0,-5 6-11 15,5-2-3-15,-4 5-16 0,1-3-1 0,1 7-9 16,-1-6-10-16,3 2-5 0,1 3 0 0,-1-2-17 15,-3-1-8-15,5 2-6 0,-2-2-5 0,5-3-5 16,-5-1-3-16,4-1 0 0,3-2-3 0,-4-1-8 16,4-1 4-16,2-6 2 0,-6 2 7 0,6-8 10 15,-6 2 8-15,-1-1 8 0,3-3 9 0,-3-1 8 16,0-1 8-16,2-4 3 0,-9 1 3 0,0-6 6 16,4 1 3-16,-6 1 7 0,-2-2 3 0,-1-3 3 15,-1 5 5-15,-2-3 5 0,-2 3 16 0,-1 0 4 16,-2 2 6-16,0 3 2 0,0 5 2 0,-2-5-4 15,2 8-1-15,-5-3 0 0,0 0-1 0,2 5-2 16,-3 2 1-16,-1 7-3 0,-1-5-2 0,-2 5 3 16,2-2-2-16,-2 8 2 0,-7-3-1 0,12 5-3 0,-3-1 1 15,-2 2-1-15,2 2-1 0,5-1 3 0,-6 2 0 16,8-1-2-16,1 0 2 0,0 0-1 16,5-2 1-16,0 3 1 0,1-3 0 0,6-5-2 15,0-1 1-15,1 0 1 0,-1-3-1 0,9-2 0 0,-9-1-3 16,6 2 2-16,4-8-2 0,-3-2 1 0,6-3-1 15,0 3 0-15,-3-4 4 0,-2-4-1 0,0 0 14 16,-2 0 7-16,-2 1 10 0,1-5 5 0,1 5 7 16,-3-3 6-16,-3 1 5 0,-2-3 23 0,0 1 0 15,0 7 12-15,-4-3 3 0,6 3-5 0,-5 1 0 16,-2 2-17-16,3-2 0 0,-1 2-17 0,-2 5-5 16,1-7-3-16,-1 7-10 0,0 0-3 0,0 0-4 15,0 0-3-15,0 0-3 0,0 0-4 0,7 21-8 16,-7-15 4-16,5 3-11 0,-4 1-2 0,4-1-5 15,4 5-11-15,2-2-6 0,-6 0-6 0,7 0-6 16,-2 3-12-16,5-4-7 0,0 1-12 0,-1-2-10 16,1 0-14-16,0-2-12 0,5-1-14 0,-5-5-8 15,2 1-16-15,-3 2-9 0,1-10-13 0,-1 4-14 0,-6-1 1 16,7-4-6-16,0-2-8 0,-2-2 5 16,-3 0 1-16,1-1 0 0,-1-5 5 0,-1-1-110 15,1-7-305-15,-7 0 136 0</inkml:trace>
  <inkml:trace contextRef="#ctx0" brushRef="#br0" timeOffset="-45561.63">8059 13353 176 0,'-5'-17'253'0,"1"-1"-1"0,1 5-4 15,1 2-7-15,-1-1-4 0,1 7-16 0,-1-2-19 16,0 0-24-16,3 3-24 0,0 4-16 0,0 0-12 16,0 0-15-16,0 0-9 0,0 0-13 0,6 19-9 15,-1-7-5-15,-1 4-8 0,2 7-7 0,1-7-7 16,-4 11-2-16,4 0-9 0,-1 12-3 0,1 2-2 15,3-2-2-15,-2-8-4 0,6 10-2 0,-8-4-5 16,6 2 1-16,-6-10-3 0,6 10-5 0,3-3 0 16,-7-5 1-16,0 0-5 0,4-4-2 0,3-2-14 15,-7-3-13-15,5-3-9 0,-4-6-13 0,-1-4-12 16,-1 0-6-16,1-3-12 0,5-5-8 0,-6 3-4 16,-7-4-3-16,21-5 0 0,-11-1-1 0,5-2 8 15,-7 0 0-15,4-4-3 0,-2-3-7 0,3-4-5 16,-6 0-1-16,1-6 1 0,-1-7-6 0,1 3 10 15,0-11 6-15,-3 11 6 0,-3-13 7 0,-1 3 19 0,-1 11 14 16,0-2 23-16,-1 5 21 0,1-4 32 0,0 4 14 16,0 5 17-16,0-1 31 0,-4 6 17 0,0-3 14 15,4 7 6-15,-5 0 3 0,5 0 3 0,0 2-3 16,-2 2-7-16,0-1-20 0,1 2-17 0,1 6-11 16,0 0-11-16,0 0-7 0,0 0-6 0,0 0-8 15,-4 25-7-15,4-13-7 0,4 5-2 0,-3 10-1 16,3 0-1-16,1 0-7 0,-1 2-4 0,1 3 1 15,0-1-9-15,2 7 4 0,0 1-6 0,-1-7 1 16,3-2 0-16,-3-2-5 0,-1 1-9 0,0 1-10 16,5 0-23-16,-5-6-17 0,-3 2-16 0,3-7-11 15,-4-3-17-15,6-2-23 0,-7 1-21 0,0-5-22 16,0 0-15-16,0-5-27 0,0 0-41 0,0-5-198 16,0 0-472-16,0 0 209 0</inkml:trace>
  <inkml:trace contextRef="#ctx0" brushRef="#br0" timeOffset="-44643.02">8219 13712 154 0,'-8'-8'276'15,"-2"0"3"-15,0 4-5 0,10-2-7 0,-8 1-16 16,1 2-17-16,7 3-24 0,-6-5-26 0,6 5-16 16,0 0-19-16,0 0-16 0,0 0-12 0,0 0-14 0,0 0-8 15,36 8-10-15,-16-3-10 0,8 2-8 0,5 1-12 16,10 4-13-16,0-5-9 0,2 1-13 15,4-1-4-15,-1 4-6 0,2-5-8 0,6 3-5 0,-3-4-5 16,-1-2-7-16,2 2-4 0,-4 3-3 0,-5-8 3 16,-7 2-5-16,-4-1 0 0,-4-1 0 0,5-1 6 15,-14-1 0-15,-2-1 3 0,2-2 2 0,-13 1-1 16,4 3 6-16,-2-2 0 0,-5-2-1 0,-2 1 3 16,-3 4-2-16,-1-11 5 0,-6 5 5 0,-1 1 2 15,-1 1 9-15,-4-2-3 0,-8 3 3 0,4 0 7 16,-6 0-1-16,-5 3 5 0,6 3 4 0,-7 0 0 15,0 3 5-15,1 5 2 0,2-7-4 0,-4 5 1 16,2 5-6-16,5 2-5 0,1-2 0 0,4 3 3 16,0 3-8-16,6-3-1 0,1-1-1 0,4 2-2 15,-1 0-1-15,3 0 1 0,5 2-1 0,0-5-4 16,0 1 2-16,8-1 9 0,0-2-9 0,2 2-2 16,2-3-3-16,3-9 12 0,1 4-11 0,1-2-9 15,-1-3-1-15,6-4-3 0,-4-1-4 0,7-1 2 0,1-4 2 16,2-4-4-16,-4-1-4 0,-3-2 3 15,1-4-5-15,-1 0 6 0,6 0-2 0,-9-4 4 16,2 1 2-16,-7 1-2 0,-3 3 4 0,0-2-6 0,1 6 7 16,-4-3 5-16,0 2 9 0,-6 5-4 0,1 0 7 15,1 1-2-15,-1 1 5 0,-2 0-10 0,0 8-4 16,-5-9 3-16,3 6-5 0,2 3 0 16,0 0 1-16,0 0-2 0,-21 10 2 0,14-7-3 0,1 5 1 15,2 1 1-15,-1 1 0 0,2 2-4 0,-2 3 1 16,5 1 1-16,-2-3 1 0,2 5 1 0,2-2-3 15,3-1 3-15,-2 0 2 0,4-3-4 0,1 3 0 16,0-4 3-16,4-2-1 0,-2 0 2 0,2-3-1 16,-1-2-7-16,1 1-1 0,4-3 2 0,1-4-2 15,-2 2-2-15,-2-6-1 0,0 3 2 0,2-8-5 16,0-1 5-16,0 4-2 0,0-6 9 0,0 1-10 16,0-3-2-16,-2 1 8 0,0-2 1 0,-3 2-2 15,-2 4 5-15,1-4 5 0,-4 6-17 0,3 0 4 16,-3-1 5-16,-2 3-1 0,0 2-3 0,-1-2-3 15,-2 7-2-15,5-3 1 0,-5 3 2 0,0 0 4 16,0 0-3-16,-3 19 2 0,6-11-1 0,-3 3 1 16,0 0 2-16,3 2-2 0,-3-4 0 0,7 6 2 0,0 0-1 15,-4-6-2-15,4 1 2 0,1 1 0 0,5-3 9 16,-3 0-7-16,-3 0 1 0,9-1 1 16,-4-3 2-16,1-3 2 0,2-1-8 0,1-1 9 15,-6-1 0-15,0-3 0 0,-1-2 9 0,2 1 1 0,6-5 6 16,-7-1 1-16,0 1 10 0,1-3 12 0,-6 5 16 15,0-6 5-15,0-1 7 0,2-4 15 0,-1 6-14 16,1 4 7-16,-5-2-3 0,4 3-7 0,-1 0-3 16,-2 0-6-16,-3 2-7 0,7 0-10 0,-7 4-8 15,0 3 0-15,8-4-10 0,-8 4-5 0,0 0-4 16,14 12-11-16,-4-9-8 0,-6 4 5 0,3 2-29 16,1 1-4-16,1 5-14 0,-3-5-12 0,1-1-13 15,3 0-12-15,3 3-21 0,-5 3-19 0,1-9-22 16,2 8-42-16,-3-7-45 0,6 2-42 0,-6-5-59 15,0-1-201-15,6 1-575 0,-8-3 254 0</inkml:trace>
  <inkml:trace contextRef="#ctx0" brushRef="#br0" timeOffset="-43978.49">4230 13989 82 0,'0'0'459'0,"-8"-6"-2"0,8 6-9 16,-13-1-20-16,13 1-35 0,-9-2-31 0,9 2-32 15,0 0-30-15,-9-1-29 0,9 1-31 0,0 0-24 16,0 0-28-16,0 0-26 0,0 0-41 0,0 0-29 15,0 0-49-15,23-8-69 0,0 5-72 0,5-2-65 16,17 4-80-16,1-5-77 0,4 3-304 0,6 2-676 16,-1-6 299-16</inkml:trace>
  <inkml:trace contextRef="#ctx0" brushRef="#br0" timeOffset="-43261.19">10636 13407 289 0,'-2'-20'367'0,"0"4"-7"0,-4 1-18 0,1 4-14 15,3 2-19-15,2 2-22 0,-3-1-30 0,0 3-22 16,3 5-33-16,0-11-25 0,0 11-18 0,0 0-3 16,0 0-31-16,13 21-11 0,-3-3-17 0,3 6-2 15,2 3-10-15,-4 0-2 0,-1 3-14 0,5 0-4 0,0 9-19 16,-2-11-16-16,-4 4-32 0,2-1-10 0,-2 1-8 16,0-5-30-16,1-2-12 0,0 1-28 15,0-2-26-15,-5-4-28 0,3-2-35 0,-3-6-21 0,-3-2-21 16,1-3-13-16,4-2-34 0,-7-2-179 0,0-3-483 15,0 0 213-15</inkml:trace>
  <inkml:trace contextRef="#ctx0" brushRef="#br0" timeOffset="-42811.09">10584 13336 242 0,'-8'-5'270'15,"6"-3"-18"-15,-3 1-16 0,4 0-23 0,1 7-22 16,5-10-15-16,-2 7-20 0,10-3-16 0,-1 3-12 15,3 2-12-15,5 1-9 0,1 0 0 0,12 0-11 16,-8 3-9-16,10 2-5 0,1 0-12 0,-4 1-5 16,3 0-6-16,-6 8-6 0,3-3-7 0,-2 3-7 15,-1-1-2-15,-1 3-4 0,2 4-2 0,-2 0-2 0,-4-1-3 16,-8 4-2-16,2 1-3 0,-4 3-2 16,-6-5 0-16,-3 7-4 0,1-4-2 0,-6 2-2 15,-3 0 2-15,-8 0-3 0,1-3 4 0,-2 2-4 16,-6-5 3-16,-2-2-5 0,2 1-3 0,-4-5 2 0,4-4 2 15,1 0-2-15,-4-4 1 0,6 2 0 0,-3-3 18 16,6-5-3-16,2 0-1 0,10-1-4 0,-20-4 1 16,16-2-7-16,2-3 1 0,0-1-2 0,6-3-2 15,2 0-3-15,2-6-2 0,7 2-1 0,5-4 0 16,-3-3-2-16,11 1-2 0,0 4-1 0,-5 3-4 16,7 0 3-16,-2-2-3 0,-5 6 3 0,-1 5-1 15,-2 4 0-15,-5-2-1 0,1 8 1 0,-3-1 0 16,2 4 0-16,-5-2 4 0,5 7-2 0,-7-2-1 15,2 1 1-15,0 6 0 0,2 7 0 0,-2-6 8 16,0 5-6-16,3 2-1 0,0 1 1 0,-5-8 1 16,7 3-1-16,-5-2 1 0,2-5-5 0,3 5-16 15,-7-6-17-15,9-1-15 0,-4-2-25 0,2 2-27 0,-7-4-39 16,4-6-32-16,-3 3-33 0,5-8-37 16,-3 3-151-16,1-2-429 0,-1-3 189 0</inkml:trace>
  <inkml:trace contextRef="#ctx0" brushRef="#br0" timeOffset="-42461.06">11806 13467 42 0,'-10'-7'270'0,"8"2"-6"0,2 5-12 0,-8-3-19 16,8 3-18-16,0 0-16 0,0 0-14 0,-18 1-17 15,18-1-13-15,-8 8-11 0,8-4-4 0,-2 3-4 16,2-7-7-16,-5 8-6 0,5 0-8 0,5-1-6 15,-5 1-2-15,2 1-14 0,-2 0-7 0,6-1-1 16,-4 2-7-16,-2-3-5 0,6 8-7 0,1-5-10 16,1 0-6-16,-8 1-1 0,12-3-2 0,-7 4-6 15,5-1-9-15,-7 0 0 0,2-1-5 0,2-1 1 0,-4 0 1 16,2 0-7-16,-2-3 1 0,1-2-12 16,-1 3 5-16,2-3-3 0,-3 0 1 0,2 1-1 15,-4-5-5-15,2 7-5 0,-2-7 4 0,0 0-8 16,-5 11 2-16,-1-8-2 0,1-2-1 0,-4 1-10 0,-1 4-7 15,-1-5-7-15,-2 1 0 0,-7-1-25 0,3-1-14 16,-4 5-14-16,-8 1-14 0,8-5-22 0,-1 2-12 16,3 4-16-16,-3-7-22 0,-3 4-36 0,7-4-32 15,3 0-206-15,-5 1-475 0,7-1 211 0</inkml:trace>
  <inkml:trace contextRef="#ctx0" brushRef="#br0" timeOffset="-42245.09">11783 13173 180 0,'-4'-6'359'0,"4"6"-30"0,-5-6-32 16,5 6-32-16,0 0-29 0,-6-7-24 0,6 7-24 15,0 0-26-15,0 0-11 0,0 0-22 0,0 0-19 16,0 0-34-16,21 13-30 0,-12-7-27 0,-1 2-49 0,3-1-57 15,-1 5-58-15,5-3-52 0,-1 3-187 0,0-1-415 16,-2-3 184-16</inkml:trace>
  <inkml:trace contextRef="#ctx0" brushRef="#br0" timeOffset="-41994.15">12188 13105 22 0,'-6'14'253'0,"6"-6"-8"0,0 4-18 15,3 3-14-15,-1 4-2 0,-1 1-20 0,3 7-13 16,-1-2-15-16,3 7-6 0,1-4-9 0,-5 11-12 16,4 3-14-16,1-11-9 0,0 8-14 0,3 0-6 15,-4 3-14-15,4-3-4 0,-3 0-7 0,1-7-7 16,0-1-10-16,-3-4-22 0,2 2-21 0,-1-2-26 15,-6-6-26-15,7-6-24 0,-7 4-32 0,2-3-40 0,1-8-36 16,0 2-33-16,-3-3-156 0,-3-4-395 0,3-3 175 16</inkml:trace>
  <inkml:trace contextRef="#ctx0" brushRef="#br0" timeOffset="-41128.16">12223 13600 47 0,'0'0'211'0,"-5"-7"-8"0,5 7-12 16,-3-3-23-16,3 3-17 0,0 0-11 0,0 0-15 16,0 0-13-16,0 0-5 0,0 0-9 0,0 0-8 15,0 0-9-15,28 6-7 0,-15-6-8 0,7 2-6 16,-2 0-7-16,15 1-6 0,4 1-6 0,-1-4-3 16,-1 0-5-16,11 4-1 0,-3-3-7 0,-6-1-3 15,7-5-5-15,-12 5-3 0,1-2-4 0,-2-3-2 16,-1 4-9-16,-7-2 7 0,-8 0-6 0,7 0 6 15,-7-4-1-15,-2 5 4 0,-5-3 2 0,0 1 0 16,-1 1-1-16,-2-3-1 0,-5-1-3 0,0 7 3 0,0-10-1 16,0 10-2-16,-10-2 3 0,7-3 5 15,-6 0 5-15,-4 2-1 0,13 3 2 0,-21 3 5 16,11-6-1-16,-8 6 5 0,3 2 2 0,-2 1 6 0,-4-2 5 16,6 4-2-16,-15 4 2 0,7-3 2 0,0 6-6 15,-6-1 1-15,3 2-2 0,3-1-1 0,0 4-8 16,3-2-2-16,-2 1-5 0,11-3 1 0,-3-2 1 15,1 2-2-15,10-1-6 0,-4-1 1 0,2-1-3 16,5-2 3-16,9-1-1 0,-5-4-1 0,11 3-2 16,0-5-4-16,7-3 1 0,-2-3-4 0,6-2-1 15,2 0-1-15,0-3-4 0,-6 2 3 0,8-6-1 16,-5 1-1-16,3-5 0 0,-5 7 2 0,0-3 0 16,-3-2-4-16,1-1 4 0,-6 7 2 0,0-3-3 15,-7 2 8-15,-1 1 7 0,1 1 5 0,-3 1 3 16,2 0-1-16,-4 2-3 0,4 2-4 0,-7 2 2 15,2-6-5-15,-2 6-2 0,0 0-3 0,0 0 0 16,0 0-3-16,0 0 1 0,0 0 1 0,0 0-2 0,0 18-1 16,0-18 1-16,-2 13 0 0,2-5-4 15,2-2 8-15,-2 1-5 0,0 3 2 0,5-5-4 16,-5 3 4-16,6-2 1 0,-3 0-3 0,6 0 0 0,-4-3 0 16,3 0 3-16,0 3 0 0,5-5-2 0,-4 1-3 15,4-2 4-15,0 0-4 0,0 0 1 0,-3-3 2 16,4-3 0-16,-1 3-4 0,-2-3 2 15,4 2-7-15,-8-3 2 0,8-3 3 0,-5 0-1 0,1-2 3 16,-4 4-3-16,1-3-4 0,-1 3 5 0,1 0 1 16,-1 0-1-16,-7 1 8 0,6 1 12 0,-4 0 0 15,3 0 0-15,-5 6-4 0,3-5-3 0,-3 5-5 16,0 0-1-16,4-4-3 0,-4 4-1 0,0 0 2 16,0 0-2-16,0 0-2 0,0 0-2 0,0 15 5 15,1-9 0-15,-1 1-3 0,0-7-3 0,2 18 3 16,-2-10-4-16,7-4-3 0,-2 7 2 0,1-3-4 15,-2-1 3-15,2 1-3 0,2-1 1 0,-1 2-3 16,3-1-1-16,-5-4 1 0,7 0-1 0,-8 1 0 16,6-2 5-16,-1 1-1 0,-1-2-5 0,-8-2 7 0,15 0-1 15,-15 0 0-15,13-9 2 0,-10 7-1 16,4-2 3-16,-2-3-1 0,2 2 2 0,-2-1 1 16,1-2-3-16,2 3-3 0,-3-3-16 0,0 5-19 0,0-5-17 15,0 1-20-15,0 4-19 0,2-2-16 0,-2 2-21 16,2-1-19-16,-7 4-26 0,14-1-24 15,-7-1-23-15,1 0-147 0,-8 2-402 0,19-7 179 0</inkml:trace>
  <inkml:trace contextRef="#ctx0" brushRef="#br0" timeOffset="-40711.71">13628 13485 161 0,'0'0'241'0,"0"0"-7"0,-21 7-12 0,9 0-11 16,1 0-10-16,-3 2-10 0,1-2-15 0,-2 8-11 16,2-3-16-16,1 4-14 0,-1 0-11 0,6 1-14 0,-1 0-9 15,2 0-13-15,1 1-2 0,3-2-11 16,2 3-9-16,2-4-5 0,1 0-1 0,5-2-6 16,0 2-3-16,7-1-6 0,-1-4-8 0,4-1-1 15,2 0 0-15,8-1-6 0,-7-4-2 0,9-3-1 0,-8-1-2 16,9 0-6-16,-1-2 2 0,0-1-4 15,-2-5-1-15,2-1-3 0,-7-1 0 0,-5 1 3 16,0-5-1-16,-3 3-6 0,3-2 2 0,-6-2-6 0,-1-1 4 16,-1-1 2-16,-5 0 3 0,2 9 11 0,-4-4 13 15,-3 4 14-15,2-1 13 0,-2-1 0 16,0 3 0-16,0 7-5 0,-8-10-7 0,4 5 0 0,-4-2-9 16,1 5 5-16,7 2-9 0,0 0-2 0,0 0-9 15,-21 5 4-15,16-1 0 0,-2 3-10 0,6 0-3 16,-6 1 2-16,4 2-4 0,-2-1 5 0,5 0-4 15,5 7-1-15,-4-5 0 0,3 5-5 0,6-1-12 16,1-1-11-16,1-2-18 0,-2 1-26 0,8 1-28 16,-1-3-38-16,2-2-61 0,1-4-60 0,8 6-67 15,-13-8-244-15,7 0-597 0,-6-3 264 0</inkml:trace>
  <inkml:trace contextRef="#ctx0" brushRef="#br0" timeOffset="-39394.76">3113 13806 355 0,'0'-8'371'0,"0"8"-25"0,0-5-26 15,0 5-21-15,-2-8-28 0,2 8-28 0,0 0-30 16,0 0-27-16,0 0-23 0,0 0-11 0,0 0-15 16,0 0-15-16,0 0-9 0,2 26-18 0,-2-19-9 15,2 8-6-15,-2 2-9 0,-2 0-3 0,2 3 9 16,-2 2-15-16,2-2-23 0,0-1 2 0,2 8-9 15,0-7 1-15,-1 1 1 0,6 4-6 0,0-8 3 16,-1 2-8-16,2-4-5 0,2 3 3 0,4-6-1 16,-1-1 1-16,2-2-5 0,1-2 0 0,1-2-12 15,4-1-9-15,3-4-8 0,-3-1-9 0,1-3-8 16,-1-3-11-16,2 2-7 0,5-6-1 0,-13 0-3 16,5-1-4-16,5-4 3 0,-13 5 1 0,-1-4-2 15,1 5 7-15,3-7-1 0,-9 5 8 0,3-4 1 16,-8 4 6-16,4-6 4 0,-3 1 3 0,0 2 2 0,-2 7 4 15,0-4 3-15,-2 2 7 0,2-2 2 0,-2 4 0 16,4-3 2-16,-2 2-1 0,0 1 2 0,0 1 1 16,2-1 1-16,1 1-2 0,0-1 1 15,-3 6 2-15,5-4 1 0,-2-2-4 0,-3 8 2 0,9-6-7 16,-6 4-10-16,-3 2-5 0,3-4-22 0,-3 4-17 16,0 0-8-16,0 0-12 0,0 0-14 0,15 9-13 15,-15-9-28-15,4 11-18 0,-3-7-29 0,-1 0-19 16,2 4-149-16,-2-4-383 0,3 3 170 0</inkml:trace>
  <inkml:trace contextRef="#ctx0" brushRef="#br0" timeOffset="-38778.48">3884 13742 121 0,'0'0'281'0,"-3"-8"-8"15,3 8-5-15,-5-3-17 0,5 3-18 0,0 0-19 16,0 0-22-16,0 0-20 0,-3-8-21 0,3 8-18 0,0 0-12 16,0 0-14-16,0 0-10 0,-12 17-9 15,10-11-9-15,1-2-6 0,-4 5-6 0,3-2-8 16,-1 1-7-16,1 3-8 0,2 0-2 0,0 2-7 0,0-4 1 16,0 5-4-16,0 2 2 0,2-4-9 0,-2 0-4 15,5 2-2-15,1 1-2 0,-2 1 1 0,2-7 1 16,1 5-6-16,1-1 3 0,-3-3-1 0,5 6-2 15,0-6-1-15,-3 0-1 0,1 0-5 0,-5-3 5 16,4 3-5-16,1-7-3 0,-8 4 2 0,7-5 0 16,-2 5-4-16,-2-1 5 0,-3-6-4 0,0 5 4 15,0-5 2-15,-3 8 1 0,-4 0 3 0,-1-4 5 16,-4-1 1-16,4-2-1 0,-5 4 1 0,1-2-6 16,2 0 2-16,-6 3-8 0,3-3 6 0,-2 1 0 15,10-4 0-15,-7 3-2 0,9 0 2 0,3-3-4 16,-13 2 4-16,13-2-3 0,0 0 0 0,0 0-6 15,0 0-1-15,0 0-6 0,29-21-6 0,-12 13-2 16,8-2-3-16,6-2-2 0,-1 3-3 0,11-9-2 16,2 2-1-16,0 0 1 0,-5 3-4 0,5-1 2 15,-11 1-5-15,11-1 3 0,-17 4 1 0,1-2 1 16,-1-3 1-16,-6 2 2 0,-5 1 3 0,0 1 2 0,-3 0 1 16,1 4 5-16,-5-5 2 0,-1 3 3 0,-7-3 8 15,1 6 0-15,-1 0 4 0,0 6 0 0,-1-11 4 16,-7 7 4-16,1 1 4 0,0 2 6 15,7 1 3-15,-20 1 6 0,20-1 6 0,-23 4 5 0,8 3 0 16,0 0-6-16,-3-3 5 0,3 5 1 0,0 5-9 16,4-3 3-16,-4 3-4 0,5-3-6 0,3 5-6 15,-1-2 0-15,5 1-2 0,0 0-3 0,1 3 3 16,4-3-5-16,-2 0 4 0,6 1-13 0,2-1-14 16,-4-1-11-16,7-4-19 0,-1 4-22 0,0-3-28 15,0 2-31-15,0-6-24 0,0 1-41 0,-2-2-46 16,2 0-57-16,-5-2-190 0,3 1-516 0,-6-2 229 15</inkml:trace>
  <inkml:trace contextRef="#ctx0" brushRef="#br0" timeOffset="-38244.65">2343 14130 242 0,'0'0'356'0,"-8"-3"-28"16,8 3-35-16,0 0-31 0,-10-1-27 15,10 1-28-15,0 0-23 0,0 0-16 0,0 0-18 16,0 0-15-16,0 0-13 0,40 4-10 0,-15-4-35 0,3 0-35 15,8-3-47-15,12 2-57 0,2-3-85 0,8-1-83 16,-5 0-182-16,3-1-446 0,0-1 197 0</inkml:trace>
  <inkml:trace contextRef="#ctx0" brushRef="#br0" timeOffset="-32261.41">4944 14982 39 0,'0'0'204'0,"0"0"20"0,6 4 12 0,-6-4 12 16,0 0 8-16,0 0 3 0,0 0 0 0,0 0 0 16,0 0 8-16,0 0-6 0,0 0 9 0,0 0 3 0,0 0-14 15,0 0-17-15,0 0-13 0,0 0-23 0,0-16-19 16,0 16-15-16,-1-9-16 0,1 9-15 0,-5-10-13 16,1 1-15-16,-1 2-10 0,0 0-9 0,4 2-7 15,-8-1-9-15,3 1-8 0,-2-3-9 0,-1 2-5 16,1 0-8-16,-5 3-11 0,4 0-4 0,-4 2-6 15,3-3-1-15,-10 8-6 0,4 0-5 0,-6 3-3 16,3 1 1-16,-11 5-5 0,2-2-2 0,6 8-3 16,-8 1-4-16,-3 9-13 0,10-4 0 0,1 2-4 15,1-3-7-15,1 0-8 0,4 0-8 0,1 1-11 16,3-2-10-16,4-4-9 0,4 1 3 0,0 4-1 16,4-6 4-16,0-3 10 0,4 1 1 0,6-6 7 15,-1-1 1-15,9 3 3 0,0-6 9 0,4-6 6 16,1 0-6-16,3-5 4 0,4-3 9 0,-2-1 0 15,-1 2 1-15,1-8 16 0,2 0-16 0,-9-2 1 16,1 1 3-16,-1-2 1 0,-6 3 5 0,-7 2 1 16,7-3-2-16,-5 1 8 0,-5 3 4 0,2-3 6 0,-1 3 3 15,-2 5 9-15,-1-4 3 0,0 2 3 0,-3 4-4 16,4-1 2-16,-4 6-7 0,1-11-2 0,-1 6-6 16,0 5-3-16,2-5-7 0,-2 5-3 0,0 0-7 15,0 0-1-15,0 0 7 0,0 0-9 0,8 21 0 16,-3-15 7-16,-3 1-2 0,-1 5-1 0,4-3 0 15,4-3-2-15,-4 4-1 0,-2-1-5 0,4 1 7 16,-1-2-5-16,1 1 2 0,-2-3-6 0,3-2 1 16,-5 1 4-16,6 2-3 0,-3-6 6 0,1 1 3 15,-7-2-2-15,0 0 1 0,18-8 4 0,-13 5 11 16,2-1-10-16,-1-4 12 0,4-3-13 0,-5 4 0 16,5-4 1-16,-3-2 0 0,4 2 1 0,-2 3 5 15,-1-6-9-15,7 5 10 0,0-6 1 0,-4 5-6 16,-1 0-3-16,3 2 3 0,2-1 1 0,0 2 5 0,2 4-5 15,-2 2 9-15,1 1-7 0,1 1-2 16,-1 2 5-16,-1 4-9 0,-1-2 0 0,0 4 6 16,0 2-6-16,-4 0 7 0,0 5-1 0,-1-5-2 0,-4 7-5 15,0-4 12-15,-3 4-6 0,1-1 1 0,-6 1 6 16,1-2-5-16,-4 3 1 0,-1-3 2 0,-1-2-11 16,-4 2 0-16,-1-4-16 0,0 0-31 0,-2 0-28 15,-2-5-20-15,2 0-40 0,1-2-51 0,0-1-54 16,3-8-60-16,11 4-227 0,-18-8-581 0,13 0 257 15</inkml:trace>
  <inkml:trace contextRef="#ctx0" brushRef="#br0" timeOffset="-31677.96">6552 15069 144 0,'4'-12'298'15,"1"3"-8"-15,-4-4-3 0,-1 3-4 0,0 0-12 0,0 1 0 16,-5 0-18-16,4 0-8 0,-3 0-13 0,-1 0-13 16,-1 1-22-16,-1 4-17 0,-3-2-16 15,-3 5-19-15,0-3-16 0,-2 4-14 0,-2 0-15 0,-4 5-3 16,-1 1-15-16,-1 3-8 0,-3 3-7 0,-1 0-4 16,1 5-6-16,3-2-11 0,3 2-1 0,-5 0-9 15,10 3 2-15,-7 2-15 0,13-4 4 0,-5-2-4 16,3 3 8-16,1 0-15 0,3-3-3 0,7-1 0 15,0 5-7-15,0-5 3 0,0 0-6 0,7-4-6 16,-1-1 3-16,8-1-6 0,-4-1-6 0,9-6 5 16,-2 1-10-16,6-3 2 0,4-4-3 0,-1 1-2 15,2-3 2-15,-1-3 5 0,-2-3 12 0,-2 0-10 16,2-3 3-16,-1 2-1 0,-2-6 1 0,-7 4-1 16,1 0 12-16,-4 2-7 0,3-2 2 0,-7 0 9 15,0-3 18-15,4 6 14 0,-2-3 14 0,-10 8 17 16,6-6 12-16,-2 6 8 0,1 0 1 0,-5 2 7 15,0-3-1-15,0 3-7 0,0 5-11 0,5-8-14 0,-5 8-7 16,3-6-13-16,-3 6-9 0,0 0-2 0,0 0-8 16,0 0-11-16,0 0-8 0,0 0-13 0,15 17-29 15,-8-12-18-15,4 3-21 0,1-4-25 0,-4 4-39 16,5 3-34-16,2-5-42 0,0 3-48 0,3 1-58 16,2-2-61-16,0-6-248 0,1 3-679 0,4 1 301 15</inkml:trace>
  <inkml:trace contextRef="#ctx0" brushRef="#br0" timeOffset="-30127.99">7463 14514 259 0,'0'-6'336'0,"5"0"-38"0,-5 6-32 15,0 0-27-15,0 0-24 0,0 0-24 16,0 0-20-16,-10 16-11 0,6 2-20 0,8 3-15 16,-4-6-14-16,-4 12-11 0,3 0-8 0,6 8-11 0,-2 4-6 15,4 2-5-15,-2-10-7 0,-2 8-6 0,4-11-1 16,1 13-11-16,0-13-7 0,-3-1-2 0,3-1-3 15,1 1-2-15,2-3-5 0,-9-4 2 16,5-4-4-16,-1-1-2 0,-4-1 1 0,4-4-6 0,-4 1 2 16,-2-4 8-16,7-1 34 0,-7 1 28 0,0 0 34 15,0-7-9-15,0 0-7 0,0 0-10 0,0 0-6 16,0 0-10-16,8-21-12 0,0 11 5 0,-8-2-15 16,5-1 5-16,5-4-14 0,-5 5-5 0,0-3 2 15,3 2-9-15,1-2-3 0,1 4 2 0,1-4-11 16,2 5 7-16,-1 1-15 0,1 0-2 0,2 0-1 15,2 2-7-15,-2 0 0 0,-2 4 0 0,2 1-2 16,1 2-2-16,1 2 2 0,1 4-5 0,-3 2 1 16,3-4-3-16,-1 8 1 0,-1-1 0 0,-1 1 0 15,0 4 2-15,-2-1-8 0,1 0-4 0,-5-1 1 16,6 4-4-16,-3-6-3 0,3 5-6 0,-5-8-5 16,1 7 10-16,1-12-15 0,-5 7 16 0,1-7-9 15,8 4-11-15,-4-5-4 0,1-3-5 0,2 0-12 0,3-2-9 16,2-3 5-16,-2-3 4 0,1-3-1 0,4 1 9 15,5-8 2-15,-5 4 8 0,-1 0-2 16,9-1 6-16,-11-7-2 0,3 3 1 0,-1-4 2 0,-6 4 4 16,2-2 6-16,-1-2-5 0,-6 7 3 0,-2-2 6 15,-1 2 6-15,-5-4 8 0,4 9 6 0,-9-1 3 16,2 5-2-16,-1-5 2 0,-4 4-1 0,-4 4-3 16,1 3 1-16,-3-1 5 0,1 2-5 0,10 0 10 15,-32 4-7-15,12 3 10 0,5 3-2 0,-1-1 1 16,-4 7 6-16,5-6-3 0,-1 4-1 0,-3 0-3 15,11 2 3-15,-7 1-4 0,7-2-5 0,3 0 5 16,-3 0-1-16,8 1-2 0,-2 3 1 0,4-6 2 16,6 2-2-16,-3-5-1 0,3 2 1 0,7 0-1 15,5-4 0-15,-4-1 3 0,16-2-2 0,-7-1-3 16,6 1-8-16,1-5-9 0,-3-5-7 0,5 1-2 16,-3-4-4-16,0 4-2 0,1-1 2 0,-7-6-1 15,5 0 4-15,-7 3 2 0,-5-4 2 0,0 2 2 0,2 1 2 16,-7-2 8-16,-1 2 3 0,-1-1 11 15,-4 0 16-15,-2 0 6 0,2 3 2 0,-4-5 4 16,-1 4 2-16,-1 3 1 0,1-3-7 0,-4 1-3 16,1 0-10-16,1 7 1 0,-2-9-5 0,2 9 5 0,0 0-9 15,-13-3-2-15,13 3 0 0,0 0-2 0,-15 14 1 16,10-5 3-16,3-2-10 0,-3 1 8 0,4 1-10 16,1 1 6-16,-2 1-6 0,2 1 1 0,3 0 0 15,2 1 0-15,0 2 1 0,0 0 1 0,5-1 9 16,-2-1-14-16,4-1 5 0,-1-1-6 0,4-2 7 15,0 3-9-15,0-6 3 0,2-2-3 0,-1 0-1 16,-1 1-1-16,3-5 3 0,-8-4 7 0,3 1-5 16,1 1 0-16,1-3 0 0,0-3 1 0,-2-4 5 15,-3 3-4-15,3-4 4 0,-5-1-6 0,4 2 9 16,-4-1-2-16,-1-4 9 0,1 0 8 0,-6 6 18 16,6-6-2-16,-3 6 7 0,-3 1 10 0,2 1-1 15,0-2 3-15,1 4 2 0,-5 1-1 0,0 0-11 16,0 6-6-16,0-8 3 0,0 8-18 0,3-2-15 0,-3 2 6 15,0 0 2-15,0 0-2 0,0 0-2 16,0 0-1-16,0 17-4 0,3-6-5 0,-3-3-1 16,4 4 2-16,-1 3-13 0,0-7-10 0,2 8-8 0,-1-6 1 15,2 3-23-15,-1 1-4 0,-2-4-24 0,6 1-8 16,-4 1-7-16,1-3-9 0,1-2-13 0,1 1-6 16,-1-2-13-16,-1-2-12 0,3 0-16 15,-6-3-10-15,4 2-12 0,-7-3 2 0,0 0 9 0,23-6 17 16,-18 1 20-16,5 3 3 0,-5-3 17 0,0-5 13 15,1 0 13-15,-2 1 6 0,2 1 9 0,-4-4 11 16,6-2 13-16,-3 3 13 0,-3 1 13 0,4 0 21 16,-6-1 8-16,7-1 11 0,-7 3 5 0,2 3 8 15,4 0 6-15,-6 0 2 0,0 1 0 0,7 1-5 16,-7-2 1-16,0 6-4 0,7-8-1 0,-7 8-5 16,14-1-3-16,-7-2-3 0,-7 3 0 0,17 3 2 15,-4-2-2-15,-5 1-2 0,7-1-2 0,2 4 0 16,1 1-3-16,0 0 2 0,2 1 1 0,-4 1 2 15,1-1-5-15,0 1-2 0,-1-2 2 0,-1 3-2 16,2 2-3-16,-3-3 1 0,0 1-1 0,-3 2 3 16,-1-4-3-16,-8 0 6 0,4-2-6 0,-6 3-2 15,0-1 1-15,-3 1 1 0,-2-2-4 0,0-1 2 0,0-3 2 16,-1 6 4-16,1-5 11 0,5-3 17 0,-14 2 13 16,14-2 5-16,0 0 3 0,-14-2-3 15,14 2-2-15,0 0-5 0,3-16-5 0,0 8-2 0,2-1-5 16,-2 0-6-16,11-8 0 0,-6-1-2 0,5 5-6 15,2-3 0-15,7-1-2 0,-8 0-3 0,8-1-2 16,0 1 0-16,-6 6-4 0,-1-1-1 0,2 0-1 16,-4 6 0-16,-2 3-5 0,-2-2 0 0,1 5-1 15,-2 0-3-15,-8 0 0 0,18 7 2 0,-10-1-2 16,1-1 3-16,-3 4 1 0,4 4-4 0,0 0 0 16,0 2 3-16,-3 0-2 0,1-2-15 0,2 2-17 15,0 1-10-15,0-1-22 0,0-2-20 0,5-3-22 16,-9-1-22-16,7-1-17 0,2-2-23 0,-6-3-32 15,12 0-37-15,-1 0-134 0,-4-6-400 0,4 3 177 16</inkml:trace>
  <inkml:trace contextRef="#ctx0" brushRef="#br0" timeOffset="-29843.96">10250 14835 53 0,'-3'-4'297'15,"3"4"6"-15,-17-4 2 0,9 1-2 0,8 3-2 16,-22 0-18-16,12 0-17 0,-4 5-11 0,-5-2-19 15,4 2-15-15,7 0-8 0,-7 4-29 0,4-1-19 0,-1-1-17 16,2 4-13-16,0-2-8 0,5 1-15 0,0 1-16 16,0 2-2-16,4-1-13 0,1-1-6 15,0 1-12-15,5 2-6 0,-4-1-5 0,8 1 4 0,-3-1-22 16,1-4-12-16,-2 3-4 0,0 1-19 0,0-5-11 16,0 1-11-16,0 3-14 0,1-6-12 0,-6 0-8 15,0 1 5-15,0-7 0 0,0 8-6 0,0-8-3 16,-15 3 0-16,5-3-4 0,-8-3-9 0,2 2-13 15,-6-3-16-15,-3-6-17 0,-3 4-16 0,0 3-12 16,-2-8 1-16,0 4-8 0,2 0-5 0,7 0-12 16,4-4-28-16,1 0-47 0,1 2-133 0,2-7-412 15,4 1 183-15</inkml:trace>
  <inkml:trace contextRef="#ctx0" brushRef="#br0" timeOffset="-29077.68">10331 14357 203 0,'2'-5'377'0,"-2"5"-25"16,6-5-37-16,-6 5-31 0,14-1-35 0,-14 1-22 15,6 11-24-15,1-4-17 0,-4 2-15 0,-3 4-7 16,7 6-17-16,-1 0-3 0,-4 0-16 0,6 7-9 16,-4 1-13-16,-3 3-5 0,4 4 1 0,0 3-17 15,-1 7-10-15,4-2 0 0,0 2-14 0,-3-2-3 16,3-1-4-16,-1-12-8 0,1 6-2 0,-1 6-6 0,0-10-1 15,-4-6-5-15,2 1-20 0,-2 0-14 0,0-9-17 16,-1-2-16-16,1-1-13 0,-3-5-11 16,4-1-6-16,-4 2 8 0,0-4-18 0,1-3-13 0,-1-3-10 15,0 0-1-15,0 0 6 0,0 0 9 0,-20-18 8 16,19 13 6-16,-2 0 10 0,3-8 4 0,-5 4 8 16,3 2 4-16,-3-4 4 0,3 4 13 15,-4-2 8-15,1 1 19 0,-2-2 14 0,4 1 16 0,-2 1 8 16,0 1 13-16,0-2 10 0,-2 5 11 0,6-3 8 15,-3 2 10-15,4 5 11 0,-5-11-1 0,0 8 17 16,5 3-10-16,-1-8-9 0,1 8-2 0,0 0-21 16,6-7-2-16,-1 2-8 0,-5 5 5 0,17-3-17 15,-6 1-2-15,9 0 5 0,-6 1-20 0,2 2-5 16,4 1-5-16,-4-2 0 0,6 2-1 0,3 0-4 16,-7 4-5-16,2 0 2 0,6-2-3 0,-2 7-4 15,-3-3 4-15,-4-1-6 0,4 2 4 0,1 0-6 16,-2-2-1-16,-4 3-1 0,-1 2-3 0,0-4-3 15,-2 4-17-15,-3-3-11 0,-2 2-25 0,-1-4-13 16,1 1-16-16,0 1-12 0,-4-3-28 0,-1 0-28 16,2 1-30-16,-3 0-34 0,4-1-27 0,-2-4-25 15,1 1-37-15,1-1-177 0,-6-2-521 0,15 2 232 0</inkml:trace>
  <inkml:trace contextRef="#ctx0" brushRef="#br0" timeOffset="-28810.28">11326 14859 196 0,'0'-6'344'0,"0"-1"-12"0,0 7-16 15,-2-9-23-15,2 9-16 0,-13-2-8 0,5 2-21 16,-2-3-17-16,10 3-10 0,-25 5-9 0,17-4-10 16,-9 7-12-16,2 0-10 0,-1 3-17 0,-1 1-7 15,1 0-25-15,1-1-12 0,-2 2-10 0,4-1-12 16,-2 2-11-16,10-2-7 0,-5-2-4 0,5 0-7 15,5 4-11-15,-3-5-2 0,6 3-3 0,-3-3-2 16,5 0-5-16,5-1-2 0,-5 3-4 0,12-4-1 16,-3-2-12-16,6-1-12 0,-3 0-14 0,4 2-20 15,1-6-22-15,8-5-33 0,-9 5-27 0,6-5-31 16,-7 3-42-16,-1-4-43 0,-2 0-66 0,3-2-63 0,0-1-257 16,-4-3-652-16,-1-1 289 0</inkml:trace>
  <inkml:trace contextRef="#ctx0" brushRef="#br0" timeOffset="-28627.95">10978 14624 28 0,'-20'-10'343'0,"9"7"-33"0,3-1-31 15,-2 3-28-15,3-3-26 0,-1 0-24 0,8 4-30 16,-13-1-40-16,13 1-57 0,-10 0-79 0,10 0-79 15,0 0-90-15,-9-5-118 0,9 5-316 0,0 0 140 16</inkml:trace>
  <inkml:trace contextRef="#ctx0" brushRef="#br0" timeOffset="-26161.22">12018 14967 152 0,'0'0'314'0,"0"0"-20"0,-7-8-24 16,7 8-28-16,0 0-25 0,0-5-23 0,0 5-17 15,0 0-21-15,0 0-16 0,0 0-16 0,0 0-11 16,0 0-14-16,0 0-5 0,0 0-11 0,13 16-8 15,-11-8-7-15,3-4-8 0,-5-4-6 0,3 7-5 16,2-5 3-16,-5-2-14 0,2 6-2 0,-2-6 5 16,7 4 22-16,-7-4 23 0,0 0 24 0,0 0 12 15,0 0-12-15,0 0-7 0,0 0-12 0,0 0-8 16,-7-19-4-16,5 15-8 0,-3-5-11 0,5 9-13 16,-3-11-25-16,-2 5-39 0,3 1-50 0,-3 0-57 0,4-2-87 15,1 0-96-15,0 7-271 0,6-9-625 0,-4 7 277 16</inkml:trace>
  <inkml:trace contextRef="#ctx0" brushRef="#br0" timeOffset="-21444.28">2744 16284 248 0,'-2'-20'354'0,"2"1"-3"0,0 2-2 0,0-1 5 16,-3 5-2-16,3 1 3 0,-5 0-21 0,5 9-17 0,5-6-23 15,-10 3-24-15,5 6-20 0,0-11-30 0,0 6-22 16,0 5-24-16,0 0-22 0,0 0-18 15,0 0-8-15,0 0-13 0,0 0-13 0,13 22-7 0,-4-9-11 16,-3 2-5-16,1 5-6 0,-1 4 2 0,3 3-3 16,-3 2-1-16,3 0-2 0,2 12-7 0,-1-2-3 15,0 1-3-15,0-1-4 0,0 3-8 0,-2-4-4 16,-1-7-3-16,4 8 3 0,1-5-9 0,-10-5-4 16,4 1-1-16,1-1-5 0,-2 0 0 0,3-2-1 15,-1-2-3-15,-4 0 0 0,2-5 0 0,0-4-2 16,0-1-4-16,-5 5 0 0,2-8-1 0,3-3-2 15,-2 1 1-15,-2 4 0 0,3-5 0 0,-4-5-1 16,0 3 4-16,1 1-2 0,-1-8 3 0,0 8 2 16,0-8 8-16,0 7 19 0,0-7 21 0,0 0 15 15,0 0-4-15,0 0-6 0,0 0-9 0,0 0-3 16,0 0-8-16,0 0 2 0,-1-30-11 0,1 21-4 16,0-1-4-16,0-5 0 0,0-2-5 0,1 1 41 0,4-3-16 15,2 0-10-15,-5 3-3 0,1 1-12 0,0-5 6 16,-1 7 11-16,5 1-16 0,-1 3-4 15,-4-2-7-15,4 2 17 0,-1 2-18 0,-3-1-3 0,6 0-2 16,-3 1-2-16,-3 3-3 0,8-1-2 0,-5 4-3 16,6-2 3-16,-11 3-4 0,22 0 2 0,-12 1-2 15,3 1 5-15,-1 1-3 0,4 2 3 0,-1 0-2 16,2 3-4-16,-1-2 3 0,3 3 1 0,-3 0 6 16,1 0-6-16,-2 0-3 0,-1 0 0 0,5 3-2 15,-9-7 3-15,4 8 2 0,-2-1-4 0,0-1-4 16,1 2 4-16,-5-1-1 0,7 2-3 0,-8-2-4 15,3-1-15-15,-5 1-10 0,-4-1-19 0,6 0-23 16,-2 1-21-16,-4-4-20 0,4 0-34 0,-3 0-35 16,0 2-34-16,4-2-22 0,-6-3-24 0,5 3-21 15,-5-2-19-15,2 0-22 0,5-3-44 0,-7-3-36 16,8 4-281-16,-8-4-750 0,0 0 333 0</inkml:trace>
  <inkml:trace contextRef="#ctx0" brushRef="#br0" timeOffset="-20960.97">3903 16298 312 0,'-4'-7'344'16,"1"0"-1"-16,-4 1-2 0,2 0-20 0,-1 1-10 15,-3 0-11-15,1 3-36 0,0-1-6 0,8 3-39 16,-22 0-13-16,11 5-16 0,-2 2-12 0,-7 2-6 16,5 4-11-16,-2 5 10 0,-3 5 2 0,4 1 0 15,-4 3 1-15,2 0-12 0,0 1-1 0,3 7-5 16,0 3-9-16,0 0-9 0,8-9-9 0,-3 3-9 16,4 9-14-16,1-11-7 0,5 9-11 0,0 3-5 15,6-13-9-15,1 1-8 0,5-1-6 0,-1-1-4 16,2 0-4-16,11 7-4 0,10-4-7 0,-12-8-2 15,9 4-6-15,-9-8-17 0,9-2-8 0,-4 1-17 16,1-5-22-16,-2 1-31 0,-1-1-37 0,-7-7-44 0,2-2-48 16,2 3-35-16,-6-1-30 0,-4-2-44 15,6-2-56-15,-5-2-58 0,-4 0-321 0,1-2-796 16,-4-3 354-16</inkml:trace>
  <inkml:trace contextRef="#ctx0" brushRef="#br0" timeOffset="-20326.98">4487 16460 248 0,'0'0'315'0,"0"-10"-16"16,0 10-9-16,-4-5-8 0,0 0-15 0,4 5-15 16,-7-6-12-16,-1 3-21 0,6-2-17 0,2 5-5 15,-20-3-15-15,12 2-8 0,8 1-15 0,-20 1-8 16,3 2-13-16,4-1-10 0,-2 3-9 0,0 0 0 15,0 2-4-15,-3-4-2 0,0 4 4 0,5 2-17 16,-2-1-6-16,5-3-8 0,0 3-7 0,-3 1-9 16,5-1-5-16,-4-1-4 0,5 3-6 0,1-2-6 15,2-1-10-15,-2 1 2 0,-1-1-5 0,4 0-4 16,-2-2 7-16,3 3-9 0,2 0-3 0,0-2-5 0,0 1 2 16,0-7 0-16,4 14 5 0,-1-10-4 0,0 3 1 15,4 2-3-15,-1-1 7 0,4-2-10 16,-1 0 1-16,9 1-1 0,-3 1-2 0,1-1-2 0,-1 1-2 15,0-1 0-15,3 2-3 0,0 1 0 0,-1-3 0 16,3 2-4-16,-5-1 1 0,0 2 0 0,0-1-3 16,-1 3-1-16,0-5-2 0,-1 1 0 15,-3 1 1-15,1 0-2 0,-1-1 0 0,-3-1-8 0,0 0 5 16,-1 4 11-16,-2-4-9 0,1 1 3 0,-4 1-2 16,3-3 0-16,-3 2-1 0,1 0 4 0,-4 0 1 15,1-4-2-15,-4 7 4 0,-2-3-1 0,2-1 0 16,-3-2-1-16,1 2 1 0,-5-3 0 0,1 3-1 15,1-5 2-15,-3 5 0 0,-2-6-3 0,0 2-13 16,-5-3-17-16,4 0-24 0,2 0-29 0,-4-3-42 16,0 3-36-16,0-8-35 0,-1 4-47 0,1-2-62 15,7-3-68-15,2 3-325 0,-4-6-751 0,8-3 331 16</inkml:trace>
  <inkml:trace contextRef="#ctx0" brushRef="#br0" timeOffset="-19827.65">4616 16263 80 0,'0'-3'457'0,"0"3"-3"0,2-8-18 16,-2 8-12-16,5-4-26 0,-5 4-31 0,0 0-29 16,4-4-30-16,-4 4-30 0,0 0-26 15,0 0-21-15,22 1-21 0,-22-1-16 0,18 5-14 0,-3 2-9 16,3-1-13-16,1 2-9 0,-1 2-8 0,5 3-12 15,5-1-5-15,0 5-11 0,-5 1-10 0,2 0-5 16,-3-2-12-16,4 3-7 0,-4 1-8 0,1 3-5 16,-2 0-8-16,-2-6-7 0,0 10-2 0,-4-1-7 15,0 0-2-15,0 1-3 0,-2 1-5 0,-4 0 0 16,-3-1-5-16,-4 5-2 0,3-3-3 0,-3-4 0 16,-2 2-1-16,-2-1-4 0,-5 1-3 0,1-2 4 15,-3 0-6-15,-2-5 1 0,4 4-4 0,-6-2 0 16,1 1 0-16,-1-7-1 0,3-1-6 0,-3 2-14 15,0 1-16-15,1-5-12 0,2 1-16 0,-3-2-24 16,3-3-25-16,2-3-30 0,1 0-37 0,0 0-36 16,4 2-30-16,-3-4-38 0,6-4-56 0,-7 1-61 15,7-1-64-15,0 0-232 0,0 0-747 0,0 0 331 16</inkml:trace>
  <inkml:trace contextRef="#ctx0" brushRef="#br0" timeOffset="-19393.27">5740 16639 69 0,'0'0'403'0,"0"0"-9"0,0 0-7 15,0 0-21-15,0 0-10 0,0 0-15 0,0 0-22 16,0 0-21-16,0 0-19 0,0 0-14 0,0 0-5 15,0 0-4-15,0 0-6 0,0 0-18 0,23 8-9 16,-16-5-21-16,6-3-17 0,-13 0-17 0,30 0-21 0,-16-3-9 16,6 0-17-16,0 1-11 0,0-2-16 15,2 4-11-15,-4 0-19 0,3-4-22 0,-2 2-29 16,2 1-19-16,-4-3-41 0,-1 3-36 0,-4-1-40 16,-1 1-45-16,-2-3-30 0,1 2-34 0,-10 2-38 0,8 0-35 15,-8 0-26-15,6 6-31 0,-6-6-27 0,0 0-204 16,0 0-640-16,-14 12 284 0</inkml:trace>
  <inkml:trace contextRef="#ctx0" brushRef="#br0" timeOffset="-19210.7">5856 16801 152 0,'-10'14'229'0,"-9"-1"31"0,10 4 16 0,-5-5 17 16,-1 3 0-16,2-8 8 0,5 5-6 0,0-4-9 16,1-1 1-16,-1-2-13 0,3 4-2 0,3-3-3 15,-1-3 0-15,3-3-4 0,3 11-5 0,-1-7-9 16,-2-4-22-16,15 1-22 0,-2-1-17 0,7-4-21 15,1 3-17-15,4-2-18 0,3-5-37 0,2 5-33 16,3-5-43-16,-8 1-58 0,-2 2-68 0,5-2-61 16,-6 1-63-16,-1 4-71 0,-2-3-85 0,-5-2-378 15,5 4-825-15,-1-2 365 0</inkml:trace>
  <inkml:trace contextRef="#ctx0" brushRef="#br0" timeOffset="-17193.08">4237 17511 275 0,'3'-8'280'0,"-3"4"3"0,3-1-9 0,-3 5-4 16,2-7-9-16,-2 7-10 0,0-6-9 0,0 6-16 16,0 0-19-16,0 0-24 0,0 0-22 0,5-6-12 15,-5 6-23-15,0 0-12 0,0 0-11 0,0 0-12 16,0 0-6-16,0 0-12 0,0 0-8 0,-5 27-8 15,3-18 0-15,-1 3-5 0,0 2-10 0,-4 1 2 16,-1-2-9-16,1 5-1 0,-1-3-4 0,0 1-7 0,-2 3-13 16,-3 6 6-16,4-8-25 0,-4 0-29 0,0-2-22 15,-2 1-24-15,7 0-34 0,-6 1-33 16,6-4-38-16,0 0-43 0,0-3-39 0,4 0-224 16,-6-1-535-16,4-3 236 0</inkml:trace>
  <inkml:trace contextRef="#ctx0" brushRef="#br0" timeOffset="-16794.26">3985 17677 251 0,'2'-7'242'0,"-2"7"-12"0,0 0-16 0,0 0-17 15,0 0-17-15,8-3-16 0,-8 3-9 0,0 0-3 16,0 0-5-16,0 0-2 0,0 0-7 0,-10 20-8 16,5-15 0-16,5 5-1 0,-8-1-10 0,1 3-1 15,2-1-8-15,-1 1-2 0,-1 0-3 0,-4 3-5 16,2 0-4-16,1-1-8 0,1-1 0 0,-1 3-12 15,3-3-4-15,2 1-7 0,-4-6-6 0,6 4-6 16,-3 2-9-16,4-5 4 0,0 6-11 0,0-6 2 16,5 0 6-16,0-1-7 0,0 1-10 0,8-4 4 15,2 2 22-15,5-1-31 0,2-1-15 0,9-1-22 16,-1-4-26-16,5-4-30 0,-5 0-31 0,1 1-34 16,0-1-40-16,-4-3-54 0,1 3-55 0,0-1-252 15,-10 2-578-15,-3-6 255 0</inkml:trace>
  <inkml:trace contextRef="#ctx0" brushRef="#br0" timeOffset="-15676.47">3398 18284 74 0,'-2'-9'261'0,"2"9"-2"0,0-7-21 15,0 7-11-15,0 0-6 0,0-7-4 0,0 7-14 16,0 0-4-16,-2-6-15 0,2 6-3 16,0 0-13-16,0 0-3 0,0 0-19 0,0 0-1 0,-5-7-1 15,5 7-12-15,0 0 10 0,0 0-24 0,0 0-3 16,0 0-2-16,0 0-8 0,0 0 1 0,0 0-10 15,0 0-5-15,0 0 0 0,0 0 8 0,-1-5-19 16,1 5-5-16,0 0-5 0,0 0-5 0,0 0-8 16,0 0-2-16,0 0-6 0,0 0-7 0,-5-6-6 15,5 6-4-15,0 0-2 0,0 0-2 0,0 0-3 16,0 0-13-16,0 0 9 0,0 0-6 0,0 0 0 16,-23 4-4-16,23-4-2 0,-7 5-1 0,7-5 0 15,-8 3 4-15,8-3-10 0,-7 4 1 0,7-4-8 16,-8 5 8-16,8-5-4 0,-7 6 3 0,2-5-1 15,5-1-7-15,-1 10 8 0,-1-5-5 0,2-5 8 16,-5 9-7-16,5 2-2 0,5-7 9 0,-5 4-7 16,2-2-3-16,4 2 11 0,3-3-2 0,-3 3-12 15,2 3 13-15,6-4-7 0,1 1 8 0,-1 0-7 0,1 0 6 16,0 1-7-16,5 0 3 0,-3 0 0 16,-1-1 0-16,-1 2-1 0,3-1-1 0,-6-3 8 15,1 4-6-15,-5-5-4 0,2 2-5 0,-5 1 6 16,4-1 1-16,-4-4 5 0,0 4-6 0,-2 0 3 0,0-1 1 15,-1 0 0-15,-2 0 4 0,-5-2-4 0,2 3 4 16,-2-2-3-16,0 2-1 0,-4-1 2 0,-1 1-3 16,0-4 14-16,-6 3-13 0,1 0-1 15,0-1-12-15,-1-4-21 0,1 0-20 0,0 4-30 0,-2-3-24 16,2-1-26-16,2 2-28 0,0-2-22 0,5 1-35 16,8-2-49-16,-20-2-61 0,20 2-254 0,0 0-628 15,-10-4 278-15</inkml:trace>
  <inkml:trace contextRef="#ctx0" brushRef="#br0" timeOffset="-14527.38">3912 18377 287 0,'7'-5'346'15,"-7"5"-12"-15,0 0-9 0,0 0-7 0,0 0-26 16,0 0-12-16,7-6-19 0,-7 6-14 0,0 0-19 16,0 0-13-16,0 0-1 0,0 0-11 0,10 0-6 15,-10 0-5-15,13 0-15 0,-13 0-13 0,20 3-10 16,-9-3-15-16,6 3-12 0,1-3-12 0,-3-3-11 16,6 0-17-16,1 3-5 0,0-3-8 0,7 3-4 15,-1 0-11-15,-1-5-11 0,-7 4-20 0,3-3-22 16,-5 4-16-16,-3-2-9 0,2 1-31 0,-1 1-22 15,-3 0-22-15,-6 0-18 0,-7 0-19 0,17 0-17 16,-17 0-11-16,11 1-21 0,-11-1-12 0,5 2-10 16,-5-2-11-16,0 0-8 0,0 0 2 0,-15 10-21 15,10-7-8-15,5-3-2 0,-18 11 10 0,8-10 15 16,2 5 11-16,-5 0 26 0,-1-3 18 0,1 4 13 16,2 0 24-16,-1-2 12 0,-1 3 29 0,3-1 21 15,0-2 15-15,0-1 30 0,0 1 31 0,3 4 25 0,-3-5 32 16,4 4 22-16,-2-8 19 0,1 6 21 15,2-3 13-15,-3 1 5 0,8-4 5 0,-7 6 3 16,5-1 0-16,2-5 5 0,0 0-4 0,-5 4 2 16,5-4 5-16,0 7-3 0,0-7 0 0,5 10 0 0,-5-10 1 15,9 0-10-15,-3 3-14 0,-6-3-10 0,17 0-20 16,-11 3-7-16,14 0-5 0,-3-3-27 0,4 1-25 16,1 2-46-16,6-3-36 0,-8 0-42 15,1 0-49-15,1 0-57 0,6-4-62 0,2 3-66 0,-14 1-188 16,11 0-548-16,-11-2 243 0</inkml:trace>
  <inkml:trace contextRef="#ctx0" brushRef="#br0" timeOffset="-13860.28">4839 18192 252 0,'5'-5'380'0,"-5"5"-13"0,0 0-10 16,-5-13-7-16,5 13-7 0,-1-6-19 0,1 6-12 15,-5-1-27-15,5 1-31 0,0 0-24 0,0 0-21 0,-23 1-17 16,16 8-9-16,0-2 2 0,-1 1 0 0,0 3-1 16,-4 0-2-16,2 1 1 0,4 2-17 15,-3 1-9-15,1 0-13 0,1 4-10 0,-2-4-14 16,4 5-11-16,-2-2-9 0,0 1-6 0,7 0-13 0,0 0-3 16,7-4-8-16,-5 6-13 0,4-5 1 0,7-1-7 15,-4 2-6-15,-3-2-8 0,9 2-20 0,0-7-16 16,0 5-21-16,0-6-33 0,0 0-36 15,5 0-39-15,1-5-49 0,-4-1-46 0,4-1-28 0,-3 0-36 16,2-2-42-16,0-2-54 0,-2-3-45 0,-3 3-257 16,7-3-742-16,-7-3 329 0</inkml:trace>
  <inkml:trace contextRef="#ctx0" brushRef="#br0" timeOffset="-13594.17">5179 18168 33 0,'0'0'344'16,"0"-8"-1"-16,0 8-8 0,0-7-12 0,0 7-11 16,0-8-27-16,0 8-24 0,0 0-28 0,0 0-14 15,0 0-4-15,0 0 7 0,0 0-3 0,0 0-4 16,0 0-8-16,11 22-9 0,-9-17-15 0,0 7-13 16,3-2-18-16,-2-1-15 0,0 1-16 0,-1 5-7 15,1-2-13-15,7 3-7 0,-7-5-11 0,2 5-9 16,4-3-8-16,-8-1-18 0,3-2-24 0,-4 2-31 15,1-1-38-15,1 0-40 0,0-1-41 0,1 0-35 16,-3-3-29-16,0 1-32 0,1 3-47 0,-1-3-41 16,5-6-43-16,-3 9-242 0,-2-7-642 0,0-4 284 15</inkml:trace>
  <inkml:trace contextRef="#ctx0" brushRef="#br0" timeOffset="-13394.17">5621 18426 252 0,'0'8'285'0,"0"-8"-5"0,1 7-5 16,-2 2-10-16,1-5-6 0,-2 4-25 15,2 0-18-15,-7 0-16 0,6 0-18 0,-4-1-20 16,1 2-15-16,-2 2-1 0,2-2-26 0,-1-2-12 0,-4 1-29 16,2 2-36-16,-1-1-40 0,1-1-37 0,-3-2-40 15,3 2-50-15,-7-3-48 0,5-2-56 0,3 4-210 16,-1-6-474-16,-1 2 210 0</inkml:trace>
  <inkml:trace contextRef="#ctx0" brushRef="#br0" timeOffset="-13077.32">5856 18177 26 0,'0'0'424'16,"6"-9"-9"-16,-6 9-1 0,5-3-20 0,-5 3-23 15,0 0-28-15,8-1-36 0,-8 1-26 0,0 0-25 16,0 0-31-16,0 0-12 0,0 0-11 0,0 0-9 16,12 10-11-16,-12-1-11 0,5-5-16 0,-5 5-8 15,5-1-14-15,-2 1-12 0,-1 0-10 0,1 3-14 16,1 2-7-16,-4-4-7 0,0 0-10 0,3 6-6 15,-3-3-7-15,0-1-7 0,3 3-4 0,-1-3-15 16,1-3-24-16,-3 3-17 0,3-3-41 0,-3 2-52 16,4-7-40-16,-4 5-37 0,3-2-27 0,-3 0-21 15,0-7-33-15,0 5-42 0,5 0-61 0,-5-5-286 0,0 0-701 16,7 2 311-16</inkml:trace>
  <inkml:trace contextRef="#ctx0" brushRef="#br0" timeOffset="-12776.17">6021 18030 68 0,'0'0'360'0,"0"0"-15"15,0 0-4-15,0 0-3 0,0 0 9 0,0 0-10 16,23 10-6-16,-13-5-10 0,0-1-15 15,12 2-14-15,-7 2-20 0,-2 0-20 0,8-1-20 0,-4 1-19 16,3 0-20-16,1 3-19 0,2 1-17 0,-8-3-17 16,5 3-11-16,-3-3-14 0,-4 4-14 0,2-4-8 15,-5 6-8-15,1-4-10 0,-2 3-8 0,-3-1-7 16,-2-1-16-16,-1 3-10 0,-3 0-16 0,0 1-22 16,-7-1-37-16,1 1-48 0,-6-1-50 0,2-3-51 15,-10 8-40-15,2 2-38 0,-2-3-44 0,-5-2-48 16,-1 2-48-16,3-1-226 0,1 0-685 0,-6-3 303 15</inkml:trace>
  <inkml:trace contextRef="#ctx0" brushRef="#br0" timeOffset="-11160.6">7872 16290 152 0,'1'-12'337'0,"-1"1"-4"0,0 4 0 0,0-1-10 0,0 8-17 16,0-10-24-16,0 10-28 0,2-9-25 15,3 8-25-15,-5 1-26 0,0 0-29 0,0 0 0 0,6 12-4 16,-4-2-8-16,5 5 12 0,-1 3-8 0,1 6 8 15,1 3-14-15,1 2-6 0,-1-1-11 0,-3 0-10 16,1 2-10-16,1-1-11 0,-4 0-6 0,4-1-5 16,1-1-9-16,-3 0-5 0,2-1-9 0,-4-1-9 15,0-6-27-15,1-1-30 0,2-1-35 0,-6-3-31 16,7 1-32-16,-4-5-18 0,1-3-26 0,-4 1-35 16,3 1-44-16,-3-3-55 0,3-3-59 0,2 1-224 15,-5-4-619-15,13 2 274 0</inkml:trace>
  <inkml:trace contextRef="#ctx0" brushRef="#br0" timeOffset="-10826.21">8350 16529 115 0,'0'0'410'0,"0"0"2"15,0-8-1-15,0 8-14 0,0 0-15 0,0-6-17 0,0 6-28 16,0 0-27-16,0 0-28 0,3-4-27 0,-3 4-26 16,0 0-24-16,0 0-13 0,0 0-15 0,20 5-12 15,-10-2-11-15,2-1-13 0,9 1-7 16,-4 2-7-16,3-4-11 0,1 3-10 0,6-2-10 0,2 1-11 16,6-3-8-16,0 0-5 0,-4 0-7 0,19-3-9 15,-19 3-4-15,6-2-5 0,-6-2-5 0,-1 3-3 16,2-1-3-16,-13 2-6 0,3-3-2 0,-2 1-1 15,-4-1-7-15,-2 5-6 0,-6-4-13 0,0-1-17 16,5 2-20-16,-8-3-37 0,-5 4-48 0,4-7-55 16,2 5-40-16,-6 2-39 0,0 0-44 0,-6-10-56 15,6 10-64-15,0 0-289 0,-4-12-766 0,4 12 340 16</inkml:trace>
  <inkml:trace contextRef="#ctx0" brushRef="#br0" timeOffset="7073.38">9459 16371 298 0,'0'0'325'0,"-5"-7"2"16,0 2-4-16,5 5 8 0,-2-11-2 0,2 11-5 16,-3-10-6-16,3 10-13 0,0-1-18 0,0 1-22 15,-3-8-29-15,3 8-16 0,0 0-28 0,0 0-20 0,0 0-23 16,8-8-12-16,-8 8-12 0,13 2-15 15,-13-2-7-15,23 2-15 0,-8 2-5 0,2-1-9 16,-1 2-9-16,3-1-5 0,-5 0-12 0,3 3-3 0,0 5-8 16,-1-8 1-16,1 8-4 0,-9-1-1 0,5-3-6 15,-5 3-4-15,-1 1-3 0,5 3 1 0,-9-3-7 16,-3 0 3-16,0 2 3 0,0 3-1 0,-8 0 3 16,1 1 0-16,-1-2 8 0,-7 4-5 0,-7 0 2 15,3 1 6-15,9-8 33 0,-4 2-9 0,-1-5-3 16,2 2-6-16,5-4-1 0,3 1-11 0,-2-3-2 15,4-3-2-15,0 3-2 0,3-6 1 0,0 0-3 16,10 4 1-16,5-4-7 0,6-2 2 0,6-1-17 16,-1-4-15-16,9 0-14 0,-5-3-19 0,6 0-26 15,-5-2-20-15,-1 7-45 0,3-3-29 0,-3-1-28 16,-3 3-36-16,-11 3-41 0,2-5-40 0,-1 4-54 16,3-2-45-16,-5 1-275 0,0 1-736 0,-1 0 326 15</inkml:trace>
  <inkml:trace contextRef="#ctx0" brushRef="#br0" timeOffset="7339.9">10000 16051 287 0,'-2'-13'411'0,"-3"2"10"16,5 1-12-16,-1 3-23 0,-6 1-34 15,7-2-42-15,0 8-29 0,0 0-26 0,0 0-19 0,0 0-14 16,8 33-5-16,-1-8-9 0,1 2-5 0,6 2-9 15,2 13-14-15,-3 7-14 0,9-5-16 0,-6 2-15 16,-1 6-14-16,4-3-12 0,-5 0-9 0,1 1-10 16,-3-2-6-16,6-2-11 0,-6 4-8 0,3-4-6 15,-2 1-9-15,-5-4-18 0,5 1-25 0,-6-2-17 16,1-9-42-16,-6-5-36 0,3 1-45 0,-3-4-43 16,1-6-40-16,-3 1-50 0,-3-3-62 0,3-7-66 15,-2 1-298-15,-3-3-750 0,3-2 333 0</inkml:trace>
  <inkml:trace contextRef="#ctx0" brushRef="#br0" timeOffset="7940.33">7461 16245 343 0,'-7'-13'430'15,"7"-4"-6"-15,-1 7-23 0,2-1-23 0,-1 5-26 16,0 0-36-16,0 6-35 0,0 0-30 0,0-4-30 16,0 4-17-16,0 0-5 0,14 27-10 0,-6-5 2 15,0 6-3-15,7 13-5 0,-2 1 16 0,1 11-15 16,-6-4-17-16,5 3-14 0,-3-2-15 0,3 4-11 15,2 0-14-15,-2 0-13 0,2 0-10 0,-5-3-8 16,4 0-7-16,0 3-9 0,0-3-10 0,-3 0-24 16,6 3-27-16,-6-6-36 0,3-5-50 0,-1-4-61 15,3-3-49-15,-2-9-54 0,-1-4-62 0,-1-5-70 0,9 0-90 16,-6-8-250-16,0-2-775 0,5-2 343 0</inkml:trace>
  <inkml:trace contextRef="#ctx0" brushRef="#br0" timeOffset="8589.98">10857 16529 199 0,'0'0'464'15,"-9"-5"0"-15,9 5-13 0,-7-2-22 0,7 2-26 16,0 0-24-16,0 0-27 0,0 0-30 0,0 0-31 15,0 0-25-15,0 0-24 0,0 0-15 0,0 0-22 0,36-6-20 16,-16 5-19-16,12-3-19 0,4 0 1 0,7-3-36 16,7 2-25-16,-4-5-32 0,0 7-27 15,-1-6-32-15,-12 0-36 0,15 0-33 0,-20 3-42 0,1 2-29 16,-6-1-14-16,-7 2-27 0,-6 0-26 0,0 2-33 16,-3 1-37-16,-7 0-30 0,0 0-24 0,0 0-13 15,0 0-182-15,0 0-572 0,0 0 254 0</inkml:trace>
  <inkml:trace contextRef="#ctx0" brushRef="#br0" timeOffset="8790.04">11083 16367 56 0,'-9'-8'248'15,"3"-1"20"-15,-1 3 14 0,7 0 3 0,-8 1-9 16,8 5-5-16,-7-8-16 0,7 8-17 0,-1-4-26 16,1 4-21-16,0 0-22 0,0 0-9 0,0 0-16 15,0 0-9-15,6 27-8 0,-4-11-5 0,3 0 3 16,-2 2-20-16,4 10-11 0,-1 3-13 0,3-3-6 15,-1 3-9-15,3 1-11 0,-4 8-28 0,3-1-23 16,-2-8-23-16,4-3-32 0,-1 1-23 0,3-2-26 0,1 0-43 16,1 0-49-16,2-5-63 0,1-7-46 15,-8 0-189-15,6-4-530 0,-1-3 235 0</inkml:trace>
  <inkml:trace contextRef="#ctx0" brushRef="#br0" timeOffset="9090.09">11839 16031 363 0,'0'-16'422'0,"0"5"12"0,0 2-2 16,2-1-20-16,-2 1-18 0,1 3-31 0,-1 2-38 15,0 4-38-15,4-8-30 0,-4 8-25 0,0 0-24 16,16 12-23-16,-8 6-12 0,4 5-6 0,-4 5-21 15,4 14-8-15,-1 4-14 0,-2 0-13 0,4 2-11 16,-6 0-9-16,3 0-9 0,-2 6-6 0,5-2 20 16,-11 5-15-16,6-6-6 0,-3 2-6 0,5 1-8 15,-8-2-13-15,7 0-25 0,-4 0-26 0,5-1-24 16,-1-6-38-16,-3-2-42 0,9-4-38 0,-2-1-36 16,-1-11-38-16,-7 0-45 0,10-3-62 0,-2-8-75 15,-5-1-306-15,-1-1-765 0,0-5 339 0</inkml:trace>
  <inkml:trace contextRef="#ctx0" brushRef="#br0" timeOffset="9590.09">12417 16303 45 0,'0'-9'433'0,"0"2"3"0,0 1-21 0,0 0-13 16,0 6-10-16,0-8-12 0,0 8-23 0,5-10-26 16,-5 10-33-16,0-3-40 0,0 3-22 0,0 0-23 15,0 0-25-15,0 0-16 0,0 0-16 0,10 21-17 16,-7-12-8-16,0 6-7 0,4 2-7 0,-7 0-10 15,6 0-6-15,-1 8-8 0,-3 4-7 0,0-5-5 0,4 5-9 16,-7-1-4-16,1 3-10 0,0-2-3 0,0 3-7 16,-5-1-2-16,5-4-1 0,-2 1-9 15,4-1-9-15,-4-5-24 0,2-2-22 0,-2-1-27 16,-3 0-46-16,5-3-36 0,5-4-45 0,-3 5-35 0,5-9-25 16,-6-1-36-16,6-1-44 0,1-5-58 0,0 2-346 15,-8-3-775-15,19-4 343 0</inkml:trace>
  <inkml:trace contextRef="#ctx0" brushRef="#br0" timeOffset="9857.84">12724 16542 443 0,'0'0'458'0,"0"0"-16"0,0 0-19 0,-6-4-24 15,6 4-12-15,0 0-14 0,0 0-15 0,0 0-21 16,21-2-28-16,-6 0-28 0,0 2-29 0,7-3-23 16,-1 2-22-16,7-2-23 0,2 3-15 0,0-6-19 15,5 1-13-15,-2 4-16 0,10-7-19 0,-12 4-18 16,4-2-25-16,-5 1-22 0,0-2-33 0,-4 2-33 16,-6 0-36-16,0 2-42 0,-4-2-40 0,-4 2-48 15,-4-1-52-15,1 1-60 0,-1-4-78 0,3 3-360 0,-11-1-805 16,4 1 357-16</inkml:trace>
  <inkml:trace contextRef="#ctx0" brushRef="#br0" timeOffset="10456.78">13623 16225 298 0,'4'-7'349'15,"-4"7"4"-15,0 0 1 0,0-12-1 0,0 12-16 16,0 0-17-16,-4-8-28 0,4 8-26 0,0 0-18 0,0 0-9 16,0 0-5-16,0 0-6 0,-10 23-7 15,7-12-11-15,1-1-3 0,1 3-5 0,-1 1-7 16,4 1-9-16,1 0-11 0,4 0-8 0,-1 0-7 0,3 0-9 16,4 5-9-16,2-7-11 0,6 4-6 0,2 2-14 15,1-4-10-15,4 3-11 0,0-3-9 0,2-3-10 16,-7 3-4-16,-2 0-6 0,1-3-11 0,-6 2-5 15,-1-4-4-15,0 2-4 0,-3 0-9 0,-2-2-2 16,-4 2-7-16,-4-1 0 0,-2 1-7 0,-3-5-6 16,-2 5-9-16,-4-4-7 0,-4-1-8 0,-2 2-16 15,-8-2-24-15,0-3-28 0,1 0-32 0,-7 1-37 16,14-5-36-16,-13 2-40 0,11-4-25 0,-3-3-29 16,-1 0-34-16,4-2-40 0,7-5-42 0,-1 2-46 15,6-7-227-15,0 2-728 0,5-7 323 0</inkml:trace>
  <inkml:trace contextRef="#ctx0" brushRef="#br0" timeOffset="10639.98">13675 16161 190 0,'-10'-3'278'0,"10"3"-17"16,0 0-19-16,0 0-12 0,0 0-4 0,0 0-6 15,0 0-28-15,33 0-15 0,-13 0-20 0,3 0-15 0,5 0-13 16,2 0-35-16,4-3-39 0,8 2-46 15,-6-1-57-15,-3-3-48 0,14-3-63 0,-3 1-57 16,-14 2-132-16,-2-5-376 0,2 1 167 0</inkml:trace>
  <inkml:trace contextRef="#ctx0" brushRef="#br0" timeOffset="10890.2">14282 15822 283 0,'0'-8'335'0,"0"8"4"15,0 0-15-15,0-7-24 0,0 7-21 0,0 0-7 16,0 0 20-16,0 0 18 0,0 0 2 0,12 22 1 16,-1-8-14-16,-3 1-3 0,7 7-7 0,-6 4-12 15,4 13-14-15,2 3-21 0,-2 2-23 0,-1 2-21 16,1 5-21-16,-7 7-19 0,3 16-14 0,-3-1-17 16,-1 1-18-16,-1-17-8 0,-3 0-18 0,6-5-15 15,-1 7-22-15,4-10-16 0,2 5-23 0,1-7-32 16,-4-1-31-16,-1-2-37 0,-2-11-34 0,8-9-41 15,-4 0-38-15,-2-9-28 0,-3 0-34 0,0-3-55 16,-2-6-71-16,9 0-373 0,-4-6-830 0,-8 0 367 16</inkml:trace>
  <inkml:trace contextRef="#ctx0" brushRef="#br0" timeOffset="11140.25">15073 16228 208 0,'-8'-1'445'0,"8"1"8"0,-5-3-16 0,5 3-38 16,0 0-38-16,15-9-37 0,-2 9-26 0,2-5-33 16,3 1-28-16,9-1-19 0,2 1-25 0,6-7-19 15,10 3-19-15,-9 1-31 0,-4 2-26 0,2-3-44 16,11-4-42-16,-15 5-39 0,6-4-34 0,-7 8-36 15,-5-2-29-15,-2 2-35 0,-1 2-33 0,-14-2-48 16,6 3-65-16,-4-3-233 0,-9 3-585 0,0 0 258 16</inkml:trace>
  <inkml:trace contextRef="#ctx0" brushRef="#br0" timeOffset="11306.88">15315 16365 280 0,'-15'12'303'0,"0"2"0"0,2-6-21 16,4 4-21-16,1-4-19 0,2-1-6 0,1 1 12 15,5-1-4-15,0 0-8 0,6-5-23 0,6 1-24 0,-1-3-17 16,9 0-15-16,2-3-21 0,8-1-20 0,6-1-28 16,7 1-38-16,3-7-33 0,6 6-35 15,-8-5-34-15,4-2-43 0,0 7-48 0,-3-5-62 16,6-2-65-16,-3 4-229 0,0-6-540 0,2 1 240 0</inkml:trace>
  <inkml:trace contextRef="#ctx0" brushRef="#br0" timeOffset="11640.03">16295 16008 2 0,'0'0'387'0,"0"0"2"0,-15 2-4 0,15-2-5 0,0 0-6 16,-15 5-20-16,8 2-12 0,1-2-6 0,6 3-18 15,-2 1-15-15,2 5-16 0,-2 2-16 0,4 0-18 16,0-2-17-16,3 2-17 0,-4 4-25 0,11 1-15 15,-2 0-8-15,3 3-21 0,2-3-7 0,0 4-16 16,1-2-12-16,4-2-9 0,-2 1-11 0,6 1-11 16,-3 3-6-16,-1-7-7 0,-4 5-8 0,4-6-9 15,-3 2-5-15,-4-4-3 0,-1-3-4 0,-1 2-4 16,-4-3-6-16,1 0 1 0,-8-1-3 0,0-2-6 16,-8 0-7-16,1 0 3 0,1-5-2 0,-11 4-5 15,2 3-16-15,-6-5-12 0,-1-5-18 0,-6 5-20 16,2-6-27-16,-1 0-29 0,4-2-33 0,0 2-45 15,1 0-42-15,1-3-33 0,-1 1-38 0,-8-3-50 16,11 0-60-16,2-2-52 0,-1-1-238 0,5-1-756 0,-1-2 335 16</inkml:trace>
  <inkml:trace contextRef="#ctx0" brushRef="#br0" timeOffset="11824.09">16237 15951 42 0,'5'-5'443'0,"-5"5"-13"0,0-8-22 0,1 3-31 16,8-1-23-16,-3 1-11 0,14 1-15 0,-3-3-18 16,12 0-31-16,0 0-23 0,0-2-25 0,1 6-23 15,20-9-21-15,-2 3-24 0,1 5-34 0,-4-3-45 16,6 0-63-16,6-1-70 0,-11 3-77 0,0-2-83 16,-12 6-101-16,4-6-341 0,-9 0-703 0,1 5 311 15</inkml:trace>
  <inkml:trace contextRef="#ctx0" brushRef="#br0" timeOffset="18123.6">24325 10793 219 0,'-6'-8'252'0,"4"4"-12"0,2 4-11 0,-5-5-11 16,5 5-13-16,0 0-17 0,0 0-13 0,-8-6-20 16,8 6-13-16,0 0-16 0,0 0-6 0,0 0-17 15,0 0-13-15,0 0-7 0,0 0-9 0,-13 12-6 16,9-9-7-16,4-3-8 0,-5 9-4 0,4-3-5 16,-1-2-4-16,-1 3-1 0,-1-2-7 0,0 2-2 15,4 0-3-15,-2-1-6 0,-3-2 1 0,5-4-2 16,0 0-3-16,0 14-3 0,0-14 6 0,0 6-9 15,5-1 3-15,-5-5-1 0,10 7-1 0,-5-7-8 16,-5 0 3-16,13 0 3 0,-13 0-3 0,0 0 0 16,18-6 0-16,-11 3 2 0,1-2-6 0,0 2 1 15,-1-1 1-15,-2-2-1 0,-2 1 0 0,2 1 1 0,0-1-2 16,-5 5 0-16,4-7 3 0,-4 7-2 0,0-11 0 16,0 11 0-16,0-4 2 0,0 4 1 15,-7-6-4-15,7 6 4 0,-8-2-3 0,8 2 0 0,-15 0-5 16,15 0 4-16,-17 0-1 0,17 0 1 0,-20 3-1 15,14 2-4-15,-3-3 2 0,3 3 2 0,-4 2-4 16,3-3 2-16,-1-1 1 0,3 0-1 0,-2 3-1 16,6-2-2-16,1-4 1 0,-2 8 1 0,2-8-3 15,3 12 2-15,2-9-2 0,2 1 0 0,1-2-4 16,1 0-4-16,4 2-4 0,0-4-5 0,-3 1-3 16,0-1 1-16,3 0-1 0,0-1 6 0,-3-2-5 15,0 2 3-15,2-1-2 0,-7-3 6 0,1 1-1 16,3-1 3-16,-6 2 2 0,-3 3 1 0,8-10 3 15,-8 4-1-15,0-2 1 0,0 8 2 0,-3-10 0 16,-2 2 0-16,2 6 1 0,-4-5 5 0,-1 6 2 16,-4-2 0-16,7 0 3 0,-5 0 0 0,0 2-3 0,-1-6 4 15,1 6 0-15,10 1 0 0,-12 0-5 0,12 0 1 16,-16 0 1-16,16 0-1 0,-12 8-2 0,5-7 7 16,3 5-2-16,-3-3-5 0,7 3 1 0,0-6 2 15,-2 9-3-15,4-3-2 0,3 1 4 0,-3 1-2 16,6-2-1-16,-2 3-2 0,-1-5 0 0,2-2-1 15,-4 3-1-15,7-3-2 0,-5 1 0 0,-5-3 4 16,15 2-2-16,-15-2 4 0,8 0-4 0,-8 0 4 16,0 0 1-16,12-6-1 0,-10 3-1 0,-2 3-1 15,0-8 5-15,0 8-2 0,-2-10 3 0,2 10 7 16,-7-9 3-16,2 1 0 0,2 3 2 0,-4-5-1 16,1 8-3-16,-1-6 0 0,-1 5 0 0,1-3-2 15,1-2-4-15,6 8 0 0,-12-1-2 0,12 1-21 0,0 0-23 16,-20 8-34-16,20-8-43 0,-6 7-63 15,6-3-75-15,0 3-154 0,0 0-444 0,6 2 196 16</inkml:trace>
  <inkml:trace contextRef="#ctx0" brushRef="#br0" timeOffset="59891.83">12915 11044 235 0,'0'-4'285'0,"0"4"-8"0,0 0-13 16,0 0-19-16,0 0-20 0,0 0-27 0,-12 24-20 15,12-17-15-15,0 2-6 0,0 3-15 0,4 3-8 16,-4 4-9-16,1-6-3 0,-2 5-10 0,1-3-7 16,1 0-7-16,-1 0-8 0,2 1-10 0,-2-5-9 15,5 6-10-15,-5-1 1 0,5-1-8 0,-4-1-5 16,1-2-14-16,0-2-30 0,3 0-19 0,-4-1-40 15,3 2-46-15,-1-2-51 0,5 1-64 0,-3-5-57 16,-1 2-189-16,4-2-500 0,-3-2 221 0</inkml:trace>
  <inkml:trace contextRef="#ctx0" brushRef="#br0" timeOffset="60408.49">13120 11385 5 0,'0'0'313'0,"0"0"-20"16,0 0-27-16,0 0-27 0,0 0-23 15,0 0-21-15,0 0-23 0,0 0-16 0,0 0-18 0,0 0-13 16,10 9-14-16,-10-9-7 0,0 10-14 0,5-5-7 16,-3 2-10-16,-2 1-5 0,0 1-5 0,0-2-8 15,0 4-5-15,0 0-5 0,0 5 0 0,-2-7-8 16,-3 1-1-16,3 1-4 0,-3 4-1 0,-3-3-5 15,0 3-13-15,8-6-24 0,-8 3-40 0,1-4-33 16,0 3-40-16,1-4-51 0,4-2-53 0,-3-1-174 16,5-4-434-16,0 0 192 0</inkml:trace>
  <inkml:trace contextRef="#ctx0" brushRef="#br0" timeOffset="60641.65">13454 11154 123 0,'0'0'288'0,"-1"-8"-25"15,1 8-27-15,0 0-25 0,0 0-22 0,0 0-18 0,0 0-14 16,0 0-15-16,-7 15-10 0,5-7-9 0,-2 4-10 16,2 0-9-16,2 2-11 0,0 2-9 0,0 2-7 15,0 2-7-15,2-4-9 0,-4 3-2 0,4 1-7 16,-2-1-4-16,4 1-7 0,-2-5-25 0,-2 1-26 15,0-1-33-15,0-3-36 0,0-1-42 0,7-2-47 16,-7-2-37-16,1 0-167 0,6-3-402 0,-7-4 179 16</inkml:trace>
  <inkml:trace contextRef="#ctx0" brushRef="#br0" timeOffset="60894.8">13635 11049 118 0,'0'0'250'0,"0"0"-2"0,0 0-6 0,10 15-16 15,-5-8-8-15,3 2-15 0,-1 2-12 0,3 1-15 16,-2 0-7-16,2 3-13 0,-5-3-13 0,8 5-16 0,-5-3-7 16,7 0-16-16,-8 6-12 0,-1-7-6 0,6 5-6 15,-5 0-10-15,3-1-9 0,-7 1-2 0,2 1-8 16,-4-1-5-16,-1-1-2 0,-1 0-16 15,-4-2-25-15,-3 2-28 0,-1-2-22 0,-2 1-37 0,-6-5-35 16,1 4-51-16,1-4-53 0,-7 2-218 0,-3-2-477 16,-4-4 211-16</inkml:trace>
  <inkml:trace contextRef="#ctx0" brushRef="#br0" timeOffset="61309.01">12658 10884 237 0,'-16'0'285'0,"-7"3"-22"15,-7 0-26-15,2 8-15 0,-2 5-20 0,-8 3-13 16,5 8-14-16,1 9-12 0,4-2-14 0,5 3-13 15,3-1-12-15,7 3-12 0,5 0-10 0,8 3-10 16,0-2-6-16,8 5-9 0,5-4-8 0,9 0-8 16,-1-1-1-16,14-4-6 0,1 1-15 0,6-7-23 15,7 5-26-15,3-9-32 0,4-4-51 0,0-1-71 16,30-3-65-16,-6-3-207 0,-17-8-471 0,24-4 208 16</inkml:trace>
  <inkml:trace contextRef="#ctx0" brushRef="#br0" timeOffset="61725.16">14254 11173 154 0,'0'0'229'0,"0"0"-14"16,0 0 0-16,0 0 0 0,0 0-4 0,0 0-7 15,0 0-10-15,18 12-7 0,-6-9-6 0,4 0-18 16,1-3-17-16,8 2-13 0,4-2-1 0,3-2-14 16,12-2-10-16,6 1-11 0,-4-3-11 0,6 0-8 15,-1 0 2-15,0-3-14 0,-3 3-12 0,-6-3-3 0,-6 6-6 16,-6-3-15-16,5 3-21 0,-7-3-28 0,-12 1-21 16,8-2-30-16,-9 2-26 0,-7 4-30 15,3-2-38-15,3 0-45 0,-9 0-47 0,1-3-148 0,-6 6-437 16,5-3 194-16</inkml:trace>
  <inkml:trace contextRef="#ctx0" brushRef="#br0" timeOffset="61991.67">14997 10994 42 0,'0'0'284'0,"0"0"-22"0,0 0-19 16,0-11-21-16,0 11-22 0,0 0-17 0,0 0 10 15,0 0-17-15,23 6-8 0,-15-1-9 0,1 0-15 16,6 3-13-16,1 2-17 0,1 1-11 0,1 2-7 16,0-2-9-16,0 0-14 0,-3-1-2 0,8 8-6 15,-1-3-8-15,-7-3-5 0,3 2-7 0,-6-1-3 0,-2 2-4 16,-7 1-4-16,5-4-4 0,-5 0 4 16,-6 6-12-16,3-1 0 0,-8-5-14 0,-2 5-12 0,-3-7-16 15,-2 5-23-15,2-1-27 0,-2-1-31 16,-2-6-38-16,-1 2-38 0,10-3-40 0,-1 1-28 0,3-5-153 15,-3 1-430-15,3-1 190 0</inkml:trace>
  <inkml:trace contextRef="#ctx0" brushRef="#br0" timeOffset="62358.41">15780 10870 155 0,'0'0'305'0,"0"0"-16"16,0 0-18-16,0-5-18 0,0 5-21 15,0 0-22-15,0 0-17 0,0 0-17 0,0 0-7 16,-25 7-8-16,18-4-1 0,1 4 4 0,-7 1-17 0,4-1-9 15,-1 7-5-15,-5-4-11 0,2 5 22 0,-2 11-28 16,2-5-9-16,0 6-5 0,3 3-14 0,2-2-7 16,1-1-7-16,0 0-1 0,7 0-13 0,-1-3 2 15,4 3-11-15,2 2-2 0,3-2-9 0,1-2 5 16,4-2-7-16,0 0-8 0,4-4-31 0,1 2-14 16,-2-7-20-16,1-1-38 0,3-3-33 0,-2-1-37 15,4-1-48-15,-3-2-37 0,3-5-40 0,-4 2-45 16,-1-3-199-16,3-4-552 0,1 1 244 0</inkml:trace>
  <inkml:trace contextRef="#ctx0" brushRef="#br0" timeOffset="63275.22">16127 11025 21 0,'-9'-3'333'0,"9"3"-9"15,0 0-9-15,0 0-14 0,-5-6-5 0,5 6-14 0,-4-3-15 16,4 3-13-16,0 0-17 0,0 0-15 0,0 0 4 16,0 0-3-16,4-11-29 0,-4 11-17 0,0 0-28 15,16 0-8-15,-16 0-13 0,15 0-15 0,-3 5-12 16,-6 1-10-16,9-2-7 0,-3 3-6 0,4-2-16 16,-6 7-6-16,2-7-7 0,3 2-12 0,-7 3 1 15,0-3 8-15,-1 2-17 0,1 2-2 0,-8-3-4 16,5 1-3-16,-5 3-2 0,-5 2-2 0,5-2 9 15,-3 0-10-15,-4-1-4 0,1-1-2 0,-1-1 0 16,0 4 5-16,-1-2-1 0,1-4-5 0,-1 4-1 16,2-5-2-16,1 1-8 0,-4 0-6 0,8-2-18 15,1 2-14-15,0-7-4 0,0 5-10 0,10-2-19 16,-5 2-22-16,8-5-19 0,3 0-14 0,-1-1-13 16,7-3-10-16,-1 3-16 0,7-1-16 0,2-2-21 0,2-2-12 15,-3-3-6-15,1 3-3 0,2 0-1 0,-6 0 1 16,-3-1 7-16,5 3 19 0,-9-2 19 15,-1 2 15-15,-3 3 18 0,0-4 17 0,-7 3 27 0,0 1 19 16,-8 1 22-16,12-3 23 0,-12 3 23 0,0 0 12 16,0 0 13-16,0 0 16 0,0 0 11 0,0 0 19 15,-7 15 16-15,7-15 2 0,-8 7-3 0,1-2 9 16,1 6 2-16,-3-6 0 0,3 3-1 0,-1 1 5 16,5-1-1-16,-4 1-4 0,-1-1-3 0,7 2-7 15,0-1-6-15,-1 1-6 0,-4-2-1 0,5 2-11 16,0 0-1-16,0-2-6 0,-2 3-6 0,2-4 1 15,0 1-4-15,2-1-13 0,-4-1-28 0,2 2-24 16,0-8-25-16,0 7-20 0,0-7-39 0,0 0-49 16,2 4-189-16,-2-4-388 0,0 0 173 0</inkml:trace>
  <inkml:trace contextRef="#ctx0" brushRef="#br0" timeOffset="63641.87">16851 11017 173 0,'0'0'295'0,"0"0"-16"0,0 0-18 15,-4-7-12-15,4 7-17 0,0 0-22 0,0 0-17 16,0 0-12-16,0 0 10 0,0 0-9 0,0 0-18 16,0 0-15-16,0 0-13 0,0 0-18 0,0 26-4 15,0-16-13-15,4-3-12 0,-1 7-2 0,2-5-6 16,3 6-7-16,2-1-9 0,-1-4-9 0,5 5-9 15,-7 0 2-15,6 0-7 0,-4-2 0 0,4 2-4 16,-5-3-9-16,0 2-2 0,4 1-1 0,-5-6-7 16,-4 0 7-16,2 1-11 0,-4-1-2 0,-1-2-2 15,5 0 2-15,-10-1 2 0,5 3 1 0,-6-4 0 16,3 2-6-16,-9-4 4 0,4 3-1 0,-6-3-2 16,0 1-2-16,0 0-7 0,-2-1-12 0,-2-3-19 15,-1 0-10-15,1 1-18 0,-2-2-14 0,4-1-12 0,1 2-16 16,2-1-7-16,1-6-10 0,2 5-25 15,0-5-42-15,4 4-29 0,-1-5-36 0,7 0-218 16,-2-3-503-16,7-4 223 0</inkml:trace>
  <inkml:trace contextRef="#ctx0" brushRef="#br0" timeOffset="63842.98">16839 10933 228 0,'-6'-4'214'0,"6"4"-19"0,0 0-14 0,0 0-8 16,0 0-5-16,0 0-11 0,0 0-9 0,0 0-10 16,0 0-16-16,0 0-13 0,36 3-16 0,-24-3-2 15,6 0-14-15,-5 0-5 0,4 0-21 0,4 0-26 16,-6-4-25-16,6 2-21 0,-1 0-31 0,-1-1-33 16,0 2-37-16,3-2-26 0,-6-1-25 0,1-4-101 15,-2 2-297-15,-2-1 133 0</inkml:trace>
  <inkml:trace contextRef="#ctx0" brushRef="#br0" timeOffset="64042.58">17200 10804 87 0,'0'0'132'0,"0"0"-5"0,0 0 14 0,0 0-2 15,-12 12 12-15,12-12 1 0,-3 11 5 0,3-7 2 16,3 4-2-16,-3 0 3 0,2 2-2 0,1-1-4 16,-1 3-13-16,3 2 8 0,3-1-2 0,-1-4-8 15,1 9-21-15,-1-2-6 0,6 8-5 0,-10-2-12 16,11 1-10-16,-8 4-10 0,-2-4-3 0,-1 1-9 15,-2 3-8-15,-1 0-5 0,-4 0-30 0,-1 0-28 16,-7 0-40-16,2 1-43 0,-3 1-47 0,-2-5-47 16,-7 0-43-16,3 0-206 0,-6-7-471 0,0 0 209 15</inkml:trace>
  <inkml:trace contextRef="#ctx0" brushRef="#br0" timeOffset="121543.84">22591 10886 27 0,'0'0'37'0,"10"1"3"0,-10-1 1 0,8 5 5 15,-5-4 7-15,-3-1 14 0,0 0-4 0,14 0 7 16,-14 0-5-16,0 0 2 0,13-3 4 0,-13 3-12 15,6-6 15-15,-4 1 1 0,-2 5 4 0,5-7-4 0,-3 2 7 16,-2 5 0-16,0-7 3 0,0 2 3 0,0 5-6 16,0 0-1-16,-2-12-10 0,2 12 1 15,-5-5-11-15,5 5-6 0,-11-2-4 0,11 2-7 0,-9-5 0 16,9 5-11-16,0 0-1 0,-16 5-6 0,16-5-3 16,0 0-3-16,-14 4-10 0,13 1 6 0,1-5 2 15,-7 6-4-15,7-6 0 0,-1 7-4 0,1-7-4 16,0 9 7-16,0-9-3 0,6 7 6 0,-3-2-5 15,6 0 0-15,-3-2-8 0,6 2 7 0,-5-3-5 16,1 1 3-16,-2-1 0 0,3 0-1 0,-9-2 0 16,15 0-1-16,-15 0 0 0,15-2 1 0,-15 2-2 15,8-2 5-15,-8 2 6 0,8-5 4 0,-8-1 6 16,0 6 8-16,2-8 2 0,-2 8 3 0,0-6-1 0,0 6 0 16,-2-9 2-16,-5 3-6 0,4 3 5 15,3 3-4-15,-6-4 2 0,6 4 1 0,-12-7-7 16,12 7-4-16,-10-4-2 0,10 4 1 0,-7-3-11 0,7 3 0 15,0 0-2-15,-6-5-4 0,6 5 2 0,0 0-6 16,0 0-25-16,0 0-28 0,0 14-44 0,0-14-49 16,11 12-54-16,-2-6-210 0,-6-2-437 0,9 4 195 15</inkml:trace>
  <inkml:trace contextRef="#ctx0" brushRef="#br0" timeOffset="123911.08">21839 10571 233 0,'0'0'244'16,"0"0"-18"-16,0 0-15 0,-1-7-8 0,1 7-20 15,0 0-18-15,0 0-15 0,0 0-15 0,0 0-13 0,0 0-12 16,0 0-6-16,0 0-3 0,0 0-3 0,0 0-5 16,0 0-4-16,5 20 1 0,-5-20-12 15,1 7 0-15,1 0-5 0,-2-2-6 0,7-1-6 0,-2 4-8 16,-4-3-2-16,4 1-3 0,-1 0-9 0,-4 1 5 15,4-2-6-15,5 3-4 0,-6-3-6 0,2 3 0 16,0 0-4-16,-2-2-1 0,4 1-1 0,1 2-2 16,-3 0-7-16,-3-2 3 0,4 2-3 0,1-2-2 15,-5 0 1-15,3-1-2 0,-4 3 0 0,4-3-1 16,-3 1-1-16,0 1 0 0,-1-2-1 0,3 2-2 16,-3-6-1-16,-1-2 6 0,0 14-5 0,0-14 4 15,-5 6-3-15,2 0 0 0,-2 0-1 0,-2 0 3 16,1-2-3-16,-4-1 2 0,0-1-2 0,0 1 1 15,-2-1-6-15,1-2-14 0,11 0-17 0,-23-2-25 16,9 2-30-16,4 0-28 0,-3-3-30 0,5 1-33 16,1-1-31-16,-1-1-34 0,1-2-174 0,1-3-449 0,6 1 198 15</inkml:trace>
  <inkml:trace contextRef="#ctx0" brushRef="#br0" timeOffset="124144.9">21778 10578 14 0,'0'0'298'0,"0"0"-5"16,0 0-17-16,0 0-20 0,2-7-20 0,-2 7-15 16,0 0-30-16,15-8-16 0,-9 5-18 0,9-1-16 15,-7-1-15-15,7-1-11 0,4 5-12 0,-1-6-8 0,3 3-16 16,-1 0-25-16,-2 0-50 0,2-2-59 15,2 5-70-15,-4-2-61 0,3 3-226 0,-2-5-445 16,-1 2 196-16</inkml:trace>
  <inkml:trace contextRef="#ctx0" brushRef="#br0" timeOffset="128961.54">22702 10707 61 0,'5'-6'113'0,"-5"6"4"16,1-6-6-16,-1 6 3 0,4-6-4 0,-4 6-1 15,0 0-8-15,0-9-6 0,0 9 1 0,5-6 8 16,-5 6-8-16,0 0-11 0,0 0-4 0,0-8-3 15,0 8-7-15,-5-5-4 0,5 5-6 0,0 0 3 16,0 0-4-16,0-8-4 0,0 8-4 0,0 0-3 16,0 0-1-16,0 0-7 0,-5-6 1 0,5 6-9 15,0 0-1-15,0 0-8 0,0 0-3 0,0 0-4 16,0 0 1-16,0 0-3 0,0 0-5 0,0 0 1 16,0 0-2-16,0 0-1 0,0 0-1 0,0 0 0 15,0 0-1-15,0 0-1 0,0 0-2 0,0 0 0 0,0 0 2 16,0 0-1-16,0 0 5 0,0 0 2 15,0 0-3-15,0 21 6 0,0-21-3 0,-5 6 3 16,5-6-2-16,-2 10-1 0,-5-6 6 0,4 3 0 16,0-2-1-16,1 1-1 0,1-1-2 0,-6 0-2 0,5 6-1 15,-3-6 2-15,4 1-3 0,-6 2-1 0,2 1-1 16,2-3-2-16,1 3 1 0,-3-2-1 0,0 1 1 16,3 0 4-16,1-4-3 0,-2 3-1 0,3 0 0 15,0 0 0-15,0-7-2 0,-4 10 0 0,4-2 0 16,-1-4 3-16,2 3-4 0,-1-7 1 0,0 11 1 15,4-6-2-15,-4-5 1 0,0 0 1 0,-4 9 2 16,4-9-5-16,4 3 6 0,-4-3 7 0,0 0 4 16,3 7 2-16,-3-7 2 0,6 4-5 0,-6-4 5 15,9 1 3-15,-9-1-1 0,8 3-2 0,-8-3 1 16,10 2-1-16,2-1-3 0,-12-1 0 0,16 1-5 16,-9-1-2-16,4 0 2 0,1-1-2 0,-12 1-3 15,21 0-1-15,-7-1 0 0,-6 2-2 0,2-1-2 0,5 0 1 16,-15 0-2-16,18-3-1 0,-8 5 2 15,-10-2 0-15,13 1-1 0,-5-1-5 0,-8 0-3 16,15 0-5-16,-8 1-7 0,-7-1-13 0,0 0-9 0,0 0-11 16,0 0-16-16,0 0-11 0,15-1-10 0,-15 1-22 15,0 0-10-15,0 0-11 0,0 0-18 0,0 0-8 16,0 0-1-16,0 0-11 0,0 0-2 0,0 0-89 16,0 0-278-16,0 0 123 0</inkml:trace>
  <inkml:trace contextRef="#ctx0" brushRef="#br0" timeOffset="129261.59">22880 10800 58 0,'0'0'183'0,"0"0"-2"0,0-7-4 15,0 7-8-15,0 0-4 0,0 0-5 0,0 0-5 0,0 0-12 16,0 0-3-16,0 0-9 0,0 0-8 15,-3-8-10-15,3 8-10 0,0 0-15 0,0 0-8 16,0 0-7-16,0 0 9 0,0 0 5 0,0 0 2 0,0 0-7 16,7 21-4-16,-7-11 4 0,0 1-1 0,-2-5-13 15,4 4-2-15,-2 1-8 0,-2 2-6 0,2 4-5 16,0-2-5-16,-2 0-5 0,-1 0-4 0,3-3-1 16,0 6-1-16,0-2-6 0,-3 3 4 0,-2-3-9 15,5-1-2-15,0 3-8 0,0 2-16 0,0-7-23 16,0 2-30-16,0-1-38 0,0-5-47 0,0 1-38 15,8-2-43-15,-8-3-217 0,5 0-479 0,-5-5 213 16</inkml:trace>
  <inkml:trace contextRef="#ctx0" brushRef="#br0" timeOffset="137861.95">24208 10732 101 0,'0'0'141'0,"-7"-5"5"0,7 5 5 0,-6-7-6 15,6 7-4-15,0-7-1 0,0 7-5 0,-9-6 1 16,9 6-1-16,0 0-6 0,0-7-3 0,0 7-7 16,0 0-8-16,0-5-8 0,0 5 0 0,0 0-6 0,0 0-5 15,0 0-9-15,0-9-4 0,0 9-14 0,0 0 5 16,9-5-11-16,-9 5-2 0,0 0-8 0,13-2-4 16,-13 2-3-16,18 0-3 0,-8-2-5 0,-10 2-3 15,23 2-3-15,-10-2-4 0,6 2 1 0,-6 1-5 16,0-3-1-16,4 0-3 0,-1 2-1 0,-2 0 0 15,-3-2-7-15,2 4 4 0,4-1-1 0,-7-3-2 16,3 1-1-16,-3 3-1 0,-2-3-2 0,2-1 1 16,-2 3-3-16,-1 0-1 0,-7-3 2 0,10 4-2 15,-7 0-3-15,2 1 2 0,-5-5 2 0,7 7-1 16,-7-6 0-16,0-1-2 0,0 10 0 0,-7-5 2 16,4 2-1-16,-7-2 2 0,5 1 1 0,-5 2-3 15,2-1 2-15,-2-1-2 0,3-2-1 0,-3 6 2 0,0-5 0 16,6-2 1-16,-5 2-3 0,1-2 1 15,5 1 0-15,3-4 0 0,-9 8-3 0,9-8 2 16,-5 3-2-16,2 0 6 0,3-3-4 0,0 0 4 0,0 0-3 16,0 0 2-16,0 0-3 0,18 6 1 0,-8-4-1 15,0-2 3-15,0 1-3 0,5 0 1 0,-2 4 1 16,-4-3-2-16,2 1-4 0,-1-2 2 0,-2 5 3 16,1-5-4-16,0 6 2 0,1-5-1 0,-1 5-1 15,-8-3 0-15,6 4 6 0,-2-2-6 0,-3 1 1 16,-1-1-1-16,-2 3 4 0,1 1-2 0,-2-2 1 15,-5 0 2-15,7-1 1 0,-10-3-3 0,5 1 1 16,-5 6 1-16,-1-6 3 0,-4 5 0 0,2-3 4 16,-4-1 1-16,-3-6 8 0,2 4-6 0,-3-2 5 15,1-2 2-15,3 1 0 0,-6-1-1 0,3-1-5 16,2 1-1-16,0-2 5 0,1 0-3 0,2 0-2 16,2 2-1-16,8-1-3 0,5 1-7 0,-18 0-18 15,18 0-31-15,-10-4-48 0,10 4-56 0,0 0-60 0,0 0-67 16,20-10-153-16,0 8-468 0,1-1 207 15</inkml:trace>
  <inkml:trace contextRef="#ctx0" brushRef="#br0" timeOffset="138661.51">25602 10689 125 0,'0'0'236'0,"0"0"-12"0,0 0-11 0,0 0-11 16,0 0-7-16,34 6-9 0,-25-6-10 0,5 5-11 16,5-5-13-16,-3 4-10 0,1-2-12 15,-2 0-5-15,1 1-13 0,1 1-9 0,-6-3-8 0,4 5-12 16,-6-5-10-16,0 3-9 0,1 1-5 0,-1 1-3 15,-1 3-12-15,-1-2 1 0,-4-3 2 0,-1 11 2 16,-1-7 0-16,-2-3-1 0,-8 12 1 0,1-2-2 16,-2-3-3-16,-2-2-4 0,-2 5 1 0,-1-4-7 15,0 1 1-15,-3 0 3 0,3-1-3 0,0-6 0 16,0 6-5-16,5-2-2 0,-3-2 0 0,4 1-5 16,3-2 1-16,-1-2-2 0,7-4 0 0,-6 5 4 15,6-5 1-15,0 0 0 0,19 6 0 0,-2-6-8 16,8-3-2-16,3 0-1 0,20 2-8 0,-3-3-12 15,-14-2-21-15,20 2-30 0,-8-1-50 0,2 1-54 16,-10 4-80-16,11-8-78 0,-1 4-189 0,-12 3-549 16,-6-5 243-16</inkml:trace>
  <inkml:trace contextRef="#ctx0" brushRef="#br0" timeOffset="141745.05">27513 10618 37 0,'2'-4'249'0,"-2"-5"-4"0,3 3-5 15,-3 6-12-15,4-11-8 0,-3 3-9 16,-1 8-6-16,3-9-16 0,-1 6-7 0,-2 3-15 16,8-5-9-16,-8 5-17 0,0 0-17 0,2-7-12 0,-2 7-8 15,0 0-16-15,0 0-12 0,0-7-6 0,0 7-7 16,0 0-5-16,0 0-6 0,0 0-6 15,0 0-3-15,0 0-9 0,0 0 3 0,0 23 3 0,0-17 17 16,3 0-17-16,-3 3-3 0,0 1-6 0,2 2 5 16,0 0-4-16,3 5-7 0,-2-7-3 0,-3 9 4 15,7-4 7-15,-7 3-16 0,5-4 1 0,1 1 9 16,-3 4-13-16,4-4-3 0,-2 1-4 0,-2 0 3 16,9-4-9-16,-10 3-34 0,3-4-33 0,-2 0-45 15,-3-3-54-15,3 0-73 0,1 0-70 0,-3 0-183 16,-1-3-531-16,0-5 235 0</inkml:trace>
  <inkml:trace contextRef="#ctx0" brushRef="#br0" timeOffset="142580.13">26168 11606 126 0,'-2'-8'326'0,"2"8"-3"0,0 0-30 0,0-4-33 16,0 4-29-16,0 0-22 0,0 0-26 0,0 0-12 0,0 0-8 15,2 23-7-15,-4-9-12 0,2-1-16 0,-2 4-14 16,2 2-10-16,-3 1-6 0,1-1-13 0,2 8-4 16,-1-9-8-16,1 8-10 0,-2-5-5 0,-3 6-7 15,8-11-6-15,-6 4-2 0,3-2-23 0,-2-2-38 16,-1 3-49-16,3-4-66 0,-3 1-65 0,4-7-75 16,-2-2-204-16,1 4-516 0,0-7 228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09:36:38.6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10270 2674 165 0,'-10'-1'167'0,"10"1"-4"0,0 0-11 16,0 0-10-16,0 0-11 0,-5-3-12 0,5 3-4 16,0 0-5-16,0 0-9 0,0 0-5 0,0 0 5 15,0 0 12-15,0 0 5 0,0 0 1 0,33 0 1 16,-20 0-15-16,2 1-6 0,7-1-2 0,-1 2-12 16,1-2-3-16,8-2-9 0,1 2-1 0,-1 0-3 15,5 0-4-15,8 0-3 0,-9 0-9 0,16 2-3 0,0-2 2 16,-4 1-12-16,4-1-4 0,3 4-3 15,0-3-4-15,5-2-1 0,-1 1 1 0,10 0 4 16,-8 1-11-16,29 1-5 0,-22-2 0 0,15 0 0 16,5 1-3-16,-5-1-4 0,-18 1 2 0,23 2 3 0,0 1-5 15,-1-4-1-15,1 1 9 0,-23 1 4 0,18 2 3 16,3-1 11-16,-22 0-15 0,25 2 1 0,1-4 0 16,-7 3-3-16,2-4-3 0,1 2-2 0,7 1-1 15,-3 3 2-15,1-5-5 0,6-1-1 0,1 2 2 16,-3-2 6-16,-4 0-8 0,-1 1-5 0,3 1 0 15,3-4 2-15,-6 4-4 0,3 1 2 0,-2-3 2 16,-1 3-4-16,1-2-2 0,-3-1 3 0,5 3 0 16,-8-6 1-16,1 6 7 0,-1-6-10 0,2 3-1 15,-22 0 3-15,21 0-2 0,-1 3 2 0,-22-6-1 16,23 3-1-16,-19 3-2 0,19-3 1 0,-21-3 1 16,20 2-2-16,-22 0-2 0,25-1 1 0,-1 2 4 15,-21-5-1-15,17 10-1 0,0-10-1 0,-16 2 1 16,18 2-1-16,-2-3 3 0,-22 2 0 0,6 2-3 15,0 0-1-15,-3-3 4 0,20 3-1 0,-18 0 0 16,1-2 9-16,-2 2-15 0,19-5 2 0,-19 5 5 16,2-7 1-16,-6 9-3 0,22-4-1 0,-18 2-2 15,0 0 0-15,-5-1 7 0,7 1-5 0,-6 1 0 16,3-1 6-16,-5 0-2 0,1-1-6 0,0-1-2 16,-3 4 4-16,-4-4 2 0,4 2-2 0,-7 0-2 15,3-1 0-15,-1-2 4 0,-7 3-2 0,2 0 2 16,-1 0-2-16,-1 0 1 0,-1 0-1 0,-8-1 1 15,3 1 5-15,-6 0-4 0,12 0 1 0,-6-2-2 16,1 1 0-16,-5-3-7 0,0 4 10 0,2 4-2 0,0-8 2 16,-2 8-3-16,0-8-1 0,0 1-1 15,12 3 2-15,-11 3-2 0,4-6 2 0,-5 6-1 16,9-6 3-16,-9 3-6 0,-3 3 4 0,1-3 1 16,-1-3 11-16,0 6-15 0,-9-6 3 0,2 3 10 0,-1 0-11 15,0 0 0-15,-1 0 11 0,-4 0-11 0,-6 0-2 16,-1 0 1-16,2-1 2 0,-12 1 0 15,16 0 2-15,-16 0-2 0,10 0 0 0,-10 0 3 0,0 0 2 16,12 1 3-16,-12-1-1 0,10 3 2 0,-10-3-3 16,0 0-5-16,0 0 0 0,0 0 15 0,0 0-17 15,0 0 1-15,0 0 2 0,10 0-3 0,-10 0-7 16,0 0 1-16,1 7 4 0,-1-7-1 0,0 0 1 16,4 8-2-16,-4-1 13 0,3-2-10 0,0 2 0 15,1 3-3-15,-3 2 1 0,4 1 0 0,0 7 3 16,-2-1 0-16,1 1-2 0,2 7 5 0,3 0-2 15,-1 3 0-15,0 2 0 0,2 5 0 0,-3-9 7 16,4 11 14-16,-2-7-6 0,1 7 4 0,-1-8-5 16,0 10 12-16,-1-13-3 0,5 11 2 0,4-1 2 15,-11-7-1-15,8 7 3 0,-6 4 4 0,4-12-3 16,-4 12-6-16,0 0 4 0,-1 0 3 0,1 0 0 16,2 1 6-16,-5 1-1 0,5-14 2 0,-5 16-6 15,1-3 17-15,8-1-25 0,-11 1 8 0,2-3 12 16,-2-8-15-16,2 13-1 0,2-3-6 0,-1 0 4 15,-4 0-2-15,5 2-3 0,-4-6 1 0,2 1-2 16,0-8 2-16,-2 8 7 0,2-9-1 0,-1 5-7 16,0 4 6-16,1-7-5 0,0 7 1 0,-5-8-1 15,9 3 6-15,-8 8-15 0,4-11 2 0,2 9 1 16,-4 2 4-16,1 0 1 0,2-3-3 0,1-8 1 0,-4 12 0 16,4-4 4-16,-1 3-6 0,3 0 0 15,1-2-2-15,-6-1 1 0,5-5-1 0,-4 4-1 16,-4-6-2-16,13 9-2 0,-6-1-3 0,-1-10 3 0,-7 3-3 15,6 1 0-15,1-4-2 0,-6 4 1 0,6 5-2 16,-5-10 6-16,9 1-1 0,-9-3-4 0,5-1-5 16,1 1 7-16,-2 0-1 0,-6-2 4 15,9 2-8-15,-4-4 1 0,-4-2 0 0,8-2 3 0,-6-1-2 16,0 1-2-16,-3 0-1 0,7-1 5 0,-2-1-2 16,-2 0 3-16,-3 1-1 0,7-6 0 0,-2 5 13 15,-4-2 5-15,3-3-7 0,2 5 5 0,-2-7-3 16,-1 0 1-16,-1 2-5 0,1-1-2 0,5 5-2 15,-6-8 0-15,1 7-8 0,-1-6 9 0,3 6-4 16,-4 1-2-16,1-6 5 0,0 6-5 0,3-1 0 16,-4 1 2-16,4 3-3 0,-1-6-2 0,-1 5 1 15,0-5-2-15,4 4 0 0,-7-4 2 0,2-1 1 16,1 5-7-16,0-3 4 0,-1 1 2 0,1-3-7 16,0 3 7-16,-3-3-2 0,5-1-2 0,-3 0 4 15,3 1-1-15,-2 0 0 0,1-3 2 0,-3-2-5 16,-1 4 1-16,2-2 2 0,1-2-1 0,-1 1-1 15,0-2 3-15,-2 0-6 0,5 1 8 0,-5-2-4 16,0-5 1-16,3 10 0 0,-3-3-1 0,0 2-4 0,3-4 2 16,-3 3 1-16,2-2-2 0,-1 2 4 15,-1-1-3-15,2 2-1 0,1-2 3 0,-3 2-5 16,2-1 3-16,0-1 2 0,-2 4-2 0,0-2 1 16,6 1-3-16,-6-1 2 0,0-1-2 0,2 2 1 0,3-2-2 15,-5 0 2-15,0 0 1 0,0 3 1 0,2-3-1 16,-2-3 2-16,3 6-2 0,-3-5 2 15,0 0 1-15,3-2-3 0,-3-4 3 0,0 14-1 16,0-10-1-16,0-4 0 0,0 5 0 0,0-5 2 0,0 7 0 16,0-7-1-16,0 0 1 0,0 0 4 0,0 0 2 15,0 8-4-15,0-8 5 0,0 0 2 0,0 0-3 16,0 0-4-16,-13 0 5 0,13 0-2 0,0 0-4 16,-20-3-1-16,20 3 0 0,-20-1 2 0,7-1-1 15,-2 2-5-15,-3-2 2 0,3-2 1 0,-5 3-1 16,0 2 0-16,-3-4-1 0,-2 0 3 0,-6 1-2 15,-2 1 2-15,-2-1-3 0,5 1 2 0,-8-2-1 16,-3 0-2-16,-7-2 1 0,-2 2 0 0,-1 2 1 16,6 2 1-16,-14-2-4 0,7 0 1 0,-2-1 2 15,-3 2 2-15,-2-5-10 0,-6 5 9 0,-14-1-3 16,19-1 4-16,-1 2-4 0,-19 0 2 0,-1-1-1 16,17-2 0-16,-1 2-2 0,-19-6 4 0,3 7-5 15,16 0 3-15,2-3 1 0,0 2 4 0,-19-3-6 16,1 0 2-16,16 4-1 0,7 0 1 0,-26-3-1 0,21 2-1 15,2 1 2-15,-4-4 0 0,-19 1-1 16,24 3 1-16,-1-4-1 0,-1 4 0 0,5-4 0 16,-5 4 2-16,-1 0-2 0,1 0 0 0,-1-1 0 15,1 2-1-15,-24-1 5 0,27 0-5 0,-6 1-1 0,4 2 1 16,-27 1 4-16,7-4-3 0,17 1 0 0,-18 1 4 16,0 2-6-16,1-4 1 0,14 1 1 15,-19 6 0-15,25-6-1 0,-5 2-2 0,-15 1 1 0,-5 3 5 16,6-7-2-16,-4 5-1 0,3-3 2 0,21 4 0 15,-4-3 1-15,-17 1-4 0,14 1 0 0,1-2-5 16,-15 1 8-16,-2-4 1 0,2 3-4 0,22-1 3 16,-26 3-2-16,26-4-1 0,-3 5-1 0,-2-4 2 15,-1-1 0-15,2-1 1 0,-1 4-2 0,4-4 4 16,-1 5 0-16,-2-4-7 0,-3 1 6 0,6 1-4 16,2-1 3-16,-3-2-4 0,2 2 6 0,1 1-2 15,-7-3 1-15,5 4-7 0,-4-3 4 0,4 5 1 16,-1-1 3-16,3-1-3 0,-6-2-3 0,4 0 0 15,-1 3 1-15,4-2 4 0,-2 3-5 0,4 0 2 16,-8 1-1-16,4 0 0 0,4-2 3 0,1 2-4 16,-1-2 3-16,-1-2-1 0,4 5 5 0,1-4 0 15,-2-1 2-15,5 4-9 0,0 1 4 0,-2 0-2 16,-3-5 2-16,4 3-1 0,4 0 0 0,-8 0 1 16,3 0-4-16,4 0 2 0,0-1 0 0,-4 0 0 15,9 2 0-15,-6 1 1 0,1-3 0 0,3-3-2 16,2 5-1-16,4 2 6 0,-9-6-3 0,3 3 2 15,11-3-2-15,-16 5 0 0,4-3 0 0,2 2 0 0,8-3 0 16,2-1 0-16,-1 3 2 0,0-3-2 0,3 1 3 16,-3 1-6-16,8-2 5 0,4 0 0 15,-1-1-4-15,1 0 5 0,-1 3-1 0,7-3-1 16,-5-2 0-16,10 0 0 0,-4 1-1 0,4 2 2 0,10-3-3 16,-20 1 4-16,12-1 0 0,8 0 3 0,-12-1 0 15,12 1 0-15,0 0 3 0,-15-4-7 0,8 0 2 16,7 4 0-16,-3-5-2 0,3 5-1 15,-7-6 1-15,1 2 2 0,6 4-4 0,-8-8 4 0,3 1-1 16,5 7-2-16,-2-10 1 0,0 5 0 0,-3 0 0 16,4-6-3-16,-3 6 3 0,-1-2-1 0,2-4 1 15,1 4-2-15,-6 2 4 0,7-3 7 0,-3-3 6 16,1-1 0-16,1 3-3 0,-4-5 2 0,1 5 0 16,1-7 0-16,-1 1 1 0,-1 1-2 0,-1 0 1 15,5-3 3-15,-4-1 2 0,-1-1-3 0,6 1-8 16,-6-1 7-16,5-3-5 0,-3 0-2 0,0-5 0 15,2 1-1-15,1 0-2 0,-3-5-1 0,4 4 0 16,-3 0-2-16,3-2 1 0,-6-1-2 0,6-1 6 16,-1 1-5-16,-3-2-3 0,-2-10 0 0,6 11 1 0,-6-1 2 15,5 2-5-15,-3 1 5 0,4 0-1 16,-6-3-1-16,7 2-2 0,-6 2 3 0,4-3-3 16,2 2 1-16,-7 0-3 0,7-3 3 0,0 3 0 15,-3-3-3-15,0 2 3 0,-4 2 3 0,5-3-6 0,-1 0 1 16,-4 0 0-16,4 0 3 0,3-3-3 15,-3-5 2-15,-1 8 0 0,3-1-2 0,1 1 1 16,-7-10-3-16,7 12 3 0,-3-5 2 0,-2-6-1 16,5 7 1-16,-7 1 1 0,4-8-3 0,-2 13 4 0,5-5-2 15,-2 4-1-15,-6-3 3 0,3-1 1 0,2-9-4 16,-4 14 0-16,2-1 2 0,2-3-1 0,1 2-1 16,-6 4 3-16,1-7-1 0,4 5 2 0,-2-2 2 15,3 1 5-15,1 3 1 0,-4-2-1 0,2 1 2 16,-1 0 1-16,1 9-4 0,3-10 3 0,-3 4-3 15,3-1 2-15,-2-2-4 0,0 3-1 0,-4 2 0 16,6-1 0-16,-2-1-1 0,-1-3-1 0,3 6-1 16,-4-4 4-16,4 2-2 0,0 5 2 0,-3-5-2 15,0 1 0-15,3 0-1 0,-2 1 6 0,-1-4-7 16,1 5 4-16,0-2-2 0,1 2 0 0,-2-7-2 16,-1 7 2-16,-1 0-1 0,5-1 1 0,-1-3-2 15,-3 3-1-15,4-2 1 0,-3 2 4 0,1 3 0 16,-3-3 4-16,5 0 2 0,0 6 0 0,0-8 0 15,-1 6-1-15,1-3 3 0,-4-8 2 0,4 8-3 16,-1 0 2-16,1-1-3 0,-4 8-3 0,8-10 1 16,-8 2 1-16,4-7-2 0,0 11 1 0,0-5-1 15,0 2 0-15,0 1 1 0,0-2-4 0,0-6 2 16,0 6-1-16,0-7-2 0,-3 4-1 0,3 0-2 0,0 3 2 16,-2-4 0-16,2 4 0 0,-1-7 3 15,2 1-2-15,-2 1-1 0,1 5 1 0,0-5-3 16,-5 4 2-16,10 4-2 0,-5-10 1 0,-5 5-4 15,5 2 0-15,0 1 3 0,0 1-3 0,0-1 1 0,0-3 4 16,-7 6-7-16,7-2-2 0,0 3 0 0,0-3 4 16,0 0 0-16,-1 6 2 0,1-6-4 15,1 3 1-15,-2 2-4 0,2-1 2 0,-1-1-2 16,0 3-1-16,-1 0 4 0,2 2-1 0,-2-1-2 0,1 0-5 16,0 3-9-16,1-3-6 0,-1 2-4 0,0 2-8 15,0 0-16-15,0-2-20 0,0 5-28 0,0 4-32 16,0-8-37-16,0 8-38 0,7-7-42 15,-7 7-35-15,0 0-31 0,0 0-27 0,0 0-3 0,0 0-5 16,0 0-35-16,5 16-252 0,-4-8-689 0,-1 3 304 16</inkml:trace>
  <inkml:trace contextRef="#ctx0" brushRef="#br0" timeOffset="1133.82">10560 4017 57 0,'0'0'204'0,"0"0"-17"0,0 0-2 0,0 0-11 16,0 0-10-16,-5 4-14 0,5-4-5 0,0 0-9 15,0 0-10-15,0 0-8 0,0 0-10 0,0 0-6 16,0 0-10-16,0 0-11 0,0 0-2 0,0 0 14 16,14 5 5-16,-14-5-7 0,20-5-8 0,-8 5-8 15,6 0 4-15,4 0-16 0,7-3-3 0,0 3-11 16,2-1-3-16,17-1-3 0,0 1-4 0,0-3-6 0,7-3-2 16,3 5 7-16,1-3-10 0,4-3-2 15,-2 4-3-15,25-1-3 0,-3 0-4 0,-23 3 1 16,29-4-3-16,-8 0 0 0,-18 2-3 0,21 0 2 15,-2-3-4-15,-18 2 0 0,19 2 1 0,-19-1 0 0,19 0-1 16,2 0 2-16,-1 0 2 0,-1 0 4 0,-20-1 3 16,26-4-4-16,-8 7-4 0,2-1 2 15,3-9 2-15,2 11-1 0,-7-1-3 0,2 2-2 16,-4 0-2-16,7 2 1 0,-25-4-3 0,22 2 11 0,-23-1-13 16,26-5 1-16,-27 6 0 0,8 0-2 0,12 0 2 15,-14-3 2-15,-3 1-5 0,1 4 5 0,0-4-5 16,18 2 7-16,-18 0 1 0,-8 0-4 15,8 0-3-15,-4-1 2 0,3 2-2 0,-3-1 8 0,-1-1 0 16,0 1 1-16,2-3-2 0,-4 0 0 0,-2 3 3 16,4-1-4-16,-6-3 0 0,-1 4-3 0,0-1-1 15,2-1 4-15,-1 1 3 0,-4 2-4 0,-4-1-3 16,4-4 1-16,4 3-1 0,-1-3 1 0,4 4-3 16,-6 2 4-16,4-2-4 0,-3 0-2 0,4-2 10 15,-1 4-11-15,0-4 3 0,4-1-3 0,1 6-4 16,-4-6 7-16,6-2 2 0,-1 10-3 0,-1-5 0 15,2 0 9-15,3-4-13 0,-2 4 3 0,-5-1-1 16,6 1-2-16,-3-3 1 0,7 3 6 0,-3 1-7 16,0-6 1-16,-5 5-1 0,8-3 3 0,-9 3 3 15,4-1 7-15,-3-3 8 0,1 2 4 0,-2 0-3 16,-3 2 2-16,4-7-1 0,0 7 0 0,-5-1 11 16,0-1-10-16,-8-3-1 0,6 5-2 0,-1-3-5 15,-4-2 0-15,-1 1 0 0,-9 4 3 0,-3-3-3 16,14 2-2-16,-18-3 2 0,8 2 2 0,-6-4-2 15,4 3-5-15,0-1 3 0,-4 4 1 0,1-2-4 16,1-3-2-16,0 3-1 0,3 2-1 0,2-2 2 16,-5-1-2-16,-1 6 2 0,16-11-6 0,-8 8 4 15,-4 0-1-15,-5 0 2 0,6-2-4 0,-9 2 4 16,2 0-7-16,0-2 4 0,-9 2-4 0,1-3 0 0,-1 3 3 16,-4 0 2-16,3 0-4 0,-12 0 3 15,7 0 10-15,-7 0-13 0,-1-1 1 0,-7 1 3 16,14 0-3-16,-14 0-4 0,0 0-12 0,15 1-13 15,-15-1-25-15,0 0-19 0,0 0-28 0,0 0-47 16,0 0-37-16,0 0-37 0,0 0-37 0,-44 5-50 0,27-4-164 16,-16 0-510-16,2 4 225 0</inkml:trace>
  <inkml:trace contextRef="#ctx0" brushRef="#br0" timeOffset="2216.57">10690 5284 135 0,'-13'3'171'0,"5"1"3"0,-4-3-1 0,4 2-10 15,1 0-14-15,7-3-14 0,-8 5-11 0,8-5-11 16,-8 1-9-16,8-1-1 0,-5 4 5 0,5-4 11 16,0 0 7-16,0 0-1 0,28 2-5 0,-7-1-4 0,3-2-7 15,12-1-8-15,7 1-3 0,2-2-4 0,11 0-9 16,0-3-3-16,9 3-6 0,23-2-8 15,-2-1-6-15,1 1-9 0,-2-2-3 0,1 3-6 16,8 4-6-16,-3-5-1 0,7 1-2 0,-2-2-5 0,-5 3-2 16,0-3-2-16,0 0-2 0,-3 1-4 0,1 1-3 15,4-2 7-15,3-1-11 0,-2-3 2 0,4 6-3 16,-4-7 2-16,9 9-1 0,-2-9-2 0,6 10 6 16,-7-7 11-16,-4 2-4 0,3-5 1 0,2 7-3 15,-5-2-4-15,8-1-1 0,-5-3 2 0,1 1-4 16,-1 5-4-16,0-3 3 0,2-4-5 0,-1 5 2 15,-3 0 0-15,3 1-4 0,-8 1-2 0,1-7 3 16,0 7 9-16,-9-2-14 0,2-2 5 0,0 4-5 16,2 1-3-16,-4-3 6 0,2 2-5 0,-1 0 2 15,-4 4 2-15,5-3-5 0,-5-1 1 0,0 0-4 16,-16-3-1-16,19 0 7 0,-4 7-2 0,-13-2-4 16,15-2 5-16,-24 3-2 0,8-4 2 0,-2 4-1 15,-4 1-1-15,6-2 2 0,-5 2-3 0,2-5 2 16,2 4 0-16,-4-2 0 0,-3 3 3 0,1-3 20 15,-2 1-12-15,-1 2 10 0,2-3 4 0,-7 1-6 16,1 0 0-16,6-3 0 0,-7-2-1 0,2 7 0 16,-2-1 1-16,2-1-7 0,-2-3 1 0,1 5-4 15,4-3-3-15,-1-1 2 0,-1 1 0 0,1 0-3 16,-2 1 13-16,5 1-19 0,-5-3 6 0,1 4-3 16,-1 0 1-16,2 0-1 0,3-3 0 0,-7 3-2 0,2-8 2 15,3 7-1-15,-6-1 3 0,1-1-1 16,-4 3 2-16,-3 0 0 0,1-3-1 0,3 0-3 15,-15 0-1-15,2 2 0 0,-2 1 1 0,-5-2 5 0,0-4-3 16,-8 6 2-16,0-3-1 0,-3 2 4 0,-6 1 0 16,2 0-1-16,1-2 7 0,-14 2-10 15,16-1 3-15,-8 2 0 0,-8-1 6 0,14-1-10 16,-14 1-3-16,0 0-1 0,0 0 8 0,13 0-9 0,-13 0-7 16,8-5-16-16,-8 5-13 0,0 0-21 0,0 0-18 15,0 0-43-15,0 0-49 0,0 0-53 0,-13-10-48 16,5 3-39-16,-6-2-196 0,-15 2-545 15,1-2 241-15</inkml:trace>
  <inkml:trace contextRef="#ctx0" brushRef="#br0" timeOffset="3283.23">11816 2891 139 0,'0'-7'212'0,"0"7"1"16,0-7-8-16,-5 1-2 0,5 6 18 0,0-7 5 16,0 7-16-16,0 0-21 0,0 0-19 0,0-8-12 15,0 8-10-15,0 0-18 0,0 0-7 0,0 0-18 16,0 0-5-16,0 0-14 0,0 0-16 0,0 0 0 15,0 0-7-15,0 0-10 0,16 16-5 0,-11-4-5 16,5 3-4-16,2 4 10 0,1 3-14 0,2 3-2 16,0 2-2-16,0 11-1 0,0 1 0 0,0-3-9 15,3 6 3-15,-5 1-2 0,2 3 6 0,0 1 12 16,0 3-7-16,-2 0-1 0,-5 4 5 0,7-4 4 16,0 21-1-16,0-14-2 0,-8 0 0 0,7 15-1 15,-5-15 13-15,4-2-2 0,-6 22-3 0,3-22-5 16,-2 2-1-16,3 21 5 0,-4-24-9 0,0 2 0 15,-2 0-2-15,5-2 4 0,-2 4 4 0,2-3 6 16,-4-1-1-16,1 0-1 0,-2 3-1 0,3-1-6 16,4 15 2-16,-4-19-4 0,-5-2-5 0,1 2-12 15,1-1 10-15,3 1-7 0,-3-2 0 0,5 1 7 0,-4 0-1 16,3-5 9-16,-3 4 5 0,3-5-1 0,-3 2-8 16,9-3-1-16,-13 2-4 0,9-4-2 15,-1-2-5-15,-3-9 1 0,0 10-2 0,7-5 8 0,-7-7-13 16,6 11-4-16,-9-9 6 0,2 0 1 0,3 0-1 15,-3-1 1-15,1-2 4 0,-1 4-1 0,8 6 1 16,-6-7 0-16,5-3-4 0,-3 1 0 0,-2 10-1 16,1-12-3-16,1 0 2 0,-2 4-1 0,0-2-4 15,0-5 1-15,2 6-2 0,0 0 0 0,0-3-5 16,-3 0 4-16,-1 0-1 0,3-3-2 0,1 6-4 16,-5-6 6-16,3 3-1 0,-3-3-5 0,-2-5 2 15,4 1-2-15,-1 6-4 0,-1-7 6 0,4 0 0 16,-8 0 0-16,4-2 0 0,-3 3 0 0,3-2-2 15,0-2 2-15,0 3 0 0,0-8-3 0,0 1 3 16,-5-3-14-16,6 2-19 0,-1-2-15 0,-1-2-13 16,1 0-19-16,-4-1-18 0,6-4-15 0,-1 1-27 15,-6-3-52-15,0 0-66 0,17-11-67 0,-4-5-74 16,-6-3-241-16,1-11-688 0,-1 0 304 0</inkml:trace>
  <inkml:trace contextRef="#ctx0" brushRef="#br0" timeOffset="4199.78">13492 2749 11 0,'0'0'243'0,"0"-9"17"0,0 9-8 0,0-10-18 16,0 10-22-16,0-5-18 0,0 5-21 0,0 0-15 16,0-5-19-16,0 5-13 0,0 0-16 15,0 0-12-15,0 0-7 0,4 24-10 0,-3-8-1 16,4 3-11-16,-3 12-7 0,3 1-8 0,-2 12-1 0,11 4-2 15,-11 0 4-15,8 0-4 0,-7 6-1 0,9 5-6 16,-5-5 0-16,6 18 4 0,-3-17 6 0,-1 24-10 16,3-6 9-16,2 4-3 0,-2-4-7 15,-1-18 2-15,-4 20-3 0,2-19-1 0,0 22 1 0,7-2 2 16,-7-19 2-16,8 16-1 0,-10-16-1 0,0 17-10 16,6-20 3-16,-1 21-4 0,-5-21 17 0,-1 3-11 15,8-2-1-15,0 21 3 0,-7-18-4 0,13 12-1 16,-7-14 0-16,-1 19-1 0,-3-15-1 0,0-6 2 15,11 19-3-15,-14-19 1 0,1 5-3 0,5-3 3 16,-4-4-5-16,2 6 2 0,-2-2 7 0,0-2-12 16,5 0 2-16,-3-2 0 0,-1-1-8 0,2-2 2 15,-1-2 1-15,-2 0-2 0,4-1 2 0,-2 0 1 16,-1-2-5-16,0 3-3 0,2-3 2 0,-4-1-7 16,0 4 1-16,1-7 3 0,4 2-9 0,-11-11 4 15,11 8 2-15,-5-7 2 0,-1 5-8 0,-1-5 0 16,4-2-1-16,-5 1 5 0,5 1-5 0,-5 1 1 15,2-5 0-15,-1 3 5 0,1 0-5 0,1-3 0 16,-4 1-6-16,1-4 6 0,1 7-4 0,-1-7 1 16,-2 4-3-16,6-7 7 0,-9-2-3 0,5-1 2 15,-4 1-1-15,4-2 1 0,0-2 11 0,-3-1-15 16,0-3 4-16,1-2-3 0,0 0-6 0,-1-1-13 16,0-3-11-16,3-3 2 0,-5-3-39 0,0 0-47 15,0 0-56-15,24-12-69 0,-9-11-90 0,-2-5-318 0,4-13-697 16,3-6 309-16</inkml:trace>
  <inkml:trace contextRef="#ctx0" brushRef="#br0" timeOffset="5016.35">15161 2830 42 0,'3'7'188'0,"0"0"-7"16,-1 6-3-16,5 1-11 0,1 1-9 0,-1 3-3 0,-1 4-16 15,9 2-5-15,-7 3-4 0,7 5-9 0,0 5-2 16,-2 1-7-16,2 4-3 0,0-2-11 15,0 2-6-15,-3 5-5 0,-1 1-5 0,1 1 2 16,-2 10-2-16,6 12-4 0,-4-16 4 0,5 20-1 0,-4 0-4 16,-3-1-10-16,0-19 0 0,1 23-3 0,2 2 5 15,2-5-1-15,0 1-1 0,-8-17-5 0,3 14-2 16,5 2-1-16,-4-18-3 0,4 17-3 0,-7-19 0 16,7 18 6-16,0 1-5 0,-1 1-5 0,0-4 2 15,-4-13-3-15,2 12-1 0,-2-14-1 0,3 0-5 16,-1 3 9-16,1 14-11 0,-3-19-2 0,1 1 0 15,3 3-2-15,-1-4-3 0,-5 2-2 0,0-4 0 16,1 1-4-16,4-1-1 0,2-3 3 0,-4-2-7 16,1 3 0-16,1-2-6 0,-1 1 7 0,-1-3-3 15,-6 6-4-15,5-6 4 0,4 1-2 0,-6 1-1 16,5-1-2-16,-5-1-4 0,6-4 4 0,-6-5-2 16,5 7-5-16,0-8 0 0,-4-4 4 0,1-2-3 15,3 10 2-15,-5-10-6 0,0-3 4 0,1 0-1 16,-1-2 17-16,4 2-18 0,-3-1-6 0,-2-8 8 15,-2 0 1-15,3 1-4 0,-1-8-16 0,1 5-14 16,-1-8-24-16,-1 1-2 0,-2-3-20 0,1-3-51 16,-5-3-81-16,0 0-89 0,0 0-340 0,8-26-685 15,-8 4 304-15</inkml:trace>
  <inkml:trace contextRef="#ctx0" brushRef="#br0" timeOffset="5816.54">17028 2730 157 0,'0'19'162'0,"0"8"-9"0,0 5 1 0,2 12-3 15,-1-4-10-15,6 6 0 0,-1-2-7 0,1 3-3 16,3-1-4-16,-5 5-4 0,5-4-6 0,1 0-6 16,-1 4-3-16,4 0-5 0,-4 3-7 0,3 2 1 15,0-4 0-15,-3 5-8 0,7-1-6 0,-8 17-4 16,1-16-2-16,2 14 0 0,-7-14 0 0,8 17-2 16,-5-16 2-16,6 12-7 0,-1-11 3 0,-1 13-8 15,-8-18 0-15,3 1-1 0,1 4 1 0,-1-3-7 16,1 2-7-16,6 14-1 0,-1-1 16 0,-7-15-16 15,6 23 3-15,5-9 5 0,-8-15-4 0,0 6-4 16,4 12 0-16,-3-16-3 0,3 16-3 0,-3-17-2 16,2 15-5-16,-2-16-6 0,3 3-2 0,-5-2 5 0,7 15-12 15,-7-17 15-15,6-2-11 0,2-4 2 16,-6 4-4-16,2-1 13 0,1-4-9 0,2 1-6 16,-7 0-3-16,0 6 1 0,7-9 4 0,0 3-3 0,-3-3-4 15,-4-5 0-15,0 6 3 0,4-3-7 0,-2 0 2 16,-4-2 2-16,4-1-8 0,-5-2-2 15,5-5 3-15,-5-3 1 0,2 1 0 0,-2-1-3 16,3 2-5-16,-5-3 7 0,2-2-5 0,2 1 2 0,-4-1 0 16,2 0-5-16,3-1 6 0,-3 1-5 0,-1-2 8 15,-3-7-5-15,4 3-6 0,-3-3 4 0,5 2-33 16,-2-4-35-16,-4-2-32 0,1-2-37 0,-2-2-32 16,0-3-31-16,-2 3-60 0,2-10-85 0,-6 0-225 15,6 0-612-15,-15-27 271 0</inkml:trace>
  <inkml:trace contextRef="#ctx0" brushRef="#br0" timeOffset="6433.05">9701 3215 249 0,'0'0'307'0,"0"0"7"0,13 0-28 0,-13 0-30 15,0 0-25-15,0 0-22 0,0 0-28 0,0 0-16 16,0 0-17-16,11 9-13 0,-7-8-14 0,2 6-12 16,1-2-11-16,0 5-8 0,-4-2-10 15,3 1-9-15,1 6-5 0,5 0-5 0,-4 4-6 0,4 5-7 16,-8 3-13-16,5 0-37 0,-4 0-38 0,1 5-57 16,-4 0-58-16,0-7-67 0,3 6-245 0,-4-1-505 15,1-2 224-15</inkml:trace>
  <inkml:trace contextRef="#ctx0" brushRef="#br0" timeOffset="6933.01">9762 4556 101 0,'0'0'318'0,"-10"-5"-18"0,10 5-29 16,-8-2-21-16,8 2-18 0,0 0-18 0,0 0 2 16,0 0 10-16,0 0-20 0,0 0 5 0,0 0-36 15,0 0-9-15,0 0-17 0,34 8-15 0,-15-3-6 16,-8-3-18-16,4 6-12 0,2-4-3 0,-3 4-21 0,1 2-6 16,0 1-7-16,-2 5-7 0,2-5-3 15,-1 6-5-15,-11-4-1 0,2 8-7 0,3-3-4 16,-8 7 3-16,0-1-7 0,0 2 2 0,-8-1-6 0,-5 1 0 15,4-3 0-15,1-3 5 0,-2-6-11 0,4 1 1 16,1-7-8-16,0 4 4 0,0-5 3 0,1-1-3 16,3-2 5-16,-1 1 10 0,2-5 1 15,0 0-8-15,17 3 0 0,-1-8-1 0,14 0-3 0,5-2 2 16,14-3-41-16,3-5-34 0,1 2-36 0,-2-4-38 16,-5 3-47-16,6 2-61 0,-1-3-65 0,-8 2-302 15,0-1-650-15,-13 7 288 0</inkml:trace>
  <inkml:trace contextRef="#ctx0" brushRef="#br0" timeOffset="7550.49">9897 6171 227 0,'0'0'307'0,"0"0"-16"0,0 0-19 16,0 0-18-16,0 7-15 0,0-7-16 0,0 0-23 15,0 0-12-15,0 0-7 0,0 0 1 0,0 0-16 0,0 0-13 16,0 0-21-16,0 0-8 0,0 0-18 0,30-10-8 16,-15 10-11-16,-7-2-6 0,6 1 0 15,1 1-20-15,-15 0-3 0,21-2-8 0,-8 4-7 0,-3-2-5 16,-3 3-6-16,4 0-6 0,-2 1-5 0,-3 1 0 15,-2 1 1-15,1 1-5 0,-4 1-1 0,-2 1-1 16,-3 1 10-16,1-1-16 0,-4 5 2 0,1-3-2 16,2 2 1-16,-2-4-1 0,-2 5 0 0,-4-1-4 15,10-3 1-15,-4 1-1 0,-1-2 7 0,7 2-9 16,-2-4-2-16,2 3 3 0,0 1 5 0,9-4-4 16,-8 2 2-16,6 5 0 0,6-8 0 0,0 6-2 15,2-2 3-15,2-5-2 0,3 7-4 0,-5-2 2 16,3-2 3-16,2-1-2 0,-4 2-4 0,-2 2-2 15,-1-2 7-15,-3-2-8 0,-2 1 13 0,-3 2-9 16,-2-1 4-16,-3 3 1 0,0 2 3 0,-8 2 4 16,0-1-8-16,-14 8 1 0,-4-10 3 0,-12 12-4 15,11-8 3-15,-16-2-5 0,0-1-25 0,8-8-28 16,4 1-39-16,1-5-43 0,-5 0-58 0,-1-9-66 0,9-2-73 16,-2-4-212-16,4-11-584 0,5 0 258 15</inkml:trace>
  <inkml:trace contextRef="#ctx0" brushRef="#br0" timeOffset="8449.71">10925 2130 205 0,'0'-6'310'0,"0"6"24"0,-3-12 3 16,3 12-26-16,3-6-29 0,1 3-30 0,-4 3-27 16,0 0-26-16,0 0-22 0,0 0-23 15,0 0-16-15,0 0-13 0,0 0-9 0,0 18-16 16,6-2-9-16,-6 2-9 0,4 1-7 0,1 8 0 0,1-2-28 16,2 4-26-16,1 12-28 0,4-11-38 0,2 16-45 15,-7-7-54-15,12-4-53 0,-5-8-68 0,0 2-220 16,0-4-526-16,5-2 234 0</inkml:trace>
  <inkml:trace contextRef="#ctx0" brushRef="#br0" timeOffset="8900.32">12417 2051 244 0,'0'0'293'0,"11"-4"-29"0,-11 4-24 0,15-4-23 15,-7 1-22-15,-8 3-23 0,15 2-13 0,0-1-20 16,-7 3-10-16,4 0-11 0,0-3-16 0,1 5-12 16,2 3-8-16,-2 0-9 0,-3-3-6 0,5-2-5 15,-4 11-5-15,-2-7-10 0,1-4-4 0,-5 8-4 16,3 2-2-16,-2-5-4 0,3 3 1 0,-4-1 6 0,-4-1 5 16,1-1 4-16,1 4 15 0,-3 1 9 15,4-5 5-15,-4 0 0 0,-4 1-1 0,-1 0 1 16,5-3-11-16,-1 0 8 0,1-1-11 0,-5 2 4 15,5-8-14-15,0 9-6 0,0-3-9 0,0 0 5 0,0-6-4 16,6 6-1-16,3 0-1 0,12-4-9 0,-4-2-1 16,31 1-21-16,0-2-42 0,0 1-47 15,6 0-52-15,4-8-62 0,7 5-63 0,-4-8-79 16,4-1-181-16,17-4-563 0,-24-2 249 0</inkml:trace>
  <inkml:trace contextRef="#ctx0" brushRef="#br0" timeOffset="9432.75">13956 2082 172 0,'10'-4'205'16,"1"0"-24"-16,4 0-23 0,4-4-10 0,-1 5-17 16,3 2-12-16,1-1-11 0,-1 4-15 0,2-2-3 15,-3 1-6-15,-3 7-13 0,4-4-7 0,-7 1-11 16,1 1-4-16,-1 2-3 0,-7-1-8 0,1-1-1 15,-1 1-5-15,-5 3-5 0,4 0-1 0,-6-1-1 16,0 3 3-16,-6-3 3 0,4-2 0 0,-3 2 2 16,3 1 5-16,-6-5-3 0,1 3-2 0,1-4 0 15,6 3-2-15,-7 0-1 0,7-7-4 0,0 8-5 16,0-8 5-16,0 5 5 0,5 2 13 0,2-6 6 16,1 5 1-16,7-2-6 0,3 3 1 0,7-5-2 15,0 6-2-15,3-2-4 0,2 3 8 0,1 0-12 16,-8-3-2-16,5 3-3 0,-6-3-4 0,-5 3 0 15,2-5-4-15,-2 4-1 0,-10-1-4 0,4 1 0 16,-4-4-3-16,-4-1 1 0,4 8 6 0,-9-3-2 0,-3 0 6 16,-2 4 0-16,-2 0-3 0,-11-1 0 15,5 0-2-15,-12 4-3 0,2-3 0 0,-3-2-18 16,5 2-32-16,-2-2-36 0,4-2-44 0,1-1-61 16,3-3-65-16,6 0-191 0,3-1-464 0,8-3 205 0</inkml:trace>
  <inkml:trace contextRef="#ctx0" brushRef="#br0" timeOffset="9882.7">15924 1934 332 0,'0'0'339'0,"8"-7"-31"0,-8 7-30 0,0 0-31 0,3-3-30 15,-3 3-22-15,0 0-19 0,0 0-19 0,5 15-13 16,-5-4-19-16,0 1-10 0,0 3-9 0,0 1-10 16,0 1-15-16,-1 2-4 0,-3 3-6 0,1-3-7 15,-2 1-12-15,5 0 0 0,0 7-8 0,0-7-5 16,0-2-1-16,5 0 7 0,-2 0-13 0,2-1-2 15,2 0 1-15,0-2-3 0,-1-6 1 0,6 2-3 16,1 1-5-16,4-9 5 0,3 0-6 0,1-2-1 16,1-1 1-16,-1-1-2 0,6-5-2 0,1-4-3 15,2-1 0-15,-7 2 7 0,5-5-9 0,-2 4-4 16,-9 1 7-16,6 0-6 0,-6 0-5 0,-4 4 4 16,-2 0-6-16,-1 2 3 0,-1-2-4 0,-1 3-2 15,-1 1-3-15,-7 1 10 0,0 0-12 0,14 3 5 16,-14-3-5-16,10 9 2 0,-6 0-3 0,1 0-8 15,-4 6-18-15,-1 5-16 0,5-6-22 0,-1 12-32 16,1 1-34-16,1 0-51 0,4-4-43 0,5 0-54 16,0-2-159-16,1-6-480 0,6 0 213 0</inkml:trace>
  <inkml:trace contextRef="#ctx0" brushRef="#br0" timeOffset="10218.58">17591 2003 295 0,'6'-5'348'15,"-6"5"-39"-15,0 0-30 0,0 0-32 0,0 0-20 16,10 10-26-16,-3-3-18 0,1 0-17 0,-3 2-20 0,8 7-8 15,-3-7-9-15,3 6-8 0,-4 0-7 0,6 5-2 16,1-1-16-16,-3 3-6 0,6 2-12 0,-8-8 0 16,4 8-9-16,-3-2-9 0,-2-7-4 15,1 1-1-15,-3 2-9 0,1-2-4 0,-4 2-2 16,0-4-4-16,0 5-6 0,1-4-5 0,-6-6 5 0,2 3-8 16,-4-2 1-16,2-1 2 0,0-1-9 0,0-1 3 15,-8 4 2-15,1-7-20 0,-1 3-16 0,-2-5-32 16,-1 3-46-16,-3-2-57 0,-2-3-56 15,-2-5-75-15,-1 2-250 0,1-2-574 0,2-3 255 0</inkml:trace>
  <inkml:trace contextRef="#ctx0" brushRef="#br0" timeOffset="10399.33">17647 2040 50 0,'-5'-11'458'0,"5"6"40"0,7-3-34 0,-6 0-45 15,4 1-35-15,2-1-35 0,3 1-33 0,-4-2-36 16,8-5-24-16,-3 4-25 0,7-1-23 0,-3 4-25 16,0 4-22-16,2-3-36 0,3 3-68 0,1-1-72 15,-3 2-68-15,7 4-96 0,-5-1-115 0,3 3-351 16,-3 3-699-16,-5-4 309 0</inkml:trace>
  <inkml:trace contextRef="#ctx0" brushRef="#br0" timeOffset="11816.54">11142 3336 191 0,'0'0'242'0,"-1"-8"24"16,1 8 1-16,-5-7-9 0,5 7-11 0,0-11-21 16,0 11-8-16,-5-9-3 0,5 9-9 0,-4-6-19 15,4 6-16-15,0 0-22 0,0-5-12 0,0 5-23 16,0 0-12-16,0 0-12 0,0 0-6 0,0 0-13 15,-16 20-8-15,14-12 0 0,-3 4-9 0,0 3-6 16,-3 3-13-16,5-5 3 0,-2 5-2 0,-2 1 2 16,4-6-12-16,-2 6-5 0,-2-4-4 0,5 2-7 15,-4 0-4-15,-1-4-3 0,6 2-6 0,-4-6-3 16,3-2-3-16,2-2 5 0,0-5 10 0,-7 12-12 16,7-9 3-16,0-3 0 0,0 0-3 0,0 0 1 15,0 0 0-15,0 0 2 0,0 0-5 0,0 0 7 16,9-23-3-16,-3 14 0 0,1-1-1 0,-1-2 1 15,-4 2 1-15,5-2 0 0,4-3 2 0,-7-5-3 16,7 1 1-16,-6 4-1 0,0-5 4 0,5-1-2 16,2-2 0-16,-4 7 1 0,0-2-1 0,-1 1 4 15,-1 1 6-15,1 1 2 0,-4-1 1 0,4 2 4 0,0 4 9 16,-6-2-4-16,-1 2 2 0,5 2 1 0,-3 0 1 16,3 2-6-16,-2 3-1 0,-3 3-7 0,3-9-6 15,-3 9 1-15,2-5-3 0,-2 5 6 0,0 0-5 16,0 0 2-16,17 17-4 0,-11-10 4 0,1 4-3 15,1 4 2-15,4-2-7 0,-2 1 5 0,1 2 2 16,1-1-4-16,1-1 0 0,2-1 1 0,-2 1-3 16,-4-1 8-16,5 3-5 0,1-8-2 0,-5 6 0 15,2-5 1-15,-4 3-3 0,-1-6 6 0,1 0 0 16,5 1-3-16,-9 1 1 0,1-5 7 0,3 0-8 16,-5 0-1-16,-3-3 3 0,3 7-3 0,-3-7-2 15,5 7 1-15,-5-7 0 0,-5 5-1 0,5-5-1 16,0 0 1-16,-6 13 1 0,-2-8 1 0,1 0 1 15,-1-2-1-15,-1 5 2 0,-9-1 4 0,3 1-2 16,-1 0 3-16,1 2-3 0,-2-1 2 0,-3 1-1 16,-8 3 4-16,-3-1 0 0,3 0-5 0,-4 0 3 15,2-4 1-15,6 4-1 0,-8 2-5 0,7-7 4 16,4 2-19-16,6-3-34 0,-5 3-44 0,10-8-45 16,3 7-28-16,-1-5-49 0,3 0-58 0,5-3-257 15,0 0-573-15,37 1 255 0</inkml:trace>
  <inkml:trace contextRef="#ctx0" brushRef="#br0" timeOffset="13816.49">18483 4927 196 0,'0'0'229'0,"0"0"-12"0,0 0-4 16,0 0-2-16,0 0-6 0,0 0-4 0,26-1-1 15,-26 1-10-15,15 0 1 0,-7 0-6 0,-8 0-12 16,22 3-5-16,-14-5-6 0,7 2-15 0,-3-1-12 16,3-5-16-16,6 5-10 0,-3-1-8 0,5-3-11 15,-3 0-10-15,10-3-10 0,-2 2 9 0,-6 2-22 16,8-7-12-16,-6 5-24 0,0 3-24 0,-6-4-32 0,0-2-43 16,-3 6-54-16,3-4-60 0,-6 0-66 15,3 1-258-15,-10-1-559 0,3 0 247 0</inkml:trace>
  <inkml:trace contextRef="#ctx0" brushRef="#br0" timeOffset="15349.54">18334 4060 168 0,'-13'-3'229'0,"13"3"-8"0,-15-2-7 0,6 2-11 16,9 0-6-16,-15-5-8 0,2 4-3 0,5 1-4 15,8 0-12-15,-23 0-8 0,13 1-8 0,0-1-5 16,-5 0-10-16,-2 2-8 0,3 1-7 0,-3-1-5 16,-1 5-10-16,1-3-9 0,2-1-6 0,2 3-3 15,-5 4-14-15,0-2-5 0,0 3-4 0,-2 1-4 16,3 0-8-16,2 3 3 0,-6 2-10 0,1 1 4 16,3 2-7-16,4-4-2 0,-2 2 14 0,0 3-12 15,0-3-6-15,0 5 21 0,2-2-27 0,5-2-3 16,0 3-1-16,1-6 0 0,0 8 0 0,4-2-3 15,-2-2-2-15,2-1-8 0,1 1 2 0,2-4 5 0,2 4 5 16,1 0-13-16,4-6 4 0,-1 6-1 0,3-5-6 16,-1 4 4-16,12-1-2 0,-4-2 5 15,-1-1 4-15,13-5 1 0,-4 5 12 0,5-5-2 16,1 4 11-16,5-5-15 0,-4 0 1 0,4-2 0 0,0 1-3 16,10-2-1-16,-12-3-6 0,10-3-10 0,1-1 14 15,-7-3-7-15,7 0 4 0,0 0-6 0,-1-7 1 16,-12 3 4-16,4-4 16 0,-4 2 13 0,-1-2 6 15,-2-3 10-15,-5-2 7 0,5 4 9 0,-4-6 6 16,-3 4 5-16,-1-7 5 0,-3 3-3 0,-3-5-6 16,0 0 0-16,-3-3 0 0,-4-1-11 0,-2-2-2 15,-3-2 1-15,-4 5-4 0,-3 0-4 0,-3-2-5 16,-1 4-9-16,-1-2-7 0,-9 4-7 0,-3 3-3 16,-6-2-21-16,-12-1-21 0,-1 6-24 0,-4 2-29 15,0 1-36-15,-6 7-58 0,8-2-64 0,-5 5-56 16,0 5-64-16,3 2-79 0,9 4-93 0,-7 2-264 15,11-1-834-15,4 4 369 0</inkml:trace>
  <inkml:trace contextRef="#ctx0" brushRef="#br0" timeOffset="21548.82">21596 2505 171 0,'3'-15'446'16,"-3"0"-10"-16,0 6-25 0,2-3 0 0,0 4-14 16,-2 0-11-16,0 1-20 0,0 2-27 0,0 5-30 0,0-12-37 15,0 12-28-15,1-7-29 0,-1 7-29 0,0 0-20 16,0 0-17-16,0 0-16 0,5 24-12 15,0-7-11-15,0 8-12 0,2 2-11 0,1-3-8 16,4 17-5-16,1-1-9 0,-3 1-6 0,5 3-30 0,-4-6-1 16,1 3-4-16,-4 0-3 0,5-1 0 0,2-3 3 15,-6-6-8-15,-3-3-2 0,-1 1 0 0,4-4-1 16,-8-1-1-16,4-5-3 0,-3-1-6 0,4-2 5 16,-6-1 6-16,2-3-7 0,3 0 3 0,-3-5 1 15,4-3-2-15,-6 1 5 0,0 2 0 0,0 0 6 16,0-7 15-16,0 0 21 0,0 5 13 0,0-5-13 15,0 0-5-15,0 0-3 0,0 0-6 0,0 0 2 16,5-20-8-16,-3 12-3 0,0-6 3 0,-2 4-5 16,6-4-2-16,-1 1-6 0,-2-2 9 0,6 0-9 15,-4 0-1-15,1 0 2 0,1 0 1 0,-5 5-5 16,4-4-1-16,1 5-2 0,1-2 1 0,-1 1-6 16,-4 4 3-16,-3-1-5 0,10-1-3 0,-7 4-1 15,4-1-1-15,1 2-6 0,-8 3 0 0,17-4 6 16,-17 4-8-16,18 1-2 0,-11 3 0 0,7 6-4 15,1-1-3-15,-3 1 3 0,6-1-10 0,-1 7-3 16,6-1-3-16,-2 5-9 0,-6-5-11 0,2-1-12 16,-4 0-19-16,2 6-17 0,-2-5-19 0,2 4-21 0,-2-7-37 15,2 5-21-15,-6 0-21 0,-1-7-17 0,-2 3-18 16,-6-1-20-16,0-2-35 0,-5 0-39 0,5-3-47 16,-3 1-263-16,-5-4-706 0,0 3 312 15</inkml:trace>
  <inkml:trace contextRef="#ctx0" brushRef="#br0" timeOffset="21915.39">22708 2543 69 0,'9'-2'349'0,"-9"2"-13"0,5-6-9 0,-4 3-24 0,-1 3-9 15,0 0-47-15,0 0-30 0,0 0-17 0,0 0-17 16,0 0-15-16,-21 18-12 0,9-5-8 0,-3 5-10 16,2 5 0-16,-2-2-9 0,0 6-6 0,-5 0 0 15,5 2-10-15,1-1-6 0,-1 0-16 0,-2 10-4 16,6-8-10-16,-4 9 3 0,5-12-10 0,3 1-10 15,0-1-11-15,6 0 3 0,1 2-8 0,1-2 5 16,6-2-4-16,0-1-7 0,6 2 9 0,2-2-11 16,1-5-19-16,8 1-12 0,2-4-26 0,4 1-34 15,1-7-46-15,7 9-58 0,-8-12-67 0,5-3-92 16,-5-4-322-16,-1-3-692 0,-7 2 306 0</inkml:trace>
  <inkml:trace contextRef="#ctx0" brushRef="#br0" timeOffset="22168.41">23106 2624 312 0,'0'-7'383'0,"0"7"-19"0,0 0-7 0,0-5-33 16,0 5-36-16,0 0-29 0,0 0-32 0,0 0-25 15,0 0-19-15,0 0-19 0,0 0-21 0,8 23-13 0,-8-12-9 16,5 7-15-16,-5-1-10 0,0 2-5 0,1 5-10 16,-1-4-5-16,9 7-8 0,-9 1-6 15,5-1-11-15,-5 0-28 0,0-5-26 0,1 2-47 16,6 0-38-16,-7 2-56 0,8-5-70 0,-8-3-77 0,5-2-263 16,-3-1-600-16,5-4 266 0</inkml:trace>
  <inkml:trace contextRef="#ctx0" brushRef="#br0" timeOffset="22382.02">23473 2987 75 0,'0'0'298'0,"0"0"-29"0,7 5-24 16,-7-5-20-16,0 5-12 0,1 1-6 0,-1-6-11 15,7 12-19-15,-7-4-13 0,0-1-18 0,0 1-12 16,-7 4-13-16,7 1-11 0,-1 1-13 0,-4 5-5 15,3-4-7-15,-5 5-11 0,-1-4-7 0,-2 2-19 16,-1 5-39-16,-1-6-36 0,-1 2-50 0,1-3-59 16,4-5-67-16,-5 2-233 0,1-1-470 0,1-5 208 15</inkml:trace>
  <inkml:trace contextRef="#ctx0" brushRef="#br0" timeOffset="22650.25">23749 2721 218 0,'0'0'351'0,"0"0"-26"0,0-8-28 16,0 8-32-16,0 0-31 0,0 0-28 15,0 0-13-15,0 0-24 0,0 0-17 0,5 23-16 16,-1-14-13-16,-1 8-12 0,-3 0-12 0,7 0-10 15,-7 4-5-15,0-1-10 0,5 7-5 0,-4 0 2 0,3-4-15 16,1 4-8-16,-5-4-20 0,3-5-24 0,0 3-29 16,0-1-32-16,2-1-42 0,-5-4-51 15,7-2-48-15,-5-2-61 0,3 0-177 0,-4-4-472 16,3-2 209-16</inkml:trace>
  <inkml:trace contextRef="#ctx0" brushRef="#br0" timeOffset="22932.53">23885 2495 197 0,'0'0'363'0,"0"0"-21"16,-6-7-27-16,6 7-36 0,0 0-21 0,0 0-28 15,0 0 7-15,0 0 3 0,13 17 3 0,-5-7-7 16,7 4-9-16,5 0-10 0,1 5-15 0,3 0-13 15,-1 1-20-15,3-1-16 0,-3 1-16 0,2 6-13 16,-3-2-13-16,9 7-10 0,-4 2-10 0,-6-8-11 16,-4 4-2-16,-1 5-10 0,-4-1-10 0,-4-4-5 15,0 0-12-15,-3 3-23 0,-10-2-19 0,4-1-31 16,-6 1-38-16,-1-3-40 0,-4-3-34 0,-4 3-38 16,1 0-53-16,-2-6-75 0,1-8-65 0,-6 4-225 15,7-3-650-15,4-9 288 0</inkml:trace>
  <inkml:trace contextRef="#ctx0" brushRef="#br0" timeOffset="23266.37">24805 2749 397 0,'0'0'408'0,"0"0"-15"0,0 0-19 16,0 0-12-16,0 0-9 0,0 0-27 0,17-9-31 15,-17 9-27-15,5-4-29 0,5 3-23 0,-10 1-23 16,13-2-19-16,0-1-16 0,-3 3-13 0,4-3-21 15,5 3-11-15,-2-2-29 0,4 1-33 0,8 1-36 16,-13-3-49-16,6 3-42 0,-2 0-51 0,1 0-53 16,-3 3-66-16,2-3-66 0,2 0-308 0,-12-3-669 15,3 3 296-15</inkml:trace>
  <inkml:trace contextRef="#ctx0" brushRef="#br0" timeOffset="23448.63">24827 3021 212 0,'-5'3'317'16,"-3"2"7"-16,4 0 3 0,4 3 16 0,0-8 9 15,0 0-11-15,17 0-26 0,-17 0-27 0,30-4-24 16,0 0-28-16,-2 0-25 0,3-2-19 0,6 1-23 16,-4-2-45-16,-2-1-68 0,5 4-78 0,-1-2-96 15,-2 0-105-15,4-5-121 0,-7 1-217 0,-7 1-608 0,5-6 269 16</inkml:trace>
  <inkml:trace contextRef="#ctx0" brushRef="#br0" timeOffset="27298.51">25770 2570 197 0,'0'-8'325'0,"0"8"-12"16,0 0-14-16,0-12-14 0,0 12-14 15,0 0-16-15,0-6-22 0,0 6-12 0,0 0-24 0,0 0-24 16,0 0-16-16,0 0-17 0,0 0-18 0,0 0-11 16,0 0-15-16,0 0-6 0,0 0-10 0,0 0-11 15,0 0-8-15,9 18-4 0,-6-9-7 0,0-3-6 16,1 7-5-16,-3-2 3 0,3 5-3 0,4-1-10 15,-8 0 10-15,3 4-15 0,0-2-2 0,2 3 2 16,0 1-3-16,-3-3-1 0,3 2-6 0,-2-3-3 16,-1 3-8-16,5-2-24 0,-4-3-29 0,0 3-14 15,4-4-16-15,-6-3-15 0,-1-2-18 0,0-1-15 16,4-1-17-16,-1 0-22 0,-3-2-31 0,0-5-38 16,0 0-25-16,0 0-176 0,0 0-471 0,0 0 209 15</inkml:trace>
  <inkml:trace contextRef="#ctx0" brushRef="#br0" timeOffset="27931.53">25732 2477 141 0,'2'-8'216'0,"-2"8"-10"15,3-3-7-15,-3 3-16 0,0 0-19 0,0 0-19 16,0 0-13-16,0 0-15 0,0 0-15 0,0 0-7 0,0 0-12 15,0 0-5-15,0 0-14 0,10 12-4 16,-3-6-4-16,-6-2-8 0,6 5-3 0,1-1-2 16,-4 1-5-16,1 0-8 0,5 0 1 0,-5 0-1 15,6 0-5-15,2 3-3 0,-6-3 0 0,1 1-1 0,2 1-2 16,-2-5-5-16,1 6 2 0,1-3-5 0,1 1 2 16,-4 0-1-16,0-3-1 0,1 2 1 15,-2 0-2-15,3-2-3 0,-3 1-1 0,3-1 3 0,-3 4-3 16,-4-5 0-16,3 1 2 0,1 3-3 0,-4-5-4 15,-2 0-4-15,5 0-5 0,-5-5-1 0,3 9-5 16,-3-9 3-16,0 8-8 0,0-8 7 16,0 5-5-16,0-5-1 0,0 0 3 0,0 0 4 0,0 7 1 15,0-7-7-15,0 0 12 0,0 0 1 0,0 0 0 16,0 0-4-16,0 0 7 0,0 0-2 0,0 0-2 16,0 0 3-16,5-22 3 0,-3 15-6 0,-4-3 6 15,4 0 3-15,-2 1-1 0,0-6 0 0,5 3 9 16,-3-3 4-16,3-2-1 0,-2 1 2 0,2-5 7 15,-3 1 7-15,2 0 6 0,0 1 8 0,1 0 6 16,1 2 2-16,-4 2 5 0,3 0-3 0,-3-1-2 16,-1 4 6-16,6-2-10 0,-7 5 3 0,5 1 3 15,-5-2-14-15,0 5-6 0,2-2-2 0,-1 2-9 16,-1 5-3-16,0 0-4 0,8-4 0 0,-8 4-5 16,0 0-1-16,15 12-3 0,-15-4 2 0,5 4-1 15,4 3-3-15,-4 1 3 0,1 1-6 0,-4 4 5 16,4 5-4-16,-4-1 1 0,-2-1-2 0,0-3 2 15,0 0-1-15,2 5 1 0,-4 1-5 0,4-10 4 16,-4 3-2-16,2 2-1 0,-2-5-2 0,-2-2-7 16,2 3-10-16,4-2-7 0,-6-2-11 0,1-3-4 15,1-1-15-15,2-4-16 0,-1 3-20 0,1 0-12 16,0-9-21-16,1 7-31 0,6-5-32 0,-7-2-36 16,13-2-147-16,-13 2-399 0,15-7 177 0</inkml:trace>
  <inkml:trace contextRef="#ctx0" brushRef="#br0" timeOffset="28898.53">26414 2674 201 0,'-5'-8'252'16,"5"8"-4"-16,-1-11-15 0,-3 8-11 0,4 3-15 16,-3-8-16-16,3 8-24 0,-5-7-15 0,-3 5-12 15,8 2-17-15,-9-3-12 0,9 3-11 0,-19 7-10 16,9-6-7-16,-4 6-10 0,0 0-5 0,-1 2-7 16,1-1-4-16,-2 4-2 0,1-1 1 0,2 3-7 15,-1-2-4-15,-2 1 0 0,3 2-8 0,4-1 0 16,1-1-1-16,2-1-8 0,2 0-2 0,-2-1-1 15,4-3 1-15,-3 3 7 0,3-3-13 0,2-1 1 16,-3 5 0-16,8-8 3 0,3 1-3 0,1 1 0 16,9-2-2-16,-7-2 0 0,3-2 0 0,2 2-4 15,6-4-6-15,-3-3 0 0,-2 1-5 0,0 0-3 0,-3-1-5 16,5 2 1-16,-4-9-2 0,-1 5-3 0,-5 0 2 16,6-6 1-16,-5 6 1 0,-5-1-1 15,1 0-1-15,1-2 4 0,-6 2-2 0,4 1 6 16,-3-2 5-16,0 1 8 0,3 1 3 0,-4-1 7 0,-1 8 10 15,0-7 7-15,0 7 10 0,0-9-12 0,0 9 5 16,0-8-8-16,0 8-3 0,7-5-5 0,-7 5-9 16,0 0-9-16,0 0 4 0,0 0-4 15,0 0-1-15,0 0 1 0,0 0-5 0,0 0 5 0,0 0-5 16,7 17 3-16,-7-7-9 0,1-5 4 0,4 7 0 16,-3-1-5-16,3-2-2 0,-2 3-1 0,0 0-8 15,2 0-4-15,-1-3-6 0,-1 4 0 0,0-6 1 16,1 0-1-16,-3 2 2 0,3-5 2 0,1-1 3 15,-5-3 2-15,0 5 2 0,0-5 2 0,0 0-2 16,0 0 0-16,0 0 7 0,0 0 0 0,13-13 2 16,-7 5 0-16,-2 1 6 0,-1-1 7 0,-1-4 3 15,4 3 4-15,-2-3 9 0,1 3 4 0,1-2 7 16,-2 2 4-16,-1-1 5 0,5 1-5 0,-8 1 4 16,7 1 1-16,-6 1-3 0,4-1-10 0,-5 7 1 15,5-10-4-15,-5 10-8 0,4-2-5 0,-4 2-11 16,0 0 4-16,0 0-2 0,0 0-1 0,0 0-10 15,13 10-12-15,-11-4-16 0,1 0-6 0,0 0-10 16,4 3-7-16,-6 0-11 0,4 0-15 0,-3-1-4 16,6 2-12-16,-1-2-17 0,1-1-24 0,4 0-35 15,-2 0-25-15,5-3-27 0,-2-1-30 0,0-2-197 16,4 4-487-16,-9-3 215 0</inkml:trace>
  <inkml:trace contextRef="#ctx0" brushRef="#br0" timeOffset="29498.33">26894 2426 26 0,'0'0'308'0,"0"-7"-7"0,0 7-13 0,0 0-19 15,0 0-11-15,0 0-22 0,2-5-21 0,-2 5-24 16,0 0-20-16,0 0-21 0,0 0-14 0,0 0-14 16,0 0-12-16,0 0-11 0,0 0-9 0,0 0-12 15,0 0-7-15,0 19-5 0,0-11 4 0,-2-1-22 16,2 3-4-16,0 1 9 0,0-2-15 0,0 8-7 16,0-1 1-16,0-3-8 0,2 4 2 0,0 0-2 15,-2-1-3-15,6 2-7 0,-6 0 3 0,3-3-1 16,1 4-10-16,-4-4-16 0,0 0-17 0,5 2-29 15,-5-5-26-15,0 3-35 0,3-5-41 0,-3 6-43 16,0-8-30-16,3 0-231 0,-3-4-499 0,0 3 221 16</inkml:trace>
  <inkml:trace contextRef="#ctx0" brushRef="#br0" timeOffset="29832.41">26790 2392 177 0,'2'-4'223'15,"-2"4"-16"-15,0 0-19 0,14-1-11 0,-14 1-3 16,20 0-12-16,-10 4-11 0,4 0-16 0,2 1-11 0,-1 6-10 16,5-7-11-16,-5 5-8 0,3 5-11 0,3-4-7 15,-6 3-8-15,0-1-7 0,7 5-4 0,-6-3-3 16,-1 4-9-16,-3-4-7 0,1 1-2 0,-1 8-1 15,-2-7-7-15,-2-1 1 0,-2 0-5 0,1 2-5 16,-5-2 3-16,-2 0-1 0,0 1 0 0,0-1 4 16,-5-4 3-16,1 5 1 0,-2-5 0 0,-7 1 5 15,4 0-4-15,-4-1-2 0,-2 1 0 0,0-4-3 16,0 3-2-16,0-3-3 0,2 0-1 0,-2 3-7 16,0-8-1-16,7-2-22 0,-2 7-24 0,0-5-33 15,2 1-38-15,1 0-35 0,7-4-46 0,0 0-49 16,0 0-156-16,0 0-423 0,0 0 188 0</inkml:trace>
  <inkml:trace contextRef="#ctx0" brushRef="#br0" timeOffset="32198.07">27641 2322 29 0,'0'0'336'0,"3"-6"-11"0,2-1-15 16,-5 7-21-16,0 0-23 0,0 0-25 15,0 0-30-15,-8-7-19 0,8 7-16 0,0 0-19 0,-17 20-9 16,7-5-14-16,-1 0-3 0,4 5-12 0,-8 0 3 15,5 4 2-15,-1 3-6 0,1 3 9 0,-2-1-19 16,4 1-6-16,0 0-5 0,-1-2-3 0,3 1-10 16,-3-2 0-16,8 1-6 0,-4 1-9 0,5-2-3 15,0-2-8-15,1 4-1 0,6-10-6 0,0 7-9 16,-1-2 1-16,3-5-1 0,-5 0-4 0,8-3-18 16,-2-2-19-16,5-1-35 0,0 1-33 0,3-4-44 15,-3-1-54-15,0-3-70 0,3-3-78 0,0-2-315 16,2-1-679-16,-3-2 300 0</inkml:trace>
  <inkml:trace contextRef="#ctx0" brushRef="#br0" timeOffset="32464.63">27950 2380 155 0,'0'0'362'15,"0"-3"-15"-15,0 3-18 0,0 0-25 0,0 0-16 16,0 0-26-16,0 0-29 0,-5-4-22 0,5 4-20 0,0 0-24 16,0 0-15-16,0 0-20 0,0 0-11 15,0 0-11-15,4 24-8 0,-3-15-10 0,6 1-7 16,-4 7-5-16,0-4-16 0,2 2-2 0,-1-1-3 16,4 4-11-16,-1 0-20 0,-1-2-26 0,1 4-27 0,1-2-36 15,-1 2-37-15,-6-4-60 0,6 3-46 0,0-2-63 16,-1-2-263-16,-4-1-572 0,5-2 254 15</inkml:trace>
  <inkml:trace contextRef="#ctx0" brushRef="#br0" timeOffset="32648.14">28273 2727 28 0,'0'0'215'0,"0"0"-5"0,0 0 4 0,3 9-6 16,-6-3-6-16,3-6-10 0,0 7-13 0,-7 1-15 15,4-2-13-15,-4 2-11 0,2 2-13 0,-1-1-18 16,-2 0-7-16,-1 3-6 0,3 2-12 0,-3-6-7 16,1 9-13-16,1-8-28 0,-1 4-37 0,3-2-42 15,0-2-62-15,2 2-69 0,1-4-206 0,-3 1-411 16,5-4 183-16</inkml:trace>
  <inkml:trace contextRef="#ctx0" brushRef="#br0" timeOffset="32932.23">28455 2453 191 0,'0'0'304'0,"2"-2"-23"16,-2 2-24-16,0 0-31 0,0 0-20 0,0 0-22 15,0 0-19-15,0 0-16 0,20 12-18 0,-19-6-10 16,6 3-11-16,-6 1-14 0,4 6-6 0,-1 0-12 16,2-1-7-16,-1 0-5 0,2 0-6 0,-5 3-7 15,3-3-5-15,-2 4-4 0,2 1-4 0,-3-3-18 16,1-1-26-16,-2-3-38 0,3 1-45 0,2-1-47 16,1 1-53-16,0-8-60 0,-6 1-135 0,8 1-415 15,-4-1 184-15</inkml:trace>
  <inkml:trace contextRef="#ctx0" brushRef="#br0" timeOffset="33214.67">28698 2265 155 0,'0'0'309'0,"0"0"-16"15,0 0-23-15,0 0-3 0,0 0-2 0,9 18 0 16,-1-10-11-16,0-1-4 0,5 5-5 0,2 0 1 16,5 0-25-16,2 6-20 0,-1 2-16 15,4 0-19-15,-5 0-16 0,3 1-15 0,0 3-20 0,0-4-3 16,-3 5-13-16,-2-3-6 0,-4 5-9 0,1 3-18 16,-4-6-17-16,-4 6-22 0,-4-1-32 0,-6 1-38 15,-9-3-33-15,-9 9-37 0,-4-4-31 0,-5 2-51 16,-6-1-49-16,-1-9-53 0,-6 3-271 0,-1-3-615 15,-6-7 272-15</inkml:trace>
  <inkml:trace contextRef="#ctx0" brushRef="#br0" timeOffset="33964.67">27493 2029 9 0,'-1'-7'261'0,"1"7"-9"0,0 0-20 0,0 0-10 15,0 0-12-15,0 0-19 0,0 0-12 0,0 0-16 16,6-6-10-16,-6 6-12 0,0 0-13 0,0 0-10 15,0 0-6-15,0 0-11 0,0 0-8 0,0 0-5 16,0 0-7-16,0 0-8 0,0 0-7 0,0 0-5 16,0 0-5-16,0 0-8 0,0 0-4 0,0 0 5 15,0 0-11-15,0 0-7 0,-23 12-3 0,18-9-2 16,5-3 1-16,-8 6-8 0,8-6-1 0,-10 6 0 16,7 2-4-16,-6-7 3 0,9 3-8 0,-8 4 3 15,6 2-2-15,-2-5-4 0,-3 2 3 0,0 5-1 16,6 2-6-16,-6 6 7 0,-1-5-1 0,1 10-2 15,5 4 5-15,-4-1 0 0,1 14 8 0,-3 1 1 0,1 1 14 16,-1 4-15-16,1 3 4 0,-1 0-4 16,0 3 3-16,-6 3-6 0,-1 15 3 0,10-19-4 15,-5-1-1-15,-3 4 1 0,12-1-4 0,-6-1-1 16,5-4-2-16,-3 0 9 0,10-6-8 0,-3 4 4 0,5-8-4 16,1 1 0-16,8-4 0 0,3-10 2 0,10 5-19 15,0-11-17-15,10 3-33 0,6-6-54 16,13-1-66-16,1-10-69 0,8-3-70 0,-4-4-161 15,-2-1-517-15,3-5 229 0</inkml:trace>
  <inkml:trace contextRef="#ctx0" brushRef="#br0" timeOffset="34598.49">29430 2745 52 0,'0'0'339'0,"0"0"-23"0,0 0-26 0,7 3-23 0,-7-3-28 16,0 0-23-16,0 0-21 0,0 6-25 0,0-6-12 15,0 8-15-15,0-8-16 0,5 9-1 0,-5-4-25 16,1 3-11-16,-1-1-9 0,0 5-7 0,0 1-5 16,7-3-7-16,-7 2-6 0,-7 3-3 0,6-4-11 15,-4 2-21-15,-2 1-25 0,4 1-32 0,-7-7-38 16,6 4-51-16,-4-4-74 0,1-1-63 0,-2 1-170 15,-1 0-467-15,1-5 208 0</inkml:trace>
  <inkml:trace contextRef="#ctx0" brushRef="#br0" timeOffset="34947.91">29832 2352 342 0,'0'0'345'0,"3"-6"-10"0,-3 6-23 16,5-5-13-16,-5 5-18 0,0 0-17 15,0 0-36-15,0 0-13 0,0 0-37 0,0 0-24 0,0 0-7 16,0 0-18-16,0 0-17 0,-13 24-8 0,10-13-7 15,-2 4-4-15,-3 5-12 0,-1-1-5 0,3-1-8 16,-3 9-2-16,-4 0-6 0,5-2-3 0,1 6-3 16,-6-4-6-16,6 1-5 0,7-1-1 0,-8-1 5 15,8 2-11-15,0-1-5 0,3-3 0 0,2 2 0 16,-5-7-4-16,12-1-9 0,-4 3-21 0,6-8-26 16,-5 4-33-16,6-4-38 0,0-1-67 0,3-4-74 15,4 3-86-15,-5-7-260 0,1 0-637 0,2-5 282 16</inkml:trace>
  <inkml:trace contextRef="#ctx0" brushRef="#br0" timeOffset="35414.64">30092 2527 149 0,'0'0'374'0,"0"0"-19"16,0 0-5-16,0 0-4 0,0 0-16 0,0 0-3 16,0-10-39-16,0 10-27 0,0 0-27 0,7-5-23 15,-7 5-22-15,0 0-14 0,14-4-22 0,-7 4-12 0,-7 0-14 16,17 0-14-16,-6 3-16 0,-11-3-5 0,22 1 0 15,-12 1-20-15,1-1-10 0,-1 4-5 16,2-2-9-16,-1-2-6 0,-2 4-1 0,2-2-8 0,-2 1-2 16,-1 3-7-16,0-3 10 0,-3 0-13 0,2 4-1 15,-1-4-10-15,-6 3 1 0,2-1-3 0,0 3 10 16,1-2-10-16,-6 2-11 0,3 2 10 0,-2-3 0 16,2 7-5-16,-7-4 1 0,1-2 3 0,-1 6 3 15,-1-3 2-15,1-1-8 0,-3-1-1 0,4 0-3 16,-1-2 10-16,-1-1-4 0,1 1-3 0,4-2 4 15,-4 0-8-15,2 0 6 0,5 0 0 0,0-6 1 16,-6 9-1-16,4-6 5 0,2-3-8 0,0 0-4 16,7 9-1-16,-1-6-23 0,11-3-27 0,-7 0-41 15,1 0-42-15,11 0-47 0,-6-5-52 0,6 5-63 16,-1-3-69-16,7-2-237 0,1-2-656 0,-3 3 290 16</inkml:trace>
  <inkml:trace contextRef="#ctx0" brushRef="#br0" timeOffset="35782.17">30638 2656 216 0,'0'0'244'0,"0"0"-7"0,0 0-14 16,0 0-6-16,0 0-18 0,0 0-12 0,0 0-11 15,0 0-10-15,0 0-15 0,0 0-15 0,0 0-13 0,0 0-9 16,10 18-12-16,-10-18-10 0,2 5-8 0,-2-5-12 16,0 0-1-16,0 0-6 0,1 7-10 15,-1-7-6-15,5 5-7 0,-5-5-1 0,0 0-6 16,4 3-2-16,-4-3-1 0,0 0-4 0,0 9-2 0,0-9-4 16,0 6-3-16,0-6-1 0,0 9 0 0,0-9 1 15,-4 10-6-15,3-5-1 0,1-1-2 0,-4 4-1 16,1-1 2-16,0 1 2 0,-1-1-3 0,-4 2-2 15,2-1-2-15,1 2 3 0,-5 1-1 0,1 2 3 16,-1 1-4-16,1-4 1 0,-1 4-2 0,-2-5-3 16,4 3-16-16,-2-2-25 0,-2 6-32 0,6-12-41 15,-4 3-58-15,5 0-61 0,-4-2-242 0,3 2-509 16,6-7 226-16</inkml:trace>
  <inkml:trace contextRef="#ctx0" brushRef="#br0" timeOffset="36164.29">30799 2493 132 0,'0'0'377'0,"0"0"-12"0,0 0-17 0,0 0-7 15,0 0-44-15,0 0-26 0,0 0-21 0,0 0-27 16,0 0-29-16,0 0-19 0,0 0-20 0,0 0-16 16,0 0-10-16,20 12-12 0,-19-3-13 0,6-1-10 15,-1 2-7-15,-4-1-17 0,11 1-1 0,-6 2-6 16,1 2-7-16,-1 1-7 0,3-2 0 0,-4 1 0 0,3-1-9 16,1 2-5-16,-7 2-3 0,10-3 0 15,-5-1-3-15,1 2-8 0,-1-1 5 0,0-4-5 16,-1 2 2-16,-2 0-8 0,2-3 2 0,-4 3-3 15,0-3-4-15,0 1 0 0,1-2 1 0,-4 0 0 0,0-2-11 16,0 3-12-16,1-4 1 0,-1-5-7 0,-5 8-19 16,5-8-10-16,-6 4-12 0,-2-2-13 15,-1 2-18-15,9-4-18 0,-21 0-32 0,4-6-28 0,1 5-35 16,-3-7-39-16,5 5-41 0,-1-2-227 0,-7-4-553 16,6 1 244-16</inkml:trace>
  <inkml:trace contextRef="#ctx0" brushRef="#br0" timeOffset="36397.98">30863 2439 155 0,'0'0'347'15,"0"0"3"-15,0 0-15 0,0 0-2 0,5-5 1 16,-5 5-31-16,0 0-26 0,4-4-22 0,-4 4-31 15,14-3-9-15,-2 2-32 0,-2 1-20 0,7 0-19 16,2 0-22-16,1 1-38 0,2-1-42 0,4 4-48 16,-6-2-49-16,2-1-56 0,-4-1-64 0,3 0-71 15,-2 0-68-15,-1 7-180 0,-3-7-534 0,-2 0 237 16</inkml:trace>
  <inkml:trace contextRef="#ctx0" brushRef="#br0" timeOffset="36631.41">31297 2318 230 0,'0'0'243'0,"0"0"1"0,0 0 3 0,0 0-4 16,0 20 4-16,2-13-9 0,3 0-9 0,-4 5-9 16,7 1-10-16,-1-2 3 0,3 4-29 15,0-2-19-15,0 5 8 0,-2 1-35 0,0-3-13 16,4 10-11-16,5-4-14 0,-9 5-10 0,5 0-4 0,-1 0-14 15,-1 0-5-15,-4 4-13 0,1-4-26 0,-1 5-35 16,-7-5-36-16,3 0-40 0,-3 0-42 0,-3 0-48 16,-4-9-64-16,-1 0-45 0,1-2-220 15,-1 0-543-15,3-8 239 0</inkml:trace>
  <inkml:trace contextRef="#ctx0" brushRef="#br0" timeOffset="36964.53">31540 2091 47 0,'0'0'473'0,"-6"-5"-19"0,6 5-21 16,0 0-36-16,0 0-42 0,0 0-31 0,0 0-24 15,0 0-12-15,0 0-4 0,29 19-7 0,-14-11-14 16,13 9-18-16,-3 0-15 0,3 2-18 0,7 6-20 16,-2-2-18-16,0 7-18 0,-1-3-13 0,4 0-14 15,1 6-12-15,-8 4-11 0,1-1-11 0,-7-6-11 16,2 6-8-16,-5 2-6 0,-2-2-10 0,-1 6-1 16,-4 1-9-16,-6 1-6 0,-7 3-11 0,-5 4-16 15,-5 4-27-15,-10-1-38 0,-2 0-48 0,-7-1-71 0,-18 8-55 16,-7-1-56-16,-11-5-66 0,1-10-92 15,-9 2-329-15,2-7-828 0,-6-5 367 0</inkml:trace>
  <inkml:trace contextRef="#ctx0" brushRef="#br0" timeOffset="37615.12">25371 4302 233 0,'-1'2'465'0,"1"-2"-17"16,0 0-40-16,0 0-20 0,0 0-27 15,0 0-37-15,0 0-30 0,0 0-28 0,0 0-23 16,0 0-27-16,0 0-25 0,0 0-34 0,0 0-40 0,36-8-59 15,-6 7-68-15,-8-1-57 0,4 2-63 0,7-3-68 16,-1-2-75-16,-3 9-310 0,1-4-629 0,-10 1 279 16</inkml:trace>
  <inkml:trace contextRef="#ctx0" brushRef="#br0" timeOffset="37797.53">25549 4452 208 0,'-15'4'299'0,"1"1"-15"15,6 1-24-15,-2-2-19 0,5-2-21 0,-1 1-11 16,-3 0-24-16,9-3-14 0,-10 3-13 0,10-3-14 16,0 0-14-16,0 0-5 0,0 0-16 0,24 6-10 15,-14-4-13-15,4-2-23 0,8 0-39 0,-1 0-47 16,9 0-59-16,-7-2-75 0,12-3-75 0,-5 1-189 16,0-2-454-16,-2-3 201 0</inkml:trace>
  <inkml:trace contextRef="#ctx0" brushRef="#br0" timeOffset="38514.33">26532 4060 312 0,'0'0'368'16,"0"0"-6"-16,-4-8-8 0,4 8-19 0,0 0 2 0,0 0-32 16,-3-7-23-16,3 7-33 0,0 0-25 15,0 0-17-15,0 0-24 0,0 0-17 0,0 0-18 16,0 0-13-16,-10 23-9 0,10-19-13 0,0 4-1 15,4 3-7-15,-1-4 6 0,3 2 5 0,-1 3 1 0,5 3 6 16,4-3-11-16,-4 2-4 0,13 3-9 0,-3 0-6 16,1-2-10-16,2 3-6 0,5 1-11 0,-6-2-5 15,-6-5-7-15,9 3-3 0,-2-3-6 0,-9-2-5 16,-1 2-1-16,-3-4-6 0,1 3-3 0,-1-4-6 16,-1 2-1-16,-3-3-5 0,-1 0-4 0,-1 4-3 15,-1-5-5-15,0-1 2 0,-3-4-3 0,-3 8 0 16,-7-1 2-16,3-5-6 0,-3 3-11 0,-1-4-16 15,-9 2-19-15,2-3-29 0,-4 0-38 0,1-4-39 16,-1-1-44-16,1 0-41 0,-1 0-44 0,-8-2-53 16,9-2-60-16,-2-7-299 0,1 5-748 0,6-5 331 15</inkml:trace>
  <inkml:trace contextRef="#ctx0" brushRef="#br0" timeOffset="38698.51">26624 3979 108 0,'0'0'415'0,"7"-4"-24"16,-7 4-17-16,0 0-17 0,8-8-29 0,-3 5-30 15,4 1-27-15,-3 0-24 0,4-2-24 0,2 2-23 16,3-3-22-16,1 3-19 0,6-1-16 0,9-1-3 16,-4 4-36-16,2-3-48 0,3 3-52 0,-2 2-58 15,-1-1-69-15,1-1-81 0,3 0-94 0,-8 4-256 16,3-8-598-16,2 8 265 0</inkml:trace>
  <inkml:trace contextRef="#ctx0" brushRef="#br0" timeOffset="41397.15">22280 5272 352 0,'0'-8'376'0,"0"0"-9"0,0 1-18 0,-5 0-20 0,5 7-29 16,0-9-37-16,0 9-21 0,0-7-27 15,0 7-28-15,0 0-19 0,0 0-22 0,0 0-16 16,11 15-11-16,-4-1-10 0,3 0-15 0,1 9-5 0,-1 3-7 15,4 2-9-15,-1 3 2 0,2 6-24 0,-5-5 3 16,5 4-9-16,-4-6-5 0,-1 1-1 0,0-3 8 16,2-1-15-16,-2 0 1 0,-6 2-6 0,5-7-2 15,-1 5-10-15,-3-9 8 0,-3-3-6 0,4 1 14 16,-4-5-14-16,-2-3-5 0,5 2 1 0,-3-3 11 16,-2 0-12-16,5-3 3 0,-5-4 8 0,3 11 22 15,-3-10 25-15,0-1 16 0,0 0 0 0,0 0-7 16,0 0-9-16,0 0-7 0,13-13-6 0,-13 5-4 15,0-1-3-15,5-1-3 0,-2 0-2 0,4 1-6 16,-5-7-5-16,8 1-2 0,-5 2 1 0,6-1-4 16,-4 1-4-16,3-1-3 0,1 1-2 0,-1 3-1 15,-2 2-3-15,4 1-3 0,0 0-2 0,-2 4-1 16,1-4-4-16,2 5-1 0,1 1-3 0,2 1-1 0,-1 1 1 16,-3 2-2-16,6 3-2 0,-3-3 0 15,0 6-3-15,0 4 2 0,6-3-2 0,-4 2-4 16,-4-2-5-16,0 5-6 0,2-4-8 0,-2 2-5 0,-3-1-6 15,2 1-13-15,-2-1-4 0,-4-1-14 0,4-3-32 16,-5 0-14-16,3 0-24 0,-3-4-26 0,4 4-27 16,-9-1-32-16,5-3-43 0,-5 1-33 15,0-5-56-15,0 0-231 0,0 7-636 0,0-7 282 0</inkml:trace>
  <inkml:trace contextRef="#ctx0" brushRef="#br0" timeOffset="41714.53">23488 5291 96 0,'0'0'360'0,"0"-10"-20"0,0 10-21 0,0 0-37 16,0-5-23-16,0 5-31 0,0 0-21 0,0 0-21 15,-28 13-20-15,20-4-13 0,-1 4-9 0,-4 6-7 16,6-3 4-16,-9 10-9 0,8 1-2 0,-6 0-3 16,4 1-5-16,-1-1-7 0,1 0-11 0,0 1-9 15,0 1-3-15,3-2-7 0,2 0-6 0,0 0-8 16,0 0-8-16,4-2-1 0,1-1-9 0,1-4-3 16,4-1-3-16,5 4-2 0,-3-4-8 0,5 0-6 0,1-4-25 15,7 1-29-15,5-1-39 0,-4 1-51 0,6-5-62 16,1-3-70-16,1-5-70 0,0 2-291 15,-8-3-655-15,7-2 290 0</inkml:trace>
  <inkml:trace contextRef="#ctx0" brushRef="#br0" timeOffset="42080.64">23879 5431 174 0,'0'0'343'0,"5"-15"1"0,-5 13 4 16,1-5 6-16,-1 7 6 0,5-7 2 0,-2 3-7 15,-3 4-8-15,0-9-19 0,5 4-23 0,-5 5-30 16,0 0-24-16,0 0-32 0,0 0-23 0,0 0-22 16,0 0-22-16,0 0-13 0,0 0-14 0,9 17-14 15,-1-10-10-15,-1 2-10 0,-7 7-13 0,6-1-4 16,-1 5-4-16,3 3-10 0,-6-4-8 0,5-3-32 0,-2 7-37 16,-2 0-48-16,2-4-56 0,-2 1-49 15,2-1-45-15,-3 0-56 0,3 0-67 0,0-4-56 16,1-1-310-16,-1-1-760 0,0-3 336 0</inkml:trace>
  <inkml:trace contextRef="#ctx0" brushRef="#br0" timeOffset="42280.63">24349 5734 207 0,'-2'8'244'0,"2"-2"-12"0,-2 0-14 15,-1 1-13-15,1 1-13 0,-3-1-16 0,4 1-17 16,-4 4-16-16,0-2-12 0,0-1-11 0,-2 5-13 16,2-1-8-16,0-2-9 0,-3 4-32 0,-4-4-43 15,6 5-58-15,-2-8-66 0,-1 0-78 0,1-3-157 16,1 0-370-16,-1-3 163 0</inkml:trace>
  <inkml:trace contextRef="#ctx0" brushRef="#br0" timeOffset="42664.13">24484 5436 80 0,'0'0'342'0,"0"0"-24"15,0 0-29-15,0 0-29 0,0 0-18 0,0 0-17 16,0 0-15-16,0 0-6 0,0 0-8 0,0 0-2 15,0 0-4-15,12 19-7 0,-10-14-2 0,4 1-13 16,1-2-15-16,1 6-4 0,-1-3-26 0,-1 2-16 16,1-1-8-16,3 2-7 0,1-1-12 0,-7 4-5 15,2-2-10-15,1-7-5 0,0 8-6 0,1 0 1 0,-3-2-16 16,-2-2-1-16,2 4-2 0,-5 0-8 0,0-4 5 16,0 3-2-16,-2-1 1 0,-1-2-9 15,0 4 6-15,-2-5-2 0,3 2-4 0,-3 0 1 0,4-5-2 16,-6 4 2-16,5-2-8 0,-3-2-2 0,5-4 1 15,-6 9-1-15,6-9-1 0,0 7 0 0,0-7-2 16,0 7 2-16,0-7 0 0,0 0-3 0,13 1-5 16,-5-1-10-16,-8 0-19 0,33-4-32 0,-11 1-45 15,-6-2-44-15,6 0-53 0,-1-2-59 0,9-6-63 16,0-1-319-16,0 4-693 0,-2-7 306 0</inkml:trace>
  <inkml:trace contextRef="#ctx0" brushRef="#br0" timeOffset="42947.25">24923 5284 335 0,'-13'0'349'0,"13"0"-16"0,0 0-33 16,0 0-23-16,0 0-24 0,-9 5-18 0,9-5-7 15,0 0-3-15,7 9 1 0,-7-9-8 0,10 12-4 16,-5-4-10-16,8 0-11 0,-3 3-14 0,3 4-17 15,2-2-13-15,0 2-18 0,10 5-14 0,-8-1-11 16,4 4-9-16,-4 1-8 0,-1-1-12 0,-1 0-5 0,0 1-7 16,-7-1-6-16,4 1-9 0,-2 2-7 15,-4 1-15-15,-6-9-20 0,0 9-18 0,-3-6-38 16,0-3-26-16,-12 4-39 0,5 0-30 0,-5 2-31 16,0-4-33-16,-3 1-48 0,3-6-55 0,5-3-50 0,-5-3-195 15,2 2-601-15,3-7 266 0</inkml:trace>
  <inkml:trace contextRef="#ctx0" brushRef="#br0" timeOffset="43247.21">25664 5500 356 0,'0'0'471'0,"0"0"-28"0,0 0-27 16,0 0-34-16,14 2-32 0,-14-2-32 0,0 0-28 15,15-2-26-15,-7 4-26 0,-8-2-24 0,20 0-22 16,-9 0-21-16,4 2-14 0,2-1-18 0,1 2-27 15,2-2-43-15,-2 2-48 0,5-1-50 0,-3 0-63 16,2 2-52-16,-4-3-64 0,0 1-73 0,0-2-67 16,-3 0-236-16,0 0-632 0,-2 0 280 0</inkml:trace>
  <inkml:trace contextRef="#ctx0" brushRef="#br0" timeOffset="43430.66">25674 5706 205 0,'-16'7'299'0,"3"1"-26"0,6-4-16 0,-1 1-13 0,8 1 5 16,-5-2 3-16,5-4-2 0,0 0-16 15,18 8-17-15,-3-7-19 0,0-1-30 0,6 0-15 16,7-1-19-16,4 0-49 0,-1-6-57 0,-4 3-71 0,3-2-96 16,1 1-112-16,-1 0-219 0,-2-5-507 0,-7 3 225 15</inkml:trace>
  <inkml:trace contextRef="#ctx0" brushRef="#br0" timeOffset="45280.61">27382 5322 240 0,'0'-11'364'0,"0"3"6"15,7-3 8-15,-7 3-4 0,0 1 1 0,0 2-15 16,0 5-21-16,0-10-24 0,0 10-34 0,0 0-34 16,0-6-34-16,0 6-17 0,0 0-24 0,0 0-16 15,0 0-17-15,0 21-12 0,5-7-9 0,-5 2-17 16,0 2-11-16,3 0-11 0,2 8-2 0,-3-3-9 15,3 1-6-15,-3 2 1 0,-1 1-14 0,4-2-2 16,-1 1-7-16,1-5-4 0,-1 1-6 0,0-2-18 16,-3 1-45-16,4-3-46 0,2-3-45 0,-5 2-48 15,6-3-51-15,-8-1-58 0,3-1-63 0,1-5-67 0,-1 1-232 16,0-6-694-16,1 3 307 0</inkml:trace>
  <inkml:trace contextRef="#ctx0" brushRef="#br0" timeOffset="45513.71">27780 5509 360 0,'0'0'357'0,"6"-4"-12"16,-6 4-11-16,12-1-4 0,-12 1-7 0,12-2-11 15,-6 0-15-15,4-1-17 0,0 2-26 0,2 1-24 16,6-3-26-16,-2 0-12 0,9 0-33 0,-5 1-11 15,2-1-11-15,7 1-28 0,1-3-42 0,-2 5-39 16,4-5-58-16,1 3-54 0,-7-3-65 0,-1 4-78 16,5-6-87-16,-4 5-297 0,-4-1-661 0,-1-6 292 15</inkml:trace>
  <inkml:trace contextRef="#ctx0" brushRef="#br0" timeOffset="47030.33">28453 5316 331 0,'0'0'352'0,"0"0"-12"0,4-6-12 0,-4 6-15 0,0 0-12 16,0 0-22-16,0-6-17 0,0 6-23 15,13-1-26-15,-13 1-16 0,7-2-20 0,-7 2-18 16,16 0-16-16,-16 0-17 0,22 2-9 0,-12 2-16 0,4 0-10 15,1 3-11-15,-1 0-14 0,0 3-5 0,1-2-1 16,-6 1-5-16,1 1-5 0,-2-2-9 0,2 4-4 16,-4-2 8-16,-1 7-23 0,-1-7 2 15,-1-1 1-15,0 4-3 0,-6-1-4 0,0 3 5 0,-1-3-13 16,-2-3 9-16,1-1 1 0,-2 3 2 0,-3 2-5 16,2-3 0-16,3-5 0 0,-2 2-3 0,4-2-4 15,-2 2 3-15,2-3 3 0,3-4 1 0,-4 9 0 16,4-9-3-16,-6 3 6 0,6-3-5 0,0 0 7 15,0 0-8-15,11 7 3 0,-1-7-4 0,7 0-7 16,-1 4-17-16,3-8-27 0,2 4-26 0,4-1-37 16,2 1-39-16,1-3-49 0,0-1-62 0,2-4-64 15,1 4-61-15,-4-6-215 0,-1 3-639 0,4-3 282 16</inkml:trace>
  <inkml:trace contextRef="#ctx0" brushRef="#br0" timeOffset="47280.53">29069 5022 125 0,'-2'-5'350'0,"2"5"-21"0,-6-4-22 16,6 4-29-16,-7-6-26 0,7 6-27 0,0 0-27 16,0 0-14-16,0 0-3 0,-1 15-13 0,1-3 2 15,0-3-6-15,1 7 0 0,6 4 4 0,-1 7-11 0,3 3 1 16,-3-2-20-16,3 11-11 0,6 3-15 15,-4 2-7-15,1-2-22 0,3 3 2 0,-5-2-11 16,4 4 2-16,-4-4-6 0,5 3-12 0,-3-3-17 0,-1 2-26 16,-1-6-48-16,2 0-52 0,-4 0-46 0,-3-9-57 15,0-3-78-15,-3 0-88 0,-4-6-231 0,2-2-632 16,-3-8 279-16</inkml:trace>
  <inkml:trace contextRef="#ctx0" brushRef="#br0" timeOffset="47896.92">27035 5136 47 0,'-7'-14'481'16,"2"4"-18"-16,5 4-23 0,-3-2-30 0,-2 4-32 15,3-4-45-15,2 8-30 0,0 0-48 0,0 0-23 16,0 0-24-16,0 0-15 0,14 26-12 0,-6-9-17 16,5 6-10-16,-3 4-11 0,12 12-11 0,-6-1-9 15,2 1-10-15,-1 3-10 0,-2 3-2 0,0 0-18 16,0-3-9-16,-2 3-4 0,2-1-8 0,0 2-1 15,-2-1-8-15,-3-1-9 0,5-1 0 0,-7-3-17 16,-1 1-26-16,1-9-36 0,-2-2-48 0,-4 2-58 0,3-1-45 16,2 0-56-16,-6-3-70 0,3-8-95 15,-1-3-272-15,0-7-735 0,2-1 326 0</inkml:trace>
  <inkml:trace contextRef="#ctx0" brushRef="#br0" timeOffset="48980.36">29708 5406 236 0,'0'0'397'0,"0"0"-7"15,0-7-8-15,0 7-8 0,0 0-11 0,0 0-11 16,0 0-9-16,0 0-15 0,0 0-17 0,0 0-16 16,0-8-15-16,0 8-16 0,0 0-20 0,0 0-15 15,0 0-18-15,0 0-16 0,12-6-20 0,-7 3-17 16,9 0-17-16,-7 0-15 0,15-8-11 0,-1 8-19 16,9-6-19-16,-2 6-22 0,2-9-25 0,1 8-30 15,-4-5-34-15,3 3-43 0,-14 5-54 0,6-6-48 0,7 3-47 16,-14 0-47-16,-1-1-47 0,-6 2-54 15,3-1-49-15,1 0-266 0,-7 0-745 0,-3 1 329 16</inkml:trace>
  <inkml:trace contextRef="#ctx0" brushRef="#br0" timeOffset="49213.52">29890 5166 290 0,'-5'-6'320'0,"5"6"-20"15,0 0-17-15,-7-3-34 0,7 3-23 0,0 0-22 16,0 0-27-16,0 0-19 0,0 0-12 0,0 0-19 16,0 15-11-16,5-4-11 0,-5-6-11 0,2 10-9 15,0 2-5-15,1-2-10 0,0 12-6 0,4-8-10 16,-5 8-3-16,1 0-1 0,4 2-1 0,-4-1-10 16,2 6-12-16,3-7-26 0,-1 2-24 0,1 1-25 15,0-1-36-15,6-5-49 0,-5 1-44 0,6-2-64 16,-1-7-203-16,0-1-480 0,1-5 213 0</inkml:trace>
  <inkml:trace contextRef="#ctx0" brushRef="#br0" timeOffset="49796.9">30517 4896 96 0,'0'0'365'0,"0"0"-4"16,2-6-8-16,-2 6-10 0,-2-10-8 0,2 10-26 15,0 0-27-15,0 0-35 0,0 0-25 0,0 0-28 16,0 0-18-16,0 0-6 0,0 0-31 0,9 25-12 16,-9-7-14-16,6 3 1 0,1 6-18 0,-4 12-8 15,2 3-7-15,0 3-8 0,-2 0-18 0,1 7 5 16,-1-4-7-16,2 1-2 0,-3-2-7 0,-1 2-1 15,-1 0-4-15,5-3-8 0,-5-1-1 0,4-2-6 16,-1-1 5-16,-1 0-5 0,-1-14 2 0,4 5-2 16,-2-8-2-16,2 2-2 0,0 1-5 0,-1-9-5 15,-3-3-18-15,3-1-25 0,-1-3-37 0,4-1-27 16,-4-2-25-16,0 0-31 0,-1-6-61 0,3 3-79 16,1-5-61-16,-6-1-236 0,0 0-640 0,14-7 284 15</inkml:trace>
  <inkml:trace contextRef="#ctx0" brushRef="#br0" timeOffset="53296.56">30971 5249 290 0,'0'0'306'16,"0"0"-24"-16,0 0-29 0,0 0-27 0,0 0-23 15,0 0-16-15,0 0-18 0,0 0-5 0,16 1-10 0,-16-1-17 16,17 7-7-16,-9 0-10 0,4-2-14 0,-2 2-9 16,5 1-7-16,0 3-14 0,-7-3-6 0,-2-1-4 15,8 6-8-15,-6-1-7 0,-1-1-8 16,1 1-2-16,-2 6-5 0,3-5-4 0,-9 4-3 0,0-4-3 16,-2 4 0-16,-5 0-5 0,1-2 7 0,-2-1 1 15,1 4 6-15,-5-4 7 0,2-1 3 0,4 3 9 16,-2-9 6-16,1 2 5 0,-1 0 1 15,4-2 7-15,-1 0 16 0,-1-3-6 0,2 2 7 0,1-1 3 16,-3-1 5-16,6-4 1 0,0 0-2 0,0 0-10 16,13 8-10-16,2-8-9 0,3 0-7 0,3-4-24 15,6 1-28-15,3 2-48 0,4-3-45 0,-4-3-63 16,0 3-69-16,0 0-89 0,1-3-95 0,-11 2-231 16,2-3-683-16,-1 1 302 0</inkml:trace>
  <inkml:trace contextRef="#ctx0" brushRef="#br0" timeOffset="53531.15">31517 5331 118 0,'0'0'365'0,"0"0"-9"0,0 0-10 0,0 0-14 15,0 0-5-15,15 4-15 0,-15-4-21 16,10 0-23-16,3 0-24 0,4-1-26 0,3-2-22 16,1 2-23-16,7-3-25 0,2 1-27 0,1-1-45 15,4 3-59-15,-2-1-59 0,-3 0-63 0,0-1-70 0,6 0-87 16,-8-1-292-16,2 1-601 0,-8-2 266 0</inkml:trace>
  <inkml:trace contextRef="#ctx0" brushRef="#br0" timeOffset="53879.89">32062 5163 194 0,'-9'3'270'0,"9"-3"-8"15,-3 6-17-15,3-6-14 0,-3 3-9 0,3-3-8 16,0 12-6-16,0-6-10 0,1 3-7 0,1 0-5 15,3 0-6-15,-2 1-6 0,7 5-11 0,-2-4-14 16,1 7-4-16,1-5-18 0,0 1-11 0,1-1-7 16,6 3-16-16,-4 0-8 0,2 0-3 0,5 2-4 15,-4-2-11-15,-7 0-8 0,4-2-6 0,0-1-7 16,0 2-1-16,-4 0-7 0,4-2 1 0,-3 1-11 16,-5-5 2-16,-2 2-5 0,2-3 1 0,-2 0-4 15,-3 3-8-15,-3-4 1 0,-2 1-3 0,2-3-5 16,-2 3-6-16,-5-4-13 0,-3-1-13 0,-1 2-23 15,3-3-18-15,-4 2-19 0,-2-4-23 0,-4 0-29 16,4 0-30-16,-3-4-44 0,5-3-49 0,-1 3-49 16,-1-7-195-16,-1 3-545 0,2-6 241 0</inkml:trace>
  <inkml:trace contextRef="#ctx0" brushRef="#br0" timeOffset="54080.53">32110 5094 31 0,'0'0'264'0,"0"0"-6"15,0 0-7-15,0 0-5 0,0 0-9 0,18 8-19 16,-8-4-17-16,-2-1-21 0,5-2-15 0,4 1-17 16,4-2-16-16,1 0-16 0,4 5-33 15,-4-4-48-15,8 1-64 0,-4 2-69 0,9-4-71 0,-7-2-210 16,-6-2-409-16,4-1 181 0</inkml:trace>
  <inkml:trace contextRef="#ctx0" brushRef="#br0" timeOffset="54330.05">32580 4824 175 0,'0'0'287'0,"0"0"-17"0,0 0-19 0,0 0-12 15,-14 7-9-15,11 1-6 0,-2-4-3 0,5 4-7 16,0 6-2-16,0-1-7 0,0 8-11 0,0 3-8 16,5 4-5-16,-5 3-8 0,3 12-16 0,1 6-15 15,-3 2-10-15,1 7-10 0,3 14-9 0,-5-1-9 16,0 7-6-16,-5-20-9 0,5 0-14 0,5 14-4 16,-5-15-11-16,-5-4-31 0,12-3-31 0,-2 0-46 15,-5 1-40-15,0-6-45 0,-7-1-55 0,2-4-77 16,3-11-84-16,1-4-215 0,-3-7-610 0,1-7 269 15</inkml:trace>
  <inkml:trace contextRef="#ctx0" brushRef="#br0" timeOffset="54898.52">32699 5334 320 0,'0'0'358'0,"10"-8"-20"0,-2 7-14 0,2-2-24 16,-3-1-17-16,3-3-21 0,-1 4-25 0,6-4-20 15,4 2-23-15,-5 1-16 0,5-1-11 0,1 1-29 0,-1 2-9 16,3 1-13-16,-6-2-25 0,8 2-13 0,-6-1-38 16,-2 2-36-16,3-2-39 0,-1 4-44 15,-7-2-48-15,-1 0-61 0,2 0-68 0,-12 0-260 16,11-2-557-16,-11 2 248 0</inkml:trace>
  <inkml:trace contextRef="#ctx0" brushRef="#br0" timeOffset="55098.63">32896 5455 83 0,'0'0'286'0,"-2"8"-4"0,2-8-6 16,0 10-6-16,0-10 3 0,2 8-6 0,-2-8-16 16,8 6-12-16,-3-4-10 0,2 2-22 0,1-3-25 15,4 1-20-15,-1-1-8 0,2 2-22 0,4-1-27 16,-1 0-35-16,4-2-51 0,0-2-62 0,-3 0-70 15,-1 2-84-15,4-3-82 0,-7 2-198 0,6-5-515 16,-1 5 229-16</inkml:trace>
  <inkml:trace contextRef="#ctx0" brushRef="#br0" timeOffset="57746.42">33472 4953 209 0,'3'-5'343'16,"0"3"3"-16,-3 2 0 0,5-14-1 0,-3 9 0 16,-2 5-8-16,5-4-12 0,-5 4-18 0,0 0-29 15,0-6-28-15,0 6-24 0,0 0-25 0,0 0-21 16,0 0-20-16,0 0-19 0,0 0-15 0,0 0-8 15,0 0-16-15,0 0-10 0,-7 22-12 0,2-10-7 16,2-1-11-16,0 5-3 0,1-1-5 0,-1 2-4 16,0 1 19-16,-1 1-7 0,1 1-4 0,1-2 4 15,-1 9-17-15,1-7-3 0,-3-4-4 0,7 3-9 16,-2 1-6-16,5-4-8 0,-3 4-6 0,4-2 1 0,-2-3-12 16,4 1-6-16,3-4-3 0,-1 0-8 15,5-1-7-15,-2-2-4 0,2-2-10 0,2 1-9 16,3-4-1-16,-4-2 1 0,6-2-6 0,-2-2-1 0,-4 1 4 15,14-7 1-15,-10 5 3 0,-4-1 7 0,3-4 5 16,-3 4 13-16,-1-5-7 0,0 0 4 16,-5 3 8-16,2-1 4 0,-4 0 19 0,0 2 14 15,-3-2 17-15,2 5 2 0,-4-3 4 0,-3 5-5 0,8-3-5 16,-8 3-4-16,0 0-1 0,0 0-6 0,0 0-1 16,0 0-4-16,-18 13-3 0,10-5-2 0,-1 4 0 15,0-1 1-15,-1 5-8 0,-2-1 6 0,4 0 1 16,1 3-10-16,-1 4-11 0,1-3-15 0,4 4-23 15,0-1-33-15,6 3-60 0,-1-1-45 0,-1-2-63 16,4-3-82-16,5 6-88 0,-5-7-213 0,3 0-684 16,-1-5 303-16</inkml:trace>
  <inkml:trace contextRef="#ctx0" brushRef="#br0" timeOffset="59012.83">22621 6885 30 0,'0'0'285'0,"0"0"-24"0,0 0-21 15,0 0-20-15,0 0-23 0,0 0-10 0,0 0-19 16,10 25-4-16,-5-17-3 0,-1 11-6 0,1-7-7 0,-1 7-11 15,2 0-7-15,1 0-8 0,1 8-10 16,1-4 0-16,-3 4-14 0,1 5-6 0,1-5-8 16,-3-2-5-16,7 4-6 0,-9-1-6 0,4 3-4 15,-1-2-9-15,2-2-5 0,-4 0-3 0,2-2-2 0,-4-5-4 16,-2-3-7-16,7 0-3 0,-7-5-2 0,5 3 4 16,-4-5-3-16,-1-1-4 0,0-1 3 15,7-4 17-15,-7 1 31 0,0-5 34 0,0 0 8 0,0 0-12 16,0 0-5-16,0 0-23 0,16-13 6 0,-7 1-20 15,-4 6 0-15,5-11 5 0,-5 10-15 0,8-8 12 16,-3-2-12-16,3 1 0 0,-5 2 0 0,4 1 1 16,-4 1-3-16,0 3-4 0,1-4-6 0,2 6-3 15,-2-1-5-15,-1 1-4 0,0 3-6 0,4-1-5 16,-1 2-5-16,1 2-1 0,-1-2 2 0,3 6-3 16,4-3-1-16,-3 4-2 0,3 1 0 0,-3 6-7 15,3-3 1-15,-3 4 0 0,0 2 2 0,-4-1-7 16,3 4-5-16,2 0-11 0,-9-4-14 0,6 2-21 15,-5 2-21-15,1-3-37 0,-4-1-30 0,1 0-23 16,-4-1-29-16,5-1-31 0,-6-3-42 0,6-3-51 16,-7 1-41-16,5 0-226 0,-5-6-632 0,8 2 280 15</inkml:trace>
  <inkml:trace contextRef="#ctx0" brushRef="#br0" timeOffset="59312.87">23816 6995 213 0,'0'0'355'0,"-5"-5"-16"0,5 5-27 0,0 0-34 0,0 0-30 16,0 0-22-16,0 0-20 0,-19 16-4 0,13-8-5 15,-1 1 4-15,1 5-9 0,-3 3-2 0,-1-2-10 16,2 4-9-16,-7 0-4 0,5 5-6 0,-1 0-10 15,2 2-7-15,1-3-9 0,0 6-24 0,3-5-5 16,-3 1-10-16,8 1-9 0,-2 4-6 0,2-3 0 16,3 0-18-16,6 0-4 0,-3 2-2 0,6-4-11 15,1-3-13-15,4 1-18 0,-1 0-28 0,6-1-27 16,-1-6-38-16,2 1-33 0,-1-5-45 0,8 2-47 16,-4-9-55-16,-1 1-54 0,5-6-36 0,-2 0-250 15,-7-3-647-15,3-2 287 0</inkml:trace>
  <inkml:trace contextRef="#ctx0" brushRef="#br0" timeOffset="60546.16">24186 7134 294 0,'0'-6'393'0,"0"6"46"15,0-12-10-15,0 6-10 0,0 0-22 0,2 0-30 0,-2 6-28 16,-2-7-31-16,2 7-33 0,0 0-35 0,0 0-25 15,0 0-22-15,0 0-21 0,0 0-16 16,-5 16-19-16,4-4-13 0,1 3-9 0,-2 3-12 0,-3 3-9 16,5-5-3-16,-1 10-21 0,-4 2-31 0,3-1-45 15,2-1-57-15,0-1-58 0,0-7-55 0,0 5-47 16,7-3-56-16,-6-4-53 0,4-2-51 0,3 1-255 16,1-5-691-16,-3-1 305 0</inkml:trace>
  <inkml:trace contextRef="#ctx0" brushRef="#br0" timeOffset="60746.53">24481 7427 81 0,'0'0'194'0,"0"10"22"0,0-10 47 0,0 7-24 16,0-7-17-16,0 11-12 0,0-2-13 0,0 3-12 16,0-5-15-16,0 8-11 0,0-6-17 0,0 5-5 15,0-2-18-15,0 3-11 0,0 0-9 0,0 0-11 16,0 2-3-16,0-6-12 0,0 1-10 0,0 3-27 0,0-6-39 15,0 3-45-15,0-1-56 0,0-4-57 16,0 0-56-16,0-2-209 0,0-5-461 0,0 0 205 16</inkml:trace>
  <inkml:trace contextRef="#ctx0" brushRef="#br0" timeOffset="61229.57">24709 7167 105 0,'-3'-6'412'0,"3"6"-24"15,0 0-24-15,3-8-31 0,-3 8-30 0,5-4-29 16,-3-2-27-16,-2 6-16 0,0 0-26 0,10-5-25 16,-5 2-13-16,-5 3-9 0,10-1-28 0,-10 1-15 15,16 0-13-15,-16 0 2 0,17 1-23 0,-10-1-3 16,3 7-5-16,1-7-17 0,1 1-1 0,1 5-10 15,-3-5 0-15,3 2-1 0,-6-1-7 0,6 1-5 16,-5-1-16-16,1 3 1 0,-3-3-6 0,2 4-11 16,-3-2-5-16,-5-4 5 0,9 5-5 0,-6-2-1 15,-3-3-2-15,0 11 1 0,0-6 0 0,0 2 3 16,0-1 4-16,-3 1-7 0,-4 0 6 0,7 1-5 16,-7-1 5-16,-1 1 10 0,2 1-11 0,6-2-1 15,-7 1-1-15,7-1 0 0,0 4 3 0,-2-2-3 16,-3-3 8-16,10 2 2 0,-3-1 10 0,5 2-1 15,-7-2 5-15,6 5-1 0,2-4-1 0,-1-1-1 16,6 1-2-16,-3 1 1 0,2 1-2 0,-2-8 15 0,-4 4-16 16,3 3-8-16,6-2 1 0,-11-2 1 15,3 0 1-15,-2 0-5 0,0 3 3 0,-5-2 0 16,2 0-1-16,3-2 0 0,-5 4-3 0,0-8 5 0,-5 11-1 16,-2-4-3-16,2-1 3 0,-6 0-4 0,1 2 3 15,-5-1-11-15,0 1-20 0,-5-1-29 0,3-1-33 16,-2 0-30-16,4 0-40 0,-7-3-42 15,1 1-42-15,6-2-48 0,3-1-49 0,-1-1-179 0,1-3-560 16,9-1 248-16</inkml:trace>
  <inkml:trace contextRef="#ctx0" brushRef="#br0" timeOffset="61512.74">25181 6988 166 0,'0'0'343'0,"7"18"-2"0,-2-13-10 15,1 6-4-15,6-4-4 0,-4 5-2 0,12 0-7 16,-3-1 0-16,4 6-12 0,7 1-14 0,-1 1-21 16,-2-3-20-16,-2 3-24 0,3 5-25 0,-4-1-21 15,1-2-16-15,-5 1-15 0,4 5-17 0,-4 0-12 0,-3 0-8 16,-5 4-13-16,-2-3-9 0,-1 1-8 0,-7 0-12 15,-4 1-15-15,-6-1-18 0,-1-2-26 16,-7-2-37-16,-6-1-51 0,1-1-47 0,-3-4-47 16,1 3-37-16,0-3-44 0,-1-9-47 0,4 5-55 0,7-7-315 15,2-5-728-15,5 1 322 0</inkml:trace>
  <inkml:trace contextRef="#ctx0" brushRef="#br0" timeOffset="61746.2">26048 7248 130 0,'15'2'461'0,"-15"-2"-8"16,9-4-16-16,-1 1-32 0,-8 3-38 0,18-1-30 15,-8-1-41-15,7 1-29 0,-6-2-28 0,7 3-23 16,-4-1-23-16,5-1-38 0,3 2-36 0,-4-2-60 15,4 2-64-15,-1-3-62 0,-4 2-68 0,4 1-79 16,2-3-75-16,-3 2-282 0,-5 1-618 0,0-2 273 16</inkml:trace>
  <inkml:trace contextRef="#ctx0" brushRef="#br0" timeOffset="61912.81">26164 7412 37 0,'-8'9'183'15,"1"-2"70"-15,1 2 20 0,6 0-4 0,1-3-9 0,9-4-21 16,0 3-25-16,9 0-12 0,2-2-29 0,10-2-16 16,4 2-18-16,0-6-10 0,-4 3-31 15,14-4-43-15,-12 4-64 0,-1 0-86 0,11-9-86 16,-13 6-219-16,-2-3-432 0,-8 0 191 0</inkml:trace>
  <inkml:trace contextRef="#ctx0" brushRef="#br0" timeOffset="62845.93">23127 8354 9 0,'0'0'311'0,"0"-8"-28"0,0 8 9 16,0 0-13-16,0-8-26 0,0 8-26 0,0 0-23 16,0 0-18-16,7 23-16 0,-7-12-13 0,6 5-3 15,-4 0-7-15,6 1-15 0,-3 10-2 0,-3 0-14 16,8 0-3-16,-5 3-11 0,0-2-3 0,1 7-14 15,-4-5-4-15,0 0 5 0,3 0-17 0,-4-5-9 16,4 2-4-16,-3-1-8 0,3-6 6 0,-3-1-15 16,-1-6-3-16,-1 2 1 0,0-3-10 0,0-1-1 15,7-2 2-15,-7-2 12 0,0 1 0 0,0-4 21 16,0-4 24-16,0 7 5 0,0-7-11 0,0 0 5 16,0 0-16-16,16-16-7 0,-6 8-6 0,0-6-6 15,3 1 3-15,-1-6-14 0,6 8-2 0,-1-12-4 16,-1 2-1-16,4 0-1 0,0 1 3 0,-5 12-6 0,3-6 2 15,0 1-9-15,1 5 3 0,-4-3-2 16,4 7-5-16,-9-1-1 0,10 1 5 0,-12 4-14 16,7 3 2-16,-1 0 3 0,-6 4-5 0,7 4 0 0,0-3 0 15,-2 3-1-15,2 5 0 0,0-3-1 0,-2 2-2 16,-1 3-3-16,-1-5 2 0,-1 4 4 0,2-5-15 16,-4 4-12-16,0 3-35 0,0-9-28 0,1 2-47 15,-3-3-26-15,-1-3-33 0,-1 4-37 0,2-2-45 16,-1-2-51-16,-1-3-56 0,2 2-193 0,-6-5-620 15,0 0 274-15</inkml:trace>
  <inkml:trace contextRef="#ctx0" brushRef="#br0" timeOffset="63129.31">24327 8391 90 0,'0'0'356'16,"2"-10"53"-16,1 6 30 0,-3 4-39 0,0 0-38 16,2-5-24-16,-2 5-46 0,0 0-25 0,0 0-33 0,0 0-19 15,0 0-21-15,-25 19-11 0,18-11-12 0,-4 6-7 16,1 8-2-16,-3-2-1 0,4 6-6 0,-4 2-5 16,-2 2-17-16,7-1-11 0,0 1-12 0,-6 9-6 15,8 3-9-15,-3-12-11 0,4 2-8 0,4-4-7 16,2 2-4-16,6 12-6 0,0-14-7 0,-1-1-12 15,8 2-14-15,0-4-20 0,3-2-29 0,3-7-36 16,5 3-62-16,1-12-53 0,4 2-54 0,-2 2-58 16,0-8-61-16,-1-3-55 0,3-3-289 0,-9-4-748 15,5-2 331-15</inkml:trace>
  <inkml:trace contextRef="#ctx0" brushRef="#br0" timeOffset="63345.87">24676 8443 95 0,'0'0'233'0,"0"0"41"15,-5-3-3-15,5 3-23 0,0 0-9 0,0 0-14 16,0 0-14-16,-1 22-19 0,1-15-13 0,3 2-5 16,2 6-26-16,-3 0 0 0,-1 1-28 0,3 4-8 15,-1 3-14-15,2-5-8 0,1 7-10 0,-2 2-9 16,2-3-33-16,3 2-47 0,-3 1-65 0,-1 0-69 15,2-12-76-15,-2 2-249 0,0-2-505 0,6-4 225 16</inkml:trace>
  <inkml:trace contextRef="#ctx0" brushRef="#br0" timeOffset="63529.97">25115 8807 185 0,'0'0'195'0,"-3"10"2"16,-2-5 39-16,0 0 2 0,0 5-20 0,0-5-9 0,-4 5-20 15,5-3-20-15,-6 6-15 0,3 1-17 16,-3-1-12-16,0 3-13 0,2 0-10 0,0-1-3 16,-2-1-23-16,0 2-25 0,-2-3-43 0,4 2-56 15,1-4-65-15,-4-2-58 0,11-2-224 0,-9 0-428 0,9-3 190 16</inkml:trace>
  <inkml:trace contextRef="#ctx0" brushRef="#br0" timeOffset="63929.35">25241 8587 253 0,'0'0'276'0,"0"0"30"16,0 0-26-16,0 0-19 0,0 0-21 0,-15 17-18 15,15-9-22-15,0 2-14 0,-2 0-24 0,-3 2-13 16,5-1-18-16,0 5-5 0,0 0-13 0,5 0-9 15,-5-1-13-15,0 1-11 0,2-2 0 0,-2-2-7 16,6-1-10-16,-6 1-10 0,2-4-5 0,3 0-12 16,2 1-2-16,-6-3-4 0,8-5-1 0,-3 1-4 15,1-1-7-15,-7-1-2 0,21-4 1 0,-12-2 3 16,6 1-3-16,-9 0-3 0,9-3-7 0,-7 1 7 0,6-3 7 16,-6 0 24-16,3 3 21 0,-4-1 23 15,-2-3 18-15,2 7 8 0,-1-2 3 0,-1-1-2 16,-1 5-13-16,-4 2-7 0,8-3-5 0,-8 3-18 0,10 0-8 15,-10 0-5-15,10 5-7 0,-4 2-3 0,1 0-6 16,1 0-3-16,-1-2-4 0,-1 5-4 0,4 3-4 16,-1 1-2-16,2-1-9 0,-1 1-20 0,7-1-31 15,-11 1-30-15,8-6-34 0,-3 1-33 0,-1-1-34 16,-2-1-41-16,1-2-41 0,-1-2-49 0,7-1-40 16,-10-2-283-16,-5 0-668 0,15-5 297 0</inkml:trace>
  <inkml:trace contextRef="#ctx0" brushRef="#br0" timeOffset="64162.66">25712 8517 5 0,'0'0'208'0,"0"0"7"0,0 0 49 0,0 0 14 0,0 0-4 16,0 0 0-16,0 0-10 0,10 15-9 0,-5-4 2 15,2-4-10-15,0 6 0 0,1 1-5 16,3 4 2-16,-1-1-10 0,-1 0-16 0,6 9-15 0,-6-6-18 15,3 3-18-15,1 1-12 0,-4 0-18 0,4 5-15 16,-8-2-10-16,-2 5-10 0,-3-7-16 0,-7 15-24 16,-1-8-29-16,-2 7-60 0,-1-9-50 15,-3-2-38-15,0-1-33 0,-3-4-25 0,0 1-39 0,-2-6-47 16,5-6-45-16,4-3-48 0,0-3-219 0,-1-2-618 16,8-2 273-16</inkml:trace>
  <inkml:trace contextRef="#ctx0" brushRef="#br0" timeOffset="64396.43">26300 8607 222 0,'0'-6'316'0,"0"6"-10"15,0 0 58-15,0-6 52 0,0 6-26 0,7-9-34 16,3 8-35-16,0-6-33 0,-1 4-27 0,11-1-27 15,-3 3-23-15,6-2-19 0,-3-1-27 0,1 1-38 0,8-1-50 16,-10 3-61-16,11 1-58 0,-8-4-62 0,-1 8-60 16,-3-3-74-16,4-1-66 0,-7 3-265 15,-4-2-615-15,3 2 272 0</inkml:trace>
  <inkml:trace contextRef="#ctx0" brushRef="#br0" timeOffset="64546.52">26386 8790 77 0,'-20'12'207'16,"10"-3"-7"-16,-1-2 4 0,9 0 54 0,-5-5 0 16,7 6-10-16,0-8-18 0,9 6-27 0,2-2-17 15,-1-4-22-15,8 0-16 0,2 0-14 0,0-1-29 16,2 1-38-16,1-2-56 0,0 1-70 0,4-2-78 16,1 0-91-16,-8 2-152 0,-1-6-410 0,0 5 181 15</inkml:trace>
  <inkml:trace contextRef="#ctx0" brushRef="#br0" timeOffset="65430.35">23561 9724 346 0,'-2'-10'342'0,"-3"2"-11"0,5 4-27 15,0-4 17-15,0 8 8 0,0-12-27 0,0 12-34 0,0 0-32 16,-6-3-24-16,6 3-20 0,0 0-16 0,0 30-17 16,4-7-12-16,-4 1-11 0,0 6-15 0,2 0-3 15,-2 7-11-15,5 5-6 0,-3 5-8 0,-2-8-3 16,0 9-8-16,8-6-8 0,-8 0-13 0,0-3-4 15,0-6-5-15,0-3-5 0,5 2-8 0,-3-2-3 16,-2-1-1-16,5-2-5 0,-2-7 1 0,-3 2-3 16,0-11-3-16,0 1 4 0,0-3 7 0,3-2 12 15,-3 0 23-15,0-2 4 0,0-5 3 0,9 2-6 0,-9-2-6 16,14-9-7-16,-7 0-4 0,10-2-7 0,-3-1-3 16,3 0-6-16,1-7-4 0,5 1-2 15,1 1-1-15,-8 0 0 0,6 0-4 0,2 0 1 0,-10 5 1 16,6-3-3-16,1 7-2 0,-6-4-3 0,0 4-5 15,0 2 1-15,-7 1-5 0,5 2 1 0,-4 2-6 16,2 1-3-16,-1 4-1 0,2 4-6 0,-7-4 6 16,1 8 0-16,1 0-5 0,0 2-2 0,-1 2-12 15,-3 3-21-15,4 5-24 0,0-5-39 0,-6 5-41 16,3-9-41-16,-3 1-39 0,-1-1-31 0,2 0-46 16,-2-4-48-16,7 0-44 0,-7-4-293 0,6 0-738 15,1-4 326-15</inkml:trace>
  <inkml:trace contextRef="#ctx0" brushRef="#br0" timeOffset="65695.5">24628 9922 70 0,'0'-7'342'0,"-6"2"-9"15,4 0-15-15,-5 0-13 0,1-1 63 0,-1 3-4 0,7 3-33 16,-16 0-31-16,16 0-29 0,-20 9-20 0,5 1-9 15,0 1-12-15,0 2-17 0,-1 10-10 0,-6 0-14 16,9 0-20-16,-9 8-12 0,7-4-18 0,-1 8-11 16,1 1-13-16,7-6-11 0,-1 9-9 0,3-4-8 15,4-4-8-15,-1 8-9 0,6-7-8 0,0-2-12 16,-1 1-18-16,8-4-21 0,3 13-28 0,-4-16-40 16,5 0-47-16,-2-13-37 0,6 1-33 0,0 2-37 15,4-5-52-15,-1-1-51 0,11-7-47 0,-4-1-304 16,-5-1-719-16,5-6 318 0</inkml:trace>
  <inkml:trace contextRef="#ctx0" brushRef="#br0" timeOffset="65930.33">25016 9995 144 0,'-5'-8'280'0,"3"4"-5"0,2 4-6 0,-7-8-2 16,6 5-24-16,1 3 16 0,0 0-10 0,0 0-20 0,0 0-2 15,0 0-10-15,-15 12 1 0,15-1-7 0,-3 2-10 16,3 5-12-16,0-3-13 0,0 6-20 0,0-3-14 16,0 2-11-16,3 5-12 0,-2 0-12 0,1 2-11 15,-2 0-10-15,0-8-11 0,0 8-24 0,5 0-62 16,-2 0-51-16,-1-7-51 0,0-3-56 0,-2 1-63 16,3 0-56-16,-1-9-57 0,3-1-222 0,3-3-613 15,0 1 272-15</inkml:trace>
  <inkml:trace contextRef="#ctx0" brushRef="#br0" timeOffset="66130.32">25393 10223 45 0,'0'0'208'16,"0"0"13"-16,0 0 8 0,-15 16 5 0,8-12-2 0,1 4 40 16,-1 3-8-16,1-3-17 0,1 4-10 15,-7 2-25-15,5 1-18 0,-1 2-17 0,0-1-18 16,0 0-16-16,1 2-18 0,-1-1-5 0,1 1-18 15,-3-2-11-15,5 7-34 0,0-9-48 0,-1 2-41 0,2-3-57 16,-2-1-64-16,6-4-63 0,0-5-64 0,0-3-188 16,1 9-507-16,-1-9 224 0</inkml:trace>
  <inkml:trace contextRef="#ctx0" brushRef="#br0" timeOffset="66412.78">25754 10111 108 0,'0'0'235'0,"0"0"3"0,0 0 11 16,0 0 16-16,0 0 21 0,0 0 35 0,0 0-14 15,1 16-15-15,-1-16-11 0,-1 13-18 0,2-3-14 16,-1 1-15-16,5 2-17 0,-3-2-9 0,5 4-19 16,-2 1-16-16,0 3-16 0,1-4-15 0,3 4-15 15,2-1-13-15,-1-1-8 0,0 2-5 0,2-2-17 16,-6 2-6-16,2-3-9 0,4 1-13 0,-2 1-1 15,-2-2-3-15,-6-2-6 0,0-1-13 0,1-5-9 0,-3 7-8 16,-3-4-8-16,-1-7-15 0,-4 3-23 0,-5 1-33 16,4-4-21-16,-5 0-30 0,-3-3-23 15,-1-1-29-15,-2 0-13 0,-8 0-26 0,0-5-26 16,-2 1-42-16,7-8-29 0,-5 1-33 0,11 1-209 0,-9-2-587 16,9-5 260-16</inkml:trace>
  <inkml:trace contextRef="#ctx0" brushRef="#br0" timeOffset="66795.85">25785 10020 183 0,'4'-5'258'0,"-3"-2"16"0,3 2 9 16,-4 5-1-16,8-3-7 0,-8 3-2 0,3-7 64 16,0-2-1-16,2 6-24 0,0-3-33 0,-5 6-24 15,10-3-29-15,-1-1-21 0,-3 2-22 0,2-4-28 16,1 3-27-16,4 3-36 0,-1-1-50 0,6-1-48 15,3 2-50-15,-6 2-38 0,8-1-34 0,-4-1-29 16,-1 4-30-16,2 1-22 0,-4-3-18 0,7-1 0 0,-4-1 6 16,-3 3 33-16,-1-3 16 0,-3-3 15 0,-2 3 37 15,-10 0 24-15,19 0 13 0,-19 0 20 16,15 3 17-16,-8-3 19 0,-7 0 21 0,12 3 21 16,-12-3 22-16,8 1 17 0,-2 6 14 0,3 1 12 0,-3 0 11 15,3 0 10-15,1 5 10 0,-6-4 39 16,10 4-6-16,-8-1-3 0,8 0 2 0,-4 3-3 15,-2 0-18-15,5 0-6 0,-5 1-6 0,4 2-5 0,-1-2-11 16,-1 2-3-16,0-1 1 0,-3 2-20 0,1 6-10 16,-1 1-4-16,1-8 7 0,-8 7-22 0,-8 2-25 15,6 0-32-15,-4-3-43 0,-8 6-41 0,-1-3-58 16,-4-3-62-16,-5-2-65 0,1-3-285 0,-2-1-615 16,-1-4 272-16</inkml:trace>
  <inkml:trace contextRef="#ctx0" brushRef="#br0" timeOffset="67079.02">26836 10194 348 0,'7'2'344'16,"-7"-2"-9"-16,10 3-3 0,-10-3 88 0,21-5 21 0,-6 4-37 16,15-6-35-16,-7 2-34 0,5-2-28 0,2-2-34 15,-2 2-28-15,9 1-24 0,-8-1-20 0,1 0-21 16,-2 0-21-16,-6 4-34 0,-1 0-37 0,1-2-58 16,-4 4-62-16,0 0-70 0,-6-1-70 0,3 2-64 15,-9 0-70-15,-6 0-69 0,14 0-281 0,-14 0-711 16,0 0 315-16</inkml:trace>
  <inkml:trace contextRef="#ctx0" brushRef="#br0" timeOffset="67245.82">26911 10410 180 0,'-15'15'205'0,"0"-3"6"0,5-3 4 16,2 0-6-16,1-1-3 0,4 0 60 0,3 0 44 15,0-8-25-15,6 4-26 0,9 0-14 0,0-4-38 0,8 0-19 16,7-4-19-16,5 1-28 0,1 2-32 0,-6-10-25 15,7 10-45-15,-6 0-50 0,-1 1-58 16,-9-3-81-16,9 0-90 0,-12-2-270 0,1 3-552 16,2-7 244-16</inkml:trace>
  <inkml:trace contextRef="#ctx0" brushRef="#br0" timeOffset="68645.71">23986 11439 298 0,'0'-8'314'0,"0"8"-19"0,0 0-26 16,0-7-15-16,0 7 18 0,0 0-12 0,-3-6-25 15,3 6-25-15,0 0-23 0,0 0-17 0,0 0-14 16,3 24-10-16,-6-6-11 0,3 0 2 0,0 9-22 16,3-1-7-16,0 2 0 0,1 3-9 0,2 10 2 15,-2-12-7-15,1 11-10 0,-2 2-9 0,4-4-6 16,-7-6-3-16,1 8-10 0,4-12-5 0,0-1 1 16,0 5-8-16,0-4-2 0,-3-2-6 0,3-6-7 15,0 0-1-15,-2-5 1 0,2 2 2 0,-3-5-11 16,-1-3 7-16,4 1-1 0,-3-2 13 0,3-3 20 15,-3-1 3-15,-2-4 6 0,9 0-2 0,-9 0-6 16,14-7-5-16,-6 3-4 0,0-6-5 0,2 0-5 16,0-3-2-16,5-6-4 0,-2 2-4 0,-3-1-1 0,5-4 2 15,5-1-1-15,-12 7 3 0,7-3-6 0,-2 4 0 16,-4 2-4-16,4-1 0 0,-3 2-4 0,-4 4-3 16,3 1-6-16,-3 3-1 0,4-4-1 0,-3 7-1 15,3 1-4-15,-10 0-4 0,16 4 3 0,-7 4 1 16,4 0 1-16,-3 5-10 0,-2 1 0 0,0-1-5 15,2 6-10-15,-3-4-16 0,4 4-8 0,-4 1-45 16,-2-3-33-16,3 3-33 0,-6 0-21 0,1-4-27 16,1 2-31-16,-4-2-43 0,1-5-39 0,4-4-31 15,-5-1-264-15,2-2-661 0,-2-4 293 0</inkml:trace>
  <inkml:trace contextRef="#ctx0" brushRef="#br0" timeOffset="68978.89">25070 11544 143 0,'2'-9'348'15,"-2"3"-5"-15,3 0-13 0,-3 6-14 0,-3-14 62 16,3 11-2-16,0 3-26 0,0-10-32 0,0 10-32 15,0 0-31-15,0 0-25 0,0 0-18 0,-37 18-15 16,26-6-10-16,-7 3-8 0,1 11-11 0,-4-3-5 16,4 4-7-16,-11 8-9 0,6 1-6 0,-1 3-11 15,3 3-10-15,-1-8-8 0,6-2-9 0,3 4-11 16,4-3-6-16,1-5-11 0,4 2-6 0,2 1-5 16,5-4-6-16,3 0-14 0,5 0-13 0,3-4-21 15,6-3-28-15,-6-5-43 0,7-2-60 0,9 1-55 0,-6-5-42 16,0-2-39-16,1-2-53 0,-1-3-64 15,3-5-43-15,-5-2-295 0,-1 2-769 0,6-3 341 16</inkml:trace>
  <inkml:trace contextRef="#ctx0" brushRef="#br0" timeOffset="69362.88">25408 11664 87 0,'2'-6'332'0,"-2"6"-5"16,0 0-3-16,0 0-17 0,3-6-8 0,-3 6 5 15,0 0 71-15,0 0-9 0,0 0-35 0,0 0-33 16,5-4-30-16,-5 4-27 0,0 0-21 0,0 0-23 15,0 0-15-15,11 17-15 0,-7-9-14 0,2 2-9 16,3 1-7-16,1 4-11 0,-1 2-7 0,5-1-8 16,-4-1-9-16,5 4-12 0,-7 1-8 0,7-4-8 0,-5 2-6 15,0-2-6-15,-2 2-7 0,0-2-5 0,-1 0-3 16,-1-4-8-16,1 0-2 0,-5 0-1 0,-2-2-1 16,0 2-14-16,0-4-4 0,-2 3-8 0,-5-2-20 15,1-5-14-15,-9 4-29 0,3-2-29 0,1 3-34 16,-6-6-34-16,-1 0-27 0,3-3-18 0,-2 1-18 15,-2-1-15-15,4-1-22 0,0 1-31 0,3-2-28 16,6-2-33-16,-8-2-290 0,8 3-685 0,2-3 303 16</inkml:trace>
  <inkml:trace contextRef="#ctx0" brushRef="#br0" timeOffset="69562.53">25509 11614 101 0,'-3'-4'312'0,"3"4"-10"0,0 0-18 0,-4-8-21 0,4 8-16 16,0 0-7-16,0 0-18 0,7-5 22 0,-7 5-17 15,11-3-20-15,3 3-28 0,1 0-13 0,1 1-23 16,4-1-18-16,3 3-39 0,-3-2-39 0,2 2-51 16,6 2-48-16,1 1-57 0,-9 0-64 0,8 0-52 15,2 2-247-15,-8-3-512 0,4 5 227 0</inkml:trace>
  <inkml:trace contextRef="#ctx0" brushRef="#br0" timeOffset="69762.24">26020 11923 59 0,'-1'12'188'0,"-4"5"3"0,1-2 6 0,-2 3 3 16,1-10 2-16,-3 11-6 0,1-7-3 0,4 4 11 15,-4-5-5-15,0 3-18 0,2-2-18 0,-3-2-11 0,0 2-17 16,0-2-11-16,1-2-14 0,-6 6-11 15,4-1-9-15,3-4-11 0,-2 3-20 0,-4-5-30 16,4 0-33-16,-1-4-35 0,1 1-42 0,1 2-41 16,-2-3-43-16,9-3-29 0,0 0-33 0,-15-1-143 0,15 1-400 15,0 0 176-15</inkml:trace>
  <inkml:trace contextRef="#ctx0" brushRef="#br0" timeOffset="71062.28">25549 11712 149 0,'0'0'225'0,"0"-6"-5"0,0 6-4 0,-4-7-9 15,4 7-7-15,-3-7-10 0,3 7-6 0,-8-5-5 16,8 5-11-16,0 0-12 0,0 0-14 0,-5-8-11 16,5 8-9-16,-5-3-20 0,5 3-5 0,-10-5-10 15,10 5-12-15,-8 0-6 0,8 0-7 0,-15 0-5 16,15 0-7-16,-15 0-6 0,15 0-4 0,-12-3-3 0,12 3-3 16,-16 0-2-16,6-1-6 0,10 1 1 15,-14 1-3-15,14-1 3 0,0 0 7 0,-11-1 10 16,11 1-4-16,-7-6 2 0,7 6-3 0,-5-5 1 0,5 5-7 15,-1-12 0-15,1 12-5 0,6-10-1 0,-4 5-4 16,0 0-1-16,4-2-6 0,-6 7 2 0,5-10 3 16,-2 2-8-16,6 6-1 0,-6-5 1 0,0 3 3 15,2-2-8-15,-5 6 1 0,14-8 0 0,-11 6 5 16,3-1-8-16,-1-1-3 0,-5 4 3 0,12-5-1 16,-5 3 0-16,-7 2 8 0,8-5-10 0,-1 4-2 15,-7 1 1-15,11-2-1 0,-11 2 2 0,12 0-2 16,-12 0-1-16,16 2 1 0,-16-2-3 0,15 3 2 15,-5 0 6-15,-2-1-4 0,1 3 1 0,-3-1-5 16,9 4 0-16,-8-3 3 0,3 9-5 0,3-6 1 16,-1 3 3-16,-4 1 2 0,0 0-6 0,4 3 4 15,-1 0-2-15,-6 3 2 0,-3-3-6 0,5 4 4 0,-7-2 1 16,3 3 3-16,-3-1-3 0,-3 2 0 0,-4-5 3 16,-8 10 0-16,7-2-1 0,-7-2-3 15,-5 1 3-15,-3-2-1 0,1 3 7 0,-6-3-5 0,5-1 2 16,-5 0 1-16,5-2 1 0,-4-2-3 0,1 0 26 15,1-2-13-15,0-4-4 0,7 0 6 0,0-1 2 16,1-4 4-16,2 2 7 0,2-4 11 0,5 2 12 16,-1 0 12-16,3-4 15 0,-1 3 22 0,7-4-13 15,0 0-6-15,0 0-5 0,0 0-11 0,0 0-6 16,0 0-9-16,13-22-4 0,-4 14-4 0,2 1 0 16,-1 0-10-16,5-1-6 0,2 1 5 0,1 0-14 15,-3 0 2-15,1 1-5 0,1 4 0 0,1-3-3 16,-3 3 6-16,-2 1-12 0,-1-3-3 0,3 4 2 0,-4 4-4 15,-1-4 5-15,7 3-5 0,-11 2 2 16,4 3-7-16,0-1-6 0,-2 5-4 0,6-2-13 16,-4 3-6-16,3-1-9 0,0 2-11 0,-1-4 2 0,1 0-26 15,0-2-18-15,2 1-18 0,0-2-14 0,0 1-21 16,6 1-23-16,-1-3-20 0,-2-3-19 0,2-2-17 16,2-2-15-16,-1 1-27 0,-2-3-23 0,2-1-204 15,-4-3-535-15,9 0 236 0</inkml:trace>
  <inkml:trace contextRef="#ctx0" brushRef="#br0" timeOffset="71428.89">26279 11685 53 0,'-9'-5'299'0,"8"1"-7"0,1 4-3 0,0 0-3 0,-12-3-8 15,12 3 74-15,-5-8 1 0,5 8-16 16,-10-1-41-16,10 1-29 0,0 0-28 0,0 0-30 16,0 0-9-16,0 0-13 0,7 19-2 0,-7-10-19 0,0 1-6 15,0 0-8-15,6 4-5 0,1 2-5 0,1-1-5 16,1 3-10-16,-1 3-8 0,-2-5-7 0,8 6-16 16,-4-6-8-16,0 0-9 0,-2 2-8 0,2-1-5 15,1 1-4-15,-2-3-7 0,-1 1-6 0,5 0-3 16,-3-6-8-16,-5 0-2 0,3 0-2 0,-3-3-6 15,-1 2-5-15,-3-6-9 0,3 5-8 0,-3-6-8 16,-1 9-7-16,0-11-5 0,-1 7-18 0,1-7-21 16,-10 4-27-16,1-3-28 0,9-1-34 0,-16-1-30 15,-1 2-21-15,4-1-17 0,0 0-19 0,-5-1-23 16,-2-3-24-16,-2 1-29 0,1-1-20 0,-1-2-27 16,6-1-219-16,-4 0-617 0,3 4 273 0</inkml:trace>
  <inkml:trace contextRef="#ctx0" brushRef="#br0" timeOffset="71645.39">26293 11665 238 0,'0'0'290'0,"-8"-5"-4"0,8 5-12 0,-6-7-11 15,6 7-10-15,-7-4-13 0,7 4 3 0,0 0 32 16,0 0-14-16,-2-5-23 0,2 5-25 0,13-4-19 15,-4 2-8-15,-1 1-31 0,12-5-18 0,-9 6-27 16,8-2-31-16,-3-2-49 0,6 4-42 0,-1-1-40 16,1 1-51-16,-6-5-55 0,6 3-62 0,1-3-63 15,-5 0-241-15,0 0-565 0,4 1 250 0</inkml:trace>
  <inkml:trace contextRef="#ctx0" brushRef="#br0" timeOffset="71928.7">26629 11436 82 0,'0'0'272'0,"0"0"-13"0,0 0 0 0,0 0 2 15,0 0 2-15,0 0 45 0,0 0-10 0,10 18-20 0,-3-12-22 16,1 1-19-16,4 1-22 0,-2 3-27 0,5 2-14 15,3 1-19-15,-2 6-14 0,4-2-9 0,0 3-17 16,0 4-11-16,-3 0-5 0,1-1-11 0,-7 3-11 16,1 2-3-16,-2-1-14 0,-5 2-11 0,-4 1-40 15,-1 1-31-15,-6-3-37 0,-4 0-34 0,-7 6-40 16,-1-8-38-16,-5 6-34 0,-5 0-46 0,10-17-41 16,-4 6-247-16,-4-2-581 0,4-3 257 0</inkml:trace>
  <inkml:trace contextRef="#ctx0" brushRef="#br0" timeOffset="72362.17">26085 12186 221 0,'0'0'295'0,"0"0"-20"0,0 0-25 0,0 0-19 0,0 0-16 16,0 0-10-16,0 0-15 0,0 0-12 0,-20 15 3 16,17-10-9-16,-1 2-18 0,1 1-15 15,-4 4-10-15,2 1-14 0,1 2-13 0,-1 4-9 0,-2-7-24 16,7 8-26-16,-7-5-33 0,4 2-39 0,0-3-47 15,-1 1-62-15,4-3-71 0,0-1-261 0,0 0-508 16,4 1 225-16</inkml:trace>
  <inkml:trace contextRef="#ctx0" brushRef="#br0" timeOffset="73096.33">27172 11274 1 0,'-3'-5'327'16,"3"5"-11"-16,-2-3-14 0,2 3 27 0,-5-5 20 15,5 5-6-15,-1-7-16 0,1 7-32 0,0 0-23 0,0 0-28 16,0 0-16-16,0 0-19 0,0 0-4 0,0 0-13 15,13 12 0-15,-6-4-21 0,1 1-16 0,3-1-5 16,-6 1-19-16,10 4-15 0,-3 2-12 0,4 0-8 16,-6-3-5-16,4 3-15 0,0 0-7 0,0 0-3 15,-3-2-11-15,1 1-4 0,1-1-6 0,-3 1-5 16,-3-1-5-16,1-2-3 0,-3-3-12 0,-3-1 2 16,6-1-10-16,-3 1-11 0,-5-4-11 0,1 4-12 15,-1 0-10-15,0-7-22 0,0 8-28 0,0-8-29 16,0 0-43-16,-6 4-38 0,6-4-45 0,-15 0-47 15,15 0-67-15,-17-2-339 0,17 2-748 0,-19-4 331 16</inkml:trace>
  <inkml:trace contextRef="#ctx0" brushRef="#br0" timeOffset="73612.22">27387 11769 52 0,'0'0'353'0,"0"0"2"0,0 0 7 0,-14 0 8 15,14 0 4-15,0 0 79 0,0 0 27 0,-5-6-27 16,5 6-35-16,0-9-43 0,0 9-39 0,13-9-30 16,-5 0-29-16,7 0-25 0,2 1-28 0,7-4-27 15,6 0-17-15,10 0-20 0,-5 2-31 0,1 2-30 16,-4 3-38-16,1-3-50 0,-2 2-60 0,1 1-75 15,-3 2-77-15,-1-1-68 0,-4 4-67 0,-8 3-72 16,-4-6-41-16,-4 6-292 0,4-2-801 0,-9 2 354 16</inkml:trace>
  <inkml:trace contextRef="#ctx0" brushRef="#br0" timeOffset="73811.92">27538 11913 104 0,'-25'15'214'0,"9"-3"14"0,-3 0 8 0,8-2 5 15,1-2-3-15,0-2 2 0,3 3 56 16,-1-8 70-16,8-1-18 0,-6 3-13 0,6-3-30 0,0 0-27 16,0 0-22-16,0 0-29 0,0 0-24 0,31 4-22 15,-13-8-18-15,4 4-44 0,7-3-49 0,5-1-60 16,-5-2-56-16,8 3-70 0,-7-1-56 0,-1 2-69 16,6-4-82-16,-5 0-304 0,-2 1-679 0,0-2 300 15</inkml:trace>
  <inkml:trace contextRef="#ctx0" brushRef="#br0" timeOffset="74780.58">28591 11478 16 0,'-2'-4'319'0,"2"4"-7"0,-2-11 15 15,2 11-16-15,0-5-22 0,0 5-25 0,0 0-30 16,7-6-18-16,-7 6-23 0,0 0-20 0,0 0-12 16,22 10-17-16,-11-5-15 0,-4 3-8 0,8 3-14 15,-2-1-11-15,-3 0-10 0,5 0-8 0,-2 3-5 16,-3-2-8-16,0 5-11 0,-7-5-4 0,4 5-2 16,-7-4-4-16,0 3-10 0,0 0 6 0,-7 0-11 15,4 3 16-15,-10-3 3 0,4 3-1 0,-4-6 1 16,6 6 6-16,-7-5 1 0,5 1-12 0,3-5-2 15,-3 3-8-15,4-6 6 0,0 3-2 0,2 3 2 16,3-1-20-16,3-7 9 0,2 2 0 0,9-3-2 16,1 3-9-16,3-2-23 0,13 0-37 0,-1-3-35 15,1-1-35-15,-2-1-40 0,7 1-42 0,-5-5-50 0,14-4-56 16,-13 4-287-16,-3-2-637 0,1-1 282 0</inkml:trace>
  <inkml:trace contextRef="#ctx0" brushRef="#br0" timeOffset="74998.32">29089 11599 75 0,'-7'-1'302'0,"7"1"-15"0,-8-3 0 16,8 3 27-16,-7-1-3 0,7 1-14 0,0 0-18 15,0 0-21-15,0 0-30 0,0 0-28 0,14-9-13 16,-14 9-21-16,16-5-13 0,-1 2-37 0,5 1-45 15,-3-1-34-15,6 2-46 0,5 0-45 0,2 1-39 0,-9-3-42 16,2 3-52-16,7-4-48 0,-8 0-44 16,-1 1-151-16,2 0-465 0,-4 0 206 0</inkml:trace>
  <inkml:trace contextRef="#ctx0" brushRef="#br0" timeOffset="75328.53">29458 11416 167 0,'-15'-3'209'0,"15"3"-13"0,0 0 32 0,0 0 14 0,0 0-17 16,-13 5 0-16,13-5-12 0,0 0-3 0,0 0-2 15,7 9-6-15,-7-9-5 0,13 8-5 0,-12-3 5 16,14 3-21-16,-8-2-11 0,8 2 7 0,-2-1-28 16,0 2-15-16,2-5-4 0,2 7-24 0,-4 2-6 15,2-6-8-15,-2 1-12 0,-3 0-8 0,-5-2-2 16,3 6-8-16,1 0-3 0,-6-1-7 0,2-2-8 15,-5 2 3-15,0-2-5 0,0 2 15 0,-5 1-7 16,2-3-1-16,1 0-3 0,-5 0-2 0,2 2-1 16,4-4-5-16,-4-1-1 0,1 4 2 0,3-5-14 15,-4 1 2-15,5-6 2 0,-2 8-2 0,2-8 0 0,0 5-1 16,0-5-2-16,8 8-2 0,1-8-15 16,4 0-18-16,3 0-26 0,6-3-38 0,3 3-38 15,3-6-31-15,3 0-35 0,-2 0-40 0,0-1-46 0,6-4-49 16,-3 0-301-16,-3-2-669 0,4-1 296 0</inkml:trace>
  <inkml:trace contextRef="#ctx0" brushRef="#br0" timeOffset="75561.83">30084 11157 52 0,'-15'-3'283'0,"2"0"46"0,1 1 0 0,0 2-29 16,12 0-22-16,-15 0-16 0,11 4-12 0,-8 0-11 15,7 5 0-15,-2 3-7 0,4 1-5 0,-2 4-7 16,3 5-17-16,4 5-19 0,-2 5-13 0,5 7-18 16,2 7-11-16,-4 4-15 0,5 1-13 0,4 3-11 15,-1 2-7-15,-4 20-11 0,0-18-22 0,-1-1-38 0,-2 19-60 16,-1-1-55-16,-10-26-38 0,4 6-37 0,-4-4-45 16,2-1-51-16,0-7-51 0,-3-1-273 15,2-10-632-15,-4-5 279 0</inkml:trace>
  <inkml:trace contextRef="#ctx0" brushRef="#br0" timeOffset="75996.33">28174 11222 59 0,'6'-10'348'0,"-1"0"-17"0,0 3-25 0,0 3 4 0,-2-2 2 15,2 2-35-15,-5 4-21 0,0 0-29 0,4 27-1 16,-4-6 6-16,-4 7-8 0,-2 18-5 0,-1-3-10 16,-1 8-17-16,1 3-14 0,2 1-23 0,5 19-11 15,5-16-14-15,2 16-10 0,3-17-7 0,10 16-12 16,-4-19-6-16,1-3-15 0,11 3-13 0,2 19-22 15,3-27-32-15,5 2-36 0,2-6-62 0,1 1-61 16,5-6-64-16,-3-1-86 0,10-8-80 0,-1-1-264 16,-1-5-691-16,-1 0 306 0</inkml:trace>
  <inkml:trace contextRef="#ctx0" brushRef="#br0" timeOffset="76413.48">30170 11463 200 0,'3'-8'357'0,"-3"8"-20"0,5-3-23 0,-5 3-26 16,10-4-33-16,3 7-22 0,-1-3-13 0,4 1-16 15,1-1-11-15,-2 0-19 0,10 2-19 0,-6-1-8 0,10-2-19 16,-1 2-11-16,-8 2-16 0,-1 1-8 0,3-6-14 16,1 4-17-16,-1-2-34 0,-7 0-25 0,6-2-31 15,-6 4-30-15,3-4-36 0,-10 2-43 16,-8 0-45-16,17-2-50 0,-17 2-49 0,8-3-165 0,-8 3-484 16,4-4 215-16</inkml:trace>
  <inkml:trace contextRef="#ctx0" brushRef="#br0" timeOffset="76628.55">30483 11385 45 0,'0'0'190'0,"-2"-8"11"0,2 3 13 0,0 5 6 16,0 0 7-16,-7-6 46 0,7 6 5 0,0 0-4 15,-6-4-22-15,6 4-21 0,0 0-21 0,0 0-25 16,0 0-15-16,0 0-23 0,0 0-15 0,0 0-15 16,-5 20-12-16,3-8-11 0,-1 2 0 0,-2 3-8 15,3 5-11-15,-3 6-7 0,2 2-12 0,3 0-1 16,3 2-3-16,-3 8-12 0,7 2 0 0,1-3-12 15,-1 0-20-15,-1-9-25 0,8 3-25 0,0 6-34 0,-5-11-35 16,6-1-43-16,-2 0-52 0,7-7-65 16,-9-5-278-16,3-3-594 0,0-3 263 0</inkml:trace>
  <inkml:trace contextRef="#ctx0" brushRef="#br0" timeOffset="76928.58">30825 11130 22 0,'-6'-18'405'0,"-1"3"46"0,0 3-3 16,7 3 0-16,-1 0-29 0,-4 3-34 0,5-3-32 16,0 9-34-16,-7-8-36 0,7 8-29 0,-2-3-26 0,2 3-21 15,0 0-18-15,9 22-14 0,-3-7-12 16,1 2-13-16,1 10-13 0,5 11-12 0,-4 2-10 15,4 6-11-15,-3 0-11 0,-3 5-7 0,1 0-9 0,-2 3-5 16,4 4-8-16,-1-5-8 0,-6 2-2 0,2-1-16 16,-2 4-21-16,4-8-21 0,-2 3-32 15,-4-8-33-15,4 0-56 0,-3-5-40 0,-2-13-41 0,0 2-40 16,0-8-37-16,-2-2-47 0,2-5-47 0,-3-6-306 16,3 1-740-16,3 1 328 0</inkml:trace>
  <inkml:trace contextRef="#ctx0" brushRef="#br0" timeOffset="77262.42">31174 11335 163 0,'0'0'301'0,"-1"-7"34"16,-6 2 23-16,7 5-7 0,0-7-3 0,0 7-41 15,0 0-32-15,0 0-30 0,0 0-25 0,0 0-14 0,0 0-27 16,0 0 0-16,0 0-19 0,5 21-11 0,-3-12-14 16,-1 7-6-16,6-1-11 0,-2-1-5 15,-3 3-13-15,4-1-11 0,-4 0-5 0,5 4-5 0,1 2-12 16,-2-2-5-16,-1-1 1 0,2-5-12 0,-2 4-6 16,0 0-3-16,0-2-3 0,0 1-4 0,-3-4-5 15,-1-1-2-15,1-1-3 0,-2-3 0 0,0 2-16 16,0-3-4-16,0 1-9 0,0 2-22 0,-3-5-19 15,-4 1-24-15,0 2-26 0,2-4-21 0,-5-1-27 16,-1 0-26-16,3 0-25 0,-9-3-33 0,4 0-43 16,0-3-31-16,-2-2-43 0,0 1-181 0,0 1-568 15,0-3 252-15</inkml:trace>
  <inkml:trace contextRef="#ctx0" brushRef="#br0" timeOffset="77446.23">31188 11373 128 0,'5'-3'235'0,"-5"3"4"0,1-12-1 16,1 9 26-16,-2 3-9 0,0-9-12 15,0 9-30-15,5-6-25 0,-5 6-9 0,0 0-25 0,2-5-17 16,-2 5-16-16,0 0-11 0,6-5-27 0,2 3-32 16,-8 2-46-16,17 0-57 0,-17 0-67 0,20 0-53 15,-4 0-54-15,3 0-153 0,-3 3-412 0,6-3 183 16</inkml:trace>
  <inkml:trace contextRef="#ctx0" brushRef="#br0" timeOffset="77678.56">31555 11451 84 0,'0'0'259'0,"-8"3"-2"0,8-3 55 16,-5 4 8-16,5-4-1 0,0 0-7 0,-7 4-9 0,7-4-3 15,0 0-2-15,0 0-6 0,0 0-15 0,14 5-17 16,-14-5-24-16,14 0-25 0,-2 2-23 0,-4 3-17 16,2-5-19-16,3 1-13 0,-13-1-27 0,20 0-30 15,-8 0-36-15,1 3-44 0,0-2-57 0,-3 2-53 16,4 1-47-16,-6-3-60 0,5 1-68 0,-3-1-60 16,-2-1-287-16,-8 0-681 0,17 3 303 0</inkml:trace>
  <inkml:trace contextRef="#ctx0" brushRef="#br0" timeOffset="78011.83">31961 11362 295 0,'-5'-3'352'0,"5"3"45"0,0 0-7 0,-9-2-10 0,9 2-25 16,0 0-30-16,0 0-32 0,0 0-31 0,0 0-24 16,0 0-26-16,0 0-18 0,0 0-12 0,0 0-6 15,-3 15-21-15,10-10-13 0,-2 7-10 0,0 0-13 16,3 5-12-16,0-2-13 0,4 3-6 0,-4-2-10 16,2-1-9-16,0 8-5 0,1-4-8 0,-1 5-6 15,-1-5-4-15,-1 0-7 0,-5-3 1 0,4 1-12 16,-7-2-7-16,3 0-14 0,-3 1-12 0,2-6-15 15,-4 2-20-15,-1-5-22 0,-5 2-19 0,1-3-24 16,0 0-24-16,1-3-29 0,-6 0-25 0,-1-2-33 16,5 3-32-16,8-4-32 0,-27-7-30 0,11 3-40 15,2-4-184-15,3 3-577 0,-1-3 255 0</inkml:trace>
  <inkml:trace contextRef="#ctx0" brushRef="#br0" timeOffset="78178.3">31924 11374 143 0,'0'-4'152'0,"7"-4"-4"0,-7 3 7 0,6 0-31 0,1-1-1 15,0 5-13-15,3-6-18 0,-2 6-3 0,3-5-6 16,-1 3-22-16,5 2-33 0,0-3-46 0,2 0-43 16,-1 3-52-16,1-6-73 0,1 4-202 0,2 2 89 15</inkml:trace>
  <inkml:trace contextRef="#ctx0" brushRef="#br0" timeOffset="78445.95">32300 11010 296 0,'0'0'326'15,"0"0"-25"-15,0 0-27 0,0 0-16 0,0 0-11 16,0 0-10-16,0 0-6 0,0 30-11 0,2-17-10 0,1 10-12 15,2-4-11-15,-2 10-8 0,5-4-17 0,-1 17-20 16,1 2-7-16,-1 4-8 0,0 1-14 0,1 4-9 16,-2 4-8-16,4 0-9 0,0 16-11 0,-3-14-9 15,-2-5-6-15,5 3-4 0,0-3-5 0,0 2-4 16,-2-7-18-16,5-3-26 0,-4-5-28 0,5-4-30 16,-10-5-35-16,2-3-40 0,1-10-49 0,-2-4-53 15,2-3-55-15,-4-3-303 0,2-2-639 0,1 1 283 16</inkml:trace>
  <inkml:trace contextRef="#ctx0" brushRef="#br0" timeOffset="78678.92">32783 11509 74 0,'0'0'351'0,"4"-12"39"0,-4 4-12 0,5 0-25 16,-2 2-34-16,3-3-25 0,4 3-35 0,-5 0-24 16,5-1-22-16,-1-1-21 0,0 4-21 0,6-3-13 15,-6 6-21-15,6-2-21 0,6 3-28 0,-4-3-32 16,1 3-31-16,3 4-44 0,-11-2-52 0,8 2-70 16,-6 0-80-16,8 0-70 0,-5-1-220 0,0 2-555 15,-7-1 246-15</inkml:trace>
  <inkml:trace contextRef="#ctx0" brushRef="#br0" timeOffset="78861.89">32841 11648 102 0,'-10'4'225'0,"9"0"25"0,1-4 58 16,-10 2 7-16,10-2-24 0,0 0-21 15,0 0-29-15,0 0-21 0,20 6-25 0,-7-6-19 0,-5 0-20 16,12 0-16-16,-4 0-39 0,11 1-48 0,-11-1-55 15,13 2-67-15,-10-2-60 0,13 1-52 0,-11-1-60 16,3 3-163-16,-8-6-437 0,9 3 194 0</inkml:trace>
  <inkml:trace contextRef="#ctx0" brushRef="#br0" timeOffset="79178.34">33329 11506 13 0,'0'0'248'15,"-8"0"3"-15,8 0-14 0,0 0-12 0,-20 3-7 16,17 4-8-16,-4 1-5 0,2 1-10 0,-1-1-11 16,-1 4-12-16,7 2-5 0,-8-2-9 0,8 6-8 15,-2-3-13-15,-3-2-6 0,10 2-8 0,-3-3-8 0,3 3-11 16,-2-3-5-16,2-3-14 0,8 3-1 0,-3 0-3 16,4-3-8-16,-1-1-9 0,2-3-9 15,0 3-7-15,-2-5-4 0,3-2-4 0,1-2-1 0,3-2-3 16,-4-3-7-16,1-1-3 0,1-1-3 0,0-1-4 15,-3-1 3-15,-2-1-2 0,-1-1-3 0,1-3-3 16,-8-1-3-16,-3 1 4 0,5-1-1 0,-7-2-8 16,-7 2 2-16,5 0-11 0,-6 0 4 0,-4 0-22 15,-4 2-13-15,-1 2-16 0,-9-1-18 0,-1 4-21 16,-2 1-28-16,-6 4-55 0,0-2-61 0,4 4-66 16,-4 1-223-16,-3 2-565 0,-5-1 250 0</inkml:trace>
  <inkml:trace contextRef="#ctx0" brushRef="#br0" timeOffset="82761.49">24539 13359 132 0,'0'-3'334'0,"0"3"-23"0,2-8-31 0,-2 8-31 15,0 0-27-15,0 0-21 0,0 0-17 0,0 0-14 16,8 24-9-16,-8-10-15 0,0 11-2 0,0 2-11 15,0 3-4-15,0 2-5 0,0 10-10 0,6-6-4 16,-6-3-11-16,0 9-11 0,5-10 4 0,-1-4-10 16,2 11-1-16,1 2-4 0,1-16-4 0,-1 5-8 15,0-3 10-15,-3 0-21 0,0-8-6 0,2 0-4 0,-1-3 2 16,-1 0-9-16,2-2-5 0,1-2 0 16,-5-4 0-16,3-3 12 0,-5-2 15 0,3 2 26 0,2 2 18 15,-5-7 5-15,0 0-12 0,0 0 0 0,15-10-18 16,-9 4-5-16,1-3-7 0,1-5-6 0,1 1-6 15,-1-2-3-15,0 0-8 0,2-1-4 0,-2 1-2 16,4-5-7-16,-1 5-1 0,-4 0-1 0,3 0-6 16,-2 3 0-16,4-1-1 0,-2 2-7 0,5-3 3 15,-7 10-9-15,2-2-2 0,1 3 0 0,3 2 1 16,-1-1-6-16,-3 4 1 0,5 2-1 0,5 2-1 16,-5 5 2-16,1 0 0 0,4-2-3 0,-12 9 1 15,17-1-5-15,-8 1 7 0,-1 2-3 0,1 2 7 16,-2-1-10-16,3 0-6 0,-5 3-12 0,-6-8-15 15,3 1-17-15,-2 0-18 0,-5-2-31 0,4-5-23 16,-7 1-25-16,3-3-24 0,-3 0-24 0,0 3-28 16,0-6-40-16,0-5-31 0,0 0-50 0,0 0-223 0,-3 6-616 15,3-6 273-15</inkml:trace>
  <inkml:trace contextRef="#ctx0" brushRef="#br0" timeOffset="83061.49">25514 13449 44 0,'-2'-4'355'16,"-1"-3"-14"-16,0 2 17 0,3 5-18 0,-4-8-32 15,4 8-29-15,0 0-26 0,0 0-31 0,0 0-14 16,0 0-20-16,-18 20-11 0,10-9-5 0,1 9-3 0,4-2 2 15,-5 5-10-15,1 5-9 0,-1-1-10 16,3 0-13-16,0 0-7 0,5 4-18 0,0-2 1 16,0 1-11-16,0 1-10 0,3-2-7 0,4 1-9 0,3 0-3 15,3-2-6-15,2-1-5 0,1 0-14 0,1-1-25 16,3-7-40-16,6 1-45 0,9 6-36 0,-5-16-42 16,-2 4-49-16,0-4-50 0,0-1-49 0,2-6-47 15,-9-2-261-15,1-1-655 0,-1 0 290 0</inkml:trace>
  <inkml:trace contextRef="#ctx0" brushRef="#br0" timeOffset="83427.92">25858 13576 71 0,'-3'-5'345'0,"3"5"-11"0,-4-6 7 0,4 6 29 0,-1-9-15 15,1 9-17-15,0-10-16 0,0 10-35 16,0 0-16-16,1-4-16 0,-1 4-25 0,9-5-27 16,-9 5-17-16,0 0-18 0,0 0-20 0,28 8-11 0,-21-7-19 15,1 6-11-15,-2-4-11 0,3 4-11 0,-6-1-1 16,2 1-17-16,2 2-5 0,-1 4-8 0,-4-4-1 16,-2-1-4-16,5 7-1 0,-5 1 4 0,-5-1 4 15,3-2 0-15,2 5 11 0,-6-6 5 0,4-3-4 16,-5 1-1-16,4 2-5 0,0-1-2 0,1-5-8 15,-3 1-3-15,3 1-3 0,2-5-3 0,0-3 0 16,-6 6 2-16,6-6 0 0,0 8-1 0,0-8-2 16,13 1-6-16,-13-1-7 0,22-1-14 0,-8-1-18 15,3-1-27-15,5 0-40 0,-1-3-60 0,-1 2-55 16,1-3-55-16,1 5-56 0,-4-6-58 0,4 2-70 16,-2 2-327-16,-1-3-812 0,1-2 359 0</inkml:trace>
  <inkml:trace contextRef="#ctx0" brushRef="#br0" timeOffset="83628.53">26414 13757 39 0,'2'4'244'0,"1"1"10"16,-3-5 25-16,4 5-6 0,-4-5-8 0,3 13 0 16,-3-9-11-16,-2 4-1 0,2 1-7 0,2-3-17 15,-2 1-17-15,0 0-16 0,-2 6-18 0,1-3-18 16,-3-3-13-16,3 1-17 0,-4 1-12 0,-4 3-6 15,1-2-3-15,0 7-39 0,1-10-38 0,-3 3-54 16,-1 0-46-16,1-1-58 0,1-1-70 0,-1-1-53 16,6-1-49-16,-3-2-220 0,4-2-561 0,3-2 248 15</inkml:trace>
  <inkml:trace contextRef="#ctx0" brushRef="#br0" timeOffset="83877.99">26623 13537 290 0,'0'-7'329'0,"0"7"-11"0,0-8 17 15,0 8-25-15,0 0-34 0,0 0-18 0,0 0 2 16,0 0-31-16,0 0-17 0,1 23-22 0,-1-11-20 16,0 3-12-16,5 1-19 0,-3-1-12 0,5 5-9 15,-1-4-13-15,-4 4-3 0,6-1-10 0,-1-2-13 16,1 1-26-16,4 1-30 0,-4-5-30 0,-6 1-45 15,4-2-36-15,1-2-42 0,-5 0-48 0,1-1-41 16,-1-3-39-16,-1-4-60 0,4 2-170 0,-5-5-528 16,0 0 234-16</inkml:trace>
  <inkml:trace contextRef="#ctx0" brushRef="#br0" timeOffset="84128.09">26740 13353 287 0,'0'-9'295'0,"0"9"16"16,2-6-11-16,-2 6-11 0,0 0-10 0,0 0-10 0,18 12 2 15,-10-6-13-15,6 3-7 0,2 3-15 0,1 1-6 16,9 8-8-16,-1-3-7 0,3 5-8 16,-3-2-17-16,10 6-16 0,-12-5-16 0,0 12-17 0,0-9-19 15,4 9-10-15,-11-14-8 0,3 10-12 0,-8-2-7 16,1 1-11-16,-6-1-20 0,-4 7-24 0,1-7-36 15,-8-1-43-15,-6 0-43 0,1 0-27 0,-3-1-36 16,-4 1-47-16,-3-3-42 0,0-8-46 0,4-4-54 16,3 0-283-16,-2-4-677 0,0 1 300 0</inkml:trace>
  <inkml:trace contextRef="#ctx0" brushRef="#br0" timeOffset="84361.28">27533 13650 303 0,'0'-8'360'0,"0"8"36"0,0-7 37 0,5 4-25 0,-2-3-35 16,-3 6-34-16,15-7-34 0,-5 0-30 0,5 2-24 15,-3 1-31-15,-1-1-22 0,9-3-27 0,-3 3-51 16,4-4-53-16,-1 6-56 0,5-1-58 0,-2 1-53 15,-3 3-45-15,0 0-51 0,-4 3-54 0,4-6-50 16,-10 6-232-16,2 0-577 0,-4 1 255 0</inkml:trace>
  <inkml:trace contextRef="#ctx0" brushRef="#br0" timeOffset="84527.92">27571 13898 22 0,'-11'11'232'0,"-1"0"-10"0,5-3-9 0,4-1 0 0,1-1 44 15,4 0 2-15,-2-6-22 0,10 5-23 16,2-4-23-16,9-1-16 0,6-1-20 0,6 1-17 16,3-5-35-16,7 2-36 0,-6-3-50 0,-3 1-59 0,-2 4-72 15,4-6-92-15,-11 3-187 0,3 3-424 0,-6-1 187 16</inkml:trace>
  <inkml:trace contextRef="#ctx0" brushRef="#br0" timeOffset="85178.8">25031 14815 207 0,'-7'-5'311'0,"7"5"-37"15,-5-2-25-15,5 2-18 0,0 0-10 0,0 0-3 16,0 0 3-16,-3 21-21 0,3-12-4 0,0 7-4 16,0 3-11-16,0 0-5 0,0 8 0 0,0 0-13 15,1 1-5-15,1 1-22 0,-2 3-10 0,0-3-12 16,5 5-13-16,-3-3-4 0,4 7-8 0,-6-6-11 0,3-3-7 15,2-2-9-15,-3 0-5 0,3-2-5 16,0 4-7-16,-2-14-1 0,-1 3-3 0,5-7-1 16,-2 2 0-16,-2-6-1 0,4 4 5 0,-1-8 5 0,4-2-1 15,-3-1 3-15,-7 0-8 0,31-8-4 0,-16 0-9 16,3-4 0-16,7-3-5 0,-2-6 5 0,2 1-5 16,-3 4 1-16,1-7-1 0,0 6-3 0,-2-5 6 15,3 5-3-15,-8 6 10 0,1 0-1 0,-2-1-9 16,-2 5-2-16,-3-1 1 0,0 5 1 0,1-1-11 15,-2 4-3-15,-9 0 1 0,23 4-4 0,-17 3-3 16,3 0 4-16,6 2-4 0,-7 5 0 0,2 1 0 16,0 2-1-16,-2 0-4 0,5 1-4 0,-5 9-9 15,1-11-18-15,-3 4-29 0,3 7-29 0,-3-9-28 16,1-3-21-16,1-3-23 0,-6 0-29 0,1 0-27 16,-1 0-43-16,4-5-46 0,1-4-56 0,-5 2-212 15,4-2-621-15,-6-3 274 0</inkml:trace>
  <inkml:trace contextRef="#ctx0" brushRef="#br0" timeOffset="85427.87">26019 14912 260 0,'0'-12'350'0,"1"4"2"16,-1 2-2-16,0 6-23 0,-3-12-10 15,3 7 20-15,0 5-10 0,0 0-13 0,-12-3-7 0,12 3-20 16,-10 19-11-16,6-11-16 0,-5 11-16 0,3-3-16 15,-1 2-23-15,0 5-14 0,4-3-19 0,-4 7-16 16,2 5-13-16,4-3-15 0,7 11-11 0,-4-9-10 16,3 0-11-16,5-1-7 0,2-2-16 0,-2 0-15 15,4 4-21-15,1-5-35 0,0 0-39 0,3-2-55 16,1-5-62-16,2-2-51 0,1-1-46 0,-2-7-52 16,4 0-56-16,0-7-36 0,2 2-324 0,-8-3-780 15,4-4 346-15</inkml:trace>
  <inkml:trace contextRef="#ctx0" brushRef="#br0" timeOffset="85761.88">26446 14904 28 0,'-5'-6'294'0,"-2"0"-14"0,5 3-15 15,2 3-23-15,0 0-15 0,-3-11-18 0,3 11-17 16,0 0 8-16,0 0-5 0,0 0-6 0,0 0-3 0,0 0-16 15,0 0-2-15,12 27-10 0,-9-19-8 0,0 2-3 16,4-1-10-16,0 5-3 0,-1-2-11 0,1 0-4 16,-1 6 1-16,-1-3-7 0,2-2-6 0,-2 6 0 15,-3-6-5-15,3 2 3 0,-5-1-11 0,5-5-1 16,-5 4-3-16,0-6-5 0,0 7 5 0,0-5 1 16,0-5 0-16,0 3 6 0,0-2 5 0,0-5 10 15,0 7 2-15,0-7 0 0,0 0-5 0,3 5-7 16,-3-5-13-16,0 0-9 0,16-4-20 0,-16 4-22 15,22-8-35-15,-5 3-45 0,2-2-58 0,0 3-59 16,7-5-60-16,2-2-47 0,2 7-60 0,0-2-63 16,1 1-64-16,4-3-242 0,0 0-752 0,-2 7 333 15</inkml:trace>
  <inkml:trace contextRef="#ctx0" brushRef="#br0" timeOffset="85928.53">27109 15199 210 0,'-3'8'237'0,"-4"-1"12"0,-4 5 0 0,3-2-2 0,-1 2-7 16,-4-2-17-16,-2 2 11 0,7 0-17 0,-4-2-17 16,1 2-19-16,-3 2-13 0,0 4-15 0,-1-8-18 15,0 7-12-15,3-7-19 0,-3 4-35 0,-1-2-45 16,1 1-54-16,-2-1-62 0,4-2-73 0,0-2-80 16,6-1-211-16,-3-2-493 0,5-1 219 0</inkml:trace>
  <inkml:trace contextRef="#ctx0" brushRef="#br0" timeOffset="86262.31">27243 14890 21 0,'0'0'308'16,"0"0"-18"-16,0 0-8 0,0 0-11 0,0 0 24 15,0 0 14-15,0 0-9 0,0 0-9 0,0 0-15 16,0 0-15-16,25 10-23 0,-21-6-18 0,4 4-26 16,-5-5-13-16,0 5-14 0,4 1-14 0,-7-1-10 15,3-1-10-15,2 5-1 0,2 0 0 0,-7 3 3 16,0 2 1-16,0 1-1 0,-3-4-1 0,3 2-8 16,-4 5-6-16,-1-7-7 0,2 4-11 0,-4-5-4 0,1 2-8 15,6-3-10-15,-7-4-5 0,7-1-5 0,-1 1-4 16,1-1-7-16,0-7 3 0,8 10-8 0,-2-8-5 15,1-2-14-15,-7 0-17 0,27-6-28 0,-9 1-30 16,2 1-44-16,1-2-60 0,4-3-52 0,3-2-59 16,-8 4-50-16,6-5-64 0,3-3-60 0,-3 2-325 15,1-3-816-15,-1-2 360 0</inkml:trace>
  <inkml:trace contextRef="#ctx0" brushRef="#br0" timeOffset="86478.5">27740 14751 148 0,'0'0'294'0,"0"0"-1"0,0 0-1 0,-20 5-10 16,14-3 13-16,6-2 26 0,0 10-18 0,-7-6 7 15,5 2-5-15,2 1-1 0,2 4-10 0,-4 1-13 16,11 0-21-16,-5 5-19 0,5-3-21 0,4 1-23 16,-5 0-17-16,6 4-17 0,-3-4-18 0,2 9-14 15,-1-5-13-15,-4-3-13 0,2 8-11 0,-3 2-16 0,-2 1-28 16,-2 0-36-16,-5 4-53 0,1 1-77 0,-9-1-76 15,2 10-63-15,-16-2-94 0,11-3-88 16,-3-7-285-16,1-2-782 0,-2-1 346 0</inkml:trace>
  <inkml:trace contextRef="#ctx0" brushRef="#br0" timeOffset="86728.36">28425 14991 266 0,'0'0'354'15,"-3"-5"-14"-15,3 5 29 0,0 0 33 0,0-5-13 16,0 5-23-16,0 0-37 0,0-11-33 0,10 8-29 16,-5-2-30-16,8 1-23 0,2 0-35 0,5 1-37 15,0-2-49-15,5-2-50 0,3 2-54 0,-4 2-38 16,0-3-27-16,5 1-38 0,-9 4-44 0,-3-1-46 15,-2 2-57-15,5-2-63 0,-12 2-192 0,0 2-557 16,-1 4 248-16</inkml:trace>
  <inkml:trace contextRef="#ctx0" brushRef="#br0" timeOffset="86862.08">28390 15182 166 0,'-14'10'202'15,"0"-1"-11"-15,6-1-17 0,1-3-6 0,1 0-5 16,6-2-11-16,0-3-16 0,0 0-13 0,20 3-13 0,-5-7-14 15,6 1-29-15,4-2-53 0,6-6-66 0,11 1-73 16,-1 0-140-16,5-1-285 0,-1 5 126 0</inkml:trace>
  <inkml:trace contextRef="#ctx0" brushRef="#br0" timeOffset="87127.76">29322 14928 299 0,'-6'-1'371'0,"6"1"-20"16,0 0 60-16,-12-2 2 0,12 2-14 0,0 0-33 0,22-12-35 16,-1 6-36-16,17 4-23 0,7-5-23 15,18 1-25-15,1 0-21 0,22-11-17 0,10 12-23 16,-11 0-16-16,3-1-14 0,3 3-13 0,-2-5-13 0,-8-2-19 15,-23 5-24-15,0-2-38 0,-5 7-47 0,-2-9-69 16,-8-3-60-16,-13 5-58 0,-15-2-68 0,5-1-70 16,-10-5-343-16,-5 3-744 0,-5 0 330 0</inkml:trace>
  <inkml:trace contextRef="#ctx0" brushRef="#br0" timeOffset="87377.91">28834 14063 194 0,'-16'-5'403'0,"7"3"37"0,3 1 26 0,-1-5-4 0,7 6-20 16,-2-11-45-16,11 6-39 0,10-2-32 15,15-3-30-15,10-4-28 0,14 2-27 0,17-4-22 16,17 1-25-16,-1 3-17 0,4 0-11 0,2 5-23 0,4-4-19 15,-5 0-24-15,-3 4-50 0,-9-1-59 0,-19 4-79 16,-4 1-79-16,-4-2-83 0,-9 8-107 0,-14-6-410 16,-4 8-828-16,-8-2 366 0</inkml:trace>
  <inkml:trace contextRef="#ctx0" brushRef="#br0" timeOffset="164623.95">12754 3394 20 0,'0'0'185'0,"-8"-7"-6"0,8 7-4 0,-7-4-11 0,7-4-10 16,0 8-4-16,-1-8-11 0,1 8-12 0,-7-4-9 15,7 4-15-15,0-7-6 0,0 7-9 0,0 0-9 16,-5-7-9-16,5 7-5 0,0 0-10 0,0 0-7 16,-2-5-3-16,2 5-6 0,0 0-5 0,0 0-2 15,0 0-5-15,0 0-1 0,0 0-5 0,0 0-2 16,0 0 2-16,0 0-7 0,0 0-4 0,0 0-6 15,0 0 10-15,0 0-16 0,9 16-1 0,-9-16-6 16,6 7-1-16,-6-7 1 0,15 4-5 0,-8-4 4 16,-7 0 1-16,20 0 2 0,-12 0-4 0,-8 0 5 15,17 0 1-15,-17 0 2 0,13-4-1 0,-13 4-1 0,8-3 4 16,-8 3-1-16,7-1 3 0,-7 1 0 0,0 0 3 16,1-7 2-16,-1 7 8 0,0 0 4 15,0 0-1-15,0-8 3 0,0 8-2 0,0 0 8 16,0 0-11-16,0 0-1 0,0 0 2 0,0 0-10 0,-13-4-12 15,13 4-25-15,0 0-23 0,0 0-13 0,0 0-29 16,0 0-35-16,0 0-204 0,0 20-360 0,0-20 159 16</inkml:trace>
  <inkml:trace contextRef="#ctx0" brushRef="#br0" timeOffset="165990.35">12819 3441 15 0,'0'0'66'16,"0"0"3"-16,1-13-10 0,-1 13 1 0,2-7 8 16,-2 7 4-16,-3-8-1 0,3 8 5 0,0 0-6 15,-7-7-4-15,7 7-12 0,0 0 0 0,-6-7-4 0,6 7-9 16,0 0-1-16,-2-5-11 0,2 5-1 0,0 0-7 15,0 0-20-15,0 0-24 0,0 0-16 16,0 0-28-16,0 0-81 0,0 0-158 0,-7 16 70 0</inkml:trace>
  <inkml:trace contextRef="#ctx0" brushRef="#br0" timeOffset="167672.63">11435 4711 39 0,'0'0'161'16,"0"0"-9"-16,0 0-15 0,0 0-8 0,-15 11-15 15,15-5-8-15,0-6-11 0,-6 10-9 0,4-2-7 16,2-1-6-16,0-2-10 0,0-5-9 0,-5 12-8 16,5-5-3-16,5 1-4 0,-5-2-3 0,0-6-5 15,2 10-2-15,-2-10-4 0,0 3-4 0,0-3 7 16,0 0-7-16,6 7 5 0,-6-7 2 0,0 0 2 15,0 0 2-15,0 0 4 0,0 0 7 0,0-20 9 0,0 20 2 16,-6-11 4-16,6 4 6 0,-2 1 2 0,-3-3 3 16,3 4-2-16,2 5-4 0,-6-11-5 15,-1 7-4-15,7 4-5 0,-2-8-4 0,2 8-8 16,-6-7-14-16,6 7-50 0,0 0-47 0,0 0-28 0,0 0-59 16,0 0-206-16,0 0-396 0,0 0 175 0</inkml:trace>
  <inkml:trace contextRef="#ctx0" brushRef="#br0" timeOffset="170389.52">14974 6007 63 0,'-7'4'137'0,"2"1"-17"16,4 3-11-16,1-8-15 0,-5 11-13 0,5-7 7 15,-4 3-16-15,4 1-5 0,4 0-12 0,-4-4-5 0,5 0-7 16,1 3-3-16,-2-3-6 0,-4-4 0 0,16 1-3 16,-9-1 1-16,-7 0-3 0,18-4 0 0,-10 1 7 15,-5-2 6-15,4 0 15 0,0-2 6 0,-4 4 10 16,-3-4 4-16,3-2 0 0,-1 1-1 0,-2 1-1 15,0-2-5-15,-2 1-1 0,1-2-8 0,-4 2-11 16,-2-1-4-16,4 2-3 0,-4 1-4 0,-1 0-12 16,0 3-31-16,1-2-47 0,-1 2-52 0,8 3-55 15,-15-1-155-15,15 1-337 0,-13 4 149 0</inkml:trace>
  <inkml:trace contextRef="#ctx0" brushRef="#br0" timeOffset="-190762.01">17902 11640 210 0,'-2'-3'353'0,"-3"-3"-10"0,5 6-12 0,-8-6-13 15,8 6 13-15,-2-6-38 0,2 6-11 16,0 0-16-16,-3-7-16 0,3 7-12 0,0 0-11 16,10-5-1-16,-10 5-12 0,8-1-14 0,-8 1-19 0,15 0-17 15,-2 1-17-15,-3-1-14 0,3 3-11 0,2-1-15 16,5-1-10-16,-3 0-9 0,4 4-7 0,-1 0-10 16,-2 0-9-16,1-1 2 0,-5 3-14 0,3-1-8 15,-2 1-3-15,0 1-6 0,-2 2-2 0,-5-2-9 16,1 0-6-16,-1 5 0 0,0 2-2 0,-1-3-4 15,-6 3 0-15,-1-3 0 0,0 6 3 0,-1-2-6 16,-8 3 0-16,3-3 5 0,-4 3-8 0,-7 1 4 16,6-4-2-16,-2-1-2 0,4-1 0 0,-4 2 0 15,3 0 1-15,-1-3-3 0,6-4 0 0,-4-1 1 16,4-1-3-16,-1 3-2 0,4-3 2 0,-1-4-5 16,3-3 5-16,0 5-1 0,0-5 3 0,13 2-10 15,0-4-21-15,5-3-17 0,11-3-33 0,-1 2-22 16,3-6-29-16,14 0-4 0,-15 1-35 0,4 3-20 0,-2-3-27 15,9-2-27-15,-11 3-25 0,5 1-34 16,-4 2-21-16,-3-2-266 0,-6 6-637 0,1-3 282 16</inkml:trace>
  <inkml:trace contextRef="#ctx0" brushRef="#br0" timeOffset="-190576.06">18693 11844 151 0,'0'0'215'0,"0"0"4"0,0 0-9 16,0 0-10-16,0 0-16 0,8 2-12 0,-8-2-12 15,0 0-2-15,0 8-5 0,0-8-8 0,-6 12-12 16,4-4-11-16,-3 2-7 0,5-1-11 0,-5 5-13 16,2-1-6-16,3-1-11 0,-7 3-4 0,0 0-7 15,7 5-10-15,-3-6-11 0,-2-1-31 0,4-2-35 16,-4-1-40-16,5-1-53 0,0-5-49 0,0-4-64 16,0 7-159-16,0-7-420 0,0 0 186 0</inkml:trace>
  <inkml:trace contextRef="#ctx0" brushRef="#br0" timeOffset="-190261.93">18969 11619 200 0,'0'0'301'15,"0"0"-18"-15,0 0-26 0,0 0-23 0,0 0-20 16,0 0-14-16,0 0-25 0,0 0-18 0,0 0-15 0,-10 18-12 15,10-14-10-15,0-4-13 0,9 12-8 0,-8-4-9 16,4-1-3-16,4 4-12 0,-1-2-7 0,5 3-2 16,-5-3-12-16,6 3 1 0,6 0-4 15,-11 0-7-15,6-3-5 0,0 6-4 0,-3-4 0 0,-2 0-6 16,0 1 0-16,-4 2-5 0,1-5-3 0,0 0-2 16,-2 2 1-16,-2-4 6 0,-3 2-9 0,-2 0-3 15,-3 0 5-15,0 0-5 0,-6-5 3 0,2 3-5 16,-2 0 10-16,-6-1-22 0,2-4-28 0,0 2-34 15,1-3-47-15,-3 2-66 0,4-7-65 0,0 1-259 16,4-5-538-16,-6 4 238 0</inkml:trace>
  <inkml:trace contextRef="#ctx0" brushRef="#br0" timeOffset="-190092.98">19069 11571 147 0,'1'-4'245'0,"4"0"-20"16,-1-1-30-16,2-2-20 0,-1 4-15 0,5-4-11 0,-3 1-18 16,9 0-15-16,-1-2-17 0,3 0-41 0,-1 0-39 15,0-4-46-15,9 1-57 0,-8 4-60 0,2-5-100 16,-3 1-265-16,2 1 117 0</inkml:trace>
  <inkml:trace contextRef="#ctx0" brushRef="#br0" timeOffset="-189462.08">18562 11119 126 0,'-30'7'152'0,"-1"-3"-5"15,-2 0-5-15,3 3-5 0,-3-3 1 0,3 4-5 16,-3-2-5-16,2 1-4 0,-4 3-4 0,5-1-5 16,-3 1-6-16,2 2-4 0,-1-4-5 0,-8 12-1 15,-1-9-6-15,13 0-4 0,-5 1-5 0,5 2-4 16,-7-2-4-16,5 3-5 0,0 2-4 0,-6 2-5 16,8-1-6-16,-2 0-4 0,-3 8-4 0,10-7-1 15,-4 2-8-15,2 5 1 0,-1-4-5 0,9 3-8 16,-11 4 2-16,7-4-4 0,4 2 2 0,-11 8-5 0,11-8-1 15,2 0 4-15,-3 1-3 0,0 7 2 16,5-6 3-16,0 0-4 0,1-2-1 0,2 3 1 16,0 1-5-16,4-3 2 0,-3-1 0 0,3 4-2 15,4-4-1-15,2 3 3 0,0 1 1 0,2-1 1 0,-1-5 0 16,4 2 0-16,4 3 3 0,-1 1 2 0,7 7 4 16,3-10 1-16,2 6 1 0,0-7 5 15,11 7-5-15,4-1 8 0,3-5 3 0,3-1 7 0,6 2 2 16,2-4 4-16,4-2-7 0,5 0 4 0,2-4-6 15,21 7-4-15,3-5-1 0,-1-5 0 0,0-1 11 16,5-11-2-16,1 1 0 0,-1-3-1 0,-2-2-2 16,3-4-6-16,-3-6-5 0,-1-3 17 0,-6-1-17 15,-1-7 17-15,-15 3 11 0,-5 0 20 0,-2-3 6 16,17-14 18-16,-17 8 8 0,10-19 5 0,-21 11 2 16,14-20 1-16,-9-3-11 0,-13 11-7 0,11-30-14 15,1 6-8-15,-11-9-7 0,-1 8-5 0,-3-9-12 16,-10 3-6-16,-5 0-6 0,-12 4-5 0,-12 18-6 15,-6 2 4-15,-16-19-16 0,-9 6-6 0,3 22-9 16,-27-10-12-16,-13 5-20 0,-5 11-21 0,-16 6-23 16,-45-2-31-16,-8 8-35 0,-6 18-39 0,4 9-52 15,-5 12-44-15,-4 12-69 0,-1 2-93 0,-2 10-333 0,2 7-822 16,0 10 363-16</inkml:trace>
  <inkml:trace contextRef="#ctx0" brushRef="#br0" timeOffset="-188212.04">3699 11715 78 0,'0'-9'383'0,"0"3"-9"0,0-2-21 0,0 3-19 15,0 5-20-15,0-11-31 0,0 11-23 0,0-5-35 16,0 5-24-16,0 0-22 0,0 0-15 0,0 0-18 15,8 17-22-15,-8 1-6 0,0-3-5 0,5 6-15 16,-5-3-8-16,2 10-14 0,-2 1-3 0,8 0-54 16,-8 2-18-16,0-1-29 0,0 2-32 0,0-2-45 15,0-3-44-15,0-2-46 0,0 2-44 0,2 2-43 16,3-10-210-16,-5-4-532 0,6-2 236 0</inkml:trace>
  <inkml:trace contextRef="#ctx0" brushRef="#br0" timeOffset="-188028.65">4290 12043 55 0,'0'0'274'0,"-2"7"-19"16,2 0-20-16,0-7-18 0,-6 12-14 0,2-4-18 16,-4-1-20-16,-2 5-14 0,3-4-14 0,-3 1-14 0,4 4-10 15,-7 1-13-15,3-1-8 0,1 1-13 0,-4-1-29 16,3 2-39-16,-3-3-54 0,6 3-56 0,2-1-70 15,-5-1-187-15,4-7-386 0,3 0 172 16</inkml:trace>
  <inkml:trace contextRef="#ctx0" brushRef="#br0" timeOffset="-187778.35">4435 11634 315 0,'0'0'343'0,"-1"-8"-33"16,1 8-34-16,0 0-29 0,1-7-29 0,-1 7-16 15,0 0-24-15,0 0-21 0,14 19-13 0,-8-9-14 16,1 6-15-16,0 0-11 0,-4 4-6 0,4 2-12 16,1 4-6-16,0 1-12 0,0-2-13 0,-1 1-31 15,-2 0-25-15,2 2-31 0,-2-4-41 0,-2-3-48 16,2-4-49-16,-4 0-56 0,1 0-196 0,0-5-456 15,-2-3 202-15</inkml:trace>
  <inkml:trace contextRef="#ctx0" brushRef="#br0" timeOffset="-187359.87">4651 11440 315 0,'0'0'296'0,"0"0"-20"0,0 0-12 0,36 5-12 0,-19 1-22 16,1 1-13-16,3 2-11 0,4 2-24 0,3 0-17 16,7 6-15-16,-7-6-11 0,2 7-12 0,0-2-21 15,0 3-7-15,1 6-8 0,-3-7-14 0,-5 6-3 16,-1-1-6-16,-6 4-1 0,6 5-12 0,-9-2-8 15,-5 2-3-15,1 7-3 0,-13-6-6 0,-2 6-6 16,-7 3-13-16,-9-2-24 0,-1 1-24 0,-5-5-26 16,-9 0-37-16,1 3-38 0,-4-2-54 0,-5-5-58 0,1-1-240 15,-6-4-526-15,0-5 232 0</inkml:trace>
  <inkml:trace contextRef="#ctx0" brushRef="#br0" timeOffset="-185728.31">4535 11479 39 0,'0'0'138'0,"0"0"-3"16,-13-4-5-16,6 4 3 0,7 0-10 15,-12-1-2-15,12 1-6 0,-10-5-7 0,-4 5-7 0,14 0-4 16,-15-2-7-16,6 1 1 0,9 1 0 0,-20 0-3 16,12-3-3-16,8 3-6 0,-13-1-5 0,13 1 11 15,-23-2-20-15,15 0-2 0,8 2-2 0,-20-3-1 16,11 2-2-16,9 1-5 0,-18-2 2 0,7 2-3 15,11 0-3-15,-20-4-2 0,8 3-4 0,4 1-3 16,8 0-2-16,-20-2-5 0,10-1-2 0,-3 1-4 16,13 2 0-16,-20 0-5 0,10 0-2 0,-2 2-1 15,12-2-2-15,-23-2-5 0,13 2 2 0,-3 2 0 16,2 1 1-16,-1-1 0 0,-1-1 3 0,-1-1 2 16,5 3-1-16,-5-2-1 0,1-1 0 0,5 2 2 15,-7-1-2-15,2 2 3 0,3-1-5 0,-4-2 3 16,1 2-4-16,-2-1 1 0,15-1 1 0,-20 0-3 15,9 0 9-15,1 3-10 0,10-3 1 0,-18 1 1 16,8-1-4-16,10 0-1 0,-17 7-2 0,7-7 0 16,0 0-1-16,10 0 0 0,-16 4-3 0,6-3 8 15,5 1-8-15,-3-1 4 0,-4 3-5 0,5-3 2 16,-2 2-2-16,-1 3-2 0,0-3 2 0,0 4-1 0,-2-5 0 16,-3 4 0-16,7-3-1 0,-5 4-1 0,6 0 1 15,-8-2 2-15,5 6 1 0,-3-7 0 0,0 7-4 16,5-3 0-16,-1-3-1 0,-6 3 1 0,5-1 1 15,-1 0-1-15,4-2-3 0,-6 3 4 0,5-4-2 16,-1 6 1-16,3-5 4 0,-2 0-4 0,-1 1 0 16,3 2-3-16,1-3 2 0,0 3 0 0,-2-2 3 15,2 2-3-15,-3-3-2 0,3 2 1 0,2-2-2 16,-6 3 1-16,6-1 3 0,0 1-3 0,-4-2 3 16,0 2-4-16,6 4 1 0,-6-7 2 0,2 3-2 15,2 4 2-15,1-3-1 0,-3-1 2 0,4 5 1 16,-4-6 6-16,3 5-9 0,-1-2 1 0,1 0-1 15,2-1 7-15,0 0-5 0,-3 2-5 0,-2-2 3 16,10 2 0-16,-5-2 7 0,-5 2-4 0,5 0 3 16,0-1-6-16,0-1 0 0,0 3 2 0,0-3 1 15,0 3 2-15,5-3-2 0,-5 3 0 0,3-3 0 16,-3 3-1-16,2-5 11 0,1 2-9 0,-3 6 1 16,2-8 1-16,3 3-2 0,-4 0 4 0,6 0 4 15,-4 0-3-15,2 0 1 0,0-1 4 0,0 3-7 0,0-1 4 16,2-2 4-16,1 1-1 0,0 1-1 0,-1-2 3 15,4 3-1-15,-1 0 0 0,0-2 1 16,2 5 0-16,-2-3 0 0,3 2 1 0,-3-1 0 16,3-4-1-16,2 5 1 0,-2-5 2 0,4 2-3 0,-4-1 4 15,2-1-3-15,0 4 0 0,0-5-1 0,0 2 3 16,0-1 0-16,3 2 2 0,0-4-3 0,-1 2-1 16,-3-2 1-16,5-1-3 0,-1 1 4 0,2-1-3 15,-4-2-3-15,4 4 2 0,0-1-1 0,0-2-1 16,0-1-1-16,0-1 1 0,-2 2 1 0,3-2-1 15,1 0 4-15,-2-2-3 0,3 2-2 0,0-1 4 16,9 0 0-16,-11-1-5 0,4-1 6 0,-5 3 7 16,8-3 6-16,2-3-2 0,-9 2 1 0,9-1 11 15,-2 0-8-15,-6-1 6 0,1 2-1 0,7-3 0 16,-2-3 1-16,-5 3-3 0,0-2 4 0,-1-1 5 16,-1 1-2-16,2-6-1 0,-3 3 4 0,0-2 2 15,-2 4-5-15,2-2 6 0,-2-2 2 0,-3 2-11 16,5 0 1-16,-3-2 0 0,-3-2-4 0,0 4-2 15,1-5-4-15,0 6 0 0,-9-4-1 0,4-2-4 16,-5 6-6-16,2-5-16 0,-1-1-41 0,-4-2-68 16,-2 4-72-16,-2-4-106 0,-3-3-123 0,-3 0-252 15,-5-5-714-15,-4 1 316 0</inkml:trace>
  <inkml:trace contextRef="#ctx0" brushRef="#br0" timeOffset="-178595.94">3552 10437 227 0,'1'-9'305'0,"3"3"-17"0,-3-2-10 0,3 4-21 15,-1-4-16-15,-1 5-12 0,-2 3-18 0,5-5-24 16,-5 5-22-16,0-8-17 0,0 8-12 0,0 0-21 15,0 0-12-15,0 0-11 0,0 0-10 0,0 0-9 16,0 0 10-16,18 15-29 0,-12-6 0 0,1-2-9 16,1 5-3-16,1 0-4 0,4 3-4 0,-3 0-5 15,1 2-5-15,-2 1 0 0,-1-5 2 0,5 9-6 16,-5-6-3-16,7 0-4 0,-8 2 0 0,6-1 2 16,-5 1-3-16,1 0-1 0,4-1 0 0,-5-1-3 15,-1-4-1-15,1 3 1 0,-1 1-2 0,3-4-1 16,0 2 4-16,-7-5-5 0,2 2 4 0,1-3-1 15,-4 0-3-15,3-5 2 0,-2 8-2 0,1-6 1 16,-1 0-1-16,2 0 1 0,-5-5 0 0,5 7-5 0,-5-2 3 16,0-5 0-16,0 0 1 0,7 4-10 0,-7-4 9 15,0 0 0-15,0 0 0 0,4 6 1 16,-4-6 0-16,0 0 1 0,0 0 1 0,0 0 2 16,2 5-2-16,-2-5 4 0,0 0-1 0,0 0 6 0,0 0-5 15,0 0 8-15,0 0-2 0,0 0 1 0,13-11-2 16,-13 11-2-16,7-11-2 0,-4 6 1 0,4-2-4 15,1 0-2-15,4-4 3 0,-4 9-19 0,0-5 11 16,1 3 3-16,-3-3-2 0,1 2 0 0,-1-1-1 16,-1 0-1-16,0 0 0 0,0-3 4 0,0 5-2 15,0 1 1-15,-5 3-6 0,7-11 2 0,1 8 1 16,-8 3-1-16,5-7 0 0,0 5-3 0,-5 2-1 16,0 0-1-16,7-4-7 0,-7 4 1 0,0 0-1 15,0 0-2-15,11 7 5 0,-11-7 0 0,9 9 5 16,-4 2-6-16,-4-8 0 0,6 10 2 0,-5-6 3 15,2 1-2-15,5 4 2 0,-4-1-15 0,-2-6 2 16,9 10-3-16,-4-5-34 0,-1-3-3 0,-1 3-8 16,-4 1-15-16,4-5-23 0,-4 0-28 0,5 1-28 0,-7 0-37 15,6-6-31-15,-6-1-225 0,0 0-490 16,9 8 217-16</inkml:trace>
  <inkml:trace contextRef="#ctx0" brushRef="#br0" timeOffset="-177977.9">4260 10578 56 0,'0'0'245'16,"0"0"-12"-16,0 0-5 0,5 5-5 0,-5-5-14 15,0 0-9-15,0 0-12 0,0 0-10 0,0 0-14 0,8 1-13 16,-8-1-18-16,0 0-11 0,0 0-10 0,0 0-8 16,0 0-14-16,0 0-8 0,0 0-6 15,0 0-7-15,15 0-8 0,-15 0-8 0,0 0-1 0,13 0-7 16,-13 0 2-16,0 0-11 0,9 0 3 0,-9 0-11 15,0 0 0-15,11-4-4 0,-11 4-3 0,12-2-2 16,-12 2 1-16,0 0-4 0,8-2 1 0,-8 2-2 16,13-3-4-16,-13 3-1 0,0 0 0 0,7-1 1 15,-7 1-3-15,0 0-3 0,10-1 3 0,-10 1-2 16,0 0-2-16,12-2 5 0,-12 2-1 0,0 0-2 16,8-5-2-16,-8 5 0 0,6-1 1 0,-6 1-5 15,0 0 0-15,0 0 4 0,7-3-4 0,-7 3 5 16,0 0-4-16,0 0 10 0,0 0-9 0,0 0 2 15,7-4-2-15,-7 4-2 0,0 0-2 0,0 0-2 16,0 0-13-16,0 0-8 0,0 0-17 0,0 0-19 16,0 0-26-16,0 0-30 0,0 0-43 0,0 0-57 15,0 0-55-15,0 0-148 0,0 0-455 0,0 0 201 16</inkml:trace>
  <inkml:trace contextRef="#ctx0" brushRef="#br0" timeOffset="-177629.31">4303 10728 28 0,'0'7'194'0,"0"-7"-8"0,0 8-5 0,0-8-3 15,0 0-9-15,0 0-7 0,2 6-4 0,-2-6-8 16,6 1-2-16,-6-1-5 0,0 0-2 0,14 5-5 16,-14-5-8-16,0 0-9 0,14 0-13 0,-7 0-9 15,-7 0-6-15,15 0-8 0,-15 0-9 0,22-1-7 16,-14 1-7-16,5-4-7 0,-3 3-5 0,2-1-3 16,-4 1-6-16,0-2-3 0,0 0-2 0,-8 3-6 15,14-5-1-15,-6 4-3 0,-8 1-12 0,11-2-15 16,-11 2-11-16,5-2-17 0,-5 2-22 0,0 0-21 15,0 0-30-15,0 0-31 0,0 0-31 0,10-2-41 16,-10 2-186-16,0 0-426 0,0 0 188 0</inkml:trace>
  <inkml:trace contextRef="#ctx0" brushRef="#br0" timeOffset="-176678.46">4722 10452 232 0,'0'0'265'0,"0"0"-16"15,0 0-19-15,0 0-21 0,0 0-23 0,0 0-17 16,0 0-16-16,0 0-11 0,0 0-10 0,0 0-11 15,-7 16-8-15,7-16-6 0,0 14-3 0,0-9-6 16,0 3-5-16,0 4-5 0,0-4-12 0,7 2-5 16,-7-1-3-16,0 1-3 0,6 0-2 0,-4 0-8 0,5-1-1 15,-1 2 1-15,3 1-4 0,6-1-9 0,-9 0 1 16,7-2-3-16,-3 2-2 0,10-2-4 16,-5-2-3-16,-7 4-3 0,7-2-3 0,2 1-5 15,-4-2 2-15,0 1-4 0,-3-3-2 0,2 2-1 0,-2-1-4 16,-4-1 8-16,9 0-5 0,-10 3-5 0,3-2 1 15,-4 0 0-15,1 2-2 0,0-1 1 16,-5 0-2-16,0-4 3 0,-4 7-2 0,1-4 1 0,-2 2-2 16,0 1 0-16,-3-3 1 0,0 1 0 0,-6-3-4 15,6 3-1-15,-2-1 6 0,-3 0-5 0,0-5 5 16,3 3-2-16,-2-3-19 0,1-1-20 0,-3-1-28 16,14 0-36-16,-21-3-38 0,13-2-46 0,1-2-47 15,5 1-61-15,-3-5-176 0,4-4-503 0,-1-1 223 16</inkml:trace>
  <inkml:trace contextRef="#ctx0" brushRef="#br0" timeOffset="-176479.43">4728 10455 90 0,'0'0'292'0,"0"0"-11"0,0 0-12 0,0 0-14 16,0 0-12-16,0 0-7 0,0 0-19 0,0 0-5 15,0 0-20-15,0 0-16 0,30-9-20 0,-17 7-12 16,2-2-14-16,2-2-13 0,4 1-14 0,8-3-35 16,-6 0-45-16,2 2-56 0,-4 0-74 0,9-1-89 15,-4 0-282-15,-4 0-519 0,-6 2 230 0</inkml:trace>
  <inkml:trace contextRef="#ctx0" brushRef="#br0" timeOffset="-163362.55">4631 14649 132 0,'0'0'277'16,"0"0"-16"-16,-8 1-23 0,8-1-25 0,0 0-20 16,0 0-24-16,0 0 3 0,0 0-14 0,0 0-12 15,33-10-8-15,-27 11-13 0,-6-1-9 0,30 5-8 16,-15-2-6-16,0-3-4 0,1 1-10 0,4 1-11 15,-5 2-3-15,5 1-5 0,-3-1-8 0,-3-1-2 16,0 2-7-16,-4 2-5 0,-4 1 1 0,4-1 2 16,0 2 4-16,-2 5 2 0,-1-5 4 0,-4 5 8 15,1-4-13-15,-3 2 2 0,1 3 5 0,-4 3-3 0,1-4-6 16,-6 3 7-16,2-7-16 0,2 6 10 0,-2-5-13 16,0-2 7-16,1-2-9 0,1-1-5 15,0 1-4-15,1 1-3 0,-3-4-7 0,4 3 6 0,1-7 2 16,6 5-9-16,-6-5 4 0,12 0-9 0,1 0 3 15,4-5-3-15,2-2-23 0,10 2-24 0,-11-2-31 16,2 3-33-16,1-5-41 0,-8-2-50 0,4 7-55 16,4-8-58-16,-12 9-243 0,1-3-588 0,1 0 260 15</inkml:trace>
  <inkml:trace contextRef="#ctx0" brushRef="#br0" timeOffset="-163146.22">5316 14808 151 0,'0'0'268'0,"-5"11"-15"0,3-1-14 0,1-2-16 16,-4-3-16-16,0 6-20 0,-3 1-18 0,1 1-17 0,5 1-11 16,-6-6-14-16,1 5-15 0,1 1-13 15,-3-1-6-15,3 1-10 0,-1-6-10 0,4 4-29 16,-2 0-32-16,3-1-44 0,-4-2-62 0,4-2-56 15,-1-4-62-15,3 2-146 0,0-5-388 0,0 0 173 0</inkml:trace>
  <inkml:trace contextRef="#ctx0" brushRef="#br0" timeOffset="-162863.58">5331 14568 104 0,'3'-3'281'0,"-3"3"-17"0,7-8-24 0,-7 8-23 16,0 0-21-16,11 0-21 0,-11 0-17 0,10 8-12 16,-3-3-16-16,-2 0-9 0,0 4-12 0,2 2-8 15,1-4-12-15,-2 13-8 0,1-5-4 0,1 4-10 16,-1-2 0-16,1 2-13 0,-1 1-4 0,-1-3-6 15,1 0-4-15,-5-2-22 0,4 2-26 0,-1 1-32 16,-5-4-31-16,0 3-48 0,2-9-45 0,0-4-45 16,3 7-161-16,-2-7-400 0,-3-4 176 0</inkml:trace>
  <inkml:trace contextRef="#ctx0" brushRef="#br0" timeOffset="-162610.02">5652 14464 63 0,'0'0'241'0,"0"0"-18"0,0 0 4 0,0 0-15 0,0 0-12 16,0 0-11-16,0 0-10 0,10 23-14 0,-3-19-15 15,-4 6-14-15,2-3-13 0,5 2-10 0,-4 6-9 16,3-3-10-16,4 7-8 0,-5-5-10 0,-3 4-8 15,2-2-7-15,3-1-1 0,-5 12-9 0,-2-8-5 16,-1 1-19-16,6-1-33 0,-8-3-34 0,3-1-41 16,-3 0-49-16,2-3-58 0,-2-3-47 0,0 1-134 15,0-5-400-15,2 5 177 0</inkml:trace>
  <inkml:trace contextRef="#ctx0" brushRef="#br0" timeOffset="-161613.81">5379 14115 87 0,'-15'0'139'0,"3"2"-3"0,-2-2 0 0,0 5-5 15,-1 0-9-15,1-1-1 0,-5 3 0 0,9-3-5 16,-11 7-3-16,4-6-2 0,2 5-8 0,-4 0-4 16,2-1-2-16,-5 3-6 0,6 0-4 0,-2-1 1 15,-5 2-4-15,1 1-4 0,-1 2-4 0,1-5-3 16,7 4 0-16,-8-2 0 0,2 0-3 0,-1 1-3 16,1 2-2-16,4-4 0 0,-6 3-5 0,5-3-2 15,1 2-6-15,1-2-5 0,2 0-2 0,0-1-6 16,-1 1-2-16,0 0-4 0,2-2 2 0,-2 2-8 15,1-3-2-15,4 3 5 0,1-3-8 0,-1 1 0 16,1 5-3-16,1-3-1 0,-2 3 1 0,3-7-1 0,3 7 1 16,-6-2-2-16,5 2 2 0,-2 2 1 15,0-2 0-15,4 0-3 0,-4 3 2 0,6-2 10 16,-4 4-3-16,3-1 3 0,1 3-6 0,1-5 3 0,0 2-1 16,0 0 1-16,1 1-1 0,2-1 6 0,-3-3-2 15,5 4 1-15,-3 1-4 0,3-1 4 0,-2-1-4 16,4 2-2-16,-7-3 2 0,7-2-1 0,-2 1 4 15,1 2 1-15,-2-1-6 0,2 2 5 0,4-8 0 16,-5 6-1-16,3-2 12 0,-1 1-14 0,1-3 6 16,0 1-3-16,4-2 1 0,-4 2 0 0,1-1-7 15,-1-1-2-15,5 1 1 0,2-2 4 0,0 1 8 16,-2-1-13-16,2-2 6 0,-7 2-1 0,7 0-5 16,2-2 0-16,-2-1 2 0,0 3 1 0,-1-4-2 15,1-1-2-15,2 3 2 0,-1-3 1 0,-1 1 7 16,4-1-2-16,-3 0 14 0,2-2-14 0,-3 2 0 15,7-6-2-15,-7 2 4 0,6 1-2 0,1-2 0 16,-1-1 3-16,1-1-4 0,8 0-1 0,-9-1 0 16,1-1-6-16,-3-3 2 0,15-2 2 0,-6 4-3 0,-2-6 0 15,4-1-5-15,-2 2-5 0,-5-1 6 16,5-6-8-16,4 5 1 0,1-8 0 0,-2 4 5 16,-2-2-12-16,2 1 9 0,-3-5-5 0,2 4 2 15,0 0 9-15,-1-3-13 0,0-1-1 0,-6 3-2 0,3-3 2 16,-1 4 2-16,-5-4-2 0,1 5 2 0,-4-4 2 15,5-1 7-15,-8 2 13 0,3-1 12 16,-4 4 1-16,2-7 8 0,0 0-2 0,-2 2 3 0,-3-4 1 16,0-2-1-16,2-5-1 0,-1-8-4 0,-6 10-3 15,9-12-4-15,-8 10-2 0,-1 1-2 0,2-9-5 16,-2 9 0-16,-5-3 1 0,0 4 5 0,0-3 3 16,0 5 5-16,-5-2-3 0,-2 0 0 0,2 2-3 15,-8 3 2-15,1-6-7 0,-3 6 1 0,-4 1-3 16,-3 6-4-16,-3-4-4 0,-5 9-1 0,-11-4-6 15,-2 4-6-15,-2 2-14 0,1 6-22 0,1-1-27 16,-10 9-34-16,8-1-48 0,-3 5-60 0,2 9-61 16,-4-2-61-16,-3 4-82 0,5 5-84 0,-3-1-252 15,3 1-795-15,3 3 352 0</inkml:trace>
  <inkml:trace contextRef="#ctx0" brushRef="#br0" timeOffset="-160247.27">5480 14562 110 0,'-5'-5'317'0,"5"5"-16"16,0 0-24-16,0-9-15 0,0 9-12 0,0 0-25 16,0-7-27-16,0 7-17 0,0 0-18 15,10-5-20-15,-10 5-17 0,0 0-9 0,18 9-13 0,-11-2-6 16,6 3-17-16,2-1-7 0,-7 6-9 0,9-4-3 15,3 14-5-15,-4-2-9 0,4 0-9 0,-7 4 4 16,5-1-3-16,-4 1-9 0,-1 1-3 0,2-5-2 16,-5 5 2-16,3-5-8 0,-3 0 2 0,-4-3-2 15,1-5-7-15,0 2 2 0,-2-3-2 0,0-6 0 16,0 3-2-16,-2-2 2 0,-3-2-4 0,5-2 19 16,-5-5 25-16,0 3-2 0,0-3 0 0,0 0-7 15,0 0 2-15,8-16-4 0,-8 4-1 0,0 0-3 16,0-2 2-16,-1-6 3 0,-6-7-7 0,5 4-1 15,-4-6-1-15,1 2-2 0,-5-17-5 0,-4 16-1 16,3 0 5-16,-1 1 14 0,-4 1 4 0,1 1 3 16,-5-1 8-16,0 3 9 0,5 10 2 0,4-5-4 15,-4 3-1-15,2 0-3 0,-2 3-6 0,3 0-9 0,2 4-1 16,3 4-5-16,-1-7-6 0,2 7-14 0,4 0 7 16,-6-1-12-16,8 5-3 0,0 0-2 15,0 0-13-15,-12 9-9 0,12-9 5 0,7 15-20 0,-7-4 0 16,5 1 1-16,3 3-5 0,0 4 0 0,2-4-2 15,0 3-1-15,7 6-8 0,2-2 3 0,-4 4-7 16,5-1-11-16,-2-2-11 0,-1 3 1 0,0-6-10 16,-4-5 0-16,2 4 0 0,-7-3 4 0,5 2-3 15,-5-3 3-15,1 0 3 0,-1-8 1 0,-3 4 5 16,2-3 4-16,-1-2 9 0,-4-4 6 0,-2-2 2 16,2 7 4-16,-2-7 8 0,0 0 5 0,0 0 9 15,0 0 2-15,-20-23 10 0,15 11 7 0,-9-2 9 16,6 0 4-16,-7-11 7 0,2 3 4 0,1 0 1 15,-1-5 9-15,0-2 0 0,3 2 4 0,-2 3 4 16,9 3 11-16,-7 5 0 0,0-10 6 0,2 8-6 16,1 6-2-16,1 0 3 0,4 0-7 0,0 3-5 15,-1 3-10-15,0-2-5 0,0 3-5 0,3 5-10 0,0-8 15 16,0 8-21-16,0 0-5 0,0 0 4 0,0 0-2 16,21 21-7-16,-9-7 3 0,-1 2-4 15,-4-3 1-15,8 13-3 0,-2 0 0 0,0 2-9 0,0-3-7 16,-3 1-4-16,5 0-8 0,0-1 7 0,-7-6-1 15,-1-2 4-15,3 3-2 0,-3-4-4 0,1-4 6 16,-3-3 18-16,-3 3-25 0,3-6 15 0,1 0 4 16,-4 1 3-16,3-5 3 0,-5-2-1 0,0 0 2 15,0 0 7-15,0 0 7 0,-12-18 0 0,6 7 7 16,2-5 8-16,-7 0-2 0,4 0-7 0,-3-9-9 16,-5 1 15-16,2-1-2 0,5 2-3 0,-7 0-2 15,-2 1 2-15,6 2-4 0,-1 4 13 0,0 2-19 16,3-2-6-16,2 8-10 0,2-4-31 0,2 5-34 15,-2 2-45-15,-2-5-59 0,0 9-42 0,7 1-33 16,0 0-41-16,-16 7-49 0,11-3-177 0,-5 5-561 16,0 6 248-16</inkml:trace>
  <inkml:trace contextRef="#ctx0" brushRef="#br0" timeOffset="-159162.75">4788 14768 2 0,'0'-10'186'16,"0"10"-14"-16,0 0-14 0,-5-2-12 0,5 2-10 0,0 0-17 15,0 0-8-15,0 0-2 0,13-5-3 0,-13 5-3 16,22 0-11-16,-9-2-12 0,4 4-2 0,-1-2-4 16,1 3-2-16,3-3-5 0,-1 4-6 0,5 1 1 15,-8 0-11-15,4-1-4 0,0 0-5 0,-2 3-8 16,2 0 2-16,-5 6-7 0,0-1-1 0,0 2 0 16,0-1-2-16,-7 4 2 0,3-2 3 0,-7 0 6 15,2 3 1-15,-1 2 2 0,-3-1 6 0,-2 1 6 16,-2-1 0-16,-3-1 1 0,4 3 1 0,-4-5 2 15,5 1 3-15,-9 3 1 0,1-6-2 0,8-1-1 16,-5-6-5-16,4 7-1 0,-1-7-3 0,-3 1 5 16,3-3 7-16,2 2 6 0,0-7 17 0,0 0 16 15,7 5 3-15,-7-5-3 0,0 0-12 0,25-10-13 16,-12 3-8-16,2-1-3 0,6-3-3 0,-6 1-10 0,10-3-16 16,-5 1-24-16,-3 3-35 0,2-5-39 15,-4 3-48-15,-5 7-58 0,2-4-64 0,-1 3-76 16,-7 0-227-16,1 0-581 0,-5 5 257 0</inkml:trace>
  <inkml:trace contextRef="#ctx0" brushRef="#br0" timeOffset="-158264.08">5452 14584 187 0,'6'-13'323'0,"-6"13"-18"16,-6-3-21-16,6 3-14 0,0 0-18 0,0 0-25 0,0 0-28 15,0 0-25-15,0 0-20 0,0 0-11 0,0 0-17 16,0 0-11-16,15 19-18 0,-7-4-3 0,-3 5-11 16,2-2-8-16,-1 6-9 0,2-5-5 0,6 5-5 15,-4-5-8-15,6 6-3 0,-1 2-6 0,0 0 1 16,1-1-6-16,-1-6-3 0,-3-5-7 0,1 4-1 15,-5-4-1-15,4-3-3 0,-4 1-3 0,-1-4 2 16,0-1 0-16,-2 1-4 0,1-5 11 0,-3 2 8 16,1-1 36-16,-4-5 9 0,6 1-12 0,-6-1-8 15,0 0 0-15,0 0-10 0,0-20 3 0,-5 13-5 16,4-2-4-16,-6-2-6 0,-1-4 3 0,0-1-3 16,-2-4-11-16,-4-5-2 0,-4 1 2 0,7 0 1 15,-4 0-2-15,-5-2 2 0,5 1-3 0,-2-1-6 16,3 3-2-16,-1 1 7 0,1 3 5 0,3 2 4 0,-1 2 6 15,1 2-8-15,2-3 1 0,1 6-5 16,1 0 2-16,6 3 0 0,-4 0-4 0,3 0-3 16,2 7-3-16,-6-6-8 0,1 1-6 0,5 5 1 0,0 0-2 15,0 0 6-15,0 0-5 0,0 0-2 0,0 0-1 16,26 18 3-16,-13-10 0 0,2 5 0 0,-3 1-2 16,6 7-3-16,-1 0-1 0,4 3 0 15,1-5 5-15,-3 4-6 0,1-2-4 0,2 1-12 0,1 2-6 16,-5-5-6-16,-1 1-1 0,-2-3-6 0,-7-4-6 15,5 4 3-15,-1-7 4 0,-7 1 1 0,0-2 7 16,3-5 2-16,-6 4 3 0,3-4 8 0,-5-1 13 16,3 5-10-16,-3-8-1 0,0 0 5 0,0 0-1 15,0 0 3-15,-25-16 2 0,18 8-1 0,-9-4 5 16,3-2-4-16,-6 4 2 0,3-11-2 0,-9-2 2 16,5 1 1-16,0-5 3 0,2 5 3 0,5-1-7 15,-4 0 4-15,1 4-1 0,1 1 6 0,2 5-7 16,3-6-20-16,0 12-29 0,0-2-33 0,5-2-42 15,-5 7-52-15,3-2-70 0,1 1-52 0,4 0-26 16,2 5-185-16,0 0-553 0,0 0 245 0</inkml:trace>
  <inkml:trace contextRef="#ctx0" brushRef="#br0" timeOffset="-156814.08">4985 14874 53 0,'0'0'198'16,"0"0"-15"-16,0 0-16 0,0 0-12 0,0 0-13 15,0 0-13-15,0 0-12 0,0 0-7 0,0 0-8 16,0 0-6-16,0 0-4 0,0 0-6 0,0 0 0 15,0 0-4-15,0 0 5 0,0 0 0 0,0 0 6 0,0 0-7 16,0 0-4-16,-15 12-1 0,15-12-4 0,-10 4-4 16,10-4-3-16,-11 3-1 0,2 0 0 15,-1 1-5-15,10-4 4 0,-15 0 1 0,6 0 3 16,9 0 0-16,-17 0 5 0,17 0 2 0,-18-4 0 0,11 4 0 16,-3-3-9-16,10 3 6 0,-6-8-14 0,-3 1 0 15,9 7-11-15,-1-12-1 0,-3 8-11 0,4 4-2 16,4-16-6-16,-3 12 4 0,-1-1-7 0,5-1-8 15,-1-1 4-15,1-2-6 0,-4 4-3 0,9 0-3 16,-5 2 1-16,2-3-3 0,-1 2-2 0,1 0 9 16,1 1-13-16,-1 1 8 0,1-3-10 0,2 3 3 15,2 2 3-15,-2 0-8 0,1-3 3 0,1 3-3 16,-1-1 0-16,4 2 1 0,-6-1 0 0,5 3 0 16,1 2-2-16,-3-2-1 0,1 1 2 0,-1-2-4 15,-2 4 3-15,1 1 1 0,4 1-3 0,-2 0 7 16,-3 4-7-16,2-6-1 0,-2 8 6 0,-4-3-3 15,8 1-3-15,-6 3 3 0,0-6-1 0,-1 5 10 16,0 1-11-16,-1 0 6 0,-3 2-6 0,6-2 1 16,-4 0-1-16,0 5 5 0,1-4-7 0,-4 4 5 15,1-5-2-15,1 2 4 0,-3 4-5 0,1-6 1 16,-2 5 3-16,0-1 12 0,-2-3-9 0,1 3-6 16,1 0 4-16,-7-3-2 0,2-1 0 0,5 0 6 0,-3-2-9 15,-7 4 1-15,6-8 4 0,-2 4 0 0,-2 0-3 16,1-4 3-16,0 1-4 0,-3-1 5 0,-1-3-2 15,7 1 0-15,-2 0 1 0,-6-2 3 0,9-3 2 16,-4-1 11-16,7-1 5 0,-11 3 4 0,11-3 7 16,0 0-2-16,-22-6 2 0,21 1-7 0,-1-2 6 15,-3-2-7-15,3 4 0 0,-3-8-4 0,4 4-1 16,1 4 2-16,0-8-5 0,0 4-6 0,0 2 4 16,1-4 1-16,4 4-8 0,2-5 0 0,-5 6 0 15,4-1-2-15,-4-2-2 0,4 2 0 0,3 3-3 16,-3 0-5-16,1 1 1 0,1-5 8 0,5 5 1 15,1 2-5-15,-4-3-7 0,1 3 2 0,6-1 3 16,3 1 11-16,-12 1-14 0,4 0 6 0,1-3-3 16,-2 3 0-16,-1 3-2 0,4-3-4 0,-5 1-19 15,5-1-11-15,-3 2-14 0,1-1-21 0,-4-1-16 16,5 0-26-16,-1 0-32 0,-12 0-35 0,20-1-33 16,-10-1-44-16,0 1-44 0,0-3-207 0,-4 1-548 15,7-4 243-15</inkml:trace>
  <inkml:trace contextRef="#ctx0" brushRef="#br0" timeOffset="-156464.22">5581 14529 209 0,'0'0'252'15,"0"0"-29"-15,0 0-26 0,0 0-20 0,0 0-18 16,0 0-12-16,16 16-16 0,-7 1-14 0,-1-7-12 16,4 9-8-16,-1 3-8 0,-1-4-7 0,5 7-9 15,-3 2-6-15,1 4-19 0,2 4-59 0,-2-8-72 0,-3 0-65 16,0 2-175-16,0-2-347 0,-2-1 153 0</inkml:trace>
  <inkml:trace contextRef="#ctx0" brushRef="#br0" timeOffset="-155096.17">4694 12519 3 0,'0'0'171'0,"6"8"-3"0,-2-4-4 0,-1 2 2 0,4 4-11 16,1-2 1-16,-2-1-7 0,1 4-3 15,-4 0 3-15,4-2-8 0,0 4 1 0,-1 1-11 0,4-1-7 16,-3 1-5-16,1 2-4 0,2-1-3 0,-2 0-6 16,1 0-5-16,-3 3 1 0,2-3-4 0,1 6-9 15,-3-6-6-15,3 5-6 0,-3-3-1 0,4 2-2 16,-3 4-4-16,3-6-3 0,-2 2-3 0,2 4 0 15,-3-1-5-15,1-3 2 0,-2 0-7 0,4 5-4 16,4 0 4-16,-6-3-1 0,2 0 1 0,-5-1-1 16,8 3-5-16,-5 0 1 0,4-4 1 0,4 2-2 15,-7 2 8-15,4-2-19 0,-5 3 5 0,7-1-1 16,-8-7-4-16,3 3 3 0,1 5-4 0,-2-9 2 16,4 2-6-16,-3 1 0 0,-4-2-2 0,1 1-1 15,1 0-2-15,4-4-1 0,-4 5-1 0,-6-2-8 16,4 1 4-16,3 0 0 0,-3-2 0 0,1-1-3 15,-4 1-9-15,1 2 4 0,2-4 16 0,-3-1-19 16,-1-1-1-16,5-3 0 0,-7 4 3 0,5-5-1 0,-4 5-4 16,-1 0 3-16,5-5 2 0,0 2 2 15,-3-1-8-15,0-1 1 0,3 4 0 0,-4-3-2 16,1 0 0-16,3 3 6 0,-4-2-7 0,1 2-1 16,1-4 5-16,-1 4-4 0,1-2-1 0,2-4 2 0,-5 6 2 15,2-5-6-15,1 3 3 0,-1 0-2 0,0-2 4 16,-1 1-4-16,4-4 2 0,-5 4 1 15,2-2 1-15,1 0-4 0,-3-6-1 0,4 10 7 0,-4-6-6 16,1 1 4-16,-1-5 3 0,7 8-1 0,-7-5 2 16,3 4 1-16,-3-7 0 0,2 9-4 0,-2-6 3 15,0-3-3-15,5 7 2 0,-5-2-1 0,0-5 0 16,3 11 0-16,0-7 2 0,-1 3-4 0,-2-2 2 16,0-5 2-16,3 12-8 0,1-5 1 0,-3-3 0 15,1 3 11-15,3 2-9 0,-5-1 8 0,3 1-12 16,1 0 2-16,-1-1 4 0,-3 2-14 0,2 0 6 15,2 0 2-15,-2-1 3 0,1 2-2 0,1-2 2 16,-3 3 8-16,4-1-18 0,-5 0-7 0,5-4-50 16,-3 2-47-16,3-5-41 0,0 3-43 0,-5 0-59 0,5-6-86 15,-5-1-326-15,10 4-720 0,-10-4 319 16</inkml:trace>
  <inkml:trace contextRef="#ctx0" brushRef="#br0" timeOffset="-152164.22">4579 13402 213 0,'0'0'305'15,"0"0"-14"-15,12-7-11 0,-12 7-5 0,0-5-21 16,0 5 0-16,0-7-12 0,0 7-13 0,0-8-19 16,0 8 1-16,0-8-10 0,0 8 8 0,0-8-22 15,0 8-14-15,0-9-13 0,0 9-7 0,-3-9-12 16,3 4-7-16,0 5 0 0,-4-10-9 0,4 10-9 15,-1-10-8-15,-1 3-16 0,2 7-5 0,0-7-14 0,0 7 3 16,0-12-7-16,0 12-10 0,-2-4-5 0,2 4-9 16,0 0-4-16,-3-9-11 0,3 9 5 15,0 0-7-15,3-7-1 0,-3 7-4 0,0 0-4 0,0 0-3 16,0 0-6-16,0 0-4 0,0 0-1 0,0 0-12 16,0 0 0-16,0 0-1 0,0 0 2 0,0 0-1 15,0 0 2-15,0 0-4 0,19 9-1 0,-11-1 2 16,-5-5-1-16,4 6-2 0,1-3 1 0,-1 3 6 15,-2 0-2-15,5 0-2 0,-5 3-1 0,5 2-2 16,-4-5-3-16,2 3-3 0,-1 1 9 0,3 1-13 16,-8-3-4-16,8 1 1 0,-7 0 0 0,5 0-1 15,-1 2-4-15,1-1-1 0,-1 1 1 0,-6-5-6 16,6 3 4-16,0-5-1 0,-1 1-2 0,4-1 4 0,-5 1 1 16,2-7 7-16,-1 7 5 0,-4 1 1 15,5-3-5-15,-7-6 7 0,6 4 4 0,-4-1-5 16,-2-3 6-16,5 7 3 0,-5-7 2 0,0 0 1 15,2 5-4-15,-2-5-1 0,0 0 6 0,6 4-5 0,-6-4 2 16,0 0-2-16,0 0 12 0,0 0-18 0,0 0-12 16,2 6 9-16,-2-6 11 0,0 0-20 15,0 0 16-15,-2 9-8 0,-4-4 0 0,4 2 4 0,2-7 3 16,-12 4 7-16,12-4-3 0,-3 11-6 0,-4-7 1 16,4 2 4-16,-7-3 3 0,8 1 1 0,-1 2-2 15,-7-1 8-15,4 2-6 0,-3-3 1 0,3 0 2 16,-1 0-2-16,0 1 4 0,6-2 9 0,-6 1-11 15,7-4 2-15,-8 7 9 0,1-6 6 0,7-1 3 16,0 0-1-16,-8 3 6 0,8-3-5 0,0 0 4 16,-5 3-3-16,5-3 5 0,0 0-5 0,0 0-4 15,0 0-1-15,-10 5-6 0,10-5 6 0,0 0 1 16,0 0-19-16,0 0 13 0,17-12-6 0,-7 7-4 16,1 2-12-16,4-3-21 0,0-2-40 0,7 1-39 15,-6-3-49-15,2 3-66 0,-1 0-70 0,13-5-73 16,-14 7-213-16,11-5-630 0,-3 1 279 0</inkml:trace>
  <inkml:trace contextRef="#ctx0" brushRef="#br0" timeOffset="-147948.02">6475 14793 262 0,'-9'6'274'0,"1"-3"-12"0,-5 0-17 0,6 0-8 16,-1-1-5-16,8-2-9 0,-13 2-10 0,6 1-11 15,7-3-15-15,0 0-7 0,-10 4 3 0,10-4-24 16,0 0-14-16,-6 1-18 0,6-1-6 0,0 0-12 15,0 0 0-15,0 0-18 0,0 0-9 0,-7 7-3 16,7-7-3-16,0 0-9 0,0 0-5 0,0 0 2 16,0 0-1-16,0 0 10 0,0 0-12 0,30-12-4 15,-17 9-3-15,2 1-4 0,6-3 2 0,3-1-2 16,5-8-13-16,14 5-3 0,7 1-2 0,-4-11 0 16,7 9-3-16,5-2-2 0,2-1 0 0,28-1-5 0,-7 1 0 15,1 1-4-15,0 1-3 0,-21 5-1 0,2 1 2 16,1 4-4-16,-4-6-5 0,-1 3 2 0,-2-3-1 15,-3 4 0-15,-6-2-5 0,-8 4-5 16,-5 0-14-16,-5 1-7 0,-2 0-8 0,-5 0-9 0,-2 0-6 16,-4-2-5-16,-2 2-8 0,-7 0-8 0,5 0-1 15,-13 0-12-15,15 0-20 0,-8-4-27 0,-7 4-29 16,13-7-27-16,-11 3-48 0,6-4-37 0,-1 4-55 16,-7-4-169-16,6-2-533 0,-4 3 235 0</inkml:trace>
  <inkml:trace contextRef="#ctx0" brushRef="#br0" timeOffset="-147431.29">8449 14447 59 0,'0'0'347'0,"0"0"-10"0,0 0-21 0,0 0-8 16,0 0-11-16,0 0-19 0,0 0-24 0,-11-2-26 16,11 2-22-16,0 0-22 0,0 0-15 0,0 0-13 15,0 0-15-15,33 0-12 0,-33 0-16 0,21 0-9 16,-7 3 7-16,-5-3-28 0,5 4-5 0,1 3-5 16,-9-4-12-16,7 2-2 0,-1 6-10 0,0 0-2 15,1 1 2-15,-5-5-15 0,0 6-1 0,-3 2-7 16,-1-1-1-16,-4 4 10 0,0-2 2 0,0-2 2 15,-4 6 6-15,-1-1 4 0,4 0-8 0,-4-2 5 16,-3 1-1-16,8-5-9 0,-2 5-5 0,-3-1 3 16,3-7 4-16,-3-2-10 0,4 0-2 0,1 0-4 15,1-5 5-15,-1-3-2 0,14 5-18 0,-14-5-33 0,29-3-23 16,-1-6-41-16,2 1-43 0,2-2-41 0,-4 0-41 16,3-1-44-16,12-4-40 0,-13 3-52 15,0 1-211-15,0-1-609 0,-2 0 271 0</inkml:trace>
  <inkml:trace contextRef="#ctx0" brushRef="#br0" timeOffset="-147247.95">9176 14650 57 0,'1'3'203'0,"-1"-3"13"0,9 7 11 0,-9-7 2 16,1 8 1-16,-1 0-6 0,-1 1-4 0,1-2-5 16,0 0-20-16,0-2-15 0,-9 3-14 0,6-2-11 15,0 5-17-15,-2 5-17 0,-2-7-10 0,-1 5-13 16,-2-1-9-16,2-1-7 0,-2 0-23 0,-3 0-30 15,3 0-40-15,-4-2-56 0,3 2-67 0,1-4-67 16,3-2-68-16,-3-5-158 0,4 6-464 0,-3-6 206 16</inkml:trace>
  <inkml:trace contextRef="#ctx0" brushRef="#br0" timeOffset="-146864.22">9207 14481 12 0,'0'0'247'0,"14"-6"-13"16,-6 5-14-16,5-4-16 0,-5 3-10 0,-1-2-19 15,8 4-17-15,-15 0-18 0,21 4-7 0,-12-2-12 16,4 3-5-16,-5-1-7 0,0 4-2 0,-1-3-3 15,1 6 6-15,-3 1 1 0,-3 0 2 0,3 0-2 16,-3 2 5-16,-2 2 2 0,5 0 0 0,-10-3 4 16,5 0-1-16,-2-4 1 0,2 6-6 0,-3-8 8 15,1 2-9-15,2 6-9 0,-2-7-10 0,2-8-7 16,-5 10-4-16,5-5-4 0,0-5-1 0,4 7 12 16,-4-7 8-16,3 5 2 0,4-3-14 0,-7-2 0 15,0 0-10-15,29-7-13 0,-15 4-2 0,-1-4-7 16,5 1-6-16,-1 0-11 0,1 0-24 0,-2 0-21 15,1-2-27-15,4 1-30 0,-4-5-35 0,1 3-35 0,-1 2-36 16,-4-4-47-16,4 1-53 0,-3-1-58 0,-2-3-315 16,-4 5-695-16,1-4 307 0</inkml:trace>
  <inkml:trace contextRef="#ctx0" brushRef="#br0" timeOffset="-146230.84">9181 13995 129 0,'-30'-8'186'16,"2"3"-8"-16,-2 2-7 0,-3-4-10 0,0-2-3 16,0 6-7-16,-5-1-4 0,1 3-14 0,6-1-13 0,-15 4-4 15,12-2-5-15,-2 1-5 0,1 2-5 0,2 1-6 16,2 4-2-16,3 0-4 0,-2-4-8 0,0 8 1 15,2-1-4-15,0 2-5 0,0 4-4 0,6-1-3 16,-9-3-3-16,7 10-2 0,0-4 2 0,-3 5-4 16,6-1-1-16,-9 10-4 0,7 0 6 0,1-7 0 15,1 5-6-15,-1 4 0 0,-1 0-4 0,3 2 3 16,3 0-1-16,3 2-3 0,-1-1-2 0,5-10-1 16,1 14-5-16,5 3-1 0,4-2 14 0,-5 0-16 15,5-13 1-15,5 13 1 0,8-4-3 0,5 0 5 16,10 0 4-16,-3-3 2 0,10-2 5 0,8-4-3 15,8-1 7-15,25 3-11 0,-16-13 0 0,26-2-6 16,3-4-9-16,2-6 7 0,-5-7-4 0,4-4 0 16,-4-2 9-16,0-11-7 0,-23 9 7 0,18-15 4 15,-23-1-14-15,-7 3-1 0,0-1-2 0,-1-7-1 16,-7 0 10-16,-2-4 7 0,-6-4-4 0,2-4 7 16,-8 2 6-16,-5 2-1 0,2-5-4 0,-4-2-8 0,-6 0 2 15,-3-9-5-15,-6 5-4 0,-10-5-5 0,-6 2-1 16,1 0-6-16,-8-1-8 0,-6 3-8 0,-4 0 0 15,-6 3-15-15,-11 4-11 0,0 2-18 0,-5 5-19 16,-2 7-24-16,-8 5-27 0,-1 4-27 0,-29 5-21 16,5 6-26-16,-6 8-35 0,3 7-44 0,0 3-49 15,5 3-45-15,0 11-215 0,0 3-617 0,1 3 272 16</inkml:trace>
  <inkml:trace contextRef="#ctx0" brushRef="#br0" timeOffset="-145647.52">7123 14146 230 0,'-1'-7'355'0,"-4"-2"-4"0,3 1 1 16,1 3-3-16,-6-5-5 0,2 7-14 0,3-4-27 15,2 7-27-15,0 0-30 0,0-9-26 0,0 9-26 16,0 0-22-16,0 0-20 0,0 0-11 0,0 0-17 16,0 34-12-16,7-15-8 0,1 5-13 0,0-2-21 15,-1 3-30-15,8 4-32 0,-2 7-37 0,2-8-34 16,0 2-41-16,0 1-48 0,5 8-63 0,-4-12-78 15,-1 0-325-15,0 0-670 0,-2-5 296 0</inkml:trace>
  <inkml:trace contextRef="#ctx0" brushRef="#br0" timeOffset="-135015.48">5386 15900 208 0,'8'-9'270'0,"-8"9"-13"0,0-6-15 15,0 6-12-15,0-9-10 0,0 9-14 0,0-6-6 16,0 6-13-16,0 0-12 0,5-6-14 0,-5 6-9 16,0 0-7-16,0 0-8 0,1-6-13 0,-1 6-9 15,0 0-9-15,0 0-15 0,0 0-9 0,0 0-6 0,0 0-17 16,0 0 3-16,0 0-7 0,0 0-11 0,0 0 2 15,0 0-9-15,0 0-4 0,0 0-5 16,0 21-3-16,0-15-1 0,-1 4-1 0,1-1-3 16,0 1-2-16,-5 3-2 0,5-1 3 0,0-2-4 0,0 7 6 15,0-5-14-15,0 5 1 0,-8-2 1 0,6-1-6 16,2 0 0-16,-5 4 17 0,5-5-18 0,0 3 1 16,-8-3 2-16,8-6-4 0,-2 7 5 0,0-6 7 15,-1 2-10-15,3-3-5 0,0 3 0 0,-2-6 0 16,2 4 5-16,0-8 3 0,0 12-3 0,0-12-3 15,0 7 2-15,0-7-2 0,0 4 0 0,0-4 8 16,9 9-3-16,-1-7-3 0,2-1 2 0,0 3-3 16,1-3-1-16,8-2 6 0,-5-3-1 0,1 4-2 15,7-1-1-15,-1-1 2 0,-6 1 1 0,8-2 0 16,-3 3 0-16,-3-1 0 0,-2-3-12 0,-2 3-12 16,-5-1-11-16,6 1-11 0,-5-2-13 0,-9 3-14 15,9 3-10-15,-9-3-14 0,0 0-12 0,13-3-20 16,-13 3-24-16,0 0-28 0,0 0-19 0,0 0-15 0,0 0-12 15,0 0-13-15,0 0-145 0,0 0-411 16,0 0 182-16</inkml:trace>
  <inkml:trace contextRef="#ctx0" brushRef="#br0" timeOffset="-134782.29">5563 16071 207 0,'5'-5'239'16,"-5"5"-1"-16,0 0 1 0,3-7-7 0,-3 7-3 15,0 0-3-15,7-1-10 0,-7 1-23 0,0 0-11 16,0 0-24-16,0 0-14 0,0 0-15 0,0 0-14 16,0 0-10-16,0 0-8 0,0 0-9 0,0 20-6 15,0-9 0-15,3-2-2 0,-3 9-8 0,2-6-4 16,-2 6-6-16,-2 0-7 0,4-1 7 0,-2 0-15 16,0 3-2-16,4-1-8 0,-2 7-2 0,1-7-27 15,4 1-40-15,1 7-34 0,4-4-56 0,-4 2-82 16,5-3-82-16,-3-2-225 0,2 2-553 0,-4-3 245 15</inkml:trace>
  <inkml:trace contextRef="#ctx0" brushRef="#br0" timeOffset="-133015.56">4536 16263 132 0,'-1'-9'307'0,"-4"-1"-5"15,5 2-21-15,-3 0-13 0,3-3-13 0,-4 4-13 16,4 7-15-16,-3-4-14 0,3 4-23 0,3-8-13 16,-3 8-27-16,4-9-12 0,-4 9-22 0,0 0-8 15,0 0-13-15,0 0-13 0,9 17-9 0,-5-6-5 16,2 0-8-16,1 6-5 0,1 2 12 0,6 8-5 0,-6-1-6 15,5 2-2-15,-1 2-6 0,3 9-7 16,-4 0-7-16,4 0-1 0,-7-12-3 0,2 2-4 16,-2-7-4-16,4 4 12 0,-7-7-11 0,3 1-7 15,1-4-2-15,-3-1 1 0,1-1-4 0,-6-6 1 0,6 2 7 16,-7-3-7-16,7 1-2 0,-7-4 28 0,1 1 20 16,-1-5 22-16,5 5 5 0,-5-5-19 15,0 0 1-15,0 0-7 0,0-19-7 0,0 12 5 16,0-5-15-16,0 3 0 0,0 0-6 0,0-3-7 0,2 0 9 15,5 0-16-15,-7 3-2 0,0-2-2 0,0 4-1 16,1-2-2-16,4 0-8 0,-3 2 3 0,5 2-6 16,-6-3-2-16,2 4 3 0,1 1-2 0,-4 3 6 15,13 0-12-15,-13 0 0 0,22 3-1 0,-14 0-2 16,7 1-3-16,-4 1-5 0,-2 1-2 0,2 0-3 16,1 4-12-16,3 0-9 0,-5-1-11 0,1 3-15 15,-4-5-15-15,4 5-9 0,-6-4-22 0,4-3-21 16,-6 5-24-16,0-2-28 0,2 0-39 0,-3-2-42 15,3 0-40-15,-4 0-243 0,-1-6-592 0,2 6 262 16</inkml:trace>
  <inkml:trace contextRef="#ctx0" brushRef="#br0" timeOffset="-132748.36">5104 16421 267 0,'0'0'266'0,"0"0"-20"16,0 0-14-16,0 0-20 0,0 0-13 0,0 0-17 16,0 0-15-16,0 0-15 0,0 0-14 0,0 0-14 0,0 0-9 15,22-7-12-15,-16 4-14 0,3 2-7 0,-9 1-10 16,14-6-7-16,0 1-18 0,-4 4-26 0,1 1-22 15,1-4-34-15,-6 2-33 0,-6 2-40 16,19-1-44-16,-16-3-31 0,-3 4-18 0,12 5-138 0,-12-5-366 16,1 6 161-16</inkml:trace>
  <inkml:trace contextRef="#ctx0" brushRef="#br0" timeOffset="-132582.2">5141 16578 8 0,'-7'5'163'0,"7"2"11"0,0-4 7 16,0 4 12-16,0-7 2 0,0 10 8 0,0-10 5 15,7 5 2-15,-7-5-3 0,8 0-9 0,-8 0-19 16,0 0-15-16,21-7-16 0,-6-1-15 0,-1 0-9 16,0-1-16-16,1-1-24 0,4-2-45 0,0 0-50 15,-4 1-63-15,5 0-80 0,-2-1-81 0,-3 0-173 16,3 1-441-16,-3 1 195 0</inkml:trace>
  <inkml:trace contextRef="#ctx0" brushRef="#br0" timeOffset="-121499.6">9067 15621 176 0,'0'0'342'0,"0"0"1"0,0 0-2 0,0 0-5 16,0 0-11-16,0 0-20 0,0 0-10 0,-7-3-13 15,7 3-18-15,0 0-17 0,0 0-20 0,0 0-15 16,0 0-17-16,0 0-13 0,0 0-19 0,0 0-11 16,0 0-14-16,0 0-14 0,0 0-10 0,0 0-12 15,15-6-9-15,-9 4-9 0,6 1-10 0,-12 1-8 16,22-3-7-16,-11 0-5 0,4 3-7 0,-2-5-3 16,4 5-5-16,-2-1-7 0,1-2-4 0,1 6-9 15,-7-3-9-15,3 1-3 0,0-1-1 0,-4 5-8 16,-1-3-2-16,5 2-10 0,-6-3 3 0,-4 2 4 15,4 2-6-15,-2-2-1 0,-4 6 3 0,-1-2-12 16,0-7 12-16,-1 14 1 0,-4-5 3 0,3-2-1 16,-5 4-2-16,1-2 1 0,-3 2 4 0,3-3-4 15,-2 0 7-15,1 3-4 0,0-6 2 0,7 3 4 0,-8-2-7 16,3 2 1-16,3-4 1 0,2-4 1 0,-6 9-6 16,6-3 7-16,0-6 4 0,6 9 0 15,1-7 1-15,1 0-3 0,-1 1 0 0,6 1 3 16,-3-4-1-16,3 6 0 0,2-6 0 0,0 2-3 0,-2 3-2 15,1-2 4-15,-4-1-1 0,3-1-1 0,-3 3-3 16,-2 0 5-16,2 1 0 0,0-2-1 0,-2 2 0 16,-3-3 1-16,2 2-3 0,-6 5 5 0,3-3-2 15,-1 0 0-15,-3 1-1 0,-3 5 1 0,-1-4 2 16,-1 2 0-16,-3-1 8 0,0 2-13 0,-2-4 2 16,-3 5 3-16,-2-1-1 0,0 2-1 0,-5-3-4 15,-1 5 10-15,6-2-6 0,-7-4 4 0,-1 6 10 16,1-6-13-16,-1-1-3 0,7-1-2 0,-4 0-13 15,0 0-24-15,5-3-34 0,5-1-45 0,-5-3-36 16,5-3-55-16,-3 0-64 0,5 2-68 0,-2-6-340 16,8-2-737-16,-4 2 326 0</inkml:trace>
  <inkml:trace contextRef="#ctx0" brushRef="#br0" timeOffset="-120666.28">8366 15783 152 0,'-6'-8'364'0,"4"-2"-13"16,1 1-8-16,-4 0 2 0,5 3-15 0,-2-2-17 15,2 1-21-15,0 1-15 0,0 6-26 0,0-9-22 16,0 9-24-16,0 0-26 0,0 0-22 0,2-5-15 16,-2 5-17-16,0 0-7 0,14 15-14 0,-9-6-17 15,4 5-5-15,-3-1-4 0,1 5-13 0,1-2-4 0,2 7-5 16,-2 1-4-16,4 2-4 0,-5 1-6 0,3 3-10 16,-9-3 7-16,6 1-14 0,1-2-5 15,-3-4 3-15,0 4 0 0,2-7-7 0,-4 4 6 16,2-10-4-16,2 6-1 0,-4-4-2 0,-1-3-3 0,3-2-1 15,-4-1-2-15,4-1 2 0,-3-4 3 0,-2 2 9 16,0-6-8-16,6 6 7 0,-6-2 6 0,0-4-5 16,0 0-2-16,0 0-4 0,0 0 2 0,15-17-3 15,-6 14-3-15,-9-5-1 0,6 2 0 0,-4-3 2 16,6 1-5-16,-3 1 1 0,2-2 1 0,-4 5-5 16,2-4-1-16,2 2 0 0,-6 1-1 0,6-2-2 15,-2 4 4-15,-3-2-4 0,-2 5-1 0,13-4-2 16,-13 4-1-16,10-6 2 0,-5 1 2 0,-5 5-4 15,15 0 4-15,-15 0-9 0,14 0 13 0,-14 0-7 16,14 7-1-16,-6-3-1 0,0 0 3 0,1 1 0 16,-1-2-1-16,0 1 1 0,-1 4-3 0,-1-1 2 15,3 0-1-15,-6 3-3 0,2-3-14 0,3 1-8 16,-6-2-14-16,-1-3-21 0,4 3-27 0,-1 0-28 16,-4 0-25-16,0-6-28 0,1 6-35 0,-1-6-41 15,0 0-46-15,0 4-43 0,0-4-280 0,0 0-666 16,0 0 296-16</inkml:trace>
  <inkml:trace contextRef="#ctx0" brushRef="#br0" timeOffset="-120398.86">8842 15906 268 0,'0'0'275'0,"3"-6"-8"0,-3 6-14 0,0 0-12 16,0 0-17-16,0 0-15 0,0 0-13 0,5-3-23 16,-5 3-7-16,0 0-14 0,10-2-9 0,-10 2-15 15,0 0-10-15,6-4-13 0,-6 4-12 0,10-3-9 16,-10 3-7-16,12-1-10 0,-12 1-5 0,15 0-9 16,-15 0-12-16,10-2-24 0,1 4-16 0,-11-2-24 15,10 0-31-15,-10 0-22 0,13-2-25 0,-13 2-31 16,0 0-29-16,15 2-24 0,-15-2-26 0,7 0-13 15,-7 0-151-15,0 0-406 0,2 10 181 0</inkml:trace>
  <inkml:trace contextRef="#ctx0" brushRef="#br0" timeOffset="-120233.23">8909 16000 36 0,'-5'8'191'16,"5"-8"13"-16,-1 7 12 0,1-7 1 0,0 8 1 15,0-8-5-15,0 8-8 0,0-8-5 0,0 0-7 0,-5 4-12 16,5-4-14-16,0 0-10 0,0 4-11 15,0-4-13-15,0 0-11 0,0 0-5 0,0 0-15 16,28-7-11-16,-20 4-22 0,5-3-33 0,2-3-45 16,0-1-54-16,-3 1-74 0,4-3-81 0,-2 2-247 0,0 2-503 15,-2-6 222-15</inkml:trace>
  <inkml:trace contextRef="#ctx0" brushRef="#br0" timeOffset="-108382.75">6092 14296 252 0,'0'0'308'0,"0"0"-13"0,0 0 1 0,0 0-4 16,0 0-5-16,0 0-21 0,-6-19-9 0,6 19-9 15,0-9-12-15,0 3-13 0,0 6-12 0,0-12-9 16,5 8-8-16,-5-4-7 0,5-3-14 0,0 4-6 16,-5-1-13-16,5-2-4 0,3 0-18 0,-2-1 0 15,3-2-15-15,-3-4 2 0,9 0-12 0,-6-5-9 16,10-2-7-16,3-1-9 0,-1-1-8 0,6-5-6 0,3-3-2 15,3 0-11-15,0-3-8 0,3 2-2 16,6-6-3-16,-4 1-5 0,5 2-5 0,-5-2-2 16,-2-2-3-16,2 0-3 0,4-5 1 0,-9 5-4 0,5 0 0 15,-3-2-3-15,-6 2-2 0,3-1-2 0,-6 6 1 16,-4-2-4-16,-1 3 2 0,-1 0-4 0,-5 9-5 16,-7 1-6-16,1 4-5 0,-4 2-6 0,0 1-14 15,1 3-16-15,-1-3-16 0,-1 7-27 0,-4-3-23 16,3 8-33-16,-2-3-33 0,-1 0-24 0,2 6-40 15,-2-4-49-15,0 8-60 0,-2-7-48 0,2 7-248 16,0 0-695-16,0 0 307 0</inkml:trace>
  <inkml:trace contextRef="#ctx0" brushRef="#br0" timeOffset="-106967.35">7281 12438 313 0,'0'0'322'0,"-4"-8"-20"0,4 8-24 0,-1-7-21 16,1-1-22-16,0 8-20 0,0-8-20 0,0 8-20 15,1-9-19-15,4 3-17 0,-3 1-11 0,5-1-13 0,-2 3-12 16,0-4-17-16,4 2-6 0,-4 3-7 0,7-2-8 15,0 1-3-15,-12 3-15 0,19 0 2 16,-10 0-6-16,2 1-4 0,-1-1-2 0,2 2-6 0,-2-2-3 16,1 1-7-16,-1-1 2 0,-10 0 0 0,15 5-13 15,-10 0 4-15,2-3 10 0,-7-2-11 0,10 5-2 16,-9 2-3-16,6 0 0 0,-7-3-3 0,0 0 5 16,2 3-3-16,-2-7-5 0,-2 8-3 0,2-8 4 15,0 10-3-15,-3-5 4 0,3-5-3 0,-5 9 3 16,0-6-3-16,5-3 2 0,-2 8-1 0,2-1-3 15,0-7 1-15,0 8 2 0,0-8-5 0,7 8 0 16,-6-5 3-16,6 1 2 0,-5 0-5 0,4 0 2 16,1 1 3-16,1-3-2 0,-1 3 2 0,-1-2-2 0,3 2 2 15,2 0-2-15,-2 2 2 0,-3 0-1 16,4-6 3-16,-3 3-4 0,-1 1-2 0,4 1 0 16,-5 0 1-16,2 0 2 0,-4-3 0 0,2 5-5 15,-5 0 4-15,0-3 1 0,0 1-1 0,0 2 1 0,0 0-1 16,-5 0 0-16,0-1 1 0,-1 1 1 0,-6 6-4 15,-3-4 3-15,5 1 0 0,-3-3-13 16,-2 3-16-16,0-2-9 0,0 1-18 0,2-1-15 0,-2 1-19 16,5-5-29-16,-1 3-24 0,2-2-27 0,-1-1-33 15,4-4-36-15,1 2-198 0,5-3-472 0,-13 0 209 16</inkml:trace>
  <inkml:trace contextRef="#ctx0" brushRef="#br0" timeOffset="-106716.4">7772 12609 20 0,'0'0'180'0,"2"4"-7"0,-2-4-7 0,2 11-4 15,-2-7-10-15,0-4-3 0,-2 15-7 0,2-7-8 16,-2-4-10-16,2 6-10 0,-5-1-9 0,0-1-12 0,4 1-5 15,-4 1-12-15,1 2-7 0,-1-5-6 16,0 2-4-16,4 2-2 0,-2-3-2 0,-2 4-6 16,0-5-21-16,1-3-30 0,-1 5-36 0,4-2-43 15,-1-2-35-15,2-5-46 0,-3 5-149 0,3-5-334 0,0 0 147 16</inkml:trace>
  <inkml:trace contextRef="#ctx0" brushRef="#br0" timeOffset="-106433.96">7882 12384 65 0,'0'0'301'0,"0"0"-17"0,0 0-18 0,6-6-19 15,-6 6-23-15,0 0-20 0,0 0-19 0,0 0-22 16,0 0-14-16,0 0-16 0,0 0-15 0,0 0-10 15,15 14-10-15,-10-10-6 0,-3 3-9 0,4-2-7 16,1 6-6-16,-5-3-6 0,6 4-7 0,-5-1-9 16,0 4-4-16,2-4 0 0,-3 2-5 0,3 3-3 15,-3 1-5-15,-1-2 0 0,-1 3-3 0,2-6-8 16,-2 0-26-16,3 0-29 0,-3 0-36 0,0-3-45 16,0 0-46-16,0-3-59 0,0 3-229 0,-3-5-487 15,3-4 216-15</inkml:trace>
  <inkml:trace contextRef="#ctx0" brushRef="#br0" timeOffset="-105034.02">7797 12009 22 0,'-8'-1'130'0,"8"1"-4"15,0 0-6-15,0 0-8 0,-17 1-4 0,17-1-1 16,-15 3-6-16,15-3-7 0,0 0-4 0,-16 0-2 15,16 0-4-15,-15 1-3 0,8 1 5 0,7-2-5 16,-11 0-4-16,11 0 8 0,-17 0-6 0,7 1 0 16,10-1-5-16,-15 0-1 0,15 0-5 0,-15 4 2 15,15-4-2-15,-14-4-3 0,14 4-6 0,-15 4-2 16,15-4-1-16,-10 0-3 0,10 0-1 0,-17 0-1 16,17 0-3-16,-11 1-5 0,11-1-2 0,-14 2-2 15,14-2-1-15,-15 0-4 0,9 1-3 0,6-1 0 16,-13 1-5-16,13-1 0 0,-17 5-3 0,14-4-2 15,-7 1 1-15,3 1-5 0,-3 1 0 0,4-2-2 0,6-2-3 16,-14 5-1-16,8-4 0 0,1 2-2 0,-2 3 1 16,2 0-1-16,-5-2-3 0,5 3 0 0,-1-4-1 15,-1 4 0-15,2-1 0 0,-2 0 1 16,1-3 0-16,-1 4-3 0,1 0 1 0,-1 0-2 0,0-1 2 16,1 1-3-16,1 0-1 0,-2 0 5 0,1 2-5 15,1-5 3-15,1 4-4 0,-2-1 2 0,1 0 0 16,1-2 0-16,-2 3 0 0,-1-2 0 15,2 3-2-15,4 0 4 0,-6-2-4 0,4 0 2 0,-2 1 2 16,0 3-1-16,1-3-1 0,4-3-1 0,-5 9 3 16,4-6-1-16,-1-3-2 0,2 6 3 0,-5-2-4 15,3 1 4-15,2-1 0 0,-3-1-2 0,1 4-2 16,1-3 7-16,-1 2-6 0,2-1 5 0,0 1-2 16,0 2 1-16,-5-3 2 0,5 2 2 0,0 0-1 15,0 2 2-15,0-2-3 0,0-1-1 0,0-1 3 16,0 0-1-16,0 7-1 0,0-3-2 0,0 1 1 15,0-2 2-15,0-2-4 0,0-1 0 0,0 3 3 16,0-1-1-16,5-1-2 0,-5 1 2 0,0-3 1 16,0 1-2-16,0-1 4 0,3 4-6 0,-3-3 4 0,5 1 5 15,-5-3-6-15,2 4-1 0,-2-1 1 16,5-2 2-16,-3 0-1 0,-1 0 0 0,4 2 3 16,-1 1 0-16,1-7-6 0,-5 10 1 0,0-5 0 15,5 2-2-15,-5-2-2 0,3-3 3 0,-1 8-2 0,-2-5 1 16,5-1 0-16,-4 3-1 0,-1-4 2 0,0 3-2 15,0 1 0-15,3-5 1 0,-1 2-1 16,0 2 0-16,-1-7-1 0,-1 4 0 0,4-1 6 0,-1 2-4 16,0-1 0-16,-1-1-4 0,0 0-2 0,-1 0 8 15,4 1-1-15,-1 0 4 0,-3-3-1 0,3-1 5 16,1 4 6-16,-2 1-9 0,0-6 1 0,0 2-2 16,2 0 4-16,-1 2 0 0,6 0-5 0,-7-4 6 15,4 3-4-15,-1-2 0 0,1 3 3 0,3-2-2 16,-5-1-1-16,1 0 5 0,4 0-3 0,-3-1 4 15,1 2-4-15,0-1 0 0,1 1 3 0,4-2-1 16,0 2-3-16,-3-3 7 0,3 3-2 0,2-2-2 16,-1 1-4-16,2 1 3 0,-4-3 1 0,-1-1 4 15,4 2-8-15,-2-2 2 0,1 1 1 0,-1-4-2 16,3 4 7-16,-1-2-4 0,-1-2 0 0,2 2 2 16,-3-1 0-16,4-2 0 0,-2 0-1 0,1-2 4 15,-1 1-3-15,2 1-2 0,1-3 0 0,-3 0 2 16,3 1-2-16,-1-3 4 0,-2 1-3 0,1 0 2 15,-1 2-3-15,5-5 0 0,-4 4 2 0,-1-3 0 16,0 0 8-16,0 0-7 0,-2 3 2 0,4-4-2 16,-5-2 6-16,2 2 6 0,-4-2-3 0,4 0 4 15,0 4 9-15,1-6 2 0,-6 2 8 0,6 0 8 0,-6 0-2 16,3-3 7-16,-5 0 0 0,1-1 2 0,4 0 3 16,-3 1-3-16,0-2 6 0,-1 2 3 15,2-4 4-15,-5 0 5 0,7 4 0 0,-8-5 3 0,1 4 4 16,2-3 3-16,-7-1 4 0,7-1-2 0,-7-3 4 15,0-1-6-15,-2-1-4 0,2-1-4 0,-7 1-8 16,-6 2-3-16,5 0-6 0,-5-3-8 0,-9-7-1 16,7 9-3-16,-8-9-8 0,-5 4-3 0,-4-4-4 15,-1 4-6-15,-5 3-8 0,5 3 2 0,-3 0-6 16,-6 4-12-16,4 1-13 0,-5 1-17 0,2 1-24 16,-5 7-36-16,1 1-46 0,12 3-50 0,-10-3-46 15,6 8-40-15,8 1-55 0,-1 1-68 0,-3 4-75 16,8 2-269-16,-3 5-791 0,6 3 350 0</inkml:trace>
  <inkml:trace contextRef="#ctx0" brushRef="#br0" timeOffset="-102066.66">6106 13411 16 0,'0'0'296'0,"0"0"-6"15,0 0-11-15,0 0-8 0,0 0-4 0,0 0-5 16,0 0-10-16,1-5-9 0,-1 5-4 0,0 0-8 16,5-7-1-16,-5 7-6 0,0 0-11 0,5-5-10 15,-2 1-10-15,-3 4-8 0,2-7-21 0,-2 7-6 16,5-8-11-16,-3 1-12 0,-2 2-11 0,0 5-13 0,6-10-4 16,-4 2-17-16,3-1-3 0,-3 5-9 15,-2-2-7-15,6-2-6 0,-4-4-6 0,-2 8-5 16,5-8-5-16,-5 1-3 0,0 7-6 0,0-8-6 0,2 4 0 15,4-2-5-15,-6 4-2 0,0-5-5 0,0 4-1 16,0 1-4-16,0-1 1 0,0-1-3 0,0 2 2 16,5-2-4-16,-5 8-1 0,0-9-4 0,0 9 0 15,0-7 0-15,0 7-3 0,2-8 1 0,-2 8-4 16,0 0 1-16,0 0-1 0,0-4 1 0,0 4-3 16,0 0 0-16,0 0 0 0,0 0-5 0,0 0-2 15,0 0 1-15,0 0-6 0,0 0 0 0,0 0-5 16,0 0 3-16,0 0 0 0,15 13 2 0,-9-7 0 15,-4-1-3-15,5 2 1 0,-2 2 2 0,-2 1 1 16,3-2-1-16,1 4-1 0,0-1-2 0,-4 0 6 16,2 5-6-16,5-4 1 0,-5 4-4 0,3-8-6 15,0 4 3-15,-3-1-2 0,2-3-2 0,0 3 0 0,-4-2-1 16,4 1-2-16,-3-1 5 0,5-1-1 0,-8-1 0 16,6 0-1-16,0 3 1 0,-6-4-4 15,4 1 6-15,-1-3-2 0,2 1 2 0,-6-5-9 16,2 7 13-16,1-2 7 0,-1-2-14 0,-2-3 4 0,5 7 3 15,-5-7 0-15,5 4-2 0,-5-4 0 0,0 0-3 16,1 9 4-16,-1-9-5 0,4 3-2 0,-4-3-10 16,0 0 3-16,5 4 1 0,-5 3 4 0,0-7 5 15,1 5-8-15,-1-5 2 0,4 5 5 0,-4-5 1 16,-4 9 9-16,4-9 14 0,-6 6-14 0,4 1-5 16,0-2 4-16,2-5 7 0,-10 9-6 0,7-4 4 15,-2-1 3-15,2 0 3 0,-2 1-6 0,0 1-1 16,3-2 3-16,-4 3-1 0,2-2 6 0,4-5 15 15,-5 8-16-15,4-5 18 0,-4 1-25 0,5-4 9 16,-7 7-4-16,7-7-5 0,-3 7 7 0,3-7 0 16,-7 6 3-16,7-6-5 0,-6 7 4 0,6-7-1 15,-2 4 5-15,2-4-4 0,-8 4 4 0,8-4-2 16,-4 8 3-16,4-8 2 0,-3 4 0 0,3-4 2 0,0 0-2 16,0 0 1-16,0 0 6 0,-3 7 5 15,3-7 1-15,0 0 1 0,0 0 0 0,0 0-5 16,-2 4-6-16,2-4-1 0,0 0 9 0,0 0 4 0,0 0-3 15,0 0 2-15,0 0 6 0,0 0-6 0,0 0-4 16,0 0 5-16,0 0-8 0,0 0 17 0,20-14-11 16,-10 11-5-16,5-7-4 0,0 6 0 0,3-6 2 15,2 2-26-15,1-5-18 0,-3 4-29 0,7-8-35 16,-2 8-33-16,-3-1-45 0,4 1-61 0,-3 0-71 16,6-1-64-16,-11-4-196 0,-1 9-615 0,5-2 272 15</inkml:trace>
  <inkml:trace contextRef="#ctx0" brushRef="#br0" timeOffset="-98666.3">10498 11905 216 0,'-3'6'349'0,"3"-6"-22"16,0 0-26-16,0 0-22 0,-3 4-26 0,3-4-28 15,0 0-28-15,0 0-10 0,0 0-13 0,0 0-12 16,0 0-20-16,0 0-15 0,0 0-16 0,15 4-4 0,-15-4-6 16,18-3-12-16,0 2-10 0,0 1-37 15,10-7-41-15,2 4-55 0,0-2-59 0,6 1-71 16,14-3-68-16,-7-2-226 0,-10 2-517 0,13-1 228 15</inkml:trace>
  <inkml:trace contextRef="#ctx0" brushRef="#br0" timeOffset="-98500.56">11475 11757 3 0,'0'0'284'0,"10"0"-6"0,-10 0-21 0,0 0-19 0,0 0-31 16,11-3-15-16,-11 3-22 0,10-1-17 0,-10 1-12 15,15-5-17-15,-3 3-37 0,4 1-43 0,4-8-69 16,10 3-66-16,3-2-73 0,-1 4-153 0,14-8-342 16,-3 5 151-16</inkml:trace>
  <inkml:trace contextRef="#ctx0" brushRef="#br0" timeOffset="-98318.23">12513 11648 19 0,'13'0'329'15,"-13"0"-6"-15,8-2-5 0,-8 2-9 0,0 0-18 16,13-2-17-16,-13 2-32 0,5-4-22 0,-3-2-25 0,-2 6-19 16,13-5-37-16,-3 0-36 0,7-2-40 0,1 3-49 15,12-3-42-15,1 0-40 0,19 5-34 16,-4-1-25-16,10-1-20 0,4 1-19 0,-2 3 0 0,0-2-10 16,0 2-10-16,-2 0-123 0,-5 0-333 0,6 2 147 15</inkml:trace>
  <inkml:trace contextRef="#ctx0" brushRef="#br0" timeOffset="-98217.95">13320 11597 1072 0,'35'1'-88'0,"-3"0"34"16,-3-1 29-16,-7 0 16 0,1 3 29 0,-16-3 39 15,8 0 41-15,-6 2 16 0,3-4 29 0,-12 2 8 16,13-3 2-16,-13 3-15 0,9-1-13 0,-9 1-15 16,0 0-12-16,1-8-17 0,-1 8-28 0,0 0-43 15,-8-10-47-15,1 7-60 0,-1-3-72 0,1 2-163 16,-7-4-357-16,-3 0 158 0</inkml:trace>
  <inkml:trace contextRef="#ctx0" brushRef="#br0" timeOffset="-97934.61">10939 10199 202 0,'-17'-11'279'0,"0"2"-23"16,3 0-17-16,5 0-25 0,1 2-24 0,-2-1-16 15,5 2-22-15,0 0-16 0,4 3-16 0,1 3-18 0,9-6-24 16,0 4-24-16,11 2-31 0,-4 0-31 0,12 5-48 16,9-1-52-16,6 4-49 0,3 4-158 15,4-5-342-15,-4 6 151 0</inkml:trace>
  <inkml:trace contextRef="#ctx0" brushRef="#br0" timeOffset="-97734.66">12466 10359 89 0,'10'1'212'15,"-10"-1"-24"-15,25-1-19 0,-8 0-17 0,2-1-11 16,1-1-20-16,8 3-8 0,2-2-13 0,3-1-22 15,0 3-24-15,4-1-29 0,14 2-31 0,-8-2-30 16,13 1-28-16,-3-3-18 0,2 6-20 0,3-2-3 16,0 1 1-16,6-1-54 0,-4 1-170 0,-2 4 76 15</inkml:trace>
  <inkml:trace contextRef="#ctx0" brushRef="#br0" timeOffset="-97616.99">13509 10375 309 0,'31'3'14'0,"-14"-1"21"0,1 1 26 0,-3-3 37 16,-5 0 26-16,-2 0 36 0,-8 0 17 15,19 2 7-15,-14-2-7 0,-5 0-10 0,0 0-16 16,13-2-12-16,-13 2-11 0,0 0-16 0,0 0-14 0,0 0-23 15,8 3-32-15,-8-3-31 0,0 8-36 0,0-8-48 16,7 7-71-16,-1-1-51 0,3 1-112 0,-4 4-330 16,1-2 146-16</inkml:trace>
  <inkml:trace contextRef="#ctx0" brushRef="#br0" timeOffset="-97350.64">13115 14184 219 0,'0'8'306'0,"5"-7"-15"0,-5-1-23 0,0 0-27 16,8 0-24-16,-8 0-19 0,9-13-29 0,2 1-34 16,-1-2-43-16,5 1-41 0,8-9-45 0,10-6-51 0,0 1-48 15,12-3-53-15,-2 2-173 0,3-4-344 16,-2 5 152-16</inkml:trace>
  <inkml:trace contextRef="#ctx0" brushRef="#br0" timeOffset="-97184.7">14254 13692 137 0,'15'-4'290'0,"-12"1"-11"0,-3 3-6 0,10-5-22 15,-10 5-17-15,10-6-32 0,-2 3-23 0,4-2-17 16,4 0-26-16,4-2-58 0,8 3-58 0,5 0-62 16,12-3-63-16,6-2-49 0,1 3-170 0,4-1-350 15,5-3 155-15</inkml:trace>
  <inkml:trace contextRef="#ctx0" brushRef="#br0" timeOffset="-97101.39">15090 13583 134 0,'58'0'31'0,"0"0"-1"0,-7 2 3 0,-6 3 9 0,-11-3 13 16,-4 4-5-16,-7-4 2 0,-6 1 19 0,-2 1-9 16,-2-4 6-16,-1 4 1 0,-4-3-6 0,-5 2-4 15,-3-3-37-15,7 4-71 0,-7-4-83 0,0 0-143 16,0 0 63-16</inkml:trace>
  <inkml:trace contextRef="#ctx0" brushRef="#br0" timeOffset="-91918.24">2962 13255 73 0,'-6'4'356'0,"6"-4"-8"0,-15 4-13 16,10-1 0-16,-3-2-27 0,8-1-12 15,-9 3 2-15,9-3-10 0,0 0-18 0,0 0-4 16,-10 2-13-16,10-2-17 0,0 0-15 0,0 0-13 0,0 0-12 15,0 0-12-15,0 0-14 0,0 0-10 0,0-12-14 16,0 12-12-16,17-10-15 0,-7 0-3 0,-3 3-13 16,12-3-9-16,-4-1-10 0,0-3-6 0,2 2-9 15,6-7 1-15,-5 2-12 0,5-2-6 0,0-2-5 16,-4 2 16-16,7-6-2 0,1 6-7 0,7-9-4 16,-4-4-8-16,-8 9-1 0,12-7-5 0,-14 10-1 15,2-2-5-15,-6 0-2 0,11 1-4 0,-12-3-1 16,1 1-2-16,-1 3-5 0,-3 6-1 0,-2 1-1 15,-2 2-3-15,-6 3 0 0,3 1-7 0,1-1-8 16,3 3-8-16,-4 2-8 0,-4-4-7 0,-1 2-12 16,7 1-12-16,-7 4-10 0,1-8-13 0,-1 8-11 15,5-7-8-15,-5 7-14 0,0 0 5 0,2-4-14 16,-2 4-3-16,0 0-10 0,0 0-7 0,0 0-11 0,10 0-6 16,-10 0-15-16,0 0-18 0,0 0-14 15,0 0-25-15,0 0-15 0,0 0-24 0,0 0-26 16,12 8-35-16,-12-8-205 0,0 0-574 0,0 0 254 0</inkml:trace>
  <inkml:trace contextRef="#ctx0" brushRef="#br0" timeOffset="-91368.2">3572 12493 42 0,'0'0'243'0,"0"0"-8"0,-5-7-14 16,5 7-11-16,0 0-13 0,0 0-16 0,0 0-21 16,0 0-11-16,0 0-11 0,0 0-17 0,0 0-11 15,0 0-6-15,0 0-3 0,0 0-5 0,-10 14-4 16,5-10-3-16,1 5 2 0,-2 1-5 0,-3-2 1 15,-2 7 0-15,3-4-1 0,-6 5 4 0,1-4 2 16,-2 6 4-16,-6 0-15 0,4 0 7 0,-6 2-4 16,8-4-5-16,-5 0 0 0,-1-1 0 0,6-1-8 0,-2-5-6 15,4 3-7-15,5-1-3 0,-1-7-6 16,4 7 9-16,-6-10-18 0,8 3-1 0,-6-1 2 16,9-3 1-16,0 0-6 0,0 0-8 0,0 0 0 15,0 0 3-15,28-13-8 0,-13 3-8 0,0-2-1 0,2 0 0 16,9-3-1-16,-4-1 4 0,-6 5-3 0,4-3-2 15,5 2 2-15,-7 0-6 0,-1 4-2 16,-2 1 2-16,-5 1-4 0,1-1 5 0,-1 3-3 0,-3-1-5 16,3 3 5-16,-7-3-1 0,4 2 0 0,-7 3-4 15,6-4-7-15,-2 0 2 0,-4 4 1 0,8-2 2 16,-8 2-6-16,0 0 5 0,0 0-1 0,15 7 1 16,-9-2-4-16,-4 1 4 0,3-2 1 0,3 3 10 15,-1 0-14-15,1 6-4 0,0 1 6 0,2 2 4 16,-6 1-2-16,4 1 4 0,5 3-3 0,-6-3-3 15,8 8-42-15,-7 1-40 0,0-2-50 0,-1 2-62 16,1-3-69-16,4 2-95 0,-6-3-205 0,-4 0-614 16,6-7 272-16</inkml:trace>
  <inkml:trace contextRef="#ctx0" brushRef="#br0" timeOffset="-90468.47">1724 14250 36 0,'-1'-11'314'0,"-4"2"-9"0,5-1-9 0,-2-2-9 15,-3 3-19-15,3-6-12 0,1 3-14 0,-6-2-1 16,4 2-14-16,-5 0-8 0,1 4-7 0,-1-1-10 16,4-1-3-16,-1 3-21 0,-3-1-14 0,0 4-10 15,1-1-16-15,-6 1-16 0,5 2-15 0,-4 2-7 16,12 0-14-16,-18 6-8 0,6-1-9 0,2 4-7 0,-3-2 2 16,0 1-15-16,1 6 0 0,4-2-6 0,1-1-7 15,-1-2-2-15,5 2-8 0,3 1-4 0,0-1-1 16,3-1-2-16,0 2-1 0,6-3-1 15,-1 3 10-15,5 2-11 0,1-5 0 0,0 2 6 0,3 1-15 16,3 0-1-16,-4-7 3 0,4 7-2 0,3-3 8 16,-6 2-6-16,1-1-3 0,-3-3-7 0,0 3 3 15,-3-1-4-15,2 3 5 0,3-5-6 0,-7 1-1 16,0 0-1-16,-4 0-10 0,4 3 4 0,-5-3 0 16,0 0 3-16,-1 3-3 0,-1-3 2 0,-1 0 1 15,-1 1 3-15,-4-2-3 0,-2 4 1 0,2 0 0 16,-4-6 3-16,-1 0-1 0,-2 2-7 0,-2 0 8 15,-3 3-7-15,0-7-9 0,1 2-8 0,-6-3-13 16,5-2-17-16,3 3-8 0,4-3-12 0,-4 0-7 16,-1-3-5-16,13 3-14 0,-21-2-19 0,14 0-28 15,-1-3-32-15,8 1-38 0,-4-5-36 0,8 0-25 16,-3 0-247-16,4-7-571 0,4 2 253 0</inkml:trace>
  <inkml:trace contextRef="#ctx0" brushRef="#br0" timeOffset="-90218.23">1835 14092 132 0,'0'-4'250'0,"0"4"1"0,-5-8-3 0,5 8-10 0,0-7-19 16,0 7-23-16,0 0-23 0,-1-8-19 0,1 8-15 16,0 0-11-16,0 0-14 0,0 0-1 0,6 27-5 15,-1-15-7-15,0 3-7 0,2 0-7 0,-1 4-8 16,3 0-3-16,2 4-14 0,-1 1-3 0,2-2-7 15,4 2-5-15,-7-3-3 0,-1 5-4 0,7-6-4 16,-2 3-3-16,0 0-5 0,-4-7-1 0,-1 2-18 16,5-3-13-16,-5 1-25 0,1-4-30 0,2 2-31 15,-7-4-43-15,2-2-33 0,-1-1-30 0,-3-5-46 16,-2-2-161-16,0 0-438 0,0 0 194 0</inkml:trace>
  <inkml:trace contextRef="#ctx0" brushRef="#br0" timeOffset="-89268.23">1878 14312 32 0,'0'0'151'16,"0"0"5"-16,0 0-20 0,0 0-3 0,0 0-15 16,38 4-4-16,-29-4-12 0,6 1-11 0,1-1-5 15,-1 0-14-15,-2-5-4 0,9 3-6 0,-1 0-6 0,-1-1-10 16,-3 2 2-16,7-5-9 0,-2 3-1 0,0-6-5 15,-1 4 2-15,-1-2-9 0,-2 1 1 16,4 3-3-16,-9-4-8 0,-3 3 1 0,3 0 1 0,-6 3-1 16,1-2 1-16,-1-1 7 0,-7 4 5 0,6-4 4 15,-6 4 1-15,0 0 0 0,0 0 6 0,0 0 7 16,0 0 5-16,0 0 4 0,-31 9 2 0,19-5 3 16,-1 4 0-16,1 1-5 0,-1 0-2 0,-2 5-4 15,2-7 0-15,-2 5-3 0,0 1-1 0,5-5 1 16,0 7-5-16,5-4-6 0,-1 2-2 0,-1-4-5 15,7 1 1-15,-5-2-5 0,3 0-1 0,4-1-4 16,3-1 1-16,-5-6-4 0,7 6 1 0,-1-5 0 16,-6-1-1-16,19 0 0 0,-19 0-3 0,18-4-1 15,-7-1-2-15,1 1-3 0,-2 0 1 0,3-3 0 16,-5 0 0-16,4 2-4 0,-4-2 2 0,2-2-2 16,-3 3 0-16,1-2 3 0,-1 6-3 0,-6-8 2 15,4 7-3-15,0-2 10 0,-1-3 10 0,-4 8 3 16,6-8 5-16,-6 4-1 0,0 4 0 0,8-3-1 15,-8 3-2-15,0 0-8 0,0-11-5 0,0 11-1 16,0 0-5-16,0 0 1 0,0 0-1 0,0 0 3 16,0 0-5-16,7 18 1 0,-7-18-3 0,2 8-1 15,-2-8-1-15,6 12-5 0,-6-8-2 0,9 1-3 0,-9 0-1 16,6-4-5-16,-6-1-3 0,13 6-7 16,-6-6-3-16,-7 0-3 0,17-5 2 0,-17 5-4 15,15-1-2-15,-4 0 4 0,1-1 0 0,-6-6 4 0,3 4 0 16,2-4 2-16,-3 3 4 0,-1-2 5 0,0 1-3 15,-1-1 6-15,-1 1 12 0,0 0-1 0,0 3 5 16,-1-1 4-16,2-4 2 0,-6 8 2 0,2-7 3 16,1 4-4-16,-3 3-5 0,7-5-3 0,-7 5 0 15,0 0-3-15,5-6 2 0,-5 6 1 0,0 0-2 16,0 0-2-16,18 6 4 0,-18-6-5 0,13 6 6 16,-10-3-5-16,4 1 0 0,0 1 3 0,-1 2-5 15,1-4 4-15,-2 4-1 0,5-2-1 0,-5 3-1 16,0-5 3-16,5 3-1 0,-10-3-2 0,3 1 2 15,-1 3-1-15,-2-2 0 0,0-5 0 0,0 0 1 16,-2 11 0-16,2-11-1 0,-3 3 5 0,3-3-3 16,-15 0-6-16,15 0-6 0,0 0-5 0,-15-6-7 15,10 0-14-15,2 0-8 0,-1-2-6 0,1 1-15 16,0-1-18-16,-1-5-14 0,4-5-19 0,0 1-15 0,0-2-16 16,4-8-12-16,-3-1-5 0,4 1-5 15,-5-3-2-15,4-1 11 0,2 1 17 0,-6 4 23 16,0-1 31-16,2 4 44 0,-4 5 29 0,2-2 34 15,0 5 36-15,0 0 27 0,0 7 23 0,0-3 21 0,0 3 7 16,0 1-3-16,0 1-16 0,0 6-10 0,0-11-12 16,0 11-8-16,0 0-6 0,0 0-13 0,0 0-3 15,0 0-4-15,7 19 4 0,-2-7 3 0,0 1-6 16,-2 5-2-16,4 0-6 0,1 6-8 0,2-1-2 16,-3-4-3-16,1 5-1 0,0 0-6 0,5-1-2 15,2 0 1-15,2 0-6 0,-2 0-2 0,-9-6-2 16,8 0-18-16,0 0-24 0,1-2-29 0,0 0-33 15,-3-6-43-15,-4 1-39 0,0-5-41 0,2-2-213 16,-5-1-455-16,-5-2 201 0</inkml:trace>
  <inkml:trace contextRef="#ctx0" brushRef="#br0" timeOffset="-89101.71">2631 14107 260 0,'-6'-4'313'16,"4"0"-5"-16,-5-3-10 0,7 7-10 0,-4-4-28 15,4 4-25-15,-2-11-20 0,2 6-26 0,6-4-16 16,-4 2-16-16,10 3-18 0,-4-3-34 0,7-1-40 16,0 4-48-16,0-3-51 0,5-1-67 0,-4 6-66 0,4-4-76 15,-3 5-171-15,-3 1-447 0,10 0 199 16</inkml:trace>
  <inkml:trace contextRef="#ctx0" brushRef="#br0" timeOffset="-82385.47">18969 12915 97 0,'-1'-5'308'0,"1"0"-7"0,0 5-5 0,-2-10-10 16,2 10-14-16,-5-7-24 0,5 7-9 0,0 0-40 0,0 0-16 15,0 0-24-15,0 0-18 0,0 0-10 0,0 0-16 16,-2 30-3-16,4-15 7 0,5 1-1 16,-7 4-4-16,6 4-10 0,3 5-12 0,-3-2 5 0,1 1-10 15,1 3-7-15,-8 0-5 0,8 0-12 0,1-1-4 16,-4 2 8-16,3 8-20 0,-3-13-2 0,-3 10 9 16,4-5-22-16,-4-1 3 0,3-2-4 15,-4-1-8-15,-1-1 1 0,5-8-7 0,-3 0-18 0,5-1-22 16,-7-3-25-16,1-4-16 0,-1-4-16 0,5-1-13 15,-1 1-38-15,-4-7-53 0,3 3-56 0,-3-3-46 16,0 0-268-16,10-17-599 0,-10 9 265 0</inkml:trace>
  <inkml:trace contextRef="#ctx0" brushRef="#br0" timeOffset="-81952.29">18940 12953 248 0,'0'0'274'0,"0"-8"-12"0,0 8-19 16,-5-6-19-16,5 6-25 0,0 0-17 15,-4-8-20-15,4 8-17 0,0 0-15 0,0 0-14 0,0 0-12 16,-21 15-10-16,14-7-8 0,-1 2-12 0,0-2-7 15,-1 3-5-15,-1 1-7 0,-1 1-4 0,-2-2-3 16,1 2-10-16,0-3 1 0,4 4-6 0,-7-5-1 16,7 2-1-16,-2-4-4 0,3-1-4 0,-1-3 0 15,0 1 18-15,5 4 19 0,-2-7 10 0,5-1-5 16,0 0-3-16,0 0-1 0,-9-16-3 0,9 4-8 16,5-3-4-16,2-5-4 0,1 5-1 0,2-4 1 15,2-1 4-15,3-4 7 0,-4 2-4 0,1 6 5 16,1-3 9-16,-1 3-4 0,-2 4 8 0,-2-2 7 15,0 7-27-15,0 1-6 0,1 0-2 0,-3 3-6 16,4 1-3-16,3 2 1 0,2 3-15 0,-1 4 5 16,0 3 1-16,3 5-6 0,5 1-7 0,1 6 7 15,-3 1-21-15,3 0-35 0,-2 1-36 0,6 11-36 0,-4 0-57 16,0 0-65-16,0-12-73 0,4 8-286 16,-4-8-641-16,12 5 284 0</inkml:trace>
  <inkml:trace contextRef="#ctx0" brushRef="#br0" timeOffset="-80852.3">19815 13272 74 0,'3'-10'303'0,"-6"2"-19"16,1-1-19-16,-2 3-20 0,4-1-23 0,-10-2-18 0,3 2-19 15,-3 4-18-15,-2 2-16 0,-2 2-12 0,-5 2-10 16,1 2-9-16,-5 1-10 0,0 3-3 0,3 0-5 16,3 1-9-16,-4 5-9 0,-1 2-6 0,7-5-4 15,1-2-12-15,0 6-5 0,3-5-3 0,1 5-9 16,5-3-1-16,0 1-3 0,0-6 7 0,10 4-3 15,0 0 0-15,0-2-2 0,6-5-3 0,4 3-1 16,2-2 2-16,4 0-5 0,-4-4-11 0,9 2 2 16,-9-3-5-16,4 1 2 0,1-1-6 0,-5-2-2 15,-11 1 4-15,7-2-4 0,-4 4 1 0,-9-2-2 16,13 1 1-16,-13-1-3 0,7 5-3 0,-7-5 1 16,0 0-3-16,-14 11 1 0,4-7 0 0,-8 3 2 15,3 0-2-15,-1 5 9 0,-6-2-11 0,7 0 4 0,-10 7 0 16,1-2 0-16,5-3 1 0,3-2-7 0,-4 10 1 15,2-1 2-15,8-7-5 0,2 5 8 16,1-4 3-16,0 3 0 0,7-8 3 0,5 7 2 16,-1 1 5-16,9-6 5 0,0 2-8 0,5-4 11 0,4-1-12 15,1-4-1-15,8 2 2 0,3-3-2 0,2-4-3 16,9-3-2-16,-2 0-6 0,-9 0-11 0,-2-3-4 16,-2-3-8-16,-1 1-14 0,1-3-7 0,-7-2-12 15,2-4-8-15,-5 3 1 0,0-4-8 0,-7 2 5 16,-3 5 6-16,2-5 8 0,-9 6 1 0,4-8 13 15,-7 8-2-15,0 1 11 0,0 2-6 0,0-1 7 16,-2 3 9-16,-3-1 0 0,2-1 6 0,-2 2 1 16,5 7 2-16,-2-8-5 0,-3 5 5 0,5 3-3 15,0 0-1-15,0 0 6 0,0 0-1 0,0 0-3 16,0 0 3-16,-8 17-5 0,8-9 0 0,0 1 4 16,0 1 2-16,7-1-1 0,-6 7-1 0,6-4 5 15,1-2-3-15,-3 5 0 0,-3-10-1 0,4 7 1 0,-2-2 2 16,1-3 3-16,0 0-1 0,1-2 1 0,-3-2 10 15,2 1 6-15,-5-4 1 0,10 2-1 16,-10-2 14-16,0 0-15 0,15-9 4 0,-8-1-2 0,-2 3 5 16,1-5-2-16,-2 0 10 0,4 1 10 0,-3-5 3 15,-2-2 9-15,6 4 3 0,-6 0 12 0,4-1-2 16,-6 7 12-16,4 0-4 0,-3-3-2 0,-1 3-4 16,3 3-6-16,-1-2-9 0,2 4-9 0,-5 3-2 15,7-9-9-15,-7 9-11 0,10 0 2 0,-2-1-4 16,-8 1 0-16,20 10-4 0,-10-3-9 0,5 0-18 15,-1 1-23-15,1 0-23 0,7 4-23 0,-7-7-24 16,13 12-28-16,-5-7-25 0,5-4-26 0,2 5-31 16,0 4-24-16,-4-6-18 0,4-8-21 0,-3-1-14 0,2 3 8 15,-4 1-3-15,-2-9-141 0,1 2-458 16,-8-1 203-16</inkml:trace>
  <inkml:trace contextRef="#ctx0" brushRef="#br0" timeOffset="-80451.53">20772 13488 623 0,'5'-8'3'15,"-5"-4"31"-15,0 4 16 0,-5 0 24 0,5-3 20 0,-8 4 24 16,-6-5 20-16,11 4 9 0,-10 4 9 0,6-2-3 15,-6-3 4-15,6 6-2 0,-8 1-6 16,-1-1-1-16,1 6-12 0,-2-1-7 0,-2 1-12 0,0 1-3 16,-1 7-5-16,-3 0-10 0,2 5-7 0,1-4-12 15,2 4-6-15,-1-1-5 0,8 0-4 0,-1 2-10 16,4 0-3-16,1-1-5 0,-1 2-2 0,3-5-4 16,5 3-1-16,3-1-5 0,-1-5 0 0,6-1-5 15,6 0-3-15,-6 0-4 0,7-3-1 0,1-3-3 16,4-3 3-16,0 0-3 0,3-3-2 0,-6-1-1 15,14-7 0-15,-9 2-3 0,-2-2-3 0,3-4 3 16,-2-2-5-16,1-1-2 0,1-2-1 0,-1-4 0 16,4-9 5-16,-16 9-8 0,13-15 0 0,-10 9 0 0,4-9 0 15,-9 1-2-15,2 7 0 0,-5-1 0 16,-7 4 2-16,1 1 13 0,-1 4 38 0,-4-2 30 16,1 5 20-16,1 4 12 0,-2 0 2 0,-1 2 6 0,2 4-2 15,3-1-9-15,-6 2-12 0,3 2-11 0,-3 0-16 16,8 7-6-16,-7-3-10 0,7 3-4 0,0 0-6 15,-16 20-3-15,9-8-5 0,0 6-3 0,7 1-17 16,-1 10-21-16,-4 0-25 0,10 2-27 0,1 7-27 16,1-10-8-16,3 5-8 0,-3-4-12 0,1-4-9 15,13 2-16-15,-7 0-32 0,12 6-45 0,-8-10-63 16,7-7-64-16,5 3-277 0,-4-7-667 0,6 2 295 16</inkml:trace>
  <inkml:trace contextRef="#ctx0" brushRef="#br0" timeOffset="-80102.23">21611 12995 282 0,'-8'-7'319'16,"-1"2"-19"-16,-2 2-16 0,4-1-24 0,-3 3-25 0,0-1-21 15,10 2-22-15,-19 2-19 0,10 3-15 0,1-2-19 16,-5 6-11-16,6-5-11 0,4 5-7 0,-2 1-8 15,3 4-7-15,-3-1-8 0,10 2-9 0,-3-1-9 16,-2 6 0-16,6-3-9 0,1 0-4 0,0 1-2 16,3 5-10-16,3-7 6 0,-3 2-19 0,5 5 3 15,1-1-8-15,-1-4-1 0,-3-2-1 0,1 9 1 16,0-8-9-16,-1-2 1 0,-4 2-5 0,5-2 4 16,-6 0-4-16,1-3 2 0,-1 6-2 0,-6-6-3 15,3-3 1-15,-4 2 1 0,-5-4-3 0,1 1 2 16,-2-3 1-16,-2 3-6 0,-2-5 0 0,-2 3 4 15,-1-3-3-15,1 0 1 0,1-1-4 0,-1 0 15 16,2-2-32-16,10 0-17 0,-21-7-21 0,12 7-20 0,4-6-21 16,2-1-26-16,0-4-32 0,3 2-39 0,0-6-35 15,6-5-33-15,-1 1-217 0,4-7-514 16,4-1 228-16</inkml:trace>
  <inkml:trace contextRef="#ctx0" brushRef="#br0" timeOffset="-79902.23">21795 12964 98 0,'6'-8'255'0,"-6"0"8"0,0 2 0 0,5 1-15 16,-5 5-18-16,4-4-27 0,-4 4-21 0,0-6-16 16,0 6-18-16,0 0-6 0,6 14-5 0,-1-6-4 15,-3 4-14-15,-1 3-3 0,4 4-8 0,2 6-12 16,-4-3-8-16,4 12 0 0,0-6-19 0,1 0-7 16,-1 1 0-16,1 4-10 0,0-4-6 0,2 2 1 15,0-3-17-15,0-4-14 0,0 6-29 0,-5-6-25 16,5 2-30-16,-7-6-45 0,0-4-67 0,1-5-48 15,-3-3-47-15,-2 3-151 0,1-2-461 0,0-3 204 16</inkml:trace>
  <inkml:trace contextRef="#ctx0" brushRef="#br0" timeOffset="-79169.23">21843 13309 45 0,'-5'-5'236'0,"0"-3"6"0,1 1 4 0,-1-4-10 15,4 8-12-15,-1-6-16 0,-3 3-15 0,5 6-18 16,0-12-15-16,7 9-21 0,-7 3-10 0,13-6-15 15,-3 2-12-15,2 2-10 0,4 1-9 0,7-3-8 16,-1 4-7-16,6-1-6 0,5-1-8 0,3 2-10 16,1 0-7-16,8 0-15 0,-11 0-3 0,-4 0-8 15,-3 2-9-15,-3-2 1 0,0 1-4 0,-6 3-1 16,-7-4 1-16,6 0-4 0,-10 1 2 0,4-1 1 16,-3 2-2-16,-8-2 3 0,0 0 0 0,5 4-2 15,-5-4 3-15,0 0 5 0,-21 9 2 0,11-3-3 16,-7 0 5-16,1 1 0 0,1 3 2 0,-7 0 2 15,6 5-3-15,-11-3-1 0,13-3 2 0,-1 1 0 16,0 5-5-16,0-5 2 0,7 0 1 0,-2 1-2 0,0-4 0 16,3 1 1-16,5 4 0 0,2-7 3 0,-6 3 5 15,9-2-3-15,0 2 3 0,4-4 3 16,1-3-4-16,-1 1-1 0,-7-2 0 0,23-2-4 16,-3 1 3-16,-12-2-2 0,12-5-2 0,0 3 2 0,-8-2-5 15,2 0 2-15,8 2-1 0,-7-3-1 0,-2-2 0 16,-1 1 7-16,3-1 13 0,-2 3 9 0,-2-1 12 15,-2-1 6-15,-1 4 13 0,-1 0 10 0,-4-1-5 16,4 2-3-16,-3-1-4 0,-4 5-7 0,7-5-10 16,-4 0-9-16,-3 5-2 0,0 0-3 0,0 0-6 15,0 0 14-15,0 0-21 0,10 15 0 0,-8-11-1 16,3 2-5-16,-3-1 3 0,1 3-4 0,4 0-2 16,-2-1-7-16,4 2-7 0,-2 0-5 0,1-3-7 15,6 1-5-15,-4 1-9 0,3-2-11 0,0-3-13 16,-3 1-9-16,3-2-10 0,2-1-10 0,2-2-15 15,-2 1-3-15,-6-3-9 0,1-1-1 0,2-3 3 16,-4 2-11-16,1-5-1 0,-1-2 4 0,0 3 9 0,0-6 6 16,1-2 8-16,-4 0 10 0,1 0 11 0,1-3 4 15,-1-6 10-15,-2 0 7 0,1-1 12 16,-4 0 5-16,1 0 24 0,1 1 26 0,-3 0 21 0,2-1 19 16,-2 6 17-16,0-3 19 0,-2 4 15 0,-1 3 3 15,3 2 10-15,-2 0 7 0,2 3 12 0,-1 1 1 16,1 0 1-16,0 6-13 0,-2-3-15 0,2 8-14 15,0-11-13-15,0 11-13 0,0 0-6 0,0 0-14 16,0 0-7-16,-7 20-1 0,7-8-2 0,-3 3-3 16,6 7-7-16,-1 6-2 0,3 0-8 0,-5 1 3 15,3 3-8-15,2-1 5 0,-3 0 7 0,5 11-12 16,-6-11-5-16,8 8-1 0,-1-7 2 0,-2-3-5 16,1-1-11-16,0-4-22 0,3 2-16 0,-7-9-22 15,0-3-28-15,1-2-30 0,-1-3-27 0,-3-2-60 16,6-4-84-16,-6-3-306 0,0 0-643 0,0 0 284 15</inkml:trace>
  <inkml:trace contextRef="#ctx0" brushRef="#br0" timeOffset="-78234.74">17951 10216 71 0,'0'-23'332'0,"0"-8"2"0,0 7-2 0,0-3-8 16,0 8-7-16,2-7-15 0,5 9-7 0,-7-3 10 15,6 5-10-15,-1 1-8 0,-3-3-24 0,1 9-28 0,2 2-29 16,-5-2-24-16,0 8-23 0,13-1-14 0,-13 1-14 15,14 13-15-15,-4 1-11 0,3 2-14 16,3 11-8-16,9 8-7 0,-7 4-10 0,2 0-5 0,2 3-6 16,-7 1 0-16,3 4-9 0,2 1-6 0,-2-6-5 15,-3 0-4-15,0-5 1 0,-9-2-6 16,8-7-3-16,-6 2-3 0,5-3 1 0,-6-1-8 0,-6-8 1 16,8 0 0-16,-9-6-3 0,6 0 2 0,-4-3 1 15,3-2 2-15,-3 1 0 0,-4-2 8 0,2-6 12 16,2 6 20-16,-2-6-8 0,0 0-4 0,0 0-4 15,0 0-1-15,0-27-5 0,5 13-5 0,-2-1-3 16,0 0 1-16,-3-1-6 0,2-3-2 0,-2 0-2 0,7 3-1 16,-4-2-2-16,2 1-5 0,0 1 3 0,-2 4 1 15,2 3-6-15,-3 2-1 0,3 1-4 16,-2 1 5-16,4 3-6 0,-1-3 0 0,-6 5 2 0,20 5-7 16,-10-3 2-16,0 4 1 0,3 6-4 0,-1-3 1 15,3 3 3-15,1 9-1 0,-1-3 2 0,2 0-3 16,-2-1-4-16,-4-1-8 0,6 5-18 0,-11-3-18 15,3-3-17-15,-3 1-27 0,2-2-32 0,-1-3-31 16,-2-1-24-16,0-3-18 0,0 3-32 0,-3-8-27 16,3 5-39-16,-2-2-55 0,-3-5-324 0,0 0-733 15,0 0 325-15</inkml:trace>
  <inkml:trace contextRef="#ctx0" brushRef="#br0" timeOffset="-78000.43">18753 10331 201 0,'0'0'384'0,"-9"-3"-15"0,9 3-9 0,0 0-10 16,0 0-14-16,0 0-18 0,0 0-11 0,-3-7-18 16,3 7-19-16,0 0-19 0,0 0-22 0,0 0-22 0,23-8-21 15,-15 8-16-15,2-4-18 0,7-1-15 0,4 3-16 16,-2 1-14-16,-1-4-24 0,2 3-39 0,-4 1-31 15,4-3-49-15,-2 4-43 0,1 0-46 0,-8 0-41 16,2 0-55-16,2 1-60 0,-6 3-49 0,-3-2-278 16,1 3-659-16,-1 0 292 0</inkml:trace>
  <inkml:trace contextRef="#ctx0" brushRef="#br0" timeOffset="-77835.8">18878 10510 222 0,'-6'5'231'0,"-1"-2"-9"0,4 4-19 15,-2-2-8-15,2-1-14 0,3-4-12 0,-7 8-12 16,7-8-5-16,0 0-8 0,2 3-8 0,-2-3-11 16,8 4-12-16,0-2-11 0,5 1-10 0,4-3-11 15,4-3-31-15,3 1-38 0,2-2-46 0,-1 3-48 16,8-2-49-16,-2-4-33 0,1 2-199 0,-2-6-393 16,-2 8 174-16</inkml:trace>
  <inkml:trace contextRef="#ctx0" brushRef="#br0" timeOffset="-77535.79">19363 10340 67 0,'0'0'270'0,"-21"4"-6"0,8-1-6 0,4 1-14 15,-4 4-14-15,1 0-10 0,1 3-14 0,4-2-7 16,-1 3-18-16,1 2-11 0,1 1-10 0,2-2-7 16,1 2-11-16,6 2 3 0,1-2-11 0,2 3-15 15,1-7-7-15,5 2-3 0,2 1-12 0,5-2-15 16,2-5 4-16,2 1 2 0,5-1-15 0,1-1 12 15,-6-3-26-15,-7-2-1 0,6-1-6 0,-1-4-6 16,1 0-4-16,-6-4-6 0,-1 4-6 0,2-4 2 16,-6-7 4-16,4 6-11 0,-8-2-5 0,1-4 8 15,-6-1-4-15,3 1-5 0,-10-9-4 0,3 3 0 16,-6-1 2-16,1 2-6 0,-3 3-10 0,-1 0 20 16,1 0-23-16,-2 5-12 0,-3 0-29 0,4 4-34 15,-2 3-28-15,-2 2-30 0,1 3-49 0,0 0-59 0,4 3-83 16,-9 6-233-16,5 1-605 0,2 0 267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09:44:40.9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9801 1517 174 0,'0'-9'240'16,"-1"-8"0"-16,-2 7-16 0,3 0-6 0,0 0-11 15,-9 1-6-15,3 1-10 0,-3-2-8 0,1 3-12 16,-2-1-10-16,-5 2-1 0,2 0-5 0,-4 4-7 16,-4 1-10-16,1-2-7 0,-10 3-12 0,7 3 7 15,-5 0-14-15,-2 6-9 0,-1-1-10 0,3-4-10 16,-2 5-6-16,0 5 3 0,2-3-20 0,0 1-1 16,5 0-15-16,1-1 0 0,7 2-8 0,0-2-3 15,2 1-6-15,5-3-5 0,1 0-1 0,5 4-6 16,2-5-7-16,7 6 1 0,0-4-2 0,3 4 3 15,5-3 1-15,4 0-5 0,10 1 0 0,-3-3-1 16,7 3-5-16,-3-3 3 0,-2 0-4 0,2 0-1 16,-5-2-2-16,-4 1-7 0,1-1-9 0,-6 0-9 15,-1 2-5-15,-2-3 2 0,-4-1 2 0,-3 0 2 16,3-1 1-16,-4 4 0 0,-5-2 2 0,0 3 4 16,-5 2 1-16,3-3 2 0,-6 9 5 0,-6-7 17 0,1 7 8 15,-2-7 1-15,-6 13 0 0,-1-7-1 16,6 6 11-16,-6-3 1 0,-1-3 9 0,1 4-5 15,3-1 0-15,7-2-5 0,0 0 0 0,-2-1 2 16,5 0-2-16,1-4 11 0,1 7-15 0,7-6-3 0,0 5 4 16,2-6-6-16,5 3-1 0,6-6 2 0,3 3 1 15,11-3 1-15,6-1-7 0,17-6-1 16,1 6 1-16,2-8 0 0,7-5-7 0,-3 1 4 16,1 1-4-16,-1-5-14 0,-3-1 7 0,3-2-29 0,-6-1-18 15,-5 0-15-15,-3-3-15 0,-11 1-6 0,1 1-8 16,-3-6-8-16,-6 9 1 0,3-7 6 0,-9 9 10 15,-3-6 9-15,0 1 6 0,-4-3 8 16,-2 3 5-16,-3 6 10 0,-4-7 8 0,5 3 18 0,-6 2 12 16,-1 2 10-16,0-1 11 0,0 1 19 0,0 7 1 15,-1-13 5-15,1 9 10 0,0 4 1 0,-7-10 9 16,7 10-8-16,-2-6-5 0,-3 3-1 0,5 3 4 16,0 0-3-16,-14-3-1 0,14 3-6 0,-14 0 13 15,-1 3-13-15,5-2-3 0,-3 6 0 0,-2-3-5 16,0 3 2-16,-4 1-5 0,2 1-2 0,-5 0-5 15,-1 4-2-15,2 2-2 0,-1 2 1 0,6-2 0 16,-6 1-3-16,1 4 1 0,6-2-1 0,0 5-11 16,7-10 15-16,-7 5-14 0,6 1-2 0,4-2-9 15,-1 1-8-15,4-3-5 0,2 1-4 0,7 1 1 16,-1-3-4-16,3-2-3 0,-1-1-2 0,5-2-2 16,2 5 1-16,-7-11 2 0,14-3-3 0,-6 1 5 15,4-2 12-15,-3-2-3 0,3-4-3 0,-4-1 8 16,1-1 1-16,3-3 1 0,-7 2 2 0,-1-4-1 15,1-3 1-15,0 1 6 0,-5 1 6 0,-1-8 10 16,-2 11 11-16,-2-4 5 0,-1 1 9 0,-2 0 16 16,0 3 7-16,0 0 3 0,-2 3 6 0,-1-3 11 15,3 5-1-15,-3-1 3 0,1 1-7 0,-3 0-5 16,3 3-13-16,2-3-2 0,0 7-7 0,-6-7-12 16,6 7 1-16,0 0-3 0,0 0-14 0,0 0 7 15,-9 15-4-15,9-8-6 0,0-2-13 0,0 6 18 16,0 1-24-16,5 0-5 0,-1 0-10 0,-1 2-7 15,7-3-4-15,-2 3-13 0,-1-5-16 0,1 4-18 16,5 1-4-16,-3-5-3 0,-3 0-11 0,0-2-7 0,7 1-3 16,-2-2 3-16,-4-2 7 0,2-2-1 0,-3-2 1 15,-7 0 5-15,21-2 4 0,-7-5 6 16,-6 3 9-16,0-7 8 0,2-1 9 0,0 0 1 16,-2-1 9-16,1-1 9 0,-1-4 15 0,-3 5 13 0,3 2 13 15,-1-7 8-15,4 3 24 0,-6-2-1 0,2 1 5 16,1 1 10-16,-3 6 4 0,3-2 2 0,-4-1 0 15,2 4 1-15,1 0-8 0,0 1-4 16,1 0 6-16,-3 2-14 0,6 1-2 0,-6 1-10 0,4 2-2 16,-9 1 0-16,23 4-2 0,-10-2-1 0,2 5-4 15,-7 1-3-15,5-1 4 0,2 5-6 0,0-1 4 16,-2 4-5-16,2-3-2 0,-6 4-3 0,6 3-4 16,-4-3-1-16,-3-1-4 0,-1 0-4 0,1 0-5 15,-6 3-1-15,3-4 3 0,-5-1-12 0,-3-4 1 16,3 4 4-16,-2-5 8 0,-3 3-6 0,0-4-1 15,-2-1 2-15,-1-3 4 0,2 1 2 0,-3-2-1 16,-2-1 3-16,11-1 1 0,-15-3-6 0,15 3 2 16,-9-5-5-16,3-2 3 0,4 0-4 0,-3-2-12 15,10 1-18-15,-5-7-15 0,8 3-10 0,-1-6-19 16,3 2-8-16,2 1-4 0,-1-2 8 0,7-3-4 16,-6 6 4-16,1-1 12 0,0 3 12 0,4-3-2 15,-9 0 10-15,6 5 4 0,-3-1 17 0,-3 2 5 16,-1 2 13-16,0-1 9 0,-2 2-1 0,0 3 3 15,-5 3 2-15,10-5 1 0,-10 5 4 0,9-1-5 16,-9 1 6-16,0 0 4 0,9 12 9 0,-6-8 6 16,4 3 7-16,-7 3 0 0,6-1 3 0,-2 0-2 15,1 0-3-15,-2 6-6 0,0-3 2 0,4 2 0 16,1-1-9-16,-1 2-10 0,1-3-12 0,0 0-23 16,5 3-44-16,-4-5-48 0,-1-1-36 0,-1-1-154 15,-1-4-345-15,1 4 153 0</inkml:trace>
  <inkml:trace contextRef="#ctx0" brushRef="#br0" timeOffset="549.95">11296 1947 51 0,'0'0'258'0,"0"-8"-9"0,0 8-9 0,2-7-8 15,3 2-6-15,-5 5-16 0,1-4-15 0,-1 4-9 0,0 0-4 16,4-9-3-16,-1 6-24 0,-3 3-7 0,0-7-7 15,0 7-9-15,2-11-5 0,-2 11-8 16,-2-5-4-16,2 5-5 0,-3-10-9 0,3 10 9 16,-5-8-21-16,5 8-9 0,-7-4-7 0,2 1-13 15,5 3 0-15,-15-2-7 0,15 2-9 0,-15 2 7 0,15-2-18 16,-18 6-13-16,7-3-15 0,1 5-2 0,1-3 0 16,-2 6 0-16,1-2-3 0,3 0 1 15,1 1-1-15,-1 2-4 0,0-1 6 0,7 1-6 16,0-3 5-16,0 1-14 0,5 0-4 0,0-1 0 0,-1-2-5 15,4 2 0-15,0-5 4 0,2 1 3 0,2-3-1 16,6-1 7-16,0 2-2 0,-3-6 1 0,3 3 4 16,0-3-5-16,2-3 2 0,-3 0 14 0,4 0-13 15,-6-1 2-15,0-2 3 0,0 1-1 0,2-1-2 16,-1 4 4-16,-1-2 4 0,-5 2 0 0,0 1 1 16,1-2 0-16,-2 3-3 0,-1 1 2 0,-8 2-4 15,20-3 2-15,-20 3 2 0,16 5-3 0,-6-2 4 16,0 6-4-16,-1-3 2 0,-1 1-2 0,5 7 2 15,-3-4 1-15,3 4 0 0,-3-1-4 0,3-1 6 16,-6 6-3-16,1-7 1 0,6 5-2 0,-10-5 3 16,1 5 6-16,0-7 10 0,-3 1 3 0,5-5 3 15,-7 3 17-15,1-2 19 0,4-1 27 0,-5-5 21 16,0 4 0-16,0-4-2 0,0 0-7 0,0 0-10 16,0 0 3-16,-5-20-13 0,4 12-12 0,1-2-2 15,0-2 0-15,0-3-12 0,0-1-5 0,6 0-9 16,3-4-7-16,-1-4-10 0,3 2-25 0,-1-5-48 15,9 1-48-15,-5-2-61 0,3 2-51 0,-2 5-64 16,0-2-69-16,-7 4-334 0,0 4-734 0,-1-1 324 16</inkml:trace>
  <inkml:trace contextRef="#ctx0" brushRef="#br0" timeOffset="716.47">11369 1611 214 0,'-7'-6'279'0,"7"6"-21"16,-6-6-24-16,6 3-23 0,0 3-20 16,0 0-13-16,0-9-28 0,0 9-33 0,0 0-46 15,8-3-60-15,-8 3-73 0,23 0-86 0,-11 2-136 0,1 3-308 16,2 0 136-16</inkml:trace>
  <inkml:trace contextRef="#ctx0" brushRef="#br0" timeOffset="3266.33">13362 1266 137 0,'0'-27'271'0,"-7"7"-4"0,2 1-8 0,-1 6-14 15,-6-6-12-15,0 9-9 0,-1-3-14 0,-3 2-14 16,-1 3-16-16,-5 4-16 0,3 0-11 0,-10-1-21 15,3 8-12-15,4-3-14 0,1 7-12 0,-1 1-4 16,-4 2-12-16,3 7-6 0,1-3-9 0,1 2-10 16,4 2-2-16,2-3-4 0,9 3-9 0,-4 0 0 15,5 0-8-15,5 3 0 0,5-5-7 0,-2 7 2 16,9 0-8-16,4-1 0 0,1 3 3 0,9-3-4 0,-3 2 1 16,14 3-3-16,-1-4-3 0,1 4-5 15,-3-3 3-15,-4-4-1 0,3 7 0 0,-6-5-4 16,-2-2 1-16,1 3 1 0,-4-3 0 0,-3 0-9 15,1 4-5-15,-5-3 0 0,-2 0-2 0,-4-3-5 0,-1 1 13 16,-8-4-10-16,0 5 2 0,0-5-3 0,0 0 6 16,-8 1 2-16,1-4-3 0,-6 2 1 15,3-2 6-15,-10-2-1 0,4-2 0 0,-6 1-1 16,5-3 7-16,-11-2 9 0,8 3 5 0,1-3 6 0,-1-1 7 16,3-2 17-16,-1-2-5 0,6 1 1 0,1-3 6 15,1-1-2-15,0 2-1 0,0-4-8 0,8 3-6 16,2-5-5-16,2-1-1 0,8 1-9 0,7-3-12 15,6-4-9-15,3 3-8 0,14-4-9 0,-7 5-6 16,10-4-9-16,2 0-8 0,-1 5-4 0,6-7-8 16,-7 5-2-16,-11 1-1 0,2 4 0 0,-1-7-2 15,1 3 4-15,-3-1 2 0,0-2 6 0,-2 2 3 16,-1 0 7-16,-13 3 8 0,1-3-1 0,-3 1 12 16,1 1-5-16,-6-2 3 0,0 3 9 0,-1-2 2 15,-7 3 12-15,6 0 5 0,-4 1 5 0,-4-4 1 16,2 3 4-16,-6 3 2 0,6-5-3 0,0 10-4 15,-7-5 0-15,-3 1-1 0,-1 1-3 0,-4 2-3 16,15 1 0-16,-22 4 4 0,7 1-5 0,-1 1 0 16,3 3-3-16,-4 2-2 0,-3 1 2 0,5 1-1 15,4 1-2-15,-1 1 2 0,5 1-1 0,-1 2-1 16,3 0 3-16,4 0-3 0,1 0-2 0,5-1 5 16,-2 3-3-16,10-6 0 0,2 6-2 0,8-7-2 15,5 5 3-15,17-3-4 0,0-3 0 0,3-3-4 16,-5-2-10-16,5-4-11 0,1-1-11 0,4-4-5 15,-6-2-5-15,1-8-6 0,-15 9 2 0,13-8-4 16,-14-1 9-16,11-4 5 0,-14 1 5 0,-4 3 1 16,-2-3 7-16,-8 2 5 0,0-1 9 0,-2-1 13 15,1 0 12-15,-6 2 8 0,-1-3 13 0,-7 6 10 16,0 1 1-16,0-2 1 0,-5 4-3 0,3-1-4 16,-5 3-3-16,-8-2 3 0,7 2-5 0,-5 3-5 15,1 1-1-15,-6 2-2 0,0 2 1 0,-4 6-2 16,1-3-9-16,-1 3 15 0,2 0-12 0,-1 8-1 15,1-1-2-15,2 0 0 0,1-1-2 0,1 0 0 16,3 7 1-16,-1-5-1 0,9 2 7 0,0-1-9 16,-1-4 0-16,1 6-1 0,10-6-2 0,-4-3 2 0,4 5-4 15,0-8 2-15,0 3-2 0,9-2 8 16,-6-6-7-16,13 3 2 0,-12-5-1 0,7-2-1 16,4 1 1-16,0-5-1 0,-4 1 0 0,1-5-3 15,3-2 2-15,-4-1 2 0,-1 2 0 0,0-8 2 0,0 4 0 16,-2-2 14-16,-4 4 24 0,-1-6 15 0,0 3 20 15,4 2 10-15,-11 4 13 0,6-2 10 16,-4 2 1-16,1 0-8 0,-3 3-12 0,-1 0-6 16,5 0-13-16,-5 6-13 0,2-6-13 0,-2 6-8 0,0 0 13 15,0 0-20-15,0 0-6 0,0 0-23 0,-2 27-14 16,2-18-4-16,2 3-28 0,-2 3-19 16,7 0-12-16,-1 0-21 0,2 1-8 0,-1-4-10 15,3 3-8-15,-3-1-22 0,4-1-21 0,-1-2-21 0,3-3-26 16,1-5-21-16,0 1-24 0,-2-3-186 0,6-1-480 15,-4-4 212-15</inkml:trace>
  <inkml:trace contextRef="#ctx0" brushRef="#br0" timeOffset="3566.47">14742 1803 137 0,'7'-18'17'0,"1"3"18"0,-1-5 32 15,-6 11 34-15,4-2 21 0,-3 0 22 0,5 2 5 16,-7-3 5-16,0 1-5 0,1 4-9 0,4-1-14 16,-5 3-12-16,0 5-15 0,2-8-13 0,-2 8-2 15,0 0-15-15,0 0-3 0,0 0-8 0,0 0-7 16,13 12-6-16,-6-8 1 0,-4 5-4 0,4-1-8 15,4 1-1-15,-1 1 1 0,3 1-6 0,-4 1-4 16,2-5-3-16,-1 7 1 0,0-1-4 0,2-1-7 16,-4-4 7-16,5 4-4 0,-6-1-2 0,1-6-3 15,-5 3-2-15,1 2 1 0,-3-5 1 0,1-1-2 16,-2 4-2-16,0-8 5 0,-2 12 1 0,-3-9 5 16,5-3 16-16,-11 4 4 0,4-2 10 0,7-2 3 15,0 0 7-15,-16-2 0 0,16 2 3 0,-12-4-2 16,12 4-7-16,-2-5-8 0,2 5-4 0,2-10 1 15,10 4-24-15,-4 0-19 0,3-3-24 0,8 1-26 16,6-2-35-16,3-5-29 0,1 2-37 0,21-6-37 16,-2-1-20-16,2-2-151 0,-1 1-392 0,-1 6 173 15</inkml:trace>
  <inkml:trace contextRef="#ctx0" brushRef="#br0" timeOffset="4150.85">15588 1575 47 0,'0'0'93'15,"0"0"16"-15,0 0 8 0,0 0 12 0,0 0 11 16,-38 4 3-16,18 4 7 0,-2 1 4 0,-1 0 2 15,-2 4 2-15,2 6-2 0,-8-6-6 0,6 1-8 16,3 2-19-16,-1 2-7 0,2-3-12 0,1 3-8 16,2 0-10-16,6-3-7 0,4 3-5 0,1 0-8 15,6-3-2-15,-1 6-3 0,4-6-6 0,3 3 2 16,3-3 1-16,2 0-11 0,5 0-4 0,-2-2-2 16,3-1-5-16,9 0-4 0,2-5-6 0,6-2-8 15,0 0-19-15,-3-3-22 0,8-4-22 0,3-4-15 16,-11-2-20-16,0-5-8 0,5-2-13 0,-7-3 2 15,1 2 3-15,5-13 4 0,-5-3-7 0,1-2-11 16,-2-5-2-16,-5 2-2 0,-1-7-10 0,0 5-10 16,-1-1 10-16,-13 1 28 0,4 5 31 0,-10 6 43 15,-1 0 48-15,-1 3 39 0,0-2 33 0,0 8 15 16,0 4 10-16,-3-3 8 0,3 7 18 0,-5-1-12 16,5 2-7-16,-7 1-12 0,7-2-15 0,-1 9-11 15,-6-3-14-15,7 5-6 0,0 0-9 0,0 0-8 0,-20 7-2 16,19 5-6-16,-1-1-6 0,-3 4-4 0,5 4-3 15,0 5-2-15,5 3-2 0,-3-1-4 16,-2 2 0-16,6 4-4 0,2 6-4 0,-1 4-2 16,1-3-4-16,-1-11-1 0,1 11-7 0,0-9-6 15,-1-3-2-15,0 1-3 0,4-1 1 0,-2-1-1 0,-1-11-5 16,-2 3 3-16,1-4 3 0,-5-6-2 0,1 0 0 16,4-2 2-16,-1-5 3 0,-6-1 12 0,0 0 11 15,19-8 18-15,-15 0 13 0,3-4 16 16,3-2 13-16,-2-2 12 0,1 3 16 0,1-7 12 0,3-5 12 15,-5 6 3-15,4 2 1 0,-2-5-3 0,1 6-8 16,-3 1-7-16,-1 3-8 0,-2 1-12 0,7 3-10 16,-9 1-7-16,4 2-13 0,1-2-13 15,2 6-5-15,0 1-8 0,-10 0-5 0,16 6-6 0,-4 0 0 16,-2 5-5-16,5 5-15 0,-2-4-20 0,0 4-19 16,-1 3-28-16,4 0-36 0,-1 2-29 0,3 0-22 15,-4 0-22-15,-1 5-28 0,2-3-48 0,-7-6-47 16,4 1-46-16,-7-2-291 0,1 3-677 0,-6-3 301 15</inkml:trace>
  <inkml:trace contextRef="#ctx0" brushRef="#br0" timeOffset="4983.1">10616 2987 202 0,'-27'1'265'0,"6"0"-8"15,3 2-8-15,-1-1-22 0,8-1-15 0,-1-1-20 16,4 2-13-16,8-2-20 0,-15 3-15 0,8-1-12 15,7-2-12-15,0 0-6 0,0 0-7 0,-1 7-6 16,1-7-2-16,15 6-1 0,0-2 9 0,8 0-9 16,7 2-3-16,14-5-5 0,8 0-6 0,7-2-4 15,29 1-1-15,6-7-5 0,10-4-1 0,50-1-1 16,4-3 0-16,4 0 1 0,13 2 11 0,7-6-1 16,4-5 3-16,4 8-2 0,10-2-2 0,4-6-7 15,6-3-1-15,2 6-1 0,-2-4 3 0,-8 2-10 16,8-1-2-16,-8 3-2 0,-3-1 4 0,-2-1-13 15,-5 0-4-15,-15 1 2 0,-5 2-7 0,-11-2-5 16,-7 2-2-16,-2 4-3 0,-50 4-2 0,3 0 0 16,-1 1-9-16,-3-4 1 0,-8 11-3 0,-6-4-2 0,-22 0-4 15,-5 0 2-15,-11 5 2 0,-2-3-2 16,-13 3-8-16,-6-1 0 0,-4-3 6 0,-8 3-1 16,-4 4 2-16,-2 0 0 0,0 0 4 0,-10 0-7 15,18-1-3-15,-15-1 0 0,-3 2-1 0,12-1-2 0,-12 1 1 16,0 0-3-16,0 0 1 0,0 0-12 0,0 0 8 15,16 1-2-15,-16-1 1 0,0 0-2 0,0 0-1 16,0 0 3-16,0 0-3 0,0 0-1 16,0 0-3-16,0 0-7 0,7-5-12 0,-7 5-20 0,0 0-17 15,0 0-29-15,0 0-27 0,0 0-32 0,0 0-29 16,0 0-41-16,0 0-49 0,0 0-73 0,0 0-324 16,0 0-721-16,0 0 319 0</inkml:trace>
  <inkml:trace contextRef="#ctx0" brushRef="#br0" timeOffset="24581.73">4752 3920 246 0,'-7'-8'311'0,"5"-1"-11"16,-4 3-10-16,4-1-13 0,-3 0-10 0,-3 2-13 0,5-2-14 15,-1 0 16-15,-2 2-34 0,6 5-10 0,-5-7-21 16,1 6-20-16,4 1-23 0,0 0-17 0,-8-7-16 16,8 7-10-16,0 0-10 0,-20 12-18 15,15-4 2-15,-6 6-12 0,1 1-3 0,-4 1-4 0,6 0-4 16,-7 6-4-16,4 0-8 0,1 0 5 0,3 4-8 16,1-1-3-16,-1 1-9 0,0-2-1 0,7 2-2 15,-1-6 0-15,-1 2-4 0,5-3-8 0,4-2 0 16,4 1 1-16,1-2-4 0,3-3-1 0,-2-1 1 15,7-1 4-15,8 0-6 0,-1-6-4 0,7-3 2 16,-4-2-2-16,0-2-2 0,5-5-1 0,-4-2 0 16,-1-3 2-16,0-1 1 0,0-4-3 0,-7 0 4 15,-2-2 1-15,1-2-2 0,-4 0-3 0,-3-2 7 16,-5-4 1-16,0 3 3 0,1-3 3 0,-9 3 6 16,-2 4-3-16,0-6 7 0,-7-1 1 0,-1 4-5 15,-7-2 4-15,2 4-7 0,-2-2 1 0,0 7 0 16,-1 0-2-16,-1 2-2 0,-3 6 3 0,0-1-11 15,2 4-5-15,-2 0-8 0,2 3-18 0,-3 2-27 16,1 4-44-16,3 1-29 0,-3 3-22 0,-1 4-35 16,4 3-32-16,2-1-36 0,2-1-44 0,5 2-56 0,1 1-208 15,6 1-603-15,-4 0 267 0</inkml:trace>
  <inkml:trace contextRef="#ctx0" brushRef="#br0" timeOffset="25014.94">5179 3864 26 0,'6'-5'230'0,"-6"5"-18"15,0 0-14-15,0 0-14 0,0 0-16 0,0 0-12 0,17 11-11 16,-12-8-17-16,5 3-8 0,-5 0-12 0,3 3-15 16,0 0-9-16,5 5-6 0,-3-2-10 15,4 3-5-15,-3-2-3 0,1 4-6 0,-1-3-3 16,-2 4-8-16,-1 2-4 0,4-5-2 0,-4 1-6 0,2 4-4 16,-4-5 2-16,-1-1-3 0,-1 3-4 0,4-9 0 15,-8 6-2-15,5-7-1 0,-3 2 7 0,1-3 14 16,2 3 20-16,-5-6 26 0,0-3 26 0,0 8 29 15,0-8 21-15,0 0 31 0,0 0-14 0,0 0 3 16,0 0-5-16,0 0-7 0,0 0-11 0,-10-20-8 16,5 6-10-16,5 6-16 0,0-7-11 0,0-4-11 15,0 0-10-15,5-1-10 0,-3 3-14 0,6-3-10 16,-8 2-13-16,6 0-12 0,1 2-28 0,0-1-40 16,3 0-37-16,3 4-50 0,0-3-27 0,0 5-28 15,2 0-35-15,0 3-42 0,-5 3-48 0,3 2-46 16,2 0-252-16,-5 3-648 0,3 3 287 0</inkml:trace>
  <inkml:trace contextRef="#ctx0" brushRef="#br0" timeOffset="25465.17">5884 3810 168 0,'0'-6'227'16,"0"0"4"-16,-2-2 0 0,2 8-7 0,-5-9-13 16,5 2 4-16,-2 1-22 0,-2 0-11 0,2 0-10 15,-5 0-17-15,6 0 1 0,-4 3-28 0,-2-2-13 16,7 5-12-16,-8-1-12 0,8 1-7 0,-14-1-12 16,14 1-11-16,-23 5-1 0,15-1-8 0,0 2-10 15,-5 4 1-15,4-1-4 0,-4 1-6 0,0 5-4 16,4 0-7-16,1 1-2 0,2-1-1 0,-3 2 1 15,4 3-5-15,4-3 1 0,-1 2 9 0,2 6-16 16,2-6 1-16,-1 1-2 0,6 6 2 0,3 0-2 0,1-4 1 16,3 0-2-16,1 4-1 0,1-1-1 0,4 1 2 15,3-2-2-15,5 7-4 0,-6-8 5 16,1 1-2-16,0-2 3 0,-1 1-5 0,1 0 1 16,-2-4 3-16,-1 5-7 0,-3-5-1 0,-2 1 5 0,0-4 0 15,-9-4 0-15,3 5 6 0,-3-4 1 0,-6-1 13 16,0-1 19-16,0 1 19 0,-5 0 23 0,-5-3 8 15,-3 1-1-15,-5 2-2 0,-4-4-5 16,-6 4-16-16,-3-5 11 0,-2 1-20 0,-1-4-8 0,-2-1-24 16,1 1-35-16,6-4-42 0,-1 0-48 0,2 0-41 15,-1 0-73-15,15-7-92 0,-3 3-302 0,2-4-655 16,8-5 290-16</inkml:trace>
  <inkml:trace contextRef="#ctx0" brushRef="#br0" timeOffset="25949.24">6567 3933 261 0,'0'0'279'0,"0"0"-28"0,0 0-27 0,0 0-17 15,0 0-25-15,0 0-19 0,0 0-19 0,0 0-11 16,-5 16-14-16,5-16-13 0,-5 13-2 0,5-8-18 16,-1 3-7-16,2 1-7 0,-1-3-1 0,4 5-12 15,-3-6-6-15,-1 0-2 0,7-1-6 0,-7 2-6 16,7-1-2-16,-7-5-1 0,1 4-4 0,-1-4 1 16,7 7 4-16,-1-6 5 0,-6-1 8 0,0 0 8 15,0 0 0-15,0 0-3 0,14-8 4 0,-14 8 1 0,3-12-2 16,-5 8 3-16,2-2 1 0,0 6-12 0,-6-14-1 15,6 7-2-15,0 1-5 0,-7 0-3 16,4 0-11-16,-2 1-10 0,-2 1-8 0,-1-2-37 0,1 1-29 16,7 5-40-16,-15 0-45 0,15 0-58 0,-9-2-58 15,9 2-239-15,-14 5-537 0,14-5 238 0</inkml:trace>
  <inkml:trace contextRef="#ctx0" brushRef="#br0" timeOffset="26315.55">7233 3553 267 0,'0'0'245'0,"0"0"-31"15,0 0-23-15,0 0-15 0,6 11-22 0,-6-3-10 16,0 4-18-16,0 0-13 0,7 4-12 0,-5 5-6 16,3 3-10-16,1 4-8 0,-1 1-3 0,0-2-8 15,0 3-7-15,3 9-4 0,1-10-5 0,-3 3-3 16,3-2-7-16,-8 2-2 0,7-1-3 0,-1-5-4 15,-2-1-1-15,7 1-5 0,-9-2-26 0,4 3-23 16,-1-8-22-16,-3-5-44 0,2 4-30 0,-1-11-43 16,1 3-44-16,-4-5-108 0,-1-1-340 0,0-4 150 15</inkml:trace>
  <inkml:trace contextRef="#ctx0" brushRef="#br0" timeOffset="26631.78">7173 3562 146 0,'-7'-7'379'0,"6"-2"-7"0,-2-2-11 0,3 6-13 0,0-3-12 16,-4 2-16-16,8-1-29 0,-4 7-26 0,3-10-26 16,-2 6-33-16,-1 4-13 0,9-11-17 15,2 9-24-15,-1 0-12 0,4-2-17 0,2 4-14 0,2 1-9 16,2-1-8-16,0 5-14 0,6 0-7 0,3 0-7 15,-10-1-9-15,10 9-7 0,-10-6-7 0,0 0-12 16,2 0-13-16,-6 0-18 0,0 5-6 0,0-3-5 16,-2 3-7-16,-5 2-3 0,-1-2 4 0,0-2-4 15,-6 3 1-15,-9 6-4 0,5-4-14 0,-2 1-10 16,-7-3-10-16,-3 4-26 0,-1 1-19 0,-6 4-19 16,7-2-23-16,-6-2-27 0,-2 0-36 0,8-3-52 15,0 0-37-15,0 0-208 0,2 1-548 0,-2 1 243 16</inkml:trace>
  <inkml:trace contextRef="#ctx0" brushRef="#br0" timeOffset="27298.11">7607 3929 298 0,'0'-7'279'0,"0"7"-14"0,0 0-21 0,1-10-24 16,-1 10-21-16,4-9-19 0,-3 4-19 0,-1 5-16 0,10-8-13 16,-1 4-14-16,-4 1-14 0,3 2-11 15,-2-2-9-15,4 2-5 0,0-1-8 0,-10 2-7 0,22 0-6 16,-12 2-7-16,0-1-7 0,3-1-5 0,-1 4-3 15,-1-4-5-15,1 7-5 0,1-4-1 16,-3 2-3-16,0 0-14 0,5 4-7 0,-2-3-8 16,2 3-5-16,-12 0-4 0,2 0-2 0,3 0-8 0,-3-1 0 15,2 2-2-15,-4-1-3 0,-3 1 1 0,4 2-2 16,-3-1 2-16,-2 1 4 0,-3-1-2 0,1 1 5 16,-4-4 1-16,2 0 2 0,2 3 4 15,-4-7 1-15,1 5 4 0,-1-3 0 0,1-3 3 0,4 2 1 16,2-5 2-16,-13 3 6 0,13-3 8 0,0 0 7 15,0 0-3-15,0 0 2 0,0 0-1 0,-9-14 0 16,9 14-5-16,7-12 4 0,0 4-2 0,1 1-5 16,-1 2 1-16,1-6 1 0,5 4 0 0,-5 0-2 15,6-5-4-15,-6 6 1 0,5 0 2 0,-5 1-1 16,7 1-2-16,-8 1 1 0,3-2-2 0,-4 2 0 16,8 2 0-16,-6-1 1 0,-8 2 0 0,15 2-1 15,-15-2-1-15,21 6-1 0,-16-1 0 0,0-3 3 16,2 5-2-16,1-2 1 0,4 3 2 0,-6-1 1 15,4 1 6-15,2-2 11 0,4 2 1 0,-9 0 4 16,3-4 4-16,-2 0 4 0,6-1 4 0,-3-2 2 16,-1 3 3-16,5-4-2 0,-7 0 3 0,5-4 3 15,-3 1-2-15,2 2 5 0,-2-3 6 0,-3 0 6 16,2-1-1-16,-5-5 0 0,2 6-8 0,-4-4 3 16,-2-2-1-16,5 1-7 0,-5-2-2 0,-5 2-3 15,-2 2-9-15,2-1-1 0,-4-2-6 0,2 5-3 16,-3-2-17-16,-5-2-9 0,-1 6-3 0,1-3-37 15,-4 3-18-15,5 0-23 0,-8 6-25 0,5-2-27 16,-4 6-45-16,4-6-52 0,3 2-51 0,-1 3-191 0,1-3-513 16,4 4 228-16</inkml:trace>
  <inkml:trace contextRef="#ctx0" brushRef="#br0" timeOffset="27781.53">8307 3440 286 0,'5'-7'279'0,"-5"7"-19"0,0 0-41 16,3-3-22-16,-3 3-21 0,0 0-15 15,0 0-19-15,0 0-15 0,15 15-2 0,-10-5-19 0,-3 0-13 16,3 1-3-16,5 4-12 0,-5-3-7 0,1 6-9 15,2-2-3-15,-1 4-9 0,-2 7-4 0,2-2-4 16,3-8-3-16,-7 2-5 0,4 6 5 0,-1 0-9 16,-3-8-4-16,4 2-3 0,-2-3-2 0,-2 0-1 15,4-2-2-15,0-2-1 0,-6-3-1 0,3 1-6 16,-1-5 4-16,0 4-4 0,2-6 4 0,-5-3 8 16,3 6 13-16,-1 0 12 0,-2-6 8 0,0 0 1 15,10 7 6-15,-10-7-7 0,5 0-3 0,-5 0-4 16,0 0-3-16,17 0-6 0,-17 0 2 0,19-5-9 15,-9 3-6-15,4 1 0 0,-1 1-4 0,-3-4-3 16,10 1-2-16,-5 5-3 0,-1-4 0 0,1 2-3 16,0 0 1-16,2 0-6 0,1 3 5 0,-8 1-4 15,3-3 0-15,-3 2-4 0,0-3-3 0,-2 7 3 16,-1-2 1-16,-2-2 0 0,3 5 0 0,-6-1-3 16,-4 1 4-16,-3-1-4 0,-1 5 3 0,-8 1 1 15,1-2-2-15,-3 1-7 0,-6 4-21 0,-3-1-25 16,-1 2-34-16,-14 3-35 0,-1-3-58 0,9-2-71 15,-16 4-271-15,0-3-561 0,-5 3 248 0</inkml:trace>
  <inkml:trace contextRef="#ctx0" brushRef="#br0" timeOffset="28631.57">4831 4907 226 0,'-13'1'289'0,"5"-1"-23"16,8 0-18-16,-14 0-20 0,6 4-23 0,8-4-6 15,0 0 6-15,0 0-3 0,36 0-4 0,7-4-8 16,12 1-11-16,26-2-9 0,14 1-11 0,-1-8-8 16,52-3-8-16,-41 3-8 0,58-3 6 0,1 4-12 15,6 3-9-15,2-4-13 0,4-2-2 0,2 2-11 16,-10 3-9-16,5-3-9 0,-7 3 1 0,-2 3-6 16,0-8-8-16,-11 5-10 0,0 2 0 0,-49 2-5 15,43-5-1-15,-51 9-7 0,5-3-1 0,-1-1-2 16,-6-2-6-16,0 4 7 0,-6-2-10 0,-23 0-2 15,-4 0-6-15,3 4-10 0,-9-5 11 0,-5 4-2 0,-16 1-1 16,-2-1-5-16,-11 2 25 0,-4-1 16 0,-2-3 10 16,0 4 2-16,-7 0 5 0,-8 0 2 0,20 0 1 15,-15-2-6-15,-5 2 0 0,10-1-7 0,-10 1-12 16,0 0-11-16,10-8-23 0,-10 8-22 0,0 0-37 16,0 0-47-16,0 0-47 0,0 0-57 0,0 0-44 15,-24-8-54-15,24 8-71 0,-14 0-72 0,-1 0-220 16,0 0-711-16,-3 0 315 0</inkml:trace>
  <inkml:trace contextRef="#ctx0" brushRef="#br0" timeOffset="33315.1">2322 5779 193 0,'0'-8'294'0,"0"-2"-6"0,0 3-13 0,0-3 6 15,-2 0-22-15,-3 3-8 0,5 0-10 0,-6-4-3 16,-1 4-9-16,4-2-18 0,-4-2-6 0,0 5-17 15,-6-2-12-15,5 3-18 0,0-4-14 0,-4 7-17 16,-6-3-16-16,1 4-13 0,-3-1-8 0,1 4-7 16,-1-1-10-16,-2 1-7 0,2 3-9 0,0-3-7 0,6 1-3 15,-3 5-9-15,2-2-2 0,9-3-11 16,-4 0-6-16,5 0 2 0,3 6-4 0,-5-5-5 16,7 3-1-16,7-1-8 0,0 1 8 0,3 3 2 0,11-2-6 15,7 1 5-15,4 1-6 0,-4-1-2 0,15 2 12 16,-2 1-15-16,-9 0-2 0,-1 0 4 0,2-2-2 15,-6 2 9-15,2 0-10 0,-5 2-6 16,2 1-2-16,-9-2 0 0,-1-2-6 0,1 0 0 0,-6 2 0 16,3-2 2-16,-8-1-4 0,1-1 5 0,-1 4-2 15,-1 2 6-15,-6-4 0 0,1-2 3 0,-4 3 1 16,-2-2-5-16,-1-2 4 0,-1 3 1 0,-5 1 4 16,4-5-1-16,-4 1 1 0,-8 0-8 0,2 1 10 15,0-1 3-15,-1-1-12 0,3-5 7 0,-6 3 1 16,3-5 0-16,10 0-1 0,-1-5 2 0,-6 2-8 15,7-1-15-15,0-4-27 0,5 1-25 0,-1-5-35 16,6 2-34-16,0-7-42 0,6 2-53 0,9-8-44 16,2-1-27-16,-1 1-220 0,6 3-568 0,-2-5 251 15</inkml:trace>
  <inkml:trace contextRef="#ctx0" brushRef="#br0" timeOffset="33565.08">2678 5602 118 0,'3'-9'245'0,"-3"9"-15"16,2-3-28-16,-2 3-17 0,0 0-19 0,0 0-19 15,0 0-11-15,0 0-14 0,0 0-8 0,8 19-9 16,-1-11-4-16,-2 3-6 0,-4 5-6 0,7-2-9 16,-1 3-4-16,1 2-11 0,7 5-5 0,-8 0-7 15,6 1-4-15,0-1-5 0,-4 2-4 0,6-1-3 16,-4-2-3-16,4 7-1 0,3-2-4 0,-6-5-6 15,1 1-2-15,0 2-4 0,-4-3-15 0,-1-6-21 16,3 1-15-16,-4-3-24 0,0 0-32 0,-4-3-14 0,-1-4-26 16,-2-3-21-16,0-5-29 0,-2 8-146 15,2-8-352-15,-7 2 156 0</inkml:trace>
  <inkml:trace contextRef="#ctx0" brushRef="#br0" timeOffset="34297.62">2880 5925 50 0,'28'1'73'0,"0"-1"0"16,-8 4-8-16,3-8 20 0,-2 4-23 0,1-3 3 16,4 3-1-16,-4-2-9 0,-2 0 5 15,1-4-6-15,-2-3 17 0,-5 3-8 0,3 3 1 0,-2-6-1 16,-2-1 8-16,0 2 6 0,-6 0 5 0,-2-2 9 15,2 2-2-15,-4-2-5 0,0 1 2 0,-3-3-3 16,0 4 9-16,-1 0 0 0,-1-3 8 0,-3 3-7 16,0 1 1-16,0 1-13 0,-2 0-10 0,1 3-5 15,-6 1-9-15,12 2 0 0,-21 2-12 0,11 0-3 16,-5 5-6-16,0-1-2 0,3 6-6 0,-3-2-1 16,-1 2-4-16,8 7-2 0,-6-4-4 0,6 0-1 15,-5 2-2-15,8 3-1 0,2-1 1 0,-4-4-4 16,5 4-4-16,2-3-2 0,2-1 3 0,-2-1-7 15,7 0-6-15,-4-4 2 0,7-2 2 0,-8-3-3 16,6-1-2-16,3-1 0 0,-2 1-7 0,-9-4-4 16,24-4-5-16,-12 1 2 0,5-4-2 0,-2 0 1 15,-2-6 2-15,2 6 4 0,0-2-1 0,-1-3 4 16,0 1-5-16,-4 2 5 0,3-2 3 0,-5 2 1 16,0 1 1-16,-1-1 4 0,0 4-2 0,-2-2 2 15,0 1 4-15,-5 3-4 0,0 3-2 0,10-3 1 16,-10 3 3-16,0 0-1 0,0 0-3 0,0 0 2 15,14 7-1-15,-7 0 1 0,-4 0 1 0,-3-1 1 16,2 0 3-16,5 4-2 0,-6 1 0 0,6-4 3 0,0 5-1 16,1-7-1-16,-2 2-3 0,3 1 0 15,-3-5 8-15,6 1-8 0,-4 0 4 0,0-3-5 16,6 2 2-16,-6-3-1 0,-8 0 3 0,23-4 3 16,-16 0-3-16,1-1-2 0,-1-2 4 0,4 0-1 0,-6-4-2 15,5 9-1-15,-5-8 7 0,0 2 2 0,2-1 5 16,-1-1 3-16,-2 2 2 0,1 1 2 0,-2-2-5 15,2 5 1-15,3-4 0 0,-5 5-5 16,-1-4 3-16,1 2-2 0,-3 5-1 0,12-4-2 0,-5 0-5 16,-7 4 3-16,15 0 1 0,-9 5-3 0,2-3-1 15,2 3 1-15,-1-2 0 0,4 4-2 0,2 2-7 16,-4-6 8-16,4 10-6 0,-3-1-4 0,1-2-7 16,2 0-8-16,-2 5-11 0,-3-6-6 0,2 1 1 15,-6 0-6-15,-2-5-7 0,2 4-12 0,-1-1-7 16,-3-1-4-16,3 0 5 0,-5-7-2 0,2 5-33 15,-2-5-19-15,0 0-15 0,0 0-16 0,0 0-102 16,0 0-276-16,0 0 122 0</inkml:trace>
  <inkml:trace contextRef="#ctx0" brushRef="#br0" timeOffset="34515.49">3807 5458 227 0,'0'0'246'0,"-4"-7"-31"0,4 7-19 16,0 0-22-16,0 0-18 0,0 0-13 0,-10 19-14 16,10-7-7-16,0 6-4 0,2 2-3 0,6 4-16 15,-4 2-8-15,0 5-11 0,8-1-5 0,0 7-8 16,-4-5-5-16,4-2-6 0,2 7-3 0,6-1-5 16,-6-4-6-16,-1-3 3 0,-2-1-19 0,4 1-18 15,-2-2-17-15,-3-5-35 0,5 4-32 0,-5-11-35 16,0-2-38-16,-2-2-43 0,-1-4-144 0,0 1-363 15,-6-4 161-15</inkml:trace>
  <inkml:trace contextRef="#ctx0" brushRef="#br0" timeOffset="34681.85">3797 5744 30 0,'0'0'143'0,"0"0"-14"0,0 0-18 0,14-2-5 0,-14 2-10 15,20 6-10-15,-6 0-1 0,4 0-18 16,3 1-7-16,1 1-28 0,8-2-40 0,-2 0-50 0,3-2-89 16,-3 1-158-16,0-2 69 0</inkml:trace>
  <inkml:trace contextRef="#ctx0" brushRef="#br0" timeOffset="35081.1">4803 5514 216 0,'-15'-5'320'0,"7"4"-24"16,8 1-19-16,-22 0-16 0,16 0-23 0,-9 4-12 16,6-2-33-16,-5 4-18 0,0-2-15 0,1 3-16 15,1 1-15-15,4 0-15 0,-3 0-3 0,4 0-18 16,0 3-9-16,4-2-13 0,0 1-8 0,1 2-2 15,2 2-9-15,2-1 6 0,4 2-14 0,3-3-3 16,2 4 6-16,2 0-10 0,4-4-4 0,-2 3-7 16,8 0-2-16,0 0 1 0,4 0-3 0,-4-2 8 15,-8-1-12-15,15 3-4 0,-14-4 0 0,1-2 0 16,-1 3-6-16,-1-3 0 0,-2-1 4 0,-3 0-7 16,-1-3 1-16,-1 6-2 0,-3-7 6 0,0 5-7 15,-7-2 4-15,-1 0 2 0,1 1 7 0,-6-3-10 16,-5 2-2-16,-6-4-2 0,3 5 4 0,-2-2 0 15,-2-4-3-15,-2 2 9 0,1-1-24 0,4-2-14 16,-1-1-20-16,3 0-15 0,-1 0-17 0,2-2-27 16,14 2-27-16,-15-8-34 0,14 1-39 0,1-3-24 15,1-2-38-15,11-4-156 0,-9-2-456 0,11-6 202 16</inkml:trace>
  <inkml:trace contextRef="#ctx0" brushRef="#br0" timeOffset="36264.19">5121 5404 160 0,'0'0'224'16,"0"0"-14"-16,0 0-22 0,0 0-8 0,0 0-7 0,-9 15-8 15,9-6-10-15,0 2-2 0,0 1-6 0,0 0-13 16,0 6-8-16,0 1-9 0,5 1-15 0,-1-1-10 16,1 5-8-16,-4 2-5 0,11-2-8 15,-2 2-7-15,1 2-5 0,-2 0-2 0,1-1-10 0,1 0-2 16,1 3-4-16,-1-7-6 0,-1 4-3 0,0-3-6 15,0 0-7-15,-3-5-28 0,-1-4-17 0,-2-1-16 16,2 3-20-16,-6-9-14 0,0 3-5 0,0-3-15 16,0-4-18-16,0-4-9 0,-6 4-20 0,6-4 8 15,0 0-4-15,0 0 9 0,-22-10 11 0,17 3 5 16,-1-3 7-16,1 3 8 0,0-10 6 0,-2 10 6 16,4-8 11-16,1 0 1 0,-1 3 11 0,3 0 12 15,0-3-3-15,0 6 14 0,5-3 7 0,-4 1 10 16,8 1 3-16,-4 1 3 0,3 1 0 0,4 1 11 15,-3 2-9-15,1-2 10 0,2 4 0 0,5-3 4 16,-3 3 2-16,5-1 3 0,-1 0 4 0,-3 0-1 16,0 3 6-16,0-2-8 0,3 3 11 0,-2-4 8 15,-6 1 5-15,3 2-7 0,2-2 7 0,-8 3 9 16,3-4 10-16,0 2 12 0,-2-3 9 0,0 3-3 16,-1-3 10-16,-5-1 14 0,4 3 4 0,1-1 7 15,-7 4 12-15,7-8-3 0,-6 5-5 0,-1 3-5 16,0-9-7-16,0 9-4 0,0 0-7 0,-15-6-6 15,15 6-7-15,-13 0-12 0,13 0-1 0,-13 6-8 16,3-5-3-16,-7 10-7 0,-1-2 1 0,3 1-7 16,0 4 0-16,0-4-5 0,9 7-4 0,-9-4-1 0,7-1-2 15,-1 5-3-15,3-3 0 0,2-1-1 16,-1-4-2-16,4 4 0 0,2-5-1 0,1 3 0 16,1-3-1-16,2-1 3 0,0 1-3 0,2-3-2 0,3-2 2 15,0-2-3-15,-10-1 0 0,26-1-2 0,-17-2-1 16,4-2-1-16,-7 2 4 0,9-4-2 0,-6-2-1 15,2 1-3-15,1 0 4 0,-7 0-2 16,3-1 2-16,-3-1-2 0,2 2-1 0,-6-1 5 0,6 0 14 16,-5 1 15-16,-2 1 4 0,5 2 11 0,-4-2 10 15,6 2-2-15,-7 5-7 0,3-7-6 0,-3 7-7 16,3-4-10-16,-3 4-8 0,0 0 6 0,0 0-7 16,0 0-5-16,0 0 4 0,0 0-4 0,7 16-1 15,-4-9-1-15,-1 1-1 0,3 1-2 0,0 1-7 16,0-1-1-16,-2 1-1 0,10 3-6 0,-3-2-5 15,4 0-5-15,1 0-4 0,1-2-3 0,-1 0-9 16,-2-3 4-16,4 2-13 0,-2-5-11 0,0-1-6 16,-4-2-11-16,1-2-16 0,1-1-6 0,-3-1-14 15,2 0-9-15,-4-4 2 0,0-2-12 0,4 1-5 16,-2-3 5-16,-10 0 9 0,6 0 4 0,-6-3 17 16,5 0 4-16,-2-3 12 0,-3 1 2 0,-3-10 11 15,3 5 8-15,-5-5-6 0,4-5 10 0,1 5 9 16,-5 0 8-16,1 0 25 0,-1-1 20 0,-3 2 29 15,3 2 24-15,2 5 31 0,-4 0 25 0,1 3 20 16,1 1 2-16,3-1-1 0,-3 8-3 0,2-3 2 16,-4 2-5-16,2 2-11 0,2 3-15 0,-2-3-9 15,3 0-16-15,2 7-17 0,-7-4 2 0,7 4-12 16,0 0-1-16,-3 18-10 0,6-9 0 0,-3 6-6 16,0-1 1-16,7 7-11 0,-7-2-5 0,7 8 1 15,-7-3-7-15,0 3 1 0,5 3-8 0,0-3 3 16,0 1-2-16,3-1-2 0,-1 2-5 0,-1-2 5 15,-4-5-9-15,4 5 10 0,1-7-11 0,0-1-2 16,3-1 4-16,-5-2-3 0,4-1 2 0,-4-2-4 0,4-3 5 16,-3-1-7-16,3-2 3 0,-3 1 0 15,7-3 1-15,-3-5 0 0,4 3 1 0,-1-6-4 16,0 1 0-16,2-1 3 0,-2-2-2 0,1 3 2 0,-3-4 10 16,-1 0-10-16,0 1-1 0,0-2 0 0,-2 3 4 15,-1-3-4-15,-4 6 2 0,4-5-2 0,-1 1 7 16,-1 1-1-16,-5 4 4 0,0 0-1 0,9-4-6 15,-9 4 13-15,0 0-17 0,0 0 0 0,0 0-2 16,0 0 4-16,0 0 0 0,0 0-1 0,-4 16-2 16,3-9-1-16,1 1 3 0,0-1-1 0,1-2 4 15,3 2-4-15,-3 1-1 0,4 1 6 0,0-2 2 16,5 1-3-16,2-1 0 0,-6 1 3 0,8-4-9 16,0 3-6-16,1-4-11 0,7-3-29 0,-1 0-31 15,-4 0-34-15,3-3-41 0,-2-2-43 0,2 1-45 16,0-6-42-16,-9-2-146 0,4 2-468 0,-3-2 207 15</inkml:trace>
  <inkml:trace contextRef="#ctx0" brushRef="#br0" timeOffset="36447.64">5824 5586 217 0,'0'0'276'0,"0"0"-27"0,0 0-23 0,0 0-21 15,0 0-20-15,0 0-21 0,0 0-16 0,25-9-11 16,-13 9-18-16,-2-2-20 0,3 1-42 0,0 1-59 16,4 0-86-16,-1-3-83 0,-3 3-133 0,4-1-329 15,1 2 146-15</inkml:trace>
  <inkml:trace contextRef="#ctx0" brushRef="#br0" timeOffset="36917.28">6531 5772 37 0,'7'7'331'0,"-7"-7"-19"0,0 0-25 0,0 0-21 15,0 0-26-15,0 0-17 0,1 4-25 0,-1-4-25 16,0 0-12-16,0 0-18 0,2 5-13 0,-2-5-14 16,0 0-10-16,5 7-9 0,-5-7-14 0,0 0-4 15,1 3-7-15,-1-3-4 0,7 4-9 0,-7-4-7 16,0 0-12-16,8 4-5 0,-8-4-1 0,0 0-8 16,0 0-13-16,0 0-11 0,0 0-26 0,0 0-19 15,7-15-6-15,-7 15-3 0,0-7-1 0,0 7-5 16,-7-12-3-16,7 4-6 0,-1 0-18 0,-3-1-14 15,3-1-5-15,-3 3-3 0,-1-2-14 0,-1 1-23 16,4-2-37-16,-3 2-176 0,-3 4-385 0,1-5 172 16</inkml:trace>
  <inkml:trace contextRef="#ctx0" brushRef="#br0" timeOffset="37297.43">6498 5556 59 0,'0'0'300'0,"0"0"-17"15,0 0-28-15,0 0-16 0,0 0-23 0,-15 0-20 16,15 0-24-16,0 0-16 0,0 0-16 0,0 0-13 15,0 0-12-15,0 0-16 0,0 0-7 16,0 0-7-16,0 0-6 0,0 0-14 0,0 0-4 0,26 9-5 16,-16-6-5-16,-10-3-9 0,15 0 0 0,-15 0 1 15,13 0-9-15,-13 0-5 0,10-3-6 0,-10 3 0 16,12-3-3-16,-5-1 0 0,-7 4 0 0,8-7-4 16,-8 7-1-16,0-4-1 0,0-2-3 0,0 6-2 15,0 0 2-15,-7-12-5 0,7 12 2 0,-1-8-8 16,-6 4-2-16,7 4-16 0,-7-3-23 0,7 3-23 15,0 0-29-15,-15 0-12 0,15 0-36 0,0 0-43 16,0 0-53-16,-13 3-155 0,13-3-424 0,-8 4 188 16</inkml:trace>
  <inkml:trace contextRef="#ctx0" brushRef="#br0" timeOffset="38465.04">6984 5541 230 0,'0'0'319'0,"0"0"-13"0,0 0-5 16,0-14-7-16,0 14-1 0,5-7-12 0,-3-1 4 15,1 1-26-15,-1-1-19 0,0 4-8 0,1-7-12 16,-1 4-14-16,-1 0-20 0,-1-3-14 0,2 2-15 16,1-3-11-16,-1-1-13 0,-2 0-15 0,2 3-8 15,3-1-12-15,-5-1-13 0,0 3-1 0,1-4-8 16,1 0-11-16,1 5 3 0,0-2-9 0,-3 2-6 16,5-1 1-16,-3 4-9 0,0-3-4 0,-2 7-3 15,5-7-5-15,-5 7 1 0,0-6-12 0,0 6-3 16,0 0-2-16,0-6-10 0,0 6-5 0,0 0 2 15,0 0-3-15,0 0 4 0,0 0-3 0,15 16-3 16,-14-8 1-16,8 1 0 0,-5 4 3 0,1 2-5 16,-3 2 1-16,6 0-1 0,-1 2 6 0,1 1-8 15,-6-4 4-15,10 4 1 0,-9-1-2 0,3 2 1 16,1 1 0-16,0-2 1 0,1-1 1 0,-1 1-1 16,-1-2 1-16,-2 0-5 0,0-1 1 0,-2 1 5 15,3-4-8-15,-5 0-2 0,2 2 5 0,3-5-7 0,-4 0 14 16,-1-2-3-16,5-1-3 0,-5 3 0 0,2-5 2 15,-2 1-2-15,7-1-1 0,-6-2 2 16,-1-4 0-16,0 12-1 0,5-11 0 0,-3 5-1 0,5-1 0 16,-7-5 2-16,0 4 0 0,0-4 0 0,6 4 2 15,-6-4-5-15,7 7 5 0,-7-7-6 0,3 4-1 16,-3-4-8-16,0 0 1 0,7 1 8 0,-7-1-10 16,0 0-1-16,0 7-4 0,0-7 2 0,0 0 2 15,0 0 2-15,0 0-1 0,0 0 0 0,0 0 2 16,0 0-2-16,0 0 2 0,-10 7 3 0,3-6 2 15,7-1-1-15,-20 2 2 0,12 1 3 0,0 0-2 16,-6 0-1-16,6-2 1 0,-2 2 2 0,-1 1 3 16,-4-3 1-16,7 2-2 0,-4 0 8 0,4-2-1 15,1 6 1-15,7-7 1 0,-12 0 2 0,12 0-3 16,0 0-7-16,-8 1 0 0,8-1 9 0,0 0-4 16,-10 3 4-16,10-3-4 0,0 0 2 0,0 0 3 15,0 0-3-15,0 0 6 0,0 0-3 0,0 0 1 16,33 0-1-16,-33 0-1 0,27-4-2 0,-14 4 2 15,9-4-3-15,-6 1 2 0,6 3-2 0,-2-1 1 16,-4 1 0-16,4-3-6 0,-4 3-13 0,3-1-20 16,-9-1-21-16,9 2-7 0,-7-5-46 0,-5 5-26 15,4-1-34-15,-11 1-47 0,12 0-62 0,-12 0-75 0,10-3-306 16,-10 3-708-16,0 0 313 0</inkml:trace>
  <inkml:trace contextRef="#ctx0" brushRef="#br0" timeOffset="43447.06">2689 6633 184 0,'0'-7'235'0,"0"7"-4"15,0-11-3-15,0 5-8 0,0 6-15 0,-5-9-11 16,5 9-9-16,-1-8-18 0,1 8-18 0,-2-4-14 16,-5 1-16-16,7 3-9 0,-11 0-13 0,11 0-8 15,-23 6-9-15,13-1-7 0,-4-1-7 0,0 7-5 0,-6-6-7 16,5 5-7-16,-5-3-4 0,2 3-4 16,1 0-5-16,1-1-15 0,2 1-1 0,1-4-8 15,3 3 4-15,0-3-1 0,5 1-4 0,-5-2-1 16,5 2-3-16,0 1-1 0,5 0 1 0,0-2 2 0,0-1 1 15,7 0-1-15,1 1-3 0,2-1 1 16,2 1 0-16,3-4-3 0,1 3 0 0,-1-3-2 16,3 3 0-16,-6-3 12 0,1 3-10 0,-1-4-5 15,-2 3 1-15,0-2 0 0,-4 2-1 0,1 1-1 0,1-1-2 16,-1-1 5-16,-7 4-6 0,0-7 4 0,0 13 0 16,0-6 0-16,-7 4 3 0,2-2-1 15,-8 3 2-15,0 2-1 0,0 1-1 0,-4 1 2 16,-3-3 1-16,9 6 2 0,-4-4 1 0,-5 3-2 0,5-2 3 15,2-3-3-15,3 6 0 0,-4-8 2 0,6 1-1 16,0 4 1-16,5-6-3 0,-1 2 1 0,4-4-1 16,4 0 5-16,-1 0 1 0,7 0 1 0,6-4 0 15,4 0 1-15,0-4-4 0,10 0 1 0,0 0 8 16,6-5-12-16,-4-2 1 0,-3 0-1 0,8-2 2 16,6-3-3-16,-5 0-4 0,-3-2 3 0,-6 2-6 15,1 2-3-15,0-3-3 0,-7-1 0 0,0 2 0 16,-4 3 2-16,-6-4 1 0,-2 5-1 0,-4-2 3 15,1 1-1-15,-1 3 0 0,0-1 6 0,-6 2-3 16,-1-3 3-16,0 8 0 0,2-8-1 0,-2 8 0 16,0 0-2-16,0 0 1 0,0 0 2 0,0 0-5 15,0 0 1-15,0 0 1 0,0 0-1 0,-17 17 4 16,17-8-4-16,0-3 2 0,0 3 0 0,0-2 2 16,2 1 3-16,3 2-5 0,-3-1 0 0,4 2 3 15,-4-4 1-15,4 4-5 0,1-2 7 0,1-2 0 16,-1 1-2-16,0 0 1 0,1-4 1 0,-1 0-3 15,1 1 1-15,-2-2-2 0,8-3 3 0,-14 0 4 16,15-1-5-16,-6-2 1 0,-4-4 6 0,2 2 6 16,0-2 6-16,-1-2 10 0,-2-2 9 0,1 3 6 0,-4-4 2 15,6 0 15-15,-4 1 15 0,2 1 17 0,-3-2 0 16,4 2 19-16,-4 4-16 0,3-5-3 16,-5 2-3-16,5 3-8 0,-3 3-13 0,-1-3-8 15,-1-2-6-15,0 8-6 0,9-5-8 0,-9 5-4 0,11-2 3 16,-1-1-19-16,-10 3-17 0,22 5-21 0,-9-4-25 15,2 3-22-15,1 4-27 0,7-2-28 16,-3 0-23-16,2 1-24 0,1 2-26 0,7 2-37 16,5-7-25-16,-7 4-18 0,-2-4-10 0,4 3-171 0,-2-6-489 15,-6 2 217-15</inkml:trace>
  <inkml:trace contextRef="#ctx0" brushRef="#br0" timeOffset="43847.77">3707 6883 90 0,'0'-5'168'0,"-6"-2"16"0,6 7 10 0,-10-10 6 15,3 7 14-15,0 0-15 0,1-3-12 0,-1 5-12 16,7 1-12-16,-15-5-15 0,15 5-5 0,-20 6-10 16,9-3-13-16,-4 4-11 0,-2 1-11 0,3 3-2 15,-5-1-14-15,3 2-15 0,1 3-2 0,0 0-7 16,2 0-9-16,3 0-3 0,3 1 4 0,-3 1-17 16,5 1 1-16,4 0-3 0,1-5-3 0,0 2-2 15,6 4-4-15,3-7-3 0,2 1-1 0,4-3-2 16,3-2-4-16,10-1-2 0,-8-2-9 0,13-3-6 15,-1-4-8-15,-2 2-10 0,4-6-3 0,-4-1 0 16,0-4 1-16,-7 0 8 0,5-2-5 0,-5-5 4 16,-1 3 0-16,-2-2 3 0,-5 1-1 0,-4-6 3 15,2-1 2-15,-6-4 2 0,0-3-1 0,-6 3 4 16,-2 0 1-16,2-3 4 0,-7 3 10 0,1 0 14 16,0 0 30-16,-2 5 8 0,-1-4 10 0,0 9 16 15,1 1 12-15,-1-5 16 0,3 6 0 0,-2 1 7 16,1 6-11-16,2-2-8 0,-1 5-14 0,2-2-12 15,-2 2-8-15,2 1-11 0,3 4-14 0,-7-4-8 16,7 4-10-16,0 0-13 0,0 0-14 0,2 21-4 0,-1-10-16 16,3 0-15-16,-3 8-17 0,6-3-16 15,1 3-18-15,-1 8-12 0,3-4-18 0,3 1-22 16,-3 3-33-16,3-3-49 0,4 0-52 0,4 2-244 16,-3-7-558-16,2 5 247 0</inkml:trace>
  <inkml:trace contextRef="#ctx0" brushRef="#br0" timeOffset="44247.24">4692 6457 60 0,'-5'-4'297'0,"-7"1"-13"0,1 0-20 0,3 3-26 15,8 0-9-15,-25 3-30 0,12 4-20 0,3-2-14 16,-7 2-17-16,5 5-13 0,-1 1-15 0,2 0-13 16,1-1-7-16,3 3-10 0,4-2-10 0,-2 2-6 15,5 3-9-15,0-1-3 0,6 1-7 0,1-6-4 16,1 7-1-16,9 4-8 0,-2-11 0 0,8 6-5 16,-2-1-3-16,1 1-3 0,1-4-3 0,2 0-4 15,-7-1 0-15,2-1-5 0,-3-2 1 0,-1 3-4 16,-1-3-5-16,-2-1 2 0,1 1-3 0,-6-1-1 15,-2-5 0-15,1 3 2 0,-7 0-1 0,0-2 1 16,-7 6-1-16,1-8-2 0,-4 3 1 0,-2-2 13 16,-4 7-16-16,-4-5 0 0,-2-3 1 0,-1 3-2 15,-5 2 2-15,-2-4-9 0,14 0-12 0,-6 0-16 16,6-3-17-16,-3 2-11 0,3-3-27 0,6 0-42 16,10 0-40-16,-12-8-39 0,9 0-30 0,3-1-192 15,3 1-461-15,4-10 204 0</inkml:trace>
  <inkml:trace contextRef="#ctx0" brushRef="#br0" timeOffset="44481.24">4947 6426 147 0,'0'-4'261'0,"0"4"-16"0,0 0-19 16,5-4-8-16,-5 4-20 0,0 0-20 0,0 0-14 15,0 0-7-15,0 0-5 0,3 22-5 0,-1-13-7 0,-2 2-11 16,3 3-8-16,-1 4-2 0,-1 0-9 0,3 3-7 15,1 3-8-15,1 3-10 0,1-1-8 16,3-1-10-16,-3 0-1 0,4 2-6 0,1 0-7 16,1-3-4-16,-3 2-7 0,3-1-1 0,2 0-18 0,-7-8-19 15,4 3-22-15,-2-3-26 0,5 0-29 0,-10-6-23 16,1 1-22-16,-4-5-27 0,6 0-24 0,-1-5-38 16,-2 5-21-16,-5-7-169 0,0 0-430 15,0 0 191-15</inkml:trace>
  <inkml:trace contextRef="#ctx0" brushRef="#br0" timeOffset="45446.98">5003 6789 53 0,'-6'-6'143'0,"2"0"12"0,-2 0 0 16,4-2-3-16,2 8-15 0,-5-7-14 0,5 7-11 15,8-6-10-15,1 4-12 0,-9 2-6 0,19 0-8 16,-7 0-12-16,6 0-5 0,-3-1-5 0,7 4-9 16,-1 2-3-16,2-1-1 0,5-2-4 0,-6-1-4 15,6 5-5-15,0-3-2 0,-8 1-1 0,2-1-4 16,1 1 0-16,-3-4-2 0,3 1-5 0,-7 2 4 15,-2-3-5-15,-1-3 0 0,2 3-1 0,-7 3 1 16,-8-3 17-16,13-4-5 0,-13 4 1 0,4-4-1 16,-4 4-3-16,0 0 1 0,0 0-5 0,0 0 6 15,0 0 1-15,-30 0 7 0,20 5-4 0,0-2-4 16,-2 0 5-16,2 1 2 0,-4 1-3 0,-1 2 5 16,3 0 0-16,2 1-3 0,-1-3-4 0,2 6 0 15,-1-7-2-15,5 7-4 0,-1-3 2 0,2 0-8 16,1 3 3-16,3-6 2 0,0 0 0 0,3 1 5 15,1 0-1-15,2 3-3 0,1-6-2 0,1-2 6 16,2 1-7-16,0-2-3 0,3 0 0 0,-3-2-1 16,4-1-4-16,0-1 0 0,1-7 1 0,2 7-1 0,-7-4-1 15,0 3 4-15,1-7 2 0,-2 4 11 16,-3 1 9-16,7-8 17 0,-6 3-3 0,1 2 5 16,-3 0 10-16,-3-1 8 0,0 0 7 0,6 0 7 15,-8 3 10-15,0 1 1 0,3 1 5 0,-3 0-8 0,0 6-11 16,2-5-9-16,-2 5-14 0,0-5-12 0,0 5 1 15,0 0-14-15,0 0-1 0,0 0-1 16,0 0-15-16,10 14-6 0,-10-7-15 0,0 0-11 16,0 2-10-16,10 2-9 0,-7-3-16 0,-3 6-8 0,12-2-4 15,-4 1-9-15,-6-5-6 0,4 3-14 0,2-3-10 16,-1 0-9-16,1-1-13 0,6-2-13 0,-4 2-20 16,-1-7-14-16,1 2-17 0,0-4-9 15,-10 2-3-15,25-5-3 0,-17-2 11 0,4 2 12 0,-2-3 10 16,-2 1 10-16,1-5-84 0,0-2-262 0,3 1 115 15,-4-1 1023-15,1-1-715 0,-1 0 14 0,-2-2 22 16,1 1 21-16,0-2 12 0,-4 0 27 0,2-6 7 16,-5 4 30-16,0-4 8 0,0 8 17 0,2-8 24 15,-4 5 28-15,2 0 27 0,-3 0 17 0,-2 4 8 16,0-1 17-16,3 5 15 0,2-1 3 0,-3 0-7 16,-1 3 0-16,4 0-2 0,0-1-12 0,-6 3-15 15,6 4-19-15,0 3-17 0,-2-10-22 0,2 10-16 16,0 0-9-16,-8 0-18 0,8 0-4 0,0 0-18 15,-7 13 9-15,7-4-10 0,0 2-2 0,0 3-8 16,0 2-14-16,0 2 11 0,2 2-14 0,-2 1 5 16,7 2-10-16,-1 3-11 0,-4 1-1 0,4-2-1 15,1 4-6-15,0-4 1 0,1 1-9 0,7-2 6 16,-8 0-5-16,6 0 3 0,-5-7-7 0,9 7 2 16,-3-9-13-16,-7 0-3 0,8 2 2 0,-2-6-1 15,0 1-3-15,-3-5 4 0,2 0 0 0,0-5 6 16,-1 5-3-16,-3-6 2 0,4-1 2 0,-2 0 1 15,-10 0 0-15,18-5 3 0,-11 0 8 0,6 0-10 16,-8 3 5-16,0-2 2 0,2 0-1 0,-2-3 0 0,0 2 4 16,-5 5 5-16,8-8 4 0,-7 6 2 0,-1 2 0 15,5-5 3-15,-5 5-5 0,0 0-1 16,0 0 5-16,0 0-6 0,0 0-3 0,0 0-2 16,0 0-5-16,-8 16 3 0,5-5-4 0,1-4 14 0,2-1-7 15,0 1-6-15,0 2 0 0,7 2 3 0,-4-7 1 16,4 8 1-16,1-4-2 0,4-3 5 0,-1 4 4 15,6-4-9-15,3 0 3 0,-7-2-14 16,7-3-19-16,-4 0-25 0,4-1-22 0,-3-7-38 0,-2 4-34 16,-1-5-38-16,3 1-34 0,-2-4-36 0,-2 0-36 15,-6-1-206-15,-1-3-540 0,-2-2 238 0</inkml:trace>
  <inkml:trace contextRef="#ctx0" brushRef="#br0" timeOffset="45615.6">5775 6643 261 0,'-12'0'319'0,"4"-1"-4"0,8 1 10 16,-10-3-8-16,3-3-24 0,7 6-29 0,0 0-26 15,0 0-22-15,0 0-22 0,0 0-22 0,22-7-20 16,-12 7-23-16,3 0-41 0,7-2-49 0,-4 1-56 16,4 2-73-16,-3-1-90 0,4 0-93 0,1-1-188 15,-1 2-498-15,7-1 220 0</inkml:trace>
  <inkml:trace contextRef="#ctx0" brushRef="#br0" timeOffset="45980.39">6615 6778 156 0,'0'0'312'0,"0"0"-12"0,-6 5-13 0,6-5-25 16,0 0-29-16,-4 6-18 0,4-6-27 0,-6 8-18 15,6-8-19-15,-5 12-14 0,3-7-14 16,-1 1-12-16,3 2-10 0,0 0-9 0,-5-4-14 16,5 4-4-16,0-1-7 0,0-1-4 0,0 0-7 0,0 3-6 15,0-3-7-15,0-6-1 0,5 9-1 0,-5-6-5 16,0-3-1-16,0 0-1 0,3 6 3 0,4-1 1 15,-7-5 8-15,0 0-2 0,0 0-6 16,0 0 4-16,0 0-3 0,13-14 6 0,-10 9-3 0,-3 2-7 16,0 3-1-16,7-12-3 0,-5 7-7 0,1-3-3 15,-3 2-1-15,2-2-12 0,-2 1-8 0,-2-1-26 16,2 8-38-16,-3-12-38 0,3 5-48 0,-4 1-55 16,4-1-62-16,-5 0-265 0,5 0-575 0,-6-1 255 15</inkml:trace>
  <inkml:trace contextRef="#ctx0" brushRef="#br0" timeOffset="46330.5">6534 6599 58 0,'-8'2'191'15,"8"-2"-4"-15,-7 8-9 0,7-8-17 0,0 6-19 16,0-6-15-16,0 0-1 0,0 0-16 0,0 4-9 16,0-4-1-16,0 0-8 0,5 7-1 0,-5-7-11 15,10 0-5-15,-10 0-10 0,0 0-4 0,22-8-6 16,-16 5-3-16,1-1-4 0,1 1-3 0,-1-1-1 16,-1-3 9-16,3 1 5 0,-9 0 7 0,6 1 4 15,-2-2 3-15,-1-1-2 0,-3 4 0 0,0 4-5 16,0-12 0-16,-3 6-7 0,-1-2-4 0,-2 4-7 15,1-4-5-15,-5 6-4 0,3-3-6 0,7 5-2 16,-15-5-5-16,7 4 4 0,8 1-22 0,-20 1-26 16,20-1-25-16,-15 4-27 0,7-3-36 0,0 4-38 0,8-5-49 15,-7 5-50-15,7 0-142 0,0 1-418 16,0-6 185-16</inkml:trace>
  <inkml:trace contextRef="#ctx0" brushRef="#br0" timeOffset="47180.88">7013 6459 245 0,'0'0'370'0,"0"0"-8"0,0-9-23 0,0 9-20 0,0 0-17 16,6-3-21-16,-6 3-27 0,0 0-23 0,0 0-19 16,0 0-35-16,0 0-24 0,0 0-12 0,0 0-16 15,0 0-9-15,13 13-17 0,-13-6-6 0,0 2-8 16,2-1-14-16,0 3-3 0,3 2-7 0,0 5-9 16,-2-1-2-16,-1 2-7 0,3-1 1 0,5 1-7 15,-9 0-2-15,2 2-14 0,4-5 8 0,-4 2-6 16,2 3-7-16,0-3 7 0,-5-2-6 0,7 0 4 15,-4 1-9-15,-3-8 6 0,7 3-6 0,-7-5 2 16,0 1-2-16,2-3-6 0,-2 2 6 0,0-7-1 16,6 8 6-16,-6-8 1 0,0 5 18 0,0-5 18 15,0 0 7-15,0 0-13 0,0 0 2 0,0 0 1 16,0 0-4-16,0 0-5 0,0 0-4 0,0 0-3 16,0 0-1-16,7-21 1 0,-7 13-9 0,0 1 0 0,0-4-3 15,0 2-1-15,5 2-3 0,-2-5-1 16,-3 1 2-16,0-2-6 0,3 2 4 0,-3-1-4 15,5-3 2-15,2 3-6 0,-7-3 6 0,7 2-2 16,-6-4-2-16,4 4-3 0,2-2-3 0,-6 4 1 0,6-2-2 16,-5 2 0-16,-2 1 1 0,6 0-3 0,1 0-3 15,-5-2 6-15,4 4-3 0,-1-3 1 16,4 3 3-16,-9 1-4 0,6 1 2 0,-4 0-4 16,6 1-1-16,-8 1 1 0,7-2-2 0,-1 3 2 0,-1-2-2 15,-5 5-2-15,10-5-2 0,-2 3 4 0,-8 2-7 16,15-5 10-16,-15 5-7 0,14 3 3 0,-14-3-5 15,19 2-5-15,-10 1-1 0,-1 0-7 0,4 1 9 16,-4-2-3-16,0 4 2 0,-1-3-4 0,1 1 7 16,-1 0-9-16,-2 1 3 0,0 3-7 0,1-1 11 15,-2 1-3-15,-1-1 5 0,0 3-1 0,-3-1 2 16,3-1 2-16,1 4-1 0,-4 0 8 0,0 2-8 16,0 1 2-16,0-5 5 0,0 5-6 0,0-4 0 15,0 5 3-15,0-4 0 0,3 3-1 0,-1-5-1 16,-2 3 3-16,0-4 8 0,3 1-9 0,-3-1 1 15,0-1 5-15,3 2 0 0,1-2-3 0,-4-4 3 16,6 6-5-16,-2-8 5 0,-3 5 5 0,3-3 3 16,2 0 1-16,-6-4 2 0,12 8 6 0,-7-7-2 15,1 1 3-15,-6-2-5 0,20 0 5 0,-10 0 1 16,-10 0-3-16,17-2-2 0,-6-2-5 0,-4 3 2 16,8-4 2-16,-7-1-6 0,4 1 3 0,-1-2-2 15,-6-1-2-15,5 1-4 0,2-2 0 0,-4-3 1 16,0-2-7-16,1 2-27 0,2-4-22 0,-4 5-36 0,-1-6-38 15,-2 2-37-15,-3-4-32 0,4 4-44 16,-5 7-55-16,5-11-58 0,-3 11-319 0,-2-4-723 16,-2 2 320-16</inkml:trace>
  <inkml:trace contextRef="#ctx0" brushRef="#br0" timeOffset="57079.53">2358 8083 285 0,'0'-4'377'0,"7"1"-17"15,-7 3-22-15,2-8-28 0,-2 8-30 0,6-4-31 16,-6 4-25-16,0 0-23 0,0 0-5 0,0 0-11 16,0 16-4-16,5-6-14 0,-3 2-10 0,-1-2-15 15,4 3-7-15,-1 3-15 0,-1 3-11 0,0 0-11 16,6 1-14-16,-4-4-3 0,1 3-3 0,-1-3-11 15,-2 2-10-15,6-2-2 0,-3 3-7 0,-1-4-1 16,0 2-7-16,2 0-33 0,0 0-31 0,-1-5-29 16,-1-1-29-16,-2-2-32 0,2 2-34 0,-1-4-41 15,-1 0-56-15,4-5-70 0,-1 5-270 0,-6-7-634 16,12-4 281-16</inkml:trace>
  <inkml:trace contextRef="#ctx0" brushRef="#br0" timeOffset="57646.37">2689 8095 226 0,'2'-10'269'0,"-2"10"-27"0,5-5-22 0,-5 5-26 16,0 0-19-16,0 0-16 0,0 0-16 0,-7 26-14 0,7-17-14 16,-6 5-8-16,6 2-13 0,-2-1-7 15,-1 1-9-15,-6 4-6 0,8-3-6 0,-4 5-5 16,2-4-7-16,-4 1-4 0,0 0-8 0,-1-2-1 15,1 0-2-15,1 1-5 0,-3-4-4 0,5-2-1 0,-6-2-1 16,6-1-2-16,-2-5-1 0,1 1-3 0,0-2 2 16,5-3-4-16,-15 0 0 0,15 0-5 0,-10-9-1 15,3 0-3-15,7 1-2 0,-3-1 2 16,0-6-2-16,6 0-1 0,0-1-2 0,-3 1 3 0,2-1 1 16,3 2 6-16,-3 1 0 0,6-1 4 0,-8 2 0 15,5 4-1-15,0 1 2 0,0 0-5 0,-2 0-2 16,4 4-3-16,-1 2 1 0,-6 1-2 0,18 0 0 15,-11 1 3-15,3 4-5 0,5 7 0 0,3-5-3 16,-1 1-1-16,-2 4 2 0,-1 2-3 0,1-3 1 16,2 5 0-16,1-3-1 0,-1 1 1 0,-2-4-1 15,1 2 5-15,2 1-4 0,-1-2-3 0,-2-3 4 16,-2 0-2-16,4 0 5 0,-12-2 0 0,3-5-2 16,2 1 0-16,0 1 3 0,-10-3-4 0,13-6-2 15,-8 3 0-15,2-6 3 0,-3 3-4 0,0 2 2 16,-3-7 3-16,4-4-7 0,-5 2 0 0,0-6 4 15,0 3 2-15,0-10 3 0,-5 7 12 0,4-5 7 16,1-3 6-16,-5 4 17 0,-3-2 13 0,-2 4 16 16,5 1 15-16,3 4 2 0,-1-3-3 0,-1 0-8 0,4 4-3 15,-6 6-7-15,4-2-3 0,0 0-7 16,-3 6-9-16,4-3-12 0,1 1-23 0,0 7-39 16,0-7-36-16,0 7-4 0,0 0-17 0,0 0-18 15,0 0-18-15,5 24-28 0,0-10-34 0,1 2-39 0,3-1-46 16,1 3-44-16,0-2-194 0,4 5-537 0,-2-3 237 15</inkml:trace>
  <inkml:trace contextRef="#ctx0" brushRef="#br0" timeOffset="58346.15">3419 8107 218 0,'-8'-5'264'0,"1"-2"-14"0,1 3-22 0,-3 3-21 0,9 1-17 16,-16 0-18-16,3 0-12 0,-1 4-14 0,4-1-13 16,-8 3-9-16,2 1-10 0,2 1-12 0,0-1-11 15,-6 5-10-15,6 0-4 0,0 0-12 0,-3 0-5 16,5 3-6-16,4 0-6 0,-3 0-2 0,4-3-7 16,4 0 0-16,1 0-6 0,-1-1-4 0,3 0-1 15,3-3-3-15,-1 3-3 0,6-3 2 0,-3-3-8 16,3 3-3-16,0-5 6 0,6 1-8 0,-1 1-1 15,-1-5 0-15,6-3-2 0,-3 1-1 0,4-2-3 16,-5-4 2-16,1 4-1 0,-7-2 0 0,5-3-1 16,2 1 1-16,-8-2-2 0,3 1 0 0,1-2-2 15,-4-1 4-15,-1 4-1 0,-4-4 6 0,0 1 15 16,3 3 11-16,-4 0 7 0,-1-1 5 0,5-1 5 16,-5 7 0-16,0 3-5 0,0-9-8 0,0 9-3 15,-5-5-5-15,5 5-5 0,0 0-2 0,0 0-7 16,0 0-2-16,0 0 2 0,-6 17-8 0,6-7 2 15,5-1-5-15,-4-1-6 0,-1 2-4 0,14 4-2 16,-13-6-1-16,6 4-3 0,3-2 0 0,3 2 3 0,0-1-2 16,1-3-4-16,-3-1 5 0,7-1-7 0,-3-3-3 15,3 1 0-15,1-5-2 0,-3 1-1 0,1-4-1 16,3-3 2-16,-4 2 0 0,-3-3 2 16,-3-1 0-16,4-3 2 0,-1 0 4 0,-5-3-1 0,0 3-1 15,-1-8 3-15,1 5 1 0,-3-1 3 0,-3-11-2 16,3 7-1-16,-5-3 6 0,-5-1-4 0,3-2 0 15,-3-1 4-15,-3 3 1 0,0-2 13 16,1 10 14-16,-1-8 15 0,-4 8 11 0,7 2 18 0,-5-1 0 16,4 0 9-16,-4 6-4 0,6 1-7 0,-5 1-5 15,4 1-9-15,0 3-16 0,-7 0 5 0,12 3-12 16,0 0-4-16,-18 15-3 0,11-6 0 0,1 3 0 16,-3 5-4-16,8-2-5 0,-3 6 11 0,4-1-12 15,4-2-6-15,1 10 4 0,-2-1 0 0,4-4-5 16,2 4-3-16,5-3-2 0,-4-1-11 0,3 4-1 15,2-8-6-15,1 3-2 0,-2-5-7 0,7 2-2 16,2 0-11-16,-6-6-10 0,1-3-8 0,-3-2-7 16,5 0-12-16,-4 0-23 0,1-7-26 0,-4 1-25 15,0-2-30-15,-3-2-26 0,3-3-20 0,2-2-20 16,-5 2-13-16,2-5-147 0,-5 1-440 0,-1 1 196 16</inkml:trace>
  <inkml:trace contextRef="#ctx0" brushRef="#br0" timeOffset="58580.15">3899 7827 146 0,'0'-8'289'15,"0"8"-8"-15,0-7-20 0,0 7-25 0,0 0-23 16,0 0-25-16,0 0-21 0,0 0-15 0,0 0-13 0,0 0-18 16,0 0-10-16,4 27-5 0,-1-12-10 15,0 3-4-15,0 2-15 0,2 2-6 0,2 5-9 16,1 2-5-16,-1 2-5 0,3-4-3 0,5 3 2 15,-7-3-13-15,4 2-2 0,-1-4-5 0,2 5-4 0,1-3-12 16,-4-5-14-16,3-5-14 0,-7 2-15 0,3-4-19 16,-3 0-20-16,4-4-29 0,-5-2-21 0,2-3-30 15,1-5-34-15,-1 3-30 0,-1-3-166 16,-6-1-407-16,0 0 180 0</inkml:trace>
  <inkml:trace contextRef="#ctx0" brushRef="#br0" timeOffset="58829.47">4154 8002 97 0,'0'0'248'0,"-7"-8"11"0,7 3-4 0,0 5-19 0,0 0-22 15,0 0-20-15,0 0-22 0,-6-6-12 0,6 6-10 16,0 0-4-16,0 0-12 0,-15 19-11 0,15-8-8 16,-2-3-9-16,2 3-7 0,-6 0-5 0,4 4-8 15,2 2-7-15,-5-1-3 0,5-1-12 0,0 3-4 16,0-3-3-16,0 3 0 0,7-2-10 0,-1-2-4 15,-4-1-5-15,5 2 0 0,3-3 9 0,-1 3-17 16,1-3-5-16,2-1 6 0,3 0-9 0,1-3-7 16,1 0-23-16,4-1-31 0,-1-3-48 0,2 0-57 15,-2-1-73-15,8-2-80 0,-7-2-175 0,9-1-509 0,7 1 226 16</inkml:trace>
  <inkml:trace contextRef="#ctx0" brushRef="#br0" timeOffset="59230.24">4967 8173 283 0,'0'0'330'0,"0"0"-16"0,-10 0-22 0,10 0-22 15,0 0-25-15,-13 2-20 0,13-2-27 0,-10 6-18 16,5-3-13-16,-2 0-16 0,4 5-13 0,-2-3-11 16,3-2-15-16,-6 5-11 0,5-1-10 0,1-2-13 15,0 1-3-15,2-6-4 0,0 12-7 0,2-6-5 16,0-3 5-16,-2-3-12 0,5 7-7 0,-5-7 10 16,9 5-19-16,-2-3 6 0,-7-2-8 0,13-2 4 15,-13 2-5-15,17-5 3 0,-7 4-8 0,-5-2-2 16,1-1-1-16,-1-3-5 0,-1 2 5 0,2 2 4 15,-6-5 3-15,5 2-8 0,-5-6 4 0,0 6-2 16,-5-1-4-16,4-1 11 0,-4 0-19 0,0 4-2 16,-2 1-11-16,-1-5-16 0,-4 4-14 0,2 3-24 15,-1-1-23-15,1 2-25 0,-3 0-37 0,13 0-37 16,-25 2-51-16,15-1-52 0,3 0-266 0,-3 6-588 16,10-7 260-16</inkml:trace>
  <inkml:trace contextRef="#ctx0" brushRef="#br0" timeOffset="59546.23">4849 7960 78 0,'-10'3'293'0,"2"0"-6"0,0 5-25 16,1-4-25-16,-1 1-21 0,3-1-19 0,-2 3-10 0,6-4-20 15,1-3-11-15,-7 10-10 0,7-7-4 16,0-3-4-16,0 0-7 0,0 14-6 0,7-13-4 16,-6 3-10-16,-1-4-5 0,14 5-8 0,-6-5-10 15,-8 0-8-15,16 0-6 0,-6 0-3 0,-10 0-12 0,17-6 0 16,-9 2-6-16,-1 1-7 0,1-4-4 0,-1 2-1 16,-1-3-6-16,1 2 10 0,-7-2-9 15,2 3-3-15,-1-2-1 0,-2-2-5 0,1 9-2 0,-2-7-6 16,-5 1-8-16,-1 1-11 0,-5 1-25 0,1-1-35 15,-8 2-28-15,-1 6-49 0,-14-1-58 0,5 3-69 16,-13 5-288-16,-1 0-596 0,-1 2 265 0</inkml:trace>
  <inkml:trace contextRef="#ctx0" brushRef="#br0" timeOffset="60096.72">2582 9549 30 0,'0'-11'413'0,"0"4"25"0,0-1-22 0,0 1-10 16,0-1-8-16,-5 1-23 0,5 7-28 0,-4-8-33 16,4 8-35-16,-1-5-35 0,1 5-27 0,0 0-23 15,0 0-22-15,0 0-16 0,0 0-16 0,1 28-14 16,3-14-13-16,1 3-12 0,-5 0-9 0,6 3-7 15,4 5-6-15,-6 2-7 0,4 2-9 0,-2-5-11 16,-4 4-16-16,5-2-26 0,-1 2-21 0,1-2-25 16,-5-7-24-16,4 2-21 0,1-2-29 0,-7-7-30 0,0 0-26 15,2 2-29-15,3-3-27 0,-2-4-23 16,-3 0-37-16,3-5-47 0,-3-2-254 0,0 0-629 16,0 0 279-16</inkml:trace>
  <inkml:trace contextRef="#ctx0" brushRef="#br0" timeOffset="60346.83">2322 9462 351 0,'-13'0'366'0,"13"0"-2"0,-15-1 10 0,15 1-7 0,-12-2-20 15,12 2-13-15,0 0-22 0,-10-2-24 0,10 2-16 16,0 0-17-16,0 0-14 0,28-8-14 0,-13 6-25 15,12-3-22-15,-9 2-14 0,15-1-20 0,-2 1-11 16,4-3-16-16,-3 0-10 0,2 1-12 0,-2-2-10 16,-1 4-13-16,4-3-19 0,-5 5-26 0,-9-1-41 15,3-1-49-15,-3-2-50 0,2 5-51 0,-3-1-44 16,-5 1-51-16,-2 1-55 0,4-1-59 0,-9 3-297 16,0-3-723-16,-8 0 320 0</inkml:trace>
  <inkml:trace contextRef="#ctx0" brushRef="#br0" timeOffset="60779.33">2895 9663 204 0,'0'0'259'0,"8"-8"-10"0,-7 6-9 16,6-3-19-16,5 4-21 0,-4-3-19 0,-8 4-21 15,21 2-10-15,-9-2-21 0,8 3-14 0,-4 2-11 16,4 2-10-16,-5-1-10 0,0 3-5 0,5 1-9 16,-3 6-7-16,-1-5-5 0,2 10-6 0,-8-6-9 15,3-1 0-15,-4 2-7 0,-1 0-2 0,-6-3-6 16,3 4-1-16,-4-7 0 0,-1 4-3 0,-1-4 3 15,-1-2 9-15,-3 1 10 0,-2-4 13 0,1 2 7 16,-2-1 19-16,-2-4 9 0,1 3 9 0,1 0 12 16,-4-7 18-16,12 2 11 0,-16-3-2 0,11-3-8 15,-5 0-10-15,-2-2-11 0,11-1-12 0,-6-2-11 16,7-5-7-16,0-2-13 0,8 2-14 0,-1 0-11 16,8-10-31-16,1 13-31 0,3-9-45 0,4 3-36 15,5 4-32-15,-2-3-30 0,6 4-29 0,1 2-31 16,-2 2-33-16,13 3-28 0,-1-3-24 0,-9 6-219 15,-2 0-567-15,-1 2 252 0</inkml:trace>
  <inkml:trace contextRef="#ctx0" brushRef="#br0" timeOffset="61213.24">3701 9618 154 0,'-9'-2'189'0,"9"2"0"0,-16 0-1 0,3 2 0 16,-1-2-7-16,-2 2-2 0,-2-1-7 0,-1 4-5 15,1-4-11-15,-2 7-10 0,-1-3-5 0,-1 3-6 16,1-2-10-16,3 6-8 0,-2-3-14 0,3 3-9 16,-3 0-7-16,4-5-11 0,2 7-5 0,0-1-6 15,5 1-8-15,3 1-5 0,-1-2 1 0,0-1-11 16,7-1-1-16,0-2-5 0,7 1-2 0,-5-3-3 16,13-5 2-16,-9 4-4 0,14-1-6 0,2-3 0 15,-4-4-2-15,2-1-7 0,1 0 0 0,7-4-2 16,-3-3 2-16,-5 1-2 0,5-1 1 0,-5 1-4 15,-4 0-4-15,-1-5 3 0,-2 6 0 0,2-6-3 16,-6 2-3-16,-3 0 4 0,1 3 7 0,-2 2 17 16,-2-4 20-16,-1 2 14 0,3 3 18 0,-5-2 10 0,0 4-9 15,0 4 3-15,0-10-6 0,0 10-10 16,-5-6-8-16,5 6-6 0,0 0-3 0,0 0-11 16,0 0-9-16,0 0-1 0,-17 8-3 0,17-8-3 15,0 15-2-15,0-7-1 0,0 1-1 0,0 3 2 0,2-3-9 16,3 9-1-16,0-8-5 0,5 7-12 15,-2-3-9-15,0 1-4 0,4-8-9 0,-2 2-20 16,3 3-14-16,-5-6-19 0,6-1-19 0,-1-2-24 0,-3-1-23 16,6-2-24-16,-9 0-32 0,6-2-21 0,-1-5-5 15,1-3-31-15,0 4-13 0,-1-5-179 0,-1-2-487 16,-6 4 216-16</inkml:trace>
  <inkml:trace contextRef="#ctx0" brushRef="#br0" timeOffset="61697.12">3942 9621 70 0,'2'-8'62'0,"1"-1"38"16,-6 2 25-16,3 1 16 0,3 0 17 0,-3 6 8 15,0-11 5-15,0 11-11 0,0-9-4 0,0 9-13 16,0 0-16-16,0-4-9 0,0 4 2 0,0 0-3 16,0 0 0-16,0 0-8 0,-11 16-7 0,11-8-8 15,-2 1-8-15,0 1-3 0,2-2-8 0,2 4-4 16,0 0-7-16,-4 5-6 0,4-4-6 0,-2 0-6 16,6 2-1-16,-6 0-8 0,0 0 0 0,0-4 2 15,5 1-8-15,-3-3-4 0,0-2-1 0,2 5 0 16,-2-5-8-16,1-3 3 0,-3-4 1 0,9 1-8 0,-9-1-2 15,11 0 0-15,-11 0 2 0,10-9-5 16,-3 5-2-16,-2-3 2 0,1 0 4 0,1 0-7 16,1-3 6-16,-1 2-8 0,0 2 2 0,1-6-3 15,-6 4 2-15,2 4-1 0,5 0-1 0,-9-4-2 0,5 2 4 16,-5 6-8-16,3-6 1 0,-3 6 4 0,0 0-8 16,0 0 3-16,0 0-1 0,0 0 0 15,0 0 0-15,22 9-2 0,-17-5 2 0,-4 3 3 0,6-3-2 16,-7-4-1-16,6 4 3 0,-4 3-2 0,5-3 0 15,-7-4 2-15,6 8 4 0,-6-8-1 0,9 4 1 16,-9-4 2-16,10-3 3 0,-10 3 3 0,14-3 10 16,-14 3 11-16,12-10 15 0,-4 3 10 0,-1 3 4 15,1-2 15-15,-1-4 4 0,1 2 11 0,0 2 19 16,-1-4 7-16,1 0 6 0,-1 2 2 0,1 0 2 16,-3 0-1-16,2 1-2 0,-4 1-7 0,4-1-8 15,-2 4-12-15,-2-5-11 0,-3 8-12 0,10-3-4 16,-10 3-10-16,8-5-2 0,-8 5-14 0,0 0-6 15,15 2-3-15,-5 3-14 0,-3 0-18 0,1 2-17 16,0 0-21-16,2 1-21 0,7 4-44 0,-2-3-35 16,-6 2-30-16,5-2-38 0,1 5-43 0,-2-2-53 15,2 0-61-15,-7-5-284 0,7 5-695 0,0-7 307 16</inkml:trace>
  <inkml:trace contextRef="#ctx0" brushRef="#br0" timeOffset="64046.77">6233 7804 292 0,'3'-8'290'16,"-3"-3"-3"-16,-3 3-10 0,3 1-4 0,-2-1-11 0,1 1-5 16,1-1-3-16,-7 1-2 0,7-2-13 15,-7 1-2-15,7 4-5 0,-3-2-14 0,3 6-14 16,-6-6-20-16,-1 0-16 0,7 6-21 0,-18 0-20 15,8 0-8-15,-10 3-14 0,5 1-10 0,-2 4-10 0,3-1-8 16,-6 1-2-16,3 1-14 0,-3 0 4 0,4 3-14 16,1 0-10-16,2-3-5 0,3-2-1 0,-2 5-7 15,7-4-2-15,0 1-4 0,-1 1 1 0,6 0-4 16,1-2 0-16,4 1 2 0,2-1-4 0,6 1 0 16,2-1 2-16,6 1-3 0,6-4-6 0,3 6 5 15,1-7-5-15,2 4-2 0,-5 1-3 0,7-2 2 16,-10 1-1-16,5-1 0 0,-4 4-1 0,-6-7-2 15,2 7-3-15,-4-3 2 0,-3 4-3 0,0-4 0 16,-4 3 4-16,1 0-4 0,-9-1 2 0,2-1 0 16,-5 3 3-16,0-3-1 0,-5 3 11 0,2-2-10 15,-10 6-2-15,3-6-2 0,-5 3 4 0,0-4 4 16,-3 4 8-16,1-3 2 0,-3 1 11 0,-1-6 1 16,4 1 5-16,-6 1 2 0,6 0 5 0,-2-5-2 15,2-1-3-15,4-1-4 0,-2 0 0 0,2-1-3 16,3-1-8-16,-2-5-14 0,10 0-25 0,-4 1-28 15,6-3-39-15,0-1-54 0,6 1-48 0,-4-4-50 0,11 2-48 16,2 0-68-16,0 3-69 0,-7-4-253 0,11 2-728 16,-9 5 323-16</inkml:trace>
  <inkml:trace contextRef="#ctx0" brushRef="#br0" timeOffset="64512.59">7446 7542 149 0,'-6'-8'417'0,"6"8"1"0,0 0-11 0,0-7-11 15,0 7-16-15,0 0-19 0,0 0-15 0,0 0-40 16,0 0-28-16,0 0-31 0,0 0-25 0,0 0-27 0,0 0-18 15,0 0-20-15,0 0-18 0,0 0-12 16,13 21-14-16,-5-8-7 0,-1 2-13 0,1 0-10 16,5 2-4-16,-3 1-10 0,-5 8-6 0,7-4-7 0,-1 0-6 15,-4 4-1-15,6 2-5 0,-3-4-1 0,2-1-5 16,-2 3-7-16,-4-7-5 0,1 1-14 0,-1-4-16 16,3 3-37-16,-3-4-35 0,3 2-40 15,-3-5-42-15,1 0-33 0,-5-2-43 0,4 1-48 0,-3-3-66 16,1-4-63-16,-3 0-225 0,-1-4-689 0,0 0 304 15</inkml:trace>
  <inkml:trace contextRef="#ctx0" brushRef="#br0" timeOffset="64979.24">7373 7836 154 0,'0'0'327'0,"0"0"-19"0,0 0-25 15,0 0-14-15,0 0-17 0,0 0-16 0,0 0-10 16,0 0-6-16,0 0-15 0,0 0-14 0,0 0-19 16,37-1-17-16,-24 1-8 0,2-4-20 0,5 4-10 15,-2-1-9-15,10 1-16 0,-5-3-4 0,7 3-9 16,-2-3-6-16,2 2 8 0,0-4-25 0,-2 3-5 16,-5 2-6-16,5-1-5 0,-10-2-4 0,2 2 2 15,0 1 3-15,-2 1-20 0,2-1-1 0,-3 3 1 16,-4 1-6-16,-3 0-1 0,3 0-3 0,-6 0 3 15,6 3-3-15,-10 0-2 0,9 5-4 0,-4-3 4 0,-1-1-4 16,-5 2 10-16,11 0 10 0,-12 1-4 0,6 1 11 16,0-1 8-16,-4-4-3 0,2 2 11 15,3 0 0-15,-1-2 4 0,1-1 3 0,-1 2 11 16,-1-2 8-16,1-3 5 0,0 1 5 0,3-1 4 0,-2-3-5 16,3 0 0-16,-11 0-10 0,19-4-6 0,-6-2-9 15,-2 0-8-15,-1-2-3 0,0-2-5 0,7-2-2 16,-7 1-7-16,3-3-6 0,-3 2 1 0,2-2 0 15,-7-1-3-15,1 0-4 0,-6 6 3 0,0-3-2 16,0 0-8-16,-2 1 0 0,-4 3-3 0,-1 0-2 16,-4-1-11-16,-1 0-7 0,-6 1-12 0,1 4-9 15,-1 1-21-15,-2 2-30 0,4 1-52 0,-1 1-38 16,-4 3-39-16,1 3-40 0,3-3-55 0,2 7-57 16,-5-4-56-16,6-1-231 0,-1 1-703 0,8 0 311 15</inkml:trace>
  <inkml:trace contextRef="#ctx0" brushRef="#br0" timeOffset="65962.24">8898 7409 251 0,'0'0'345'0,"0"-11"-18"15,0 11-5-15,5-6-16 0,-5-1-28 0,0 7-5 16,0 0-50-16,0 0-19 0,0 0-26 0,0 0-16 15,6-3-15-15,-6 3-21 0,0 0-13 0,0 0-16 16,9 11-3-16,-3-4-13 0,-4 2-6 0,6 1 0 16,-1-2-16-16,1 5-3 0,5 1 1 0,-4-4-15 15,-3 5 0-15,6-4-4 0,-4 2-8 0,2 1 3 16,-3-4-6-16,1-1-6 0,-3-1-1 0,-2-1 3 16,2 2-1-16,2-5-6 0,-7 1-4 0,3 1 6 15,-3-6 0-15,7 4 0 0,-1 1-1 0,-6-5 1 16,0 0-1-16,0 0-3 0,0 0 4 0,0 0-5 15,0 0 3-15,0 0-7 0,0 0-1 0,-8-21 3 0,6 15 3 16,-1-2-2-16,0 1 1 0,-2-2-5 0,-2-3 0 16,4 1 3-16,-2 3 8 0,2-3 5 0,-4 2 1 15,0-2 10-15,1-1 19 0,1 5 1 16,0-4 2-16,-7 2-1 0,12 4-4 0,-10-1-7 0,-1 2-4 16,4-1-7-16,-1 2-1 0,0-4-4 0,1 6-4 15,7 1-4-15,-23 1-5 0,9 2-5 0,6 2 2 16,-7-1-3-16,5 3-2 0,-4-1 2 0,5-1-2 15,-4 7-4-15,1-4 1 0,4-4-1 0,2 8 1 16,-3 2 0-16,3-5-1 0,-1 2-1 0,0-3-6 16,2 0 0-16,0 3 8 0,2-3-6 0,0 3 3 15,1-2-2-15,2-2 0 0,0 4 3 0,2-5 3 16,1 4 2-16,0-2-3 0,4-1 3 0,1 2 4 16,1-2-3-16,2-2-2 0,1 3 4 0,-1-1-4 15,6 1 0-15,-2-4 10 0,0 7-13 0,1-2-1 16,6 1 2-16,-7-2-3 0,5-4-2 0,-6 8 4 15,8-1-1-15,-7-4-4 0,5 5 4 0,-5-3 0 16,-1 2-4-16,-4 0 3 0,-1-3-2 0,4 4 1 0,-3 0 0 16,0-2-3-16,-5-3 1 0,1 3-1 0,-1 0-1 15,0-2 3-15,-3 1-2 0,0 1 3 16,-2-1-2-16,-2 1 4 0,-3-2 2 0,3 1 8 0,-4-2 7 16,-3 2 6-16,1 0 7 0,0-2 1 0,-7 1 4 15,2 2-5-15,-4-5 0 0,-1 1-2 0,1-5-2 16,-2 2-1-16,-3 5 0 0,6-4 0 0,-4-2-5 15,0-2-4-15,2 0 1 0,4 0-3 0,-2-5-6 16,1 0-17-16,5 1-15 0,0 0-23 0,5-2-24 16,0-2-50-16,0-1-54 0,2 2-52 0,3-5-54 15,0 0-63-15,3-3-68 0,2 6-268 0,3-9-732 16,1 7 324-16</inkml:trace>
  <inkml:trace contextRef="#ctx0" brushRef="#br0" timeOffset="66262.27">9353 7681 185 0,'0'0'382'0,"0"0"-17"0,5 7-22 16,-5-7-16-16,0 0-10 0,7 1-17 0,-7-1-20 15,9 3-13-15,-9-3-15 0,15 2-17 16,-3-2-25-16,0 0-16 0,6 1-19 0,-2-1-19 16,6 1-18-16,-4 2-10 0,4-3-12 0,-1 2-13 0,-3-2-15 15,7 0-24-15,7 0-20 0,-13 3-25 0,5 0-36 16,-3-3-28-16,1-3-23 0,-8 3-22 0,1-3-29 16,-3 3-29-16,-2-2-27 0,-2-1-42 0,0 1-32 15,1 2-31-15,-3-5-32 0,-6 5-183 0,4-5-536 16,-4 5 237-16</inkml:trace>
  <inkml:trace contextRef="#ctx0" brushRef="#br0" timeOffset="66478.92">9580 7541 148 0,'0'0'307'15,"0"0"-16"-15,0 0-18 0,0 0-29 0,0 0-18 16,0 0-7-16,0 0-7 0,0 0-8 0,-5 15-9 15,11-7-4-15,-7 3-18 0,2-2-1 0,-1 5-16 16,0 1-16-16,7 2-17 0,-7 3-3 0,2-2 2 16,3 8-29-16,-4-4-9 0,8 4-7 0,-5-1-4 15,6-1-25-15,-5 1-31 0,4-5-37 0,-1 2-37 16,4-6-40-16,-6 2-50 0,-3-3-59 0,9-3-56 0,-5 1-259 16,-4-10-562-16,10 1 249 0</inkml:trace>
  <inkml:trace contextRef="#ctx0" brushRef="#br0" timeOffset="66779.14">10022 7454 306 0,'0'0'400'0,"0"0"-27"16,0 0-29-16,0 0-39 0,0 0-29 0,0 0-11 15,0 0-32-15,0 0-5 0,8 19-8 0,-8-10 3 16,0 0-17-16,8 6-10 0,-8-3-12 0,5 6-18 16,-3-3-10-16,4 3-8 0,1 1-3 0,-4-1-18 15,2 2-11-15,5 6-11 0,0-9-10 0,-2 8-8 16,1-4-13-16,-4-5-4 0,0 2-7 0,1 0-2 16,3-1-5-16,-3-4-2 0,-1 2-16 0,2-3-13 15,-2-1-23-15,-2-4-26 0,0-1-37 0,2 3-27 16,0-3-29-16,-3-3-27 0,-2-3-42 0,0 0-74 15,7 4-77-15,-7-4-352 0,0 0-745 0,0 0 329 16</inkml:trace>
  <inkml:trace contextRef="#ctx0" brushRef="#br0" timeOffset="68962.12">11018 7400 104 0,'-3'-15'299'0,"-2"1"-1"0,3 2 0 0,-5 4-1 0,7-2-3 16,-6 4-6-16,6 0-10 0,-7 0-9 0,7 6-28 15,-6-7-24-15,4 2-25 0,2 5-21 16,0 0-21-16,-18 9-10 0,9-1-15 0,0 3-12 16,-6 13-6-16,0-2-5 0,0 3-17 0,2-3 12 0,1 9-13 15,-1 0-5-15,0-1-8 0,3-2-5 0,-2 15-11 16,5-13-2-16,2 10-3 0,2-11-5 0,8 0-2 15,-2 3-5-15,4-3 5 0,1-2-15 0,6 0-9 16,2-2-18-16,2-4-16 0,5 0-24 0,-3-5-24 16,8-1-29-16,1 0-31 0,-1-3-38 0,2-7-44 15,3 7-48-15,3-10-63 0,-6-1-280 0,-4-1-645 16,4-5 286-16</inkml:trace>
  <inkml:trace contextRef="#ctx0" brushRef="#br0" timeOffset="69845.37">11481 7611 122 0,'4'-6'215'16,"-4"6"-15"-16,0 0-16 0,0 0-20 0,1-6-14 16,-1 6-14-16,0 0-11 0,0 0-11 0,0 0-13 15,0 0-6-15,14-1-8 0,-14 1-5 0,8-2-8 0,-8 2-4 16,10-1-7-16,-10 1-4 0,11-4-7 15,-11 4 3-15,9-4 0 0,1 1 3 0,-7 0 5 16,2-2 0-16,0 1-1 0,2 0-2 0,-3-3-4 0,-2 2 0 16,1-3 6-16,1 1-6 0,-1-1 5 0,-3-3-1 15,0 4-4-15,0-2 0 0,0-2-2 0,0-1 8 16,-3 5-2-16,-1-1 4 0,3 3 4 0,-3-4 6 16,1 3-2-16,0-1-5 0,-4 0 7 0,4 1-5 15,3 6-12-15,-12-6-7 0,6 1-3 0,1 0-3 16,-4 3-9-16,9 2 0 0,-16-8-8 0,8 8-5 15,8 0 1-15,-19 7-4 0,8-4 2 0,-1 4-10 16,-3-1 2-16,1 3 3 0,5 5-10 0,-6-3 5 16,2 3-4-16,3 1-6 0,0 3 3 0,-1-2 2 15,-1 4-3-15,10-2 1 0,-4 0-3 0,-1 2 5 16,6-5-1-16,1 5-2 0,0-3 0 0,0 0-2 16,1 2-5-16,7-9-1 0,6 7 1 0,-6-7-6 15,5 2 4-15,2-4-11 0,7-1 3 0,-1-2-15 16,-4-3-11-16,3-2-10 0,3 0-8 0,-2-2-10 0,4-4-1 15,3 0 2-15,-6 1 1 0,-1-2 7 16,-4-1 7-16,3 0 2 0,-5-3 5 0,-6 3 8 16,6 1 4-16,-3 2 4 0,-5-2 11 0,-4-2 16 0,3 6 21 15,3 0 8-15,-9 3 2 0,5-8 0 0,-5 8-9 16,6-1-3-16,-6 1-4 0,0 0 1 0,0 0-4 16,0 0 1-16,0 0-1 0,7 15-2 15,-7-9 0-15,2 1 0 0,-2 4-3 0,5-7 0 0,-4 7 2 16,6-5-3-16,-5 3 3 0,6-5 1 0,-2 5-2 15,3-1 0-15,-3-2 1 0,3 0-3 0,-1 0 2 16,-3-5 5-16,8 4-5 0,-5-3-4 0,1-2 4 16,-9 0-2-16,16 0-1 0,-16 0-1 0,13-4-1 15,-6 0 1-15,-2 0-1 0,-2-3-1 0,-3 7-2 16,5-10 0-16,-3 4-1 0,-2-2 0 0,0 8-4 16,-2-13 3-16,-1 4-2 0,1 1 1 0,-4 1 0 15,2 2 3-15,-1-2-2 0,-1-2 0 0,2 6 4 16,-2-3 2-16,1-1 7 0,2 0 8 0,3 7 6 15,-4-10 2-15,3 8-1 0,1 2 3 0,-4-11-6 16,4 11 3-16,2-9-4 0,1 2 3 0,2 4-8 16,2-1-4-16,1 1-1 0,0-2-2 0,4 2 4 15,-2-1-6-15,0 1 0 0,1 3-2 0,3-2 1 16,-4 2-2-16,5 0-1 0,-15 0-1 0,21 2 0 0,-11 4-1 16,0-3-1-16,1 2 0 0,-1-1-1 15,0 0 1-15,-1 4 0 0,-3-1-2 0,7 1 1 16,-9-1 3-16,2 2 3 0,1 1-4 0,-2 0-4 15,0-4 0-15,-2 3 4 0,-1 0-5 0,-2-1-2 0,0-1-6 16,0 3-4-16,0-5-9 0,0-5-6 0,0 7-10 16,-2 0-11-16,2-7-8 0,-3 5-21 0,3-5-18 15,-10 5-26-15,10-5-4 0,0 0-38 0,0 0-23 16,0 0-37-16,0 0-14 0,-13-17-146 0,13 10-420 16,-2-1 186-16</inkml:trace>
  <inkml:trace contextRef="#ctx0" brushRef="#br0" timeOffset="70145.39">12182 7266 174 0,'3'-6'300'0,"-3"6"-20"16,0 0-21-16,3-9-25 0,-3 9-22 0,0 0-24 15,0 0-21-15,0 0-13 0,0 0-18 0,0 0-5 16,0 0-9-16,12 19-5 0,-11-8-5 0,6 2-5 15,-7-2-10-15,5 5-3 0,-2-1-6 0,4 0-3 16,-2 11-7-16,-2-5-6 0,-1 0-8 0,5 6-7 16,-3-5-1-16,3 5-10 0,-2-4 1 0,-3 0-8 0,1-4 1 15,2 0-6-15,2 5-6 0,-4-4 0 16,5-3-1-16,-1 4-1 0,-1-5-3 0,1 1-1 16,1-4-2-16,-1 0-20 0,-2-3-25 0,-2 0-12 15,6-3-19-15,-6 1-16 0,0-5-29 0,4 1-38 0,-7-4-42 16,0 0-50-16,0 0-30 0,0 0-183 0,16-8-480 15,-16 1 212-15</inkml:trace>
  <inkml:trace contextRef="#ctx0" brushRef="#br0" timeOffset="70328.7">12228 7471 54 0,'0'0'297'0,"0"0"-11"0,0 0-23 16,-12-4-18-16,12 4-26 0,0 0-15 0,0 0-21 15,0 0-12-15,0 0-15 0,0 0-12 0,0 0-15 16,40 6-13-16,-28-6-11 0,4 2-3 0,4 2-26 16,3-1-47-16,-1-2-53 0,-1-1-63 0,9 5-76 15,6-5-70-15,-6 0-146 0,2 0-410 0,-1 0 181 16</inkml:trace>
  <inkml:trace contextRef="#ctx0" brushRef="#br0" timeOffset="70678.75">12806 7569 74 0,'-9'6'269'0,"9"-6"-5"0,0 6-14 0,-1 0-15 0,1-6-14 15,-5 9-15-15,5-3-15 0,0-6-18 16,5 6-15-16,-5 1-14 0,0-7-11 0,0 10-13 15,1-8-11-15,-1-2-12 0,7 8-5 0,-7-8-7 0,7 5-7 16,-7-5-6-16,1 2-3 0,-1-2 2 0,13 3-5 16,-13-3-5-16,0 0-3 0,12-3-5 0,-12 3 7 15,0 0-10-15,13-4 2 0,-13 4 0 0,0-11 0 16,5 7 2-16,-5-2-1 0,0 6 9 0,0-14-18 16,0 9 6-16,0 5 2 0,-5-11-1 0,2 5-4 15,-2 0-8-15,3 0-7 0,-4 1-3 0,-1 2-5 16,0-1-13-16,7 4-12 0,-9-6-25 0,0 3-30 15,9 3-23-15,-13-3-38 0,13 3-41 0,-20 3-44 16,20-3-47-16,-8 1-54 0,8-1-193 0,-7 2-536 16,7-2 237-16</inkml:trace>
  <inkml:trace contextRef="#ctx0" brushRef="#br0" timeOffset="70996.24">12711 7336 39 0,'-5'3'264'0,"5"-3"-15"0,-11 5-12 0,6-3-15 16,-4 2-19-16,9-4-15 0,-6 8-14 0,4-4-10 16,2-4-12-16,0 4-7 0,0-4-12 0,0 0-3 15,0 0-8-15,-8 5 3 0,8-5-4 0,0 0-2 0,0 0 23 16,0 0-23-16,0 0 1 0,0 0-12 0,0 0-6 15,0 0-8-15,0 0-11 0,25-9-4 16,-25 3-10-16,5 0-8 0,-5 0-2 0,10 0 2 16,-10-1-4-16,1 4 7 0,3-4-15 0,-4 7-1 0,0-9-8 15,0 9 1-15,0 0-3 0,1-7-22 0,-1 7-19 16,0 0-22-16,0-4-20 0,0 4-26 0,0 0-25 16,0 0-36-16,0 0-34 0,-15 16-44 0,14-10-54 15,1 2-50-15,-5-4-172 0,5-4-525 0,5 9 232 16</inkml:trace>
  <inkml:trace contextRef="#ctx0" brushRef="#br0" timeOffset="71295.25">13085 7135 50 0,'0'0'318'0,"0"0"-19"0,0 0-18 0,0 0-10 16,-15 14-7-16,9-11-18 0,6 3-10 0,0 1-8 16,-2 5-21-16,2-2-9 0,-3 4-6 0,3-1-5 15,0 6-11-15,-3-1-11 0,6 1-15 0,0 8-8 16,-1-7-12-16,1 2-13 0,0 5-5 0,4-1-15 0,1-1-7 16,-6-8-11-16,10 5-9 0,-4 1-3 15,-7-4-5-15,6 1-8 0,1-2 0 0,-1 2-2 16,5-5-42-16,-4 1-28 0,0-4-30 0,-1-3-32 0,1 0-33 15,-3-1-30-15,5-3-42 0,-10-2-64 0,8-1-67 16,-8-2-260-16,12 0-623 0,-12 0 276 0</inkml:trace>
  <inkml:trace contextRef="#ctx0" brushRef="#br0" timeOffset="71597.38">13203 7133 94 0,'0'0'345'0,"0"0"-20"16,0 0-28-16,0 0-16 0,1 12-4 0,-1-12-2 16,10 7-3-16,-1-1-17 0,-1-2 6 0,9 8-10 15,-3-1-11-15,5-4-4 0,-3 5-12 0,9-1-16 16,3 5-19-16,2-4-16 0,-7 5-17 0,4 0-14 15,-4 2-16-15,2-3-12 0,-6 4-11 0,10 3-9 16,-8-5-8-16,1 4-10 0,-6 5-6 0,-1-3-6 16,0 1-8-16,-7-1-13 0,4 2-25 0,-6 2-26 0,-6 1-42 15,2 1-28-15,-7 11-38 0,-6-1-36 16,-6 1-32-16,-1 2-42 0,-5-1-62 0,-2 0-62 16,-7 2-301-16,-2-6-703 0,-4 5 311 0</inkml:trace>
  <inkml:trace contextRef="#ctx0" brushRef="#br0" timeOffset="72962.02">5333 9699 19 0,'0'0'344'0,"-10"2"-24"16,3-9-26-16,7 7-21 0,-13 0-23 0,13 0-23 15,0 0-17-15,-13 5-23 0,13-5-17 0,0 0-17 16,0 0-16-16,-14 2-17 0,14-2-8 0,-3 4-12 16,3-4-11-16,0 0-6 0,0 0-6 0,3 7-10 15,-3-7-5-15,7 8-9 0,-2-2-2 0,-2 0-8 16,4-5 1-16,-7-1-12 0,6 7 0 0,-1-6-3 16,0 5 0-16,-5-6-4 0,5 8-3 0,0-7-3 15,-5-1 1-15,5 6-2 0,-5-6 4 0,0 0-6 16,0 0-1-16,0 0 5 0,4 1 16 0,-4-1 7 0,0 0-7 15,0 0 2-15,0 0-2 0,0 0-7 16,0-15-7-16,0 8 1 0,0 7-3 0,1-8-3 16,-1 3-22-16,-1-6-23 0,1 11-28 0,-2-12-31 0,2 6-34 15,-5-4-51-15,3 2-37 0,2-1-61 0,-1 0-253 16,-3-1-566-16,3-3 250 0</inkml:trace>
  <inkml:trace contextRef="#ctx0" brushRef="#br0" timeOffset="73295.32">5266 9435 155 0,'0'0'191'0,"0"0"-8"0,0 0-18 0,0 0-10 15,-15 7-13-15,15-7-9 0,0 0-11 0,0 8-3 16,0-8-11-16,0 0 1 0,7 11-12 0,-7-11-5 15,3 4-8-15,-3-4-5 0,12 4-9 0,-4 1-3 16,-6-3-7-16,-2-2-5 0,15 0-4 0,-5 4-8 16,-10-4-1-16,16-6-5 0,-7 1-4 0,-1 4-2 15,-2-2-5-15,-1 0-1 0,5-2-4 0,-8-2-1 16,3-1-1-16,0 4-2 0,0-2-2 0,-5-3-2 0,0 1 4 16,0 1-3-16,0-1-1 0,-8 4-2 15,4-4 1-15,-1 4-3 0,0 0-1 0,4-3-6 16,1 7 0-16,-15-2-10 0,8 0-18 0,7 2-16 15,0 0-24-15,-18 4-25 0,18-4-31 0,-8 8-42 0,4-3-194 16,3 0-389-16,1-5 172 0</inkml:trace>
  <inkml:trace contextRef="#ctx0" brushRef="#br0" timeOffset="74045.1">6547 9234 76 0,'0'0'266'0,"5"-8"-6"0,-5 8-9 15,2-5-9-15,-2 5-16 0,-7-8-4 16,7 8-13-16,0-12-7 0,0 12-11 0,-1-6-12 16,1 6-14-16,-7-5-14 0,7 5-9 0,-5-7-19 15,5 7-10-15,0 0-12 0,-18 0-11 0,6 0-9 0,12 0-5 16,-21 3-8-16,4 5-7 0,9-7-3 0,-12 5-3 16,5 0 3-16,0 1 2 0,1 0 0 15,-3-3-3-15,4 0-8 0,3 1 9 0,0 1-13 16,2-3 7-16,1 2-16 0,4-4-5 0,3-1 1 0,-14 6-10 15,13-6-2-15,1 0-1 0,0 0-2 0,0 0-3 16,-12 6 7-16,11-3-7 0,1-3 4 0,0 0-1 16,13 7-6-16,-12-2 6 0,6-1-9 0,1-1 5 15,1 4 5-15,4-2 2 0,-2 0-14 0,4 4-1 16,0-1-2-16,2 0 0 0,-2 0 2 0,1 7-5 16,-3-4 8-16,2 1-6 0,2-3 3 0,-2 4-6 15,3-1 4-15,-3-2 2 0,0 2-4 0,-5 0 5 16,3 2-4-16,2-2 1 0,-7-1 0 0,4 2-3 15,-7-6-2-15,1 4-1 0,-1-3 5 0,2-3-4 16,-5 3 3-16,1-1 3 0,-3 1 2 0,0-1 14 16,-5 0 22-16,0 0 19 0,-2-1 7 0,1 1 16 15,1-2 4-15,-5-1 1 0,0 4 2 0,-5-2 1 16,3-2-5-16,-4 3-1 0,-1-6-5 0,-3 3-7 16,6-2-5-16,-3 1-6 0,-1 0-7 0,1-3-4 15,6 0-5-15,-1 0-5 0,4-3-2 0,8 3-6 16,-17 0-10-16,7-1-23 0,10 1-32 0,-5-7-48 15,4 3-62-15,1 4-53 0,5-12-48 0,1 7-52 0,3-1-66 16,-1 2-68-16,5-2-253 0,-5-3-737 0,1 4 326 16</inkml:trace>
  <inkml:trace contextRef="#ctx0" brushRef="#br0" timeOffset="74611.89">7814 9028 282 0,'0'-9'393'15,"0"5"-1"-15,0 4 14 0,0-7-22 0,0 7-18 16,0 0-33-16,0-8-20 0,0 8-41 0,0 0-26 16,0 0-30-16,0 0-25 0,0 0-18 0,0 0-15 15,0 0-20-15,0 0-14 0,8 27-11 0,-1-14-13 16,1 4-8-16,-2 3-9 0,1 5-7 0,1-1-7 15,6 5-7-15,-11-1-6 0,8 3-3 0,-2-2-8 16,-1 3-3-16,-1-4-3 0,1-1-5 0,-1-3-17 16,4 3-18-16,-8-8-21 0,4 7-21 0,1-10-32 15,-1 4-32-15,0-8-25 0,-4 2-22 0,2-6-35 16,0 6-45-16,-4-4-45 0,4-7-34 0,-3 5-56 16,-2-8-190-16,2 4-605 0,-2-4 268 0</inkml:trace>
  <inkml:trace contextRef="#ctx0" brushRef="#br0" timeOffset="75228.53">7698 9332 86 0,'-10'0'341'0,"-2"-2"10"0,12 2 2 0,-15 2-14 15,15-2-25-15,-11-2-20 0,11 2-26 0,0 0-21 0,0 0-22 16,0 0-19-16,0 0-19 0,0 0-20 0,0 0-11 15,33-6-15-15,-13 4-15 0,8 1-15 0,2-2-11 16,1 2-6-16,6-2-2 0,-6-2-22 0,4 3-7 16,3 2 1-16,-5-2-21 0,-2 0 0 0,-6-3-12 15,3 2 1-15,-8 2-18 0,3-2 6 0,-6 2 0 16,-1-1-1-16,-4-3 7 0,3 4-12 0,-3 1-6 16,-3-3-1-16,-9 3 9 0,17-3-3 0,-17 3 9 15,7-1-20-15,-7 1 10 0,8-4-8 0,-8 4 3 16,0 0-2-16,13-1 2 0,-13 1 0 0,0 0-3 15,0 0 0-15,0 0-10 0,0 0 3 0,0 0 0 16,8 6 2-16,-8-6-6 0,0 0 4 0,0 0 1 16,5 6 10-16,-5-6-8 0,0 0-3 0,2 8-2 15,-2-4 2-15,0-4 0 0,7 4 1 0,-6 1 1 16,-1-5-4-16,7 6 30 0,-7-6-27 0,7 5 8 0,-2-2-10 16,-5-3-2-16,9 1 0 0,-9-1 3 15,0 0-2-15,5 6 5 0,-5-6 0 0,0 0 0 16,2 3-4-16,-2-3 1 0,0 0 6 0,0 0 7 0,0 0-21 15,5 6-3-15,-5-6 7 0,-5 9 2 0,12-3-6 16,-7-6 8-16,-7 11 3 0,7-6-8 0,-2 2 3 16,-3 0 7-16,5 1-5 0,-6-1-2 0,6 0 7 15,6 0 1-15,-6-1 0 0,0 1-1 0,0 0 9 16,7 1-3-16,0-2-9 0,1-2 8 0,2 1 1 16,0 2-1-16,0-3 10 0,5-4-14 0,1 0 1 15,2 0-1-15,-3-2 16 0,-1 0-22 0,-3-5-1 16,1 4 6-16,-4-3 26 0,2 0-24 0,-3-2-1 15,-1 1-6-15,-1-2 6 0,0 1-5 0,-5-2 6 16,0 1-4-16,-5-2-2 0,0-1 2 0,-1 3-8 16,-8 1 3-16,4-4-7 0,-4 2 6 0,4 3-13 15,-4-1-12-15,-1 1-23 0,2 2-20 0,-3 1-20 16,2 3-26-16,1 1-32 0,0 0-40 0,-2 1-48 0,5 2-51 16,3 0-294-16,-2-2-632 0,4 4 279 0</inkml:trace>
  <inkml:trace contextRef="#ctx0" brushRef="#br0" timeOffset="75812.38">8990 9062 7 0,'-8'-7'384'0,"3"3"-20"0,-1 1-22 0,6 3-20 15,-4-8-14-15,-1 4-20 0,-1-2-20 0,6 0-26 16,0 6-21-16,-2-9-25 0,2 9-20 0,8-6-11 16,-1 5-25-16,1-4-10 0,-1 3-14 0,6 2-12 15,0 0-11-15,4 2-9 0,1-1-7 0,0 4-15 16,-1-1 5-16,4 6-18 0,1-3 3 0,-6 1-10 16,4 4-5-16,-3 1 7 0,3 1-18 0,-2 1 2 15,-3 1-2-15,-2-4-4 0,0 6-4 0,-4 0 5 16,5 0-16-16,-7 3 9 0,0-2-1 0,-4 7-9 0,2-11 7 15,-5 6 0-15,-5-3 3 0,3-2 3 16,1 1 10-16,-6 1 18 0,-6-3 18 0,8 3 3 16,-5-3 14-16,-3-3 1 0,4 3 9 0,1-8-1 0,2 1 1 15,-3-1 0-15,4 1 1 0,4 1 8 0,-3-3 6 16,-1-5 1-16,5-1 7 0,-1 8 0 0,1-8-2 16,0 0-11-16,0 0-9 0,0 0-12 0,0 0-10 15,33-8-6-15,-18 4-12 0,5 3-19 0,3-10-12 16,-2 8-23-16,7-5-26 0,2 1-36 0,-5-3-38 15,5 2-42-15,0-1-46 0,3 3-40 0,-8-2-41 16,3 3-49-16,-7 0-51 0,4 0-64 0,-3 1-316 16,-6 0-812-16,1-5 360 0</inkml:trace>
  <inkml:trace contextRef="#ctx0" brushRef="#br0" timeOffset="76644.84">9821 8859 274 0,'0'0'275'0,"0"0"-28"16,0 0-26-16,0 0-21 0,0 0-18 0,0 0-18 15,0 0-17-15,17 15-13 0,-10-9-14 16,6 3-13-16,-8 1-9 0,10 4-8 0,-10 0-12 0,6 1-2 16,-1-2-12-16,-2 5-5 0,1-6-7 0,-3 0-6 15,3 3-3-15,-3-6-4 0,1 0-6 0,-6-1-1 16,6-3-3-16,-7 3-4 0,0-4 3 0,5 3-1 15,-3-4 21-15,-2-3 15 0,0 0 3 0,0 5-10 16,0-5-2-16,0 0-1 0,0 0-9 0,0 0 1 16,0 0-6-16,-22-13-4 0,14 7-1 0,3-2-2 15,2 3-3-15,-4-3 2 0,-6 1-3 0,6-1-2 16,1-3 5-16,-9 3 0 0,6-2-2 0,1 6 4 16,-2-4 3-16,4 1 18 0,-6 1-5 0,4 0 3 15,1 5 0-15,-3-3 0 0,2 0-5 0,-4-2-5 16,-3 4 1-16,4-1-7 0,11 3-3 0,-20 0 2 15,10 0-8-15,-2 3-3 0,12-3 2 0,-19 4 2 16,14 0-8-16,-2-3-6 0,-1 4-1 0,1-2-3 16,2 0 1-16,-3 0 0 0,1 1 8 0,7-4-11 0,-6 11-4 15,-1-6 4-15,5 0-8 0,2-5 8 16,-1 11-2-16,1-4 3 0,0 1 0 0,1-1-3 16,6-2 9-16,-5 6-4 0,4-6 5 0,2 3 1 0,7 2-7 15,-1-2 4-15,0 3-2 0,0-3 0 16,1 1 9-16,3 2-15 0,0 1 8 0,0-3-10 0,0 1 6 15,1 1-6-15,1 1-2 0,-4 0 7 16,1-3-1-16,-2 5-7 0,1-6 6 0,-4 4-5 0,3-1 16 16,-2 1-13-16,0 0-2 0,-1-5-8 0,-7 5 2 15,8 0 6-15,-7-2-6 0,-4-3 0 0,5 1-1 16,-6 1 2-16,-1-1 4 0,0 0-3 0,-1-1 7 16,-6 1-10-16,0-1 11 0,6 2-3 0,-6 1 8 15,-1-5-7-15,-5 5 12 0,6-5-8 0,-8 4 14 16,0-1 10-16,7-2 11 0,-7 0 0 0,4 0 9 15,-4 0-1-15,5-3 3 0,-4 0 5 0,5-2 3 16,-6 2 4-16,-5 2-1 0,7-3 3 0,1-2 3 16,0 1-1-16,1-1 1 0,-1 0 1 0,12 0-5 15,-18 0-2-15,6-1-6 0,4-1-4 0,8 2-4 16,-11-2-7-16,11 2-4 0,-12-3-4 0,12 3-11 16,-5-3-14-16,5 3-11 0,0 0-20 0,-7-5-32 15,7 5-43-15,0 0-48 0,7-12-53 0,-7 12-36 0,5-8-45 16,-5 8-54-16,12-7-58 0,-8 3-347 0,8 0-795 15,-2-2 353-15</inkml:trace>
  <inkml:trace contextRef="#ctx0" brushRef="#br0" timeOffset="77561.75">10944 8675 236 0,'0'-9'332'0,"0"-2"-3"15,-5-3 0-15,1 4-15 0,-1 0-7 0,4 1-18 16,-3-1-13-16,1 3-18 0,-5-1-24 0,1 4-18 16,1 3-22-16,6 1-31 0,-10 0-10 0,10 0-23 15,-20 13-10-15,11-3-4 0,0 7-10 0,0 9-4 16,-2 5-6-16,1 5-1 0,1 6-1 0,0-1-8 16,0 2-1-16,3-3-9 0,4 7-6 0,0-2-3 15,2-3-11-15,2 0-4 0,3-5-5 0,-2 2-2 16,4-5-3-16,4 4-5 0,1-11-5 0,3 2-7 15,1-8-13-15,4-3-14 0,0 3-22 0,5-5-39 0,0-1-26 16,6-3-41-16,-6-3-33 0,8-1-46 0,-8-2-53 16,5-5-62-16,-2-1-67 0,2-1-203 0,-7-2-644 15,7-5 285-15</inkml:trace>
  <inkml:trace contextRef="#ctx0" brushRef="#br0" timeOffset="78378.88">11584 9036 8 0,'8'-12'253'0,"-1"1"-6"0,0-5-12 0,-1 0-8 15,2-3-9-15,-6 4-9 0,5-5-10 0,-7 4-2 0,0-2-7 16,0 4 1-16,-7-1-17 0,5 3-8 0,-4 1-17 16,-1-3-9-16,6 5-18 0,-8 2-6 0,1-2-14 15,-4 5-15-15,3 1-4 0,-6-2-11 16,1 3-4-16,-4 5-8 0,3 2-9 0,-3 6-4 0,0-4-6 16,0 4-7-16,3 2-1 0,-2 6-5 0,4-2 8 15,3 1-14-15,-3 1 3 0,6 1-2 0,2 1-8 16,-5 1 2-16,10 0-6 0,-1-3 1 0,2 4 2 15,1-4 1-15,6-1-13 0,-3-3 5 0,2 0 2 16,6 0-3-16,-3-2-4 0,3-2-2 0,2-2 2 16,-2-3-4-16,4 0 0 0,3-6-9 0,-2 2 3 15,0-2-7-15,0 0 3 0,-1-2-7 0,3-4 7 16,-4 2-4-16,-2 0 4 0,0 0-1 0,1-2 2 16,-5 3 7-16,2-2-5 0,-5 3 3 0,-3-3 2 15,6 5 0-15,-10 0 0 0,10-5 1 0,-5 4-2 16,-5 1 4-16,0 0-7 0,17 0 1 0,-17 0-2 15,0 0 14-15,5 11-12 0,-4-9 1 0,4 3 0 16,-1 1-1-16,-1-2 4 0,-1 3 1 0,4 3 1 0,-4-7-3 16,5 3 2-16,-1-2-1 0,3-2 4 15,-3 4 2-15,2-2-2 0,-1 0 0 0,1-3 0 16,-1-1 0-16,-7 0 1 0,13 0 0 0,-13 0-2 0,13 0 2 16,-13 0-7-16,5-3 5 0,-5 3-4 0,5-10 0 15,-5 10 2-15,0-8-5 0,-1 1 6 0,-4 0-6 16,1 2 2-16,1-3-1 0,-5 2 0 0,3-2 5 15,0 1-1-15,-2 0-3 0,2 0-2 0,-1 3 2 16,-3-3 1-16,9 0 4 0,-6 3-3 0,4-2 2 16,-4 0 3-16,6 6-3 0,0-12-3 0,0 8 7 15,0-3-3-15,4 2 0 0,0-2-5 0,2 2 3 16,6-2 0-16,-4 3 6 0,4 0-6 0,-1 0 1 16,-1-2-1-16,4 5 0 0,2-3-1 0,-3 0 4 15,-1 1-4-15,0 2 6 0,1 1-5 0,0 0 1 16,-3 0 1-16,3 3-1 0,0-2 1 0,-3 4-1 15,2-1-2-15,-2 2 0 0,2 2 3 0,-1-4-3 16,-4 7 0-16,6-3 3 0,-5 0 0 0,1 3-2 0,-3 1 0 16,2-3-5-16,-1 2-2 0,-2-1-13 15,0-1-3-15,-2 2-1 0,-1-4-13 0,3 1-9 16,-3-1-8-16,-2-1-8 0,0 0-14 0,1 2-13 0,-1-8-7 16,5 7-16-16,-5-7-17 0,0 0-18 0,0 0-23 15,0 0-16-15,0 0-20 0,0 0-145 0,0 0-380 16,0 0 169-16</inkml:trace>
  <inkml:trace contextRef="#ctx0" brushRef="#br0" timeOffset="78644.95">12225 8671 68 0,'-2'-5'284'0,"2"-3"-18"0,-5 5-23 16,5 3-18-16,0 0-25 0,-3-7-14 0,3 7-7 15,0 0-5-15,0 0-6 0,-7 18-10 0,2-9-3 16,10 3-14-16,-5 1-10 0,0 5-11 0,0 0-6 16,2 2-9-16,1-1-11 0,0 1-7 0,4 3-8 0,0-3-7 15,-1 4-9-15,2 0-5 0,-1-6 0 16,0 3-9-16,1-4 0 0,2 2-8 0,-3-3-5 16,1 3-18-16,0-6-15 0,-3-1-24 0,3-2-21 0,-1 1-28 15,1-3-31-15,1-1-28 0,-9-1-37 0,6 0-36 16,1-5-40-16,-4 4-201 0,-3-5-477 0,0 0 211 15</inkml:trace>
  <inkml:trace contextRef="#ctx0" brushRef="#br0" timeOffset="78829.12">12223 8911 14 0,'-5'-4'306'0,"5"4"-2"15,-8-6 0-15,6 3 1 0,2 3-1 0,-7-6-20 16,7 6-23-16,0 0-19 0,0-8-24 0,0 8-26 15,7-7-21-15,-7 7-9 0,8-5-22 0,-1 4-28 16,3-1-35-16,1-2-38 0,6 4-46 0,1-1-51 16,0 1-66-16,4 0-66 0,8 0-78 0,0-2-197 15,4 2-504-15,-2 0 223 0</inkml:trace>
  <inkml:trace contextRef="#ctx0" brushRef="#br0" timeOffset="79161.59">12797 8961 97 0,'-6'4'297'0,"6"-4"-21"0,-9 8-23 0,3-7-19 0,-1 6-17 15,7-7-15-15,0 5-16 0,-8 3-17 0,8-1-14 16,-7 0-16-16,7-2-12 0,0 3-11 0,0-1-14 15,0-7-5-15,7 14-13 0,-7-8-6 0,2 1-7 16,4 0-7-16,-1-3-9 0,3 4 0 0,-1-5-5 16,1 1-7-16,1-1-1 0,-3-3-4 0,4 1 0 15,-10-1-9-15,20-1 2 0,-12 1-9 0,-8 0-2 16,14-3 0-16,-8-1-4 0,-3 1 3 0,-3 3-1 16,10-9-9-16,-6 2 2 0,-3 3-4 0,-1 4 3 15,-1-11-5-15,-1 4-2 0,0 1 0 0,2 6-6 16,-10-9-13-16,7 3-13 0,-5-1-22 0,1 2-22 0,-1-1-27 15,1-3-28-15,-6 6-37 0,8-1-50 16,-5-4-240-16,4 0-493 0,-3 1 219 0</inkml:trace>
  <inkml:trace contextRef="#ctx0" brushRef="#br0" timeOffset="79495.24">12748 8776 108 0,'0'0'266'15,"0"0"-14"-15,0 0-17 0,0 0-14 0,-9 3-19 16,9-3-12-16,0 0-14 0,0 0-17 0,0 0-17 16,0 0-12-16,0 0-12 0,0 0-10 0,0 0-11 15,0 0-7-15,35-8-11 0,-28 5-9 0,-7 3-5 16,10-5-6-16,-4 3-4 0,-6 2-8 0,14-4-1 15,-14-1 1-15,0 5 1 0,1-7-5 0,-1 7-5 16,0-11-1-16,0 11-4 0,-1-7-2 0,-4 1-4 16,5 6-3-16,-9-6-4 0,3 1-1 0,6 5-1 15,-9-1-2-15,3-2-7 0,6 3-2 0,-15 0-16 16,15 0-16-16,-13 1-30 0,13-1-20 0,-9 2-31 0,1-1-32 16,8-1-50-16,0 0-48 0,-7 5-181 15,7-5-452-15,0 0 200 0</inkml:trace>
  <inkml:trace contextRef="#ctx0" brushRef="#br0" timeOffset="79944.91">13180 8685 270 0,'-7'2'335'0,"7"-2"-13"0,0 0-22 0,0 0-29 16,0 0-18-16,0 0-26 0,0 0-20 0,0 0-22 15,0 0-9-15,0 0-26 0,15 13-15 0,-10-10-15 16,-2 3-11-16,5 0-12 0,-3-1-6 0,2 2-12 16,0 0-5-16,1 4-7 0,-1-8-8 0,1 12-8 15,-2-3-2-15,-2-3 7 0,1 5-19 0,1 2 0 16,-4-4-5-16,3 6 3 0,-5-3 0 0,2-2 8 15,-2 4-6-15,0-2 13 0,0 0 6 0,-2-3 7 0,-1-3 11 16,1 5 6-16,0-6 6 0,-3 6 10 0,2-4 1 16,-4 4 8-16,3-5 7 0,-3 1 3 0,2-2 4 15,-2 1-7-15,-3-3-3 0,7 2-5 0,-2-4-7 16,2-1 0-16,-1 3-11 0,4-6-10 0,-8 6-2 16,8-6-6-16,-1 6-4 0,1-6-3 0,-2 6 0 15,2-6-2-15,0 0-5 0,0 0-9 0,0 0-4 16,23-4-8-16,-10 1-15 0,4-1-9 0,-1-1-14 15,6 2-14-15,-1-4-26 0,6-1-37 0,-1-3-41 16,3-1-45-16,0 1-44 0,-1-1-49 0,-4-4-53 16,4 4-78-16,-5-7-382 0,15-8-837 0,-16 4 370 15</inkml:trace>
  <inkml:trace contextRef="#ctx0" brushRef="#br0" timeOffset="80278.22">13549 8529 96 0,'0'0'399'16,"0"0"0"-16,-9-1-7 0,9 1-21 0,0 0-17 15,0 0-17-15,0 0-26 0,0 0-32 0,0 0-27 16,0 0-23-16,0 0-27 0,0 0-21 0,0 0-16 15,29 7-16-15,-21-1-14 0,3 1-19 0,1 3-5 16,5 3-16-16,1 1-8 0,0-1-6 0,-1 3-4 16,2 4-13-16,5 1-5 0,4-3-6 0,-7 3-5 15,1 3-2-15,1 0-11 0,-3 2 3 0,1-3-8 16,-4 4 1-16,-2 2 0 0,11 4-8 0,-14-5 0 16,-1 4-4-16,6 9 4 0,-9-10-6 0,-3-1-1 15,-1 10-7-15,-4-2-40 0,0-7-38 0,-4 0-34 16,-2 8-55-16,-3-11-57 0,-2 3-60 0,-1-4-68 15,-3-1-356-15,-1-2-756 0,1-8 335 0</inkml:trace>
  <inkml:trace contextRef="#ctx0" brushRef="#br0" timeOffset="84311.36">1690 11141 146 0,'-2'-11'329'0,"-3"-5"-2"16,5 0-12-16,-2-2-14 0,-4 5-9 0,4-8-9 16,-5 0-2-16,7 6 11 0,-6-5-23 0,4-2-10 15,-3 2-2-15,4 4-5 0,-6 1-9 0,5-5 0 16,-4 5-18-16,-1 0-9 0,0 5-14 0,2-4-18 16,-3 4-12-16,5 1-16 0,-2 1-15 0,-10 3-16 15,3 0-15-15,1 3-11 0,-4 1-11 0,-2 4-11 16,-3 3-10-16,4 3-6 0,-4 0-6 0,4 4-9 0,-3 4-3 15,3 7-6-15,-1-2-5 0,4 5-4 16,3 7-1-16,-3 5-7 0,11-9-2 0,-1 1-1 16,3-1-4-16,0-1-12 0,5-1-9 0,1-1-10 0,3 3-5 15,1-6-5-15,3 2-9 0,-5-10-2 0,5 2-4 16,7-2-7-16,-3 0-5 0,6-3 7 0,-5-6-14 16,0 3-3-16,4-8-4 0,-1 1-12 0,3-1-7 15,4-7-8-15,2 3 8 0,-9-3 0 0,4-1 4 16,-5-2 5-16,1 1 9 0,-3-4 5 0,1 4 1 15,-4-3 6-15,-1-1 11 0,0 2 3 0,-4-5 6 16,-2 9-1-16,-1-3 11 0,-1-1 1 0,-1 3 0 16,-2 3 6-16,-1-1 3 0,3-1-1 0,-5 5 5 15,10-7-5-15,-10 7 6 0,0-7-3 0,0 7-5 0,0 0-12 16,0 0 5-16,0 0 5 0,0 0-5 16,0 0-6-16,20 15 0 0,-15-10-2 0,-2 1-2 15,4 0 1-15,-1 3 2 0,4-3 2 0,-3 0 3 16,1 3 4-16,5-3-3 0,-6 2-2 0,3-4 9 0,-5 4 4 15,2-3-2-15,-1-2 2 0,-4 2 5 16,3-2 2-16,-5-3-4 0,10 4 5 0,-10-4 5 16,0 0-1-16,0 0 0 0,0 0 3 0,13-10 0 0,-13 10 0 15,-7-9 3-15,7 9 0 0,-1-13 5 0,-4 5 5 16,5-1 4-16,-2 1 5 0,-3-2 3 0,3 1-2 16,2 0-1-16,0 1-2 0,0 0-1 0,0 8 2 15,0-15-3-15,0 7-1 0,2-3 0 0,5 4-8 16,-1 4 2-16,1-3 1 0,0 0 14 0,3 0-22 15,-4 6 0-15,7-3-1 0,-4 0-3 0,4 2-6 16,-13 1-4-16,23 4-8 0,-13-1 0 0,3 1-5 16,-1 0 4-16,1 1 0 0,-3 2-1 0,2 0 1 15,-1 1 10-15,-3-1-10 0,1-1-2 0,-3 4 7 16,3-2 1-16,-3 0-2 0,-4-3 6 0,1 3 3 16,2-1-2-16,-3 0 2 0,-2-7 3 0,3 5 2 15,-3-5 13-15,2 3 16 0,3 2 13 0,-5-5 10 16,0 0-4-16,0 0 10 0,0 0-1 0,0 0-5 15,0 0 1-15,0 0-8 0,0-20 1 0,5 8-2 16,-5 5-2-16,3-5-4 0,-1 3 1 0,4-3 13 16,-1 3-25-16,0 0 5 0,-1 1-6 0,2-2-6 15,2 1-3-15,-6 1 0 0,5 0-2 0,-1 0 1 0,3 2 3 16,-3 1-9-16,1-2 10 0,1 4-17 0,-1 1 5 16,-7 2-3-16,15-4 1 0,-15 4 1 0,15 1-11 15,-9 6-15-15,2-2-3 0,1 3-8 16,-4-1-8-16,5 1-6 0,1 3-11 0,-4-3-11 0,1 4-12 15,-1-1-5-15,1 1-14 0,2 0-14 0,-2 2-16 16,-1-2-16-16,4-4-32 0,-4 4-16 0,1-2-26 16,2-6-24-16,2 2-38 0,-4 1-146 0,5-4-463 15,-1-1 206-15</inkml:trace>
  <inkml:trace contextRef="#ctx0" brushRef="#br0" timeOffset="84678.93">2727 10902 118 0,'0'-1'272'0,"-8"-3"-18"0,8 4-25 0,-7-4-21 16,7 4-22-16,0 0-20 0,0 0-18 0,0 0-12 16,-14 8-12-16,14-8-11 0,-2 13-7 0,-3-6-12 0,5 1-1 15,5 3-2-15,-5-3-8 0,2 11-4 16,3-11-7-16,-4 12-3 0,7-5-5 0,-1 0-4 15,1 1-7-15,-1 3-3 0,1-8-2 0,-1 6-3 0,4-5-3 16,-1 3-7-16,0 2-2 0,2-7 1 0,-2 2-6 16,1 0-2-16,1-2-3 0,1 1-4 0,-1 1 4 15,-6-4-9-15,4-1 5 0,-5 1-7 16,0-4-1-16,2 4 0 0,0-7 3 0,-2 3 0 0,-5 3 3 16,0-7 7-16,-4 8-9 0,4-8 2 0,-11 7-1 15,2-4-4-15,-2 1-3 0,1 1 6 0,0-1-7 16,-5 0-8-16,5-1-14 0,-5 2-28 0,-1-3-22 15,2 2-19-15,6-4-30 0,-5 1-27 0,6-1-37 16,7 0-50-16,-15-1-205 0,15 1-468 0,0-12 207 16</inkml:trace>
  <inkml:trace contextRef="#ctx0" brushRef="#br0" timeOffset="84961.24">2994 10659 191 0,'-2'-6'341'16,"2"6"-26"-16,-1-6-24 0,1 6-24 0,-7-5-15 0,7 5-34 15,0 0-29-15,0 0-14 0,0 0-27 16,0 0-12-16,0 0-7 0,16 23-12 0,-16-11-11 16,9 0-4-16,2 6-9 0,-2 2-10 0,-3-4-1 15,7 10-12-15,-3-1-4 0,-3 2-5 0,8-3-4 0,-2 1-10 16,-3 4 8-16,3 0-18 0,2-1 2 0,2 10-9 15,-2-8 2-15,-2-3-4 0,0 0-6 16,-3-2-15-16,2-1-20 0,-4-6-10 0,-1-2-33 0,-1 1-35 16,-1-7-35-16,5 9-41 0,-7-14-37 0,4 3-32 15,-2-2-48-15,-3-2-147 0,-2-4-468 0,0 0 208 16</inkml:trace>
  <inkml:trace contextRef="#ctx0" brushRef="#br0" timeOffset="86295.24">3274 10941 18 0,'0'0'165'15,"0"0"-3"-15,0 0-6 0,0 0-13 0,0 0 1 16,0 0-3-16,19 15-5 0,-10-8-8 0,-3 2-6 16,9 1-9-16,0 2-12 0,0-4-8 0,2 7-9 15,-4-4-7-15,2 2-11 0,-2-1-4 0,10 8-9 16,-8-5 1-16,-2-3-6 0,-3 2-11 0,2-2 1 0,-2 1-3 15,-4-3-5-15,1-2 1 0,0-1-3 0,-6 1 12 16,1 1 11-16,-2-5 11 0,0-4 2 16,-8 10 2-16,1-6-5 0,-1-3-1 0,-2 6-4 15,10-7-5-15,-23-5-3 0,11 5 0 0,2-2-8 0,-3-2-4 16,5 1-1-16,-1-2-5 0,-2 1-2 0,9-2-6 16,0-4-5-16,2 2-14 0,2-1-17 0,11-1-22 15,2-4-19-15,2 2-18 0,11-3-16 0,3 0-18 16,11-2-18-16,-11 9-2 0,14-9-9 0,0 3-4 15,-1 6 3-15,-11 1 20 0,-1-1 1 0,4-1 10 16,-1 6 9-16,-5-4 16 0,-9 0 3 0,-3 1 9 16,2 0 8-16,-3 5 25 0,-6-7 31 0,-2 4 20 15,-3 0 12-15,-1 1 13 0,-5-1 9 0,0 4 4 16,0 0 10-16,-8-11 18 0,1 7 5 0,7 4 9 16,-18-1 6-16,5-1 3 0,3 2 3 0,-8-2-1 15,1 2-3-15,-3 4-5 0,-1-3-8 0,1 3-4 16,0 3-10-16,-1 1-1 0,-1 0-13 0,7 3-4 15,-6-3-7-15,6 7-7 0,0 1-2 0,0-1-6 16,0-3-2-16,5 4-2 0,0-2-7 0,5 1 3 16,4-1-4-16,1 1-2 0,-4-4-2 0,8 1-2 15,1 3-1-15,1-6 0 0,3-2 0 0,4 4 8 16,2-5-8-16,1 0-3 0,4-5-3 0,-3-1 0 0,4-1 0 16,1-2 0-16,-6 2-4 0,2-6-1 15,-1-2 1-15,3 2-2 0,-5-1-1 0,0-2 2 16,-4-5-1-16,1 3 1 0,-4-3-1 0,-1 3-3 15,-1-2 3-15,-2 3 3 0,-1-3 17 0,0 5 15 0,-1-3 18 16,1 3 8-16,-1 0 10 0,0 3 14 0,1 0-11 16,-3 6-4-16,1-8-7 0,-1 8 3 15,0-9-21-15,0 9-16 0,0 0-5 0,0 0 4 0,0 0-5 16,0 0-1-16,0 0-9 0,0 0 5 0,5 28-3 16,-1-17-6-16,1 0-3 0,-2 4-2 0,5-5-7 15,-1 17-6-15,3-15 0 0,1 3-2 0,-4-4-4 16,1-2-5-16,6 1-5 0,-4-5-11 0,3 4-6 15,-7-6 1-15,4 2-10 0,0-5-3 0,0 2-4 16,-3-2-7-16,-7 0-1 0,15-4-2 0,-7-2-1 16,-1 1 6-16,1-2 3 0,-3 1 1 0,3-1 6 15,-1-4 0-15,-1-4 4 0,-4 5 8 0,6-4-1 16,-1 1 9-16,-5 1-1 0,4-3 4 0,-1 4 9 16,-3 0 3-16,-1 3 8 0,6-1 8 0,-5 6 9 0,-2-4-5 15,3 0 4-15,-3 7-8 0,0 0-2 16,2-8 1-16,-2 8 0 0,0 0 0 0,0 0 0 15,0 0 0-15,0 0 4 0,0 0-6 0,8 23 4 16,-8-16-6-16,2 4 2 0,8-2 0 0,-7-3-2 0,2 7 1 16,1-5-1-16,3-4 2 0,-3 7 0 0,4-4-4 15,-1 0 2-15,-1-2 4 0,-2 2-4 16,1-6 2-16,0 3 0 0,1-2 1 0,-8-2-1 0,12 0-1 16,-12 0 1-16,11-7-1 0,-6 0 2 0,-2 0-1 15,2 1 2-15,-5-3-1 0,7 0 2 0,-5 0 3 16,4 2 18-16,-6-4 5 0,2 3 9 0,3-2 2 15,-5 0 4-15,2 7 0 0,-2-8 2 0,5 8-4 16,-5 3-8-16,0-9 2 0,1 5 0 0,-1 4-10 16,0 0-3-16,7-4 4 0,-7 4-13 0,0 0 4 15,0 0-2-15,20 5-3 0,-12 1-3 0,0-2 1 16,0 0-1-16,-1 3-3 0,8-1 1 0,0 1 1 16,6 4-6-16,-4-2-9 0,1-3-1 0,-1 2-8 15,3-3-5-15,-4 3-7 0,4-6-8 0,-2-1-13 16,-3 7-11-16,2-8-8 0,-6 0-4 0,-1-7-6 15,5 6-4-15,-10-2-7 0,3-2-5 0,-1 1 1 16,1-7 1-16,-1 7-2 0,-6-7 5 0,4-1-3 16,-3 5 7-16,3-10 1 0,-3 6 6 0,-2-9 0 0,6 2 1 15,-6 3 5-15,0-6 1 0,0-5 5 16,0 2 6-16,0-1 13 0,-6-7-2 0,-1 7 23 16,7-6 18-16,-8 2 20 0,5 2 24 0,-2 0 25 0,-2 3 27 15,0 0 25-15,-1 8 12 0,3 1 21 0,-3-2-6 16,1 2 16-16,6-2 10 0,-8 12-1 15,8-3-9-15,-4 0-13 0,5 0-28 0,-5 5-8 0,5 3-17 16,0 0-12-16,0 0-12 0,0 0-7 0,-12 20-7 16,15-10-6-16,1 9 4 0,-1 1-8 0,4 4-5 15,-1 3-3-15,3 4-4 0,7 5-3 0,-9-6 1 16,13 9-3-16,-6-9-2 0,1 8 1 0,9-2-10 16,-8 1-1-16,9-2-14 0,0 1-3 0,-4-2-9 15,1-1-11-15,-2-6-16 0,-4-8-19 0,-3-4-20 16,-1-1-30-16,-2-1-23 0,-5-5-17 0,3 1-20 15,-6-2-12-15,-1-2-37 0,-1-5-26 0,0 0-15 16,0 0-19-16,0 0-161 0,0 0-473 0,-14-27 211 16</inkml:trace>
  <inkml:trace contextRef="#ctx0" brushRef="#br0" timeOffset="86478.95">4591 10785 60 0,'-8'-8'323'0,"1"5"11"16,1-2 1-16,1-2-8 0,-2 6-16 0,7 1 4 15,-7-6-19-15,6 0-24 0,1 6-25 16,0 0-36-16,8-14-17 0,-5 11-6 0,11-1-29 16,2 3-18-16,-4-4-25 0,4 3-32 0,6-3-37 0,-1 3-47 15,4 0-38-15,-5-1-53 0,-4 2-49 0,4 1-66 16,-3 0-72-16,3 0-257 0,-12-1-579 0,5 1 256 16</inkml:trace>
  <inkml:trace contextRef="#ctx0" brushRef="#br0" timeOffset="86944.55">2984 10987 23 0,'0'0'378'0,"-15"-4"-7"16,15 4-2-16,-13-1-16 0,13 1 8 0,-8-2 3 16,8 2-12-16,0 0-26 0,0 0-26 0,-12-2-33 15,12 2-23-15,0 0-28 0,0 0-22 0,0 0-23 16,0 0-25-16,0 0-12 0,0 0-21 0,0 0-23 15,28-7-29-15,-13 3-33 0,6 4-35 0,-1-5-47 16,4 2-30-16,4-1-37 0,1 2-35 0,1-3-46 16,0 1-65-16,-2 0-72 0,-6-1-267 0,-1-1-655 15,-3 3 290-15</inkml:trace>
  <inkml:trace contextRef="#ctx0" brushRef="#br0" timeOffset="87960.9">5576 10982 278 0,'-5'-7'338'16,"2"3"-8"-16,3 4-4 0,0 0-3 0,-5-4-7 15,5 4-36-15,0 0-27 0,-7-8-28 0,7 8-27 16,0 0-23-16,0 0-17 0,0 0-16 0,0 0-12 16,0 0-18-16,-10 12-4 0,10-12-17 0,-2 4-5 15,-1 3 6-15,1 0-23 0,2-7-2 0,0 6-12 16,0-6-2-16,0 0-2 0,5 7-4 0,-3-2-6 16,-2-5-4-16,10 6 8 0,-10-6-19 0,18 0 3 15,-18 0-10-15,15-3 5 0,-2 0-10 0,-4-2 6 0,-1 2-9 16,-1-1 6-16,-1-2-14 0,-3-3-2 15,2 1 8-15,2 3-26 0,-4-6-11 0,-3 6-7 0,0-5-10 16,-3 2-12-16,-2-1-13 0,-2 2-9 0,-1-1-15 16,0 1-25-16,-7 2-17 0,2-2-24 0,-4 3-22 15,6 0-37-15,-1 1-26 0,0 2-46 0,-2 1-180 16,4 0-510-16,-2-3 227 0</inkml:trace>
  <inkml:trace contextRef="#ctx0" brushRef="#br0" timeOffset="88310.96">5450 10669 122 0,'0'0'308'0,"0"0"-22"0,0 0-28 16,0 0-5-16,0 0-14 0,-5-3-19 15,5 3-20-15,0 0-16 0,0 0-19 0,0 0-13 16,0 0-6-16,0 0-11 0,0 0 6 0,0 0-23 0,0 0-7 16,0 0-13-16,30 8-2 0,-25-5-5 0,-5-3-8 15,13 2-4-15,-13-2 0 0,10 1-8 0,-10-1-1 16,12 0-2-16,-12 0 8 0,0 0-2 0,10-3 8 16,-10 3 21-16,0 0-16 0,5-8-2 0,-5 8-1 15,1-3-8-15,-1 3-1 0,7-7-4 0,-7 7-10 16,-7-7 3-16,7 7 1 0,0-10-15 0,0 10-2 15,-1-8-12-15,1 8-2 0,-5-8-6 0,5 8-25 16,-2-6-38-16,-5 3-49 0,7 3-49 0,0 0-61 16,-13-2-71-16,13 2-98 0,0 0-288 0,0 0-704 15,-13 0 312-15</inkml:trace>
  <inkml:trace contextRef="#ctx0" brushRef="#br0" timeOffset="98260.23">6834 10708 112 0,'-5'-7'261'15,"3"1"-10"-15,-4-3-8 0,4 2-10 0,-5-4-10 16,2 4-11-16,-3-4-9 0,6 0-15 0,-3 2-10 15,-3-1-6-15,6 4 6 0,-4-5-22 0,-1 4-7 16,-1 1-3-16,1-4-6 0,1 3-15 0,-1 3-10 16,-3-2-11-16,4 0-11 0,-3 3-16 0,-1 0 3 15,0-3 1-15,-6 6-23 0,-1-3 12 0,2 3-21 16,-4 2-4-16,5-1-4 0,-7 3-6 0,4 3-2 16,-3-2-8-16,2 3 1 0,-2 1-6 0,4 3-3 0,-6 3-8 15,2-2 4-15,4 7-3 0,-2-1-3 16,6 3 2-16,-8 0-3 0,10 4 1 0,2 1-4 15,0 0 8-15,3 1-13 0,3-1 7 0,2 2-3 0,2 3 5 16,4 6-2-16,3-6 1 0,6 3 0 0,1 6-9 16,1-13 9-16,2-4 3 0,10-1-4 0,-1-2 1 15,0-1 3-15,10-3-8 0,8-2 1 16,-13-7 1-16,15 0 0 0,-3-4 0 0,-2-4-2 0,8-3-3 16,-8 2-1-16,7-13-6 0,-8 5 1 0,6-9 5 15,-10 1-6-15,3 0-2 0,-1-1 7 0,-9-6-3 16,-3 4-6-16,-1-1 7 0,-6-3 1 0,-1 1-2 15,-2 3 1-15,-9 5 14 0,6-11-12 0,-9 9 2 16,1-2 3-16,-4 0 4 0,-3 0 5 0,0 3 2 16,-8 1 3-16,4 2 8 0,-5-1 4 0,-1 5 2 15,0-5-1-15,-7 10-3 0,1-4-7 0,7 7 6 16,-7-3-9-16,-4 4-3 0,3 1-2 0,-4 2-3 16,1 1 3-16,-2 4-12 0,1 1 7 0,1 6-1 15,-1 3-1-15,2-6 0 0,9 3-5 0,-4-2 2 16,0 4 0-16,6 1 6 0,0 1-11 0,-1 1 24 15,4-2-26-15,5 3 1 0,-1-2-1 0,7-1 7 16,-4 2-6-16,6-5 0 0,-1 0 14 0,3-6-15 16,2-2-1-16,-4 0-3 0,5-2 8 0,-3-2-6 0,10-4 4 15,-4-1-3-15,-1-3 3 0,0 0-3 16,0-2 6-16,0-3 1 0,-2-5-6 0,2 6 9 16,-2-2-3-16,-3-1 0 0,4-2 1 0,-6 2 2 0,0-1 10 15,-3-1 11-15,2 5 24 0,-6-3 9 0,4 1 14 16,-1 4 6-16,-4-1 5 0,0 4 0 0,6 0-4 15,-6 4-8-15,0-11-13 0,0 11-8 0,5-5-7 16,-5 5-12-16,3-4 7 0,-3 4-12 0,0 0-2 16,0 0 0-16,14 13-5 0,-9-8-9 0,0 3-16 15,0-1-13-15,5 0-8 0,1 5-20 0,-1-1-9 16,2 0-20-16,1 0-19 0,2 0-18 0,-4-3-12 16,8 1-14-16,-5-5-22 0,3 3-34 0,-5-2-36 15,4-3-33-15,1-1-28 0,-2-1-31 0,1 0-192 16,-11 0-558-16,7-3 247 0</inkml:trace>
  <inkml:trace contextRef="#ctx0" brushRef="#br0" timeOffset="98644.71">7564 10833 11 0,'0'-5'208'0,"-7"0"12"0,7 5 6 0,0-10-12 16,-7 8-17-16,7 2-18 0,0 0-21 0,0 0-15 15,0 0-18-15,0 0-11 0,0 0-15 0,0 0-8 0,0 0-7 16,14 20-6-16,-9-11-10 0,-4 2-3 15,9 1-7-15,0 0-9 0,-2 5-2 0,-1-3-6 16,1 1-5-16,2-3-1 0,-1 2-4 0,2 2-3 16,-4 1-4-16,3-2-1 0,-5-4 0 0,1-1-3 0,-1-2-1 15,0-3 1-15,0 3-4 0,-3-1 0 0,3-5 3 16,-5-2 19-16,5 6-4 0,-5-6-1 0,0 0 2 16,0 0 4-16,6-15 9 0,-6 7 4 0,5 1 6 15,-3-2 4-15,0-5 9 0,1 4 1 0,-1-4 8 16,4 2 2-16,-6 0 10 0,7-3-6 0,-4 7-3 15,1-3 4-15,0 0 1 0,1 2-7 0,0 2-5 16,-1-1-3-16,2 1-8 0,4 2-4 0,-8 0-12 16,6 0-7-16,-1 3-2 0,-7 2-12 0,16 0 3 15,-16 0 11-15,15 8-23 0,-6-2-2 0,-1 1-2 16,-2 6 2-16,8-3-5 0,-6 5-8 0,0-4-17 16,5 5-14-16,-4-4-12 0,-1 6-17 0,5 2-16 15,-6-4-19-15,3-1-19 0,-5 1-22 0,1-4-28 16,1 3-35-16,-2-4-44 0,0-5-45 0,5 1-247 0,-5-2-573 15,1-2 254-15</inkml:trace>
  <inkml:trace contextRef="#ctx0" brushRef="#br0" timeOffset="99043.63">8138 10375 269 0,'0'-15'315'0,"0"2"-10"0,0-1-1 16,0 4-5-16,0-4 1 0,-3 2-9 0,3 4 2 15,-4-4-5-15,3 5-11 0,1 0-9 0,0 7-23 16,-2-12-23-16,2 8-24 0,0 4-26 0,0 0-23 15,-2-7-20-15,2 7-18 0,0 0-5 0,0 0-9 16,2 26-12-16,1-15-5 0,4 9-12 0,-7 0-6 16,5 4-4-16,-2 3-1 0,4 4-13 0,-5-1-2 15,4 2-4-15,1-2 1 0,-1 13-9 0,-4-9 2 16,5-4-9-16,1-1 1 0,-8 3-5 0,7-2-2 16,1-3 1-16,-3 6-5 0,3-5-2 0,-1-2 2 0,8-1 0 15,-9 2-7-15,3-4-15 0,-1-7-26 16,-2-1-23-16,11-3-20 0,-2 0-8 0,3 0-41 15,-3-2-22-15,3-3-37 0,-3-2-40 0,3-1-50 0,1-3-58 16,-1-1-311-16,-8-4-698 0,1 3 309 0</inkml:trace>
  <inkml:trace contextRef="#ctx0" brushRef="#br0" timeOffset="99260.15">8065 10774 273 0,'-11'0'373'0,"-1"0"5"0,2-1 5 16,10 1-8-16,-13-4-3 0,13 4-6 0,-5-3-26 15,5 3-24-15,-12-4-27 0,12 4-28 0,0 0-28 16,-5-5-33-16,5 5-20 0,14-8-40 0,-4 2-28 16,4-2-41-16,5 1-42 0,5 2-50 0,5-5-46 15,2 4-43-15,-1 0-53 0,0 0-68 0,4 0-77 16,-2 3-325-16,6-2-684 0,-10 1 304 0</inkml:trace>
  <inkml:trace contextRef="#ctx0" brushRef="#br0" timeOffset="100210.82">9154 10236 78 0,'0'0'330'0,"0"0"-28"0,0-12-32 0,0 12-30 15,0 0-26-15,0 0-21 0,0 0-19 0,0 0-21 16,0 0-10-16,0 34-16 0,5-18-13 0,2 3-11 16,1 5-8-16,-1 3-10 0,3 4-9 0,-2 6-6 15,5 4-8-15,-3 0-2 0,3-1-10 0,-6-2-3 16,1-7-7-16,-1 11 0 0,3-3-6 0,-5-8-2 16,1 0-4-16,3-4 2 0,-3 1-8 0,1-1 1 15,-5-5-5-15,3-6 0 0,-4 4-1 0,6-7-3 16,-5-1 0-16,-2-4 0 0,4 1 15 0,-4-4 32 15,0 2 33-15,0-7 21 0,2 5-13 0,-2-5 0 16,0 0-8-16,0 0-1 0,0 0-3 0,0-24-6 16,0 14 0-16,5-2-18 0,-2-3-1 0,2-3-6 0,-3 2-5 15,6-1 3-15,-1 0-5 0,-2 1-2 0,3 0-1 16,-1 1-1-16,1 1 6 0,-1 5-17 0,1-3-2 16,-3 5-9-16,5 0-2 0,-4 0-3 0,4 2-7 15,2 3 3-15,-2 2-6 0,-10 0-3 0,26 2-2 16,-9 5-21-16,0 5 8 0,4-5 2 0,-6 6-30 15,6 2-6-15,1 5-13 0,-5-6-11 0,-3 1-7 16,6 4-3-16,3 2-12 0,-1-6-6 0,-1 3-7 16,-6-5-2-16,7-1-3 0,-6-2-6 0,4-1-5 15,-1-1-12-15,-1 0-9 0,0-7-9 0,0 1-4 16,4-2-2-16,-2-3 2 0,-7-1 15 0,7-3 11 16,-4-2 16-16,-1-1 13 0,-2-2 6 0,1 2 13 15,0-7 4-15,-5 2 6 0,-1-2 9 0,-1-2 3 16,1-4 7-16,0-1 15 0,-5 1-1 0,-1-4 17 15,0 6 15-15,-2 1 26 0,0 2 12 0,-2 0 14 16,-3 0 22-16,-3 4 13 0,6 3 8 0,-3 2-8 16,-3-2-1-16,1 2-6 0,6 2-7 0,-13 0-8 15,6 4-6-15,0 2-6 0,-5 1-7 0,-2 3-6 0,0 5-1 16,0-1-13-16,0 5 6 0,4 1-5 0,-9 7-3 16,1-1-2-16,11-4 7 0,0 5-13 0,1-2 0 15,1-5-4-15,4 6 0 0,-3 0 0 0,3-7-1 16,4 4 1-16,1-5 3 0,-1 1-2 0,5-3-7 15,-1 1 4-15,3-2 2 0,-3-1 3 0,4 0 0 16,2-5-5-16,-2 1 4 0,4-1-3 0,-2-4 0 16,0-1 2-16,1 1-2 0,-3-5-7 0,3 3 12 15,-5-2 7-15,4-3 10 0,-4 1 4 0,0 0 1 16,-1-3 9-16,0 3 5 0,-1 1 7 0,-4-6 1 16,6 6 1-16,-4 0 1 0,-1-2-2 0,-3 3-9 15,5 1-2-15,-5 5-8 0,3-8-18 0,-3 8 1 16,0 0 2-16,0 0-9 0,0 0 1 0,0 0-5 15,18 12-6-15,-14-7-14 0,2 6-8 0,1 0-10 0,0-4-14 16,2 8 0-16,5-6-24 0,-4 7-9 16,1-5-21-16,2 4-15 0,2-4-22 0,0 1-24 15,-3-5-31-15,3 2-20 0,0-3-26 0,0-3-14 16,-2 0-191-16,-3 1-472 0,-2-7 209 0</inkml:trace>
  <inkml:trace contextRef="#ctx0" brushRef="#br0" timeOffset="100826.78">10308 10596 174 0,'0'0'175'0,"-5"-8"-9"15,5 8-17-15,0 0-12 0,0 0-7 0,0 0-10 16,-15 11-1-16,15-2-9 0,0 0-5 0,-2 1-17 16,4 2 4-16,-2 2-7 0,2 2-1 0,3 1-7 15,1 1-1-15,1-6-1 0,-4 4-5 0,9 1-3 16,-4-4-6-16,0 1-4 0,6-4-5 0,-6 5-4 15,0-7-2-15,5-1-3 0,-4-2 0 0,-3 1-1 16,8-3-3-16,-6-2 4 0,0 1-1 0,-8-2 0 16,13-2 5-16,-13 2 2 0,15-3-5 0,-13-2 5 15,3-5-3-15,-2 3 1 0,4 1 4 0,-7-8 0 16,5 5 4-16,-4-7-8 0,-1 2 6 0,2-5 3 16,-2 4 1-16,3-3 15 0,2 0-3 0,-5 2 6 15,0 0 6-15,4 5-8 0,-4 0-7 0,0 2-6 16,1 0-7-16,-1 2-4 0,0-1-14 0,0 2-3 15,0 6-12-15,0 0-5 0,2-6-11 0,-2 6-11 16,0 0-13-16,18 12-3 0,-14-6-8 0,4 3-5 0,3 0-6 16,-2 2-6-16,4 2-2 0,2-1 0 0,1 0-2 15,-1 0-3-15,2 2-4 0,3-6 7 16,3 3-1-16,-7-3 4 0,4 0 3 0,2-3 8 0,1 1-4 16,-2-5 6-16,-1 2 5 0,3-6 1 0,-3 3 2 15,-1-1 3-15,2-3 1 0,-4 1 2 0,2-4 4 16,-10 0 3-16,6 0-1 0,0-4 5 15,-9 2 2-15,2 0 4 0,6-3 4 0,-13 1 9 0,8-1 10 16,-4 0 7-16,-4 2 7 0,4-2 11 0,-10 3 5 16,5 0 15-16,-1-1 7 0,1 3 4 0,-7 2 5 15,5-3 2-15,-4 2-21 0,1-3-4 0,0 9-6 16,5 0-12-16,-18-1 6 0,18 1-12 0,-19 1-2 16,8 5-4-16,2 0-2 0,0 5-3 0,-1-3-2 15,1 4-2-15,-1 0-8 0,5 3 5 0,0 0 1 16,1-1-5-16,0 1 2 0,4-5 7 0,8 5-5 15,-6-4-8-15,6 2 0 0,2 2 5 0,4-3-3 16,0 0 1-16,3-4-4 0,8 3-9 0,1-3-15 16,2-1-23-16,7-4-36 0,-5-1-35 0,3 5-48 0,-1-7-57 15,12-8-65-15,-11 8-246 0,2-3-571 16,-2-3 253-16</inkml:trace>
  <inkml:trace contextRef="#ctx0" brushRef="#br0" timeOffset="101461.06">11716 10363 42 0,'0'0'241'0,"-1"9"-4"15,1-3-8-15,0-6-8 0,1 14-10 0,4-5-7 16,2 7-15-16,-4-4-11 0,4 5-15 0,5-2-15 15,-4 3-15-15,2-3-9 0,1 5-16 0,-1-1-5 16,2-3-13-16,-2-1-6 0,3 1-10 0,-3 0-8 16,-2-1-6-16,1-1-6 0,0-1-3 0,-2-4-7 15,-2-3-1-15,0 2-4 0,3-4 3 0,-8 0-9 16,5 1-2-16,-5-5-4 0,9 3 3 0,-9-3-9 16,0 0-4-16,0 0 2 0,6-16 6 0,-4 8-11 15,-1-1-2-15,3-1 1 0,-1-4-4 0,2 2 2 16,-2-3 0-16,4 0-2 0,-2 0 8 0,-3-3 13 0,3 3-1 15,5 0 5-15,-6 3 4 0,0 0-5 16,2 4 0-16,-4-2-2 0,3 3 0 0,-3 1-3 16,6 1-3-16,-3 3-5 0,-5 2-5 0,12-1 0 15,-12 1-3-15,14 3-1 0,-9 2-5 0,9 2 6 0,-8 2-7 16,3 2-3-16,-3-3-1 0,2 7-4 0,4 0-6 16,-4-3-7-16,1 2-1 0,-1 3-9 0,5-5-2 15,-6-2-2-15,4 3-4 0,-6-1 4 0,0-4 3 16,2 1 2-16,-2-3 2 0,1 0 4 0,-2-3 2 15,-1 2 6-15,-3-5-2 0,0 0 0 0,0 0 2 16,0 0 2-16,0 0 6 0,13-14 11 0,-11 6 8 16,0 1 11-16,3-2 10 0,-4-2 10 0,3-1 8 15,-1-3 12-15,2 2 9 0,3-1 15 0,-6-1 23 16,3-1 5-16,3 4 13 0,-3-3 4 0,-2 7 1 16,-3-4-3-16,9 4-14 0,-9 0-11 0,4 1-10 15,0 0-11-15,-1 0-8 0,-1 2-12 0,-2 5-10 16,6-4-6-16,-6 4-6 0,9 0-10 0,-9 0-13 15,15 3-16-15,-10 6-9 0,1-5-23 0,-1 8-17 16,2-4-30-16,6 4-28 0,-5 2-21 0,1-3-17 16,4 6-16-16,-5-3-19 0,5 1-24 0,-3-2-32 15,3 2-45-15,2 0-36 0,0-3-35 0,-2 0-209 0,-4-6-601 16,4 0 266-16</inkml:trace>
  <inkml:trace contextRef="#ctx0" brushRef="#br0" timeOffset="101843.49">12739 10413 68 0,'0'0'304'0,"-16"1"-16"0,4 4-18 16,6 1-10-16,-4 2-12 0,5-1-17 0,-10 5-14 15,3-1-17-15,6 2-13 0,-6-1-16 0,4 6-13 16,4-7-18-16,1 2-10 0,1 2-16 0,1 1-7 15,2-6-7-15,-1 2-7 0,9-2-10 0,-4 0-9 16,-2 1-3-16,9-5-8 0,-6 4 8 0,6-5-22 16,3 2-5-16,1-2-3 0,-4-2-11 0,1-1 2 15,-3-2-7-15,3-2-1 0,2 2-2 0,2-5 7 16,-7-1-19-16,-2 1 3 0,0-3-3 0,0-1-3 16,-1 0 0-16,0-6-10 0,-7 5 8 0,0-4 1 0,0-4-4 15,0 3 0-15,-7-2-4 0,5 5 4 16,-1-4 1-16,0 4 1 0,-5 0-5 0,1 0 3 15,-6 5-3-15,8-2 4 0,-12-2-5 0,9 4 0 16,1 3-5-16,-8 1-17 0,7 1-18 0,-5 0-19 0,13 2-11 16,-17 2-20-16,11 0-27 0,6-2-25 15,-14 8-21-15,8-2-23 0,4 0-19 0,2-6-15 16,0 10-17-16,0-10-166 0,8 11-438 0,1-10 193 0</inkml:trace>
  <inkml:trace contextRef="#ctx0" brushRef="#br0" timeOffset="102393.32">12868 10446 45 0,'9'-5'151'0,"-1"3"18"0,-1 0 24 16,1-1 2-16,0-2-12 0,-1 2-9 0,1 2-10 16,-8 1-11-16,15 0-14 0,-15 0-12 0,17 0-8 15,-8 1-11-15,1 2-12 0,2 2-7 0,3 2-11 16,0 5-6-16,0-2-6 0,1 3-9 0,1-2-4 16,-4 4-6-16,4-2-3 0,4 5 0 0,-6-6-11 15,7 6-2-15,-8-8-3 0,0 5-1 0,1-4-4 16,-2-2 0-16,-2 1-4 0,-4-2-1 0,3-2 1 15,-7-3 5-15,2 4 23 0,-1-5 18 0,-4-2-1 16,0 0-4-16,0 0-6 0,0 0-2 0,0 0 4 16,0 0 16-16,0 0-4 0,0 0 1 0,-15-18 6 0,13 12 0 15,-3 1-3-15,2-2 1 0,-1 2-4 16,-1 0-7-16,5-2 10 0,0 7-19 0,-5-8-4 16,5 8-9-16,-1-11-5 0,1 11 5 0,3-8-14 0,2 7-3 15,-5 1-7-15,17-3-8 0,-9 0-12 0,5 2-5 16,0 1-9-16,4-2-5 0,-1 2 1 15,3 0-6-15,2 0-2 0,4 0-7 0,-2 0-5 16,5-3 7-16,-4 3 5 0,-3-6-2 0,1 6 1 0,4-3 3 16,-1-2 3-16,3 1 10 0,-10-4-6 0,0 0 4 15,1 1 1-15,-1 0 3 0,-3-2-1 0,-4-2 0 16,3-1 5-16,-13 2 1 0,6 2 5 0,-1-4 1 16,-6 4 4-16,0-3 4 0,0 3 4 0,0-1 11 15,0-1 6-15,-6 2 5 0,-1 1 6 0,2 2 6 16,0-2 5-16,5 7-8 0,-16-3 21 0,4 3-13 15,12 0 1-15,-23 3 12 0,10 0 13 0,3 3-13 16,-3 0 11-16,3-2-14 0,-2 7 11 0,-3 1-14 16,7-1-4-16,1-3 3 0,-1 7 2 0,1-4-14 15,4 2 13-15,3 2-6 0,-5-4-6 0,10 5 0 16,-3-7-2-16,-1 8-5 0,4-8 0 0,5 6 0 16,3-4-5-16,-3 1-3 0,9-2-5 0,-4-3-23 15,1 4-33-15,6-4-42 0,6 1-56 0,-3-2-66 0,-2 0-81 16,5-5-119-16,5-1-289 0,-2 0-740 15,-7-1 328-15</inkml:trace>
  <inkml:trace contextRef="#ctx0" brushRef="#br0" timeOffset="105760.98">6620 11905 82 0,'0'0'293'0,"-5"-5"10"0,5 5-7 0,0-7-2 16,0 7-3-16,-3-7 2 0,0 1-2 0,3 6-13 15,0 0-4-15,-4-6-11 0,4 6-19 0,0 0-13 16,0 0-25-16,0 0-21 0,0 0-18 0,-1-5-19 16,1 5-18-16,0 0-14 0,0 0-10 0,0 0-2 15,-5 15-1-15,5-7 2 0,0 0-9 0,-5 0-3 16,3 4-3-16,0 3-6 0,1 5-1 0,-4-2-6 0,5 2-6 15,-7 3-5-15,7 4-4 0,0-1-7 16,0 1-1-16,0-3-8 0,7 3-3 0,-2 0-5 16,-2 0-5-16,4-7 1 0,1 5-4 0,0 5-3 15,-1-14-1-15,6 9-7 0,-5-11-3 0,6 4-13 0,-4-6-15 16,3 3-21-16,3-4-20 0,3 1-32 0,-3-3-33 16,-1-3-44-16,2 0-20 0,2-1-38 0,-4-3-41 15,0-2-48-15,2 0-52 0,-4-1-332 0,-5-5-749 16,6 1 331-16</inkml:trace>
  <inkml:trace contextRef="#ctx0" brushRef="#br0" timeOffset="106143.05">6342 11958 103 0,'-6'-4'358'0,"6"4"3"0,-10-7 0 0,10 7 8 15,-5-5 2-15,5 5-11 0,-2-8-27 0,2 8-20 0,7-7-18 16,-7 7-22-16,0-7-20 0,6 3-27 0,4-1-21 16,2 1-21-16,4-3-13 0,4-1-23 0,-2 0-13 15,12 1-12-15,-2-1-14 0,2 1-13 0,0-2-7 16,0 3-7-16,3-3-13 0,-7 5-16 0,7-5-17 16,-1 3-27-16,-4 2-31 0,-6-3-31 0,2 6-41 15,-7-6-42-15,4 5-36 0,-6 0-42 0,-1 2-46 16,-6 0-55-16,5-3-61 0,-13 3-265 0,15 0-694 15,-15 0 307-15</inkml:trace>
  <inkml:trace contextRef="#ctx0" brushRef="#br0" timeOffset="106643.14">6970 12207 110 0,'0'0'222'0,"11"3"-7"0,-11-3-14 0,0 0-15 16,15 0-11-16,-8 4-9 0,-1-1-17 0,4-1-14 16,-2 5-17-16,1-5-7 0,1 4-9 0,0 0-11 15,0 6-9-15,-1-3-7 0,1 0-6 0,-1 4-10 16,-1-4-7-16,4 5-3 0,-9-5-6 0,2 3-3 16,0 3-1-16,-2-6-5 0,0 6-5 0,-6-3 6 15,3-2 5-15,0 1 8 0,-3-2 8 0,-2 2 8 16,-2-3 4-16,1-1 0 0,-1 1 5 0,-1 0 5 15,1-1 11-15,0-2 13 0,-1 1 11 0,3-5 10 16,5-1 8-16,-10 4-3 0,10-4-4 0,0 0-1 16,-15-11-19-16,14 3-8 0,1 0-11 0,1-4-9 0,6 3-15 15,-2-8-7-15,10 2-9 0,-2 2-14 0,7-9-23 16,1 3-27-16,8-3-20 0,-8 5-24 16,2 0-27-16,7 2-26 0,-2 3-23 0,0 5-26 0,0-6-32 15,1 5-22-15,-3 1-28 0,2 0-22 0,2 6-17 16,-7 1-169-16,-1-3-492 0,-1 3 218 15</inkml:trace>
  <inkml:trace contextRef="#ctx0" brushRef="#br0" timeOffset="107092.98">7650 12192 13 0,'-5'-5'159'0,"-3"1"11"0,3 0 4 16,-4-1 10-16,1-1 3 0,1 1 2 0,-1 0-1 15,0 0-3-15,8 5-3 0,-12-6-7 0,2 3-9 16,-3 0-13-16,5 2-14 0,8 1-1 0,-22-2-7 15,14 0-11-15,-5 6-13 0,6-3-9 0,-8 3 0 16,0 2-19-16,4 2-7 0,-1 1-10 0,-3-2-5 16,2 5-2-16,5 0-12 0,-2 3 1 0,-2 0-5 0,6 2-3 15,1 0-4-15,-2 0-3 0,4-5 2 16,3 8-6-16,-2-5 3 0,4 0-5 0,4-3-5 16,-1 5-1-16,4-10 5 0,-4 2-7 0,3 0-4 15,2-2 1-15,3-3-4 0,2-3 0 0,1-1 0 16,3 0 2-16,-1-1-7 0,3-6 1 0,-1 3 8 0,-3-5-12 15,3 2-6-15,-4-2 9 0,-1-2 2 16,5 0-5-16,-10 1 3 0,3 1-3 0,-5-4 4 0,2 3 0 16,-3-5-3-16,-2 10 11 0,-2-3 4 0,1-6 26 15,-3 9 12-15,-1-2 21 0,2 3 4 0,1-5 11 16,-1 3 3-16,-2 6-19 0,0-8-17 0,0 8-5 16,0 0-6-16,0 0-4 0,0 0-9 0,0 0 1 15,0 0-5-15,0 0-2 0,0 0-3 0,-7 27-7 16,9-19-1-16,-2 1-8 0,0 3-9 0,3-3-14 15,2 9 11-15,-2-5-26 0,6 1-7 0,-3-1-10 16,3-5-14-16,-1 1-18 0,0 1-15 0,0-2-16 16,6-4-23-16,-6 1-23 0,4 1-26 0,1-6-20 15,-2 1-14-15,3-1-18 0,-4-1-9 0,3-5 10 16,-7 1 4-16,1 1-2 0,1-4-129 0,6-4-389 16,-6 5 172-16</inkml:trace>
  <inkml:trace contextRef="#ctx0" brushRef="#br0" timeOffset="107659.65">7918 12276 800 0,'7'-13'-37'0,"-7"5"37"0,0-6 33 16,0-1 36-16,0 6 16 0,0-2 29 0,0 4 27 15,0-2 7-15,-2 1 13 0,-3 1-5 0,5 7-1 16,5-7-18-16,-5 7-15 0,-5-5-13 16,5 5-13-16,0 0-9 0,0 0-9 0,0 0-9 0,0 0-3 15,0 0-11-15,-8 16-2 0,8-9-6 0,0 1-6 16,0 4 0-16,0-4-7 0,0 4-1 0,0 2-2 16,-2-1-2-16,4-1-4 0,-2 5-4 0,6-4 1 15,-6 1-3-15,0-5-3 0,0 4-1 0,2 0-1 16,5-3 3-16,-7 0-7 0,0-2 3 0,5 0-5 15,-2-3-3-15,0 2 0 0,-3-1-1 0,0-6 1 16,2 5 2-16,-2-5-1 0,0 0 0 0,0 0-4 16,0 0 4-16,0 0-1 0,18-15 4 0,-13 11 10 15,2-2 7-15,-1-3 9 0,1 1 6 0,-1-2 8 16,-1-2 14-16,0 0 12 0,4-3 14 0,-1 2 8 16,-3 1 23-16,2 0 10 0,-4 1 4 0,3 2 1 15,-4-3-2-15,3 3 1 0,0 1-10 0,-2 1-8 16,2 1-7-16,-3 0-15 0,3 0-6 0,-3 0-10 0,-1 1-13 15,-1 5-5-15,7-7-7 0,-7 7-9 0,8-1 1 16,-8 1-8-16,0 0-9 0,18 8-4 16,-13-4-2-16,2 1-3 0,3 2-13 0,-4-3-1 0,6 7-1 15,-5-6-2-15,1 3 0 0,0-1-7 0,1 4 1 16,-3-3 0-16,1-4-1 0,1 7 4 0,-3-7-3 16,5-1 4-16,-10 2 0 0,0-5 6 0,12 0-2 15,-12 0-1-15,0 0 3 0,0 0 1 0,0 0 9 16,16-7 11-16,-16 7 4 0,7-16 5 0,-7 8 9 15,1 1 6-15,6-2 7 0,-7-3 4 0,5 3 13 16,-3 0 1-16,-2 0 7 0,5 2 2 0,-2 3-2 16,-3-4-4-16,6 1-9 0,-6 3 0 0,0 4-14 15,0 0-8-15,5-8-8 0,-5 8-4 0,0 0 0 16,0 0-10-16,9 0 1 0,-9 0-6 0,0 0-5 16,13 16-2-16,-5-9-2 0,1-1-15 0,-1 3-6 15,-2-1-13-15,8 4-16 0,-4 1-14 0,1 2-23 0,4-8-32 16,-5 5-40-16,5 2-31 0,0-8-34 0,0 5-31 15,0-4-46-15,1-3-67 0,1 1-70 0,-6-3-345 16,3-2-834-16,2 0 368 0</inkml:trace>
  <inkml:trace contextRef="#ctx0" brushRef="#br0" timeOffset="108360.61">9523 12214 112 0,'4'-7'262'0,"-1"-2"-5"0,4-2-7 16,-7 3-2-16,3 0-7 0,-3-4 8 0,2 1-15 0,-4 1-5 15,-1 3 0-15,3-4-9 0,-7 2-11 0,0 0-18 16,4 3-16-16,-8-3-14 0,1 6-23 0,-4-4-13 16,-2 5-14-16,-2 2-10 0,-1 2-11 0,-2 5-3 15,-4 1-12-15,-3 5-12 0,1-4-7 0,4 8-9 16,-7-3 4-16,9 4-11 0,-1 1 0 0,1 0-6 16,6 2-3-16,3 3-9 0,2-7 2 0,4 0 0 15,6-5-3-15,-5 5-3 0,10-8-10 0,-5 7 11 16,3-8-4-16,4 4-6 0,3-5 0 0,5 3 7 15,-2-9 0-15,3 0-6 0,-1 2-1 0,7-6-4 0,-2-4 0 16,3 1 3-16,-7 0 2 0,4-3-4 16,-3-2 0-16,1-1 2 0,-1-1-3 0,4-6-4 15,-6 5 17-15,-5-2-1 0,3-4-14 0,-5 2-2 0,1 2 4 16,-3-4-5-16,1 2 13 0,-2 3 24 16,0 0 25-16,0-2 11 0,-3 7 8 0,-2 3 6 0,0-1-1 15,3-1-10-15,-3 1-9 0,0 4-7 0,0 4-13 16,0-8-5-16,0 8-7 0,3-4-2 0,-3 4-6 15,0 0-5-15,0 0-1 0,2 19-12 0,-2-11-11 16,6 4-10-16,1-5-19 0,0 5-11 0,-2-1-17 16,5 1-23-16,-2 2-15 0,5-5-17 0,2 3-22 15,2-1-18-15,-1-2-26 0,2-1-20 0,2-2-28 16,2-2-17-16,2 0-32 0,11-3-26 0,-8 3-21 16,-1-8-187-16,4 1-555 0,0-3 246 0</inkml:trace>
  <inkml:trace contextRef="#ctx0" brushRef="#br0" timeOffset="108626.79">10146 12003 38 0,'0'-3'223'0,"0"3"8"0,-7-11 6 0,2 8-9 15,-1 2-5-15,-3-8 6 0,1 7-13 0,0 1-5 16,-7 1-6-16,15 0-10 0,-28 6-12 0,11 0-2 16,1-2-14-16,-3 4-10 0,-2-2-1 0,4 7-3 15,4-4-5-15,-2 5-10 0,-6-3-14 0,6 2-12 16,3-1-17-16,1 3-4 0,6-3-6 0,-7 0-9 15,7 3-8-15,-2-6-7 0,6 1-1 0,2 1-6 16,3-3-2-16,1 0 5 0,1 0-19 0,8 1-3 16,0-3 10-16,3-3-28 0,5-2-15 0,-1 3-14 15,1-4-17-15,7-5-14 0,6 3-20 0,-3 1-22 16,-3-7-20-16,1 0-16 0,-2-2-20 0,-1 1-15 16,-1-6-23-16,-1 3-17 0,0-4-35 0,0-5 4 15,1-1-21-15,-4 0 0 0,-6-3-171 0,-1-2-451 0,3 0 199 16</inkml:trace>
  <inkml:trace contextRef="#ctx0" brushRef="#br0" timeOffset="109143.33">10412 11812 560 0,'-8'-28'-14'0,"1"10"30"16,-6-2 35-16,5-5 30 0,-2 7 30 0,-2 2 34 16,2 0 16-16,-3 1 5 0,0 0 13 0,6 3 15 15,-9 0-10-15,9 5-8 0,-1-1-4 0,1 1-4 16,1 2-22-16,-1 0-23 0,2 3-14 0,5 2-8 16,0 0-10-16,0 0-10 0,0 0-10 0,-15 12-5 15,15-3-5-15,-3 0-3 0,6 2-4 0,0 3-5 16,2 4-6-16,2 1-8 0,3 6 12 0,-2 1-14 15,-1-4-6-15,1 5 3 0,0 1-5 0,4-1-2 16,-2 2-3-16,-3-2-3 0,-1 0 2 0,2-1-3 16,-1 1-3-16,0 1 2 0,-1-2 1 0,3 1-12 15,-8-7 1-15,6-1-11 0,-2 1-2 0,-2-2-12 16,0-2-11-16,2 0-8 0,-5-5-10 0,4-3-13 16,-3 0-8-16,4 1-2 0,-3 0 1 0,1-4 8 15,1-2-1-15,-4-3-1 0,0 0-2 0,6 1 1 0,-6-1 5 16,0 0 7-16,15-8 6 0,-13 4 3 0,1-2 7 15,2 0 4-15,0-1 1 0,-3-1 8 0,-1 0 8 16,4 1 12-16,-5-5 14 0,-5 4 8 0,10-2 12 16,-10 1 17-16,10-2 11 0,-10 7 17 0,5-6 10 15,0 2 7-15,-1 1 6 0,1 0 10 0,-2 0 3 16,2-1 5-16,-3 0 4 0,3 8-5 0,-2-14-2 16,2 11-6-16,0 3 0 0,0-14-9 0,2 11-16 15,-2 3-7-15,11-10 7 0,-9 7-22 0,6-1-5 16,0 1-4-16,4-2-6 0,-2 3-4 0,3 2-7 15,0 0 0-15,4 0-6 0,-2 0-1 0,6 0 8 16,-6 2-15-16,2-2-1 0,-2 5-10 0,-2-4 3 16,2 2 3-16,0 3-3 0,-9 3-4 0,9-6-1 15,-1 6 1-15,-6 0-4 0,5 5 5 0,-5-6-1 16,-1 4 10-16,0 0-21 0,-4-1 1 0,5 3-8 16,2 0-25-16,-5 1-7 0,0-3-30 0,-2-1-17 15,4 4-24-15,-2-6-20 0,3 5-18 0,-3-6-32 0,3 0-37 16,-3 1-52-16,4-6-37 0,-1 3-232 0,2-1-587 15,-3-4 260-15</inkml:trace>
  <inkml:trace contextRef="#ctx0" brushRef="#br0" timeOffset="109811.51">11076 12024 126 0,'-17'-1'299'16,"17"1"2"-16,-19 2 8 0,10 4-12 0,-4-4-18 15,-4 4-10-15,9 2-19 0,-7-4-18 0,2 4-15 16,5-2-6-16,-2 4-34 0,3-3 0 0,2 1-30 16,-1 4-15-16,2-5-13 0,1 2-18 0,3 2-2 15,0-4-4-15,3 2-7 0,1-1 0 0,2-1-7 16,3 0-8-16,4 0-11 0,-3-1-7 0,3-4-5 16,8 6-16-16,-12-6 6 0,6 1-8 0,-2-3-4 15,7 3-13-15,-10-3-2 0,1-3 14 0,-1 2-21 0,0-3 1 16,-5 0-7-16,5 0-1 0,-5-4 13 15,0 2-17-15,2-2-7 0,-7-1 6 0,1-1 1 16,-2 1-3-16,-3-6 2 0,4 3 6 0,-1 3 0 16,-6-8-3-16,5 3 3 0,-1-1 0 0,-2 1 0 0,0 2 3 15,0 3-7-15,5 2 2 0,0-5 8 0,-3 4-3 16,3 5-6-16,0-8 3 0,3 4 6 0,-3 1-4 16,0 6-7-16,5-7 2 0,5 5-3 0,-5 0 3 15,-5 2-7-15,20 2-8 0,-20-2-4 0,18 3-2 16,-5 1-9-16,-3-1-2 0,2 5-5 0,3-2 3 15,-2 4 0-15,2 0-2 0,-4 3-1 0,3-6 3 16,2 7 3-16,-1-1-5 0,-3-1 12 0,-4 2 3 16,5-1-9-16,-3 1 3 0,3-5 3 0,-4 3 3 15,-3-3 1-15,1 1 0 0,0-2 0 0,-6-4 3 16,4 6 1-16,-3-5 2 0,-2-5 3 0,3 5 4 16,-3-5 6-16,0 0 7 0,0 0 22 0,0 0 0 15,0 0 10-15,0 0 7 0,0 0 4 0,0 0 12 16,0 0 9-16,-11-17 3 0,7 10 15 0,4 1 3 0,0-1 2 15,4-3 1-15,-3 0 12 0,-1 1 1 16,7-1-3-16,-4-3 1 0,2-3-4 0,2 3-9 16,-1 2-6-16,3-5-5 0,-1 8-9 0,5-6-7 0,-6 2-5 15,3 5-5-15,-4-2-4 0,1 2-6 0,3 0-5 16,0 2-3-16,-5 1-6 0,5 1-5 0,-10 3-3 16,16-1-3-16,-16 1 0 0,17 4-4 0,-11 0-9 15,3 1-11-15,-3 3-7 0,1-2-10 0,0 6-19 16,-1-4-18-16,4 2-19 0,-5-1-16 0,3 2-26 15,1 5-18-15,-1-5-13 0,-2-1-20 0,3 0-19 16,4 2-15-16,-1-1-25 0,-2 0-23 0,4-4-32 16,3 0-22-16,-2-1-23 0,0-4-170 0,-2 1-545 15,2-1 241-15</inkml:trace>
  <inkml:trace contextRef="#ctx0" brushRef="#br0" timeOffset="110093.05">11950 11934 144 0,'-7'-6'259'0,"2"1"16"0,2-2 3 16,-2 2 8-16,-3 1 0 0,8 4-10 0,-14-3-11 16,8-1-16-16,6 4-4 0,-15 0-19 0,15 0-13 15,-17 0-23-15,17 0-15 0,-14 5-6 0,7-2-26 16,4 4-17-16,-4 1-17 0,2 0-5 0,3 1-7 16,2 1-11-16,0-1 2 0,0 5-16 0,2-1-4 15,3-2-5-15,2 7-9 0,1-8 11 0,-2 8-19 16,4-4-5-16,-3-1-1 0,1 3-4 0,1-3-4 15,-1 1 2-15,2-3-9 0,-4-2 1 0,-1 2-3 16,2-2-8-16,-2-2-14 0,-3 1-21 0,-1-2-11 16,3 2-11-16,-4-4-18 0,0-4-22 0,-5 8-24 15,-2-4-26-15,-5 0-30 0,1 0-41 0,-6-3-55 16,-1 1-50-16,0-4-280 0,-10-3-637 0,-4 2 282 16</inkml:trace>
  <inkml:trace contextRef="#ctx0" brushRef="#br0" timeOffset="110292.82">11202 11679 96 0,'-7'-6'368'0,"-1"-2"-33"15,1 1-36-15,-1 1-28 0,1 2-26 0,4 0-30 16,3 4-41-16,-18-3-44 0,8 2-57 0,10 1-55 15,-15 4-72-15,15-4-82 0,-8 9-203 0,8-2-368 16,3-2 163-16</inkml:trace>
  <inkml:trace contextRef="#ctx0" brushRef="#br0" timeOffset="110776.24">12969 11548 290 0,'0'-8'335'0,"4"1"-20"15,-4 0-17-15,0 7-26 0,1-9-27 16,-1 9-26-16,2-4-23 0,-2 4-21 0,0 0-17 16,0 0-20-16,3 22-9 0,1-6-8 0,-1 4-13 0,-1 4-10 15,-1 5-8-15,4 11-7 0,-1-12-8 0,2 6-7 16,-4-4-4-16,8 10-8 0,-7 1-5 0,5-12-3 16,7 10-4-16,-8-9-6 0,3-3-7 0,1 0-4 15,4 4-16-15,0-8-15 0,-7 3-25 0,7-9-27 16,-8-1-18-16,5-1-32 0,-4-1-51 0,0-5-41 15,0-5-45-15,4-1-243 0,-7-2-527 0,0 2 233 16</inkml:trace>
  <inkml:trace contextRef="#ctx0" brushRef="#br0" timeOffset="112009.36">13137 11540 56 0,'-2'-5'262'0,"-3"1"-30"16,5 4-25-16,0-7-21 0,0 7-17 16,0 0-13-16,0 0-8 0,0 0-1 0,7 26-7 0,1-13-7 15,-1 3-6-15,-1 0-10 0,9 6-1 0,0 2-12 16,0 2-5-16,-2-1-7 0,4 1-3 0,-2 2-8 16,-1-1-9-16,1 0-6 0,4-2-6 0,-8 0-8 15,2-1-2-15,1 0-7 0,-4-7-4 0,-2 0-5 16,-2 1-3-16,-2-7 0 0,-1-2-1 0,-1 3-5 15,3-6-1-15,-4 2 6 0,3-1 16 0,-1-1 28 16,-3 0 25-16,0-6 35 0,0 0 8 0,0 0-11 16,0 0-4-16,0 0-6 0,0 0-9 0,0 0-4 15,7-18-5-15,-7 18-6 0,0-11-8 0,0 1-5 0,9 1-13 16,-9 1-3-16,5 1-9 0,2 1-3 16,-2 0-8-16,-2 0-11 0,6 0 2 0,-3 3-6 15,1-2-9-15,6 4 1 0,-13 1 0 0,17 1-3 0,-7 2-5 16,8-1-5-16,-10 4-4 0,14 2-5 0,-8-1-8 15,3 2-1-15,0 2-8 0,-1-3 0 16,9 7 0-16,-2-1-6 0,-5-2-5 0,1-4 2 16,-1 5-3-16,0-6-7 0,-3 0 5 0,1-2-1 0,4 0-7 15,-3 0-5-15,3-3-5 0,-5-2-4 0,1 0-2 16,-9-2-4-16,8-4-13 0,-2 2 3 0,0-3-1 16,4 1 3-16,-11-3 3 0,4 0 8 0,-3 1 13 15,6 0-10-15,-6-4 13 0,1 1 2 0,-3-1 5 16,0-3-1-16,2 0 5 0,-2 0 5 0,-4 2-2 15,-1-2 9-15,0 6 11 0,5-8 4 0,-5 7 1 16,-6-2 5-16,1 2-3 0,1 2 6 0,1-3-6 16,-2 5 2-16,-2 1-1 0,-1 4 9 0,-2-3-13 15,-5 4 13-15,15 0-19 0,-26 4 7 0,6 2-6 16,7 2 6-16,-4 2-4 0,2-1 0 0,2 1-3 16,-2 2-4-16,7 0 3 0,1 2 5 0,1-1 1 15,-3-2 2-15,6 0-2 0,0 2-3 0,3-3 1 0,0-1 1 16,0 1 0-16,3-3 1 0,0 3 2 0,4-3-4 15,1-3 3-15,-1-1-1 0,1 0 2 16,5-3-1-16,-13 0-1 0,25-2 2 0,-13-2 2 16,4 1-2-16,-2-5-2 0,0 1 4 0,3-2-5 0,-2 1 7 15,-2 1-4-15,0-2 1 0,-1-2-2 0,0 1 3 16,-4-2 8-16,0 3 29 0,-1 1-5 0,-2-2 2 16,1 2 8-16,-1 1-7 0,2 0 8 0,-4 0 2 15,-3 7 10-15,3-10-19 0,-3 10-7 0,4-3-11 16,-4 3-6-16,1-6-3 0,-1 6 0 0,0 0-4 15,0 0 5-15,0 0-5 0,4 15-3 0,-4-6 8 16,3-2-5-16,-3 2 7 0,3 2-12 0,-3-2-6 16,5 1-11-16,-1 2-7 0,2 0-3 0,1-2-13 15,1 3-5-15,-1-2-14 0,1-3-6 0,5 3-10 16,-3-7-11-16,-3 3-11 0,6-3-20 0,-5-1-16 16,1 3-17-16,2-2-18 0,-3-2-16 0,1-2-3 15,-9 0 1-15,20-3 8 0,-9-1 15 0,-6-3 1 0,2 3 21 16,-2-4 2-16,0 1 13 0,0-2 18 0,3-2 12 15,-3 3 9-15,-3-4 18 0,4 1 23 16,-4 0 20-16,1-1 23 0,-1 0 26 0,-2-4 23 16,-2 7 18-16,2-3 11 0,2 3 9 0,-2-2 5 0,-2 6 7 15,2-3-3-15,-3 1 4 0,3-1-8 0,0 8-10 16,-2-4-9-16,2 4-8 0,0 0-8 0,-6-5-8 16,6 5-8-16,0 0-1 0,-9 10-4 0,9-2-3 15,0 1-1-15,0 0-9 0,-6 0-3 0,6 3 5 16,0 0-8-16,6-2 2 0,-6 2-1 0,2 0-1 15,0-2-4-15,3 2-1 0,3 1-1 0,-8-3 0 16,5-1-4-16,-4-1 3 0,4-2 0 0,-1 0-4 16,2 1 4-16,-1-5-3 0,0-1-1 0,-5-1-4 15,10 4 4-15,-10-4 1 0,0 0 1 0,15-8-4 16,-13-1 1-16,3 3 9 0,3-2 11 0,-5 1 4 16,4-2 6-16,1-3 6 0,-1 3 8 0,4-5 9 15,-4 3 14-15,1-3 7 0,2 2 12 0,-1 0 7 16,-3 3 9-16,2 0 4 0,-1 0-8 0,0 3-2 15,-1-4-7-15,-1 3-5 0,-1 3 1 0,4 3-18 16,-8-4-11-16,0 5-4 0,0 0-9 0,16-2 0 16,-16 2-8-16,12 7-6 0,-5-3-3 0,-6 2-3 0,6 3 3 15,0 2-10-15,-1-2-1 0,2 4-4 0,-6-1-14 16,5-3-17-16,-2 4-19 0,1 2-28 0,-2 0-25 16,4-6-20-16,-5 2-22 0,-1 0-33 0,3-3-21 15,-5 3-38-15,1-2-34 0,1-5-42 0,-2 3-41 16,0-7-226-16,0 0-611 0,-2 7 271 0</inkml:trace>
  <inkml:trace contextRef="#ctx0" brushRef="#br0" timeOffset="112277.01">13645 11671 191 0,'-10'-3'442'0,"2"2"-7"0,8 1-14 0,-17-3-11 15,14-1-28-15,3 4-28 0,0 0-30 0,-2-8-31 0,2 8-30 16,8-12-25-16,1 6-23 0,1 1-20 0,8 0-22 16,2-2-17-16,-1 3-19 0,10-5-16 0,0 3-22 15,0 2-32-15,-5-3-45 0,6 3-53 0,-8 1-66 16,-2 0-59-16,-4 3-78 0,4 0-90 0,-5-5-359 15,-2 4-740-15,4 0 328 0</inkml:trace>
  <inkml:trace contextRef="#ctx0" brushRef="#br0" timeOffset="114825.85">6844 13367 275 0,'0'-8'354'0,"-2"-1"1"0,0 3-21 0,-3-2-28 15,5 8-31-15,-1-7-24 0,1 7-33 0,-5-4-19 16,5 4-31-16,0 0-14 0,0 0-13 0,0 0-11 0,-8 23-14 15,11-13-17-15,-6 4-5 0,3 1-8 0,3 4-9 16,0 0-7-16,-3 1-3 0,7 7-12 16,-6-7-1-16,4 5-1 0,-3-5 3 0,0-1-19 0,4 1-7 15,1 0-4-15,0-1 2 0,1 1 14 0,-2-2-25 16,4 0 3-16,-5-4-2 0,9 2-8 0,-6-4 15 16,5-3-18-16,-5 0-4 0,1-1 1 0,4-4-6 15,-1 0 12-15,-1-1-13 0,-1-3 1 0,3 2 0 16,1-4 0-16,-5 2-2 0,3-3 5 0,0-1-2 15,3 0 1-15,-4-4 10 0,2-1-15 0,-1 0 3 16,1 0 3-16,2-2 0 0,-8-1-5 0,4 2 4 16,-1 0-2-16,-3 2 7 0,1-6 2 0,0 7 4 15,-1-2 0-15,-5-3-8 0,4 4 8 0,1 1 18 16,0 1-19-16,-6-3-4 0,6 4-1 0,1 2-6 16,-8 1-7-16,0 2 5 0,13-6 0 0,-13 6 5 15,0 0 3-15,20 4-6 0,-12-1 5 0,2 1-4 16,-1 3 2-16,6 0-10 0,-2 3 5 0,0-3 3 0,2 5-5 15,-2-4-3-15,2 3-1 0,2-2 2 16,-7-5 4-16,3 6-1 0,-5-5-1 0,5 0-2 16,-6 1 5-16,1-3 5 0,-1-2-9 0,1 3 4 0,-8-4 3 15,22-7-2-15,-16 3 1 0,4-4-3 0,-5-1 5 16,2-1 17-16,-6-2-16 0,6 1 1 0,0-6 3 16,-6 3 2-16,4-3 11 0,-3 2-1 0,-2-4 9 15,0-1 8-15,0 1-6 0,-2 1-2 0,-3 0-2 16,4 0-4-16,-6 2 2 0,4-4-13 0,-1 5 5 15,-4-3-9-15,3 5-8 0,5 2-20 0,-5-1-18 16,2 4-11-16,1 1-48 0,-3 1-53 0,5 6-44 16,-1-7-25-16,1 7-39 0,0 0-34 0,0 0-250 15,0 0-589-15,28 16 260 0</inkml:trace>
  <inkml:trace contextRef="#ctx0" brushRef="#br0" timeOffset="115509.28">7968 13407 157 0,'-7'-9'248'0,"-1"1"-5"0,1 2-18 16,-1 1-16-16,3-2-17 0,-5 3-19 0,-3 1-16 16,6 1-19-16,-8-1-12 0,15 3-15 0,-23 3-11 15,11 1-8-15,2 1-10 0,-4 3-7 0,-1-1-7 16,1 5-9-16,0-1-3 0,4 1-6 0,-4 3-7 15,8 0-4-15,-8 0-7 0,6 1-1 0,2 1-3 16,2 0-6-16,-2 0 2 0,4-2-2 0,2 1-3 16,0-5 3-16,2 1-9 0,-2-2 4 0,6-3-2 15,-4-1 0-15,3-2 3 0,-2 0-7 0,-3-4 1 16,13 0-3-16,-13 0 1 0,20-8 0 0,-5 2-2 16,-3-1 0-16,3-1-3 0,0-6-1 0,1 1 1 15,2-4 1-15,-3 10-5 0,0-6 1 0,0 2 4 16,0-2-1-16,0 5 0 0,-4-3 4 0,-2 7-2 15,-1 0 1-15,-1-3-3 0,-1 3-2 0,1 0-3 16,-1 0 2-16,-6 4-3 0,0 0 8 0,17 4-7 16,-17-4-1-16,10 5 4 0,-5 3-2 0,2-1 1 0,1 3-2 15,0 2 1-15,0 1 1 0,-1-2-2 0,5 0 1 16,-3 1 0-16,6 2 0 0,-5-5-1 0,4-3 2 16,0 1 1-16,5 0 2 0,-1-3 0 0,-3-4 0 15,0-3 0-15,5 0-3 0,-4-2 1 0,-1-2 2 16,6 2-2-16,-4-3-1 0,1 0 4 0,-8-4-2 15,3-3 0-15,1 2-1 0,-3-2 3 0,-1-2 7 16,0 5 2-16,-3-6 0 0,-4 1-1 0,0-2 0 16,-1 2-2-16,0-8-3 0,-4 4 1 0,0-3 1 15,-1-3 0-15,-2 9 0 0,0-3 8 0,-5-3 13 16,-1 7 13-16,2-3 12 0,1-3 11 0,-5 7 16 16,3 0 16-16,0-2-1 0,-5 5-1 0,5-1 4 15,3 2-2-15,-2 5-6 0,-3-1-6 0,5 1-10 0,4 1-10 16,-9 6-5-16,4-1-12 0,8 1-11 0,0 0-4 15,-13 2-1-15,8 8-3 0,0-1-11 16,5-1 5-16,-5 4-3 0,5 1-1 0,5 4-5 0,-3 0-1 16,6 12-2-16,5-4-5 0,-5-4 2 0,6 3-2 15,1 3 2-15,4-1-4 0,-7 2 4 0,8-2-9 16,0-1-12-16,-4-4-10 0,16 8-10 0,-7-7-20 16,-6 2-8-16,10-3-15 0,-6-4-23 0,-2 3-17 15,-1-3-23-15,-2 1-24 0,-1-7-44 0,-4-1-56 16,2-3-49-16,-3 0-249 0,-4-3-604 0,-1 0 267 15</inkml:trace>
  <inkml:trace contextRef="#ctx0" brushRef="#br0" timeOffset="115809.11">8643 13037 109 0,'-3'-5'279'0,"3"5"-20"0,-9-9-22 16,9 9-24-16,0 0-19 0,0 0-22 0,0 0-14 0,0 0-12 15,-6 14-7-15,6-14-6 0,5 20-4 0,1-8-12 16,1 8-4-16,-4-4-12 0,9 2-6 0,-2 5-7 16,-2 2-11-16,4 1-4 0,-2-3-4 0,-2-1-8 15,-2 3-8-15,6 4-6 0,-4-11-1 0,1 0-6 16,2 8-3-16,-3-7-4 0,1-2-8 0,-1 2-15 15,0 1-19-15,1-5-17 0,-3-3-26 0,2-4-23 16,-6 3-27-16,5-5-26 0,-1 3-22 0,-2-4-35 16,2-4-34-16,-6-1-166 0,12 0-417 0,-12 0 186 15</inkml:trace>
  <inkml:trace contextRef="#ctx0" brushRef="#br0" timeOffset="116042.41">8926 13250 98 0,'0'-5'200'0,"-7"-1"-6"0,6 2-7 0,-4 1-9 16,5 3-3-16,-15-4-10 0,15 4-2 0,-15 0 1 16,15 0-6-16,-17 8-6 0,7-4-7 0,-1 4-10 0,1-1-8 15,-2 5-5-15,6-2-5 0,-6 3-10 0,2 2-5 16,7-2-4-16,-4 1-8 0,7 2-2 0,0-1-2 16,2-6-4-16,1 6-3 0,2 0-6 0,5-6-2 15,2 2-5-15,4 0-7 0,-1-3-2 0,3-1-9 16,14 1 0-16,-6 1-6 0,6-6-27 0,6 4-29 15,-3-6-35-15,9-2-44 0,-1 2-53 0,-8 2-56 16,6-6-66-16,-6 2-219 0,10-6-527 0,-15 4 233 16</inkml:trace>
  <inkml:trace contextRef="#ctx0" brushRef="#br0" timeOffset="116626.92">10190 13406 199 0,'0'-11'220'0,"0"3"5"0,-1 0-2 0,-4-3-3 16,3 1-5-16,-4-3-2 0,-3 0-6 0,3 2-2 16,-3-5 2-16,-2 8-8 0,-2-3-10 0,-2 2-14 15,5-1-12-15,-7 3-13 0,2-2-18 0,0 3-17 16,0 3-8-16,-3 1-12 0,3 2-7 0,-1 2-9 16,1 1-14-16,-5 0-6 0,5 3-2 0,0 3-5 15,0 5-12-15,2-4 1 0,2 2-2 0,1 5-6 16,-2-1-9-16,4 2 0 0,3-1 0 0,-2 2-4 15,7-1-5-15,2-1 2 0,1 2-13 0,4 6 6 16,-4-7 10-16,2-1-15 0,7 1-2 0,-7-5-3 16,6 1 3-16,-1-3-3 0,0-2-3 0,5-3 0 15,-2-4 0-15,9 1 1 0,-7-6 0 0,-1 1 2 16,6-4-1-16,-3-2 0 0,-2-4 2 0,5 4 2 0,-5-2-3 16,-1-2 1-16,1-4-1 0,0 0 0 0,-2 0 0 15,2-3-1-15,-5 4 6 0,-1-1 13 16,-3-2 9-16,2 5 15 0,-3-1 23 0,-1 2 3 15,1 2 9-15,-4-2-2 0,6 6-7 0,-7-3-10 0,2 4-7 16,-2-2-4-16,0 7-8 0,6-6-15 0,-6 6-13 16,0 0-6-16,0 0-11 0,0 0 2 0,0 0-30 15,7 13-13-15,1-6-21 0,-8 0-17 0,10 2-22 16,-3 6-13-16,4-4-7 0,4 2-15 0,7 2-21 16,-6-4-28-16,4-3-27 0,3 4-20 0,-1-5-25 15,6-2-23-15,0 5-173 0,2-9-496 0,0 2 219 16</inkml:trace>
  <inkml:trace contextRef="#ctx0" brushRef="#br0" timeOffset="116926.81">10864 13223 229 0,'-2'-7'286'0,"-3"3"-5"0,-3 0-12 15,8 4-16-15,-16-3 1 0,6-1-8 16,-2 3-14-16,12 1-7 0,-23 6-16 0,11-4-4 15,-6 3-24-15,5 2 2 0,-2 1-11 0,0 4-16 0,0-1-15 16,5 1 0-16,-3 2-26 0,5-1-15 0,-4 2-7 16,11-2-12-16,-6 2 0 0,7-3-13 0,0 3-1 15,0 0-8-15,5-4-7 0,5 5-4 0,-4-5-3 16,1 2-12-16,8-1-12 0,-2-4-6 0,4 1-21 16,6 1-17-16,-3-2-27 0,8-5-17 0,5 0-12 15,-5-3-17-15,2 0-19 0,0 0-17 0,0-3-16 16,-1 0-9-16,8-3-18 0,-7-1-24 0,-2-5-4 15,3 1-8-15,2-5-7 0,-1 1-3 0,-6-5-16 16,-1-1-131-16,3-3-397 0,-10 1 175 0</inkml:trace>
  <inkml:trace contextRef="#ctx0" brushRef="#br0" timeOffset="117393.05">11311 12949 81 0,'-13'-23'191'0,"1"0"12"0,2 5 6 0,0 3 7 0,4-2 7 15,-3 2 10-15,1 3-4 0,2 5-8 16,1-2-12-16,1 1-20 0,-1 3-17 0,2 0-23 15,3 5-18-15,0 0-8 0,0 0-14 0,0 0-18 0,0 0-6 16,-3 18-13-16,6-9 1 0,-1 9-5 0,4-2-13 16,-2 7 0-16,2 1-7 0,6 3 5 0,-9 0-16 15,5 3 1-15,-3 1-5 0,5-2 5 16,-5 13-14-16,5-12-2 0,-3 8 0 0,-1-10-6 0,3 11 4 16,2-10-4-16,-7-1 3 0,2 3-9 0,1-4-11 15,-1-3-14-15,3-4-9 0,-9-1-17 0,0-1-13 16,0-2-14-16,0-4-22 0,0-5-10 0,0 5-13 15,0-4-14-15,0-4 1 0,-9 0-3 0,9-4 9 16,-8 2 9-16,8-2 11 0,0 0 10 0,-13-14 12 16,6 11 2-16,6-9 7 0,1 4 5 0,-5-4 11 15,10-7 9-15,-10 4 7 0,5-4 15 0,0-1 11 16,0 4 23-16,5-3 22 0,-5-1 25 0,0 2 26 16,0 1 19-16,0-3 13 0,0 6 17 0,0 3 7 15,0-1 18-15,0 4 17 0,0-3 21 0,-5 3-4 16,5 1 5-16,5 1-14 0,-5 0-5 0,0 6-21 15,0-9-14-15,0 9-15 0,0-8-17 0,0 8-13 16,0 0-10-16,0 0-10 0,0 0-6 0,16 4-7 0,-8 3-5 16,6-1-10-16,-6 0-5 0,10 3 1 0,-3-2-9 15,2 4-3-15,4-2 1 0,-4 2-16 16,1 1-2-16,2-4-10 0,0 0-15 0,-1 4-7 0,0-2-38 16,-3-1-22-16,1 2-23 0,-1 1-24 0,-6-8-23 15,5 11-27-15,-5-7-37 0,-5 1-28 0,3 3-37 16,-3-3-23-16,2 0-32 0,-7 3-219 0,0-2-592 15,3-1 261-15</inkml:trace>
  <inkml:trace contextRef="#ctx0" brushRef="#br0" timeOffset="118109.11">12011 13188 160 0,'0'0'307'0,"-11"-2"-7"0,11 2 2 16,0 0-11-16,-22 7-9 0,12-2-15 0,2 3-14 15,0-1-11-15,-2 1-11 0,-2 4-21 16,5 0-14-16,-1 2-22 0,0 2-16 0,3-4-12 16,2 5-15-16,1-7-8 0,2 7-11 0,2-3-14 0,1-1-7 15,0 0-7-15,4 2-13 0,-1-6-4 0,3 3-3 16,1-2-14-16,3-2-1 0,-3 0-3 0,-2-3-8 15,7 2-11-15,-8-4-8 0,6-2-8 0,-5 2-20 16,5-3-7-16,-13 0-6 0,24-4-7 0,-18 1 1 16,7-4 2-16,-4 2-1 0,-1-3-1 0,-1-3 2 15,-1 3 2-15,1 0 4 0,-6-3 0 0,4 3 8 16,-3-4-2-16,-2 3 0 0,2-1 6 0,-4-2 0 16,0 5 2-16,-3-4 3 0,4 2-6 0,-4 4 7 15,-2-5-7-15,6 2 8 0,-6 0-5 0,2 2 2 16,0 0 1-16,0 2-3 0,-2 1-1 0,7 3 2 15,-8-9-6-15,8 9 1 0,-6-2-2 0,6 2-2 16,0 0 4-16,0 0-11 0,0 0 0 0,0 0 4 0,0 0-1 16,0 0 0-16,0 0 2 0,0 0 0 0,36 7 4 15,-29-3 0-15,6-3-4 0,-3 2 2 16,6 0 2-16,-2 1 4 0,-6-2-2 0,3 3 3 16,1-4-3-16,0 0-1 0,1 7-3 0,-3-1-8 0,3-4 2 15,-5 5-4-15,4-4 0 0,-2 10-2 0,-2-8 2 16,2 1-2-16,-2 2 3 0,1 2-6 0,-3-4 3 15,-1 2 2-15,2-1 2 0,-1-2 1 0,3 2-1 16,-3-3 9-16,-4 0 0 0,5-2 3 0,-7-3 7 16,0 0 2-16,8 3 1 0,-8-3 11 0,0 0 9 15,13-12 8-15,-6 6 10 0,-1-2 7 0,-4-1 2 16,5 1 14-16,1-3 7 0,-2-1 5 0,1-6 23 16,1 3-3-16,7 1 3 0,-6-1 13 0,2 3 2 15,-3-3 8-15,1 5 3 0,-3 0-6 0,1 0-4 16,1 1-7-16,-1 2-12 0,-2 4-9 0,0-3-8 15,1 4-8-15,-6 2-16 0,12 0-2 0,-12 0-6 16,18 10-2-16,-8-5-5 0,-5 3-6 0,7 3-3 0,-2 2 2 16,-2 1-6-16,7 4-6 0,-5-5 0 0,-2 3-9 15,2 1-24-15,-2-4-31 0,4 3-31 16,-2-1-40-16,-4-5-30 0,-1 3-36 0,-1-4-39 16,2-1-36-16,-4 2-41 0,4-6-78 0,-2-3-283 0,-4-1-715 15,0 0 316-15</inkml:trace>
  <inkml:trace contextRef="#ctx0" brushRef="#br0" timeOffset="118309.45">12216 12939 228 0,'-16'-12'327'0,"-2"0"-6"0,1 2-5 0,2-1-19 16,0 2-41-16,7 2-12 0,-5 1-37 0,4-2-27 15,-4 4-40-15,3 0-43 0,-3 0-52 0,-4 5-54 16,-1-1-61-16,2 5-78 0,-2-2-94 0,1 4-124 16,-13 1-395-16,-1 1 176 0</inkml:trace>
  <inkml:trace contextRef="#ctx0" brushRef="#br0" timeOffset="119575.54">1771 11834 18 0,'0'0'286'0,"-7"1"-21"15,7-1-26-15,0 0-15 0,0 0-23 0,0 0-15 16,0 0-18-16,0 0 0 0,32 0-5 0,-1-5-4 0,20 1-7 16,11 1-8-16,30-8 0 0,1 2-1 0,11-1-7 15,2-2-4-15,48-5-10 0,-5-1-3 16,0-2-5-16,12 1-8 0,-9 4-10 0,2-1 2 15,3-2-13-15,-6 1-6 0,-44 7 1 0,45-11-18 0,-47 9-4 16,-1 0-4-16,43-3-12 0,-51 6 3 0,2-3-7 16,-5 2 1-16,-4 1-7 0,-8-1-3 0,-23 3-1 15,-7 2-9-15,-1 5-1 0,-19-1-1 16,-1-1 2-16,-8 2 0 0,-2 0-10 0,-4 0 3 0,-6-1-1 16,2 1-3-16,-2 0 0 0,-10 0 3 0,13 0 0 15,-13 0-3-15,0 0 5 0,10 0-4 0,-10 0-1 16,0 0-1-16,0 0 1 0,0 0 11 0,0 0-14 15,0 0-2-15,0 0 3 0,0 0-5 0,0 0-2 16,0 0 4-16,0 0-3 0,0 0 6 0,-23 4-5 16,23-4 2-16,-15 4-5 0,6-3-3 0,9-1 6 15,-14 3 0-15,4 1-1 0,-4-4-2 0,-4 3 6 16,2 2-3-16,-8-1-1 0,-4-2 0 0,3-1 0 16,-8 7 0-16,-1-4 3 0,-13 4 0 0,-1-1-1 15,-3 1 3-15,-9 1 2 0,-24 5-3 0,-4-10-1 16,-1 4 0-16,-2 0 4 0,-4 2-2 0,-2-5-1 15,4 3 1-15,4-5-1 0,1 1-3 0,30-4-1 16,4 2-16-16,4 0-32 0,15-2-25 0,4 0-35 16,6-2-45-16,5 2-86 0,12-2-123 0,1-4-233 0,7-3-646 15,7-1 286-15</inkml:trace>
  <inkml:trace contextRef="#ctx0" brushRef="#br0" timeOffset="144307.48">16652 5559 37 0,'0'0'174'15,"0"0"-19"-15,0 0-13 0,0 0-2 0,0 0 14 16,-3 12 6-16,3-12 4 0,3 14-4 0,-3-7 1 15,2 3-1-15,-2 5-1 0,1-4 0 0,-1 5 3 16,0 3 1-16,0 0-17 0,0 1-26 0,0 5-18 16,0 0-9-16,0-1-9 0,0 2-8 0,0 1 1 15,7 0-15-15,-5 4-5 0,-4 1-6 0,4-1-3 16,8 15-5-16,-2-3-5 0,-5 7 3 0,4-3 0 16,1 5-3-16,4-3-2 0,-1 2-3 0,1 3 0 0,3 3 0 15,1 13-1-15,1-16-5 0,3 3 2 16,0 11-3-16,4 10 2 0,-9-22-4 0,9 13 1 15,-10-14 0-15,6-1 1 0,3 16 0 0,-8-12 0 0,12 15 2 16,-6 5-1-16,4 0-2 0,-2-8-3 0,-1 10-1 16,-2-10 1-16,-4 6-3 0,4 3 5 0,-3-6-5 15,-2 1 0-15,-1-4 2 0,1 7-3 0,-6-22-4 16,6 22 2-16,-1 0 0 0,0-4-1 0,-6 1 0 16,5 2-2-16,2 10 9 0,-2-3-6 0,-4 1 2 15,6 2 15-15,-7-1 0 0,7 0-4 0,-7 1-2 16,5-5 2-16,0 5-8 0,2-2 10 0,0-3-6 15,2 1-1-15,3 1-4 0,-4 4 9 0,1 1-2 16,3 5 0-16,3-4-2 0,-2 4-2 0,1-3 1 16,1 0 1-16,0 5-2 0,-3-6-1 0,3-1-3 15,-1-2-2-15,-1 3-1 0,1-7 1 0,-1 6 1 16,-3-2-2-16,4 4-2 0,1-1 10 0,-5-4-14 16,1 3-2-16,0 1 5 0,-2 0 0 0,3-4-3 0,-5 4-3 15,1-7 5-15,-2 1-1 0,0-5-9 16,1-2 7-16,7 4 0 0,-7-3 1 0,0 2 3 15,0-1-1-15,1 2-10 0,-3-3 13 0,6-2-3 0,-8-1-4 16,4-1 6-16,-2-14 1 0,-1 16-2 0,3 0 0 16,-7-18-2-16,2-2 5 0,-3 2 3 0,1-1-2 15,-3 4 0-15,5-5-5 0,-4-1 13 0,3 0-2 16,-1 5-1-16,-1-3 3 0,-7 0 0 0,8 18 0 16,-3-18 0-16,0-2 1 0,-2-1 4 0,-3-3-1 15,3 4-3-15,1-6-4 0,-4 0 3 0,5 2-1 16,-9-4-7-16,8 1 8 0,-1-5 1 0,-1 1-6 15,3-4 1-15,-4 3-3 0,-1-10-1 0,5-4 0 16,-3-2 0-16,4 2-1 0,-6 1-3 0,7-2 1 16,-5-2 4-16,4-3-7 0,-6 6-3 0,7-9-3 15,-5 0 3-15,3-2-1 0,-2 2 2 0,-3-4-2 16,5 0 0-16,-5-3-1 0,7 2-1 0,-4-4 0 0,2 1-2 16,-5-2 3-16,0 1-6 0,6-1 6 0,-4-1-1 15,-2-3 0-15,0 2-2 0,5 0 0 16,-3 0 0-16,-2-7-3 0,0 6 7 0,5-4-6 0,-5-2 2 15,0 0-14-15,1 11-21 0,-1-11-26 0,0 0-40 16,0 0-26-16,2 3-45 0,-2-3-71 0,0 0-96 16,5-16-108-16,-3 6-285 0,-2-2-788 0,-2-6 348 15</inkml:trace>
  <inkml:trace contextRef="#ctx0" brushRef="#br0" timeOffset="156090.43">18201 3801 312 0,'-6'-8'353'16,"-1"0"-27"-16,1-2-19 0,-3 3-15 0,1 1-26 15,5 0-14-15,-4 1-23 0,7 5-25 0,-15-2-23 16,15 2-17-16,-15 10-12 0,5-6-14 0,2 7-7 16,1 3 2-16,-1 0-15 0,2 4-3 0,-3-1-17 15,1 1-7-15,5 10-7 0,-2-2-4 0,3-6-10 0,-1 7-2 16,6-2-6-16,4 0-6 0,-4-3 13 0,4-5-21 15,-1 3-5-15,7-2-3 0,-1-2-5 16,3 1 0-16,0-7-1 0,1 4-5 0,3-5-1 16,10-5-1-16,-9 3 1 0,8-6-4 0,-1-2 25 0,-6-7 2 15,8 2-6-15,-6-2-5 0,3-7-3 0,-8-1 8 16,2 0-14-16,-3-7-1 0,-1-3-7 0,-2-2-1 16,0-10-5-16,-2 11 6 0,-4-2 1 0,-4-6 9 15,1 8 15-15,-7-11 8 0,-1 8 4 0,-2 3-4 16,-2 5 1-16,-3 3-4 0,-1-4-6 0,-3 1-5 15,1 5-7-15,1 7-8 0,-4-2-1 0,-1 1-9 16,2 3-18-16,-6 4-27 0,6 4-24 0,2 3-51 16,-5 6-40-16,-2-2-32 0,10 4-22 0,-3 4-21 15,6 3-28-15,-1 1-40 0,4 0-45 0,4 0-50 16,4 5-212-16,-4-6-642 0,8 2 284 0</inkml:trace>
  <inkml:trace contextRef="#ctx0" brushRef="#br0" timeOffset="156490.04">18683 3775 311 0,'5'-4'315'16,"-5"4"-20"-16,7-8-18 0,-7 6-24 0,0 2-29 0,8-5-14 15,-8 5-33-15,13-6-16 0,-6 6-15 0,-7 0-19 16,18 1-12-16,-5 4-12 0,2 0-11 0,3 0-12 16,-6 4-7-16,6 1-6 0,-1 0-7 0,-2 0-4 15,1 7-8-15,-3-8-3 0,1 9-2 0,-3-4-9 16,2 2-3-16,-1-1-1 0,0 0-4 0,-7-3-2 16,3 3-4-16,-5-6-1 0,0 0-3 0,-1 1 4 15,5-2 0-15,-7-1 1 0,0-2 15 0,0 1 13 16,0-6 21-16,-2 9 14 0,2-9 19 0,0 0 16 15,-13 2 10-15,13-2 2 0,0 0-2 0,-13-11-10 16,8 5-4-16,1-2-9 0,-2-1-9 0,6-2-10 16,0 0-22-16,0-1-9 0,3-3-19 0,9-2-18 15,-7-1-21-15,9 5-35 0,1-5-32 0,9-2-34 16,2 12-26-16,-9-6-24 0,11 2-24 0,-7-1-29 16,1 9-27-16,-4 0-29 0,3 2-25 0,1 1-23 0,-2-2-211 15,0 7-563-15,-7-2 249 0</inkml:trace>
  <inkml:trace contextRef="#ctx0" brushRef="#br0" timeOffset="156857.19">19329 3699 205 0,'0'0'313'0,"3"-4"-21"15,-3 4-23-15,0 0-31 0,0 0-24 0,0 0-24 16,0 0-18-16,0 0-21 0,0 0-17 0,0 0-13 15,-10 22-12-15,10-15-9 0,0 5-11 0,0 3-9 16,0 4-4-16,0-1-8 0,5-2-11 0,-3 4-1 16,4-4-7-16,1 3-3 0,-6 4-13 0,8-7-15 15,2 3-23-15,-2-3-19 0,-1-1-16 0,3-1-38 16,-1 0-49-16,5-3-53 0,0-2-47 0,5-2-174 16,-3 1-432-16,1-4 192 0</inkml:trace>
  <inkml:trace contextRef="#ctx0" brushRef="#br0" timeOffset="157223.1">19866 3697 191 0,'-3'-10'304'0,"-2"5"-3"16,4 0-18-16,-11-2-14 0,4 3-21 0,-1-2-15 15,1 3-22-15,0-1-21 0,-5 2-18 0,13 2-15 16,-22 0-22-16,14 3-11 0,-5 0-17 0,4 0-12 15,1 3-7-15,0 1-12 0,1 2-5 0,0-1-10 16,1 9-5-16,-7-8-6 0,11 6-2 0,2-2-7 0,0 5-2 16,0-3-6-16,0 1-7 0,2 1 2 0,4 1-8 15,3 1 2-15,2 4-5 0,2-8 0 16,-3 9-6-16,5-3 0 0,-2-3 1 0,6 3-3 16,-4 4-1-16,1-4-2 0,-1 5-4 0,2-3 1 0,-8 2-3 15,5-3 0-15,-4 1-1 0,0-5 0 0,-5 3 2 16,-2-2-1-16,0 1 0 0,0-2-1 0,-3 0-1 15,-5 0 4-15,4-2-4 0,-6-1 4 0,-1-1 0 16,-5-1 1-16,-1 1-2 0,5-2 3 0,-8 0-1 16,2-8-14-16,-1 4-18 0,-1-1-31 0,7-5-27 15,-10 0-32-15,10-4-40 0,-1-3-53 0,7-2-45 16,-2-1-219-16,2 1-514 0,4-10 227 0</inkml:trace>
  <inkml:trace contextRef="#ctx0" brushRef="#br0" timeOffset="157625.23">20161 3717 180 0,'0'0'238'16,"0"0"-24"-16,3-3-24 0,-3 3-19 0,0 0-17 16,0 0-16-16,0 0-14 0,-3 20-10 0,3-11-9 15,0-1-11-15,0 4-4 0,3 0-8 0,-1 3-5 16,0 0-7-16,3 5-8 0,-4-1-3 0,4 0-8 15,-3 1-7-15,0-3-1 0,1 0-6 0,-1-1-1 0,-1 0 1 16,1-1-9-16,-2 0-1 0,3-6-3 16,-1-1-2-16,-2 2 0 0,0-5 2 0,0 1 5 15,1-2 31-15,-1-4 11 0,0 0 2 0,0 0-6 16,0 0 2-16,0 0 4 0,7-18-1 0,-5 11 2 0,1-5 2 16,0-3-10-16,4 0 7 0,0-2-15 0,1-2 2 15,0-1 5-15,-1 4 18 0,3-7 5 16,5 1 2-16,-7 7 1 0,0-3-2 0,-1 3-12 15,3 1-7-15,-5 5-6 0,1-1-8 0,3 3-10 0,2 1-7 16,-4 4-3-16,-1-3-5 0,8 4-2 0,-14 1-6 16,21 4-23-16,-11 0-21 0,5 3-17 0,0 4-12 15,-2-2-22-15,2 4-15 0,-2 1-20 0,2-1-20 16,-5 2-19-16,3 0-24 0,2 8-15 0,-2-4-6 16,-3-4-13-16,10-3-12 0,-3-3-7 0,3 3 9 15,-5-2 4-15,1-2-4 0,4-4-116 0,-3 0-358 16,-3-3 158-16</inkml:trace>
  <inkml:trace contextRef="#ctx0" brushRef="#br0" timeOffset="158256.38">20749 3944 767 0,'8'-8'-52'0,"-8"-3"32"16,5 3 20-16,-3-6 31 0,-2 5 13 0,0-6 24 16,0-1 18-16,0 4 13 0,0-3 13 0,0-1 14 15,-2-3 16-15,-3 3 11 0,5 1 5 0,0 4-1 16,-7 1-7-16,6 0-1 0,-6 2-11 0,7 0-11 16,-7 1-9-16,6 0-16 0,-4 3-9 0,3-2-16 15,2 6-7-15,-8-4-9 0,8 4-10 0,0 0-4 16,-22 5-1-16,14 2-7 0,1 2-5 0,1-1-4 15,-2 2 2-15,-1 3-9 0,3-1-3 0,4-3-7 16,-1 4-7-16,1-1-1 0,2 0-7 0,0 3-2 16,2-10-1-16,1 7 1 0,-1 0 0 0,6-6-5 15,-1 2 4-15,4-1-11 0,-1 1-3 0,-2-4-1 16,2-3-3-16,2-1 2 0,-12 0-1 0,23 0 3 16,-15-4 2-16,6 1 5 0,0-2 0 0,0-7 1 15,-6 5 1-15,0 4 3 0,-1-9 4 0,6 0 9 16,-5 3 12-16,-3 1 17 0,-1-2 6 0,1 1 14 0,-2 3 5 15,0-2 13-15,-1 1 4 0,0 1-4 16,-1 3-10-16,-1 3-5 0,0-10-12 0,0 10-4 16,0 0-12-16,0 0-3 0,0 0-1 0,0 0 1 0,0 0-8 15,0 0-7-15,0 0 6 0,0 0-15 0,-3 21-1 16,3-14 0-16,3 1-3 0,4 0 0 0,-2 0 0 16,1-1-1-16,1 1 0 0,3 0-2 0,7-3 5 15,2 2-8-15,-2-3-2 0,4 5-3 0,1-7-4 16,8-2-5-16,0 1 0 0,-9-1-2 0,9-1-1 15,3-6-1-15,-8 0 1 0,11-2 7 0,-4-3-1 16,-4 0 0-16,2-2 3 0,-4-2 3 0,-1 1-1 16,-2-5 6-16,2-3-4 0,3 2 5 0,-15-1 4 15,7-6-1-15,-12 1-3 0,1-3 8 0,-3 0-1 16,3-10 7-16,-13-1 9 0,-1 4 10 0,-1-1 16 16,-9-1 18-16,0 9 31 0,0 0 24 0,0 1 24 15,0 2 10-15,-5 5 4 0,5-2-27 0,-1 3 2 16,1 6-17-16,-2 1-1 0,3-1-11 0,2 5-14 15,-3 1-10-15,5 1-14 0,-3 7-11 0,3-2-6 16,10 3-6-16,-20 11-3 0,13-3-10 0,-2 3-9 16,4 7-6-16,5 3-3 0,1 5-5 0,6 2-1 15,1 11 10-15,2-9-22 0,5 10-11 0,2-2-7 16,4 0-11-16,1 2-28 0,4-1-24 0,-1-3-22 0,6 0-30 16,-4 3-20-16,6-9-21 0,-3-2-55 0,-2 1-53 15,2-10-53-15,-1-1-269 0,0-1-664 16,2-10 294-16</inkml:trace>
  <inkml:trace contextRef="#ctx0" brushRef="#br0" timeOffset="158506.51">22235 3177 70 0,'0'-4'400'0,"0"4"-29"16,0-8-38-16,0 8-43 0,0 0-32 0,2-6-30 15,-2 6-21-15,0 0-22 0,0 0-16 0,5 21-20 16,-5-11-16-16,1 5-8 0,1 4-17 0,5 4-10 16,-4 1-7-16,0 3-13 0,5 5-1 0,4 10-10 15,-4 0-7-15,4 0-1 0,-9-11-7 0,7 10-4 16,-5 1-6-16,2-9-6 0,1 7-20 0,-3-11-22 16,3 11-30-16,-4-11-23 0,2-4-37 0,-1-6-44 15,-2 1-45-15,4-1-58 0,-2-7-50 0,-3-4-156 16,3-1-487-16,-5-6 216 0</inkml:trace>
  <inkml:trace contextRef="#ctx0" brushRef="#br0" timeOffset="158807.06">22177 3174 47 0,'-7'-9'409'0,"7"-2"-6"0,-8 4-1 0,6-5-9 0,-2 3-16 15,4 2-12-15,0-3-34 0,0 1-24 16,0 1-27-16,4 0-29 0,-2 1-27 0,6 0-26 16,-3 0-22-16,-3 1-20 0,13 3-15 0,-3 0-19 15,4 2-11-15,1 2-14 0,-2 5-7 0,4 3-21 0,0-3-19 16,0 6-12-16,5 4-14 0,-5 1-11 0,-2-3-14 16,-5-1-10-16,3 2-11 0,-6 0-15 0,3 1-1 15,-2 2-9-15,-3-1-9 0,-6 0-6 0,-1 0-8 16,0 0-3-16,-8-2-6 0,1 4-8 0,-1-7-10 15,-2 5-18-15,-5-4-28 0,0 2-20 0,-1 2-37 16,1-5-31-16,-2 3-43 0,2-6-52 0,-1 4-165 16,3-4-531-16,-1 2 235 0</inkml:trace>
  <inkml:trace contextRef="#ctx0" brushRef="#br0" timeOffset="159390.65">22540 3606 154 0,'9'-3'300'16,"-9"3"-14"-16,9-3-18 0,-3 0-19 0,-6 3-17 16,10-1-24-16,-10 1-20 0,20 1-18 0,-10 2-19 0,-2-3-15 15,4 3-14-15,0 0-10 0,4 2-14 16,-6-4-11-16,7 5-3 0,-3 2-13 0,5 0-8 15,-8 1-6-15,2 1-6 0,2 0-7 0,0 0 1 16,-8-2-11-16,3 4-1 0,-4-1-10 0,3-1-18 0,-8-1-2 16,3 3-7-16,-4 0-5 0,-5-3 0 0,-4 5-1 15,1-3-3-15,-5-2 6 0,3 2-1 16,-3-2 2-16,-2-3 2 0,5 0 1 0,-3-4 2 16,6-1 2-16,-1 3 11 0,1-4 17 0,7 0 10 0,0 0 11 15,-16-5-1-15,11 1 6 0,5-6-4 0,0 10-1 16,5-13-8-16,1 6-3 0,3-2 1 0,0-1-9 15,0 5-6-15,6-2 1 0,-2-2-6 0,-5 2-5 16,5 0-1-16,-4 5-1 0,4-1-2 0,-5-4-6 16,9 7 4-16,-11-2-3 0,8 2 0 0,-14 0 3 15,21 1-7-15,-8 3 0 0,-3 1-2 0,5-2 2 16,-2 3-1-16,2 2 1 0,-1-1 1 0,4 0 3 16,2 4-4-16,-4-7-4 0,1 7 3 0,-1-3 6 15,1-1-2-15,-1-1-1 0,3 0 2 0,-1 0 0 16,-3-4-3-16,3-1 0 0,0-1 2 0,-5-1 0 15,2 1 4-15,-6-2-3 0,4-4 7 0,-7 2-6 16,-2-3 18-16,2 3 19 0,1-4-9 0,-7 0-8 16,5-2 11-16,-10 1-9 0,3-3-2 0,-3-1 0 15,-1-1-3-15,-3 1-1 0,1 3-3 0,-5-6 1 16,1 5-7-16,1-3-7 0,-4 5-17 0,2-2-9 16,-2 7-22-16,-4-4-28 0,5 0-30 0,-5 3-37 15,3 3-42-15,-1 2-51 0,2-1-66 0,-3-2-244 16,7 3-583-16,1-1 258 0</inkml:trace>
  <inkml:trace contextRef="#ctx0" brushRef="#br0" timeOffset="159839.71">23231 3178 211 0,'-8'-4'270'0,"8"4"-29"0,0 0-26 16,0 0-23-16,0 0-20 0,-8 15-12 0,8-6-17 16,-7 0-5-16,7 4-7 0,-1 4-7 0,2 1-12 15,-1 1-6-15,0 1-13 0,7 4-5 0,-7 2-10 16,0 1-7-16,5-2-7 0,-2 0-4 0,-3 1-7 16,5-1-5-16,-2-5 1 0,2-2-8 0,0 2-4 15,-3-4-3-15,1-1-1 0,1 1-7 0,-3-5 2 16,1-3-5-16,1 0-1 0,-1 0 6 0,-2-4 15 15,0 3 16-15,2 1 11 0,2-5 15 0,-4-3 3 16,0 0-10-16,15 4-2 0,-15-4-10 0,0 0-6 16,22-4-3-16,-12 3-6 0,6-1-7 0,-2 1-4 15,4 1-13-15,-2 0 1 0,3 3-2 0,-1-3-1 16,10 6-4-16,-10-2-6 0,4 6-1 0,-1-3 2 16,-3 3-5-16,2 0 6 0,0-2-11 0,-5 8-1 0,-2-4-3 15,0-1 1-15,-1 5 11 0,-5-3-13 16,1 5 3-16,-6-3-3 0,-2 1-1 0,-2 3 1 15,0-6 4-15,-6 2-4 0,-4 0-2 0,-4-4 4 16,-4-3-2-16,3 6 1 0,-11-2-23 0,-1-3-16 0,-8-3-31 16,7 0-29-16,-1-2-30 0,3-1-40 0,5 1-46 15,4-8-57-15,3 3-256 0,-1 1-571 16,6-6 253-16</inkml:trace>
  <inkml:trace contextRef="#ctx0" brushRef="#br0" timeOffset="160190.6">24186 3727 160 0,'-8'0'346'0,"8"0"-24"15,-13 4-23-15,13-4-29 0,-13 4-20 0,4-3-24 16,3 4-12-16,1 1-30 0,-2-3-20 0,1 3-14 16,2 4-13-16,-4-2-13 0,1-4-12 0,6 7-11 15,-6-3-8-15,7 0-9 0,0 0-2 0,0 3-8 16,3-6-6-16,1 3-4 0,1-1 1 0,-2 1-11 16,5-2 2-16,-1 0 14 0,6 1-28 0,-5-5-5 15,1 1-3-15,4-1-3 0,-5-2 3 0,-8 0 0 16,22-7-12-16,-16 3-8 0,4-4-10 0,-5 4-12 0,5-4-16 15,-7-3-12-15,-1-1-18 0,3 0-16 16,-5-3-17-16,-5 3-21 0,3 1-26 0,-1-2-27 16,-7 1-33-16,9-2-40 0,-6 3-45 0,0 3-160 15,-6 0-475-15,5-3 209 0</inkml:trace>
  <inkml:trace contextRef="#ctx0" brushRef="#br0" timeOffset="160540.47">24099 3413 13 0,'-17'0'273'0,"17"0"-25"0,-11 4-21 0,11-4-21 15,-12 3-18-15,12-3-19 0,-8 3-14 0,3 2-10 16,0-1-12-16,5-4-5 0,-2 8 0 0,0-3-5 15,2-5-12-15,0 8-5 0,0-8-3 0,4 11-3 16,-1-10-1-16,0 2-1 0,-3-3-3 0,9 4-8 16,-3 0-5-16,-6-4-3 0,12 0-1 0,-12 0-7 15,0 0-2-15,18-7-2 0,-18 7 1 0,8-4-9 16,-1-1-7-16,-7 5-3 0,8-10-3 0,-8 7-5 16,0-3-8-16,0 6-3 0,4-11 3 0,-4 4-10 15,0 7-3-15,-4-9-18 0,4 9-14 0,0-11-24 16,-8 10-27-16,8 1-30 0,-8-6-46 0,8 6-37 15,-17-2-62-15,17 2-276 0,-21 5-556 0,11-2 247 16</inkml:trace>
  <inkml:trace contextRef="#ctx0" brushRef="#br0" timeOffset="161791.51">24076 3432 42 0,'0'0'354'15,"0"-9"-16"-15,0 9-16 0,0 0-19 0,1-6-19 16,-1 6-27-16,0 0-26 0,0 0-20 0,0 0-27 16,0 0-19-16,0 0-14 0,0 0-20 0,0 0-18 15,-26 15-6-15,19-9-6 0,0 3-12 0,4 0-10 16,-5 2-8-16,5-2-9 0,-2-1-3 0,1 3-8 0,-1-2-11 15,5 3 4-15,0-5-10 0,-1 4 0 16,2-7-5-16,4 4 0 0,-1-1-3 0,-3-5-2 16,-1-2 0-16,10 3-4 0,-10-3 0 0,18-3 0 0,-6 1-4 15,-4-2 3-15,2-2-9 0,-2 0 4 0,2-1-3 16,-1-2 3-16,-6-1-3 0,5 2-2 0,-8-1-1 16,0-2 3-16,0 0 1 0,0 3-4 0,-5-3 3 15,-1 3-4-15,1 1-2 0,-5-1-1 0,3-1-5 16,-4 6-33-16,2-2-28 0,1 3-28 0,0 1-22 15,8 1-30-15,-20 3-34 0,12 2-42 0,-1 0-61 16,3 4-239-16,2-3-561 0,1 1 249 0</inkml:trace>
  <inkml:trace contextRef="#ctx0" brushRef="#br0" timeOffset="162889.53">25188 3072 71 0,'-4'-15'300'0,"1"4"-13"0,3 1 0 0,0-2-11 15,-3 3-8-15,0 1-9 0,-1 1-21 0,1 1-17 16,1 0-25-16,2 6-17 0,-3-6-22 0,3 6-13 16,0 0-7-16,0 0-27 0,-18 10-13 0,8-2-8 15,-3 4-9-15,1 6-11 0,-3 6-5 0,-1 4-3 16,-8 10-5-16,4 3 2 0,2-1-1 0,0 2 1 15,2 5 4-15,1 2-3 0,0-1-1 0,5 2 1 16,5 0 8-16,-2 0-13 0,6 1 1 0,2 3-9 16,6-3 3-16,-2-1-6 0,5-3-8 0,3 0 3 15,4 1-10-15,2-3 16 0,0-3-13 0,7 0-3 16,-1-6-2-16,1-3-2 0,3 0-5 0,0-4 3 16,-7-5-15-16,3-4-23 0,6 5-20 0,-4-6-49 15,-11-2-43-15,6 1-53 0,-1-8-61 0,-6 1-82 16,2-3-287-16,-4-1-661 0,-2-6 293 0</inkml:trace>
  <inkml:trace contextRef="#ctx0" brushRef="#br0" timeOffset="166505.72">25755 3825 263 0,'0'0'264'0,"14"0"-10"15,-14 0-16-15,8-3-13 0,4-6-8 0,1 6-14 0,-8-5-9 16,8 4-5-16,0-5-9 0,4 1-6 0,-4-2-8 16,5 1-10-16,-4-3 5 0,-3-2-5 0,1-2 5 15,3 1-5-15,-2-3-4 0,0-3-5 16,-3-2-8-16,2-4-11 0,-2 2-5 0,1-4-2 0,-8 4-24 15,6-2 2-15,-3-1-2 0,1-1-5 0,-2-1-5 16,-3 1-4-16,-1 1 1 0,-1 1-4 0,5 1 0 16,-6 1-2-16,-3 6-1 0,3-1 7 0,1 5-4 15,-2-2-4-15,-3 4-3 0,5 2-7 0,0 1-9 16,-7 1-4-16,6 5-9 0,-1-3-4 0,-1 3-9 16,3 4-7-16,-2-9-7 0,2 9 0 0,0 0-9 15,0 0 3-15,0 0-4 0,0 0 1 0,-21 20-3 16,19-12 1-16,-3 2 1 0,-3 6-5 0,6 0-2 15,-5 1-4-15,2 5-3 0,-3 2-11 0,6 3-9 16,-4 2-7-16,-1-4-5 0,6 4-7 0,-6-2-4 16,2 1-33-16,5 1-15 0,0-2-17 0,0-5-19 15,0 5-3-15,7 2-11 0,-1-2-8 0,1-9-4 16,-1 0-12-16,4 3-18 0,2-6-8 0,-2-3-13 16,5 0-13-16,5-3-24 0,1-3-3 0,1-4-14 0,-1-1 0 15,9-2-162-15,-4 1-461 0,3-8 204 16</inkml:trace>
  <inkml:trace contextRef="#ctx0" brushRef="#br0" timeOffset="166822.5">26264 3673 1183 0,'19'-10'-77'0,"-2"1"37"0,-9 0 37 0,6 2 29 16,-5-1 42-16,-5-3 33 0,2 7 34 0,-4-2 14 0,0 0 9 16,3-1 4-16,-5 7-5 0,1-7-11 0,4 3-12 15,-5 4-15-15,0 0-15 0,0 0-9 16,0 0-12-16,0 0-9 0,0 0-6 0,0 0-8 0,0 0-6 16,-11 21-5-16,9-15-5 0,2 1-7 0,-2 5 2 15,2-1-5-15,0-2-3 0,0 1-3 0,2 1-2 16,0-1 1-16,4 1-3 0,-1 1 3 0,-1-3-9 15,2 0-2-15,1 2 1 0,4-4 2 0,1-1-3 16,-5-2 2-16,6-1-3 0,-3-1 0 0,1-2 0 16,1 0-1-16,0-2 1 0,1-1-4 0,-2 1 0 15,4-11-3-15,-3 4 3 0,-2-2-5 0,0 3 3 16,-5-7 1-16,1 2 2 0,1-4 0 0,-7 4 8 16,0-4 5-16,0 2 8 0,-7 0 8 0,6 0 4 15,-9 3 2-15,6 0-1 0,-5 3-9 0,-1-3-4 16,1 4-3-16,1 1-2 0,-2 1-8 0,-1 2-4 15,1 0-19-15,1 0-26 0,-2 3-21 0,11 1-25 16,-18 2-22-16,18-2-24 0,-14 5-24 0,9 1-33 16,2-2-35-16,3-4-34 0,8 9-36 0,-3-3-146 15,0-1-464-15,7 2 206 0</inkml:trace>
  <inkml:trace contextRef="#ctx0" brushRef="#br0" timeOffset="167155.84">26927 3467 85 0,'0'0'297'0,"0"-7"2"0,0 7-1 0,0 0-2 16,0 0-3-16,0-5-9 0,0 5-3 0,0 0-12 15,0 0-19-15,0 0-5 0,-8-5-19 16,8 5-13-16,-8-3-18 0,8 3-12 0,0 0-4 0,-17 6-21 15,6-3-10-15,2-2-8 0,1 7-11 0,-2-4-9 16,0 3-12-16,-1 1-4 0,-4 2-18 0,6-1-8 16,0-2-6-16,0 4-11 0,1 2-3 0,5-6-4 15,-2 5-6-15,0 3-3 0,3 1 2 0,2-4-10 16,2 3-1-16,1-7-5 0,5 7-5 0,1 1-3 16,4-8-9-16,-2 3-9 0,9-7-19 0,0 1-23 15,-2-1-25-15,12-4-33 0,3 3-41 0,0-1-39 16,-3-4-44-16,-2-1-44 0,-1 1-56 0,-2-5-57 15,-2 6-262-15,-3-5-691 0,1 0 306 0</inkml:trace>
  <inkml:trace contextRef="#ctx0" brushRef="#br0" timeOffset="170956.29">27707 3681 223 0,'0'0'405'0,"7"-4"0"0,-7 4-5 0,0-7-6 16,0 7-11-16,0 0-19 0,0 0-21 0,0 0-26 15,0-9-28-15,0 9-28 0,0 0-24 0,0 0-28 16,0 0-22-16,0 0-23 0,0 0-15 0,0 0-15 16,0 0-15-16,0 0-12 0,0 0-11 0,13 19-10 15,-7-14-3-15,-4 3-15 0,3-1-4 0,-2 5-10 16,4 3-4-16,-7-3-5 0,5-1-4 0,-3 2-4 15,-1 1-5-15,-2 2-13 0,-1-4-18 0,-3 7-15 16,2-11-27-16,-9 9-33 0,7-3-39 0,0-1-36 16,-6 1-35-16,1-3-40 0,-2 0-46 0,4-1-52 15,1 1-55-15,-1-4-290 0,1 1-722 0,1-4 320 16</inkml:trace>
  <inkml:trace contextRef="#ctx0" brushRef="#br0" timeOffset="171355.67">28256 3393 363 0,'0'0'411'0,"0"0"-3"0,0 0-21 0,-1-7-14 0,1 7-15 16,0 0-20-16,0 0-15 0,0 0-21 0,0 0-18 16,0 0-22-16,0 0-20 0,0 0-22 0,0 0-20 15,11 0-17-15,-11 0-16 0,10-2-19 0,-10 2-15 16,18-1-15-16,-1-4-9 0,5 3-10 0,2 2-11 15,-4-1-10-15,13-7-9 0,-6 5-14 0,1-2-14 16,2-3-6-16,-2 2-22 0,0 5-12 0,-6-6-15 16,-4 3-9-16,5-1-32 0,-7 1-19 0,3-2-29 0,-1 1-21 15,0 2-32-15,-5-2-12 0,-4 1-18 16,-1 1-23-16,-1 0-22 0,-7 3-26 0,14 0-40 16,-14 0-30-16,0 0-25 0,0 0-187 0,0 0-584 0,0 0 259 15</inkml:trace>
  <inkml:trace contextRef="#ctx0" brushRef="#br0" timeOffset="171606.74">28374 3537 105 0,'-5'4'276'0,"5"-4"-3"0,0 0-4 0,-12 2-6 0,12-2-6 15,-3 6-8-15,3-6-10 0,0 0-9 0,0 0-15 16,0 0-17-16,0 0-5 0,0 0-10 0,0 0-5 15,13 6-12-15,-4-4-16 0,-1-1-13 0,7-1-10 16,6 4-15-16,-4-4-8 0,3 2-10 0,3 2-10 16,-2-4-11-16,8 2-29 0,-10 4-22 0,3-5-24 15,-2 2-27-15,3 1-30 0,-3-4-25 0,-2 1-36 16,0-1-32-16,-6 0-31 0,1 0-28 0,-6-1-39 16,4 2-32-16,-11-1-197 0,10 0-518 0,-10 0 230 15</inkml:trace>
  <inkml:trace contextRef="#ctx0" brushRef="#br0" timeOffset="171905.7">28473 3242 115 0,'0'0'374'0,"-1"-10"-7"15,-1 6-8-15,2 4 2 0,0 0-31 0,0-8-23 16,0 8-34-16,0 0-33 0,0 0-23 0,0 0-27 0,-7-4-21 16,7 4-20-16,0 0-6 0,0 0-21 0,-1 21-12 15,1-14-11-15,0 4-9 0,3 1-14 16,2 0-6-16,-2 6-7 0,4 0-2 0,-1 3-8 0,6 2-10 16,-5 2 5-16,3 1-11 0,0-3 0 0,-1-3-17 15,0 4-31-15,1 0-31 0,3 1-28 0,-8-6-26 16,5 6-30-16,-5-7-31 0,0 0-39 0,1-1-39 15,-1-2-43-15,-1-3-14 0,-1-2-212 0,2 0-545 16,-3 0 241-16</inkml:trace>
  <inkml:trace contextRef="#ctx0" brushRef="#br0" timeOffset="172188.82">28695 3243 153 0,'0'-7'363'16,"0"0"-4"-16,0 7-10 0,-2-9-6 0,4 4-21 15,-2 5-21-15,0 0-28 0,0 0-26 0,-2-10-28 16,2 10-27-16,0 0-23 0,0 0-14 0,0 0-22 16,0 0-16-16,0 0-7 0,2 23-16 0,1-11-5 15,1 4-7-15,4-1-9 0,2 5-8 0,-2 4-7 16,-1-2-3-16,-4 1-5 0,10 3-6 0,-4-9-11 0,-3 12-32 15,7-5-26-15,-4 2-27 0,4-1-31 16,-6-6-31-16,-1 8-17 0,-1 2-33 0,5-2-53 16,0-13-59-16,-5 5-61 0,0-3-172 0,2-4-550 15,-2-1 243-15</inkml:trace>
  <inkml:trace contextRef="#ctx0" brushRef="#br0" timeOffset="172988.74">29082 3227 56 0,'0'0'352'0,"-6"-3"-22"0,6 3-33 16,0 0-28-16,0 0-28 0,-9-4-33 0,9 4-16 15,0 0-22-15,0 0-16 0,-3 16-17 0,0-9-14 0,3 4-11 16,0 4-11-16,0-1-11 0,3 1-5 16,0 4-11-16,4 1-3 0,-5-1-5 0,-2 0-10 15,6 0-6-15,1 1-1 0,-5-1-4 0,4 1-8 16,1-4-5-16,-5 2-3 0,4-2-11 0,-6-1-10 0,8-2-11 15,1-6 1-15,-6 8-7 0,-1-10-1 16,3-1-1-16,1 2 3 0,-2-2-3 0,-4-4-3 16,11 4 3-16,-3-4-2 0,-8 0 2 0,9-11 1 0,-3 7 1 15,3-4-2-15,-6-2 5 0,2 1 1 0,0-2-1 16,1 2 3-16,-2-4 4 0,2-1 13 16,-1 3 11-16,-1 2 7 0,-3-3 6 0,6 2 8 0,-4 2 11 15,-1-1 6-15,1 2 4 0,1 0 10 0,-3 3-19 16,1-3-9-16,-2 7 3 0,3-7-19 0,-3 7-6 15,0 0 0-15,3-3-2 0,-3 3-2 0,0 0-6 16,0 0-3-16,14 17 0 0,-9-13 1 0,-2 3-1 16,5 2-2-16,-3 1-1 0,5-2 13 0,-2 1-22 15,6 2 2-15,-6 1 0 0,0-5-5 0,9 1 2 16,-6 0-3-16,-2-2 4 0,1-4-5 0,3 8 3 16,-7-9 3-16,8 0 3 0,-6 2 2 0,5-3-7 15,-13 0 10-15,22-4-11 0,-17 0 6 0,3 0 0 16,0-1 2-16,-1-1-7 0,-6-2 6 0,6 0 4 15,-5-3 11-15,1 3-2 0,-6-4 14 0,6 3 8 16,-8-5 6-16,5-1 1 0,-7-1-3 0,1 0-6 16,4 2-8-16,-3 2 4 0,2-4-11 0,-2 5 1 15,3 0-2-15,1 2-17 0,-3-1-27 0,3 2-36 16,-6 3-34-16,5-2-39 0,2 7-48 0,-5-5-36 0,5 5-31 16,0 0-26-16,0 0-29 0,0 0-228 0,0 0-572 15,0 0 254-15</inkml:trace>
  <inkml:trace contextRef="#ctx0" brushRef="#br0" timeOffset="173689.23">29797 3328 225 0,'-15'-11'244'0,"15"11"-2"0,-6-4-4 15,6 4-8-15,-8-4-7 0,1 0-20 0,7 4-15 16,-15-4-15-16,8 4-14 0,-3-3-15 0,10 3-16 15,-19 0-13-15,19 0-12 0,-19 3-8 0,8-1-12 16,3 4-10-16,-2-2-9 0,-2 0-1 0,4 3-11 16,1 5-5-16,1-4-6 0,4-1-12 0,-5 2-10 15,6 2-7-15,1 1-2 0,0-4-12 0,1 3-7 16,6-2-9-16,-5-2 0 0,4 1-7 0,1-2-1 16,1 2-4-16,0-3-4 0,-1-2 1 0,3 4-1 15,1-6 5-15,-4-1 1 0,6 0 3 0,-13 0 5 16,17-3 3-16,-9 0 4 0,0 0-2 0,-1-3 5 15,1 2 5-15,-3-3 14 0,2 0 7 0,0 1 10 16,-4-5 9-16,2 4 10 0,-4 1 5 0,6-1 6 16,-2-3 15-16,-5 5 2 0,3-2 3 0,-3 7 1 0,0-12-7 15,5 11-11-15,-5 1-6 0,2-7-4 16,-2 7-17-16,0 0-4 0,0 0-4 0,7-2-3 16,-7 2-4-16,0 0-5 0,0 0-14 0,0 0-7 15,8 18-3-15,-3-12-7 0,1 0-5 0,-1-2-9 0,0 6 0 16,7-3-10-16,-9-1-2 0,9-2-9 0,-2 3-10 15,-2-3 2-15,9 0-2 0,-4-1-10 16,3-1-2-16,-2 1-9 0,1-1 1 0,-1-4-4 16,-2 2-4-16,1-5 5 0,2 2 5 0,-2-1 5 0,-6 0 10 15,6-3 4-15,-4-2 4 0,0 2 9 0,3-5 4 16,3 1 5-16,-7-4 5 0,5 3 5 0,-6-3 15 16,-4 2 14-16,2-6 15 0,2 0 6 0,-7 2 7 15,2-3 7-15,-2-6 13 0,0 6 14 0,-2-5 13 16,2-3 10-16,-7 1 16 0,7 9 18 0,-8-9 10 15,8 7 5-15,-7 4 1 0,3-2-1 0,-5 3 3 16,6 1-2-16,-9 1-11 0,7 4-8 0,2-1-21 16,-9 3-11-16,8 4-6 0,-3-1-9 0,7 4-17 15,-13 0 2-15,13 0-10 0,-14 9-4 0,6-2-6 16,3 7-5-16,4-2-1 0,-4 4 0 0,1 3 1 16,4 1-5-16,4 5 3 0,1 0-10 0,-1 2 4 15,1 0 0-15,5 1-6 0,-1-1 2 0,1-1-1 16,1 0-5-16,4-1-6 0,-7-1-18 0,6 2-7 15,-1-1-12-15,2-3-11 0,-7 1-12 0,7-7-16 16,-7 1-25-16,-1 0-20 0,6-6-29 0,-6 5-31 16,-1-8-35-16,-2 0-24 0,2-5-30 0,-1 5-229 15,2-7-538-15,-7-1 238 0</inkml:trace>
  <inkml:trace contextRef="#ctx0" brushRef="#br0" timeOffset="174457.11">30378 3027 183 0,'0'-8'277'0,"0"8"-20"16,0 0-22-16,0-7-23 0,0 7-25 0,0 0-18 15,0 0-17-15,0 0-16 0,0 0-14 0,0 0-14 16,0 0-9-16,0 0-9 0,0 0-7 0,0 24-8 15,0-17-9-15,4 4-7 0,-4-4-4 0,1 4-5 16,-1-1-6-16,4 4-4 0,-4-2-5 0,0 4-1 16,3-1-2-16,-6 0-3 0,6 4-3 0,0-3 0 15,-3 3-2-15,-3 0-4 0,3-2 1 0,-3 2-5 16,3 0 3-16,-4-4-5 0,4 3 2 0,0-3-3 16,-5 3 2-16,5-7-2 0,-3 2-1 0,0 1-1 15,3-6 4-15,0 4-3 0,0-1-2 0,0-5 1 16,3 3-2-16,-3-3-1 0,3 1 3 0,-3-7 0 15,4 8 0-15,-4-1 0 0,0-7 2 0,5 5-1 16,-5-5 0-16,0 0-1 0,6 2-2 0,-6-2 2 16,12 0-1-16,-12 0-1 0,0 0-2 0,11-11-1 0,-4 10-2 15,-4-6-2-15,1 1 0 0,4 1-6 16,-3-2 1-16,-2 0-2 0,4-2 0 0,-2-2 1 16,0 2-1-16,0-1 3 0,0-2 1 0,-4 3 0 0,6-9-1 15,-5 3-2-15,4 3-1 0,-1-3 3 0,-3 2-1 16,4-1 2-16,-4 5 3 0,5-3 10 0,-7 4 10 15,5-2 13-15,-2 5 7 0,4-2 4 16,-7-2 9-16,0 3 5 0,5 1 2 0,-5 5-6 0,1-5 0 16,-1 5-7-16,2-7-6 0,-2 7-1 0,3-5-9 15,-3 5-3-15,0 0-11 0,5-5-3 0,-5 5-1 16,0 0-4-16,0 0-4 0,0 0 5 0,0 0-3 16,0 0 4-16,0 0-8 0,-3 21 7 0,-2-15-7 15,3 0-7-15,-4 2 8 0,6-3 2 0,-4 3-7 16,-1-1 1-16,-1 3 1 0,-1-3 2 0,5 2-2 15,-4-1 0-15,-1 0-3 0,1 0 9 0,2-4-9 16,-1 7 1-16,-1-7 9 0,1 1-7 0,3 1-2 16,2 0 0-16,0-6 5 0,-8 7 1 0,8-7 4 15,-2 5-1-15,2-5-2 0,0 0-3 0,-5 3 4 16,5-3 3-16,0 0-5 0,0 0-5 0,0 0 6 16,17 3 7-16,-17-3-15 0,11 0 4 0,-11 0-1 15,15 0 0-15,-15 0-4 0,15 1-4 0,-15-1 3 16,15 2-4-16,-8-1 6 0,1 6-3 0,0-3-1 0,-3-1-6 15,7 2 3-15,-9-1-12 0,5 4-3 0,-1-1-7 16,1-3-1-16,-1 4-9 0,1 0-5 16,-1-4-14-16,-1 3-17 0,-1 0-14 0,0-3-24 15,-1 4-26-15,-3-1-30 0,4-1-29 0,0-3-43 0,-5-3-239 16,5 4-519-16,-5-4 231 0</inkml:trace>
  <inkml:trace contextRef="#ctx0" brushRef="#br0" timeOffset="174755.96">30739 3313 59 0,'0'0'389'0,"0"0"-2"0,0 0-6 15,0 0-7-15,0 0 0 0,0 0-13 0,0 0-19 16,0 0-23-16,0 0-25 0,0 0-21 0,51 0-31 16,-37-3-24-16,2 2-22 0,-1-3-20 0,5 2-17 15,-3 0-18-15,-3-1-20 0,5 0-18 0,-8 2-36 16,1-2-28-16,-1 3-40 0,4-3-52 0,-1 3-46 16,0-2-49-16,-4 2-46 0,-10 0-52 0,17-4-55 15,-9 4-56-15,-8 0-246 0,15-3-653 0,-7 2 289 16</inkml:trace>
  <inkml:trace contextRef="#ctx0" brushRef="#br0" timeOffset="175421.97">31340 3225 370 0,'0'0'400'0,"0"0"-5"0,0 0-14 16,0 0-10-16,0 0-22 0,0 0-19 0,0 0-16 0,0 0-19 15,0 0-17-15,0 0-22 0,0 0-26 16,0 0-22-16,18-5-18 0,-3 5-21 0,-15 0-14 16,30 4-21-16,-7-3-9 0,-6 1-16 0,7-1-16 0,5-1-34 15,-6 1-13-15,7-2-26 0,-9 1-41 0,2 0-38 16,-1 1-40-16,6-2-36 0,-10 1-30 0,4 0-40 15,-9 0-41-15,-2 1-40 0,1-1-35 16,0 0-41-16,-12 0-201 0,10 3-611 0,-10-3 271 0</inkml:trace>
  <inkml:trace contextRef="#ctx0" brushRef="#br0" timeOffset="175655.28">31467 3376 229 0,'0'0'269'0,"-10"2"-7"16,7 4-1-16,3-6 0 0,0 0-11 0,0 0-5 16,0 0-14-16,0 0 8 0,0 0-29 0,0 0-15 15,0 0-15-15,0 0-15 0,20 3-18 0,-3-3-13 16,-1 0-13-16,-1 4-16 0,5-4-14 0,10 2-4 16,-2-1-13-16,-10 1-24 0,10 1-21 0,0 1-15 15,2-4-33-15,-8 3-22 0,-1 1-31 0,2-1-27 16,-1 1-36-16,-6-1-34 0,-2-2-31 0,7 1-37 15,-13-2-36-15,6 0-161 0,-14 0-471 0,16 3 209 16</inkml:trace>
  <inkml:trace contextRef="#ctx0" brushRef="#br0" timeOffset="175955.27">31525 3120 228 0,'0'0'352'0,"-3"-9"-8"0,3 9-14 16,0 0-22-16,0 0-22 0,0 0-26 0,0 0-32 0,0 0-25 16,0 0-23-16,0 0-21 0,0 0-19 0,0 0-10 15,0 0-17-15,0 21-12 0,0-9 22 0,3-3-40 16,-1 4-8-16,-2 4-9 0,7 0-4 0,-6-1-6 15,6 4-3-15,6 3-6 0,-11-4-1 0,11 6-6 16,-6 0-22-16,-1-8-23 0,3 4-16 0,-1-4-22 16,-2 2-20-16,3-3-32 0,-3 3-32 0,-1-9-41 15,-1 0-38-15,4 0-40 0,-1-1-35 0,-1-2-182 16,-6 1-501-16,5-4 221 0</inkml:trace>
  <inkml:trace contextRef="#ctx0" brushRef="#br0" timeOffset="176205.26">31741 3143 112 0,'-4'-8'369'0,"4"8"-7"0,-3-8-21 16,3 8-22-16,0-7-32 0,0 7-25 0,0 0-34 15,0 0-30-15,0 0-18 0,0 0-11 0,0 0-24 16,0 0-12-16,0 24-14 0,7-14-10 0,-1 6-9 0,2-3-5 15,1 8-16-15,-3-5-7 0,4 4-6 16,-1 3-3-16,2 0-24 0,-4-4-20 0,1 0-19 16,5 5-40-16,-4 0-33 0,-1-5-26 0,3 0-39 0,-2-1-55 15,-1-1-66-15,7-2-252 0,-9-1-553 0,3-1 244 16</inkml:trace>
  <inkml:trace contextRef="#ctx0" brushRef="#br0" timeOffset="176588.54">32197 2964 224 0,'0'0'346'15,"0"0"-13"-15,0 0-19 0,0 0-18 0,0 0-41 16,0 0-28-16,0 0-25 0,0 0-23 0,0 0-17 16,0 0-23-16,0 16-10 0,5-7-7 0,-3 4-15 15,0 1-10-15,6 6-7 0,-3 0-7 0,1-1-6 16,1 6-6-16,1 1-7 0,1 1 7 0,-3-3-19 15,6 0-7-15,-2 3 1 0,-5-4-8 0,-2-4-1 16,5-1-3-16,-1-1-3 0,0 0-16 0,-2-2-11 16,-2-4-34-16,0 1-22 0,-1-1-23 0,-1-4-30 0,1 2-25 15,-2-2-35-15,0 1-26 0,0-8-47 16,5 4-246-16,-5-4-525 0,0 0 232 0</inkml:trace>
  <inkml:trace contextRef="#ctx0" brushRef="#br0" timeOffset="176855.19">32068 2938 284 0,'-3'-5'387'0,"3"5"6"0,0 0-7 0,0-10-6 15,0 10-8-15,0-4-1 0,0 4-16 0,3-8-21 16,-3 8-27-16,5-5-30 0,-2-2-28 0,1 0-22 15,2 7-24-15,3-8-22 0,-3 4-22 0,3 1-16 16,4-2-17-16,-3 4-17 0,3-5-34 0,2 5-34 16,5 1-29-16,-4 0-35 0,6 0-35 0,6 1-37 15,-7 2-43-15,1 4-26 0,1-5-43 0,2 5-33 16,-3 1-34-16,7-1-44 0,-9 0-39 0,-3 1-227 16,-2 1-630-16,0 2 278 0</inkml:trace>
  <inkml:trace contextRef="#ctx0" brushRef="#br0" timeOffset="178122.77">32393 3197 187 0,'0'0'210'0,"8"4"-12"16,-1-1-18-16,1-2-12 0,2 4-13 0,-2 2-13 0,5 0-14 15,2 1-8-15,0-3-13 0,0 2-10 16,-2 5-10-16,4-1-11 0,-4-4-9 0,2 2 1 16,-2 3-11-16,-5-4-5 0,1 2-6 0,-1-6-4 15,-1 4-4-15,4 3-5 0,-8-3-5 0,4-3 0 0,-7 2-3 16,7 0 2-16,-7-3-6 0,0-4-1 0,-7 5 5 15,0-1-5-15,7-4 0 0,-14 2-2 16,4-2-2-16,10 0 1 0,-22-6 7 0,11 6 10 0,1-5 11 16,-4 4 6-16,8-1 9 0,-3-2 13 0,1-4-8 15,2 5 2-15,-1-1-10 0,7 4-2 0,-2-12-12 16,4 4 7-16,-2 1-15 0,3 2-5 0,1-5-15 16,4 4-11-16,5-1-14 0,-5 0-13 0,14-2-11 15,-6 2-11-15,3-1-12 0,-3 3-10 0,4-2-10 16,2 2-9-16,-3 0-10 0,0 0-2 0,-1 2-7 15,2 1 9-15,0 0 4 0,-2-3 8 0,2 1-7 16,-10 3 26-16,4-1-2 0,-4-3 18 0,4 4 7 16,-8-1-2-16,7 1 16 0,-4-3 23 0,-3 2 18 15,-6 2 18-15,14-1 3 0,-9-6-2 0,-5 7 0 16,0 0 4-16,0 0-1 0,0-4 0 0,0 4 2 16,0 0 7-16,0 0-5 0,0 0 8 0,0 0 2 15,0 0-2-15,-37 3-4 0,31 1-1 0,-3 1-4 16,-2-2-4-16,1 1-5 0,0 4-2 0,2-5 1 15,-2 5-4-15,-2-4-7 0,4 5 6 0,-1-2-6 16,5 4 0-16,-6-3-3 0,6-1 0 0,1 2-3 16,0 0 1-16,-1 0 1 0,4-1-1 0,0 4-4 15,7-5 0-15,-4 2-4 0,2-3-15 0,5-1-5 16,-2 0-12-16,1-2-13 0,1 1-11 0,-2-1-12 0,5-3-9 16,-13 0-11-16,18-3-11 0,-4-1 0 0,-8 3-7 15,9-6-4-15,-5 5 6 0,0-4 12 16,-2 0 7-16,1 0 12 0,-3-1 5 0,1 3 12 15,1-6 11-15,-8 4 27 0,7-1 4 0,-2 0 27 0,0 2 17 16,-5-3 18-16,0 2 21 0,0-2 15 0,0 8 6 16,0-9 8-16,3 5-12 0,-3 4-5 0,0-7-6 15,0 7-9-15,0 0-8 0,0-7 0 0,0 7-15 16,0 0-6-16,0 0 6 0,0 0-14 0,0 0-1 16,0 0-3-16,0 0-5 0,-3 22 3 0,3-14-10 15,0 0-10-15,3 1-2 0,-1 1-10 0,-2-1-9 16,0-1-11-16,6 2-4 0,-2-2-8 0,-4 1-13 15,3-2-6-15,-2 0 1 0,6-3-3 0,-7-1-6 16,7 2-2-16,-7-5-6 0,8 4 1 0,-8-4-4 16,12 0 0-16,-12 0 6 0,11-8 4 0,-4 5 10 15,1-1 6-15,-3 1 1 0,2-3 14 0,-2-5 3 16,0 7 11-16,1-4 17 0,2 0 13 0,-3 0 16 16,4 2 12-16,-4-2 8 0,-2 1 17 0,4 0 17 15,-2 1 13-15,0-2 10 0,-2 0 3 0,0 4 13 16,2-3 0-16,0 0 7 0,-2 3-4 0,2-1-6 15,-1 1 3-15,-4 4-24 0,5-8-6 0,-5 8-13 16,5-3-7-16,-5 3-7 0,0 0-15 0,0 0-2 16,0 0-9-16,0 0 1 0,0 0-7 0,0 0-2 0,10 12-7 15,-12-4-11-15,2-8-3 0,3 15-8 16,-3-11-7-16,2 8-3 0,4-1-10 0,-6 1-9 16,4-1-3-16,-4-3-1 0,3 7-3 0,-1-7-4 15,-2 1 1-15,0 3 1 0,5-6 3 0,-4-2 3 0,-1 7 4 16,0-3 5-16,4-4 1 0,-1-1 5 0,-3-3 5 15,0 0 3-15,3 6 2 0,-3-6 5 16,0 0 10-16,0 0 10 0,15-12 9 0,-15 12 12 16,5-8 5-16,2 3 3 0,-4-3 7 0,0 2 2 0,6 0 7 15,-3-3-5-15,-4 1 2 0,5 1 0 0,-1 1-5 16,1-5 2-16,-6 3-4 0,6 0 3 0,0-3 5 16,-7 7-7-16,6 0 17 0,-4-3 15 15,-2 7-24-15,8-7 1 0,-8 2-6 0,0 5 1 0,0 0-18 16,5-8-7-16,-5 8-7 0,2-2-1 0,-2 2-10 15,0 0-4-15,0 0 0 0,0 0-3 0,0 0 1 16,13 10 0-16,-13-10 2 0,2 11 0 0,-2-5-4 16,5 2-4-16,-4-1-8 0,6-1-16 0,-7 2-7 15,5-3-9-15,-3 3-18 0,-1 2-13 0,6-5-15 16,0 1-10-16,-6 3-29 0,6-5-31 0,-7 3-24 16,6-6-36-16,3 3-44 0,-9-4-46 0,6 2-177 15,-6-2-522-15,10 0 231 0</inkml:trace>
  <inkml:trace contextRef="#ctx0" brushRef="#br0" timeOffset="178439.14">33235 2763 8 0,'0'0'330'0,"0"0"-31"0,0 0-30 16,0 0-15-16,0 0-5 0,-7 12-2 0,7-4 0 15,7 0-8-15,0 3-8 0,1 3-10 16,0 2-14-16,10 5-13 0,-3 5-11 0,0-6-20 16,2 4-17-16,3 2-9 0,-2 1-13 0,7 6-9 0,-5-6-18 15,-1 0-7-15,8 7-10 0,-11-8-11 0,1 1 0 16,-2 0-12-16,3 6-8 0,-5-6 7 0,-8 0-24 15,2 6-21-15,-7-2-23 0,-7 1-30 16,2 7-30-16,-18 4-29 0,0-1-32 0,-7 8-39 0,-21 7-47 16,8-14-57-16,-18 16-58 0,-11-3-185 0,-2-3-562 15,-5-3 249-15</inkml:trace>
  <inkml:trace contextRef="#ctx0" brushRef="#br0" timeOffset="183689.23">28597 3933 136 0,'-6'4'175'0,"6"-4"-17"0,0 10 1 15,-2-5 0-15,2-5-5 0,5 14 0 16,-2-6 6-16,1-1-1 0,-1 2-2 0,2 2-2 16,5 2-4-16,-2-4-4 0,-1 1-4 0,1 1-7 15,-1 0-6-15,6-1-1 0,-3 1-2 0,-4 2-7 0,1-6-1 16,3 4-10-16,2 0-2 0,-4-4-4 0,-1-1 11 16,1 6-7-16,5-3 9 0,-5-1 2 15,7-1-10-15,0 2 4 0,0-5 0 0,3 4-3 16,2-2-3-16,12 3-4 0,-3-5-5 0,8 1-9 0,7 2-1 15,4-2-16-15,4-1-7 0,1 1-5 0,-2-4-4 16,0 1-9-16,7 3-7 0,0-5-1 0,2 0-3 16,4 0-3-16,-2 0-4 0,-1 0-2 0,-2-2-1 15,-2 2-3-15,7-5-2 0,-8 4-2 0,-3-4-2 16,0 0-2-16,-3 1 5 0,-4-3-4 0,2 1-4 16,0-3-4-16,-18 1 1 0,18-2-2 0,-6-2 1 15,-8-2 0-15,4 1 2 0,-1-1-2 0,-7 6-4 16,9-12 5-16,-7 9-2 0,6-11-2 0,-8 7 0 15,-9 2 8-15,9-3-8 0,0 1-3 0,-7-1-6 16,-5 2 9-16,5-2-4 0,-13 5 2 0,5 1 3 16,-2 0-2-16,-1 2 2 0,-7-1-10 0,5 7 6 15,-5-7 1-15,1 5 2 0,1 0 4 0,-4-3-11 16,-3 7-7-16,4-3-9 0,-4 3 0 0,1-5 8 16,-1 5-18-16,0 0-7 0,0 0 10 0,0 0 0 15,0 0 2-15,0 0 5 0,0 0-4 0,0 0 4 16,0 0 25-16,-1 20-28 0,-3-15 4 0,4-5 0 15,-3 14-2-15,3-9-1 0,-7 2-4 0,7 1-3 0,4 0-5 16,-4 1-2-16,0 1-10 0,3-2 4 0,-3-1-2 16,7 1 1-16,-7-1 1 0,6 2 0 0,-1-1 8 15,-1-1-1-15,4 3 5 0,0-5 4 16,5 0 0-16,-3 1 6 0,2-1-6 0,3-2 1 0,0 1 2 16,5-4-4-16,-11 1 3 0,11-2-1 0,-3-3 4 15,4 1 9-15,-6-4-2 0,2 2 0 0,-1-3-3 16,-1 0 2-16,2-2 8 0,-1 1-3 0,-2-2 2 15,-4 1-1-15,4-2 3 0,-4 3 0 0,-1 1-1 16,-4 0 7-16,0-3 9 0,3 0 6 0,-2 6 5 16,-4-3-3-16,5-1 6 0,-7-1 2 0,6 3-8 15,-6 3 1-15,2-2 1 0,-2 6-1 0,7-6-11 16,-7 6 6-16,0 0-7 0,0-8-2 0,0 8 2 16,8-3 12-16,-8 3-22 0,0 0-2 0,0 0-2 15,0 0-7-15,0 0 2 0,0 0 5 0,0 0-5 16,0 0 3-16,0 0-2 0,0 0 3 0,12 14 1 15,-12-14-2-15,1 6 2 0,4-3-1 0,-5-3 3 16,3 6 1-16,-3-6-4 0,5 8 5 0,-3-4-3 16,3-1 3-16,-5-3-1 0,2 6 0 0,-2-6 0 0,8 4 8 15,-1-2-4-15,-2 3 0 0,-5-5-2 16,9 1 4-16,-9-1-4 0,12 3 1 0,-4-3 2 16,4 1 5-16,-2 2-7 0,1-6-2 0,8 6 4 15,-8-3-5-15,7 2 4 0,-1-2 4 0,0 2-4 0,4-2-2 16,-1 1 0-16,-4-2 6 0,6 1-2 0,1 1 1 15,-8-2-6-15,7-1 2 0,-1 2 7 16,-1 0 3-16,3 0-10 0,-8 0 2 0,5 0-1 0,-4-2 3 16,6 2-2-16,-5 0-1 0,-1 0-2 0,2 0-2 15,-1-3 6-15,-1 2 1 0,-2 1-3 0,4 0 0 16,-2-3 2-16,3 5 0 0,0-2-4 0,-4 0 4 16,2 0 2-16,-2 0-1 0,6 1-2 0,-6-1 1 15,5 0-3-15,0 0-4 0,0 0 5 0,0 0-3 16,1 0 4-16,1 1-5 0,-6-1 5 0,4 0-3 15,-2 0 1-15,4 0 0 0,-7 0-1 0,0 0 3 16,3 0 3-16,0 0-2 0,-5 0 1 0,-1 0-5 16,-1 3-4-16,4-6 7 0,-1 3-2 0,-1 0 1 15,-3 0-2-15,1-1 2 0,-1 1 2 0,2 1-5 16,-1-1 4-16,4-1-2 0,-6 1 3 0,9 0 0 16,-8 1 1-16,3-1 0 0,-3 3-6 0,-10-3 4 15,25 0 0-15,-17 0-6 0,2 0 5 0,2 0 8 16,-3 0-13-16,3 2 1 0,0-2 0 0,-12 0 5 15,18-2-3-15,-7 2 5 0,-11 0-4 0,20 0 5 16,-11-3-8-16,-9 3 1 0,16 0 12 0,-9-2-14 16,6 2 8-16,-13 0-1 0,17-2-1 0,-11 1-1 15,-6 1-1-15,20-5-4 0,-12 5 5 0,1 0 0 0,2-2 0 16,-3 1-2-16,-8 1-1 0,17-3 11 16,-4 0-10-16,0 1-4 0,-3 2 6 0,2-1-1 15,-12 1 0-15,18-3-3 0,-10 0 7 0,4 2-6 16,-2-2 3-16,-2 3 0 0,2-4 0 0,-10 4 0 0,15-3 0 15,-7 3 0-15,1-1-3 0,1-2 14 0,-10 3-12 16,14-6 2-16,-7 4-2 0,0 1-3 0,-7 1 4 16,15-7-1-16,-5 3 0 0,-6 3 0 0,5-2-2 15,-9 3 2-15,15-4 2 0,-2 0 2 0,-5-3-3 16,7 4 0-16,-8-3 0 0,3 4 0 0,1-2 17 16,-3 3-3-16,7-3 4 0,-1-4 2 0,-6 0-7 15,7 2 5-15,-2-4 7 0,-5 3-2 0,7-3 0 16,-2 1-4-16,2-2 2 0,-1 3-1 0,0-3-1 15,0-1-5-15,1 0-3 0,-5 3 6 0,3-3-8 16,-2 5-32-16,-4-3-38 0,1-2-49 0,7 4-75 16,-15 0-90-16,7-3-114 0,-1-1-208 0,1 5-647 15,-5-5 286-15</inkml:trace>
  <inkml:trace contextRef="#ctx0" brushRef="#br0" timeOffset="199539.95">19431 3297 252 0,'0'0'299'0,"0"-7"-30"0,0 7-23 0,0 0-23 16,0 0-18-16,-15 0-13 0,15 0-17 0,0 0-12 15,-16 8-11-15,11-3-3 0,1 1-5 0,-1-2-6 16,5-4-18-16,-6 5-12 0,6 1-6 0,0-6-14 16,-2 9-5-16,2-9-4 0,2 6 0 0,-2-6 11 15,6 5 8-15,-6-5 1 0,9 1 0 0,-9-1 5 16,0 0-11-16,21-8-4 0,-12 4-3 0,-3-5-7 16,6 3-7-16,-7 1 3 0,1-3-8 0,1 0-4 15,-2 1-4-15,-3-1-13 0,1 0-1 0,-1 3-8 16,-2-1-14-16,0 6-38 0,-5-12-50 0,0 8-42 15,5 4-45-15,-19 2-47 0,3 3-53 0,-2 2-66 16,1 6-263-16,-1-1-628 0,1 7 278 0</inkml:trace>
  <inkml:trace contextRef="#ctx0" brushRef="#br0" timeOffset="200103.85">18532 5715 233 0,'2'-7'402'0,"-2"-3"-4"0,5 5-9 0,-5-5-15 15,0 10-31-15,-5-7-35 0,5 7-24 0,0-8-30 16,0 8-26-16,0 0-26 0,0 0-13 0,7-5-34 16,-7 5-6-16,0 0-28 0,0 0-13 0,0 0-9 15,6 18-10-15,1-16-6 0,-5 9-9 0,4-2-8 16,-1 6-5-16,-2-4-8 0,4-3-10 0,-2 7 14 15,0-4-19-15,0 1 5 0,-3-3-13 0,3 3-1 16,-2-2-7-16,-1 1 0 0,1-2-2 0,-1 2 1 16,3 1-5-16,-5-5-1 0,0 2-26 0,1-3-33 15,4 0-37-15,-5-6-37 0,0 10-40 0,0-5-48 16,0-5-59-16,2 4-83 0,-2-4-284 0,0 0-684 16,0 0 303-16</inkml:trace>
  <inkml:trace contextRef="#ctx0" brushRef="#br0" timeOffset="200720.49">18532 5725 185 0,'-1'-4'354'16,"1"4"-9"-16,1-8-18 0,-1 8-18 0,0 0-19 15,0-5-31-15,0 5-28 0,0 0-28 0,0 0-20 16,0 0-22-16,0 0-18 0,0 0-10 0,0 0-20 16,0 0-7-16,7 21-16 0,-5-14-9 0,3 5-8 15,-4 1-2-15,8 5-10 0,-6 2-4 0,0-1-11 16,5 8 1-16,-1 0-7 0,3 5-2 0,-8-3-5 0,1-1-3 15,4 3 1-15,-2 0-6 0,0 0-4 16,0-3 2-16,1-1-5 0,-4-1 5 0,-2 1-7 16,3-3-25-16,0-5-14 0,-1 1-22 0,-2-8-19 15,5 5-21-15,-5-8-30 0,2 3-33 0,-2-5-35 0,0 2-41 16,6-3-57-16,-6-1-218 0,0-5-539 0,0 0 239 16</inkml:trace>
  <inkml:trace contextRef="#ctx0" brushRef="#br0" timeOffset="204536.93">18559 5667 71 0,'-3'-11'314'0,"-4"4"-12"16,5 1-10-16,2-6-10 0,2 3-15 0,-2-3-19 15,5 3-8-15,-3-2-19 0,-2-1-25 0,3 4-11 16,0-3-22-16,2 2-15 0,2 0-14 0,1 0-16 16,-1 0-14-16,-2 2-4 0,8-1-17 0,-5 2-4 0,7 0-7 15,-2 0-8-15,-4 3-8 0,5-2-9 0,0 4-4 16,-1 1-4-16,4-1-6 0,-6 2-5 15,-1 0-1-15,0 4-5 0,3 1-7 0,-1-2-5 16,-4 4-3-16,5 3 1 0,-3 0-8 0,5 1 2 0,-8 0-2 16,3 2-8-16,-5-1 3 0,1 2-1 0,1 4 3 15,0-3 1-15,-4 0-4 0,0-1 3 16,-1 5-2-16,-2-4-2 0,0 2 1 0,-5-1 0 16,2 0 1-16,-2-3 1 0,3 4 7 0,-6-2-9 0,-2-1 5 15,1-2-1-15,-4 1-4 0,5-1 8 0,1-3 7 16,-4 1-4-16,-1-2 3 0,4 3 10 0,0-6-8 15,-1 2 4-15,3 1 4 0,-1-3-3 16,0-2 4-16,1 4-2 0,4-3-8 0,-4 0 3 0,6 1 6 16,-2 3-12-16,2-5 5 0,0-4 0 0,8 12-1 15,-1-4 8-15,1-1-1 0,2 4 1 0,3-4 1 16,5 5-4-16,1-1-2 0,4 2 0 0,3-2 4 16,-1 0-7-16,3 5 0 0,-1-1-1 0,-1-3 0 15,2-3-11-15,-4 5-20 0,-1-9-30 0,-3 5-28 16,-6-5-32-16,1 3-42 0,0-2-48 0,-8 0-55 15,3 1-51-15,-5-3-215 0,0-3-565 0,-5-1 250 16</inkml:trace>
  <inkml:trace contextRef="#ctx0" brushRef="#br0" timeOffset="205553.36">19127 6112 133 0,'6'4'164'16,"-6"-4"-4"-16,12 3-6 0,-12-3-13 0,20-2-13 0,-4 2-10 16,-7-1-10-16,4-4-6 0,2 3-14 0,1-2-6 15,-1 3-5-15,2-7-13 0,1-3-4 16,-3 7 5-16,0-4 8 0,-2 0 2 0,-5 1 13 15,0 3 1-15,-1-4 3 0,1-2 3 0,-1 1 3 0,0 1 4 16,-4-2-4-16,0 1-3 0,-1 1 0 0,-4-2 2 16,-1 1-4-16,0 1 1 0,-4 1-7 0,0-2 2 15,-1 3-3-15,1 3-12 0,-7-2-8 16,7 4-4-16,-3-3-4 0,-3 4-5 0,13 0-6 0,-22 3-1 16,11-1-6-16,-3 3-6 0,0-2-5 0,-1 4-2 15,5 1-6-15,0-1-1 0,1 2 2 0,3 2-3 16,-1-2-3-16,1 0-2 0,4 7-2 0,2-8 1 15,0 7-5-15,5 0 3 0,-2 1-1 0,6-4 0 16,5 0-1-16,-2 2-3 0,1-4-8 0,5 4-2 16,4-2-1-16,8-3-10 0,0-2-12 0,-1-2-14 15,-7-2-7-15,8-6-16 0,-1 1-5 0,-5 1-6 16,-5-1-1-16,11-5 8 0,-3-5 0 0,-4 3 6 16,-5-6 7-16,2 6 4 0,0-9 6 0,-4 3 7 15,-1-5 2-15,0-3 3 0,-5-1 6 0,3-2 0 16,-4-1 2-16,-3-5 8 0,-6 4 0 0,9-1 5 15,-9 1 13-15,0-3 16 0,0 2 22 0,-2 0 7 16,-5-1 15-16,6 3 18 0,-6 3 14 0,0-1 8 16,1 4 1-16,4 1 8 0,-5 1 11 0,1 1 5 0,4 1-2 15,-4 5 0-15,6 0 0 0,-7 5-8 16,5-1-12-16,2 0-17 0,0 0-8 0,-6 5-10 16,6 3-17-16,0-8-18 0,0 8-12 0,0 0 1 15,0 0-1-15,-7 15-9 0,5-6-3 0,2 3-2 0,0 2-2 16,0 2 8-16,0 4-12 0,2 1 0 0,5 9-2 15,-4 0 1-15,2 0-9 0,5-2-14 16,0 2-12-16,0 9-2 0,3-8-15 0,-5 0-14 0,4-3-3 16,3 2-3-16,-5-4-3 0,5 2 7 0,4 1-2 15,-2-8-7-15,0 3 0 0,2-1-2 0,3-4-3 16,-6-7-5-16,6 3-1 0,-1-6-4 0,-1-2-4 16,4-2 1-16,-1-2 2 0,-2-3 7 0,2 0 5 15,-1-3 9-15,1-3 6 0,-6-1 10 0,2-1 4 16,-4-3 7-16,0 1 6 0,0 0 13 0,-7-5 9 15,-1 1 19-15,1 1 12 0,-3-1 11 0,-1 2 10 16,-3 3 7-16,-2-3 0 0,-3-2 7 0,3 5-1 16,-4-1-2-16,-2 1-8 0,-1 1-1 0,1 5-4 15,-3-1-6-15,-3 0-3 0,5 2-4 0,-6 0-1 16,-2 4-2-16,-4 4-4 0,5-2-1 0,-1-1 1 16,1 5-7-16,-2-2 0 0,6 3-3 0,1 2-7 15,-2-1-6-15,4-3-2 0,3 5-3 0,2-4-5 16,3 4 1-16,1-2-1 0,1-2 0 0,4 1-3 15,1-3 4-15,1 0-7 0,6 0-4 0,-3-3-5 16,-1 3-3-16,5-6 5 0,2 0 0 0,1 2 2 16,-2-4 6-16,-2 1 1 0,2-3 5 0,-1 0 0 15,-2-2 4-15,0 4 2 0,-1-2 2 0,-4 0 10 16,2 1 23-16,-1-2 18 0,-3 2 10 0,-6 3 10 0,15-4 8 16,-12 2 2-16,-3 2-6 0,7-5-2 0,-7 5-8 15,8-2-2-15,-8 2 2 0,0 0-20 0,7-5-6 16,-7 5-2-16,0 0-4 0,8 7-8 15,-8-7-12-15,10 5-20 0,-8 1-27 0,4-3-14 0,-2 2-28 16,2-1-47-16,3 5-59 0,2-6-64 0,1 3-236 16,4 0-532-16,4-3 236 0</inkml:trace>
  <inkml:trace contextRef="#ctx0" brushRef="#br0" timeOffset="207337.01">24152 2206 266 0,'-2'-8'291'0,"-1"0"0"0,-1 2-6 16,4-4-14-16,-6 2 10 0,1 5-22 0,3-3-14 16,2 6-5-16,-8-10-17 0,5 7-26 0,-1-2-18 0,4 5-26 15,-8-3-19-15,8 3-12 0,0 0-12 16,-22 0-15-16,22 0-9 0,-14 8-9 0,4-4-12 16,1 3 2-16,1 1-7 0,-2 0-11 0,2 0 8 15,1 3-21-15,-1 1-3 0,1-3 11 0,6 5-14 0,-6-6-9 16,5 7 2-16,2-3-10 0,0 3 6 0,2-1-4 15,5-5 1-15,-2 3 0 0,5 3-5 16,-2 1-3-16,5-5 10 0,4 5-4 0,-2-4-1 16,9 8-3-16,-4-8-5 0,0 3 6 0,3 0-1 0,0 0-5 15,-3-3-5-15,-5 0 4 0,5 0-3 0,-3-1 2 16,-2 2-3-16,-2-1-9 0,0 2 1 0,-3-1-3 16,-3-7 3-16,-1 3-4 0,-4 3 6 0,3-3-2 15,-4 0 2-15,-2 2 6 0,-4-3-2 0,-2 4-3 16,-1-4 2-16,0-1 1 0,-6 2-2 0,0 2 9 15,-3-5-7-15,-3 2-9 0,5-6-9 0,-3 5-16 16,6-6-15-16,-1-1-15 0,-2 2-13 0,7-2-22 16,8 0-26-16,-15-10-35 0,10 8-28 0,5-6-42 15,0-1-37-15,7-8-241 0,3 5-552 0,1-6 245 16</inkml:trace>
  <inkml:trace contextRef="#ctx0" brushRef="#br0" timeOffset="207569.91">24486 2139 185 0,'-2'-6'273'16,"2"6"-8"-16,0 0-14 0,-3-9-19 0,3 9-22 15,-5-6-12-15,5 6-33 0,0 0-15 0,0 0-14 16,0 0-13-16,0 0-13 0,0 0-11 0,-8 19-7 16,8-9-8-16,0 2-5 0,0 3-6 0,0 2-8 15,3 9-7-15,0-8-6 0,-1 7-4 0,3 4-1 16,0 1-5-16,2-3-4 0,-2 3 7 0,0-3-15 15,-1 1-3-15,0 1-9 0,2-4-26 0,-4 1-22 16,5-5-22-16,-7-3-28 0,6-2-28 0,-6 4-37 16,2-9-53-16,-2 0-28 0,5-2-166 0,-5-2-423 0,0 0 187 15</inkml:trace>
  <inkml:trace contextRef="#ctx0" brushRef="#br0" timeOffset="208103.38">24460 2416 111 0,'0'0'122'0,"8"-1"-9"16,5 0-14-16,-13 1-10 0,23 0-7 0,-1 0-12 0,1 0-8 15,-2-2-5-15,9 2-2 0,-2 2-6 0,5-2-10 16,-1 0 0-16,-1-2-7 0,2 2 4 0,-1-5-16 16,1 2 4-16,-5 3-4 0,2-7-5 0,-9 5-7 15,-1-5 2-15,-3-1-4 0,-2 4 0 0,-2 0 9 16,-5-3-5-16,1-1 2 0,-6 1 11 0,-2 3 10 15,-1 4 0-15,0 0 7 0,-4-9 6 0,4 9 8 16,-17-6-3-16,4 9 4 0,13-3 4 0,-30 3-4 16,8 5 1-16,8-3-2 0,-16 3 0 0,2 2 0 15,1-1-5-15,2 5-7 0,9-2 6 0,-1-1-13 16,-1 2 1-16,3 1-4 0,5-2-3 0,2-2-4 16,-4 0-4-16,7 1 1 0,-1-2 0 0,2-2-1 15,1-2 2-15,5 2-2 0,-2-7 3 0,5 5-3 16,1 0-2-16,-6-5-5 0,17 1 1 0,-4-4-2 15,-3 0-1-15,3 1 0 0,-1-1-7 0,4-4 7 16,3 2-4-16,-3 0 3 0,-1-2-1 0,0 0-1 16,0 1 3-16,-9 1 15 0,8-2 15 0,-6 2 10 15,-1 1 6-15,1 1 11 0,-1-2 8 0,-1 1 1 16,-6 4-8-16,8-1 5 0,-8 1-18 0,7-2-8 16,-7 2-4-16,0 0-12 0,10-5-4 0,-10 5 2 0,0 0-2 15,10 8-5-15,-10-8-6 0,8 11 3 16,-1-6-1-16,-4 0-4 0,4 2-1 0,6 4-2 15,-5-2-5-15,1-2-4 0,7 1-13 0,-9 1-9 16,8-3-8-16,-4 1-7 0,4-2-18 0,0 1-17 0,2 0-16 16,-9-3-19-16,3-1-21 0,1-1-13 0,-12-1-8 15,20-6-17-15,-12 3-13 0,5-2 7 16,-4 1-3-16,-3-6 4 0,3 0 9 0,-3 0 6 16,-3 1-98-16,1-9-272 0,4 1 121 0</inkml:trace>
  <inkml:trace contextRef="#ctx0" brushRef="#br0" timeOffset="208569.83">25204 2230 334 0,'0'-27'6'15,"0"0"19"-15,-1-1 29 0,-3 5 19 16,1 3 26-16,0-2 25 0,-2 3 31 0,1 2 15 0,1-2 15 16,-3 4 10-16,6-1 8 0,-7 4 1 0,5-2-4 15,2 6 7-15,0 3-3 0,0-6-12 0,-3 5-16 16,3 6-18-16,-3-9-14 0,3 9-17 0,0-8-18 16,0 8-15-16,0 0-11 0,0 0-6 0,0 0-10 15,0 0-10-15,0 23-3 0,-4-9-7 0,8 3-7 16,-4 2 0-16,6 6-8 0,-6 4 3 0,9-2-5 15,-3 0-5-15,-3 4-5 0,4-3-14 0,-2 1-10 16,2 11-7-16,-1-9-7 0,-1 0-8 0,-1-1-6 16,4-2-1-16,-2-1-4 0,-4 0-2 0,3-7-7 15,-3-1 3-15,4-4 4 0,-1 2 4 0,-1 0 2 16,-4-4 3-16,5-1 3 0,-4-5 4 0,4-2 4 16,0 1 3-16,0-3 1 0,8-1 1 0,-4-2 3 15,-9 0 2-15,21-5-2 0,-6-1-1 0,-2 3 9 16,2-4-2-16,-2-1-3 0,2-2 1 0,-3 2 5 15,1-1-1-15,-1-5 4 0,-4 9 7 0,0 0 7 16,-1 0 15-16,0-5 8 0,-4 4 13 0,0 3 19 16,0-2-5-16,-3 5-5 0,9-4 0 0,-9 4-6 15,0 0-13-15,5-6-10 0,-5 6 0 0,0 0-2 16,0 0 12-16,0 0-21 0,0 0-6 0,-15 19 6 16,13-9-5-16,-3-3-8 0,0 1 4 0,4 1 1 0,-1 2 0 15,-1-3 6-15,3 1-7 0,0 1-4 16,6-1-1-16,-6-1-4 0,5 1 1 0,0-3 4 15,0 3-8-15,2-3-11 0,4-5-18 0,-1 2-27 16,5 1-30-16,2-4-37 0,-4 0-47 0,2 0-48 0,5-7-61 16,-4 6-262-16,-9-3-587 0,8-5 260 0</inkml:trace>
  <inkml:trace contextRef="#ctx0" brushRef="#br0" timeOffset="208771.02">25424 2125 57 0,'0'0'448'0,"-8"-4"-1"0,8 4-20 0,-10-8-26 15,10 8-33-15,2-4-35 0,6-4-24 0,-3 3-21 16,7-6-33-16,-2 5-27 0,1-2-24 0,7-4-22 16,1 8-22-16,-1-2-37 0,8-3-53 0,2 1-54 15,2 5-72-15,-8-1-64 0,6 7-60 0,2-2-92 16,-7 5-74-16,-2-1-211 0,-1 2-604 0,-3-2 267 15</inkml:trace>
  <inkml:trace contextRef="#ctx0" brushRef="#br0" timeOffset="209619.94">20858 5761 137 0,'0'-9'367'0,"0"1"-21"15,0 0-22-15,0 8-28 0,-2-9-31 0,2 9-29 16,0 0-22-16,0 0-22 0,0 0-24 0,-30 17-22 15,17-4-5-15,-7 5-14 0,-1 5-15 0,6 1-10 16,-8-1-15-16,1 3 8 0,-6 9-19 0,12-7-7 16,-1-1-8-16,-3 13-4 0,5-13-5 0,2 0-20 15,5-4-24-15,-1-2-18 0,3-3-25 0,6 0-17 16,-7-6-25-16,6 3-22 0,1-9-41 0,1 4-38 16,6-8-38-16,-7-2-39 0,15-2-187 0,-15 2-478 15,11-15 212-15</inkml:trace>
  <inkml:trace contextRef="#ctx0" brushRef="#br0" timeOffset="209819.76">20661 5837 16 0,'-2'-7'281'15,"2"2"2"-15,0 5-5 0,-6-8-19 0,6 8-19 16,-2-6-24-16,2 6-25 0,0 0-20 0,0 0-19 0,0 0-16 16,0 0-13-16,0 0-11 0,0 0-14 0,0 0-7 15,10 24-4-15,-3-14-10 0,7 2-11 16,1 2-1-16,0 1-7 0,7 2-5 0,1 1-3 0,-2-1-11 15,1-2-19-15,1 2-18 0,0-2-25 0,4 0-31 16,-2-4-37-16,3 5-39 0,-5-5-42 0,-2-6-32 16,1 0-42-16,-1 2-128 0,3-7-406 0,-6 0 180 15</inkml:trace>
  <inkml:trace contextRef="#ctx0" brushRef="#br0" timeOffset="210519.73">21303 5904 122 0,'5'-8'191'0,"0"-2"13"0,0 1 3 15,-2 0-1-15,-1-2 0 0,3-1 3 0,-2 4-3 16,1-3-8-16,-1 0 2 0,2 4-9 0,-2-5-6 16,-3 3-10-16,0-2-1 0,0 2-9 0,5 2-3 15,-5-4-10-15,-5 4-4 0,5-1-11 0,-3 1-14 16,3 7-10-16,-5-12-13 0,-2 7-15 0,1 4-11 16,6 1-8-16,-17-1-6 0,7 1-14 0,10 0 0 0,-25 5-9 15,10 2-2-15,-1 2-4 0,-4-1-4 16,5 3-2-16,4 2-1 0,-4 1-3 0,1-1-9 15,1 2-2-15,5 0 5 0,0 5-8 0,3-2 5 0,3-3-2 16,4 3-1-16,6-3-1 0,5 2-2 0,7 0 0 16,3-2 13-16,9 2-17 0,16-7-21 0,-2 2-6 15,10-3-23-15,6-3-17 0,-3-4-15 16,4-4-9-16,-2-2-20 0,0 1-21 0,-3 0-22 0,0-5-17 16,-6-1-20-16,1 2-10 0,-4-4-8 0,1-2 11 15,-2-1 12-15,-18 4 16 0,4 1 16 0,-5-4 15 16,-5 2 19-16,-9-2 28 0,-3 2 35 0,-4 3 24 15,-1-2 24-15,-7 1 20 0,0 0 19 0,-5 0 20 16,-3 1 19-16,-2 4 20 0,-2-1 12 0,-9-2 7 16,-1 6 10-16,-6-6 5 0,-4 7 3 0,3 0 1 15,-1 5 0-15,-2 1-3 0,3 0-4 0,-6 0-2 16,7 5 1-16,-4-1-25 0,2 5-6 0,2 0-12 16,-1-1-9-16,0 2-5 0,6 2-2 0,3 2-9 15,4-3-8-15,1 0-2 0,5 1-7 0,0-3-2 16,5 0-3-16,2 5 3 0,3-4-8 0,0-1-1 15,3 0-4-15,5-4 2 0,2 1-7 0,5-4-3 16,3 4-11-16,2-9-8 0,2-6-4 0,6-2-2 16,2-3-4-16,-2-4-2 0,0-2-4 0,2-2-2 0,-5 1 5 15,3-8-5-15,-5 3 5 0,0-3 1 16,7-12 4-16,-9 5-1 0,8-6 5 0,-13-2-4 16,11-1 3-16,-18-2 2 0,3 1 0 0,-4-3 4 0,-8 4 7 15,0-3 24-15,-6 14 33 0,-1-2 40 0,-1 3 32 16,6 1 27-16,-9 7 12 0,6 2 2 0,1 0 3 15,-9 3 2-15,8 1-7 0,0 3-10 16,-1 2-18-16,-1-3-16 0,-1 8-17 0,4 0-14 0,-6 1-12 16,10 2-11-16,0 0-9 0,-16 10-5 0,14 3-12 15,-1 1-8-15,3 5-7 0,0 1-6 0,0 7-5 16,2-2-10-16,1 5-11 0,7-2-21 0,-5 2-22 16,6 2-28-16,1-3-38 0,6 10-36 0,7-5-35 15,3-1-30-15,2-2-36 0,5-4-41 0,-2 0-61 16,3-1-80-16,-4-8-296 0,9-1-783 0,0 0 347 15</inkml:trace>
  <inkml:trace contextRef="#ctx0" brushRef="#br0" timeOffset="211103.16">22869 5493 159 0,'0'-12'464'0,"0"4"-14"0,-2 1-17 16,2 1-33-16,2-1-39 0,-2 7-42 0,0-11-41 15,0 11-28-15,0 0-29 0,0 0-20 0,0 0-20 16,0 33-18-16,0-14-20 0,5 3-9 0,1 3-13 15,-2 5-14-15,7-3-10 0,-7 4-10 0,7-1-10 16,-1 2-6-16,5-3-26 0,-2-2-26 0,-3 2-23 16,5-3-26-16,2-2-28 0,-4 0-28 0,0-2-26 15,0-5-32-15,-3-3-25 0,-1-2-39 0,-3-2-37 16,3-2-50-16,0-6-44 0,-2-2-177 0,-7 0-558 16,0 0 248-16</inkml:trace>
  <inkml:trace contextRef="#ctx0" brushRef="#br0" timeOffset="211352.97">22788 5379 56 0,'-7'-14'371'0,"1"1"-7"0,4-1 10 0,-5 1-2 16,7 4-11-16,0-4-18 0,0 2-11 0,0 3-28 16,7 1-23-16,-2-1-23 0,0 1-22 0,8 1-24 15,-6-1-22-15,6 3-17 0,-3 1-21 0,3-1-16 16,2 3-14-16,5 1-13 0,-5 1-7 0,1 3-17 15,-1 3-8-15,7 0-7 0,-6 5-11 0,-4 0-10 16,8 6-3-16,-7 2-12 0,0 4-14 0,-1-2-18 0,-7-4-20 16,5 9-26-16,-7 3-23 0,-1-6-32 0,-2 6-24 15,-2-2-27-15,0 1-25 0,-3-1-33 16,-3 3-39-16,0-3-29 0,0-2-45 0,-1 2-273 16,-2-6-643-16,2-2 284 0</inkml:trace>
  <inkml:trace contextRef="#ctx0" brushRef="#br0" timeOffset="211870.22">23231 5691 248 0,'0'0'310'0,"4"-9"-10"0,-4 9-20 16,1-3-30-16,-1 3-19 0,0 0-33 0,0 0-20 15,0 0-19-15,0 0-13 0,0 0-12 0,0 0-17 16,15 14-14-16,-10-7-7 0,2 1-13 0,-4-1-5 15,5 3-10-15,-1 2-6 0,0 0-15 0,1 3-16 16,-1 0-15-16,-2-6-12 0,-1 6-19 0,3-1-8 16,-4-2-11-16,2 1-1 0,-5-2-7 0,0 0-4 15,0-3-3-15,-5 6-1 0,2-5 3 0,0-5 10 16,-2 3 1-16,-2 2 2 0,1-5 4 0,4 0 6 16,-6-4 19-16,8 0 10 0,0 0 10 0,0 0 10 15,0 0 10-15,-15-10 8 0,16 3 6 0,-1 7 2 16,5-14 5-16,-1 6 3 0,-1 0 3 0,0-4 0 15,4 5 3-15,0 0 2 0,1 1 1 0,-2-1-12 16,4 0-5-16,-5 0-6 0,4 6-5 0,-3-3-4 16,6 3-7-16,-2-1-1 0,0 1-3 0,3 1-3 15,3 1 1-15,-1 1-3 0,-1-1-1 0,5 3-1 0,-2-1-8 16,1 1 2-16,0-1 4 0,4 2-6 0,-5-1 0 16,4-3 4-16,1 1-3 0,-3-2 0 15,0 0-5-15,-4-2 2 0,3 2 1 0,-3-4 1 16,-5 1-5-16,1-2 7 0,-1 0-1 0,-2 2 13 0,-1-5 24 15,0 2 8-15,-6-3 1 0,-1 1 7 0,4 0 4 16,-8 0 6-16,3 0-4 0,-8 1-5 0,3-1-4 16,-3 3-4-16,-4-5-10 0,3 6-9 0,-5-2-2 15,0 0-5-15,-3 3-29 0,0-2-24 0,3 2-41 16,2 2-34-16,0 1-33 0,-4 0-43 0,-3 4-47 16,5-2-46-16,7-2-50 0,1 3-246 0,7-3-610 15,0 0 270-15</inkml:trace>
  <inkml:trace contextRef="#ctx0" brushRef="#br0" timeOffset="212220.64">23774 5199 98 0,'-6'-6'281'0,"6"6"-24"15,0 0-18-15,0 0-11 0,0 0-16 0,-17 20-13 16,12-11-12-16,-1 4-14 0,4 5-9 0,0-2-15 15,1 4-9-15,-3 5-12 0,8 4-11 0,-1-2-10 16,-1 3-7-16,4-2-10 0,-1 4-9 0,5-3-3 16,-3-1-12-16,4-1-4 0,-1 3-7 0,-2-7-7 0,6 0 1 15,-9-4-4-15,5 0-5 0,-2-1-7 16,0-1 3-16,-3-8-4 0,2 2-4 0,-4-3 3 16,4 0 2-16,-7-3-1 0,6-2 18 0,-6-3 2 15,7 7 9-15,0-4 8 0,-7-3 14 0,0 0 9 0,0 0 9 16,0 0 7-16,16-10 3 0,-16 10-8 0,7-1-6 15,-7 1-11-15,0 0-15 0,0 0-11 16,0 0-8-16,0 0-13 0,8 4-7 0,-8-4-10 0,0 9-13 16,0-9-16-16,0 12-26 0,0-4-21 0,-2-1-19 15,-4 4-15-15,6 0-23 0,-7 1-28 0,5 1-31 16,-3 2-33-16,2-1-47 0,-2-2-66 0,5 3-263 16,0-5-627-16,0 0 277 0</inkml:trace>
  <inkml:trace contextRef="#ctx0" brushRef="#br0" timeOffset="212553.08">24446 5734 92 0,'-3'-5'420'15,"3"5"-6"-15,0 0-32 0,-13-4-18 0,13 4-24 16,0 0-23-16,-18 4-29 0,18-4-28 0,-17 4-17 15,14-3-28-15,-4 2-22 0,0 4-23 0,1-3-14 16,-1 0-14-16,4 1-20 0,-2-1-10 0,3 4-9 16,-3-2-10-16,4 0-9 0,1-6-9 0,0 9-5 15,0-9-5-15,0 8-9 0,1-4-1 0,6 0-13 16,-7-4 4-16,5 4-2 0,5-3-6 0,-10-1-5 0,6 4 2 16,-6-4-5-16,12 0 4 0,-12 0-9 0,15-4-7 15,-12 3 1-15,-3 1-14 0,7-4-17 16,-2-3 0-16,-2 4-21 0,0-3-28 0,1 0-36 0,2 1-36 15,-4-2-33-15,-2-1-38 0,0 1-49 0,0-1-57 16,0-4-57-16,0 2-225 0,0 1-642 0,0-9 284 16</inkml:trace>
  <inkml:trace contextRef="#ctx0" brushRef="#br0" timeOffset="212752.91">24392 5399 356 0,'-9'-7'392'0,"1"4"14"0,-3-1-1 16,2-1-8-16,-1 2-14 0,0-2-19 0,0 3-26 16,2 1-26-16,0-4-30 0,-4 3-29 0,12 2-20 15,-10-4-31-15,10 4-21 0,-11 0-23 0,11 0-38 16,0 0-37-16,-10 6-35 0,5-1-44 0,5 2-52 16,0-7-39-16,-2 9-36 0,4-2-45 0,-2 5-52 15,5-2-74-15,-3 2-76 0,6-2-232 0,-8 5-651 16,-4 0 289-16</inkml:trace>
  <inkml:trace contextRef="#ctx0" brushRef="#br0" timeOffset="213302.86">22839 7400 260 0,'0'-17'368'0,"2"-3"2"16,-2 3-5-16,-2 2 0 0,2 0-2 0,-7 3-23 15,1-2-17-15,-1 5-19 0,1-3-26 16,-4 6-28-16,-4 0-22 0,3 3-25 0,-7 0-21 0,3 3-26 16,-3 3-8-16,3 3-14 0,-4 0-17 0,5 1-12 15,-1 1-10-15,3 5-9 0,0 1-8 0,3 1-10 16,-1 1-9-16,6 4-1 0,-2-2-7 0,7-2-5 15,4 12-4-15,4-5 1 0,4 0-4 0,2 0-2 16,1-4-5-16,6 6-4 0,3-2-4 0,-6-1-2 16,10 1-9-16,-6 1-4 0,2 0-11 0,-6-2-2 15,3 2-6-15,1 0-2 0,-5-2-8 0,-3-2-4 16,-5-5-13-16,-2 4-6 0,-1-3 2 0,0 2-3 16,-7-3 0-16,0 3-10 0,-7-6 13 0,0 3 6 15,-6-3-6-15,-3-2 1 0,-1-1-4 0,-3 3-7 16,-1-9-10-16,-1 2-25 0,2 0-5 0,-1-5-24 15,1-5-16-15,-5 3-11 0,9-2-20 0,-1-2-19 16,4-2-22-16,5-1-16 0,4-6-40 0,1-2-18 0,6-5-253 16,6-1-573-16,0-8 254 0</inkml:trace>
  <inkml:trace contextRef="#ctx0" brushRef="#br0" timeOffset="213536.3">23187 7115 261 0,'0'-8'302'0,"5"2"-23"15,-4 1-26-15,-1 5-27 0,0-5-25 0,0 5-16 16,0 0 4-16,0 0-6 0,-1 20-2 0,-4-8-9 16,5 3-10-16,-2 5-12 0,2 7-1 0,-7 0-13 15,12 11-12-15,-1 1-13 0,-4-7-11 0,6 9-1 16,1-10-20-16,0 8-3 0,1 4-6 0,0-8 12 16,0-3-26-16,-1-2 0 0,1 0-11 0,2-2-19 15,-2-4-22-15,-1 3-19 0,-2-12-20 0,2 5-37 16,-2-6-37-16,1-2-41 0,-4-4-35 0,3 0-41 15,-3-1-49-15,-2-3-207 0,0-4-522 0,0 0 231 16</inkml:trace>
  <inkml:trace contextRef="#ctx0" brushRef="#br0" timeOffset="214071.67">23135 7633 111 0,'-8'-6'190'0,"8"6"-9"0,-7-1-16 0,7 1-3 15,0 0 3-15,0 0-2 0,0 0-12 0,0 0-13 16,42 4-12-16,-26-1-9 0,11-3-16 0,-1 2-10 15,9 1-7-15,2-3-6 0,7 0-7 0,9-5-7 16,-5 2-9-16,-1-1-4 0,4 3-1 0,-6-7-8 16,-1 4-3-16,1-6-7 0,-12 5-1 0,0-5-3 15,-5 1-4-15,2-1 0 0,-13 2-2 0,9-8-5 16,-9 7 2-16,-4-3 0 0,-5 1 3 0,0 1 5 16,-3 2 2-16,-3-4-4 0,-4 5 3 0,-3 2 3 15,2-2 1-15,-8-1 9 0,2 7-4 0,-4 0-3 16,-2 1-2-16,-1 2-2 0,-6 1-2 0,1 5-2 15,-4 1-2-15,-3 5 2 0,-1-1-3 0,0 2 2 16,-1 3 2-16,5 3-7 0,-1 0 0 0,2 0-3 16,-4 2-1-16,12-3-1 0,-3 6 1 0,3 0-2 0,3-4-3 15,11-4-1-15,0-2 1 0,-3 3-1 16,10-6 3-16,-3-1-2 0,5-3 2 0,1-1-1 16,5-3 1-16,-3-2-5 0,10-3 0 0,-5 0 0 0,8-3-3 15,-3-1-5-15,-2-5 0 0,9 0-1 0,-4-4 0 16,0-3 1-16,-2-3-3 0,-1-4 3 0,-1 1 0 15,-5 2-1-15,1-7-1 0,-1 6 2 0,-3-6 3 16,-4 11 10-16,-2-2 22 0,1 3 21 0,-2 2 18 16,-1-2 20-16,-3 4 9 0,0 2 3 0,7 0-13 15,-7 3-7-15,0 0-15 0,0 6-14 0,0-6-12 16,0 6-2-16,0 0 2 0,0 0-9 0,0 0-5 16,0 0-1-16,0 27-7 0,0-14 0 0,1 2-7 15,4 0 2-15,-3 2 2 0,6 1 0 0,-3 0-8 16,5 0 9-16,2 4-21 0,-4-2-13 0,0-1-8 15,7-7-10-15,-2 7-18 0,2-8-11 0,0 3-15 16,0-5-17-16,0 0-25 0,6-2-26 0,-6-3-25 16,5-4-29-16,-3-2-24 0,4-3-23 0,-6-2-19 0,2-2-4 15,-1-3-169-15,1-2-472 0,1-10 209 16</inkml:trace>
  <inkml:trace contextRef="#ctx0" brushRef="#br0" timeOffset="214553.23">24251 7155 27 0,'-7'-17'289'0,"-1"2"18"16,-2-1 3-16,2 5-5 0,5-1 7 0,-4 4-25 0,0-3-16 16,1 7-17-16,-1-4-12 0,5 0-41 0,-3 5-27 15,5 3-18-15,0 0-14 0,0 0-16 0,0 0-17 16,-14 11-11-16,12-3-9 0,2 2-7 0,-2 3-6 16,2 4-11-16,2 5-11 0,-2 7 2 0,7-2-8 15,-1 6-4-15,2 5-3 0,1 6-14 0,-3-3 7 16,4 1-11-16,-5 0 3 0,5-6-5 0,-5 7 2 15,2-11 0-15,1 9-8 0,5-4 3 0,-6-5-12 16,3-4-3-16,1 0-5 0,-1-1-5 0,5-1 1 16,0-1 1-16,0-8-1 0,-2 0 12 0,0-6-13 15,2 0-1-15,0-2-2 0,3-5 1 0,2 1-2 16,0-5-3-16,-2 0 3 0,4-5-2 0,-6 0 3 16,6-3-1-16,-2-3-1 0,3 0 0 0,-8-3 5 15,0-3 4-15,6 5 2 0,-9-4 8 0,-2-3-15 0,1 4 2 16,-2-4 8-16,-8 7 11 0,4 0 4 0,-3 2 7 15,-4-2 3-15,2 2-2 0,-5 3-1 0,0-1 0 16,2 1-3-16,-5 2-3 0,1 0 5 16,-4 3-5-16,11 2 2 0,-17-1 2 0,4 2-8 0,3 4 5 15,-2-1-3-15,4 3-3 0,-5-3-2 0,4 3-2 16,3 2-1-16,-1 1 8 0,6 3 8 0,-1-6-17 16,2 7 0-16,2-5-4 0,-1 7 13 0,11-4-1 15,-2 3-1-15,1-6-9 0,-1 2 8 0,2-2-3 16,4 0 2-16,4-1-10 0,2-3-21 0,4 0-20 15,-4-2-29-15,1-3-36 0,5-1-45 0,-5-1-52 16,5-3-61-16,-1 0-78 0,-9-5-252 0,2-2-640 16,-3 0 283-16</inkml:trace>
  <inkml:trace contextRef="#ctx0" brushRef="#br0" timeOffset="-214744.03">24044 7335 119 0,'-15'-3'407'0,"4"6"0"16,-3-6-3-16,14 3-21 0,-16-3-25 0,11-3-34 0,3 3-34 15,2 3-30-15,12-11-27 0,-2 6-21 0,10 2-26 16,-2-5-17-16,15 0-21 0,-3 4-42 0,3-2-38 16,16-2-56-16,-6 3-58 0,4 0-59 0,-4 3-71 15,3 2-83-15,-11 0-325 0,3 0-631 0,-5-1 279 16</inkml:trace>
  <inkml:trace contextRef="#ctx0" brushRef="#br0" timeOffset="-214393.5">25734 7323 238 0,'0'0'427'0,"7"5"14"0,-7-5-2 0,0 0-2 0,0 0-6 15,0 0-11-15,0 0-18 0,0 0-23 0,0 0-19 16,0 0-28-16,0 0-31 0,0 0-29 0,0 0-22 15,14-8-27-15,-14 8-34 0,15-4-9 0,0-3-26 16,2 6-29-16,3-2-29 0,9 0-22 0,8 2-29 16,-4-3-31-16,13 1-33 0,-3 2-43 0,5-2-47 15,2-2-37-15,-7 2-34 0,3 3-36 0,-12-1-20 16,-1-2-40-16,-4 6-45 0,5-3-49 0,-16-3-53 16,-3 2-223-16,-2 1-698 0,-5 1 309 0</inkml:trace>
  <inkml:trace contextRef="#ctx0" brushRef="#br0" timeOffset="-214242.59">25802 7686 49 0,'48'-5'134'0,"5"-2"-22"15,6 1-13-15,-2-3-51 0,2-5-56 0,-6 9-65 16,-1-2-78-16,-8-4 35 0</inkml:trace>
  <inkml:trace contextRef="#ctx0" brushRef="#br0" timeOffset="-211794.12">25739 7797 226 0,'-7'-3'391'0,"7"3"-10"0,-11-5 5 0,11 5-12 15,-12-4-14-15,12 4-16 0,0 0-12 16,0 0-17-16,-13 0-15 0,13 0-23 0,0 0-7 0,0 0-20 16,0 0-20-16,0 0-15 0,0 0-11 0,0 0-14 15,0 0-15-15,36-9-16 0,-13 7-14 0,7-3-15 16,13-9-15-16,2 6-11 0,-2-4-6 0,0 0-10 15,0 2-14-15,3-4-12 0,-3 1-18 0,-9 1-21 16,-1 5-29-16,-2-1-40 0,1-6-52 0,-1 4-64 16,0 2-55-16,-7 3-54 0,-3 0-64 0,-4-1-78 15,4 0-373-15,1-1-851 0,-1 0 376 0</inkml:trace>
  <inkml:trace contextRef="#ctx0" brushRef="#br0" timeOffset="-210027.48">27426 6886 73 0,'0'0'366'0,"-5"-8"-13"0,5 8-20 0,5-10-14 15,-5 10-26-15,0-4-14 0,0 4-37 0,0 0-24 16,0 0-26-16,0 0-28 0,0 0-12 0,0 0-14 15,0 0-16-15,0 0-15 0,0 0-8 0,9 21-7 16,-9-13-14-16,5-1-7 0,0 5 3 0,-1-4-18 0,4 5-4 16,-3-1-9-16,0-1-1 0,-3 1-1 0,3-4-5 15,-2 3-8-15,3-2 4 0,-1 3-5 16,0-5-3-16,0 4-1 0,-1-4 0 0,1-2-1 16,0-1-6-16,-5-4 2 0,1 8 3 0,1-4-1 0,-2-4 1 15,7 3-4-15,-7-3 4 0,0 0-8 0,0 0 0 16,0 0 1-16,0 0 15 0,0 0-23 0,11-8-4 15,-11 8 2-15,0-12 3 0,0 5 1 0,-3 0-12 16,3 7 7-16,-4-13-3 0,0 3-9 0,-3 3-1 16,0 1 3-16,1-2-1 0,-4 1 3 0,1 1-8 15,1 0 6-15,-7 0 1 0,0-1-3 0,4 5 5 16,-6-2-3-16,4 2 2 0,3 2-2 0,-8 0-3 16,3 0 4-16,5 0-1 0,-3 2 2 0,-2-1-2 15,0 2 4-15,3-1 0 0,-1 0-3 0,3 5-1 16,2-3 1-16,-7 0-1 0,5 0 2 0,2 2-2 15,-4-1 3-15,7 3-2 0,-6-2 3 0,7 1-1 16,-6 1 2-16,7-1 2 0,0 0-8 0,-4-2 20 16,4 3-14-16,1-1-3 0,2 0 5 0,-3 0 1 0,3-7-1 15,3 13 10-15,-1-5-12 0,1-1 2 16,4 0 3-16,-2 0-4 0,1 2 6 0,3-1-2 16,2 0 3-16,-1-3-2 0,7 2 2 0,-1 1-7 0,6 2 3 15,-9-3 3-15,9 0-4 0,-1 5-2 0,1-6 6 16,2 5-7-16,-4-3 6 0,-3 2 13 0,4-1-22 15,-1 1 14-15,-3-1-12 0,-1 3 5 0,3 0-4 16,-1 4-1-16,-5-2 4 0,4 1-5 0,-4-2 4 16,0 1-3-16,2 3 3 0,-8-4-3 0,-4 2-1 15,4-5 5-15,1 2-7 0,-5 0 4 0,2-2-1 16,0 3 4-16,-3-4-2 0,-2-3 2 0,0 3-4 16,0 2 2-16,0-4 4 0,-2 1-2 0,-3 0 1 15,-3 0 5-15,0-1 14 0,1-2 12 0,-1 4-8 16,1-6 16-16,-3 1 5 0,-10 3 2 0,7-4 3 15,-7-2-8-15,5 5 7 0,-5-1-4 0,0-5 9 16,-1 4 9-16,-1-3-1 0,4 1-1 0,2-1 1 16,-4-1 9-16,7-1-3 0,3 1 10 0,-4 1 1 0,1-1 3 15,2 0 2-15,11 0 1 0,-19-3-7 0,19 3 4 16,-8-1-10-16,8 1-5 0,-13 0-4 0,13 0-1 16,0 0-2-16,-8-3-2 0,8 3 0 0,0 0-3 15,-9-1-2-15,9 1-6 0,0 0-1 0,0 0 1 16,0 0-4-16,0 0-1 0,0 0-4 0,0 0-3 15,-10-5-4-15,10 5-1 0,0 0-5 0,0 0-3 16,0 0-1-16,0 0-2 0,0-7 2 0,0 7-9 16,0 0-2-16,0 0 1 0,0 0-3 0,5-11 1 15,-5 11-6-15,0-6 7 0,0 6 1 0,0 0-9 16,0 0 7-16,0 0-5 0,0 0-5 0,0 0-4 16,0 0 2-16,0 0 1 0,0 0-6 0,0 0 0 15,0 0-2-15,0 0-4 0,0 0 0 0,7-5 0 16,-7 5 1-16,0 0-3 0,0 0-1 0,0 0-1 15,0 0 4-15,0 0 2 0,0 0-3 0,0 0 2 16,0 0-1-16,18 11 4 0,-13-10 0 0,-5-1 3 0,17 3-2 16,-7 1 2-16,-2-4-3 0,5 0-3 0,-3 0 0 15,5 1 2-15,0-1 0 0,-9 2-5 16,9-2 1-16,-1 0 0 0,2 0-5 0,-3 1-3 16,-4-1 1-16,2 3-1 0,-11-3-1 0,23-3 7 0,-14 3-7 15,-9 0 1-15,15 0-5 0,-15 0 2 0,15 3-3 16,-14-2-1-16,-1-1-9 0,15 0-9 0,-15 0-10 15,0 0-11-15,0 0-16 0,0 0-14 0,12 0-6 16,-12 0-1-16,0 0-26 0,0 0-7 0,0 0-7 16,3 7-15-16,-3-7-11 0,0 0-13 0,0 5-25 15,0-5-24-15,0 8-36 0,0-8-24 0,0 0-29 16,3 7-246-16,-3-7-613 0,4 3 272 0</inkml:trace>
  <inkml:trace contextRef="#ctx0" brushRef="#br0" timeOffset="-206760.5">27492 7317 11 0,'0'0'182'0,"0"0"-4"0,0 0-5 16,0 0-1-16,-10 6 0 0,5-5-5 0,-5 6-8 15,0-3-8-15,2 0-10 0,-1 3-12 0,-4 2-13 16,2-1-8-16,-8 0-11 0,4 3-10 0,1-8-10 16,4 5-4-16,-2-3-6 0,2-2-7 0,-1 1-7 15,2 1-6-15,1 2-2 0,1-5-4 0,7-2-3 16,-13 2-3-16,13-2-2 0,0 0-2 0,-16-7-9 16,16 2 0-16,-7-3 2 0,7 0-2 0,0-2-2 15,0-5-3-15,0 2 1 0,7-4-2 0,1-10 2 0,0 1-2 16,5 3 2-16,2-6 0 0,5-12-3 15,-5 14-1-15,10-7 3 0,-5-1 2 0,-4 8 9 16,-1 2 12-16,-2 3 5 0,1-1 15 0,-6 7 8 0,0-1 1 16,-3 0-2-16,2 10 5 0,-6-1-14 0,1-1-2 15,3 4-9-15,-3 0-7 0,-2 5-8 16,0 0-1-16,0 0-5 0,0 0-7 0,-15 19 0 0,5-6 0 16,3 6-7-16,-6 3 3 0,1 5-1 0,3 2 2 15,-5-1-14-15,6 1-8 0,5 1-5 0,-1-3-5 16,3 0 7-16,2 2-10 0,4 0-4 0,4-2-7 15,1-3-4-15,3-1 0 0,-7-8-5 0,8 1-2 16,-1-2 1-16,-2-3 4 0,1-1 2 0,-2-6 6 16,2 2 1-16,-2-1 3 0,-4-8 3 0,4 6 1 15,-10-3 5-15,10-5 2 0,-5-2 9 0,-5 3 10 16,0 4-2-16,0-14 5 0,-3 8 14 0,-4-1-5 16,2 0 7-16,-3 0 4 0,0 4-12 0,-6-3 0 15,3 3-2-15,-3 2-1 0,1-3 2 0,-5 8 1 16,1-3 4-16,1 5-8 0,-2-3 1 0,-2 5-6 15,0 2 1-15,5-3-4 0,0 3 1 0,0 0 1 16,0 0-5-16,7-1 3 0,1 1 0 0,1 0-1 0,-1-4 1 16,6 6 9-16,2-4-15 0,6-2 5 0,-7-1-1 15,6 3 11-15,4-4-15 0,2-2 1 16,0-2 3-16,-1-2-2 0,9-1 1 0,-10 2-2 16,11-3-1-16,-2-5 0 0,-4 4 3 0,1-7-1 0,-1 2 1 15,-5 2 0-15,0-6 1 0,-2 1-2 0,-1-5 7 16,-4 3 6-16,0-3-1 0,-3 1 4 0,-3-2 4 15,3-1 0-15,-3 5 7 0,-4-1 2 0,6 1-1 16,-6-1 4-16,2 5 12 0,0 0-25 0,0-1-1 16,2 8-5-16,-1-4-11 0,-1 4-25 0,5-4-32 15,0 8-19-15,-10-4-21 0,10 4-23 0,0 0-27 16,0 0-35-16,0 0-56 0,0 0-60 0,15 24-161 16,-3-21-494-16,1 6 219 0</inkml:trace>
  <inkml:trace contextRef="#ctx0" brushRef="#br0" timeOffset="-206043.53">28137 7454 95 0,'10'1'262'0,"-10"-1"-3"0,17-1-1 0,-17 1-1 16,18-5-7-16,-10 4-3 0,2-6-3 0,2-2-11 0,1 2 0 16,2-4-8-16,-4-2-9 0,4-2-1 0,-1 0-4 15,0 0-14-15,3-5-5 0,-2-4-14 0,5 2-8 16,-9-1-6-16,1-2-11 0,3-2-5 0,-9 0-10 16,3-3-9-16,4-9-18 0,-5 1-5 0,-6-5-9 15,3 4-12-15,-5-6-8 0,0 3-7 0,-5-2-8 16,-3 1-7-16,4 0-3 0,-7 2-12 0,2 9 2 15,-4-5-3-15,10 7-5 0,-4 3-2 0,-3 8-4 16,5 0 2-16,-6 4-12 0,11 6 0 0,-8-1-12 16,1 2-25-16,2 4-12 0,5 4-3 0,-13 4-4 15,1 4 2-15,4 4-3 0,-4 5-7 0,2 8-9 16,4 4-1-16,1 14 5 0,-2-5-2 0,10 3-2 16,-3 1 2-16,0-1 1 0,5-1-3 0,2 1 3 15,3-4 2-15,-5-5-7 0,5-3-4 0,-4-1 4 0,3-2-3 16,2-1 3-16,-1-8 6 0,-1 0 6 15,-1-2 9-15,3 0 6 0,-2-7 3 0,-1 1 19 16,-1 0-9-16,1-6 1 0,5 0 0 0,-5-3-3 0,7 0 5 16,-8-4 1-16,6 2 2 0,-3 0 3 0,2-1 5 15,-4-1 6-15,2-4 2 0,-4 7 8 0,3-2-6 16,-9 3 1-16,11-5-5 0,-4 4-4 0,-7 1-2 16,0 0 21-16,0 0-16 0,17 1-7 0,-13 4 5 15,5-1-1-15,-8 4-2 0,8-1 2 0,-1 1 5 16,-1-4-7-16,-1 7 1 0,6-3 6 0,-4-2-4 15,0 3 4-15,4-1 2 0,-7-3 2 0,6 2-5 16,-1 0 5-16,5-3-4 0,-3-1 5 0,3-5 1 16,3 2-5-16,-3 0-1 0,-2-4 9 0,-5-1-7 15,7-1 17-15,-6 1 8 0,-3-3 2 0,7-4 5 16,-6 6-2-16,0-3 3 0,-4-4-6 0,4 0-2 16,-2-1-9-16,-4-1 9 0,1-4 10 0,-4 4-16 15,1 0 9-15,-6 2-12 0,5 1-2 0,-4 3-1 16,-6 0-7-16,9-2-1 0,-4 6-2 0,-4-3-4 0,1 2-6 15,-2 5-10-15,4-3-19 0,-2 3-28 16,10 1-15-16,-22 0-20 0,9 5-20 0,6-4-17 16,-7 3-27-16,5-1-21 0,3 5-25 0,-3-1-28 0,4 1-25 15,5 0-40-15,0-8-222 0,0 7-562 0,7-4 249 16</inkml:trace>
  <inkml:trace contextRef="#ctx0" brushRef="#br0" timeOffset="-205377.77">29198 6918 211 0,'-11'-5'318'16,"2"5"-3"-16,9 0-12 0,-18 0-11 0,7 0-15 16,1 0-8-16,-4 5-32 0,1-2-27 0,3 5-15 15,-8-3-17-15,3 3-20 0,0-1-18 0,9 5-15 16,-11 1-12-16,10-3-10 0,-1 5-7 0,-2-3-15 15,5 4-2-15,-1 1-5 0,11-4-6 0,-4 6-14 16,4-4 3-16,5 0-9 0,-2 2-3 0,6-6-3 16,2 5-14-16,6-5-7 0,6 2-3 0,-3-2-17 15,8-8-10-15,-2 5-2 0,4-7-11 0,-2 2-2 16,4-3-3-16,-1-3 1 0,-1-2-3 0,1-2-1 0,-4 1 4 16,1-3-3-16,-4-1 5 0,1 0 2 0,0-5 1 15,-8 3 6-15,-6-1 2 0,-1-1 2 16,0-1 12-16,-9 3-7 0,3-3 0 0,-8 5 9 0,3-1 7 15,-1 0 10-15,-6-1 9 0,-1 1-6 0,-1 0 8 16,-1-1-6-16,-4 5 0 0,2 2-5 0,-7-2-8 16,-5 4 2-16,0-2-1 0,0 5-2 0,-1 0-2 15,-9 8 1-15,7-4-3 0,0 3 2 0,-6-1-4 16,1 4 1-16,12 1-6 0,1-3 0 0,-5 3 0 16,7 1-5-16,-1-3-10 0,8 0-5 0,-1 0-1 15,2 0 0-15,2-2 2 0,0 1 5 0,6-2 2 16,0 2 1-16,4-4-3 0,1-1-5 0,4 0 1 15,-2 0-3-15,11-1 0 0,-6-4 0 0,8 2-3 16,-6-5 5-16,3 2 4 0,0-1 0 0,3-4 10 16,-7 3-9-16,2-3 12 0,-1-1-12 0,-2 3-1 15,0-1 6-15,-4 0 8 0,-1 0 14 0,2 1 10 16,-4 0 13-16,0 1 13 0,-1 1 3 0,-2 1 7 16,-5 3-4-16,10-8-9 0,-7 7-3 0,-3 1-12 0,0 0-5 15,7-3-1-15,-7 3-3 0,0 0-7 16,0 0 2-16,15 9-3 0,-14-3 1 0,6-3 0 15,-2 3-11-15,2 4 4 0,3-5 2 0,-2 2 0 0,3 4-5 16,6-2-3-16,-2 2-4 0,1-3-7 0,-1 3-5 16,7-5-23-16,-1 3-9 0,7-1-16 0,-3-3-15 15,-5-5-11-15,10 5-24 0,-12-2-19 16,2-3-15-16,0 0-21 0,1-6-14 0,-4 0-20 0,3-2-6 16,-2-2-1-16,-1 0 0 0,-6-2-1 0,4-3 3 15,0 1-126-15,-10-3-359 0,3-1 160 0</inkml:trace>
  <inkml:trace contextRef="#ctx0" brushRef="#br0" timeOffset="-204910.04">30123 6732 161 0,'-3'-42'16'0,"-4"0"34"0,3 5 17 0,-6-2 17 16,3 10 16-16,0 1 21 0,-1-3 12 0,1 9 23 15,6 2 6-15,-6 4 10 0,6-4 9 0,-6 5 1 16,0 3-4-16,7 8-12 0,-3-7-16 0,0 4-19 16,3 1-9-16,0 6-19 0,0 0-11 0,0 0-11 15,0 0-6-15,-19 21-8 0,19-7-6 0,-3 3-6 0,6 9-7 16,2-1-3-16,-5 5-2 0,5 14-12 15,4-7 5-15,-6 7-7 0,7-2 1 0,-2 4-4 16,-1-4-1-16,1-3 1 0,7 3-6 0,-8-4 2 16,7 2-4-16,1 1-2 0,-8-11-6 0,8 1 0 0,-7-4-12 15,4 0-10-15,-4-4-4 0,2-4-9 16,-7 0-5-16,1-8-5 0,1 1-1 0,-4-1 5 16,4-7 6-16,-2 1-1 0,-3-2 7 0,0-3-2 0,0 0 4 15,0 0 1-15,12-16 2 0,-12 6 1 0,2 1-2 16,-2-1 4-16,1-7-2 0,-1 1 0 0,0-2 7 15,0-2 0-15,0 2-2 0,0-1 7 16,-1 1 8-16,-1 2 9 0,-1-1 7 0,1 1 9 0,2-3 4 16,-2 10 3-16,-3 1 15 0,9-4-7 0,-3 2 3 15,-2 3 0-15,1-1 0 0,0 8-11 0,1-9 1 16,-1 9-3-16,4-7-5 0,-4 7-3 0,6-3-6 16,-6 3-5-16,0 0-2 0,0 0 1 0,24 6-4 15,-15-5-4-15,-2 4 0 0,3 0 0 0,2 4-1 16,-2-1 0-16,-1 0 0 0,6 1 1 0,-1 3-4 15,1-3-2-15,-7 4-6 0,7-2-11 0,-4 1-3 16,-1-1 3-16,-3 0-19 0,6 0-14 0,-11-1-16 16,6 4-15-16,-1-5-13 0,-6 1-22 0,-1-1-17 15,5 2-31-15,-3-3-27 0,-2-1-27 0,5 1-25 16,-2-3-131-16,-3-5-399 0,0 8 176 0</inkml:trace>
  <inkml:trace contextRef="#ctx0" brushRef="#br0" timeOffset="-204343.92">30656 6918 236 0,'-6'4'267'0,"-1"3"-10"0,-1-2-9 16,0 3-17-16,-1-2-12 0,-1 7-16 0,5-2-17 15,0-2-9-15,0 3-14 0,2-3-16 0,3 3-13 16,-5 0-13-16,10-3-6 0,-5 1-12 0,2 2-9 15,4 2-3-15,3-4-12 0,-1 1 0 0,4 1-8 16,-4-5-7-16,2 0-6 0,0-2-6 0,1-2-5 16,1 2-4-16,-2-3-12 0,1-2 5 0,-2 1-3 15,2-4-3-15,-4 0-2 0,3 0-5 0,-7 1-4 16,5-6-2-16,-4-3 8 0,-1 3-13 0,0 0 2 16,1-3-7-16,-4-1 2 0,1 1-8 0,-1 1 5 15,0-1 2-15,-1 0-2 0,1 0-1 0,0 2 1 16,0 2 2-16,-4-1 0 0,4 2-6 0,-3-1 1 15,3 7-5-15,0-8-14 0,0 8-15 0,0 0-7 16,0 0 5-16,0 0 0 0,0 0-4 0,0 0 4 16,0 0-2-16,0 0-1 0,0 0-4 0,15 18-5 15,-8-12-1-15,1 0 3 0,-5 1 0 0,9 0 1 0,-7 0 2 16,3-1 9-16,0 0 0 0,1-2 0 0,2 0 6 16,-1 1 3-16,3-3 2 0,-6-1 0 0,3 3 5 15,-10-4 2-15,16-5 5 0,-7 3 13 16,-1-2 11-16,-1 1 14 0,1 1 13 0,0-4 13 0,0 1 2 15,2-2 9-15,0 2 12 0,-3-3 5 0,1 2 11 16,2-3 16-16,-2 1 16 0,2 1 14 0,-1 1 4 16,-1-3 5-16,0 0-1 0,0 6-2 0,4-3-11 15,-4 1-5-15,4 0-12 0,-9-2-12 0,7 5-13 16,-3 0-11-16,-7 2-11 0,10-3-7 0,-10 3-3 16,18 5 12-16,-10-4-8 0,-3 3-12 0,5 1-21 15,0 2-25-15,-5-2-35 0,2 1-34 0,2 6-40 16,3-4-29-16,-4 3-37 0,-1-2-42 0,0 3-41 15,-4-2-53-15,8-3-56 0,-4 2-311 0,-2-2-724 16,0-3 321-16</inkml:trace>
  <inkml:trace contextRef="#ctx0" brushRef="#br0" timeOffset="-204144.49">31002 6646 141 0,'-13'-7'426'0,"5"-6"-29"0,-5 3-41 0,4 3-37 16,1-1-32-16,1 4-28 0,-6-2-37 0,5 4-45 15,-2-2-47-15,-3 4-50 0,-1 4-61 0,-2 4-68 16,-6 4-86-16,1 3-109 0,-14 7-154 0,10 1-431 16,-16 5 191-16</inkml:trace>
  <inkml:trace contextRef="#ctx0" brushRef="#br0" timeOffset="-201977.93">21512 8419 188 0,'0'-15'351'15,"0"5"-22"-15,0 1-12 0,-5-2-19 0,5 7-23 0,-2-2-23 16,2 6-17-16,0 0-11 0,-26 8 3 0,2 1-4 15,3 9-6-15,1 1-1 0,-18 16-9 16,8 2-9-16,2 4-8 0,-7 3-8 0,7 2-12 0,0 0-8 16,0 5-11-16,5-1-10 0,0 4-16 0,6-7-8 15,7 3-14-15,0 1-10 0,3-6-9 0,12 2-2 16,4-5-14-16,4-2-3 0,12-2-6 0,6-1-5 16,9-8-11-16,1-2-4 0,11-5-24 0,2-2-39 15,6-7-44-15,19 2-49 0,-21-8-47 0,-3-2-50 16,-1-3-56-16,-2-1-77 0,-4-2-97 0,-4-7-232 15,-12 2-731-15,-2-6 323 0</inkml:trace>
  <inkml:trace contextRef="#ctx0" brushRef="#br0" timeOffset="-200594.7">21925 8746 284 0,'-1'-4'310'0,"1"4"-18"16,-5-6-21-16,5 6-26 0,-2-6-21 0,2 6-24 0,0 0-21 15,0 0-19-15,0 0-13 0,0 0-19 0,0 0-14 16,22 12-11-16,-16-2-10 0,6 2-8 0,1 5-6 15,2 0-14-15,0 3-4 0,0 6-2 0,5-2-13 16,-2-3 1-16,-3 5-5 0,-2-3-6 0,-1 1-1 16,1 2-7-16,-2-1-1 0,-2 0-3 0,-3-8-3 15,-6 2 6-15,0-6-10 0,7 1 0 0,-7-4 0 16,2 0 0-16,-2 0-1 0,0-3 17 0,0 1 27 16,0-8 30-16,0 5 6 0,0-5 22 0,0 0 13 15,0 0 17-15,-22-15 6 0,14 8-2 0,3-8-7 16,2-2-9-16,-4 2-7 0,7-5-9 0,-3-7-7 15,3 0-12-15,3-4-11 0,-1 1-13 0,11-2-7 16,-5 1-9-16,-1 0-11 0,6 5-12 0,-3 1-6 16,3-1-16-16,2 6-24 0,-2 1-32 0,1 4-36 0,0 7-47 15,3-3-21-15,-10 6-19 0,9 1-8 16,-1 5-10-16,2 2-4 0,-1 6-6 0,-1 2-5 16,0 4-4-16,-3-2 0 0,2 12-6 0,0-6-8 0,1 1-11 15,-7-4 14-15,5 5 5 0,-3-3 16 0,7 3 17 16,-6-6 23-16,2-1 15 0,-4-2 9 0,-1-4 16 15,4-1 14-15,-4 1 4 0,0-3 25 0,0-5 24 16,4 0 17-16,-12 0 15 0,21-3 11 0,-11 1 17 16,2-6 8-16,-4 0 12 0,2 1 14 0,-2-1 7 15,4-3 11-15,0-1 21 0,-2 0 5 0,-5 2 10 16,1-2 11-16,4 0 7 0,-7 3 3 0,2-5 2 16,-1 4 15-16,1 1 1 0,-5 0 12 0,1 0-2 15,-1 0 10-15,-1 1-10 0,1-2-8 0,-5 4-20 16,1 1-10-16,-2-1-13 0,6 6-17 0,-15-1-7 15,15 1-12-15,-23 3 9 0,11 3-26 0,-3 1 3 16,0 1-8-16,0 2-5 0,2 1-4 0,-2 1-11 16,0 3 1-16,7-2-3 0,-7 2 2 0,7 4-9 0,-2-4 5 15,0 2-5-15,10 2-9 0,-5-1 7 16,5 3-1-16,0-5-1 0,3 0-3 0,4 2-20 16,1 1-5-16,1-4-24 0,5-3 1 0,1 1-18 0,9-1-13 15,2-3-21-15,2-1-22 0,2-3-25 0,1 2-31 16,-1-7-26-16,3 0-37 0,0-2-23 15,-3-7-32-15,2 3-212 0,-6-4-539 0,-3-2 239 0</inkml:trace>
  <inkml:trace contextRef="#ctx0" brushRef="#br0" timeOffset="-200028.26">23029 8802 21 0,'-1'-11'239'0,"-3"1"22"0,3 2 7 0,-6-1-4 16,6 5-3-16,-1-2-4 0,-1-2-11 0,3 8-31 15,-2-4-23-15,2 4-17 0,0 0-23 0,0 0-17 16,0 0-9-16,0 0-14 0,-13 15-12 0,11-8-9 15,0 5-13-15,2 0 0 0,0 2 4 0,2 2-19 16,0 1 1-16,1 1-10 0,0 1-5 0,-1-2-3 16,1 2-9-16,1 1-4 0,2 2 0 0,-1-5-3 0,-2 1-1 15,2-2-15-15,4-2-6 0,-8-2-3 16,3-1 0-16,-3-2-7 0,1-1-3 0,0 0 4 16,1-2 0-16,0-1-1 0,-3-5 2 0,4 3 0 0,-4-3 0 15,0 0 0-15,0 0 5 0,14-15-4 0,-7 7 1 16,-4 1-2-16,2-4 0 0,2 2 3 0,-4-3 0 15,2 1 11-15,-1 3 6 0,2-3 16 16,1 2-10-16,-6 0-3 0,6 0-1 0,-7 5 3 0,7-3-8 16,-6 0 0-16,4 2-7 0,-5 5 0 0,5-4-6 15,-5 4 4-15,12 0 4 0,-12 0-10 0,0 0 0 16,13 4 1-16,-11 1-5 0,4 2 3 0,3 1 0 16,-3-2-13-16,-1 3-1 0,-3 2 1 0,6-7 6 15,-1 5 4-15,-7-3-4 0,6-2-1 0,-4 5 5 16,6-3 1-16,-4-2-3 0,-4-4 4 0,3 5 7 15,-3-5 10-15,8 3 14 0,-8-3 0 0,0 0 0 16,0 0 4-16,0 0 3 0,12-10 11 0,-7 4 4 16,-2-5 6-16,2 4 9 0,-2-4 5 0,2 1 8 0,4-5 3 15,-3 4 4-15,-2-5 9 0,6 5-6 16,-7-5 1-16,3 1 1 0,1 3-3 0,0 3-1 16,-4-3-7-16,4 3-8 0,-2 1 1 0,-2 0-15 15,2-1-6-15,0 2-8 0,-4 3-3 0,3 0-11 0,-1-3-2 16,-3 7-10-16,8-5-15 0,-4 3-12 15,-4 2-15-15,0 0-16 0,18 6-22 0,-15 0-19 16,4 0-1-16,-1 2-29 0,4 0-16 0,-6 3-11 0,9 1-14 16,-1 0-9-16,-4-3-9 0,3 6-21 0,-2 0-13 15,2-4-19-15,6 1-11 0,-6 1-21 0,3-1-9 16,1-4-16-16,-2-3-7 0,2 3-178 0,-2-4-501 16,-2 0 222-16</inkml:trace>
  <inkml:trace contextRef="#ctx0" brushRef="#br0" timeOffset="-199693.75">23758 8879 116 0,'3'-7'208'0,"-3"0"20"0,0 1 14 16,0 0 1-16,0 6 6 0,0-9-10 0,0 9-6 15,0-7-28-15,0 7-21 0,0 0-19 0,0 0-17 16,0 0-15-16,0 0-20 0,0 0-7 0,-21 15-11 16,17-8-12-16,-1 3-4 0,-1 0-9 0,2-1-9 15,4 2-6-15,-1 3-1 0,-4 0-6 0,6-1-2 0,3 2-6 16,-1-3 3-16,5 3-16 0,-1-1 2 0,1-6-1 15,4 1 2-15,-1 1-10 0,3-5-3 16,0 2-3-16,1-4-13 0,-1-1-3 0,2-2 1 16,-4 0-2-16,4-2-3 0,-2-1 2 0,-5-2 2 0,5-2-1 15,-6-1 0-15,-1 1-1 0,1-1-1 0,0-7 4 16,-3 4-2-16,-3-5 1 0,-2 0 3 0,-2 1-4 16,2 1 0-16,-5-1 4 0,-5-2 5 0,4 4-3 15,-3-2 2-15,-4 4-2 0,3-1 0 0,-3 4-1 16,0-3-4-16,-2 7-1 0,0-4 0 0,0 5-6 15,0 2-27-15,0-3-18 0,-5 8-16 0,5-1-32 16,7 1-31-16,-3 1-39 0,1-2-26 0,1 1-38 16,6 4-200-16,-2-5-472 0,3-1 209 0</inkml:trace>
  <inkml:trace contextRef="#ctx0" brushRef="#br0" timeOffset="-199327.57">24026 8715 50 0,'0'0'231'0,"8"-6"-20"16,-8 6-22-16,0 0-20 0,0 0-14 0,0 0-20 15,0 0-12-15,7 13-8 0,-4-5-12 0,4 3-13 0,-4-4-6 16,2 8-15-16,3 1 0 0,1 1-1 0,-3 1-9 16,4-2-6-16,2 1 1 0,-1 1-8 0,4-2-9 15,-5 1 3-15,7-2-2 0,-7-3-6 0,3 1-3 16,-7-1-2-16,6-7 0 0,-7 1 3 0,8 0 19 15,-6 0 11-15,1-5 7 0,-3 1-1 0,-5-2 2 16,0 0 5-16,15-9 7 0,-13 3 4 0,4 0-9 16,-4-3 13-16,-4-2-2 0,4 1 2 0,-2-7-6 15,0 8 9-15,0-9 0 0,0 6-2 0,0-4 3 16,0 1-2-16,0 3-1 0,0 3-11 0,-2-6-1 16,2 3-9-16,0 3-8 0,0-1-6 0,0 3 6 15,0 7-37-15,0-10-33 0,2 4-32 0,-2 6-17 16,0 0-10-16,0 0-17 0,0 0-24 0,11 0-24 15,-11 0-28-15,10 15-12 0,-1-9-28 0,-3 1-32 16,8 4-20-16,-1-2-201 0,-3-2-492 0,-2 4 218 16</inkml:trace>
  <inkml:trace contextRef="#ctx0" brushRef="#br0" timeOffset="-198594.74">24526 8807 111 0,'0'-9'160'16,"6"-1"15"-16,-6 1 12 0,2-2 8 0,5 3 4 0,-6-4 2 15,6 5-9-15,-7-5 0 0,5 1-8 0,-4 7-4 16,-1-7 0-16,5 2 0 0,-1 3-6 0,-4 1-17 16,0 5-18-16,0-12-11 0,5 9-16 0,-5 3-12 15,0 0-15-15,0 0-8 0,0 0-9 0,-15-2-2 16,15 2-13-16,-15 7-5 0,3 0-2 0,4-2-9 16,0 3 0-16,-5-1-6 0,4 2-2 0,1 0-2 15,-2 3-2-15,0-1-3 0,5-4-6 0,0 6-5 16,-1-1 0-16,4-1 4 0,4 0-8 0,-1 1-3 15,9-2-10-15,2 3-3 0,1-1-17 0,4-4-10 16,11 6-15-16,6-6-16 0,9 4-24 0,5-3-24 16,2 2-17-16,6-7-17 0,1 3-9 0,2-3-14 15,-1 2-14-15,5-3 6 0,-3 2-2 0,-2-5 9 16,-2 0 18-16,-5-5-2 0,5 2 13 0,-11 1 17 0,0-6 15 16,-15 0 9-16,-1 0 11 0,-9 2 23 0,-3-1 25 15,-2 0 24-15,-9 0 18 0,3-3 17 16,-3 2 15-16,-6 1 19 0,0-2 21 0,-6 5 18 0,-3-5 18 15,3 2 10-15,-11 0 13 0,6 4 6 0,-1-2 2 16,-6 0-1-16,1 3-8 0,-1 1 0 0,-2 2 4 16,0-1-13-16,-3 2-8 0,-5 3-5 0,8 2-5 15,-11 0-11-15,8 3-7 0,-4 1-6 0,-1 3 1 16,1 2-20-16,4-4 1 0,0 4-9 0,8-4-7 16,-6 8-3-16,7-2 5 0,5-6-8 0,-3 3 0 15,2-2-13-15,3 2-5 0,4-3-1 0,3-1 1 16,0 0 0-16,2-3 4 0,3-1-11 0,5-2 5 15,-2-2-12-15,3 1-3 0,8-8-7 0,-1 1 0 16,2-2-5-16,8-3 2 0,-3-6-14 0,-2 1 0 16,5-2 1-16,-5-3 8 0,5-4-13 0,0-10 2 15,-6 10 5-15,-5-5 6 0,11-8-5 0,-7-1 0 16,-6-3 0-16,2-3-8 0,-4 0 3 0,-5-2 3 0,-3 4 0 16,-5 7 9-16,-5-6 13 0,2 11 23 0,-2-3 18 15,-2 8 10-15,-1-3 30 0,0 9-2 16,-4 2 2-16,4-2 3 0,-2 3-1 0,3 6 0 15,1 0-18-15,-8 0-10 0,6 2-9 0,-5 3-4 0,5 3 6 16,8 0-21-16,-17 6-4 0,7 0 3 0,5 2-6 16,-1 1 7-16,1 7-10 0,1 3 1 0,4 0-6 15,4 8-5-15,-4 1 7 0,6 2-1 0,1-2-4 16,6 1-2-16,4 7 7 0,-2 3-20 0,11-5 9 16,-3 1-23-16,2 0-10 0,0-12-25 0,6 8-17 15,1-4-20-15,-2-10-28 0,6 9-43 0,-8-8-46 16,2-3-59-16,0-3-85 0,-1-3-191 0,8-1-585 15,-7-4 260-15</inkml:trace>
  <inkml:trace contextRef="#ctx0" brushRef="#br0" timeOffset="-198327.93">26161 8203 284 0,'0'-3'317'0,"0"3"-33"0,3-12-33 16,-3 12-25-16,0 0-26 0,0 0-22 0,0 0-17 16,0 0-15-16,2 25-15 0,0-11-13 0,1 4-6 15,-1 6-16-15,-1 3-5 0,4 0-7 16,-1 0-7-16,4 2-6 0,2 4-10 0,-2 3-9 0,2 9 2 16,2-3-5-16,-3-3-9 0,6-3-2 0,-8-7-2 15,1-1 0-15,5 0-3 0,-4-3-5 0,-1-3-2 16,-1-4-21-16,3 1-21 0,0-3-28 0,-6-4-28 15,1-4-26-15,4 0-35 0,-3-5-52 0,1-2-32 16,-7-1-33-16,0 0-129 0,21-4-410 0,-16-2 182 16</inkml:trace>
  <inkml:trace contextRef="#ctx0" brushRef="#br0" timeOffset="-197744.69">26494 8347 16 0,'-2'-9'244'0,"-1"2"-9"15,-1 1-10-15,4 6-22 0,-1-9-20 0,1 9-14 16,-7-5-17-16,7 5-15 0,0 0-14 0,-16 12-17 0,9-1-4 16,0-2-7-16,4 6-9 0,-2 0-11 0,3 4 0 15,-3 7-8-15,4-1-4 0,2 2 0 16,-1 5-4-16,0-5-3 0,5 0-6 0,-1 0-3 0,4 0-4 16,4 0-3-16,-6-8-6 0,1-2 1 0,1 1-6 15,2-2-2-15,-2-2 0 0,4-1-2 0,-4-2-3 16,0-4-1-16,-1 1-2 0,5-5-1 0,-2-2-5 15,-5 3 2-15,-5-4 0 0,18-5-3 0,-7-1-3 16,-1 1 0-16,-1-2 2 0,-3-2-1 0,7-5-5 16,-4 6 1-16,-1-6 5 0,0 5 24 0,-1 3 13 15,1-6 6-15,-1 0 8 0,-1 7 1 0,1-2 1 16,-5 2-2-16,3 1-12 0,-4-2-4 0,-1 6-4 16,7-3-7-16,-7 3-6 0,0 0-2 0,13 0 6 15,-13 0-8-15,12 8-4 0,-7-1-5 0,6-4-4 16,4 7 5-16,-3-1-2 0,3 2-6 0,3-5 7 15,0 2-7-15,5-1 2 0,-3 2-5 0,3-3 2 16,-1-1 10-16,-1-3-8 0,1 5-7 0,1-6-6 0,-2-1-1 16,1-1-3-16,-4-6-8 0,-1 6-4 0,-1-5-7 15,1 0-2-15,-6-3-2 0,-2 2-4 16,2-3 1-16,-6 0 1 0,4-5 0 0,-4-2 6 0,-2 7 2 16,2-7-1-16,-5 7 5 0,0-4 4 0,0 6 6 15,-2-3 14-15,-1 3 7 0,1 0 3 0,-1 0 7 16,0 2 1-16,-1 0 1 0,-2 2-4 15,6 4 3-15,-12-3-5 0,12 3 0 0,-15 1-6 0,7 2-2 16,0 4 1-16,3 1 14 0,1 1-14 0,-2 2 0 16,4 0-3-16,-3 3-2 0,5 1 5 0,0-3 6 15,5 1-7-15,3 1-3 0,-1-1 2 0,6-1-3 16,-1 2 3-16,-1-5 2 0,6 3-5 0,-1-3-3 16,6-4-22-16,4 5-18 0,1-4-27 0,1 0-44 15,-6-3-56-15,-1-3-71 0,9 0-65 0,-9-3-191 16,-4-5-533-16,4 3 236 0</inkml:trace>
  <inkml:trace contextRef="#ctx0" brushRef="#br0" timeOffset="-197545.05">26065 8470 187 0,'-17'4'271'0,"1"-4"-8"0,3 0-9 0,-1 0-22 0,14 0-18 15,-8-4-25-15,8 4-15 0,0 0-13 0,0 0-23 16,38-10-21-16,-10 1-41 0,4 1-44 0,12 4-61 16,4 0-69-16,-4-5-76 0,-11 2-161 0,11 1-362 15,-7-1 160-15</inkml:trace>
  <inkml:trace contextRef="#ctx0" brushRef="#br0" timeOffset="-196443.99">28015 8418 50 0,'8'-19'265'0,"-1"-1"5"0,-1 3 8 0,-4-2-9 16,-4 6-8-16,2-2-6 0,-5 3-15 0,4 1-23 16,-6 3-22-16,-5 5-19 0,1-2-24 0,-2 3-9 15,-2 4-19-15,-7 2-15 0,1 4-12 0,-1 0-11 0,-6 7-9 16,-3 4-10-16,9-2-3 0,-3 5-5 0,2-2-5 15,3 4-2-15,2-1-8 0,-4 3-5 16,8 2-1-16,2 2-3 0,2-3 0 0,5 0-7 0,5-3 0 16,0-3-4-16,7 0 0 0,1-3-3 0,14 3 0 15,-6-5-4-15,2-1 0 0,12-3-1 0,2 0-7 16,1-5-6-16,11-2-9 0,1-5-17 0,-2 0 3 16,3-4-13-16,1-1-9 0,-14 1-9 0,0-7-4 15,2 4 0-15,-4-1 4 0,-3-6 2 0,0 4 5 16,-4-6 5-16,-8 7 1 0,-1-1 6 0,-2-1 6 15,-4 5 3-15,-1-3 5 0,-2 1 5 0,-6 4-1 16,5-4 1-16,-5 4 2 0,0 4 2 0,0 0 0 16,0 0-2-16,0 0 1 0,0 0 1 0,0 0-2 0,0 0 4 15,-11 14 3-15,11-7 0 0,0 3 1 16,0 1-3-16,0-2 1 0,5 3 4 0,3 2-1 16,-1-2 1-16,1 1 0 0,0 1 3 0,5-1-2 15,2-4 2-15,0 1 1 0,-3 4 0 0,-2-5-1 0,5-2 1 16,-2-2 1-16,-3 1 4 0,1-3 10 0,-1-2 5 15,-3-1 8-15,-7 0 7 0,0 0-6 16,20-3-3-16,-15-1-2 0,-5 4 4 0,5-11-11 0,-5 2 0 16,0 1 2-16,-2-3-3 0,-1 0-10 0,-2-2 7 15,0 1-7-15,-3-4 1 0,1 2 4 0,0-1-4 16,1 0 0-16,2 3-1 0,-2-3-3 0,-1 5 2 16,2-4 5-16,2 2-5 0,-4 3-3 0,6 2 1 15,1-4-6-15,-5 7 1 0,3-1 4 0,2 5-5 16,0-7 0-16,0 7-5 0,2-7 0 0,-2 7-7 15,16-1 0-15,-16 1-3 0,22 6-4 0,-4-3-4 16,-3 8 1-16,1-7-3 0,6 7-1 0,-6-3 0 16,4 1 2-16,-1 5-4 0,9-5-7 0,-13 2 1 15,-1 0 4-15,6-2 1 0,-8-1 2 0,1 2 5 16,0-3-2-16,-4-2 5 0,4 4 2 0,-6-4 3 16,-1-2-1-16,1 0 6 0,-7-3 12 0,10 2 4 15,-10-2 7-15,0 0 5 0,13-8 13 0,-11 3 11 0,4 0 12 16,-4-3 1-16,3 0 5 0,-3-2 2 0,-1 0 14 15,2 0-5-15,1-7 9 0,1 3 10 16,-2 1 8-16,4-2-1 0,-2 4 1 0,1 0-1 0,1-2-9 16,-4 2-5-16,5 3-8 0,-4-4-3 0,4 9 0 15,-3-5-21-15,-2 4-3 0,4 0-9 0,-4-1 1 16,4 3-4-16,-7 2-9 0,11-3-8 0,-11 3 0 16,17 6 0-16,-10 2-14 0,3-4-9 0,-4 0-4 15,9 3-7-15,-5 1-16 0,7 3-8 0,-4 5-14 16,2-8-14-16,1 4-20 0,1-1-9 0,-2-3-19 15,0 0-15-15,0-2-22 0,3 4-21 0,-3-7-18 16,-5 2-39-16,3-1-15 0,-3-1-35 0,1-1-229 16,-1-2-550-16,-10 0 244 0</inkml:trace>
  <inkml:trace contextRef="#ctx0" brushRef="#br0" timeOffset="-196144.94">29331 8354 169 0,'-5'-7'297'0,"0"2"9"16,5-2-2-16,-10 2 3 0,3 0-6 0,4 0-14 16,3 5-1-16,-12-4-40 0,6-1-12 0,6 5-33 0,-10-3-25 15,10 3-18-15,0 0-12 0,-14 7-11 0,11-4-20 16,3-3-8-16,-5 13-14 0,5-2-5 0,2-1-9 16,1 0-4-16,0 5-8 0,4 0-9 0,0 6-3 15,-1-6-4-15,4 4-8 0,2 3-1 0,-1 3-8 16,3-2 5-16,-6-5-7 0,5 5-3 0,-5-6-5 15,-1 0-5-15,1-2 0 0,-1 0-1 0,-5-5-15 16,4 2-5-16,-6 0-12 0,0-2-1 0,0-3-8 16,0 3-6-16,0-6-17 0,0-4-17 0,-15 1-16 15,7 2-25-15,8-3-25 0,-20-4-35 0,12 0-35 16,-5-4-51-16,-4-3-46 0,2 2-243 0,0-2-583 16,2-2 258-16</inkml:trace>
  <inkml:trace contextRef="#ctx0" brushRef="#br0" timeOffset="-195893.7">29521 7946 140 0,'2'-10'324'0,"-2"10"-25"16,0-4-18-16,0 4-27 0,0 0-27 0,0 0-24 15,0 0-14-15,0 0-20 0,0 0-11 0,1 21 1 16,4-11-11-16,-1 7-8 0,1 0-10 0,3 8-15 15,3 1-12-15,-1 1-6 0,2 1-13 0,-2 2-8 16,3-2-3-16,2 14-9 0,0 0-6 0,0-3-5 16,3-4-5-16,-8-4-1 0,1-2-15 0,9 11-21 15,-10-4-21-15,3-6-22 0,-3-1-31 0,-3-7-31 16,1 1-34-16,-1-4-50 0,5-2-46 0,-9-5-63 16,3 0-158-16,1-3-481 0,0-5 213 0</inkml:trace>
  <inkml:trace contextRef="#ctx0" brushRef="#br0" timeOffset="-194511.14">29878 8372 14 0,'0'-7'271'0,"0"-1"7"0,0 1-8 0,0 7 2 0,-1-12-17 16,1 9-16-16,0 3-25 0,0 0-22 0,1-10-23 16,-1 10-14-16,0 0-18 0,0 0-15 0,0 0-8 15,0 0-12-15,0 0-8 0,19 12-13 16,-14-3-6-16,8 2-9 0,0 1-6 0,0-2-5 0,2 5-7 15,8 3 0-15,-9-4-10 0,1 0-3 0,4-3-4 16,-5 5-3-16,-1-5-10 0,-5 4-7 0,7-4-3 16,-8 1 0-16,1-4-12 0,-1 3 0 0,-1-3 1 15,-2-3-3-15,-4 2 3 0,0-3 1 0,0-4 1 16,-10 8 4-16,10-8-4 0,-15 1 2 0,1-2 2 16,14 1-3-16,-19-8 0 0,9 7 7 0,1-2 8 15,4-2 5-15,-3 2 6 0,3-1 0 0,4-3-3 16,-4 0-12-16,1-1 9 0,4 8-8 0,9-13 1 15,-8 6-7-15,7-4-2 0,7 1-10 0,2-1-10 16,9-5-15-16,-1-1-15 0,5-1-12 0,8-1-14 16,2 2-10-16,1-1-5 0,-6 8-2 0,10-7 3 15,-7 0 8-15,-9 8 6 0,-7 5 5 0,1-4 11 16,-1 4 11-16,-7 0-4 0,-2 1 8 0,2-1 2 0,-9 3 3 16,3-1 5-16,-9 2 0 0,13-1 6 0,-13 1 6 15,0 0 5-15,0 0 13 0,0 0 4 16,-22 11 7-16,9-6 6 0,5 2 8 0,-9-2 2 15,-1 5 8-15,0 0-1 0,-9 0 4 0,6-2 2 0,4 3 2 16,-11 1-4-16,5 1 1 0,0-1-3 0,0 2 3 16,6-4-8-16,1-1-3 0,6 3-3 0,-4-3-6 15,4 5 3-15,4-7-3 0,-1 4-1 0,6-1 0 16,-4 1-1-16,3-3 0 0,4 3-1 0,3-3-2 16,1-1 1-16,6 2-2 0,3-3-1 0,0 0-3 15,6-2 1-15,-4-1-2 0,2 1-4 0,1-4-9 16,0 0-4-16,0-7-5 0,2 5-5 0,-4-5-2 15,0-3-4-15,2 1 7 0,-5 0 0 0,-5 0 4 16,3-3-2-16,0 0 6 0,-5 0-1 0,1 1 6 16,-9-1 13-16,8 0 10 0,-1 5 13 0,-7-5 4 15,0 1 17-15,6 2 4 0,-6 2 2 0,0-2 1 16,-1 2 0-16,-4-1-7 0,5 4-2 0,0 4-6 16,-7-8-9-16,7 8-3 0,-8-7-3 0,8 7-5 15,-10 0-3-15,10 0-4 0,-12 8-2 0,6-5 1 16,4 4-1-16,-5 2-2 0,6-1-1 0,-4 3 2 15,5 2-2-15,0-2-5 0,0 0 2 0,0-3-6 16,5 11-1-16,-4-6 2 0,6-1 1 0,-5-6-6 0,4 2-3 16,6-1-1-16,-2 2-2 0,-2-3-5 15,4-1 0-15,-1-4-6 0,1 1-3 0,3-4 1 16,6 2-7-16,-11-5-4 0,5 1 4 0,-2-4-3 16,2 0 2-16,2-2 1 0,-4-3 3 0,0 1 5 0,0-2 1 15,-1 2 1-15,1-4 1 0,-3 2 6 0,2 1 5 16,-7 4 14-16,1-1 2 0,-2-1 3 0,2 2 10 15,-4 0 2-15,-2 3-2 0,3 2-3 0,1-4-4 16,-4 8-1-16,0 0-6 0,-7-11 1 0,7 11 1 16,0 0-5-16,0 0 1 0,-15 14-3 0,8-8 2 15,7 1-3-15,-8 4-1 0,8-2 4 0,-5 3-1 16,0-2-2-16,5 2 0 0,0-3 0 0,0 2 0 16,0 1 0-16,0-1-3 0,5-3 3 0,-5 3 1 15,5-3-1-15,2-2-2 0,-6 1 2 0,6-5 0 16,0 2 0-16,1-3 1 0,-1 1 0 0,-7-2 5 15,16-2-4-15,-3 1-5 0,-3-3 3 0,2 0 1 16,-4-6 11-16,5 5-17 0,-4-3 5 0,2-7-3 16,1 4 0-16,-6-1 3 0,6 1-4 0,-4 2 1 0,1-1 6 15,-3 4 2-15,1-3 12 0,-4 3 6 0,4-2-4 16,-1 4 2-16,-4 1-6 0,-2 3-4 16,7-8-1-16,-7 8-9 0,6-3 2 0,-6 3-2 15,0 0-1-15,0 0 4 0,0 0-4 0,5 17 6 0,-1-9-7 16,1-1-1-16,-2 2 9 0,3 2-7 15,-1-2-3-15,4 1 2 0,2 0 2 0,-1 4-4 16,0-3 5-16,5-1 1 0,0 2 2 0,0-6-4 0,1 6-2 16,3-8 1-16,-5 1-3 0,3 2 3 0,5-2-2 15,-8-5 0-15,5 2 11 0,-3-4-17 0,1 0-7 16,-2-6-6-16,-2 6-9 0,-2-4-1 0,6-1-13 16,-9-2-6-16,6-2-7 0,-5-3 0 0,-2 2-4 15,3-4 2-15,-3 2 2 0,4-7 1 0,-4 2-3 16,1 0-1-16,-5-5 5 0,4-2 3 0,-2-2 9 15,-5 1 4-15,0-2 2 0,0-4 4 0,0 3 5 16,0-2 13-16,0 2 17 0,0-2 14 0,-5 3 10 16,10-11 9-16,-10 9 8 0,5 1 11 0,-3 2 13 15,-1 7 4-15,4-1 13 0,-3 3 11 0,1 6-3 0,-1 1 0 16,0 3-13-16,3 1-13 0,-3 3 0 16,3 5-20-16,-5-7-4 0,5 7-6 0,0 0-9 15,-14 19 2-15,13-8-7 0,-6 8-4 0,2 6 1 16,3 2-3-16,-1 0-4 0,1 15 2 0,2-12 0 0,0 9-1 15,-3-6-5-15,6-3-2 0,-3 9 3 16,2-9-1-16,3 10 0 0,2-10 0 0,-2 2-5 16,-2-5-2-16,7 2-5 0,-5-4-17 0,2 1-20 0,-1-7-14 15,4-6-18-15,-5 4-25 0,2-4-26 0,-4-4-28 16,4-1-40-16,-7-1-62 0,6-2-60 0,-1-3-207 16,-5-2-559-16,0 0 248 0</inkml:trace>
  <inkml:trace contextRef="#ctx0" brushRef="#br0" timeOffset="-194327.69">30968 8058 330 0,'-4'-7'349'0,"-1"0"-18"0,0 4-30 16,4-2-22-16,1 5-27 0,0-11-25 0,0 11-22 15,6-9-20-15,1 7-25 0,0-2-17 0,1 3-19 16,-8 1-29-16,21 0-35 0,-7 1-42 0,-3 3-45 15,2-2-46-15,1 3-62 0,-1-2-63 0,-2 1-240 16,3 0-474-16,-6-2 210 0</inkml:trace>
  <inkml:trace contextRef="#ctx0" brushRef="#br0" timeOffset="-193928.05">29485 8334 53 0,'-12'-3'337'0,"12"3"-2"0,-15 3-5 16,15-3-7-16,-8 0 0 0,8 0-31 0,0 0-33 15,0 0-21-15,0 0-30 0,31-14-21 0,-6 10-36 16,7-2-25-16,12 0-40 0,3 1-41 0,1 2-43 16,4-1-47-16,-5 0-58 0,2 0-68 0,1-3-83 15,-5 2-200-15,0-2-491 0,3-1 216 0</inkml:trace>
  <inkml:trace contextRef="#ctx0" brushRef="#br0" timeOffset="-193311.51">31549 7564 232 0,'0'0'377'0,"0"-4"-9"0,0 4-16 0,0-8-12 0,0 8-22 15,6-4-16-15,-6 4-17 0,0-6-38 0,0 6-23 16,0 0-23-16,0 0-22 0,0 0-31 0,0 0-6 16,0 0-6-16,8 19-12 0,1-9-8 0,2 3-6 15,-1 5-12-15,10 5 4 0,-3-3 3 0,9 14-19 16,-8-6-5-16,7 7-4 0,0 0-8 0,-2 3-5 16,0 1-6-16,2-1-5 0,-7 3-8 0,-3 0-3 15,0 1-7-15,-7 0-3 0,1 3 3 0,-3-1-15 16,-6 5-14-16,-1 4-18 0,-13-3-18 0,0-3-28 15,-3 6-39-15,-18 15-30 0,-1-3-35 0,-4 0-39 16,4-21-51-16,-17 18-59 0,11-20-76 0,4 0-209 16,-5-6-644-16,0 0 285 0</inkml:trace>
  <inkml:trace contextRef="#ctx0" brushRef="#br0" timeOffset="-171628.32">19641 10893 88 0,'0'0'428'15,"0"0"5"-15,-5-18-16 0,5 18-34 0,0 0-32 16,0 0-37-16,0 0-31 0,0 0-16 0,0 0 4 15,0 0-1-15,-5 24-8 0,10-14-11 0,-3 2-19 0,5 3-17 16,-4 4-19-16,2 0-19 0,2 6-16 0,1 1-16 16,-2 1-13-16,3 0-14 0,-3-1-11 0,3 1-10 15,4-2-10-15,-8-1-9 0,-2 3-46 0,2-6-30 16,-2-3-45-16,2 1-45 0,-5 1-54 0,7-6-49 16,-5-1-39-16,-2 2-51 0,0-6-57 0,0 0-40 15,5 0-307-15,-4-5-741 0,-1-4 328 0</inkml:trace>
  <inkml:trace contextRef="#ctx0" brushRef="#br0" timeOffset="-171244.63">19626 10681 254 0,'-18'-2'323'0,"-5"0"-11"0,0 5-10 16,-7 3 1-16,2 3-12 0,-10 12-27 0,3 6 4 0,4 4-23 15,3 1-14-15,6 5-12 0,1 4-6 0,6 3-12 16,6-5-8-16,3 10-20 0,6-4-13 0,0 1-7 16,0 4-16-16,15-11-13 0,3 0-11 0,0 0-10 15,12-3-12-15,3-6-9 0,-2 0-6 0,7-3-4 16,1-6-2-16,4-6-17 0,1-1 0 0,1-10-8 16,5-3-8-16,-6-5-2 0,6-2-3 0,-7-5-1 15,-2-4-3-15,1-4-2 0,-4-5-1 0,2-4-2 16,-7-1-4-16,-5-4-3 0,-5-4 4 0,-7-9-5 0,3 5-3 15,-8-6-2-15,-6-1 11 0,-5 0-10 16,-6-1 0-16,-16-1 2 0,1 0-7 0,-11 7 5 16,-9 0 13-16,-4 2 15 0,-19-4 6 0,7 15-4 0,1 10-3 15,-4-2-6-15,1 6-3 0,-27 5-2 0,26 3-5 16,4 4-11-16,-2 4-26 0,3 6-69 0,9 2-72 16,11 1-58-16,7 4-24 0,8 5-38 0,4 3-48 15,7-1-65-15,9 5-301 0,12 14-747 0,10-5 330 16</inkml:trace>
  <inkml:trace contextRef="#ctx0" brushRef="#br0" timeOffset="-170661.63">21838 9946 422 0,'-2'-4'450'16,"2"-4"-12"-16,-3 1-13 0,3 7-18 0,3-8-20 15,-3 8-16-15,2-7-25 0,-2 7-22 0,1-7-27 16,-1 7-29-16,5-5-29 0,-5 5-24 0,0 0-23 0,9-2-18 15,-9 2-19-15,0 0-17 0,19 7-14 16,-10-5-13-16,-6 3-14 0,7-2-10 0,-5 4-10 16,2 1-8-16,1-1-8 0,-5 5-4 0,5 0-8 0,-4 3-16 15,1 2-6-15,-4-2 1 0,-2 4-4 0,1-2-1 16,0 1-4-16,-2 1-1 0,-1 0 2 0,-7-1-4 16,5-1 1-16,-3 3-4 0,1-3 0 0,2-3-3 15,0 0 2-15,3-1-2 0,-1-5-3 0,3 4 1 16,0-5 2-16,3 0-2 0,-1 0 0 0,6 1-10 15,-1-7-12-15,3 2-16 0,8-6-23 0,0 2-28 16,2-7-30-16,10 1-29 0,-2-1-29 0,4-8-21 16,-3 5-19-16,-1-8-21 0,-4 0-29 0,5-1-35 0,-7-6-33 15,8-2-26-15,-2-7-288 0,-12 8-693 16,4-9 306-16</inkml:trace>
  <inkml:trace contextRef="#ctx0" brushRef="#br0" timeOffset="-170311.66">22227 9735 46 0,'-40'-18'120'16,"-6"6"23"-16,14 8 22 0,-16-3 14 0,7 7 10 15,6 0 4-15,-11 5-2 0,1 1 4 16,-3 3-6-16,-3 5 3 0,8 1-5 0,1 4-9 0,-1 1-5 16,2 0-12-16,3 4 3 0,0 3-14 0,6 0-2 15,-1 3-17-15,3 2-7 0,9-6-11 0,1 9 0 16,5 3-22-16,2-8-9 0,3 7-7 0,8 2-5 16,4 0-5-16,5 3 0 0,11 0 0 0,2-6 4 15,8 2-4-15,7-2-3 0,3-3-3 0,13-2-10 16,0-2 3-16,5-7-4 0,6-2-3 0,-3-6-12 15,4-6-4-15,22 4-1 0,-24-7 3 0,-3-8-1 16,1-3-3-16,1-3-5 0,-10-8 1 0,1 7-3 16,-6-11 0-16,-6-1-1 0,-4-5-7 0,2-5 4 0,-9-3-6 15,0-5-5-15,-5-2 0 0,-6-5-5 16,-8-2-12-16,-5 1 10 0,-4 6-3 0,-9-5 6 0,-4 0-2 16,-5 6 8-16,-8-1 0 0,-4 3-2 0,-7 7-3 15,1 7 3-15,-9-1-1 0,1 4-6 0,-6 2 3 16,-5 13-18-16,6-1-25 0,-3 7-11 0,1 4-17 15,3 7-19-15,0 4-22 0,8 2-33 0,2 11-33 16,3 5-51-16,7-1-71 0,0 8-287 0,7-1-636 16,6 8 282-16</inkml:trace>
  <inkml:trace contextRef="#ctx0" brushRef="#br0" timeOffset="-169511.48">25052 10850 218 0,'-5'-5'375'0,"-3"-1"-14"0,3 0-6 0,2 3-12 16,3 3-18-16,-7-12-16 0,2 7-19 0,5 5-23 0,-2-7-16 16,2 7-24-16,0-5-21 0,0 5-23 0,4-7-19 15,2-1-16-15,2 7-17 0,6-3-13 0,1-1-4 16,4 3-20-16,0 1-10 0,-1 2-13 0,0-1-6 16,4 2-22-16,-7 3-9 0,-2-4-7 0,-2 1-17 15,1 0-4-15,1 6-2 0,-6-2 4 0,1 0-16 16,-1 0 6-16,-6 3-6 0,4-2 4 0,-5 3 1 15,-5 2 0-15,-1-2-4 0,-3 2 1 0,3 0 2 16,-2-2 0-16,-6 5-2 0,6-3 0 0,-4 0 2 16,3 3 2-16,2-4-11 0,2 1 9 0,2-3-2 0,-4 5 3 15,5-6-1-15,2 7 2 0,2-4 3 16,5 4-7-16,1-5 7 0,5 8 1 0,-3-4 2 16,3-4 5-16,1 2-5 0,0 0-2 0,1 2 4 0,0-2-3 15,0 0 1-15,0-3-7 0,-3 3 1 0,-4-6 0 16,0 1-3-16,-3-2 5 0,2 6-2 0,-4-7 4 15,-3-3-4-15,0-1 6 0,0 11-1 0,-3-5-3 16,-9 0 0-16,2-2 6 0,-8-2 3 0,-2 3 2 16,-6-2-7-16,-6-2-3 0,2 3-17 0,-11-8-21 15,-4-4-37-15,9 7-30 0,-10-2-39 0,-4-6-36 16,5 2-45-16,11-1-51 0,5-4-41 0,3 5-254 16,8-3-617-16,6 3 273 0</inkml:trace>
  <inkml:trace contextRef="#ctx0" brushRef="#br0" timeOffset="-169161.6">25057 10561 61 0,'-36'0'310'0,"-11"3"-14"0,1 11-12 0,-2-2-13 15,5 3-10-15,-5 6-7 0,3 0-21 0,4 5-8 16,8-3-18-16,0 8-15 0,9-8-18 0,-4 12-7 15,12 1-3-15,1 1-24 0,10 4-4 0,5 0-6 16,0 1 4-16,15 1-2 0,-2 0 0 0,15-5-7 16,7 2-7-16,6-2-7 0,11-11-10 0,25 9-7 15,0-3-5-15,-18-17-12 0,22-1 1 0,-18-3-16 16,-2-8-3-16,2-3-4 0,-2-6-5 0,-4-2-1 0,-4-2-4 16,-9-7-3-16,3-7 2 0,-17 5-11 0,-7-2-3 15,8-15 1-15,-11 0-11 0,0-3 1 16,-10-6 0-16,-10 2-12 0,-2-5-2 0,-11 2-5 0,-4-2-3 15,-4 5-5-15,-7-1-4 0,-10 8 3 0,-2 1-11 16,-5 4-13-16,-3 5-23 0,-3 3-27 0,0 9-26 16,-12 5-21-16,-17 8-33 0,-1 7-28 0,-5 3-29 15,5 8-29-15,5 6-36 0,-2 2-40 0,7 14-246 16,16-9-617-16,9 4 274 0</inkml:trace>
  <inkml:trace contextRef="#ctx0" brushRef="#br0" timeOffset="-168593.56">23215 12822 204 0,'-10'-3'333'0,"-2"1"-33"0,2 1-32 15,4-2-19-15,6 3-35 0,-13 0-19 16,13 0-24-16,0 0-16 0,-9 6-14 0,9-6-14 0,12 14-31 16,-1-1-22-16,4 2-32 0,7 4-30 0,9 8-24 15,6 0-35-15,-1 5-39 0,4 1-42 0,1 0-42 16,4 0-40-16,-2 3-112 0,2-2-348 0,6-2 155 15</inkml:trace>
  <inkml:trace contextRef="#ctx0" brushRef="#br0" timeOffset="-168443.94">24291 13677 181 0,'3'3'191'0,"-1"3"-17"16,-2-6-14-16,6 10-11 0,-4-2-18 0,3 0-11 15,0-1-21-15,0 2-49 0,8 3-43 0,0-5-33 0,4 3-51 16,-1 0-117-16,4 2-209 0,5 2 93 0</inkml:trace>
  <inkml:trace contextRef="#ctx0" brushRef="#br0" timeOffset="-168293.85">24946 14211 122 0,'13'16'227'0,"-4"4"6"0,-3-1 3 0,6-2 1 16,-9-2-3-16,2 3-12 0,0-4-22 0,-3-4-13 15,1 2-19-15,2-5-16 0,-3 5-11 0,1-4-14 16,-1 2-9-16,-1-5-13 0,6 2-10 0,-4 1-20 16,4-4-35-16,1 1-56 0,4-2-67 0,1 0-77 15,7-3-76-15,3 0-168 0,10 1-438 0,12-1 193 16</inkml:trace>
  <inkml:trace contextRef="#ctx0" brushRef="#br0" timeOffset="-168044.89">27730 14172 267 0,'0'0'341'16,"-10"-4"-33"-16,10 4-26 0,0 0-28 0,-6-2-30 15,6 2-23-15,0 0-18 0,0 0-22 0,0 0-14 16,0 0-29-16,29-6-31 0,-10 3-31 0,-3-1-35 16,4 2-38-16,0-3-44 0,1 4-60 0,7-6-54 15,4 0-205-15,-4 3-410 0,2 3 181 0</inkml:trace>
  <inkml:trace contextRef="#ctx0" brushRef="#br0" timeOffset="-167478.3">29354 13626 259 0,'0'0'311'15,"0"0"-34"-15,0 0-33 0,0 0-26 0,0 0-18 16,0 0-15-16,-13 20 2 0,13-9-8 0,-4 5-6 15,4 0-8-15,0 2-12 0,0 3-1 0,0-2-17 16,4 8-9-16,-4 0-4 0,6 2-4 0,2-11-15 16,-1 9-6-16,1-1-17 0,-1-2-4 0,1-8-7 15,-1-1-2-15,3 0-9 0,-7-4-2 0,-1-4-6 16,4 3-2-16,-6-3 23 0,7-3 24 0,-5 2 32 16,-2-6-2-16,0 0-7 0,0 0-9 0,15-10-11 15,-9 2-9-15,2-7-3 0,-1 0-2 0,1-1-4 0,-1-4 3 16,5 2-1-16,-4-2 3 0,7 0 5 0,-7 3 4 15,0-1 5-15,4 0 2 0,-2 3-7 0,-4-2-7 16,4 4-10-16,-3 4-8 0,3 1-11 0,-2-1-6 16,-1 5-7-16,1 0-8 0,0 1 1 0,-8 3-11 15,17 1-1-15,-9 2-6 0,0 4 0 0,2 4-7 16,2-2-14-16,0 6-18 0,-3 5-23 0,0-4-25 16,4 8-36-16,-5-2-17 0,1-2-36 0,0-1-23 15,3 0-27-15,-4 0-22 0,-3-1-29 0,2-1-48 16,-5-4-39-16,4-3-49 0,1-1-252 0,-6 4-698 15,6-8 308-15</inkml:trace>
  <inkml:trace contextRef="#ctx0" brushRef="#br0" timeOffset="-167044.35">29701 13390 277 0,'-46'-10'309'0,"3"1"-13"0,0 1-16 0,-2 4-16 16,9 3-22-16,-9 1-11 0,15 5-16 0,-4 3-10 15,2 0 1-15,6 7-23 0,-6-2-5 0,4 8-20 16,-2 11-4-16,10-9-7 0,1 15-11 0,-3-2-7 16,6 6-6-16,1-2-9 0,5 2-4 0,5 0 1 15,-2 5-9-15,2 1-14 0,5 0-1 0,8 0-12 16,1-2-5-16,1 1-7 0,6 1-4 0,7-11-6 15,7 5-4-15,0 0-7 0,6-7-3 0,11-7-5 16,1 2-3-16,3-6 1 0,0-9 0 0,9 2-1 16,-2-3-7-16,0-7-3 0,3-3-4 0,-3-4 3 15,0-7-2-15,1-5-1 0,-6 0-3 0,4-9 1 16,-9-1-4-16,3-5 3 0,0-7 10 0,-14-1-13 16,6-7-1-16,-7-5-3 0,-6 1 2 0,1-1 13 0,-9-6 23 15,-7-1 22-15,0 6 26 0,-9 1 9 0,-9 0 1 16,-7 5-5-16,-10-3 1 0,-8 3-9 0,-3 3-10 15,-11 3-12-15,-4 8-5 0,-10-1-6 0,-21-3-13 16,-4 14-21-16,18 6-36 0,-19 3-44 0,17 11-50 16,7 0-53-16,4 5-63 0,-3 10-58 0,9 5-71 15,9 11-97-15,2 9-318 0,7-3-830 0,7 4 367 16</inkml:trace>
  <inkml:trace contextRef="#ctx0" brushRef="#br0" timeOffset="-162627.9">20035 10673 77 0,'0'0'110'0,"0"0"-6"0,0-7-1 16,0 7-10-16,-8-4 2 0,8 4-2 0,0 0-5 15,0 0 0-15,0 0 1 0,0 0-3 0,-8-3-4 0,8 3-7 16,0 0 4-16,0 0-7 0,0 0-8 0,-7-5-1 16,7 5 2-16,0 0-10 0,0 0-3 0,0 0 1 15,0 0-2-15,0 0-1 0,0 0 1 16,0 0 1-16,0 0-2 0,0 0 6 0,0 0-3 0,0 0-1 16,0 0 1-16,0 0 3 0,0 0-6 0,0 0 4 15,0 0 5-15,0 0-3 0,0 0 3 0,0 0-2 16,15-7 1-16,-13 4-1 0,4-2-3 0,3 0 4 15,4-2-3-15,0 3-2 0,4-2-3 0,2-4-3 16,10 1 0-16,-3-5-3 0,4 1 2 0,5 2-2 16,3-8-2-16,-5 7 1 0,8-7-8 0,1 0 0 15,2 4-3-15,-1-5 0 0,0 4 1 0,2 1-5 16,-5 0-6-16,11 0 2 0,-5-3 0 0,-4 1-5 16,7 7-1-16,-2-7-4 0,-12 12 0 0,-2-6-3 0,1 3 2 15,-7 0-4-15,-1 1 3 0,4 0-6 16,0-2 1-16,-10 5-1 0,-4-1 0 0,6 2-3 15,-7-3 5-15,3 0-5 0,-8 2 0 0,3 1 1 0,2-1 2 16,-7 3-2-16,1-1-1 0,2-2 1 0,-3 1-3 16,1-2 15-16,-1 0-15 0,0 2 2 15,1-2-2-15,2 3-2 0,-8-5 3 0,4 1 0 0,0 2-3 16,1-3-7-16,-1 3-35 0,-1-4-34 0,1 3-52 16,-1-2-54-16,-2 1-64 0,4 1-256 0,-8-3-546 15,2 2 242-15</inkml:trace>
  <inkml:trace contextRef="#ctx0" brushRef="#br0" timeOffset="-161711.35">20520 9973 260 0,'0'0'275'16,"0"-13"-6"-16,-1 2-4 0,1 7-19 0,0-7-8 15,-4 4-12-15,4-1-6 0,0-4-3 0,0 0-11 16,0 4-10-16,0-1-4 0,0-2-5 0,0 2-22 15,0-8-5-15,0 8-14 0,0 3-10 0,0-3-8 16,4 2-16-16,-4-1-15 0,0 3-6 0,1-2 0 0,-1 7-17 16,0-12-6-16,0 12-10 0,2-4-10 15,-2 4-5-15,3-11 0 0,-3 11-9 0,0 0-3 0,-3-3-15 16,3 3 6-16,0 0-2 0,0 0-4 0,3-5 3 16,-3 5-4-16,0 0-6 0,0 0-2 0,0 0-2 15,0 0 0-15,0 0-6 0,0 0 3 0,0 0 2 16,0 0-5-16,0 0 3 0,0 0 0 0,7 20-1 15,-4-13-5-15,-1-2 4 0,1 3-1 0,0-1 7 16,2 4-6-16,2-2-3 0,-4 1 7 0,4 1-7 16,-2-2 6-16,2 5-3 0,-4-2 0 0,2-3 1 15,-2 2 0-15,4 3 3 0,-2-4-8 0,1 2 3 16,-1 0-4-16,0-2 3 0,0 3-4 0,-1-6 11 0,-4 4-3 16,3 1 12-16,-3-8-15 0,3 7-1 0,2-5 1 15,-5 0 3-15,0-6 0 0,3 9 3 16,-3-6-8-16,0-3 4 0,5 7-1 0,-5-7 6 0,0 0-6 15,0 8 5-15,0-8-8 0,0 0 8 0,2 4-2 16,-2-4 1-16,0 0-9 0,0 0 10 16,0 0-9-16,0 7 7 0,0-7 0 0,0 0 15 0,0 0-23 15,0 0 0-15,0 0 6 0,0 0-7 0,0 0 3 16,-7 7-1-16,7-7 0 0,-3 6 8 0,3-6-5 16,-7 6 1-16,7-6-4 0,-8 5 7 0,2-2-7 15,2 2 22-15,-6-3-20 0,10-2-4 0,-6 6 3 16,-1-2-2-16,4-1 3 0,3-3-1 0,-5 7 1 15,5-7 1-15,-7 2-2 0,7-2 2 0,-3 7-4 16,3-7 8-16,0 0-6 0,-5 4 8 0,5-4-3 16,0 0-6-16,0 0 7 0,0 0-3 0,0 0 6 15,0 0-1-15,0 0 2 0,0 0-1 0,0 0-2 0,30-8-2 16,-24 4 2-16,4-2-1 0,-3 3-4 0,3 1 2 16,1-2 1-16,-2 0-13 0,4 0-17 0,-5 1-26 15,5 2-12-15,-3-2-30 0,5 2-31 0,-8-3-34 16,4 4-33-16,-11 0-47 0,17 0-37 0,-2 0-38 15,0 5-210-15,-9-3-568 0,6 0 252 0</inkml:trace>
  <inkml:trace contextRef="#ctx0" brushRef="#br0" timeOffset="-159860.45">20312 11250 151 0,'0'0'215'0,"0"0"-13"15,0 0-11-15,0 0-16 0,0 0-14 16,0 0-17-16,0 0-17 0,0 0-9 0,0 0-12 15,0 0-2-15,0 0 4 0,0 0-10 0,0 0-3 0,0 0-10 16,15 16-3-16,-12-13 2 0,5 2 0 0,-1 2-3 16,-1-2-3-16,3 1-2 0,-3 2-1 15,3-1-3-15,2-3-3 0,-1 3-4 0,-2-2 1 0,7 3-5 16,-3 1 5-16,3-2-3 0,1 1 0 0,-4-5 3 16,6 1-2-16,-3 1-3 0,3-2-1 0,0 0 1 15,4-3-2-15,-6 4-3 0,4-4-2 0,4 0-1 16,-3-3-7-16,9 3-2 0,1-7 1 0,-11 6-2 15,2-3-4-15,1 0-1 0,-2 3 1 0,6-9 1 16,-6 8-1-16,7-6-1 0,-8 2 1 0,4 2-8 16,-5-5 10-16,1 1-2 0,-2-2 0 0,4 2-1 15,-7 0-6-15,8 1-1 0,-8-4-2 0,5 2 0 16,-5-1-5-16,6 1-3 0,-4 0-6 0,1-5 2 16,-1 1 6-16,4 2-6 0,-8 0-4 0,5-1-12 0,2-7 17 15,-5 7-2-15,2-1 1 0,-2-4-3 0,0 7 1 16,1-4-5-16,-1 1 4 0,5-5-2 15,-5 3 8-15,-2 2 3 0,-3-1-2 0,3-1 0 0,2 3 5 16,-5 0-8-16,2-4 8 0,3 2 1 0,-7 2-6 16,3 2 7-16,-1-3-3 0,-1 0-5 0,-3 2 0 15,6 1-1-15,-9 1-2 0,9 1-3 0,-6-2-4 16,4 3 8-16,-5-3-4 0,0 3-3 0,2-2 2 16,-1 0-3-16,-1 3 1 0,2-5-2 0,-4 9-3 15,4-6 0-15,-2 6 0 0,-2-6-2 0,2-1 1 16,-3 6 0-16,6-4 10 0,-3 0-9 0,-3 1 1 15,-2 6 9-15,6-7 10 0,-4 0 0 0,1 2 2 16,-3 5-12-16,4-8 6 0,-3 5 1 0,-1 3-4 16,5-8 0-16,-5 8-3 0,0 0 2 0,2-4-3 15,-2 4-1-15,0 0-3 0,0 0 1 0,3-6-2 0,-3 6-1 16,0 0 0-16,2-6 0 0,-2 6 1 0,0 0 5 16,0 0-8-16,3-6 2 0,-3 6-1 15,7-6 3-15,-7 6 5 0,0-3 8 0,0 3 2 16,0 0-2-16,0-8 0 0,0 8 1 0,0 0-4 0,0 0-3 15,0 0-4-15,0 0 2 0,0 0-1 0,5-5-3 16,-5 5-1-16,0 0-3 0,0 0-1 0,0 0-5 16,0 0 1-16,0 0-2 0,0 0-7 0,0 0-9 15,0 0-18-15,0 0-24 0,0 0-26 0,0 0-19 16,0 0-30-16,0 0-25 0,0 0-27 0,0 0-23 16,0 0-31-16,0 0-28 0,0 0-29 0,0 0-31 15,0 0-41-15,0 0-197 0,-20 10-611 0,12-6 270 16</inkml:trace>
  <inkml:trace contextRef="#ctx0" brushRef="#br0" timeOffset="-159244.4">21551 10620 81 0,'0'0'158'0,"0"0"-9"0,0 0-6 15,0 0-8-15,0 0-7 0,0 0-7 0,0 0-2 16,0 0-3-16,-23 7-11 0,23-7-6 0,-10 8-5 0,-1-4 1 16,9 2-6-16,-5 1 2 0,-1-2 0 15,0 3-2-15,-4 0-2 0,6-1-5 0,-3 1-7 16,1-1-2-16,-5 2-1 0,5-2 1 0,-4 2-6 0,2-2-5 15,2-2-8-15,-2 1-4 0,0 2-3 0,2-5-6 16,-1 3 1-16,4-4-6 0,4 3-6 0,1-5-3 16,-7 8 0-16,7-8-3 0,-8 3 5 0,8-3 0 15,0 0 5-15,0 0 0 0,0 0-1 0,0 0-4 16,0 0-3-16,16-15-4 0,-2 12-2 0,1-3-3 16,1-3 0-16,2-1-4 0,-3 7 1 0,0-4-2 15,2-2-4-15,1 4 1 0,-8-1 0 0,3 1-1 16,-3-1-1-16,-3 5-3 0,4-3 5 0,-6 1-3 15,-5 3-2-15,13-2-5 0,-8 0 2 0,-5 2-1 16,0 0 1-16,12-4-1 0,-12 4-2 0,0 0 2 16,0 0-3-16,13 6-1 0,-11-4 2 0,3 5 2 15,-2 0 4-15,2-2-8 0,0 2 6 0,-3-1-1 16,4 3 1-16,1 1 3 0,1-2-7 0,0 1 6 0,4 0-3 16,0 3-25-16,4-1-28 0,-4 2-37 15,4-4-50-15,-1-1-52 0,2 4-74 0,-6-5-153 16,4 1-454-16,-8-1 201 0</inkml:trace>
  <inkml:trace contextRef="#ctx0" brushRef="#br0" timeOffset="-158160.28">21346 11509 92 0,'0'0'355'0,"0"0"-11"0,0 0-10 0,0 0-15 16,0 0-10-16,0 0-7 0,0 0-4 0,0 0-26 15,0 0-31-15,0 0-17 0,0 0-17 0,0 0-20 16,0 0-19-16,0 0-22 0,0 0-11 0,0 0-11 15,22-12-15-15,-22 12-23 0,11 0-2 0,-11 0-10 16,0 0-9-16,20 0-7 0,-20 0-6 0,7 8-7 16,1-7-1-16,-3 2-7 0,-3 4-3 0,3 0-7 15,1 1 1-15,-4-3-2 0,-2 6-7 0,5-2 11 0,-5 2-11 16,-5 1 2-16,5 3 1 0,-7-3-3 0,1 4 12 16,2-4 2-16,-2 2 14 0,-1-2 9 0,2-1-6 15,-5 5-1-15,7-9-3 0,0-1-7 0,-4 0-3 16,5 0-7-16,-3 0 6 0,5-6 9 0,0 8 9 15,0-8 15-15,17 1-1 0,-2-2-13 0,5-4-1 16,13-1-8-16,-2-3-22 0,12-5-36 0,0 5-46 16,2-13-73-16,1 7-76 0,-16 6-73 0,15-11-120 15,-4 2-386-15,-3-1-852 0,-3 6 376 0</inkml:trace>
  <inkml:trace contextRef="#ctx0" brushRef="#br0" timeOffset="-154459.8">19833 11547 133 0,'0'0'190'0,"0"0"-22"0,0 0-19 16,2-7-18-16,-2 7-14 0,0 0-9 0,0 0-18 0,0 0 0 16,0 0-13-16,0 0-7 0,0 19-5 0,0-11-8 15,-5-4 1-15,5-4-3 0,0 12-1 0,0-5-6 16,-2 1-7-16,2-2-2 0,-1 2 0 0,1-1-7 16,-2 0-10-16,0 0 5 0,2-7 3 0,0 8-6 15,-3-1 0-15,3-7-6 0,0 10-2 0,0-4-1 16,0-6-1-16,-2 4-3 0,2-4-29 0,2 8-36 15,-2-8-34-15,8 3-50 0,1-2-148 0,-9-1-309 16,21-1 136-16</inkml:trace>
  <inkml:trace contextRef="#ctx0" brushRef="#br0" timeOffset="-152293.83">19866 11535 124 0,'0'0'208'0,"0"0"-2"16,-3-4-12-16,3 4-9 0,0 0-16 0,0 0-14 0,-5-7-15 15,5 7-15-15,0 0-11 0,0 0-16 0,0 0-9 16,0 0-11-16,0 0-7 0,0 0-10 0,0 0-3 16,0 0-7-16,0 0-14 0,0 0 1 0,0 0 0 15,2 24-1-15,1-19-1 0,-1 4 5 0,-1 0 2 16,6 3-5-16,-7-1-1 0,5 1-2 0,-3 1-5 15,3 2 1-15,-2 3-2 0,2-3 4 0,2 5 4 16,1-1 2-16,-2 1-3 0,3 0 4 0,1 6-1 16,-2-5-10-16,5 5 2 0,-1-1-1 0,-1 2 2 15,4-2-6-15,0 4 4 0,5-2-2 0,-5 0 0 16,5 2 0-16,-5-4-2 0,8 9 1 0,-3 1-2 16,-4-6-3-16,9 3 5 0,-12-3-9 0,9 5 4 15,-2-5-2-15,0 4-4 0,3 3 2 0,-3-2 1 16,-2-7-3-16,3-1 2 0,-1 1-2 0,0 4-2 0,-3-5 0 15,11 7 1-15,-8-6-5 0,1-3 8 16,-3 3-7-16,4-5 1 0,-1 4 2 0,1-5 3 16,-1 5-6-16,3-6 3 0,-1 3-2 0,-3 1 1 0,1-3 0 15,4-1-4-15,-2-4 15 0,5 5-4 0,-5-3 2 16,4 1-4-16,1-7 6 0,-3 0-7 0,5 2 5 16,-2 2-7-16,3-5 1 0,-3-1 1 0,2 1 3 15,2 1-3-15,-4-6-3 0,2 3 3 0,-1 0-5 16,6 1-1-16,0-2 1 0,-4 1 0 0,12-2-3 15,-11-2 2-15,-1 4 1 0,2-5-1 0,-1-2-6 16,4 3 3-16,-6-3-4 0,6 1 10 0,-6-1-4 16,0 3-9-16,3-5 7 0,-1 1-2 0,-3-1 7 15,6 0-2-15,-2 0-1 0,-5 1 3 0,4-3-1 16,-1-3 1-16,2 3 0 0,-1 2-4 0,1-3 4 16,3 2-3-16,-4-5 2 0,-2 4-3 0,1-2-1 15,12-10 1-15,-7 12-6 0,7-3 0 0,-11-4 8 16,6 5-5-16,-5-7-1 0,-1 3 4 0,2 0-4 0,-2-1 5 15,12-2 4-15,-15 3 2 0,2-2-3 16,0-2 2-16,3 4-5 0,-5 0 5 0,4-4-6 16,-8 3 1-16,7-2 2 0,-2 2-3 0,-2-3 2 15,-2 0-6-15,4 2 1 0,-2 0-3 0,-1-5 8 0,1 5-8 16,-5-7 11-16,5 8-19 0,-5-6 15 0,5 3-5 16,0 1 5-16,-3-5 5 0,2 1-9 0,3 0-2 15,-6 2 4-15,3-2 1 0,-2 0 0 0,3-1-3 16,-5 1 1-16,7-4-1 0,-4 4 3 0,-1-1-4 15,2 0 6-15,-3-1-1 0,3-1-1 0,-1 0-5 16,-4 1 3-16,4 1 3 0,-7-2 1 0,10 3 3 16,0 0-2-16,-6-5-1 0,6 7 5 0,-4-5-4 15,0-2 0-15,5 4 6 0,-4-2-3 0,-2 1-4 16,0-3 1-16,1 9 2 0,0-12-8 0,-2 7 6 16,0-3-2-16,1-1 0 0,-1 5 10 0,2-3-8 15,-2 3 0-15,-2 0-4 0,-6 1 6 0,12-4-3 16,-6 4 2-16,-4 1-1 0,3 3 0 0,-4-4-4 0,2 2 0 15,1-1 1-15,-1-1 0 0,0 6 0 16,-1-7-7-16,6-4 5 0,-7 7-1 0,4-3-2 16,-3 2-6-16,3 2 6 0,3-7-1 0,-7 6 2 15,-1-1-2-15,3-1 1 0,-1 1-2 0,-2-1-7 0,3 1 5 16,-3 2 6-16,1-1-6 0,-1-1-3 0,0-2 5 16,-5 4-10-16,5 0 12 0,-2 0 3 0,1-1-7 15,-5 1 1-15,3-2 15 0,-2-1-10 0,5 1-5 16,-7 1-3-16,5-2 3 0,-1 1 1 0,-2 4-1 15,-2 0-3-15,0 0-2 0,2 2 8 0,0-1-4 16,-1 0-4-16,-1 1 6 0,-2-1-4 0,3 3-1 16,-4-3 1-16,1 2 7 0,1-2-9 0,-4 4 5 15,4 0 2-15,0-1-1 0,-3 1-7 0,0-3 7 16,2 4-3-16,-1-2 0 0,-1-2 0 0,2 4 14 16,-6 3-11-16,5-7-10 0,-3 4 2 0,3-4 6 15,-5 7-1-15,5-3 5 0,-2-2-1 0,-3 5-1 16,0 0-2-16,7-6 1 0,-7 6-1 0,3-9 1 0,0 5-13 15,-3 4 10-15,4-8 1 0,-4 8 1 16,6-7 4-16,-4 2 0 0,-2 5-1 0,7-7 2 16,-7 3-2-16,0 4-4 0,5-6 1 0,-5 6 0 0,8-5 10 15,-8 5-14-15,0-7 5 0,0 7-1 0,0 0 4 16,3-5-3-16,-3 5-4 0,0 0 2 0,3-7 2 16,-3 7 1-16,0 0-1 0,4-4-3 0,-4 4 4 15,0 0-2-15,0 0-3 0,6-4 12 0,-6 4-11 16,2-4-2-16,-2 4-1 0,0 0 5 0,0 0-2 15,0 0 1-15,0-8 4 0,0 8-3 0,0 0 1 16,0 0-5-16,3-7 0 0,-3 7 5 0,0 0-1 16,0 0 2-16,0 0-4 0,0 0 2 0,0 0 10 15,0 0-14-15,0 0 1 0,4-4-8 0,-4 4 8 16,0 0 0-16,0 0-3 0,0 0 1 0,0 0 2 16,0 0 2-16,0 0-2 0,0 0-1 0,0 0-3 15,-25 11 7-15,13-10-3 0,4 2-1 0,-2 1-1 0,2 1 3 16,-2 0 0-16,0-3-3 0,-7 5 2 0,2-3 3 15,-3 2 0-15,3-3-6 0,-1 4 1 16,-6 1-2-16,7-2 13 0,-6 3-8 0,1-2 1 16,4-2-4-16,-1 1 4 0,0 0 3 0,4 0-2 0,5-5-1 15,-2 6 1-15,0-6 0 0,2 2-2 0,3 1 7 16,5-4-3-16,-15 8 4 0,15-8-2 16,-8 1 2-16,8-1-4 0,0 0 12 0,0 0-1 0,0 0 7 15,0 0-5-15,0 0 0 0,0 0-5 0,0 0 1 16,23-17-5-16,-12 14-1 0,4-5 0 0,0-1 1 15,2 2-2-15,4-1 2 0,-4 1 1 0,-4-4 3 16,4 6-8-16,-3-2-5 0,1-1 4 0,0 1 1 16,-2 4 1-16,-4-2 0 0,4 3 2 0,-6-3-6 15,-1 2 3-15,3 1-2 0,-3-2 0 0,-6 4-11 16,8-3 11-16,-8 3-3 0,7-3 0 0,-7 3 3 16,8-2-4-16,-8 2 0 0,5-4 0 0,-5 4-10 15,0 0 12-15,0 0-1 0,12 8-4 0,-9-4 5 0,-3-4 0 16,7 8-5-16,-6-1 7 0,4-1 0 0,-1 1 0 15,1 4 0-15,-2-2 3 0,2 3-3 16,-2-3 3-16,1 11-3 0,-1-7-3 0,2 6-20 0,-2-2-39 16,-3 0-35-16,5 1-40 0,-3-1-38 0,-2 5-64 15,3-6-81-15,-6 8-334 0,1-3-708 0,2-3 313 16</inkml:trace>
  <inkml:trace contextRef="#ctx0" brushRef="#br0" timeOffset="-149727.02">22182 12557 241 0,'3'-29'330'0,"-3"11"-12"0,2 3-12 16,-2-3-6-16,2 6-5 0,-2-4-6 0,0 6-9 15,-2 3-16-15,4 0-24 0,-2-3-21 0,0 10-27 0,0-7-20 16,-2 2-18-16,2 5-17 0,0 0-17 0,0 0-13 15,-12 17-8-15,7-3-12 0,-5-1-6 16,-3 9-9-16,-7 4-6 0,4-2-5 0,1-6-6 0,-7 11-2 16,8-4-11-16,-8-3-2 0,0 4-3 0,4 0-3 15,-3-2-11-15,6 0-3 0,-5-2-5 0,7-5 0 16,-7 2-7-16,2 0 8 0,8-7 1 0,-5 3-1 16,2-7-8-16,4 5-16 0,3-5-36 0,1-2-42 15,1 2-24-15,-1-3-30 0,4 0-35 0,1-5-44 16,0 0-53-16,0 0-40 0,0 0-266 0,0 0-625 15,20-14 277-15</inkml:trace>
  <inkml:trace contextRef="#ctx0" brushRef="#br0" timeOffset="-149493.8">21935 12531 129 0,'-3'-4'332'0,"0"-1"-8"16,3 5-25-16,-5-3-27 0,5 3-20 0,-5-6-27 15,5 6-24-15,0 0 4 0,0 0 7 16,0 0-4-16,-2 17 7 0,2-10 1 0,3 5 2 0,1-3-21 16,1 7-11-16,1-1-16 0,6 0-17 0,3 2-9 15,3 5-12-15,7-2-14 0,1-1-10 0,11 5-9 16,4-1-21-16,-3 0-30 0,4-3-29 0,-1 0-66 16,-5 2-59-16,6-2-56 0,-6 2-80 0,-4-8-93 15,-6 1-310-15,1 5-699 0,1-6 309 0</inkml:trace>
  <inkml:trace contextRef="#ctx0" brushRef="#br0" timeOffset="-145026.66">22540 10152 157 0,'0'0'234'0,"3"-6"-4"15,-3 6-4-15,1-8-8 0,-1 8-4 0,0-6-2 16,0 6-6-16,2-5-4 0,-2 5-12 0,0 0-5 16,3-8-7-16,-3 8-3 0,0 0-8 0,0 0-2 15,0 0 1-15,2-6-19 0,-2 6-7 0,0 0-5 16,0 0-10-16,0 0-9 0,0 0-10 0,0 0-8 15,0 0-13-15,0 0-10 0,2-7-2 0,-2 7-10 16,11 0-8-16,-11 0 0 0,19-2-10 0,-1-1-3 16,-2 2-5-16,6 1-1 0,-1-2-1 0,9 0-5 0,0-1-5 15,1 3 5-15,6 0-12 0,7-1 12 0,-7 2-9 16,6 2-5-16,-8-1 2 0,-1 0-1 16,1-1 0-16,10 6-3 0,-15-4-6 0,3 4 8 0,0-5-10 15,-3 6 0-15,6-2 17 0,-3 5-19 0,-1-6 0 16,-3 4 0-16,1 2 4 0,5-4-10 0,-5 4 1 15,1 1 1-15,-1 0 5 0,1-4-5 0,-4 0-5 16,-4 6 8-16,7-2 4 0,-2 1-10 0,0-5 8 16,0 7-8-16,-3-1 1 0,2 2 3 0,-1-4 3 15,-3 3-2-15,5-4-4 0,-4-1 3 0,4 5 4 16,-7-4-4-16,1-3 1 0,8 4-1 0,-7 0 3 16,3 1-3-16,-4-6 0 0,3 2 5 0,1 3-6 15,-1 1 4-15,-2-6 5 0,0-3 4 0,-6 7 0 16,1-4-2-16,-1-1-7 0,2-2 6 0,3 7-7 15,-4 0 8-15,0-7-5 0,-3 7 8 0,2-4-14 16,-2 3 6-16,1-3-4 0,-4 3 3 0,4 0-3 0,-2 1 8 16,1-4-10-16,-7 1 6 0,3 0-8 15,-2 0 2-15,2 0 2 0,-2-1 2 0,-1-2-2 16,0 2-6-16,0 1 6 0,-3-4-3 0,0 3 3 0,2 0 0 16,0-2-6-16,-3-1 7 0,0-1-1 0,2 1 0 15,-4 0-3-15,-2-4 6 0,8 7-11 0,-3-6 9 16,2 3 4-16,-7-4-1 0,7 3-5 0,-7-3-1 15,8 4 5-15,-8-4-1 0,1 4-1 0,-1-4-2 16,0 0-3-16,14 5-23 0,-13-2-25 0,-1-3-27 16,0 0-9-16,0 0-44 0,15-3-39 0,-15 3-55 15,0 0-59-15,12-5-65 0,-12 5-271 0,1-8-670 16,-1 8 296-16</inkml:trace>
  <inkml:trace contextRef="#ctx0" brushRef="#br0" timeOffset="-143860.21">23538 9802 122 0,'0'0'308'0,"1"-12"-9"0,-1 8-14 0,0-5-7 16,0 9-16-16,0-14-13 0,0 10-12 0,7-7-11 0,-5 3-7 16,2 1-13-16,-2 2-2 0,-2-3-8 0,7 0-7 15,-1 1-15-15,-4-4-4 0,-2 4-11 0,5-2-3 16,-3 1-11-16,6-2-3 0,-5 3-15 0,-1-1-6 16,0 2-7-16,-2 2-8 0,6-4 0 0,-1 1-10 15,-3 0-4-15,-1 3-6 0,4-1-6 0,-5 5-10 16,2-10-4-16,-2 10-7 0,0-5-8 0,5 1-5 15,-5 4-5-15,0 0-10 0,0 0-2 0,2-8-4 16,-2 8-6-16,0 0-3 0,0 0-4 0,0 0-5 16,0 0 0-16,0 0-1 0,0 0-3 0,0 0 0 0,15 12 4 15,-15-12-8-15,5 11 0 0,0-2 0 16,-1 0-3-16,1 1 4 0,0 5-3 0,-1-4 2 16,2 7 0-16,-2-3 4 0,1 3-4 0,0-9-1 0,0 10-1 15,-4-4 3-15,4 5-2 0,0-5 0 0,-3 0-3 16,-1 4 0-16,4-4 1 0,-3 2-7 0,-2-2-3 15,0 0-1-15,2-3 0 0,1 0-5 0,-1-1-3 16,-2 0 11-16,0-2-12 0,0 2-2 0,0-4 2 16,0 1 1-16,0 0 0 0,0-3 1 0,0-5 2 15,0 8 8-15,0-2-7 0,0 3 3 0,0-9 1 16,-2 6-2-16,2-6 3 0,0 0 1 0,-5 6 3 16,-2-4 0-16,7-2 4 0,-8 5-3 0,0-3 0 15,8-2 6-15,-13 5-5 0,6-1-2 0,-1-3 3 16,8-1 2-16,-13 2 0 0,13-2 7 0,-9 1-2 15,9-1-1-15,0 0 2 0,-13 4-3 0,13-4 4 16,0 0 0-16,0 0 0 0,0 0-1 0,0 0 2 0,0 0-2 16,0 0-2-16,0 0 4 0,0 0 3 0,0 0-4 15,0 0-1-15,0 0 2 0,33 0-4 16,-15 0 6-16,2 0-2 0,0 1-2 0,2 2-13 0,-3 0-30 16,13-3-25-16,-12 0-20 0,16 3-26 0,-8 2-35 15,2-1-34-15,-2-1-41 0,-6 2-56 0,6-2-59 16,-10-1-280-16,4 3-668 0,-3 4 297 0</inkml:trace>
  <inkml:trace contextRef="#ctx0" brushRef="#br0" timeOffset="23132.62">4722 5125 39 0,'6'-5'130'0,"-4"2"-1"0,-2 3-5 16,8-5-8-16,-3 2-10 0,-5 3-3 0,15-7-11 15,-6 2-7-15,-5 3-7 0,0-2-6 0,-4 4-9 16,13-1 2-16,-5-4-9 0,-8 5-5 0,12-2-6 16,-12 2-6-16,10 0-7 0,-10 0 1 0,0 0-8 15,13-4-2-15,-13 4 2 0,8 0-2 0,-8 0-3 16,10 4-5-16,-10-4 1 0,10-5-1 0,-10 5 0 15,0 0-6-15,15 1 2 0,-15-1-1 0,10 4 1 16,-2-4 5-16,-8 0-6 0,15-4-4 0,-7 3-4 16,6-3 8-16,-8 4-10 0,8-3-5 0,-3 3-7 15,-1-3-13-15,0 2-12 0,7-7-19 0,-1 5-16 16,-1-1-17-16,-2 1-38 0,-1-2-90 0,-2 1-233 16,3 0 103-16</inkml:trace>
  <inkml:trace contextRef="#ctx0" brushRef="#br0" timeOffset="24549.77">4758 4966 97 0,'0'0'178'0,"0"0"2"0,0 0-8 16,0 0-2-16,0 0-7 0,0 0-7 0,-5-5-5 15,5 5-8-15,0 0-10 0,0 0-9 0,0 0-12 16,0 0-8-16,0 0-11 0,0 0-11 0,0 0-1 0,0 0-16 16,0 0-3-16,0 0-11 0,0 0 2 0,0 0-8 15,0 0-3-15,0 0-1 0,30 0 0 16,-30 0 0-16,18-2-3 0,-9 2-1 0,5-5-2 0,6 5-5 15,-3 0-1-15,-2-1-4 0,6 1-1 0,1-2-4 16,3 2 0-16,-2 0-3 0,5 0 1 0,2-3-3 16,-2 1 0-16,2 0-2 0,-1-1-1 15,1-2-1-15,-2 3-2 0,4 0-1 0,-4-1-2 0,3 3-1 16,-2-3 2-16,-8 3 0 0,9-2-3 0,-2 1 1 16,-3-2-2-16,-4 3 1 0,1 0-1 0,-1 0-1 15,1 0 0-15,-7 0-2 0,5 0 3 0,3 3 0 16,-5 0-3-16,4-2 0 0,-1-1 0 0,1 5 1 15,1-3 0-15,-5-2-1 0,7 2 3 0,3-2-2 16,-5 3 1-16,7-3 1 0,-9 0-3 0,3 0 5 16,-3 0-5-16,7-3 3 0,2 3 0 0,1 0-4 15,-4 0 4-15,1-2-2 0,-8 2-1 0,8-5 2 16,-5 3-1-16,5 2 2 0,1-1-3 0,-1-1 2 16,-10 1-2-16,3 1 0 0,1 1 0 0,-1-2 1 0,1-2 1 15,-2 6-2-15,0-3 0 0,-2-3-1 16,0 3-1-16,0 0 5 0,4 3 0 0,-2-3-4 15,0-3 2-15,-4 3-2 0,4 0 3 0,1 0-3 16,3 0 5-16,-5 0-2 0,3 0-1 0,1 0-2 0,5 0 6 16,-6-1-5-16,-2 1 4 0,3-3-2 0,0-1 6 15,-3 0 2-15,8 1 1 0,-6 0 0 16,1 0 0-16,0 1 0 0,-2 1 0 0,-1-2-2 16,3 2 0-16,-1-2 0 0,-1-2-3 0,9 2 2 0,-10 3 0 15,5-3 2-15,-5 2-2 0,3-3 0 0,-1 3-2 16,-1 1 2-16,1-2-1 0,2 1-3 0,-7-3 1 15,4-3 0-15,1 7 2 0,-1 0-1 0,1-1-3 16,1-1 1-16,-1 0 1 0,-1 2-5 0,6 0 1 16,-7-3 2-16,8-4 0 0,0 7 1 0,2 0-1 15,-11-1-3-15,6-2 5 0,-5 0-3 0,5-2 0 16,3 5 2-16,0-1-5 0,4 1 3 0,-6-2-1 16,-4 2 1-16,1-1 1 0,-2 1-1 0,9-3 6 15,-3 2 1-15,1-4 2 0,3 2 0 0,-4-1 1 16,3 2 1-16,-9 0 0 0,2-1-2 0,5-1-1 15,4 0 8-15,-11 0-7 0,7 3-1 0,-6-1 0 16,3-2 1-16,1 4-1 0,-1-1 1 0,-3-3 7 16,2 1-9-16,0 2 0 0,0 0-2 0,8-4 4 15,-12 4-1-15,8-6-3 0,-5 7 1 0,5-1 2 16,2-2 4-16,-8 0 1 0,4 1 1 0,2 2 3 16,0-3-2-16,0 1 2 0,1 0 3 0,-5-1-5 15,3 2-4-15,1 1 1 0,-8 0 1 0,10-2 1 0,-9 0-1 16,1-1 1-16,-1 3 1 0,1 0-2 0,-1-1 7 15,-1-2-9-15,0 6 6 0,0-6-5 0,-2 2-2 16,2 1 7-16,-5-2-9 0,1 0 6 16,-1 2-4-16,7-3 2 0,-7 2 4 0,-4 1-2 0,-1-1 0 15,3 1-4-15,2-2 2 0,-15 2-1 0,22-3-5 16,-9 1-1-16,-3 1 5 0,-3 1-5 0,6-2-9 16,-13 2 7-16,16 0-23 0,-9-1-30 0,-7 1-40 15,13 0-44-15,-13 0-58 0,10 3-59 0,-2-3-67 16,-8 0-197-16,9 1-555 0,-9-1 246 0</inkml:trace>
  <inkml:trace contextRef="#ctx0" brushRef="#br0" timeOffset="30716.54">7600 14611 294 0,'5'-14'373'0,"2"-4"9"0,-6 9 15 16,1 2 1-16,-2-3-27 0,0 5-29 0,5 0-37 16,-5 5-31-16,0 0-9 0,0 0 6 0,0 0-11 15,10 22-18-15,-3-4-21 0,-7-2-10 0,9 16-28 16,1 10-17-16,-6 3-17 0,4 0-13 0,-3 4-14 16,3 5-12-16,-1 0-11 0,3-3-11 0,3 3-6 15,0-1-14-15,-3-5-14 0,3-3-18 0,-3-6-33 16,-3-8-32-16,5-7-30 0,-6 2-35 0,4-10-37 0,-5-1-30 15,-2-6 9-15,4 2-4 0,-5-8-29 0,-2-3-21 16,0 0-15-16,0 0-16 0,5-26-12 16,-5 10-12-16,-5-10-16 0,3-3-20 0,0-12-235 0,-6-3-575 15,3-6 255-15</inkml:trace>
  <inkml:trace contextRef="#ctx0" brushRef="#br0" timeOffset="30950.43">7719 14742 147 0,'-15'-28'109'0,"2"2"24"0,-2-1 30 15,0 3 22-15,0 0 19 0,1 3 12 0,-3-1 20 16,9 9 23-16,-4-6 18 0,2 6 7 0,5 4 4 15,-3-1-8-15,5 2-6 0,-2-1-25 0,5 1-9 16,0 1-18-16,6 0-15 0,4 2-12 0,0 2-21 16,7-4-23-16,4 7-15 0,-4 0-19 0,6 2-14 15,5 3-5-15,4-1-19 0,-4 7-5 0,2 1-6 16,-2-2-14-16,-2 3-25 0,2 3-18 0,-3 2-8 16,-2 2 3-16,-6 0-6 0,-4 3-9 0,-5-3-20 15,-1 10-2-15,-2-6-2 0,-10 3-8 0,3 2-24 16,-11-2-27-16,3 2-5 0,-10-1-10 0,0 2-9 0,-1-6-12 15,3 2-20-15,-9-3-32 0,6-3-26 0,1-1-30 16,7-7-27-16,4-1-36 0,3-5-234 16,1 0-575-16,1-2 255 0</inkml:trace>
  <inkml:trace contextRef="#ctx0" brushRef="#br0" timeOffset="31466.63">8021 14935 115 0,'5'7'221'16,"-2"-6"-6"-16,-3-1-5 0,8 4-2 0,2 3-12 16,-2-3-14-16,2 0-14 0,3 3-14 0,-4-5-9 15,6 6-10-15,0-1-12 0,-1-2-17 0,1 2-7 16,0 1-4-16,-2 1-16 0,-3-3-7 0,2 1-5 16,-2 1-7-16,-3 4-7 0,-1-8 0 0,-6 7-1 15,0 1-6-15,-6-3-3 0,-1 6-6 0,-3-5 0 16,-3 6-3-16,-2-5-4 0,0 0-5 0,0-1 6 15,-1-2-1-15,4 1-1 0,0-4-2 0,2 0 3 0,5-2 1 16,0 2 5-16,5-5 5 0,-8 2-10 0,8-2-4 16,0 0-3-16,0 0-3 0,23-14 2 0,-6 2-8 15,-4 4 0-15,7-4 2 0,2-3-6 0,4 0 1 16,-4 2 2-16,4 2-5 0,-9-4-3 0,14 7 1 16,-13-3 3-16,-1 3-6 0,-1 6-1 15,-1-5 2-15,-2 1 0 0,-6 9-1 0,3-6-1 0,-10 3 0 16,18 3 2-16,-11 2 2 0,-1-2-3 0,3 1 2 15,-8 3 1-15,6 3 1 0,0-2-3 0,-4-6 3 16,0 10-2-16,1-4-1 0,1-1 2 0,1 0-2 16,-1 0 2-16,5-1-3 0,-3-2-1 0,1-1 1 15,2-3 2-15,-2 0-5 0,-8 0 2 0,22-3-1 16,-7 2 5-16,-2-7 0 0,-5 7 0 0,7-8 1 16,-7 3-2-16,6-1-1 0,-8 0-3 0,2-7 6 15,1 8 4-15,-4-6-1 0,-4 1-1 0,4 3 4 16,-1-2-4-16,-8 3 0 0,-1-3-3 0,-1 3-2 15,6-3-10-15,-9 3-36 0,3 0-30 0,-4 4-39 0,-3-6-44 16,1 6-53-16,2 2-54 0,-3-4-234 16,5 3-535-16,-9 2 236 0</inkml:trace>
  <inkml:trace contextRef="#ctx0" brushRef="#br0" timeOffset="125780.01">8232 4594 112 0,'0'0'173'15,"0"0"-10"-15,0 0 1 0,0 0 9 0,0 0-2 16,0 0-5-16,2 8-7 0,-2-8-8 0,5 1-7 16,-5-1-7-16,3 7-15 0,2-4-1 0,-5-3-6 15,9 12-3-15,-3-8-8 0,2-1-6 0,-1-2-4 16,13 4-8-16,-5-2-8 0,11 6-6 0,4-6-7 16,3 0-4-16,4 0 3 0,9-2-13 0,0 1-3 15,11-2-4-15,-4 0-6 0,1 0 0 0,1 3-4 16,4-6-3-16,-1 6-5 0,7-6-3 0,-6 3 0 15,-1-2-3-15,-3 4 0 0,-2-2-3 0,-2 0-1 16,-8 0-2-16,0 0 1 0,-5 0-6 0,-4 3 3 16,-3-3-1-16,-6 3-1 0,0-3 0 0,-4 0-2 15,-4 0-2-15,-4 1-1 0,-1-1 1 0,-4 0 0 16,2 3 7-16,-10-3 5 0,13 0 7 0,-13 0 0 16,0 0 0-16,12 0 4 0,-12 0-1 0,0 0 1 0,0 0-5 15,8-3 13-15,-8 3-6 0,0 0 0 0,6-4-5 16,-6 4-1-16,0 0 0 0,0 0 1 15,0 0-4-15,0-6-5 0,0 6-1 0,0 0 0 0,-8-9 12 16,8 0-12-16,0 9-5 0,-5-11-2 0,5 6 5 16,-1-7-2-16,1 2-3 0,0-2-2 0,-4-1 5 15,1-1-8-15,1-2 8 0,1-3-8 0,-4-2-1 16,5-5 6-16,3-2-8 0,-6-2 5 0,3-8-3 16,-4-2-2-16,1-1 0 0,0-1-2 0,-1 0 4 15,1-3-1-15,0 0-4 0,1 1 4 0,2-5-7 16,-3 2 6-16,-2 1-2 0,5 1-2 0,-7-3 0 15,6 0 7-15,1 0-3 0,-5 1 1 0,3-1 1 16,-3 3-6-16,5 6 3 0,-2-4 6 0,1 12 5 16,1 2-1-16,0-3 0 0,0 7 0 0,-2-1 4 15,2 1 5-15,2 4 1 0,1 0 4 0,-3 2-10 16,5 2 6-16,-3-1-4 0,1 2 2 0,0-1 2 16,-1 7 0-16,-2-7 0 0,7 4-6 0,-7-3 27 15,6 8-7-15,-6-4 4 0,0 2-2 0,0 3-7 16,0-2-3-16,0 5-1 0,0 4 2 0,0-11-3 15,2 7-6-15,-2 4-4 0,0 0 3 0,-2-12-8 16,2 12-4-16,0 0 1 0,0-5 2 0,0 5 0 0,0 0 5 16,0 0-11-16,0 0-3 0,0 0 1 0,0-7 7 15,0 7 0-15,0 0-5 0,0 0 2 0,0 0-7 16,0 0 7-16,0 0-8 0,-8-2 4 16,8 2-3-16,-15-6 1 0,15 6-1 0,-17-3-3 0,6 3 2 15,-6 0-1-15,-3 0 5 0,-6 0-3 0,-6 0-1 16,1 0 7-16,-14 1-8 0,-4-1 3 0,-4 2 3 15,0-2 0-15,-7 0 4 0,-4-2 5 0,-17 2-15 16,14 0 5-16,-14 0-3 0,-5 3 4 0,3-4-4 16,2-1 5-16,-6 1-1 0,-1-2 0 0,3 6 0 15,1-6 1-15,-4 0-6 0,2 0 0 0,2 3 0 16,-9 0 5-16,10 0-1 0,-6 3 1 0,1-6 1 16,-1 3-1-16,4 0-1 0,4 0 3 0,17 0 0 15,-17 0 1-15,-7 0-9 0,28-2 6 0,-2 2-6 16,-1 0 4-16,-2 2-4 0,-16-2 7 0,23 0-5 15,-2 0-1-15,1 3-7 0,-1-3 18 0,-3 2-5 16,4 2-11-16,1-3 10 0,-2 2-1 0,-1 2-1 16,8-5 1-16,-3 3 0 0,-2 0 6 0,-2-3-5 0,6 3 2 15,-1 2-4-15,2-5-1 0,2 1 6 0,-4 2-1 16,4 0 13-16,-4 3-15 0,7-4-4 16,-1 2 1-16,4-1 1 0,-6 3 0 0,6-6 5 15,2 11-1-15,0-10-6 0,-4 2 6 0,3 0-3 0,-1-2-4 16,10 2 8-16,-3-3-2 0,-5 7-3 0,-3-3 3 15,11-3 1-15,-10 3-9 0,11-3 5 0,1-1 5 16,-12 3-3-16,10 1-1 0,0-4 3 0,4 3-1 16,-1-1 3-16,-1-2-5 0,4 5 0 0,-1-5 0 15,8 2 2-15,-1 1-3 0,5-3 0 0,-4 4 1 16,3-4 3-16,-3 1-5 0,5 2-2 0,3 0 2 16,-6-2-7-16,11 1 12 0,-5-1-9 0,0 1 1 15,1 3 5-15,6-4-6 0,-3 3 3 0,4 0-2 16,-6-3 5-16,1 3-6 0,4 1 1 0,-1-2 5 15,1 2 1-15,-3-3-5 0,-1 5-1 0,4-2-1 16,-3 3 3-16,0-1 5 0,0 0-7 0,0 1 5 16,-3 0-3-16,5-1 3 0,-5 5 1 0,4-4-5 15,1 1 5-15,-4 3-4 0,2 2 2 0,6 1-4 16,-1 0 6-16,-7 9-2 0,12-1-2 0,-2 4 5 16,-4 5-6-16,6-1 3 0,0 14-4 0,0 3 4 15,8 5 6-15,-1 1-10 0,7 21 9 0,0-2-3 16,4 1 3-16,-3-1-1 0,5 4 5 0,3-3 5 0,-2-4 0 15,-4-14-1-15,11 12 9 0,-6-14 2 0,7 12 2 16,-5-14-4-16,-3-9 3 0,6 5 1 16,-4 0-8-16,0 0 1 0,3-6 1 0,-2 1-2 15,-3 0-1-15,-3-3-2 0,4-4 2 0,-4 1-40 0,-3-7-38 16,0-3-41-16,0 0-38 0,-5-4-49 0,-2 1-71 16,3-1-68-16,-4-4-316 0,3-6-698 0,-10 2 309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09:52:25.5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3823 2062 1533 0,'0'-19'99'15,"0"0"19"-15,0 2 12 0,0-2 22 0,0-1-12 16,5 3-8-16,-5 0-10 0,2 6-3 0,-2-5 7 16,1 6 10-16,3-2 5 0,-4 4 0 0,1 0-14 15,-1 0-15-15,2 1-12 0,-2 7-20 0,2-8 2 16,-2 8-18-16,0 0-9 0,0 0-9 0,11 24 8 16,-4-6-10-16,-2 1-3 0,5 10-8 0,-5 3-1 15,5 7-2-15,-2 3-2 0,-5 0-3 0,7 0-3 0,-2 0-10 16,-1 0-2-16,-4-11-8 0,2 1-16 15,-3-3-20-15,0-4-17 0,-2-7-19 0,6 3-26 16,-6-3-19-16,0-9-21 0,0 3-11 0,0-8-32 16,0-4-66-16,0 0-41 0,0 0-167 0,0 0-490 0,0-28 216 15</inkml:trace>
  <inkml:trace contextRef="#ctx0" brushRef="#br0" timeOffset="1182.73">3831 1822 233 0,'-8'-15'256'0,"8"-1"-2"0,-2 7-7 0,1-3 1 16,1 3-25-16,0-2-24 0,1 6-22 16,-1-6-13-16,2 3-6 0,6 0-28 0,-1 1-12 15,3-2-14-15,10 5-8 0,-4-2-8 0,3 0-10 0,4 6-13 16,5-2-2-16,-2 5-6 0,2 2-4 0,-6-2-11 16,-1 3-2-16,1 4-8 0,6 2-3 0,-13 3-1 15,10 2-6-15,-9 3 0 0,-4-4-4 0,-5 5-3 16,1-2-1-16,-3 1 0 0,-5 6 0 0,-5 1-2 15,-5 0-1-15,-2-5-3 0,-4 2 2 0,-6-4-2 16,1 0 1-16,-1 0 0 0,1-1-3 0,-2-4 10 16,8-4-10-16,-5 4-4 0,5-6 1 0,3 3-2 15,6-5 3-15,-6 0-5 0,4 0 2 0,3 1-3 16,3-3 3-16,2 2 3 0,0-7-1 0,5 12-1 16,3-8 2-16,7 2 0 0,2 0-3 0,4 0 3 15,-1 2-4-15,-3-6 1 0,4 6 0 0,1-1 0 16,-7 1 2-16,6-1-2 0,1 1 2 0,-4 4-1 15,0-3-2-15,-1 0 1 0,6 11 2 0,-8-13-2 16,-2 9-1-16,4-7-2 0,-2 5 3 0,-7-5 1 16,5 2-4-16,2 0 2 0,0-2 0 0,-2-1 3 15,2 2-6-15,0-5 0 0,0 1 2 0,8-1 0 16,-10-4 1-16,9-6-1 0,-2 2-2 0,-1-2 0 16,3-2 1-16,3-6 2 0,-5-2 1 0,0 3-2 15,-1-3 0-15,-4 0-4 0,2-8 1 0,-4 4 2 16,-3-1 3-16,-3 1-5 0,1-4-1 0,-1-2 0 15,-7 7 0-15,0 0 2 0,0 1 1 0,-7 2 7 16,0 0 5-16,-1 3-1 0,0-1-1 0,-1 2 2 16,1 1 1-16,0 4-4 0,0 3-4 0,-9 0-3 15,2 3 3-15,4 0-5 0,-3 6-2 0,-1 0 4 16,1 4-2-16,2-2 3 0,-3 1-4 0,5 10 2 16,4-5 1-16,-1 6-5 0,4-4 3 0,-2 8-2 15,5-6-5-15,8 8 3 0,3-4-2 0,1-1-1 16,3-3 1-16,2 2-1 0,-1-7 1 0,7 2 0 15,5-2-6-15,1-6 3 0,4-2-10 0,-2-5-5 16,4-5-9-16,11-3-7 0,-4-4-4 0,-3-2-1 16,3-2 2-16,-4-7-1 0,-5-1 0 0,-8 5-1 15,6-14-11-15,-6 11-4 0,0-17-6 0,-2 2-3 16,-10-6-8-16,-5 1-2 0,1 2-1 0,-4-6 7 0,-5 3 7 16,-5 1 11-16,5 0 8 0,-10 3 30 0,-3 12 23 15,-1 2 36-15,4-1 23 0,-3 3 15 0,-2 3 15 16,7 6 5-16,-2-1 1 0,-2 2-3 15,6 5-5-15,-4 0-8 0,3 1-8 0,-1-1-10 16,0 5-14-16,8 3-1 0,0 0-10 0,-20 11-2 0,13-2-1 16,4 6-12-16,0 3 3 0,3 3-1 0,0 4-4 15,3 7-1-15,0 7-1 0,9 0-1 16,-2 7-1-16,5 0-3 0,1-9 0 0,-1 7 0 16,5-5-3-16,-5 4-1 0,6-1-5 0,-4-6 2 0,4 1-6 15,1-2-6-15,-7-7 5 0,5-5-1 0,-4 1-4 16,4 2-3-16,-8-13-5 0,6 6-2 0,-2-4-2 15,-1-3-4-15,2-9 5 0,1 2-1 0,-1-5-2 16,-2-1-2-16,1-4 4 0,-3-2 3 0,4-4-1 16,-7-1-1-16,1-3 10 0,3 0-4 0,-6 0-3 15,5-2 3-15,-5 1-3 0,1-3 5 0,2 0 0 16,-2 3 2-16,-6-3 4 0,2 7 7 0,0-3 6 16,-3 1 5-16,-2-4 8 0,3 11 2 0,-3-2 4 15,0-2-1-15,0 8-2 0,0-3 0 0,0 6-7 16,-3-9-1-16,3 9-8 0,-2-8-2 0,2 8 1 15,0 0-3-15,0 0 1 0,-20 15-4 0,18-10 0 16,-3-2-4-16,-1 5 10 0,4-1-11 0,-5 1 0 16,7-1 2-16,-1 5-1 0,-4-4 0 0,5-1-3 15,0 2 10-15,5 0-15 0,-4-2-2 0,1 0 6 16,3-4-4-16,-3 2 0 0,4 0 2 0,1 1-1 16,3-5 2-16,-5 1 2 0,5 3-2 0,-10-5 2 15,13-4 0-15,-13 4-1 0,20-1-1 0,-20 1 1 16,8 0 1-16,-8 0 1 0,0 0-1 0,8-2 7 15,-8 2 3-15,7-4 1 0,-7 4-4 0,8-1 3 16,-8 1-6-16,0 0 11 0,0 0-15 0,0 0-3 16,0 0 0-16,14 7 3 0,-14-2 0 0,3-1 3 15,0 4-3-15,-1 2-7 0,0-2-22 0,7 1 0 16,-5-1-25-16,4 0-13 0,4-4-23 0,3 7-25 16,1-4-27-16,4-5-34 0,10 1-26 0,1-6-31 15,-1 1-184-15,0-4-451 0,5 2 200 0</inkml:trace>
  <inkml:trace contextRef="#ctx0" brushRef="#br0" timeOffset="1532.93">6117 2113 129 0,'5'-3'185'16,"2"-4"16"-16,-1 2-7 0,-4-2-8 0,-2 7-9 15,0 0-16-15,0 0-15 0,-15-5-8 0,15 5-12 16,-16 12-11-16,1-1-9 0,0 0-6 0,2 2-10 16,-11 5-6-16,6 3-7 0,-5-2-9 0,3 7-5 15,0-6 3-15,4 3-17 0,-1 6-3 0,1-4-3 16,6-9-6-16,-4 3-2 0,6-4-1 0,2 1-6 15,-3-4-8-15,3-1-8 0,4-3-3 0,-3-4-1 0,3 0 1 16,2-4-8-16,0 0-2 0,0 0-8 16,0 0-10-16,0 0-6 0,2-27 4 0,5 11-1 15,4-3 1-15,-7 3 6 0,2-9-2 0,2 5 3 16,-1 1 2-16,1 2 4 0,1 1 5 0,-6 0 20 0,0 2 14 16,2 2 14-16,0 4 19 0,-5 1-3 0,2 1 3 15,-1-1-14-15,1 4-7 0,-2 3-4 16,5-7-10-16,-5 7-7 0,0 0 2 0,0 0-3 15,10 17-4-15,-5-11 0 0,-2 9 2 0,7 1 4 0,0-4-11 16,-3 6 2-16,8 3-1 0,0 2-1 0,4 3-1 16,0-3-3-16,2-6 6 0,1 4-18 0,1 0-15 15,-2-9-20-15,3 3-25 0,2-3-43 16,-9-5-49-16,4-5-55 0,2-2-227 0,-8-5-474 16,5 1 210-16</inkml:trace>
  <inkml:trace contextRef="#ctx0" brushRef="#br0" timeOffset="2250.6">6374 2136 108 0,'0'0'145'0,"0"0"-4"0,0 0-3 15,0 0-7-15,0 0 0 0,0 0 8 0,5 19-11 16,0-15-10-16,5 1-3 0,-6 3-3 0,6-4-8 16,-1 4 1-16,4-1-8 0,-1-4 0 0,-3 2-6 15,6-2-8-15,0-2-6 0,0 2-4 0,5-3-10 16,-2 0-1-16,-5-4-7 0,2 1-6 0,7-5-1 15,-7 1-9-15,-5-3 1 0,3 0-8 0,-1 1-1 16,-3-2-3-16,-2 3-6 0,1-3 10 0,-1-1 3 16,-5 4 9-16,-2 0 12 0,0-4 9 0,0 5 1 15,0-1-2-15,-2 2-7 0,2 6-5 0,-8-8-3 16,1 7-10-16,7 1-7 0,0 0-4 0,-21 4-6 16,12 4 3-16,-2 1-3 0,1-3-5 0,5 2 1 15,0 0-2-15,0 3-4 0,-2 4-1 0,6-3-1 16,2-1-3-16,-1 1-1 0,12 1-2 0,-2 1-2 15,6-2-3-15,3-7-1 0,5 3-7 0,8 2-17 16,1-3-18-16,13-5-16 0,4 3-15 0,3-10-21 16,-2 4-8-16,5-3-11 0,-1-7 4 0,-4 0 15 15,1 2-1-15,-9-1 10 0,-13-2 6 0,-1 0 12 16,-1 3 12-16,-9 2 29 0,-6-1 33 0,-5 2 10 16,-1 0 5-16,-2 0 6 0,-5 6 8 0,-7-8 5 15,7 8 8-15,-21-4-5 0,6 7 2 0,-7 0 0 16,1-2 1-16,-2 10 6 0,-12 1 5 0,5-1 3 15,0 2 0-15,0-1-3 0,6 2-2 0,-1 1-6 16,2 1 1-16,4-5-10 0,4 2-4 0,1-4-4 16,2 5-5-16,4-4 3 0,6 0-2 0,-5 4-3 15,1-5-4-15,4 6-1 0,2-6 2 0,2 5-3 16,4-7 2-16,3-1-1 0,-1 4-5 0,5-6 3 16,5-3-7-16,1 2-2 0,4-3 2 0,0-4-2 15,-3 0-2-15,1 0-2 0,3-7 0 0,-1 4-1 16,-2-2-1-16,2-6 8 0,-1 0-12 0,1-1 5 15,-11 0-2-15,4-4 0 0,-6 2 0 0,0-1 3 16,-2-8 0-16,1 0-2 0,-4 0 15 0,-5-1 6 16,0-3 18-16,-5 0 9 0,-2-9 11 0,4 10 16 15,-4-11 23-15,-3 12 23 0,0-1 13 0,4-2 27 16,2 6 0-16,-2 10 2 0,-1-5 5 0,2 2 4 0,-3 2-5 16,8 5-13-16,-7 1-18 0,6 6-13 15,1-3-19-15,-7-1-18 0,7 6-17 0,0 3-8 16,0 0-7-16,0 0-8 0,8 28-14 0,-1-9-24 15,1 6-32-15,-1 8-33 0,6 7-32 0,2 2-27 0,5 4-30 16,-4-3-20-16,9 5-18 0,0-6-23 0,0 6-31 16,6-1-31-16,2-7-60 0,7-4-59 0,-12-2-248 15,10-4-688-15,0-6 305 0</inkml:trace>
  <inkml:trace contextRef="#ctx0" brushRef="#br0" timeOffset="2499.59">8439 1517 287 0,'0'0'376'0,"2"-9"-31"16,1 6-35-16,-3 3-37 0,0 0-25 0,0 0-32 16,0 0-19-16,0 0-22 0,0 28-15 0,4-10-16 15,-8 6-13-15,8 3-12 0,-3 15-10 0,3 0-10 16,-3 0-19-16,9 5 2 0,-10-4-5 0,5 4-12 15,0-1-2-15,2-3-7 0,-2 0-7 0,5-5-19 16,-7-3-21-16,4-4-30 0,1-4-32 0,-2 0-40 16,1-10-48-16,-5 2-59 0,-1-8-60 0,4-3-229 15,-3-4-530-15,5-1 235 0</inkml:trace>
  <inkml:trace contextRef="#ctx0" brushRef="#br0" timeOffset="2785.02">8393 1584 151 0,'-10'-9'375'0,"2"5"11"0,-1-5 8 0,3-2 8 15,3 4 6-15,-4 3-7 0,0-3-21 0,2-1-22 16,2 6-24-16,3 2-31 0,-5-10-28 0,5 10-29 16,-2-5-28-16,2 5-26 0,0 0-26 0,9-3-15 15,-9 3-23-15,21 0-17 0,-8 3-20 0,2-1-12 16,4 3-12-16,0 3-13 0,-2-1-13 0,6 5-16 15,-3-4-15-15,-3 4-21 0,2-2-6 0,-4 5-15 16,0 0-8-16,0-3-8 0,-5 4-2 0,-5-1-3 16,2 0-5-16,-6 2-2 0,-1 4-8 0,0-5-13 15,-1 4-14-15,-6-1-17 0,-6 8-26 0,6-12-18 16,-9 6-25-16,2 5-18 0,-1-3-21 0,6 0-22 16,-6 0-31-16,5-8-29 0,0 0-250 0,3 3-598 15,2-7 265-15</inkml:trace>
  <inkml:trace contextRef="#ctx0" brushRef="#br0" timeOffset="3549.86">8757 1914 13 0,'15'-2'185'0,"-15"2"-1"0,18 2-2 0,-8-2-3 0,0 3-7 15,3-1-10-15,-3-1-9 0,2 3-16 16,3 3-11-16,-4-4-12 0,1 2-14 0,3 3-8 0,0-1-8 15,-4 0-9-15,-1 2-6 0,3 1-10 0,-4-2-6 16,-3-1-3-16,3 5-6 0,-3-3-2 0,-6 0-3 16,5 1-2-16,-5 4-4 0,-5-5-4 0,5 3-1 15,-6 0-5-15,2-4 0 0,-7 0 1 0,4 0-2 16,-1-2-2-16,0 0 2 0,1-3 12 0,-1 1 5 16,3 1 6-16,-5-3 2 0,10-2 1 0,0 0-4 15,0 0-4-15,-14-8-3 0,14 8-4 0,4-14 1 16,-4 14-6-16,5-13 1 0,1 2-5 0,3 7-4 15,4-4-3-15,-5 1-3 0,5-2-3 0,2 3 0 16,0 5-1-16,-2-7 0 0,1 5-1 0,-4 0-1 16,3 1-2-16,2-1-2 0,-2 3 0 0,-3 3-1 15,0 2-1-15,1-2 0 0,-1 1 0 0,2 1-2 16,-2-1 3-16,1-1-1 0,1 2-1 0,1 2 4 16,-4-4-4-16,2 2-3 0,1-2 5 0,-7-2-2 15,3 1 2-15,0-1 1 0,-8-1-3 0,20 0 2 16,-20 0-2-16,10-3 11 0,-5 2-8 0,3-3-2 15,-8-3-3-15,5 0 2 0,-5 7 0 0,-5-12 2 16,5 7-1-16,-8-2 1 0,1-1 7 0,1 5-9 16,-2-1-2-16,-1 1-1 0,-4-4 2 0,5 2 0 15,-2 3 0-15,0-3-2 0,5 0 9 0,-5 4-8 16,10 1-2-16,-8-7-5 0,8 7-2 0,-4-2 1 16,4 2-4-16,12-7-1 0,3 6-7 0,5-5-15 15,3-2-12-15,13 3-7 0,7-5-19 0,2 0-7 16,6-4 1-16,1-1-3 0,-1 2-7 0,2-1 12 0,2 1 13 15,-1-1-4-15,-7-2 9 0,2 3 4 0,-17-1 5 16,-1 6 13-16,-6-7 24 0,-9 11 28 16,-2 0 21-16,-4 2 14 0,5 0 5 0,-11-3-2 15,-4 0-9-15,0 5 1 0,0 0-9 0,0 0-1 0,0 0 0 16,0 0-1-16,-34 7 0 0,24-2 4 0,2 2 9 16,-7 4-7-16,1-2-4 0,1 4 1 0,3 3 0 15,-1-1-5-15,1-2 2 0,3 11 3 16,-1-6-3-16,6 9 12 0,-3-1 7 0,5 2 9 0,2 0 8 15,3 7 0-15,3 3 9 0,4 2-3 0,-4 4-3 16,4 2 4-16,1-4-5 0,7 0-10 0,-5 0 13 16,-6-3-13-16,3 0-9 0,0-12-1 0,-7 0-5 15,5 0-11-15,-6-8 9 0,-2 0-4 0,3-3-7 16,-5-1-4-16,0-3-20 0,0-6-21 0,0 0-44 16,-10 0-49-16,0-5-71 0,10-1-98 0,-26-4-327 15,6-7-649-15,-3-8 287 0</inkml:trace>
  <inkml:trace contextRef="#ctx0" brushRef="#br0" timeOffset="4066.18">4930 3391 149 0,'-81'2'457'0,"27"1"-7"16,2-3-20-16,23 3-33 0,7-3-32 0,1 3-36 16,7-2-34-16,6-1-22 0,8 0-20 0,0 7 12 15,0-7 4-15,38 4-6 0,27-1-12 0,36-2-19 16,56-1-24-16,12-4-15 0,8-7-22 0,6-2-11 15,6-1-18-15,13 1-10 0,10-1-16 0,-5-7-11 16,-2 6-10-16,10-3-5 0,0-1-7 0,-3 4-9 16,2-4-8-16,-2 5-10 0,-25-6-3 0,1 1-5 15,-25 4-3-15,-1 4-9 0,-10-2-15 0,-46 7-10 16,-2-6-13-16,-3 6-39 0,-11-1-21 0,-9-3-30 16,-23 6-38-16,-9 3-44 0,-16-3-40 0,-3 0-28 15,-10 1-59-15,-3 0-93 0,-9-5-429 0,-3 3-889 16,-7-3 394-16</inkml:trace>
  <inkml:trace contextRef="#ctx0" brushRef="#br0" timeOffset="4950.64">11142 2446 268 0,'-10'5'326'0,"10"-5"-22"0,0 0-8 0,0 0-4 16,0 0-23-16,0 0-5 0,0 0-8 0,-5 3-13 15,5-3-19-15,0 0-10 0,0 0-18 0,0 0-13 16,0 0-18-16,0 0-22 0,14-16-16 0,-6 9-26 16,5-5-33-16,-6 5-46 0,4-2-36 0,4-2-41 0,-5-2-44 15,-2 6-51-15,-1-3-72 0,1-2-64 16,-4 3-237-16,-1-6-566 0,-1-1 250 0</inkml:trace>
  <inkml:trace contextRef="#ctx0" brushRef="#br0" timeOffset="5082.96">11010 2071 80 0,'-7'-7'314'0,"-1"2"-7"16,1 2-5-16,6-1-14 0,-6 1-14 0,7 3-23 16,-7-6-16-16,7 6-27 0,-6-3-23 0,6 3-20 0,0 0-7 15,-5-5-35-15,5 5-21 0,0 0-23 0,0 0-18 16,0 0-31-16,0 0-32 0,16 20-46 0,-1-13-68 15,10 5-107-15,-5-7-240 0,15 2-500 0,-4 4 221 16</inkml:trace>
  <inkml:trace contextRef="#ctx0" brushRef="#br0" timeOffset="5667.03">13312 1970 267 0,'0'0'289'0,"-2"-9"-28"0,2 9-23 0,2-7-30 16,-2 7-22-16,0 0-20 0,0 0-16 16,-7 23-15-16,2-11-11 0,2 7-16 0,-2-2-10 15,2 10-10-15,-2 0-6 0,2 3-11 0,-1-2-6 0,4 2-5 16,0 2-7-16,0-2-6 0,4-9-2 0,-1 6-5 16,-1 0 6-16,4-1-13 0,-1-7-2 0,3-4-3 15,-1-2 1-15,0-3-1 0,3-2-2 16,-5-3 3-16,5-2-2 0,4-3-2 0,0-6-6 0,2-3 0 15,-1 1-3-15,5-2 1 0,-5-3 0 0,0-1 3 16,5-3 7-16,-5 5 13 0,-1-6 8 0,-4 5 5 16,5 1 0-16,-2 1-2 0,-4 4-1 0,-1-1-7 15,-3 1-5-15,-2 4-5 0,7-2 0 0,0 5-8 16,-10 0-8-16,13 5 5 0,-4-3-7 0,-1 2-2 16,4 2 2-16,-1-3-1 0,-3 3-8 0,4 2 8 15,5-1-6-15,-6 4 4 0,6-1-4 0,-9-6 3 16,7 4 3-16,-7-3-2 0,12 2 2 0,-5-5 14 15,0-1 17-15,0-1 0 0,-7 0 14 0,7-3-10 16,0-3 9-16,-4-2-9 0,-2 1 1 0,6-5-5 16,-7 3 2-16,-2-3-10 0,-2-3 5 0,2-2-2 15,-2 4-12-15,-8-3-3 0,4 1-5 0,-1-4-22 16,-6 0-27-16,-1 1-31 0,-2-6-43 0,-3 0-48 16,-1 0-49-16,1 8-56 0,-2-9-50 0,7 9-268 15,-9-5-621-15,4 4 275 0</inkml:trace>
  <inkml:trace contextRef="#ctx0" brushRef="#br0" timeOffset="5916.45">14333 1683 84 0,'5'0'310'15,"-5"0"-31"-15,0 0-17 0,13 1-14 0,-13-1 5 16,0 14-1-16,-1-8-12 0,-4 11-12 0,2 2-11 0,-4 4-16 15,0 5-22-15,-4 3-15 0,2 16-9 0,3-5-2 16,-4 8-26-16,2 4-19 0,-1 1-4 16,4 3-14-16,2 13 2 0,3-15-11 0,2 3-19 15,-1-5-12-15,9-3-12 0,-5-2-28 0,7-5-25 0,-2 0-32 16,5-8-40-16,-7-8-38 0,4-9-60 0,-1-6-78 16,-1-2-282-16,3-8-589 0,4-6 261 0</inkml:trace>
  <inkml:trace contextRef="#ctx0" brushRef="#br0" timeOffset="6200.67">14731 2015 194 0,'-10'7'240'16,"3"3"-6"-16,-1 10-10 0,1-5-8 0,-1 1-18 15,6 2-15-15,0 1-11 0,2 0 0 0,0 1-7 16,7-3-5-16,-2 5-14 0,5-9 3 0,-2 2-4 15,7-3-6-15,2 0 4 0,-2-2-20 0,1-6-6 16,4 1-8-16,-3 0-6 0,4-5-11 0,1-5-12 16,-7 1-4-16,6-4-5 0,-6 1-9 0,0-6-13 15,-2 2 1-15,-5-5-2 0,-3 4-6 0,2-10-4 16,-7 9 0-16,-3-6-11 0,-4 3-6 0,-1-2-3 16,-1-1-9-16,-5 7-10 0,4-8-19 0,-7 10-27 15,1-2-27-15,1 4-33 0,-2 1-41 0,-3 2-45 16,4 3-39-16,-1 0-63 0,6 2-195 0,-3 0-530 15,14 0 235-15</inkml:trace>
  <inkml:trace contextRef="#ctx0" brushRef="#br0" timeOffset="7133.21">16717 1878 26 0,'-2'-21'212'0,"0"-5"10"16,-4 7 3-16,-1-2 5 0,-3 5 6 0,-1-1 1 15,-4 4-7-15,-3-1-21 0,-9 4-19 16,6 2-20-16,-3 8-17 0,-4 1-17 0,-2 6-14 16,-3 2-12-16,4 7-14 0,-8 6 3 0,2 2-21 0,14 2-7 15,-1-1-13-15,6 4 8 0,3-1-18 0,3 11-3 16,3-10-2-16,4 0 3 0,8 2-11 0,1-4-5 15,8 1-2-15,9 9-2 0,-2-12-3 0,6-4-8 16,6 3-7-16,5-4-3 0,3-4-12 0,1-7-11 16,-4-6-13-16,3 3-12 0,-5-9-9 0,1-5-5 15,-6 3 8-15,2-5-4 0,-1-2 5 0,-9-1 6 16,2-4 1-16,-5 1 7 0,-5 3 8 0,-2-2 12 16,-7-5 21-16,3 6 13 0,-8 1 11 0,-1 4 12 15,0-5 8-15,0 4 18 0,0-2-15 0,-1 3-5 16,-6 0-6-16,7 2 2 0,-2 0-12 0,-2 2-6 15,4 5 0-15,-5-5 7 0,5 5-18 0,0 0 0 16,0 0-4-16,-12 12-1 0,12-12 1 0,-2 14-1 16,4-6-3-16,0 3 0 0,4 1-6 0,1 3 2 15,1-3-1-15,0 2 0 0,4 0-5 0,-2 0-4 16,3-5 6-16,-5 2-3 0,7-4 0 0,-8 1-2 16,8-1 0-16,-4-1 0 0,-2-2 2 0,-1 1 0 15,0-2 15-15,1-3-17 0,-9 0 6 0,14-5-5 16,-14 5 3-16,9-7 0 0,-4 1 1 0,1 0 4 15,-4-2-1-15,0 0 6 0,3 0-5 0,-4-3 2 16,6-2-1-16,-7 2 0 0,3-5 0 0,0 7 9 16,2-5-8-16,2 3 7 0,-2-5-1 0,2 5 2 15,-1 3 9-15,3-1-12 0,-3 0-3 0,1 1-1 16,1 4 0-16,-3-2 0 0,5 3-5 0,-2 0 2 16,2 0-4-16,-10 3 2 0,18 6-3 0,-3-3 0 0,-8 3-3 15,8 1 2-15,-7-2 1 0,7 5 2 16,-2 4-2-16,-5-5-2 0,6 7 1 0,-6-7 1 15,7 5 3-15,-4-2-1 0,-2 2-1 0,-3-5-6 16,-1-2 6-16,2 1-4 0,0 0 9 0,-2-3 1 0,0-1 19 16,-4-1 0-16,-1-3 1 0,0 0 0 0,0 0 8 15,15-7-10-15,-8-1 3 0,-4 3 3 16,2-3 8-16,-2-1 7 0,4-4 1 0,1 2 0 16,0-4 15-16,-1 2-12 0,0 2-12 0,1 0 16 0,-3 4-1 15,0 0-7-15,2-4-3 0,-4 8-14 0,2-3-2 16,-2 0-7-16,-3 6 2 0,8-3-2 0,-8 3-5 15,14 0-8-15,-14 0-9 0,15 7-14 0,-7-2-8 16,0 1-16-16,-3 3-14 0,7 2-13 0,-7-3-22 16,9 7-19-16,0-6-21 0,1 6-41 0,1-3-45 15,4-4-69-15,2 2-288 0,1-6-619 0,-7-3 274 16</inkml:trace>
  <inkml:trace contextRef="#ctx0" brushRef="#br0" timeOffset="7417.11">18047 1838 45 0,'-6'-7'294'0,"-2"6"-12"15,8 1-4-15,0 0-27 0,-19 1-19 0,14 6-18 16,-3-3-14-16,3 0-18 0,-3 7-8 0,1-3-12 16,-1 5-5-16,6-1-13 0,-3 2-5 0,5 2-6 15,5-1 0-15,4 3 2 0,-1 6-8 0,5-3-7 16,-5-3-9-16,9 3-3 0,1 0-11 0,-1 3-3 15,3-8-15-15,-6-1-1 0,5 5-15 0,-6-5-4 16,2 0-4-16,-4-4-4 0,-1-4-7 0,-3 3-5 16,1-2-8-16,-1-4-4 0,-6 3-6 0,1-3-9 15,-2-4-18-15,0 0-3 0,-18 6-9 0,6-6-18 16,-4-2-22-16,-4-2-31 0,3-2-37 0,-12 0-47 16,0-5-44-16,0-1-47 0,12 0-49 0,-8-3-198 0,14 0-553 15,-1-1 245-15</inkml:trace>
  <inkml:trace contextRef="#ctx0" brushRef="#br0" timeOffset="7650.08">18443 1401 90 0,'0'0'284'0,"0"0"-21"0,0 0-16 15,0 0-11-15,0 0-16 0,-21 19-6 0,16-5-15 0,3 4-9 16,-3-1-15-16,5 3-10 0,-3 8-14 0,3 0-10 15,0 3-14-15,3 11-11 0,2-3-9 0,3 2-9 16,0 1-9-16,4-2-3 0,-4-2-13 16,6 7-5-16,-3-9-18 0,1 1-23 0,-4-7-26 0,4-1-44 15,-4-2-52-15,0-7-60 0,-1-6-81 0,-6 1-246 16,1-4-521-16,-2-3 230 0</inkml:trace>
  <inkml:trace contextRef="#ctx0" brushRef="#br0" timeOffset="7850.75">18314 1842 164 0,'-8'0'352'0,"8"0"-4"0,-7-8-15 0,7 8-29 16,-2-4-33-16,2 4-13 0,0 0-25 0,9-8-17 16,-9 8-22-16,15-3-21 0,-2 3-23 0,2 3-10 15,6 4-16-15,2-5-9 0,4 3-11 0,3 1-16 16,-1-2-34-16,1 7-29 0,2-5-37 0,-3 0-50 15,3 2-61-15,-4-1-91 0,5-1-97 0,-13-3-177 16,0 0-527-16,1-2 233 0</inkml:trace>
  <inkml:trace contextRef="#ctx0" brushRef="#br0" timeOffset="9083.36">18865 1935 5 0,'0'0'211'0,"7"6"-1"0,-1-5-15 15,3 4 4-15,-9-5-6 0,15 6-10 0,-9-5-12 16,2 7-11-16,4-2-16 0,0 3-13 0,-2-5-13 16,-1 5-11-16,0-2-11 0,-3 3-9 0,9-2-11 15,-6 2-6-15,-3-3-8 0,2 3-5 0,-3 0-9 16,-1-3 7-16,-1 4-12 0,-1-2-6 0,-4-3 0 16,-1 5 6-16,-6-4-11 0,3-1-4 0,4-3 0 15,-4 5 11-15,-3-4-4 0,3-3 13 0,6-1 13 16,-15 5 0-16,15-5 2 0,-9 2 0 0,9-2-7 0,0 0-3 15,-6-14-7-15,9 6-2 0,0-1-6 0,6-1-10 16,-1 1-2-16,7-3-12 0,6 0-14 16,6 1-15-16,3-8-14 0,1 7-16 0,-1-3-20 15,5 3-13-15,3-7-11 0,-7 11-5 0,4-1-5 0,1-3-1 16,-6 5 3-16,-2-3 12 0,2 5 11 0,-10-2 8 16,-4 3 7-16,-6 1 8 0,2-2 13 0,-2 2 20 15,-3 2 12-15,-7 1 6 0,8-6-3 16,-8 6 12-16,0 0 7 0,0 0 5 0,0 0 8 0,0 0 4 15,0 0-3-15,-33 2 2 0,18-1 5 0,-3 3 1 16,3-1-3-16,-2 2 2 0,-3 2-2 0,4 1-3 16,-6 3 1-16,2-1-6 0,4 0-2 0,-2 0-1 15,-1 0-2-15,6 5 1 0,5-3-9 0,-5 0 2 16,1 0 0-16,4 3-2 0,3-3 0 0,0-5-1 16,5 4 1-16,3 0-1 0,1-6-1 0,0 2-2 15,5 0 0-15,2-7 0 0,1 0-3 0,1-6-1 16,4 6 1-16,4-8-3 0,9 3-1 0,-8-2 3 15,-1-2-4-15,-1-1-1 0,3-5 1 0,-3 3 2 16,-4 3-4-16,1 0 0 0,-4-3 7 0,-4 5 13 16,-1 0 14-16,2 0 5 0,-7 1 4 0,2 1-3 15,-2 1-6-15,-3 4-3 0,9-6-5 0,-9 6-8 16,0 0-1-16,0 0-4 0,0 0-1 0,0 0 2 16,0 0-3-16,0 0-5 0,0 0 2 0,-4 17 2 15,1-9-2-15,3 0-3 0,0-1 2 0,0 1-3 16,5 4 4-16,-3-3-7 0,3 0-1 0,-2 3 0 15,2 1-7-15,3-2-4 0,0 0 2 0,2-6-13 16,0 2-4-16,-1 0-3 0,2 1-2 0,-1-4 0 16,0-3 0-16,0-1 2 0,0 0 1 0,-10 0 0 15,21-4 3-15,-12-1 5 0,-3 1-2 0,3-3 2 16,-3-1 2-16,2 0 5 0,-1-2 2 0,1 1 7 16,-1-3 10-16,0 0 15 0,1 3 6 0,-3-5 15 15,-2 3 6-15,-3 3 15 0,8 0 4 0,-4 1 14 16,-3-1-3-16,-1 3-7 0,5-2-8 0,-5 7-7 0,2-7-10 15,0 2-13-15,-2 5-2 0,0 0-7 0,0 0-4 16,0 0 1-16,0 0-3 0,0 0 12 16,0 0-22-16,0 24-11 0,5-16-2 0,-4 3-6 15,4-3-4-15,-1 3 4 0,1-2-6 0,1 0 4 0,2-2-4 16,-6 1 3-16,6-2 5 0,1 3 0 0,2-6 2 16,-1 0 1-16,0-2-5 0,0 2 5 15,0-3 2-15,2 0-1 0,-12 0 1 0,18-6 2 16,-5 2-3-16,-6-1 3 0,3-2 5 0,-1-1 9 0,1 4 5 15,-1-2 9-15,-1-1 5 0,-1 0 7 0,1 0 0 16,-2 1 14-16,1 1-1 0,0 3 3 0,-7 2-3 16,5-8-1-16,0 6-7 0,-5 2-3 0,5-7-8 15,-5 7-8-15,0 0 5 0,6-1-14 0,-6 1-3 16,0 0 1-16,0 0 0 0,10 11 1 0,-3-4-6 16,-1-2 3-16,1 0-6 0,6 4 1 0,-3-3 1 15,5 3-11-15,-2-3 5 0,9-2-2 0,-2 4-4 16,-2-5-9-16,5 5 2 0,-1-8-12 0,6 0-8 15,0-2-24-15,2-4-5 0,-7 3-18 0,3-5-9 16,1 0-17-16,-7-1-5 0,-4-3-14 0,6-1-5 16,-1-6-1-16,-6 7-3 0,0-12 4 0,0 3 3 15,0-3 13-15,-7-1 6 0,-1-2 15 0,-6-4 7 16,4-12 9-16,-6 13 3 0,4-12 13 0,-6 3 10 16,-2-1 16-16,-4-1 19 0,4 2 20 0,2 11 26 15,-5-15 28-15,1 13 22 0,1 2 23 0,-8 2 17 16,6 4 20-16,6 1 19 0,-4 5 20 0,1 1 9 15,2 3-9-15,-1 1-5 0,-4 0-20 0,6 6-26 16,-3 1-16-16,5 4-15 0,0 0-7 0,0 0-5 16,-8 14-18-16,6-4-10 0,2 7 2 0,0 10-11 0,0 2 0 15,2 2-5-15,-2 11-4 0,7 1-13 16,-6 4 7-16,4 1-3 0,-3 0-3 0,6 0 0 16,-4 0-14-16,-3-3-13 0,1 6-22 0,6-6-17 15,-3-6-15-15,2-8-27 0,-6-1-23 0,6-3-30 0,-7-1-37 16,5-8-43-16,3-1-52 0,-8-7-54 0,2-4-293 15,3-5-662-15,-5-1 293 0</inkml:trace>
  <inkml:trace contextRef="#ctx0" brushRef="#br0" timeOffset="9250.95">20444 1614 75 0,'-7'-4'355'16,"1"-4"-17"-16,1 5-13 0,2-2-26 0,3 5-19 0,-4-10-23 15,4 10-24-15,-8-6-15 0,8 6-33 0,0 0-30 16,13-3-19-16,-13 3-36 0,20 4-31 0,-10 1-49 16,12 1-55-16,1 0-58 0,-7-3-76 0,16 8-71 15,-14-7-178-15,13 5-454 0,1-3 201 0</inkml:trace>
  <inkml:trace contextRef="#ctx0" brushRef="#br0" timeOffset="23118.22">7547 3704 257 0,'0'0'359'0,"0"-9"-13"0,0 9-29 0,0 0-34 15,0-8-30-15,0 8-25 0,0 0-25 0,0 0-3 16,0 0 1-16,0 0 1 0,2 21 1 0,-2-12-6 16,0 8-6-16,6-2-1 0,-6 2 0 0,2 7-4 0,5 6-5 15,-7 1-4-15,5 0-7 0,-4-1 17 16,1 12-12-16,6-2-11 0,-8 1-13 0,5-11-13 15,-5 3-16-15,0 9-7 0,5 2-13 0,-3-5-4 0,1-1-12 16,0-4-12-16,4-5-2 0,-4 6-6 0,4-5-8 16,6-2-3-16,-6 1-5 0,1-4-4 0,5 5-5 15,-1-9-2-15,1 2-7 0,-3-6 0 16,0-3-2-16,0 0-1 0,3 1-1 0,4-3-1 0,-6 0-4 16,1-4 1-16,6-4-2 0,-1 7 2 0,6-7 0 15,-2-3-7-15,1-2 2 0,1-2-4 0,7 0-2 16,3-2-2-16,-2-2 0 0,1 1-6 0,1-1-21 15,-2 3-32-15,-6-7-33 0,3 4-32 0,1-5-40 16,-5 4-50-16,5 1-47 0,5-2-44 0,-6 2-43 16,-1-1-42-16,1 1-49 0,-6 2-316 0,-8-5-804 15,3 5 357-15</inkml:trace>
  <inkml:trace contextRef="#ctx0" brushRef="#br0" timeOffset="23467.34">8277 4381 205 0,'0'0'380'16,"0"0"-22"-16,-7-3-32 0,7 3-33 0,0 0-26 16,0 0-30-16,0 0 11 0,0 0 0 0,0 0-3 15,17 15-14-15,-2-7-4 0,-3-2-14 0,2 3-9 0,10-1-28 16,-8-4-18-16,19 4-12 0,-7 0-14 0,5 0-14 15,-5-1-11-15,9-2-13 0,-9 2-5 0,2-2-12 16,-1 0 1-16,1 0-14 0,-8-1-10 0,-2-3-3 16,-4 3 1-16,-6-2-13 0,2 1-5 0,-2-2-2 15,-5 1-3-15,3 1-1 0,-8-3-5 0,3 4 5 16,-3-4 6-16,-5 11 4 0,-1-7-1 0,-3 4-5 16,-9-4-3-16,2 7-1 0,-4-2-4 0,-5 6-3 15,-3-8-7-15,-9 8-13 0,12-3-29 0,-3 5-60 16,-1-7-58-16,-3 7-42 0,6-5-46 0,-8 5-64 15,16-9-80-15,0 6-321 0,0-4-756 0,8 0 335 16</inkml:trace>
  <inkml:trace contextRef="#ctx0" brushRef="#br0" timeOffset="24066.84">9884 4424 149 0,'0'-19'355'15,"0"3"1"-15,0-2 8 0,0 5 17 0,-1-6-1 16,1 4-14-16,0 0-9 0,-5 10-18 0,5-4-3 16,0 3-14-16,0-2-25 0,0 8-24 0,0-6-35 15,0 6-28-15,0 0-28 0,0 0-21 0,0 0-15 16,0 0-11-16,0 0-12 0,-12 27-10 0,9-12-1 0,3 4-17 15,-2 3-11-15,-1 5-9 0,-2-2-5 16,5 2-7-16,5 3-4 0,-5-2-9 0,3 2-3 16,4 1-6-16,-2-4-4 0,5 1-2 0,1 1-5 0,-1-4-4 15,5-1 0-15,0 0-3 0,1-2-2 0,4 1-4 16,2-1 1-16,1-10-4 0,-8 0-7 0,13 0-9 16,0-5-7-16,-3-6-5 0,-2-1-4 0,5-1-2 15,-6-4-3-15,3-6 2 0,-1-4 3 0,-2 3 7 16,-2-7-2-16,1 1 0 0,-1-4 0 0,-7 4 4 15,-3-8 3-15,5-1-1 0,-8 0 1 0,0-2 1 16,-6-1 0-16,-1 3-1 0,0 3 30 0,0-1-4 16,-1 4-1-16,-6 1-5 0,7 5-2 0,-7 2-1 15,7 1-3-15,0 3-6 0,-1 1-18 0,-1 3-31 16,-3-2-40-16,3 0-53 0,2 7-36 0,0 0-30 16,0 0-30-16,0 0-29 0,0 0-23 0,0 0-25 15,-5 21-31-15,12-12-22 0,0 0-13 0,-1-2-215 16,1 0-643-16,3 1 285 0</inkml:trace>
  <inkml:trace contextRef="#ctx0" brushRef="#br0" timeOffset="24417.39">10849 4381 33 0,'4'-7'318'0,"0"4"9"0,-2-3-3 16,-2 6 4-16,2-7 10 0,-2 7 7 0,0-11 6 16,1 8-12-16,-1 3-8 0,0 0-15 0,-3-8-14 15,3 8-19-15,0-5-23 0,0 5-24 0,0 0-21 16,0 0-21-16,0 0-20 0,-25 1-13 0,17 3-9 16,-4-1-3-16,-6 8-5 0,0 1-3 0,-2-3-9 15,-1 9-9-15,-1-5-5 0,1 5-7 0,2 2-10 16,0-1-7-16,4 3-8 0,0-6-15 0,5 8-6 15,0-9-4-15,2 1-5 0,8 4-8 0,0-4-2 16,6-1-8-16,1 5 0 0,8-5-2 0,0 3-5 16,8-5-17-16,-7 1-32 0,11-5-33 0,-1 2-29 15,4-3-36-15,0-3-36 0,0 2-42 0,0-4-35 16,-1-1-44-16,-6-2-33 0,2 0-34 0,-5-2-38 16,2-2-38-16,1-2-331 0,-8 1-808 0,-2-3 358 0</inkml:trace>
  <inkml:trace contextRef="#ctx0" brushRef="#br0" timeOffset="24850.74">11470 4331 95 0,'2'-8'352'0,"-2"8"-5"16,0 0-7-16,0 0-10 0,0 0-9 0,0 0-3 15,-9-7-18-15,9 7-19 0,-8-5-20 0,8 5-19 16,-13-2-15-16,13 2-15 0,-18 2-13 0,8-1-20 16,0 3-13-16,-2-3-2 0,-3 4-16 0,7-3-14 15,-5 6-12-15,4-4-9 0,-4 4-18 0,12 2-2 16,-8-1-13-16,3-1 0 0,-1 4-8 0,7-3-4 15,0 4-8-15,0 1 2 0,7 1-3 0,-6-3-8 16,6 1-5-16,0 1-1 0,2 1-3 0,5 0-3 16,2-1-5-16,-1 2-2 0,-3-4-4 0,3 3 0 15,0-3-1-15,-1 0-6 0,0 3-3 0,-1-4-2 16,-3 2-2-16,-4-4 1 0,1-3-8 0,0 6 4 16,-4-5 0-16,0 1-1 0,-3 1 1 0,0-3 1 15,-5 1-2-15,-1 0 2 0,-3-5-5 0,-4 9-1 0,-2-5-7 16,0 2-31-16,-1-6-39 0,-4 1-60 0,5 1-52 15,-1-3-52-15,-4 2-58 0,5 1-73 0,2-2-76 16,-4-4-279-16,9 2-779 0,8 0 345 16</inkml:trace>
  <inkml:trace contextRef="#ctx0" brushRef="#br0" timeOffset="26901.47">12432 4033 265 0,'6'-42'310'16,"-1"3"10"-16,2-1 3 0,-6 13 17 0,8 0 5 15,-9 1 3-15,5 6-1 0,-5 5 0 0,0-1-9 0,1 5-17 16,-1-3-22-16,-1 5-28 0,-4-2-30 0,10 7-28 16,-5 4-29-16,0-8-18 0,0 8-16 0,0 0-5 15,-14 37-4-15,13-10-8 0,-6 14-12 0,-1 13-9 16,-4 0-14-16,-4 26-4 0,2 1-12 0,0 1-4 16,0-1-6-16,4-3-10 0,-3 7-7 0,-2-9-2 15,2 0-5-15,5 4-6 0,-1 4-2 0,3-8-4 16,-9 1-3-16,12-19-6 0,-9 16 1 0,4-20-3 15,6 3-5-15,-5-5-1 0,6-2-2 0,-2-1-16 16,-4-6-11-16,-3-4-23 0,10-9-37 0,0-5-55 16,-5-7-52-16,5-5-40 0,0 0-24 0,5-4-24 15,-5-5-61-15,0-4-63 0,5 1-59 0,-5-1-288 16,12-16-795-16,-8 3 352 0</inkml:trace>
  <inkml:trace contextRef="#ctx0" brushRef="#br0" timeOffset="27167.71">13130 4206 156 0,'0'0'367'0,"0"0"-12"0,0 0-32 0,12-2-33 0,-12 2-26 15,0 0 11-15,1 17-4 0,1-8-21 0,1 3-24 16,-1 4-18-16,0 3-22 0,-2 1-14 0,6 7-15 16,-1-1-17-16,-2 2-11 0,4 1-13 0,0 0-14 15,-4-1-34-15,2-1-58 0,0-1-36 0,-2 1-31 16,1-9-31-16,-1-1-25 0,-2 6-35 0,-1-11-53 16,0 3-49-16,4-11-32 0,-4 4-202 0,0 0-523 15,0-8 231-15</inkml:trace>
  <inkml:trace contextRef="#ctx0" brushRef="#br0" timeOffset="27485.28">13062 4149 174 0,'0'0'304'0,"8"-4"-16"0,-8 4 4 0,17 4-6 15,-4-3-22-15,2 1-4 0,0 3-17 0,7 3-14 16,4 4-18-16,0-2-24 0,1 0-6 0,-2 5-22 15,3-3-19-15,-7 5-13 0,8 0-9 0,-8 2-13 16,1 0-7-16,-3 1-17 0,1 0-8 0,2 0 1 16,-7-5-15-16,-2 3-3 0,-3-2-6 0,-3-1-2 15,-1 5 4-15,-3-5-17 0,2 0-7 0,-5-3 5 16,-1 1-6-16,-3 0 0 0,-5-3-5 0,-1 5 0 16,-9-4-2-16,3 1 5 0,-12-1-8 0,0-2-7 15,-2 1 2-15,-2 2-1 0,3-7 0 0,-1-2-2 16,-5 4 0-16,9-3-7 0,6 2-13 0,-2-3-16 15,6 0-8-15,4 0-30 0,2-3-29 0,-2 0-29 16,12 0-45-16,0 0-46 0,0 0-42 0,0 0-37 16,27-11-240-16,-10 4-576 0,9 3 255 0</inkml:trace>
  <inkml:trace contextRef="#ctx0" brushRef="#br0" timeOffset="28034.46">13719 4424 16 0,'0'0'230'0,"0"0"-7"16,0 0-3-16,0 0-1 0,0 0-9 16,0 0-7-16,0 0-6 0,0 0-9 0,-8 20-8 15,8-15-21-15,-3 5-11 0,3 1-12 0,-4 0-10 0,4-2-16 16,0 2-8-16,4 3-7 0,-1-4-12 0,4 1-4 16,-2 2-10-16,6 1-6 0,-4-2-3 0,3-4-4 15,1 0-7-15,3 4-9 0,0-9-3 16,1 2-10-16,2-3-4 0,-2-1-2 0,3-1-7 0,-1 0-3 15,-4-3 0-15,-3-2-1 0,1 2 1 0,-1-6 0 16,-3 3 0-16,1-3-5 0,-1 2 5 0,-1-2 3 16,-2 2 18-16,2-1 12 0,-1-3 11 0,-1 7 11 15,1-4 8-15,1 4 8 0,-4-4 5 0,-2 8-4 16,5-10-6-16,-4 7-7 0,-1 3-9 0,9-5 1 16,-9 5-21-16,0 0-4 0,0 0-6 0,0 0-4 15,0 0 4-15,20 14-7 0,-11-6-2 0,-2 4-4 16,6 3-5-16,2-2 1 0,-2 8-6 0,7 3 6 15,-5 0-11-15,-2 0 6 0,2 5 1 0,5 11-1 16,-3-1 3-16,-4 4-1 0,0-1 5 0,-3 4 7 16,3-3-14-16,-4-1-1 0,-1 4 4 0,-1-2 10 15,-1 2-2-15,-4-9 19 0,-2 4 4 0,-2 1 1 16,-4-12 7-16,6-1 10 0,-5 0 11 0,-5-2 8 0,0-3 17 16,-2-6 14-16,2-1 17 0,-3-6 9 0,-7 2 5 15,4-5 2-15,-6-3-8 0,2-5-1 16,-3-5-16-16,2-4 7 0,4-4-14 0,-8-2-9 0,4-8-11 15,1-1-11-15,3-6-7 0,1-9-12 0,4 1-18 16,4-8-30-16,8-4-40 0,3-2-50 0,4-1-47 16,8-1-43-16,5 5-36 0,3 1-22 0,-2 6-13 15,6 6-10-15,-1 1-24 0,-3 12-30 0,-8 0-35 16,7 0-32-16,4 6-40 0,-9 3-255 0,-4 2-719 16,0 1 318-16</inkml:trace>
  <inkml:trace contextRef="#ctx0" brushRef="#br0" timeOffset="28435.29">14313 4476 152 0,'0'0'236'16,"0"0"-22"-16,0 0-25 0,0 0 3 0,0 0-4 15,0 0-5-15,0 0-9 0,-1 25-14 0,1-17-14 0,0 1-10 16,1 3-10-16,3 3-9 0,1 0-10 15,-4 1-9-15,6 2-10 0,-2-2-8 0,2 0-6 16,-1-2-6-16,-1 3-12 0,5-6-3 0,-5 4-1 16,3-6-7-16,-3 0-4 0,0 0 0 0,2-5-5 0,-4 3-3 15,4-2-1-15,-7-5-2 0,8 2-3 16,-8-2 0-16,0 0-2 0,15-9-6 0,-8 1-1 16,-7 0 2-16,8-1 8 0,-8-2 8 0,6-4-1 0,4 0 20 15,-5-1 2-15,2 2 6 0,1-4 15 0,-1 4 9 16,1-1 11-16,-1 3 7 0,-1 4 1 0,1-3 4 15,0 2-5-15,-4 2-4 0,4-1-5 0,-2 2-12 16,1 1-8-16,1 3-12 0,1 0-9 0,-8 2-3 16,17 2-8-16,-9-1-2 0,5 3-12 0,-5 1 4 15,6 6-10-15,-4 0-3 0,3 0-31 0,-2 2-16 16,1 1-27-16,0-1-28 0,-2 6-25 0,1-3-24 16,-1-4-22-16,0 3-26 0,0 0-28 0,-2 0-35 15,2-4-30-15,-2-2-22 0,6-2-20 0,-6-3-173 16,0 3-525-16,2-5 234 0</inkml:trace>
  <inkml:trace contextRef="#ctx0" brushRef="#br0" timeOffset="29401.16">15167 4500 76 0,'-6'-6'287'0,"-1"0"1"16,-8 1-9-16,9 3-13 0,-9 0-17 0,0-3-17 0,-5 5-9 15,2 0-11-15,1 0-24 0,-3 5-20 0,1-2-14 16,9 1-14-16,-7 1-16 0,2 4-11 16,0 0-11-16,2 3-12 0,0 0-5 0,-2 0-12 15,7 3 1-15,1 0-6 0,2-2-9 0,0 4-4 0,5-1-8 16,5-4-2-16,-5 4 0 0,5-8-3 0,3 0-5 16,-1 1 4-16,6 0-12 0,2-5-1 0,2 4-2 15,1-4 4-15,-2-2-7 0,6-4-3 0,-6-1-3 16,1 1-6-16,1-3 3 0,-3-1-6 0,2-5 7 15,-2 1-9-15,-1 0 4 0,1-5-1 0,-6 1-1 16,-1-3-5-16,0 5 1 0,-3-3 3 0,2 0 4 16,-7 3 8-16,6 5 9 0,-6-1 6 0,0 1 2 15,2-1-3-15,-2 3-10 0,0 5-2 0,0-9-11 16,0 9 9-16,-8-7-7 0,8 7 2 0,0 0-4 16,0 0-6-16,-12 12 1 0,9-4 1 0,-2 0 1 15,3 0 0-15,1 4-19 0,-4-1-13 0,5 1-9 16,5 2-7-16,-5 2-7 0,1-4-9 0,1 3-5 15,6-6-10-15,-3 3-3 0,8-2 5 0,-4-1-11 16,-3-1-1-16,9-1-6 0,-2-4-3 0,-3-3 1 16,5 2 4-16,5-4 2 0,-5-1 6 0,2-2 8 15,-6 0 8-15,6-4 4 0,-6 0 7 0,4-6 7 16,-5 6 4-16,-2-9 7 0,4 7 4 0,-4-4 10 0,-1-1 17 16,-2 4 17-16,5-4 20 0,-5 7 12 0,-5-2 15 15,3 2 11-15,0 2 2 0,1 0 3 16,-1 1-6-16,0 1-4 0,-3 5-12 0,2-9-7 15,-2 9-8-15,-2-7-5 0,2 7-4 0,0 0-4 0,0 0-5 16,0 0-1-16,-10 20 0 0,7-13-3 0,0 2 0 16,3 3-3-16,0 1-2 0,0-4 1 0,0 4-3 15,0 2-2-15,0-4 1 0,0 0 0 0,0 0 0 16,0-2 2-16,5 3-4 0,-4-5-5 0,3 1 2 16,-1 1 2-16,0-2-2 0,-1-4 0 0,-2-3 6 15,10 2-6-15,-10-2 1 0,8 0-2 0,-8 0-1 16,13-5 1-16,-4 0 2 0,-3-2-4 0,-4-1-2 15,5 1 0-15,1 0 7 0,-2-5-5 0,3 6-1 16,-4-1 0-16,3-5 1 0,-3 4 0 0,-3 2 17 16,4-3-10-16,-4 2 6 0,3 0-4 0,-4 2 7 15,6-2-10-15,-7 3-4 0,0 4 1 0,8-8-11 16,-8 8 3-16,0 0-2 0,0 0 1 0,0 0 0 16,0 0 2-16,0 0 4 0,0 0-5 0,7 15 1 15,-7-15 4-15,8 9-2 0,-8-2-2 0,5-1 1 0,-3-1 0 16,5 0 0-16,-1-1 1 0,1-1 4 15,-4 2-5-15,-3-5 3 0,13 2 2 0,-6 0 1 16,-7-2-8-16,0 0 4 0,15-4 2 0,-9-1-1 0,-6 5 4 16,14-4 19-16,-9-2-1 0,3-1 0 0,-1 1 5 15,1-1 10-15,-5 3 7 0,4-1 11 16,-4 0 3-16,4-1 7 0,-2-1 15 0,-4 3 0 16,-1 4 2-16,9-9-3 0,-4 6-16 0,-5 3 3 0,0 0-16 15,3-6 1-15,-3 6-7 0,0 0-9 0,6-3-5 16,-6 3-5-16,0 0-3 0,0 0-2 0,7 12-5 15,-2-4 2-15,-2-3 1 0,2 3-5 0,-1 2-12 16,4-1-23-16,-3 2-21 0,6 1-26 0,-1-6-19 16,-1 4-24-16,6 4-26 0,-1-5-28 0,-7-3-31 15,8 3-43-15,0-3-49 0,0-1-46 0,5-2-272 16,-7-2-653-16,-2-1 289 0</inkml:trace>
  <inkml:trace contextRef="#ctx0" brushRef="#br0" timeOffset="29667.39">16331 4444 175 0,'0'0'320'0,"-2"-8"-2"0,2 8-7 16,0 0-4-16,-5-7 11 0,5 7-12 0,0 0-32 16,-14-1-21-16,14 1-18 0,0 0-7 0,-17 8-18 15,9-4-19-15,-4 2 1 0,9 0-13 0,-9 1-9 0,4 1-15 16,-5 4-15-16,4-3-10 0,3 0-17 0,-2 4-9 15,3-2-11-15,-5 3-8 0,3-1-5 0,4 1-10 16,3 0-4-16,-4-2-7 0,8 2-6 0,-1-5-10 16,4 6-13-16,3-3-22 0,-4 2-26 0,7-6-37 15,2 0-37-15,0-2-39 0,5-1-37 0,2-1-47 16,-4-4-48-16,12 0-56 0,-9-3-51 0,-1-3-228 16,8 0-648-16,-6 0 288 0</inkml:trace>
  <inkml:trace contextRef="#ctx0" brushRef="#br0" timeOffset="29837.61">16280 4157 169 0,'-15'-4'329'0,"8"3"-11"0,1-1-30 15,6 2-28-15,-10-4-21 0,10 4-26 0,-12-1-29 16,12 1-49-16,0 0-49 0,0 0-43 0,0 0-63 15,-8 7-75-15,8-7-86 0,0 0-147 0,0 0-356 0,8 10 158 16</inkml:trace>
  <inkml:trace contextRef="#ctx0" brushRef="#br0" timeOffset="30701.07">17243 4030 263 0,'0'-12'367'0,"0"5"-23"0,-5-1-23 0,5 4-30 0,5-4-29 15,-5 8-31-15,0-4-27 0,0 4-23 0,0 0-18 16,0 0-14-16,0 19-14 0,0-8-13 0,2 7-14 16,-4 2-6-16,4 4-9 0,-2 1-8 0,0 5-9 15,0 1-12-15,0-2-2 0,1 1-6 0,6 1 2 16,-7-1-8-16,0 2-5 0,0-3-4 0,5-4-11 16,-5 1-25-16,0-6-24 0,0-1-26 0,0-3-29 15,0-5-30-15,2-1-34 0,-4-1-32 0,2-1-32 16,2-4-44-16,-2-4-43 0,0 0-149 0,0 0-473 15,0 0 211-15</inkml:trace>
  <inkml:trace contextRef="#ctx0" brushRef="#br0" timeOffset="30968.17">17246 3863 158 0,'-1'-14'360'0,"-1"-3"0"0,2 9-12 0,-5-4 13 16,5 2-1-16,0 5-7 0,-2-2-7 0,2 7-22 15,0-12-23-15,0 8-28 0,2-2-17 0,-2 6-38 0,15-7-24 16,-8 5-19-16,6-3-18 0,3 7-19 16,6 1-15-16,1 1-10 0,2 4-17 0,0 2-6 15,0 4-5-15,1-4-15 0,-3 9-13 0,-3-4-11 0,-3 1-12 16,-2 0-13-16,-4-2-10 0,7 10-13 0,-11-8-9 16,-2 4-12-16,-2 1 8 0,-9-3-10 0,4 1-6 15,-8-1-17-15,-8 5-18 0,0-3-31 0,-7-1-22 16,0-3-27-16,-5 7-25 0,-8-5-34 0,5-5-36 15,2 3-54-15,2-1-47 0,6-5-257 0,2-1-648 16,2-5 287-16</inkml:trace>
  <inkml:trace contextRef="#ctx0" brushRef="#br0" timeOffset="31834.92">17529 4317 34 0,'0'0'305'0,"0"0"-2"0,0 0-13 0,0 0-7 16,0 0-20-16,0 0-11 0,0 0-14 0,29 0-19 16,-18 0-24-16,-4 2-3 0,8-2-25 0,-7 0-17 0,5 0-12 15,0 4-10-15,-3-3-22 0,5 6-9 0,-3-6-10 16,-2 3-10-16,5-1-7 0,-2 5-8 0,-5 3-7 15,5-3-5-15,1 4-5 0,-9 0-8 16,1-4-2-16,1 7-3 0,-2-1-3 0,-4-4-8 0,-1 5 1 16,-1-4-9-16,-3 2-1 0,1-1 2 0,-2-3-7 15,-1 2-3-15,-3-4 5 0,1 0 0 16,1 0-5-16,-1-1 0 0,0-4 7 0,1 3-2 0,1-3 1 16,6-2 5-16,-15 0-1 0,15 0-8 0,0 0 2 15,-9-7 3-15,9 7-4 0,2-8 1 0,-2 8 0 16,7-14-1-16,-2 8 2 0,5-3 8 0,-5 0-12 15,3 1-2-15,7-1 3 0,-2-1-5 0,2 2 3 16,-5 4-7-16,1-1 1 0,8 1 4 0,-11-2-3 16,3 3-2-16,3-2 2 0,-3 4-1 0,1 1 2 15,1 0-7-15,-1 0 8 0,-12 0-7 0,21 4 5 16,-9-2 0-16,-1 0-2 0,3-1 4 0,-3 5-5 16,1-3 4-16,3 3-3 0,-4-4 9 0,-1 3-8 15,2-1 3-15,-2-3-1 0,-4 5-1 0,3-5 2 16,-1 1-1-16,-1-1 4 0,1 1 3 0,-8-2-4 15,15 3 0-15,-15-3 3 0,10-5-6 0,-10 5 4 16,10-1 0-16,-10 1 0 0,5-6 5 0,-5 6-1 16,5-4-5-16,-5 4 1 0,0-8-5 0,0 8 2 0,-2-8-3 15,2 8 0-15,-2-7 8 0,2 7-6 16,-5-8 9-16,5 8-13 0,-1-5 7 0,1 5-12 16,-2-7 2-16,2 7-12 0,0 0-10 0,0 0-9 15,7-8-18-15,-2 6-5 0,6-6-8 0,4 3-5 0,2 0 2 16,9-2 0-16,1-4-1 0,4 0-6 0,2 2-2 15,10-10 0-15,-11 8 6 0,11-2 8 0,0-3 6 16,-14 3 7-16,1-1 5 0,-3 0 8 0,-1 1 5 16,-4-1 13-16,-4 3 17 0,-3 1 18 0,-7 0 10 15,-1 1 7-15,-2 1 1 0,0-1 9 0,-2 1-7 16,-6-1 4-16,3 5-4 0,-7 0-2 0,7 4 8 16,-18-5 6-16,6 5 3 0,-8 3-1 0,5 0-3 15,-1 4 9-15,-1 7 14 0,-3-4-12 0,-1 7-1 16,3 1 14-16,0 3-1 0,6-4 3 0,0 6 6 15,-3 1 1-15,12 3 8 0,-2 3 13 0,5-3 1 16,2 2 4-16,4 1-9 0,1 1-3 0,8-2-6 16,-2 7-6-16,0-5-9 0,4 5 0 0,-2 1-14 15,-2-8-5-15,-1 1-5 0,-2 1-7 0,-2-4-1 16,-1 0-3-16,-7-2-7 0,1-6-2 0,-1-1-2 16,-3 1 0-16,-7-6-21 0,0 1-13 0,-2-6-31 15,-1-3-36-15,-5-3-35 0,1-1-39 0,-2-1-36 16,-3-3-50-16,7-3-69 0,-1-9-76 0,-6 0-250 0,11-1-685 15,4 2 303-15</inkml:trace>
  <inkml:trace contextRef="#ctx0" brushRef="#br0" timeOffset="32002.17">19024 4269 90 0,'2'-11'319'0,"-2"11"-19"15,0-4-18-15,0 4-31 0,0 0-21 0,0 0-30 16,-5-8-21-16,5 8-36 0,-10-4-46 0,10 4-50 16,0 0-64-16,-22 6-80 0,16 0-97 0,-8-3-111 15,4 1-331-15,-3 1 146 0</inkml:trace>
  <inkml:trace contextRef="#ctx0" brushRef="#br0" timeOffset="88587.64">10874 5643 160 0,'3'-15'380'0,"-3"-3"7"0,4 5-18 0,-3-2-4 16,1 3-10-16,-2 1-23 0,2 2-14 0,3 2-14 0,-5-4-22 16,0 8-14-16,0-5-23 0,0 8-23 0,0-7-21 15,0 7-25-15,0-6-18 0,0 6-18 16,0 0-18-16,0 0-13 0,0 0 0 0,0 0 5 0,0 21 1 15,0-11-5-15,0 6-4 0,0-1 3 0,0 0-14 16,0 2-7-16,0 9-7 0,-5 0-5 0,3-1-12 16,-1 4-5-16,-1-1-6 0,1 3-3 0,-2 0-6 15,0 0-2-15,2 9-4 0,-1 2-5 0,0-13-1 16,-1 8 0-16,3 7-6 0,0-14-19 0,2 1-18 16,2 7-29-16,-2-11-32 0,0-1-34 0,0 2-34 15,7-2-27-15,-6-9-35 0,6 9-19 0,-1-1-24 16,-2-7-25-16,2-2-29 0,-1-1-38 0,4 0-41 15,-3-2-270-15,4-2-702 0,2 2 310 0</inkml:trace>
  <inkml:trace contextRef="#ctx0" brushRef="#br0" timeOffset="88803.89">11347 6332 301 0,'9'-3'338'0,"-9"3"-7"0,0 0-18 0,0 0-22 15,0 0-32-15,0 0-4 0,0 0-15 0,0 0-6 0,-15 16-17 16,7-5-1-16,-1-6-16 0,-4 9-20 0,5-3-5 16,-9 5-32-16,2-4-14 0,0 6-12 0,2-3-11 15,-2 0-11-15,-5 4-12 0,2-1-42 0,3-6-36 16,2 5-45-16,-5-3-35 0,5-6-35 0,-4 6-51 16,5-5-47-16,1 0-56 0,-4-2-305 0,0 0-616 15,0-6 273-15</inkml:trace>
  <inkml:trace contextRef="#ctx0" brushRef="#br0" timeOffset="88986.6">10654 6388 267 0,'-5'-4'276'0,"5"4"-21"16,0 0-9-16,0 0 2 0,0 0-20 0,0 0-17 0,26 12-19 15,-21-5-17-15,7-2-21 0,-4 7-12 16,7 0-15-16,0-2-11 0,7 8-14 0,-1-1-9 15,1 1-17-15,1-3-48 0,3 6-56 0,-3-3-70 16,6 2-85-16,5 2-256 0,-7-2-473 0,3-4 210 0</inkml:trace>
  <inkml:trace contextRef="#ctx0" brushRef="#br0" timeOffset="89420.06">9411 7642 143 0,'6'-7'321'0,"-2"2"-22"0,2 0-24 0,-2 2-19 15,-4 3-14-15,0 0 4 0,15 1 0 0,-15-1-8 16,13 12 0-16,-5 3-4 0,-3 2-7 0,2 4-15 15,-1 4-25-15,1 5-11 0,-5 1-20 0,1 10-12 16,-1-11-17-16,1 10-15 0,-3-8-5 0,-3 10-11 16,3-12-15-16,0 2-17 0,1-4-25 0,-1 1-31 15,0-2-35-15,0-8-31 0,0 2-30 0,0-6-30 16,0 0-31-16,0-4-27 0,2-1-36 0,3-6-47 16,-3-2-62-16,-2-2-190 0,0 0-555 0,0 0 246 15</inkml:trace>
  <inkml:trace contextRef="#ctx0" brushRef="#br0" timeOffset="89703.24">9360 7652 62 0,'-14'-17'277'0,"-1"5"0"0,1-3 1 16,5 3 16-16,-4 0-17 0,11 3-8 0,-4 2-16 0,6-4-22 16,5 2-17-16,-4 2-25 0,8-1-18 0,4 2-18 15,7 0-12-15,-2 3-15 0,3 0-10 0,9-2-12 16,0 5-10-16,0 5-9 0,0-3-16 0,-1 5-4 15,0 3-4-15,-1 0-5 0,-3 3-12 0,-4 2 3 16,1 1-5-16,-1 1-10 0,-6 1-2 0,-8 4-3 16,-1 2-7-16,-6 1 2 0,-6 3 2 0,-1 0-10 15,-3 3 6-15,-16 4-2 0,2-3-1 0,-4 2-10 16,-2-2 4-16,-6 2-6 0,0-4-17 0,-2-3-16 16,1-3-18-16,7-4-28 0,1-1-27 0,7-2-37 0,7-4-34 15,0 1-45-15,7-5-42 0,8-1-40 16,0-4-184-16,7 0-523 0,3-2 231 0</inkml:trace>
  <inkml:trace contextRef="#ctx0" brushRef="#br0" timeOffset="90353.06">10075 7941 81 0,'0'0'262'0,"-19"-5"2"15,6 8 0-15,-2-3 2 0,2 2-1 0,-9 1-2 16,3 1-3-16,2 1-15 0,-6 1-13 0,-5-2-22 15,0 7-13-15,8-3-11 0,-7 4-22 0,4-1-4 16,0 1-13-16,3 3-15 0,4-3-11 0,-1 2-11 16,2-1-17-16,-1 2-3 0,4 2-13 0,4-2-3 15,-4 0-18-15,5 1 2 0,7-1-8 0,-1 0-2 16,2-1-11-16,6-4 1 0,-2-2-16 0,5 4 10 16,3-1-23-16,2-4-16 0,5 1-13 0,-2-3-16 0,4-3-5 15,-2-1-15-15,3-2 4 0,-2-2 14 16,9-3-13-16,-2-4 6 0,-3 0 5 0,-2-2 4 15,-1 0 14-15,-7-3-4 0,-1 2 1 0,1-1 2 0,-1 0 3 16,-6-1 3-16,3-2 1 0,-2 4 11 0,-8-3 12 16,6 9 12-16,-5-4 24 0,-1 4-5 0,-1-2 1 15,4 1-2-15,-3 4-1 0,-1 4-7 0,0-8-2 16,0 8-3-16,0 0-6 0,0 0-5 0,0 0 2 16,0 0-1-16,0 0 0 0,0 26 3 0,0-17-11 15,5 0 2-15,-3 0-2 0,0 3 4 0,4-3-6 16,-1 3 1-16,2-1-17 0,-2-3 11 0,5 2 9 15,-5-3-19-15,1 0 0 0,3 1-2 0,-3-4-7 16,2-1 5-16,2-3 5 0,-10 0 0 0,19-1 2 16,-11-1-1-16,2-2 12 0,0-5-9 0,0 0 1 15,3-3-1-15,-5 2 0 0,2-4-2 0,0 2 2 16,-2-1 3-16,1-1-2 0,4 2 6 0,-3 0-1 0,3 1 9 16,0-1-2-16,-4 5-7 0,5 1 3 15,1-1 2-15,-1 0-4 0,-1 6 24 0,-2-3-21 16,8 4-4-16,-6 1 4 0,3 2-3 0,-1-2-2 0,2 7-2 15,-1-1 6-15,1 4 3 0,-1-2-6 0,-1 3 2 16,-5 2 1-16,5-1-7 0,-2 1 7 0,-1 1-1 16,-4 2-7-16,-1 0 4 0,-2 1 5 0,2-2-5 15,-4-2-5-15,0 2 5 0,-3-4 3 0,-3 0-28 16,-2-4-8-16,0 4-14 0,0-5-11 0,-5 0-15 16,3-4-17-16,-3-2-20 0,1 2-13 0,-3-2-6 15,12-1-5-15,-23-5-3 0,13-2-5 0,0 0 2 16,3-1 0-16,-1-7-19 0,6-4-24 0,1-3-9 15,4-5-10-15,2-3-154 0,8-9-387 0,2-8 171 16</inkml:trace>
  <inkml:trace contextRef="#ctx0" brushRef="#br0" timeOffset="90536.7">10677 7757 25 0,'15'-27'94'15,"6"5"20"-15,-12 6 17 0,4-2 32 0,-3 9 30 16,-5-4 21-16,2 3 11 0,-6 3-3 0,6-2-10 0,-4 6-15 16,-3 3-8-16,5-5 13 0,-5 5 24 0,0 0-3 15,7 15-6-15,-7-7-3 0,3 5-17 16,0 5-18-16,1 4-16 0,-1 3-11 0,0 2-18 0,4 0-14 15,1 11-11-15,0-10-10 0,2 0-9 0,-5 7-8 16,2-5-6-16,5 1-28 0,-4 0-18 0,2-4-29 16,1 0-36-16,-2-4-41 0,1 1-33 0,-4-5-42 15,1-1-44-15,-2-1-44 0,-2-7-48 0,4-1-44 16,-7-4-189-16,0-2-563 0,0-3 249 0</inkml:trace>
  <inkml:trace contextRef="#ctx0" brushRef="#br0" timeOffset="90704.06">10841 7874 140 0,'-3'-7'281'0,"-2"2"-8"16,3-2-11-16,2 0-14 0,0 7-12 0,-2-6-18 15,2 6-19-15,4-6-19 0,-4 6-16 0,15-1-17 16,-15 1-12-16,21 1-14 0,-6 5-11 0,6-3-11 0,-4 3-10 16,11 5-18-16,2-6-25 0,0 8-33 0,0-3-44 15,3-3-49-15,-2 3-59 0,1-8-57 16,4 6-62-16,-3-5-130 0,12 3-421 0,-12-6 186 0</inkml:trace>
  <inkml:trace contextRef="#ctx0" brushRef="#br0" timeOffset="91386.42">11650 7689 4 0,'-13'-10'274'16,"-2"0"13"-16,0 6-1 0,-3-2-12 0,-3 1-9 15,-6 4-3-15,-3 1 3 0,0 6-8 0,1 0 0 16,-9 3-16-16,0 11-13 0,-4 2-16 0,6 4-21 15,3-1-12-15,5-4-21 0,8 3-14 0,-2 3-15 16,2 0-8-16,9 1-15 0,-4 6-9 0,7-7-15 16,1 1-8-16,9-1-5 0,3 0-3 0,4-1-8 15,5-4-10-15,1 0-10 0,1-5-17 0,4 0-21 16,8-4-22-16,0-3-17 0,4-2-20 0,-2-7-9 0,1-1-17 16,4 0-4-16,3-5 4 0,3-6 4 0,-8 3 4 15,-3-2 10-15,3 0 7 0,-5-5 7 16,-1 4 5-16,-6-2 6 0,1 1 3 0,-7 2 18 0,0-2 9 15,-7 7 23-15,-2-3 24 0,3 2 21 0,-4-2 21 16,-4 4-3-16,-1 4-9 0,5-4-4 0,-5 4-11 16,0 0 4-16,0 0-2 0,0 0 2 0,0 0-12 15,-11 16-5-15,11-9 1 0,0 1-3 0,0 3-5 16,3 1-8-16,-1-4 8 0,-1 0-6 0,6 3-3 16,0-3-8-16,6 4 7 0,3-4-5 0,-4 1-1 15,3 3 1-15,3-6 7 0,-3-2-19 0,5-1-14 16,-2-3-9-16,2 0 7 0,-5-3 10 0,1 2-18 15,-2 0 4-15,1-4-7 0,-7 0 15 0,0-3 14 0,-1 0-13 16,1 0 6-16,-3-5-17 0,-3 3-2 0,-4-2 4 16,2-2 3-16,-5 1-1 0,0-6-2 15,0 7 7-15,-5-3 7 0,3 3 1 0,1-3-1 0,-2 8 10 16,1-1-4-16,2-4 5 0,-2 9-1 0,4-2 10 16,-2-2 0-16,2 3-10 0,3 4 5 0,-4-9-6 15,4 9 0-15,0 0-7 0,10-3 4 0,-10 3 2 16,19 1-1-16,-6-1-3 0,0 0 2 0,2 2 4 15,5 4-5-15,-7 4-4 0,7-2 16 0,3-1-12 16,2 7-4-16,-5-5-1 0,-5 3 0 0,6-3 7 16,-4 3 0-16,1 2-2 0,-3-1-4 0,0 1 2 15,0-1 0-15,-5 1-1 0,1-1-10 0,-1-1 7 16,-5-2-9-16,2 4-1 0,-6-4 11 0,1-5-10 16,0 2 19-16,-4 1-13 0,2-8-3 0,-3 7 2 15,1-2-2-15,2-5-5 0,-12 0 3 0,12 0 2 16,0 0-8-16,-19-6-15 0,12 3-14 0,2-5-10 0,0 1-10 15,0 1-14-15,-2 0-10 0,6-6-10 0,-1 3-19 16,2-3-24-16,2 2-23 0,-1-7-32 0,11-7-34 16,-5-3-29-16,1-2-215 0,0-2-515 0,9-8 229 15</inkml:trace>
  <inkml:trace contextRef="#ctx0" brushRef="#br0" timeOffset="91587.41">12372 7722 254 0,'13'-28'11'16,"2"2"8"-16,-2 3 38 0,-4 5 35 0,1 2 36 15,-6 1 43-15,3-3 35 0,-7 3 27 0,2 4 17 16,4 1 9-16,1 1 2 0,-5 0 9 0,3 2 1 15,-4 0-1-15,-1 4-16 0,5-2-27 0,-5 5-24 16,2-7-29-16,-2 7-11 0,0 0-4 0,8 14 2 16,-8-5-11-16,0 7-12 0,-5 1-17 0,5 4-8 15,5 6-15-15,0 4-6 0,-2 8-8 0,4 5-9 16,-2-3-7-16,2 1-5 0,3-2-4 0,-2-2-13 16,0 0-19-16,-1-6-24 0,-1-1-24 0,1 1-44 15,1-7-39-15,1 1-35 0,-3-1-31 0,1-3-40 16,-2-5-37-16,0-2-54 0,0-5-32 0,-4-3-274 0,3-1-657 15,-4-6 290-15</inkml:trace>
  <inkml:trace contextRef="#ctx0" brushRef="#br0" timeOffset="91754.06">12400 7812 337 0,'-7'-3'362'0,"1"-2"-10"15,4 2-24-15,2 3-29 0,0-7-18 0,0 7-29 16,7-6 8-16,1 2-5 0,5 2 2 0,2 1-19 15,7-3-25-15,9 3-23 0,1-2-19 0,-1 4-22 16,15 6-19-16,-11-6-56 0,10 2-72 0,3 1-83 16,-5 7-97-16,7-7-117 0,-6 7-305 0,-7-8-649 15,-4-2 287-15</inkml:trace>
  <inkml:trace contextRef="#ctx0" brushRef="#br0" timeOffset="-189236.16">6998 10077 99 0,'8'-3'242'0,"-8"3"-5"15,0 0-5-15,0 0-7 0,0 0-10 0,0 0-5 16,0 0-12-16,0 0-9 0,0 0-15 0,0 0-11 15,0 0-15-15,0 0-13 0,0 0-15 0,0 0-13 16,0 0-4-16,0 0-12 0,0 0-12 0,0 0-5 16,0 0-10-16,0 0-4 0,0 0-4 0,0 0-6 0,0 0-1 15,0 0-5-15,0 0 2 0,0 0-2 0,0 0-4 16,0 0 0-16,0 0 0 0,0 0-4 16,0 0-3-16,0 0 0 0,0 0-5 0,0 0-2 0,0 0-2 15,0 0-4-15,0 0 5 0,0 0-1 0,0 0-4 16,0 0 3-16,0 0-4 0,0 0-2 0,0 0 3 15,0 0-5-15,0 0 3 0,0 0-1 0,0 0-2 16,0 0 2-16,0 0-1 0,0 0 4 0,0 0 0 16,0 0 1-16,0 0-6 0,0 0 4 0,0 0-3 15,0 0 0-15,0 0 3 0,0-9-5 0,0 9-8 16,5-4-1-16,2-1-1 0,-7 5 3 0,1-6-2 16,-1 6-1-16,2-12 2 0,3 9 0 0,-4-3-1 15,4-1-3-15,-5 0 2 0,4-1-4 0,1 1 0 16,0-2 3-16,-2-6-1 0,4 5-1 0,-6-4 1 15,8 7-2-15,-8-5 2 0,1 0-4 0,1-2 1 0,0 2 6 16,-1 2-5-16,3-7 3 0,-2 2 2 0,2 6 7 16,-3-1 10-16,3 0 1 0,-2-1-4 0,-3 0 8 15,2 3-9-15,3 1 4 0,-3-3 0 0,3 7 4 16,-5-8-6-16,1 8-2 0,-1 3-2 0,0-10 2 16,0 10-5-16,0 0-5 0,2-7-6 0,-2 7 3 15,0 0-2-15,0 0-1 0,0 0 3 0,10 16-3 16,-7-12 2-16,0 7 1 0,1-2 1 0,-3 3-2 15,6 3-5-15,-7 0 11 0,3 1-8 0,2 1 0 0,0 1 0 16,-5-1 1-16,7 0 0 0,-6 3-2 16,6-2 2-16,-5 2 0 0,3-4-4 0,-4 3 1 15,6 0-1-15,-5-6-2 0,3 5-7 0,-4-2 15 0,6-1-9 16,-7 1 5-16,7-5-5 0,-7 3 8 16,0-4-2-16,1 1-2 0,-1 1 2 0,5-3-2 15,-5 1-1-15,0-1 5 0,0-1-4 0,0-2 2 0,0 3 1 16,-5-3-8-16,4 0 7 0,1-6-2 0,0 12 3 15,-7-9-3-15,7-3 3 0,-7 7-3 0,6-3 6 16,-6-1-10-16,7-3 3 0,-7 8 2 0,-1-6 0 16,8-2-7-16,-8 6 6 0,1-5 1 0,1 2 2 15,6-3 0-15,-14 5-2 0,9-2-1 0,-1 3 1 0,1-1-8 16,5-5 6-16,-7 5 2 0,1-2-5 0,6-3 6 16,-2 7-4-16,2-7 4 0,-10 5-2 15,5-1-3-15,3 0-2 0,2-4 8 0,0 0-2 0,-3 7-2 16,3-7-1-16,0 0-1 0,0 0 5 0,7 7-5 15,-7-7 5-15,15 0 2 0,-15 0-4 0,21-2-4 16,-13 2 0-16,6-1 3 0,-1-3 1 0,-5 1 5 16,5 2-10-16,-4-2 0 0,-1 2 7 0,5 1-5 15,-3-3 3-15,-10 3 2 0,13 0-3 0,-4-2 1 16,-9 2-3-16,0 0 6 0,13-2 5 0,-13 2-13 16,0 0 2-16,8 2-1 0,-8-2 4 0,0 0 1 15,0 0-2-15,0 0 7 0,0 0-4 0,5 6 0 16,-5-6-10-16,0 0 7 0,0 0 6 0,0 0-6 15,-10 12-7-15,10-12-17 0,-3 4-25 0,3-4-34 16,0 7-23-16,0-7-19 0,0 0-27 0,0 11-24 16,0-11-32-16,8 5-26 0,-1-3-31 0,3-2-32 0,1 1-177 15,6-2-514-15,-1 1 227 0</inkml:trace>
  <inkml:trace contextRef="#ctx0" brushRef="#br0" timeOffset="-188686.33">7600 10177 132 0,'-5'4'222'0,"5"-4"1"0,0 0-6 0,-10 4-5 16,10-4-9-16,0 0-7 0,0 0-12 0,0 0-9 16,0 0-9-16,0 0-10 0,0 0-10 0,0 0 0 0,0 0-2 15,0 0-14-15,37 0-17 0,-16-4-14 0,-3 2-7 16,12-3-5-16,3 4-11 0,10-5-4 16,4 1-11-16,-1 4-8 0,10-5-2 0,4 6-6 0,1-1 1 15,24-3-11-15,-1-1 0 0,2 0 5 0,2 3-16 16,-4-2 1-16,-1 1-2 0,10 0-3 0,-7 2-1 15,-2 1-2-15,4-2-1 0,-2-3-4 0,0 5 0 16,-5-1-1-16,3 0-2 0,-2-1 2 0,-20-1-8 16,20 0 5-16,-20 1-5 0,24 2 5 0,-4-7-3 15,-21 2 2-15,2 1-2 0,19 0 0 0,-22-3-2 16,24 0 2-16,-22-1-1 0,-1 3 2 0,5-2-12 16,-1-2 12-16,-6 5-2 0,22-7-1 0,-23 7 1 15,2-7-1-15,-7 3-3 0,6 0 4 0,-9-4-3 16,0 1 0-16,-1 7 0 0,-4-2 1 0,-12 0-7 15,4 2 6-15,-9-4 1 0,2 5 0 0,-2-3-4 16,-12 4 2-16,-2-1 4 0,-6 3-4 0,5-1 1 16,-6 0-4-16,-7 1 2 0,0 0 1 0,15 1 1 0,-15-1-3 15,0 0-3-15,1 9-6 0,-1-9-11 0,0 0-15 16,0 0-17-16,-13 7-16 0,13-7-17 16,-8 7-24-16,1-6-21 0,7-1-28 0,-2 9-21 0,2-9-25 15,0 0-28-15,0 0-188 0,0 0-457 0,0 0 203 16</inkml:trace>
  <inkml:trace contextRef="#ctx0" brushRef="#br0" timeOffset="-188269.54">10915 9805 156 0,'0'0'217'0,"0"0"-11"16,0 0-11-16,0 0-10 0,0 0-15 0,0 0-4 15,0 0 2-15,0 0-5 0,0 0-5 0,0 0-10 0,0 0-5 16,14 17-10-16,-14-17-5 0,11 7-9 0,-1-2-8 15,5 5-8-15,-2-3-7 0,2 0-12 0,0 2-6 16,0 0-8-16,0-2-8 0,0 4 0 0,5 0-8 16,-2-4-10-16,-5 2-4 0,2 0-1 0,-2 0-6 15,-4 0-2-15,0 0 0 0,3 2-3 0,-9-4-2 16,2 1 0-16,0 4-8 0,-8-4-1 0,3-1-2 16,-3 5 1-16,-1-5-5 0,3 2 0 0,-13-2-1 15,6 2-3-15,-2-6-11 0,2 5-11 0,-2-2-18 16,0 3-23-16,-3-5-21 0,5 1-26 0,-2-1-29 15,-2 3-33-15,10-6-40 0,2-1-35 0,-13 5-185 16,13-5-461-16,-8 4 205 0</inkml:trace>
  <inkml:trace contextRef="#ctx0" brushRef="#br0" timeOffset="-187735.78">11495 9849 166 0,'0'0'268'0,"0"-8"-13"0,0 8-19 16,0 0-21-16,1-4-21 0,-1 4-14 0,0 0-2 15,0 0-4-15,0 0-15 0,4 16-14 0,-3-9-14 16,4 0-8-16,-3 4-13 0,0-2-9 0,4-1-11 16,-6 4-6-16,7 0-8 0,-4-1-9 0,4 4-6 15,-1-4-8-15,-1 1 0 0,2 0-10 0,-4 1-2 0,4-6-3 16,-2 1-5-16,-2-1-2 0,2 1-5 16,-2-2-2-16,-3-1 0 0,7-4-6 0,-7-1 0 15,0 0-3-15,3 6 0 0,-3-6 0 0,0 0-6 0,0 0 7 16,0 0-4-16,5-12 14 0,-5 12 4 0,5-14 9 15,-5 6 4-15,2 0 0 0,1-4 4 0,1 1 7 16,2-4-4-16,-4 0 12 0,4 6 2 0,3-3-5 16,-3-1-8-16,1 6 9 0,0-3-6 0,1 2-3 15,0 0-4-15,0 4-4 0,4-4-2 0,-2 2-4 16,5 3-7-16,0 1-2 0,-2 2 4 0,2 0-5 16,6 0-6-16,-6 2 0 0,2 4 10 0,-1-2-14 15,1 6-5-15,-2-1 1 0,-2-1 0 0,2 3-1 16,-5 1-4-16,0 0 2 0,1 3-2 0,-2-4 0 15,4 5-4-15,-10-4 0 0,4 4-21 0,0-2-6 16,-7-2-34-16,0 0-46 0,0 0-41 0,-7 2-42 16,4-5-41-16,-4 2-52 0,2-4-51 0,-3 0-226 15,1-1-601-15,0 0 266 0</inkml:trace>
  <inkml:trace contextRef="#ctx0" brushRef="#br0" timeOffset="-185553.33">3042 10026 38 0,'0'0'265'0,"2"-9"-24"0,-2 9-25 0,0 0-25 16,0 0-13-16,0 0-7 0,0 0-2 0,0 0-3 0,0 25-14 15,6-10-11-15,-4 2-11 0,4 7-9 0,1-2-13 16,1 8-5-16,-1-7-14 0,1 3-10 16,0-1-2-16,4 1-12 0,-4-1-4 0,1 2-10 0,-3-5 0 15,3-5-9-15,-3 1-6 0,1-5-21 0,-4 0-20 16,2-4-22-16,-3-1-17 0,3 3-19 0,-4-5-26 16,-1-3-37-16,0-3-38 0,0 0-30 0,0 0-27 15,0 0-117-15,0 0-365 0,-8-21 162 0</inkml:trace>
  <inkml:trace contextRef="#ctx0" brushRef="#br0" timeOffset="-185085.98">2979 10041 116 0,'0'-7'211'0,"0"0"-3"0,5 0-12 16,-5-3-12-16,2 3-10 0,4 3-7 0,2-2-4 15,7 0-7-15,-8 2-8 0,6-4-6 0,4 8-9 16,3-2-11-16,-4 4-11 0,4-2-10 0,0 6-9 0,0-3-7 15,0 8-8-15,1-6-8 0,-4 3-6 0,1 4-2 16,-2-2-9-16,1 4-3 0,0-2-1 16,-3 3-4-16,-7-3-8 0,3 1 0 0,-5 2-2 0,2 1-1 15,-7-5-2-15,1 3 1 0,-2-4-2 0,-1 2 6 16,-5 2-4-16,-6-2 2 0,6 3 7 0,-7-7 0 16,-3 4-2-16,-3-5 3 0,2-1 3 0,-2 4 0 15,4-5 1-15,-1-1 3 0,-1-2 3 0,10-1 5 16,-2 4 9-16,1-5-7 0,9 0-2 0,-13 0-4 15,13 0 9-15,0 0-21 0,0 0-2 0,0 0-4 16,0 0-1-16,28-8-6 0,-11 10-1 0,1-4-12 16,10 4 4-16,2-1 1 0,-2 4-4 0,3-3-4 15,-2 5-1-15,-6-1-2 0,7 1-11 0,-2 0 15 16,0 2-4-16,-13 1-1 0,5-2-5 0,-5 1 3 16,-1 1 0-16,-4-1 11 0,-1-1-13 0,-3 3 0 15,-1-3-1-15,-5 1 3 0,0 1 1 0,-6-2-4 16,-1 0 18-16,-6 0-10 0,-4 2-1 0,1-3 3 0,-11 2-4 15,2-3 4-15,-8-1-11 0,2 0 5 16,-6 0 1-16,-6-1 0 0,12-2 4 0,1-2-3 16,2-2-5-16,5-2-16 0,-5-1-15 0,11 1-16 0,5 0-28 15,3-3-20-15,2 4-39 0,0-2-38 0,7 5-42 16,7-14-49-16,1 5-27 0,5 1-40 0,2 1-168 16,5-2-533-16,-3 3 237 0</inkml:trace>
  <inkml:trace contextRef="#ctx0" brushRef="#br0" timeOffset="-184419.92">3669 10452 4 0,'0'0'207'0,"12"-4"-2"0,-2 0 4 15,-2 1-4-15,0-1-5 0,-1-4-6 0,6 4-8 16,-5-4-5-16,6-4-7 0,-6 1-5 0,7-3-13 0,-7-1-6 15,4 1-12-15,-1-4-2 0,-6 2-15 0,3 1-6 16,-1-9-8-16,1 0-8 0,-3-2-10 16,-1-1-3-16,1-2-13 0,-4 0-2 0,-1-1-7 0,0 1-9 15,0-1-4-15,0 3-2 0,0 8-1 0,-3 4 6 16,-4-5 7-16,6 3-4 0,-3 6-4 0,1 0 0 16,-2 4-7-16,2 2-9 0,-6 4 0 0,9 1-4 15,0 0-4-15,-24 11-1 0,15 2-7 0,-4-2 1 16,5 2-3-16,0 5-4 0,-6 9-6 0,6-6-1 15,0 9 1-15,1-4-3 0,2 2-9 0,-3-1-12 16,8 4-4-16,-2-4-10 0,2-3-11 0,2 6-3 16,0-13-8-16,9 2-4 0,-1-2-1 0,-3 1-3 15,6-3-2-15,0-3-1 0,-3-1-3 0,3 0-4 0,4-4-2 16,-1-2-3-16,1-3 1 0,-2 0 3 0,1-4 8 16,-2-3 6-16,2 3 6 0,-1-5 4 15,0 1 5-15,-2-1 6 0,-1 1 3 0,-2 0 5 16,0 1 7-16,-2 1 9 0,0 0 0 0,-3 2 3 0,-5 2 4 15,10-5 6-15,-10 5 7 0,0 0 5 0,13 7 2 16,-9 0 1-16,-1-3-1 0,-3 3-1 16,2 2 0-16,3-1 1 0,-4 0-2 0,6 1-3 0,0 0 2 15,1 0-4-15,-2-2 1 0,3 2 1 0,-1-1-3 16,5-2-1-16,2 2 1 0,0-1 2 0,-2-2-5 16,4-4 0-16,4-2 2 0,1-3-1 0,-1 3-2 15,-6-1-2-15,2-3 1 0,-1-3-1 0,-2-3 1 16,1 4-2-16,-4-3 2 0,-3-1 1 0,-6 0 0 15,3-2 0-15,-3 3 4 0,-2-1-3 0,-5-4 7 16,3 5 0-16,0-4 0 0,-9 1 3 0,3 3-1 16,-1 3-1-16,1-3 2 0,-2 7-5 0,0-4-1 15,-5 3 0-15,7 3-2 0,-2-1-1 0,10 2 1 0,-20 2-12 16,12-1-13-16,8-1-14 0,-17 4-20 16,12-2-20-16,5-2-16 0,-1 6-7 0,1-6-23 15,0 0-22-15,15 9-15 0,-2-9-15 0,3 0-7 0,6 3-8 16,-1-1-139-16,11-2-351 0,-4-2 155 0</inkml:trace>
  <inkml:trace contextRef="#ctx0" brushRef="#br0" timeOffset="-183736.64">4700 10224 87 0,'7'-1'139'0,"-5"-2"5"16,-2 3 5-16,0-7 6 0,0 7 2 0,0 0 17 16,-9-7 10-16,-4 5 9 0,3-1 4 0,-3 3-1 15,-2 3 0-15,-7-1-8 0,3 4-6 0,2-3-1 16,-6-2-8-16,1 7-8 0,4 4-15 0,0-5-18 15,3 4-11-15,-1 1-12 0,-1-1 7 0,2 2-28 16,3-1-6-16,3 2-13 0,2 1-10 0,2-5 12 16,2 2-18-16,-2 2-8 0,10-3-5 0,-2-2-6 15,4 2 4-15,7 1-12 0,1-3-9 0,7-2-26 0,4 4-8 16,-2-7-22-16,-3 1-17 0,6-3-18 16,4 2-17-16,-5-4-16 0,4-4-7 0,0 2-12 15,-10 0-6-15,10-5-11 0,-9-2-2 0,-6-2-4 0,8-1-3 16,-3 5 6-16,-5-6 4 0,-2 0 8 0,2-3 10 15,-5 0 4-15,-3-3 17 0,1 0 5 0,-3-1 11 16,-2-4 11-16,1 2 7 0,-8-2 15 0,4 0 12 16,-3-2 7-16,-5 2 21 0,3-3 25 0,3 8 22 15,-3 0 10-15,3 0 16 0,-6-6 8 0,2 4 6 16,1 4 8-16,-4 1 8 0,9-2 9 0,-5 7 6 16,2 4 7-16,3-2-5 0,0 0-4 0,-7 2-9 15,7-1-12-15,0 8-6 0,-1-6-12 0,1 6-6 16,0 0-4-16,0 0-3 0,0 0-10 0,0 0-1 15,8 25-5-15,-5-13-1 0,2 3-5 0,4 1-1 16,-9 0 0-16,5 10-7 0,1-1 0 0,-1 2-2 16,-2 0-2-16,-1 0 1 0,0-3-2 0,-2 6-2 0,3-1-3 15,-6-5 2-15,1 4-3 0,2-2-2 16,-2 1 2-16,-1-7-2 0,3 0 1 0,0-5-3 16,0 1-2-16,0-4 1 0,0-1-1 0,0-4 2 15,0 0-3-15,0 0 1 0,0-7 0 0,0 0-1 0,0 0-4 16,0 0 2-16,0 0 3 0,0 0-2 0,17-17-2 15,-14 9-2-15,2-3 2 0,3-4 2 0,1 0-4 16,-1 0 2-16,0 0 5 0,4-4-4 0,-2-7-4 16,-2 11 4-16,3-5-2 0,-2 5 0 0,-1 2 1 15,0 2-1-15,-1 1 4 0,-2 1-1 0,-2 1-1 16,4 1-1-16,-4 2-1 0,-3 5 2 0,3-4 3 16,-3 4 3-16,0 0 6 0,0 0 6 0,5 24 0 15,-8-16 4-15,1 3 1 0,4 5-4 0,-2 0-2 16,0-1 0-16,3 4 0 0,1-5 4 0,2 4-9 15,1 0 5-15,-2-5-10 0,5 5 2 0,0-4-6 16,3-1-16-16,0-1-19 0,2-1-30 0,2-2-41 16,1-5-38-16,-2 1-45 0,6-5-60 0,-4 0-229 0,4 0-513 15,-4-5 227-15</inkml:trace>
  <inkml:trace contextRef="#ctx0" brushRef="#br0" timeOffset="-183485.06">5331 10233 199 0,'2'7'254'0,"3"-4"-4"16,-5-3-10-16,8 5-12 0,-2-2-14 0,4-3-18 15,-1 3-17-15,4-3-19 0,-3 4-15 0,10-8-17 16,-5 4-14-16,1-3-16 0,4 3-31 0,5 0-38 16,-7 3-39-16,-1-3-45 0,-1 0-49 0,4-3-51 15,-5 2-52-15,-2 1-122 0,4 0-355 0,-4 0 157 0</inkml:trace>
  <inkml:trace contextRef="#ctx0" brushRef="#br0" timeOffset="-183186.59">5606 10132 37 0,'0'0'272'0,"-17"2"-9"0,9 2-9 0,3 1-10 0,5-5-6 15,-5 4-6-15,5-4-9 0,-5 7 0 0,5-7-2 16,5 7-4-16,5-3-17 0,0 1-8 0,6 2-22 15,6 1 8-15,-4-4-38 0,2 3-12 0,6 1-15 16,1 3-6-16,-7-3-21 0,8 4-9 0,-7-4-4 16,-1 0-6-16,-2 3-12 0,-4 1 3 0,1-4-4 15,-9 4-8-15,3-1-11 0,-3 5-5 0,1-5-15 0,-7 1-23 16,-2 0-22-16,-9 0-34 0,2 5-36 16,-4-4-42-16,-4 6-39 0,-2-2-51 0,-5-7-59 15,-5 6-243-15,0-3-578 0,13 1 256 0</inkml:trace>
  <inkml:trace contextRef="#ctx0" brushRef="#br0" timeOffset="-181469.23">4897 11122 32 0,'0'0'242'0,"0"-10"-21"0,0 10-13 15,0 0 2-15,0 0 0 0,0 0-2 0,0 0-11 16,2 25-9-16,0-16-7 0,-2 6-9 0,0 0-14 16,0 2-9-16,3 2-14 0,-3 3-11 0,3 1-11 15,2 4-12-15,-3 0-13 0,4 0-9 0,-4-1-6 16,5 3-2-16,-6-4-12 0,6-1-3 0,0 3-8 16,-2 0-7-16,-2-10-6 0,5 3-9 0,-5-5 7 15,-1 0-6-15,3-3 2 0,2-4 2 0,-4 3-11 0,2-6-2 16,-3-2 0-16,6 1-1 0,-8-4 0 15,0 0-4-15,21-9 1 0,-16-1-2 0,5 0-3 16,-3-4 0-16,1-1 4 0,2-2 2 0,-5-1 2 0,2 1 2 16,1-1 0-16,-6 0-2 0,4 0 6 0,-1 4 2 15,-5 2 15-15,2 0-7 0,3 1 1 0,-3 0-4 16,-2 6-3-16,0-2-5 0,6-1 3 0,-6 8-8 16,0 0 0-16,0 0-11 0,0 0 10 0,0 0-5 15,22 12 1-15,-14-1-3 0,0 1 1 0,5 0-2 16,1 4-1-16,-4-2-5 0,5-1 4 0,-1 1 0 15,0 2-3-15,2-1-1 0,-1-3-1 0,3 2-3 16,-3-2-1-16,0-3 1 0,0 0 2 0,-5-3-1 16,2-2-3-16,-7 0 4 0,8-4 0 0,-13 0 5 15,15-9 0-15,-7 2-3 0,-1 0 6 0,1-2-11 16,-8 0 6-16,5-8 0 0,0 5 1 0,-2-6 1 16,-6-1 11-16,3-1-8 0,-4-4 11 0,3-1 13 15,1 0-19-15,-5 4 3 0,5 3-3 0,-5-5-1 16,2 3-4-16,1 2-2 0,-3 2 4 0,5 1-5 15,0 3 7-15,0 1-16 0,0-1-24 0,0 7-16 16,5-3-36-16,0 6-19 0,-5 2-25 0,0 0-27 0,0 0-25 16,18 10-32-16,-11-3-14 0,1 3-15 0,7 0 1 15,-7 3-1-15,5-1-9 0,1 3-135 0,-6 0-412 16,7-1 183-16</inkml:trace>
  <inkml:trace contextRef="#ctx0" brushRef="#br0" timeOffset="-180436.73">5679 11374 67 0,'4'-2'122'0,"0"-4"-3"0,-3-1 15 0,3 0 8 16,-4-2 6-16,1 1 6 0,-1 1 10 0,0-3 7 16,-1 0-9-16,1 2-3 0,-4 0-7 0,3-1-7 15,-6 3-8-15,4-3-10 0,0 5-12 0,-4 2-9 16,7 2-13-16,-12-5-6 0,12 5-10 0,0 0-6 16,-23 9-12-16,13 2-3 0,-1-2-10 0,-4 1-1 15,2 5-7-15,1 2-3 0,2 0-4 0,3 2-3 16,-1-2-6-16,3-1 1 0,3 3-3 0,1-2-9 15,-6-5-4-15,7 3-2 0,7-6-1 0,-6 3-2 16,1 0-2-16,3-6-1 0,-5 1 2 0,8-5-3 0,-1-1 3 16,3-1 2-16,-10 0-2 0,20-4 2 0,-9-4-4 15,-1 0 5-15,4-2-3 0,-5-2 2 0,8 0-2 16,-7-1-1-16,2 2 2 0,-6 0 0 0,6-1 6 16,-2-2 2-16,-4 5 5 0,1-2 6 0,-5 4 1 15,4-1 0-15,-1 1-5 0,-2 1 1 0,-3 0-5 16,0 6-1-16,0 0-1 0,0 0-2 0,0 0 2 15,14 17-2-15,-11-10 2 0,-1 1-4 0,3 1 5 16,0 3-7-16,1 1-1 0,3 2 3 0,-1 0-3 16,0 1-4-16,5-2 7 0,-4-2-4 0,5-1-2 15,5 2-3-15,-3-7-1 0,-1 3 1 0,0-2 4 16,5-5-6-16,-4 1-3 0,-1-3 1 0,-1-3 1 16,-3 0-3-16,4-6 1 0,0 1 0 0,2 1-1 0,-3-5 0 15,1 0-4-15,-6-3 4 0,1 0-3 16,-2-3 1-16,-3 0 1 0,5-5-1 0,-4-1 2 15,3-3 2-15,-14 2-1 0,10-4 0 0,-10-3 2 0,5 1-3 16,-4 0 4-16,3 4 3 0,1 1 9 0,-5 2 6 16,-4 6 5-16,6 2 2 0,-2 1 2 0,0 0 5 15,0 2 1-15,0 2 7 0,0 5 0 0,4-4 3 16,-6 3-4-16,4 3-8 0,3 4 7 0,-12 0-15 16,12 0-2-16,0 0-1 0,-16 7 2 0,11 5-2 15,-2 2-4-15,4 4 9 0,-4 3-12 0,7 0 0 16,0 5 2-16,0-1-1 0,0 4-3 0,2 2 0 15,1 0-2-15,2 1 0 0,2-3-3 0,-1 0-3 16,7 9 1-16,-1-10-2 0,1-1-13 0,2 2-7 16,2-2 7-16,-2 0-9 0,3-9-8 0,-3-1-6 15,0-4-2-15,-2 1-3 0,2-5-11 0,0-4-11 16,-7 2-8-16,5-6 0 0,-5-2 0 0,-8 1 0 16,22-9 2-16,-14 2 7 0,-1-3 0 0,1-3 6 0,-3-1 11 15,-2-6 2-15,2 3 5 0,-1-9 4 16,-1 8 1-16,0-23 7 0,1 14-6 0,-4-13 10 15,0 11-2-15,0 1 10 0,0-2 4 0,0-2 9 0,1 9 3 16,-1-6 5-16,0 4 4 0,2 3 8 0,-2 6 7 16,5-2 8-16,-5 9 7 0,0 0 9 0,0-5-5 15,0 5-1-15,2 5-8 0,-2 4-3 0,0-11 0 16,0 11-8-16,0 0-3 0,0 0 2 0,1 23-3 16,2-5-4-16,-3 0 0 0,0-1 1 0,-4 4-4 15,4 4-1-15,-4 2-1 0,4 2-2 0,0 10-2 16,0-11 0-16,0 2 1 0,0-2 0 0,2-1-2 15,-2 3 0-15,3-3 0 0,0-3 2 0,1-2-3 16,1-5 1-16,-2 0-5 0,2-5 0 0,2 1-1 16,-6-5 0-16,6-2-4 0,-2-1 0 0,0-4 4 15,1 2-5-15,-6-3 3 0,0 0 3 0,19-11-1 16,-14 4-1-16,-2-3-1 0,4 0 0 0,-4-7 0 0,4 3 3 16,-3-1 1-16,5-5-4 0,-8 5 4 0,6-2 4 15,0 2 9-15,-6 1 16 0,6 2 8 16,-7 0 12-16,2 0 2 0,4 4 10 0,-6 1 6 0,0-1-13 15,0 4-6-15,0 4-7 0,0 0-2 0,0 0 0 16,0 0-3-16,0 0-2 0,0 0-8 0,8 21 1 16,-8-6-3-16,5 0 1 0,-5 0-9 0,7 3-1 15,-5 0-1-15,4-1-4 0,4 6 2 0,4-6-18 16,-1-2-24-16,3 1-25 0,-1 1-42 0,-2-4-45 16,9 4-44-16,-2-7-62 0,-4-2-264 0,1-2-553 15,1-3 245-15</inkml:trace>
  <inkml:trace contextRef="#ctx0" brushRef="#br0" timeOffset="-179603.1">5160 12261 2 0,'0'-18'336'0,"0"9"-4"15,-5 1-7-15,5-1-11 0,-1 2-10 0,1 3-23 16,0 4-25-16,0-11-29 0,0 11-25 0,0 0-16 16,0 0 2-16,0 0-13 0,0 0-9 0,0 33-14 15,1-12-10-15,4-6-15 0,-3 11-14 0,5 2-6 16,-6 0-14-16,8-1-11 0,-3 3-3 0,-6 1-11 0,9-4 0 15,-1 0-14-15,-2 4-4 0,3-4-8 0,-6-11-29 16,4 11-26-16,-4-7-29 0,2-5-29 16,-2 0-25-16,1-3-33 0,-1-3-29 0,2 1-32 0,-4-5-45 15,4-2-46-15,-5-3-39 0,0 0-172 0,0 0-532 16,0 0 235-16</inkml:trace>
  <inkml:trace contextRef="#ctx0" brushRef="#br0" timeOffset="-179387.05">4995 12187 312 0,'-2'-7'346'0,"-6"-1"-7"0,3 1-9 0,2 0-8 15,-1-3-11-15,4 3-5 0,0 2-29 0,4-7-25 16,-1 5-14-16,2-1-26 0,3-2-19 0,2 1-19 16,5-4-23-16,5 6-9 0,1-4-14 0,3-1-14 15,5 5-13-15,0-3-8 0,0 1-31 0,3 3-39 16,-1-1-48-16,2-1-30 0,-1 4-37 0,-6 2-40 0,-4 2-48 15,11 3-50-15,-13 0-61 0,-4-2-280 0,6 10-617 16,-9-7 273-16</inkml:trace>
  <inkml:trace contextRef="#ctx0" brushRef="#br0" timeOffset="-178236.59">5465 12486 197 0,'0'-6'223'15,"7"0"-6"-15,-4 0-14 0,2 0-19 0,5 3-6 16,-5 1-12-16,-5 2-17 0,15-4-14 0,-15 4-3 16,15 6-10-16,-9-3-7 0,7 3-9 0,-1 3-12 15,0 7-6-15,-2-4-11 0,1 5-8 0,-1-4-4 16,2 7-8-16,-9-2-7 0,5 0-4 0,-3 2-2 0,3-3-5 15,-6 3-4-15,3-3-2 0,-5-1 5 0,2 0-5 16,-4-5 0-16,2-2 6 0,-2 2 1 16,-1-4-1-16,1-1 3 0,-1-3-2 0,-3 1 3 15,6-4-2-15,0 0-1 0,0 0-2 0,-22-12 0 0,17 5 1 16,3-1-4-16,1 0-2 0,1-8-3 0,3 0-1 16,4 0-9-16,-1-4-2 0,3 0-8 0,2 4-5 15,1-8-7-15,1-3-11 0,4 11-8 0,2-4-12 16,-4 2-6-16,0 7-15 0,2-5-8 0,3 4-16 15,-5 4-10-15,1 0-16 0,6 0-10 0,-16 6-14 16,14-2-2-16,-3 3-13 0,-2-1 3 0,-1 0-16 16,3-1 13-16,-5 3 0 0,1 0 13 0,0-1 7 15,-1 2 12-15,1-1 8 0,-3 3 16 0,-10-3 10 16,20 0 1-16,-14-3 11 0,-6 3 11 0,15 0 20 16,-15 0 9-16,8-2 11 0,-8 2 3 0,9-5 23 15,-9 5 5-15,0 0 15 0,0-6 17 0,0 6 2 16,0 0 10-16,0 0 20 0,-10-11 11 0,3 8 10 0,7 3 2 15,-18-1 3-15,8 1 0 0,10 0 0 0,-21 1-6 16,7 2-3-16,3 5 0 0,-4 1-5 16,0-2-2-16,-5 4-1 0,3-2-9 0,3 3-7 0,-1 2-5 15,1 1-8-15,1 0-4 0,-2 4-2 0,7-6-12 16,1 2-3-16,-1 2-5 0,3 1-5 0,4-2-1 16,2-1-1-16,-1-6-5 0,7 2-4 0,-1-4-7 15,1 2-6-15,6-2-7 0,-3-3-10 0,10-4-14 16,-3 0-7-16,2-3-9 0,-2-2 2 0,3 1-6 15,1-2 8-15,-4-1-7 0,1-4 4 0,2 2 5 16,-3-3 5-16,-4-1-1 0,-2 2 5 0,1-4 2 16,0 5 6-16,-6 0 11 0,-1 0 6 0,0 3 15 15,0-1 10-15,-3-1 6 0,-2 1-1 0,0 8 2 16,0-5-4-16,0 5-4 0,0 0-1 0,0 0-4 16,-12-5 1-16,12 5 2 0,0 0 1 0,-11 15-1 15,6-5-3-15,1-2-1 0,1 1 2 0,-2 1-5 16,2 2-3-16,-1 6-1 0,1-6 3 0,3 5-6 0,0-5 2 15,3-2-1-15,1 0-4 0,-4-1 3 0,3-1-1 16,0 0 0-16,2-4 0 0,0 3-3 16,2-6 4-16,0 2-1 0,-7-3-5 0,0 0 5 0,23-6-3 15,-17 0 0-15,3 0-1 0,-3-2 0 0,7-5 0 16,-6 1 0-16,1-3-2 0,1 1 0 0,-1-5 0 16,5 2 1-16,-6 2 0 0,3-4-1 0,-7 1 1 15,4 1 4-15,1 1 4 0,-6 7 5 0,3 0 5 16,-2 0-1-16,0 1 5 0,0 0-9 0,-3 1 0 15,5 5-6-15,-5 2 8 0,0 0 2 0,2-5-10 16,-2 5 0-16,0 0 0 0,7 14 1 0,-7-14-7 16,0 15 4-16,1-5-1 0,-1 0-1 0,2 2 1 15,3 2 0-15,-5-4-6 0,5 8 3 0,-2-6-2 0,-3 5 3 16,5-2 0-16,-3-3 2 0,-2-2-2 16,5 2-2-16,-2-4 1 0,-3-1-4 0,2 1 3 15,-2-4 4-15,3 4-1 0,-3-8-5 0,0 0 6 16,0 0-3-16,0 0 1 0,0 0-3 0,0 0 0 0,0 0 5 15,12-20-3-15,-9 10 4 0,4 1-5 0,-1-3-1 16,-1-3 5-16,2 2 13 0,4-1 11 16,-2-1 3-16,-3 0 11 0,4 3 10 0,-2-1 1 0,1 5 8 15,-3-3-5-15,4 4-2 0,-1-1-1 0,1 1 3 16,-4 1-1-16,2 4 5 0,-1-2-3 0,1 1-10 16,-8 3-1-16,15 0-3 0,-15 0-4 0,17 3-9 15,-12 1-1-15,1 3-3 0,3 1 0 0,-3-1-2 16,1 5-7-16,-5-4 16 0,4 0-15 0,1 4-5 15,-1-3 0-15,1 4-17 0,-4-5-25 0,4 3-20 16,1-3-19-16,-3-1-27 0,-3-2-46 0,4 6-33 16,-1-7-45-16,0 3-36 0,-5-7-36 0,12 0-256 15,-4 1-591-15,-8-1 261 0</inkml:trace>
  <inkml:trace contextRef="#ctx0" brushRef="#br0" timeOffset="-177852.77">7114 11571 61 0,'0'-4'414'0,"0"4"-10"15,1-9-5-15,-1 1-21 0,0 8-25 0,-1-10-38 16,1 10-22-16,-5-7-26 0,5 7-19 0,5-9-27 15,-5 9-21-15,1-7-12 0,-1 7-29 0,0-8-19 16,0 8-26-16,0 0-51 0,7-3-46 0,-7 3-51 16,0 0-53-16,15 2-62 0,-15-2-64 0,0 0-63 15,16 1-71-15,-16-1-175 0,13 4-565 0,-13-4 250 16</inkml:trace>
  <inkml:trace contextRef="#ctx0" brushRef="#br0" timeOffset="-177687.13">7166 11269 52 0,'0'0'285'0,"-8"-5"-27"15,8 2-27-15,0 3-22 0,0 0-25 0,-6-7-17 16,6 7-17-16,-7-4-15 0,7 4-30 0,0 0-39 16,0 0-50-16,0 0-75 0,0 0-71 0,0 18-149 15,0-18-301-15,13 9 134 0</inkml:trace>
  <inkml:trace contextRef="#ctx0" brushRef="#br0" timeOffset="-177053.69">7767 11208 96 0,'0'-15'300'0,"0"0"-17"16,-3 3-16-16,0-3-15 0,-2-2-17 0,-2 9-12 16,0 0-17-16,-2-4-11 0,0 6-26 0,-4 3-16 15,0 1-6-15,-4 5-24 0,1 4-10 0,-3 0-8 16,3 8-16-16,-1 4-6 0,-1-5-12 0,3 7-6 16,-1 5-5-16,1 1-5 0,0-4-15 0,7 6-2 15,1-4-5-15,0 2-6 0,6-1-4 0,2 1-1 16,-1-10-4-16,7 2-8 0,0 1-1 0,1-5-8 15,7-2-1-15,0 1-4 0,0-6-5 0,-2 0-10 0,7-7-3 16,0 1 4-16,-1-1 1 0,3-2-1 16,-2-1 4-16,-2-2-2 0,2-2 4 0,-2-1 3 15,0-1-3-15,-3 1 5 0,0-4-2 0,-5 3 4 0,5 0-1 16,-8 0 5-16,1 0 3 0,-2 2 4 0,1 1 1 16,-4 3 5-16,2-3-3 0,2 1-2 15,-7 4-2-15,0 0 2 0,8-3-4 0,-8 3 1 0,0 0 1 16,7 12 5-16,-7-6-5 0,0-2-5 0,6 4 8 15,-4 3-4-15,-2-4-2 0,7 5 1 0,-1-3 0 16,-4-2 0-16,3 1-1 0,-3 4 2 0,4-6-5 16,-6 0 4-16,7 3-5 0,-5-3 3 0,3-2-2 15,-2-2 3-15,-3-2 0 0,0 0-1 0,0 0 0 16,0 0 1-16,11-9-1 0,-9 4-1 0,3-2 2 16,-2 1-2-16,2-3 3 0,-3 0 0 0,6 0 6 15,-1-5 2-15,1 1 5 0,0-1 4 0,-3 2 2 16,12 2 6-16,-10-2 3 0,1 0 3 0,0 0 3 15,2 4-4-15,0 1-5 0,-2 2-2 0,5-2 0 0,-6 2-7 16,3 1 1-16,-2 1-3 0,6 3-1 16,-5 0-2-16,-9 0-2 0,17 3 1 0,-7 3-8 15,-3-1 6-15,1 0-8 0,-2 3 8 0,1-1-12 0,-4 1-13 16,4 1-15-16,-2 1-21 0,-3-1-29 0,6-1-34 16,-8 2-38-16,0-1-38 0,5-2-50 15,-3-2-41-15,-2 1-180 0,5-1-498 0,-5-5 221 0</inkml:trace>
  <inkml:trace contextRef="#ctx0" brushRef="#br0" timeOffset="-176820.54">8335 11083 126 0,'0'-12'338'0,"0"4"-9"0,-5-2-7 0,3 3-16 16,-4 1-16-16,6 6-24 0,-2-7-19 0,2 7-13 15,0 0-12-15,0 0-13 0,-15 16-15 0,9-5-13 0,4-1-16 16,-3 10-16-16,5 0-12 0,0 4-18 16,0 8-27-16,0-3 2 0,0 5-1 0,7-2-19 15,-1-2-17-15,1 2-27 0,1-3-33 0,0-2-22 0,2 2-37 16,4-4-28-16,0-3-31 0,-9-2-32 0,7-5-35 16,-9-3-49-16,4-5-36 0,1 1-248 0,-4-1-563 15,2-2 249-15</inkml:trace>
  <inkml:trace contextRef="#ctx0" brushRef="#br0" timeOffset="-176670.55">8343 11246 203 0,'0'-7'186'16,"0"3"-18"-16,0 4-10 0,-5-9-17 0,5 9-15 16,0 0-14-16,0 0-6 0,14-3-17 0,-14 3-30 15,19 11-43-15,-7-10-40 0,5 5-54 0,-1 0-133 16,1 3-228-16,3-1 102 0</inkml:trace>
  <inkml:trace contextRef="#ctx0" brushRef="#br0" timeOffset="-176487.07">8904 11427 324 0,'0'0'338'0,"0"0"-26"16,0 0-27-16,0 0-32 0,0 0-19 0,-15-15-21 15,15 15-24-15,-6-11-21 0,4 9-14 0,2 2-17 16,-5-8-26-16,5 8-27 0,-1-10-38 0,1 10-55 16,0-7-60-16,0 7-85 0,0-7-75 0,-4 2-170 15,4 5-430-15,-3-7 190 0</inkml:trace>
  <inkml:trace contextRef="#ctx0" brushRef="#br0" timeOffset="-176320.42">8813 11164 260 0,'0'-5'267'0,"-3"-1"-15"0,1-1-23 16,2 7-19-16,0 0-23 0,-3-9-19 0,3 9-19 15,0 0-16-15,-3-5-28 0,3 5-28 0,0 0-42 0,0 0-48 16,0 0-53-16,0 0-55 0,21 13-62 0,-17-7-99 16,2 0-305-16,-1-3 136 0</inkml:trace>
  <inkml:trace contextRef="#ctx0" brushRef="#br0" timeOffset="-176120.43">9196 11067 65 0,'0'0'349'0,"0"0"8"0,0 0 4 16,0 0-10-16,0 0-24 0,-19 18-12 0,18-8-13 15,-4 1-19-15,5 5-24 0,-5-1-24 0,2 2-22 16,6 9-18-16,-6 1-21 0,3-4-18 0,3 9-17 15,-6 1-22-15,6 4-51 0,-6 4-53 0,3 4-71 0,-4-1-63 16,-1 2-74-16,2-4-90 0,-7 5-318 16,7-4-654-16,-6-4 289 0</inkml:trace>
  <inkml:trace contextRef="#ctx0" brushRef="#br0" timeOffset="-175386.59">7933 12461 121 0,'-8'-7'298'0,"-1"6"-16"0,-12-5-15 0,6 8-11 16,-7-1-10-16,1 8-10 0,-9 1-8 0,0 2-10 0,5 3-17 15,-1 4-12-15,3-3-11 0,0 5-19 0,9-3-15 16,-1 1-16-16,9 1-14 0,4-4-11 0,-4 2-7 16,6-1-12-16,6 2-13 0,2-1-1 0,2-2-8 15,5-1-7-15,5 0-7 0,0-5-23 0,2-1-20 16,2-4-10-16,0-2-6 0,-3-2-13 0,2 0-5 16,5-1 2-16,-6-1-8 0,1-2 0 0,-3 2 4 15,-4-6 1-15,-2 2 5 0,1-2 0 0,-7 2 5 16,0-3 0-16,-1 5 1 0,-1-1 5 0,-6 0 4 0,7-3 1 15,-7 7 5-15,3-3-2 0,-3 3 0 0,0 0 2 16,0 0 0-16,0 0 2 0,0 0-1 16,0 0 1-16,0 0 4 0,0 0-3 0,0 0 6 0,-1 18 5 15,6-14-2-15,-2 4-3 0,0 0 0 0,2-4 2 16,2 7 3-16,-1-10 0 0,4 3 1 0,-5 1 7 16,4-2 4-16,1 3 5 0,-1-5-8 0,-9-1 6 15,15-5-1-15,-15 5-2 0,17-5-5 0,-7 0 10 16,-2 0-3-16,2 0 4 0,-3-2-4 0,3-7 0 15,0 6 0-15,-1-5 0 0,8 1 18 0,-7-2-5 16,0 6 2-16,5-4 1 0,-7 1 10 0,7 0 9 16,-3 2 1-16,-3 2-9 0,-2-2 2 0,3-2-3 15,0 7-7-15,-5 1-12 0,7 0 5 0,-4 3-9 0,-8 0 0 16,20 3-6-16,-10 0 3 0,-4 3-4 0,2 0-4 16,-3-2-1-16,2 6 3 0,-2-1-8 15,2-2 1-15,-2 5-11 0,0-4-37 0,0 4-17 0,1-5-27 16,-1 5-23-16,-3-3-31 0,4 1-34 0,-4-1-34 15,3-1-36-15,-2-4-27 0,4 4-36 0,-7-8-215 16,7 7-558-16,-7-7 247 0</inkml:trace>
  <inkml:trace contextRef="#ctx0" brushRef="#br0" timeOffset="-175170.47">8527 12366 297 0,'0'-12'356'0,"0"3"-10"0,2 0 0 15,-2 0-11-15,0 4-16 0,1-2-30 16,-1 1-16-16,0 6-25 0,0 0-5 0,0 0 7 16,0 0-17-16,0 0-21 0,-3 17-21 0,5-6-17 0,-2 6-21 15,0 0-14-15,1 0-14 0,4 6-8 0,-5 1-16 16,2 2-25-16,5-1-37 0,-4 2-42 0,0 2-47 16,4-13-46-16,-1 11-31 0,-2-3-33 0,1-5-32 15,3-2-27-15,-3 3-43 0,-3-11-35 0,6 3-31 16,-3-4-194-16,-3 0-565 0,4-2 250 0</inkml:trace>
  <inkml:trace contextRef="#ctx0" brushRef="#br0" timeOffset="-175020.66">8585 12647 180 0,'-5'-8'237'0,"3"1"18"16,-4-4 12-16,1 3 5 0,3 1-6 0,-3 2-15 16,2-3-20-16,3 0-16 0,-5 2-10 0,5 6-19 15,0-12-12-15,0 4-16 0,0 8-24 0,8-4-11 16,-3-1-22-16,-5 5-39 0,20 0-60 0,-20 0-69 15,23 2-74-15,-6-2-83 0,-2 5-258 0,3-3-521 16,-2 9 231-16</inkml:trace>
  <inkml:trace contextRef="#ctx0" brushRef="#br0" timeOffset="-174852.81">9067 12748 78 0,'11'-7'364'0,"-11"7"-16"0,0 0-29 15,0 0-44-15,-5-9-24 0,5 9-25 0,-8-8-21 16,1 1-20-16,4 3-18 0,-2-3-15 0,5 7-23 16,-7-9-27-16,6 3-31 0,-6 1-34 0,2-2-56 15,2 3-74-15,3 4-92 0,-5-9-69 0,5 9-139 16,0-6-426-16,0 6 188 0</inkml:trace>
  <inkml:trace contextRef="#ctx0" brushRef="#br0" timeOffset="-174701.17">9045 12495 253 0,'-2'-9'309'0,"2"0"-7"16,-1 1-18-16,-6 0-17 0,5 1-14 0,-4 2-31 0,4-3-22 15,2 8-21-15,-5-7-24 0,4 0-13 0,1 7-27 16,-7-4-34-16,7 4-43 0,0 0-60 16,0 0-73-16,0 0-82 0,0 0-241 0,0 0-452 0,2 23 199 15</inkml:trace>
  <inkml:trace contextRef="#ctx0" brushRef="#br0" timeOffset="-174386.63">9242 12513 298 0,'8'-3'360'0,"-8"3"-30"15,0 0-18-15,0 0-12 0,0 0-5 0,0 0 1 16,17 5 5-16,-12 0 3 0,1-2 0 0,-6-3-17 15,9 8-20-15,-3-4-21 0,-4 4-24 0,5-1-20 16,-2 0-20-16,-4 2-12 0,6-1-20 0,-5 0-17 16,2 1-9-16,-2 3-12 0,-2-2-10 0,0 4-9 0,0-3-13 15,5-1-6-15,-5 1-7 0,3 0-8 0,-3 0-5 16,0-3-2-16,0 2-11 0,0-3 1 16,0 3-2-16,0-5-6 0,0 2-3 0,4-2-4 0,-4-5-1 15,3 8-4-15,-3-8 0 0,5 3-4 0,-5-3-3 16,15-1-25-16,-15 1-39 0,18-7-44 0,-6 4-46 15,4-4-56-15,-3-2-50 0,4 5-56 0,0-7-55 16,11 0-70-16,0 1-288 0,2-5-773 0,-4-3 342 16</inkml:trace>
  <inkml:trace contextRef="#ctx0" brushRef="#br0" timeOffset="-169203.59">6763 9522 21 0,'-12'-3'256'0,"-3"0"-8"16,2 2-10-16,1-4-10 0,1 3-12 16,-1 1-15-16,4-5-9 0,0 5-6 0,8 1-4 15,-12-5-16-15,12 5-8 0,-8 0-15 0,8 0-13 0,0 0-18 16,0 0-8-16,0 0-9 0,23-9-13 0,-3 6-6 15,1 1-6-15,11 1-10 0,2-3-6 0,13 2-4 16,9 2-3-16,2-2-3 0,3-1-12 0,20 0 1 16,0 3-1-16,1 0-9 0,5 0 3 0,1-1-3 15,1 1-4-15,-1 0-3 0,6-4 2 0,4 4-6 16,-2-4 3-16,-2-4 0 0,7 4 0 0,7 1-1 16,-2 0-1-16,-3-1 0 0,3-5-3 0,39-2 1 15,-47 7-3-15,4-4 2 0,3 3 7 0,-3-5-12 0,1 3-1 16,0-2 0-16,-1-2 1 0,-4 7-1 15,4-4 10-15,-6 3-13 0,0 3 0 0,-3-3-3 16,-2 1 3-16,-6 8 1 0,-3-4 2 0,-20 0-3 0,22 4 2 16,-23-4-2-16,-1 1 1 0,-2 1-4 0,0-1 2 15,-4 2 1-15,-2 0-2 0,4 0 0 0,-5 2 7 16,-4-3-6-16,-3 6-5 0,1-6 4 0,-2-1 3 16,-8-1 7-16,-1 4-8 0,1 0-3 0,15-3 12 15,-14 2-12-15,-6-1 4 0,5-1-2 0,-2-2 2 16,0-1-7-16,-3-1 8 0,1 3-2 0,1-1 1 15,-2-1-4-15,4-3 6 0,-4 4-6 0,0 0-1 16,0-6 0-16,-2 4 2 0,0 2 0 0,-3-2 4 16,-7-2-5-16,3 2 3 0,-1-1 2 0,0 3-2 15,-3-1 3-15,3 1-6 0,-9 1-2 0,1-4 3 16,3 4-1-16,-2-1 0 0,-3-2 2 0,5 2-2 16,-9 1 6-16,8 0-5 0,-14 0 3 0,23 0 0 0,-12 0-5 15,-1 0 1-15,7 0 5 0,-6 0-6 16,3 0 0-16,1 0 2 0,1 1 1 0,-3 2 1 15,4-3 0-15,-1 0 1 0,-1 1-2 0,0-1-1 0,-1 4 2 16,0-3-2-16,-2-1 0 0,-2 0-3 0,2 0 4 16,-12 0-2-16,18 2 2 0,-5-4 0 0,-13 2 0 15,17 0 3-15,-13 2 1 0,-4-2-3 0,10 1 0 16,-10-1-2-16,12 0 1 0,-12 0-2 0,8 3 0 16,-8-3 0-16,9 3 3 0,-9-3-1 0,8 3 0 15,-8-3-2-15,6 6 2 0,1 2 1 0,-5-5-1 16,4 2 0-16,1 0 0 0,-4 2 0 0,7 4-2 15,-3 3 2-15,-4-5 0 0,5 8-1 0,1-3 2 16,-1 1-5-16,-1 0 1 0,-1 2 7 0,2 3-4 16,4 3 2-16,-4 1-3 0,-1-2 2 0,3 1-1 15,0 4 0-15,-2-1 0 0,2-1 7 0,2 2-4 16,-6 3-1-16,6-2-1 0,-4-1 3 0,-1 0 8 0,1 0-1 16,-1-3 3-16,-1-4 2 0,3 5-2 0,-9-5 12 15,3 7-11-15,0-6 1 0,-3 0-4 0,2-1-1 16,3-5 1-16,-5 2-1 0,0 1-3 0,-5 2 3 15,3-4-9-15,2 2 2 0,0-1-4 0,0 0 9 16,0-3-6-16,-3-1 2 0,6 1 1 0,-6-4-1 16,3 6-1-16,-3-7-2 0,3 5 2 0,3-6 2 15,0 0 1-15,-6 3-5 0,6-3 1 0,-3 1-4 16,0 1 13-16,0-3-13 0,-3 2 3 0,6-5 3 16,-3-4-2-16,-3 12-3 0,3-12 3 0,0 8-6 15,0-8 6-15,0 0 0 0,0 7 2 0,0-7-5 16,-3 4 18-16,3-4 5 0,0 0-12 0,0 0-1 15,-7 4 3-15,7-4-11 0,-8 4 8 0,8-4-1 0,-9 5-3 16,9-5-2-16,-13 3-5 0,8 0 3 16,-1 1 0-16,-3-2 7 0,-2 0-4 0,2-1 2 15,-2 3-2-15,3-1-1 0,-2 0-2 0,-4 2 3 0,6-2-4 16,-8 1 14-16,-1 1-11 0,-3-1-1 0,0 3-1 16,5-1-1-16,-6-1 11 0,-4-1-10 0,-1 3 1 15,-4-2-9-15,0 2 2 0,-6-3 4 0,6 5-4 16,-13-7 5-16,6 4-1 0,4 0 2 0,-12-2-5 15,-3 1 3-15,17 1 0 0,-17-1 0 0,3-1 14 16,12-3-13-16,-10 9-5 0,7-6-2 0,-7-3 4 16,5 2-1-16,8 2 2 0,-5-2 0 0,4 3 7 15,-4-1-7-15,2-4 0 0,3 3 6 0,-5-1-7 16,4 1 0-16,-4-1 2 0,5-3 1 0,-4 2-6 16,2-2 4-16,2 5 4 0,-1 0-1 0,-1-4 0 15,8 2-2-15,-6-2 3 0,2 1-3 0,0-1 0 16,6 1-2-16,2-2 2 0,-8-2 1 0,0 4-1 0,-2-2-2 15,9 0 2-15,-8 0 2 0,3 0-1 0,-2-2 1 16,0 2-4-16,-2 2 4 0,3-2-1 16,-4 3 1-16,1-3-1 0,0 2-3 0,2 0-2 15,-2 1 8-15,2-3 3 0,-3 4 3 0,3-3 4 0,6 2-4 16,-8-3 8-16,7 0-4 0,-3 3 2 0,-2-2-4 16,-1-1 4-16,1 2-7 0,0-1 11 0,5 1-4 15,-7 1-6-15,9-6-3 0,-9 6-4 0,0-1 6 16,4-2-4-16,-6 0 4 0,1 1-1 0,-2 0-5 15,1-1-5-15,-1 0 2 0,0 0 6 0,3 3 1 16,0 1-1-16,2-4 5 0,0-2-4 0,0 4-3 16,0-2-5-16,0 0 0 0,0 1 3 0,-1-2 9 15,8 1-10-15,-2 1-2 0,0 2 1 0,-2-3 1 0,-3 1 0 16,-1-1 1-16,1 0 5 0,-1 3-11 16,-1-1-5-16,10-2 11 0,-12 1 0 0,4-1 13 15,2 0-24-15,4 0 13 0,1 2-2 0,-1-2-5 0,-1 3 4 16,-3 0 2-16,4-2-6 0,4 2 6 0,-4-3 12 15,1 2-11-15,-1 0-9 0,1-2 3 0,6 1 3 16,-7-1 3-16,4 4-3 0,0-4-5 0,1 0 6 16,1 0-4-16,-2 2-7 0,6-2 6 0,-6 1 3 15,3 3 0-15,2-4 3 0,-4 1-6 0,-4-1 9 16,6 3-5-16,-7-3-4 0,1 2 3 0,4-1 2 16,-13-1-3-16,11 1 5 0,-3 2-1 0,-8-1-4 15,7 0 2-15,-2-1-4 0,-3 2-8 0,-2 0 10 16,2-3 4-16,0 5 1 0,11-5-6 0,-4 4-5 15,-2-2 11-15,3 0-1 0,-2 1-4 0,6-1 1 16,-6 0 5-16,6-2-2 0,-1 1-6 0,-3 3 7 16,5-2-8-16,2-1 4 0,-3-1 1 0,2 4-3 0,1-4 1 15,2 0 2-15,2 1-8 0,-4-1 4 0,0 0 7 16,3 2 1-16,-2 0-3 0,-3 1-3 16,9-3 0-16,-4 3 2 0,-3-3-1 0,-1 0-4 0,6 5 2 15,-7-5 7-15,2 4-6 0,3-2 16 0,-3-1-16 16,-4-1 4-16,4 5-14 0,-2-5 12 0,-5 3-2 15,4 0 3-15,-2-2-1 0,-1 6 15 0,4-6-15 16,4 3-4-16,-6-1 3 0,1 2-3 0,-1-3 3 16,-3-1-3-16,4 0 3 0,-1 6-3 0,-1-4 2 15,3 1 2-15,5-3 13 0,-10 2-23 0,9-1 4 16,-1 3 5-16,-1-5 1 0,5 1-5 0,-7 0 14 16,5 2-8-16,-2-1 1 0,2 1-10 0,2-1 11 15,-5-2-1-15,1 1-9 0,2 2 3 0,10-3 8 0,-23 1-8 16,15 2 2-16,-5-1 0 0,-1 1-1 15,1-3 4-15,1 0-2 0,-2 0-2 0,-5-3 1 16,3 6-6-16,1-1 7 0,0-2-1 0,-5 1 1 0,5-1-3 16,-1 0 9-16,2 0-6 0,-4 0 1 0,3 0-3 15,4 0 5-15,-2-1-8 0,1 1 4 0,12 0 7 16,-22-2 1-16,14 2 12 0,8 0 6 0,-16-3 7 16,7 1 2-16,9 2-1 0,-16-3 4 0,8-1-2 15,8 4-9-15,-14-3 1 0,14 3 3 0,-8-8-6 16,3 7 2-16,5 1-6 0,0 0 3 0,-7-8 7 15,2 5 3-15,5 3-6 0,-6-8 9 0,3 0 13 16,-1 5 6-16,3-3 0 0,-4 0 0 0,3-6-1 16,-3 8-3-16,-3-4 5 0,6-4-3 0,-3 1-3 15,3-5-2-15,-4 1-2 0,-1 0 18 0,6-1-5 16,-8-1 7-16,3-2 1 0,-3-7-6 0,-1-1-6 16,0 4-2-16,4-7-2 0,-2 1-6 0,1 0-4 0,-6-11-3 15,9 9-5-15,-2 0 2 0,-1 1-5 16,1-3-1-16,6 3-4 0,-7-1-2 0,5 0-1 15,-1 0-1-15,3 3-3 0,0-1-1 0,-2 1 0 0,2 1-3 16,0-7-6-16,0 9 1 0,0-2 0 0,2-2-1 16,-2 4-3-16,3 7-2 0,-3-5 0 0,0 7-5 15,2-5-21-15,-2 3-33 0,5 3-39 0,-10 0-53 16,5-2-47-16,5 2-50 0,-3 7-50 0,-2-6-62 16,3 6-82-16,0-5-352 0,-1 5-854 0,3 1 377 15</inkml:trace>
  <inkml:trace contextRef="#ctx0" brushRef="#br0" timeOffset="-164937.85">9161 11126 17 0,'0'0'171'0,"2"-8"0"15,-2 8-8-15,3-11 0 0,2 7-4 0,-5-1-4 16,0 5-8-16,0-13-7 0,3 7-7 0,-1 0 2 16,-1 1-7-16,-1 5-4 0,9-7-1 0,-9-1-8 15,0 4-2-15,0 4-5 0,1-6-6 0,-1 6-9 0,4-10-5 16,-4 10-9-16,0-5-6 0,0 5-8 15,0 0-5-15,0 0-9 0,0 0-6 0,0 0 1 16,0 0-10-16,0 0-2 0,0 0-2 0,0 0-5 0,-14 24-1 16,8-13-3-16,6-3-3 0,-8 4 3 0,1 2-7 15,5 1 1-15,-6-1-26 0,0-1-25 0,-1 5-30 16,3-6-35-16,-2 6-28 0,1 2-36 0,0-7-42 16,2 2-45-16,4-1-129 0,-1 1-410 0,2-5 182 15</inkml:trace>
  <inkml:trace contextRef="#ctx0" brushRef="#br0" timeOffset="-164370.6">9116 11756 130 0,'0'0'231'0,"0"0"-5"0,0 0-9 0,0 0-5 16,0 0-6-16,0 0-7 0,0 0-10 0,0 0-1 15,0 0-18-15,0 0-4 0,0 0-11 0,0 0-3 0,0 0-12 16,0 0-17-16,0 0-9 0,32 1-13 0,-9-2-2 15,-3-1-15-15,1 1-19 0,4-4-47 0,8 3-52 16,-3-2-65-16,1-2-70 0,4-1-65 0,0 0-208 16,-4 3-479-16,-1-5 213 0</inkml:trace>
  <inkml:trace contextRef="#ctx0" brushRef="#br0" timeOffset="-160604.71">18443 8928 210 0,'0'0'391'0,"0"-5"7"0,0 5-19 16,2-10-14-16,-2 10-11 0,0-6-4 0,0 6-6 0,0-9-23 15,0 9-18-15,0-6-16 0,1 0-22 0,-1 6-21 16,5-9-24-16,-5 3-20 0,2 0-15 0,-2 6-24 16,7-11-17-16,-6 7-16 0,4-2-9 0,0-1-13 15,-2 0-11-15,4 0-12 0,-2 1-6 0,2 0-7 16,1-3-3-16,-3 3-16 0,0 0 0 0,3 0-5 15,-1-2-4-15,-1 3-5 0,3-2-5 0,-8 3 0 16,4-2-6-16,2 0-1 0,-5 3-2 0,-2 3-5 16,6-8 0-16,-6 8-4 0,0 0 3 0,0 0-9 0,2-4-4 15,-2 4-2-15,0 0-3 0,0 0-2 0,0 0 1 16,0 0-3-16,0 0 1 0,3 19 0 0,-3-10-4 16,0-1-4-16,3 7-4 0,1 3-5 0,-4-2 1 15,3 7-4-15,2 1 1 0,0 3-5 0,0 0 2 16,2 1-4-16,-2-1-2 0,0 2-1 0,0-2-1 15,3 0 1-15,-2 0 1 0,-4 0-1 0,5-2 2 16,-2-6 0-16,-4 0 2 0,-1 1 4 0,9-7 1 16,-9 5 1-16,0-9 1 0,0 9 1 0,0-7 2 15,0-4 2-15,0 2 1 0,0-5 2 0,0 3 4 16,-7-2 1-16,7-5 1 0,-2 8-1 0,2-8 2 16,-6 2-1-16,6-2 4 0,-12 0-1 0,12 0-4 15,0 0 6-15,-18-7 0 0,15 4 8 0,-9 2-9 16,7-3 2-16,-5 1 3 0,-3-2-4 0,5 3 0 15,-6-2 2-15,3 3-1 0,-1-4-3 0,1 3 5 0,-3 1 0 16,1-2-6-16,0 2 4 0,3 1-1 0,-3-2 1 16,13 2-1-16,-19-5 1 0,10 5 4 0,2-1-3 15,7 1-2-15,-15 0 4 0,15 0 0 0,0 0 0 16,0 0 5-16,-12 0-4 0,12 0-2 0,0 0-2 16,0 0 4-16,0 0-2 0,0 0 2 0,0 0-3 15,45-2 3-15,-27 2-2 0,4 2 1 0,3-2-2 16,4 0 2-16,3 0-6 0,-4 1 6 0,4 4-3 15,-4-3-4-15,1 2-22 0,-5-3-26 0,5 2-32 16,-5-3-29-16,-5 5-19 0,1-5-22 0,-3 4-25 16,-7-2-26-16,3-1-20 0,-5-1-32 0,1 4-26 15,-3-3-37-15,-6-1-254 0,0 0-624 0,0 0 276 16</inkml:trace>
  <inkml:trace contextRef="#ctx0" brushRef="#br0" timeOffset="-160070.72">18526 8502 184 0,'-10'-8'236'0,"3"4"-6"15,-1-1 0-15,0 0-10 0,-6 3-11 0,3-1-12 16,-6 6-12-16,1 0-3 0,-4 6-11 0,3 5-4 0,-9 3 1 16,3 6-15-16,-7 10-2 0,2 0-2 0,5 3-4 15,1 3 5-15,-6-3-2 0,1 7-11 16,6 3-10-16,-1-4-23 0,-1 4 3 0,5 2-6 0,3-5-19 15,0 4 0-15,4-2-15 0,4-5 15 0,4 4-24 16,-1-7-1-16,8-5-5 0,2 1-10 0,6-6 0 16,-2 3-2-16,11-5-4 0,11 6-9 0,1-4 2 15,3-7 11-15,4-5-15 0,5 5-7 0,6-10 2 16,0 4-8-16,-1-8 21 0,1-3-19 0,1-3-1 16,-4-6 1-16,3 3-3 0,-1-9-2 0,-7 3-1 15,-9-6-2-15,-2 4 5 0,-4-5-6 0,2 0 3 16,-5-5 3-16,-4-1 1 0,-4-5-5 0,-2 0 5 15,-2-12 6-15,-7 0-5 0,-6 1-7 0,0-5 9 0,-9 1 2 16,-1 11-6-16,-5-12-1 0,-8-3 4 16,-1 9-2-16,-5-4-3 0,-6 4 0 0,2 5-4 0,-9 1 0 15,4 4 0-15,-5 3-7 0,7 1-37 0,6 7-31 16,2 5-26-16,5-1-33 0,1 7-35 0,-1 0-44 16,6 5-44-16,4 0-45 0,5 0-39 0,0 5-230 15,4 0-612-15,3 3 271 0</inkml:trace>
  <inkml:trace contextRef="#ctx0" brushRef="#br0" timeOffset="-159637.27">18819 8736 17 0,'-7'0'301'0,"7"0"24"0,0 0 8 0,0 0 3 0,0 0 5 15,0 0 2-15,0 0-29 0,17-18-29 0,-7 7-19 16,1-3-7-16,9-4-16 0,5 1-21 0,15-9-26 15,1 1-13-15,9 0-15 0,-6-6-6 0,8 1-14 16,24-4-18-16,-5-10-11 0,3 9-7 0,-16 6-16 16,15-7-6-16,-2 0-8 0,-1 1-9 0,-17 5-6 15,3 3-7-15,-3-2-7 0,-2 0-6 0,-1 1-7 0,-5 2-2 16,-2 2-3-16,-7 3-5 0,-11 6-4 16,-3 4-7-16,-6 3-13 0,-3-2-17 0,1 5-17 15,-6 1-20-15,-2-3-34 0,-4 4-32 0,-2 3-22 0,8-5-16 16,-8 5-16-16,0 0-13 0,0 0-4 0,0 0-18 15,0 0-24-15,0 0-27 0,-23 12-42 0,17-9-42 16,6-3-186-16,-9 5-568 0,3-2 252 0</inkml:trace>
  <inkml:trace contextRef="#ctx0" brushRef="#br0" timeOffset="-159221.61">20186 7776 149 0,'0'0'329'0,"0"0"-34"15,10-3-25-15,-10 3-26 0,13 0-14 0,-13 0-10 16,17 1-21-16,-9 1-10 0,3 4-6 0,1-3-14 0,0 1-19 15,4 4-2-15,-1 3-26 0,-3-4-9 0,3 5-10 16,-4-1-7-16,6-1-6 0,-6 5 1 16,-2-3-6-16,4 3-8 0,-7 0-4 0,-4-3 8 0,5 3-21 15,-6-3-3-15,-1 0 5 0,0 2 12 0,-1 2 13 16,1-4 5-16,-14 3 3 0,11 0-3 0,-10-2-2 16,6-2-7-16,-1 0-8 0,1-4-5 0,-1 1-15 15,3-1 4-15,-3-2-5 0,8 2-13 0,-7-2 1 16,7-5-8-16,0 10 2 0,0-10-5 0,10 6-2 15,0-2-5-15,5-2-2 0,2-1-3 0,4 3-26 16,2-3-24-16,5-1-25 0,1 0-34 0,2-1-23 16,-1 1-31-16,0-5-27 0,-1 2-29 0,-7-3-38 15,4 3-22-15,-1-7-31 0,-2 2-39 0,4-7-197 0,-6 3-570 16,-4 0 252-16</inkml:trace>
  <inkml:trace contextRef="#ctx0" brushRef="#br0" timeOffset="-158870.64">20452 7650 19 0,'-33'-1'235'0,"-13"-6"18"0,3 14 6 0,-5-3-8 15,2 4-9-15,4-1-3 0,-1 6-8 0,0 0-16 16,5 4-17-16,8-2-2 0,2 5-23 0,2 1-12 16,2 1-15-16,6 5-2 0,3 0-8 0,4 2-16 15,7 4-7-15,-1 3-9 0,10-3-8 0,4-2-12 16,9 5-5-16,3 3-7 0,8-7-8 0,0 1-3 15,8-5-5-15,6 2-7 0,3-4-2 0,-1-6-5 16,3-4-2-16,-2 0-1 0,-1-5-7 0,6 0-5 16,-6-6-4-16,3-3-1 0,-7-4-2 0,-6-2 0 15,0-5-4-15,-4-3 2 0,1-2 2 0,-4-1-8 0,3-4 0 16,-9 2-3-16,-1-5 2 0,1-2-3 16,-4-15-5-16,-8 12 9 0,-3-1-6 0,-6-13-4 15,-2 11-1-15,-8-14-10 0,-4 16 3 0,0-6 0 0,-17-1-2 16,15 11-3-16,-5 1-15 0,-8 5-23 0,2 2-15 15,-16-4-28-15,8 12-24 0,-10-2-29 0,-4 9-26 16,2 2-32-16,-4 7-28 0,12 4-21 0,-11-2-40 16,6 10-168-16,-4 6-498 0,8-1 220 0</inkml:trace>
  <inkml:trace contextRef="#ctx0" brushRef="#br0" timeOffset="-158338.65">19049 9380 227 0,'-2'8'272'0,"-4"9"-8"16,11-2-1-16,-4 4-12 0,7 3 5 0,7 5 2 16,7-4-9-16,9 13-9 0,11-1-6 0,1-1-7 0,11-5-4 15,19 15-19-15,5 0-19 0,3-2-15 0,0-3-20 16,4-2-12-16,-6-1-17 0,2-2-7 0,-5 1-13 15,-3 0-10-15,-20-11-7 0,2 2-11 0,-9-2-8 16,-1 3-6-16,-4-3-20 0,-16-6-22 0,0-2-32 16,-5 1-15-16,-7-3-33 0,-5-1-31 0,0 2-28 15,-8-4-37-15,4 2-48 0,-9-4-55 0,5-3-29 16,-7 4-265-16,-3-5-601 0,5 1 265 0</inkml:trace>
  <inkml:trace contextRef="#ctx0" brushRef="#br0" timeOffset="-156621.7">21009 7933 174 0,'-12'-1'318'0,"12"1"12"16,-12-4-11-16,12 4-19 0,0 0-34 0,-11-2-19 16,11 2-22-16,0 0-21 0,0 0-19 0,0 0 32 15,0 0 22-15,18 10 12 0,-1-2-5 0,19 3-15 16,12-3-28-16,5 9-14 0,41-3-19 0,6-3-17 16,45 12-15-16,1-10-7 0,-4 1-19 0,10-2-13 15,-47-3-10-15,50 0-6 0,-7 4-13 0,-46-1-8 16,6-1-5-16,-9 1-22 0,-5 0-31 0,-4-3-35 15,-26-3-43-15,-7 3-47 0,-9-3-45 0,-14 0-44 16,-12 0-49-16,-2 0-49 0,0-4-36 0,-14-1-295 16,-1-1-693-16,-5 0 306 0</inkml:trace>
  <inkml:trace contextRef="#ctx0" brushRef="#br0" timeOffset="-156054.58">23215 8139 207 0,'0'0'320'0,"0"-7"-14"0,0 7-32 15,5-10-21-15,-4 6-16 0,-1 4-23 0,10-11-21 16,-3 10-18-16,1 0-21 0,6 1-11 0,-1 0-20 0,3 0-8 16,3 2-17-16,0 3-7 0,0 1-11 0,-1 0-11 15,3 2-2-15,-2-1-8 0,0 3-5 0,-2 1-7 16,1 2-2-16,-5-5-5 0,-4 6-6 0,-1-6-6 15,-1 2 0-15,-1 0-1 0,-3 1-5 0,-3 0-3 16,0-2 0-16,0 1 1 0,-9 0 0 0,5-3-3 16,1 3-2-16,-10-5-2 0,9 6 0 0,-1-8-6 15,-3 5-1-15,2-3 2 0,2 2 0 0,-1-2 1 16,5 2-4-16,0-7 4 0,2 12 3 0,1-5 4 16,5-3 9-16,-4 4 1 0,11 0 0 0,-2 0 1 15,0 0-1-15,5-1-3 0,-4 2-1 0,5-1-6 16,-2 6-1-16,-5-6 8 0,-2 0-7 0,3 1-7 15,-5-3 5-15,-1 2 0 0,-1-2 1 0,-2 3-1 0,-1-4 3 16,-6 3 1-16,1-2-2 0,-3 2 5 16,-5-3-7-16,2-2-3 0,-9 2 6 0,-1 1-5 15,-12 0-2-15,0 0-1 0,-4-2 2 0,4 0-8 0,-3-4-30 16,-2 0-25-16,-10-4-32 0,11 3-28 0,0-1-31 16,5 1-39-16,-1-3-28 0,3 0-49 0,11-3-40 15,-4 3-172-15,5-1-509 0,7-1 226 0</inkml:trace>
  <inkml:trace contextRef="#ctx0" brushRef="#br0" timeOffset="-155704.58">23238 7892 248 0,'-18'-3'334'0,"-2"6"-24"0,-2-1-28 15,8 6-17-15,-10 4 1 0,-2 6-24 0,6-2-12 16,2 2-10-16,3 6-19 0,-2 3-15 16,6-1-14-16,6 6-17 0,1-2-9 0,3 2 9 0,7 7-12 15,4 5 0-15,5-7-23 0,7 2-13 0,1 0-6 16,7-2-9-16,5-3-5 0,1 2-6 0,2-3-8 16,3-4-15-16,-1-2 2 0,5-3-8 0,-1-9-7 15,4-3-1-15,-8-2 0 0,-3-5-1 0,6-7-8 16,-9-3-3-16,-2 0-3 0,-2-6-8 0,-1-3 7 15,-5 1-4-15,2-5 2 0,-4 1 1 0,-3-5 7 16,-7-5 0-16,0 4-5 0,-7-5-6 0,1-3-1 16,-6 2-1-16,-1-3-15 0,-6 4-3 0,-1 0-17 15,-6-2-20-15,0 2-31 0,-8 3-33 0,-8-4-26 0,-9 6-31 16,-3 0-40-16,-6 7-44 0,-15 1-49 16,5 1-49-16,-24 4-255 0,-1 3-641 0,20 6 284 15</inkml:trace>
  <inkml:trace contextRef="#ctx0" brushRef="#br0" timeOffset="-153670.7">20631 8431 35 0,'-6'-5'271'0,"2"0"-3"16,4 5-19-16,-6-8-25 0,6 8-26 0,-2-5-16 15,2 5-21-15,0 0-16 0,0 0-12 0,2 23-2 0,8-7-5 16,-4 7-2-16,11 3 4 0,11 7 5 0,3 5-17 16,-3 0 5-16,14 3 8 0,7 20-1 0,-14-16-1 15,21 17 1-15,-6-2-9 0,1 4-4 0,-3 2-5 16,4-4-14-16,-1 1-12 0,-1-2-4 0,-14-14-4 15,7 13-4-15,2 3 0 0,-14-18-21 0,-1 0 0 16,-2 1-5-16,-5-2-4 0,4 1-3 0,-9-3-8 16,2 3 2-16,-5-3-1 0,-5-13-4 0,5 11-3 15,-10-13 3-15,1-3 0 0,1-5-5 0,-4 3-7 16,-1-6 0-16,1-1-8 0,-3-3 8 0,2-3-17 16,3 1-7-16,-2-2-16 0,0-5-15 0,-1 1-26 15,-2-4-38-15,8 2-40 0,-8-2-51 0,0 0-64 16,15-6-62-16,-7 3-254 0,1-5-620 0,-1-2 274 0</inkml:trace>
  <inkml:trace contextRef="#ctx0" brushRef="#br0" timeOffset="-153138.71">21932 9834 280 0,'-3'-8'302'0,"3"8"-25"15,0 0-22-15,0 0-12 0,0 0-21 0,0 0-6 16,0 0-8-16,-15 18-9 0,13-9-14 16,-4 4-14-16,2 0-13 0,-1 2-17 0,-3 3-12 0,8-3-16 15,-2 4-8-15,2 4-12 0,2-5-9 0,3-2-8 16,-2 4-5-16,4-2-10 0,-2-2-2 0,3 1-5 16,4-2-7-16,1-3-2 0,0 0-8 0,2-2 0 15,2-5 0-15,-2 2-5 0,-1-2-4 0,5-2-3 16,-4-6-8-16,3-2 8 0,-5 2-2 0,2-4-3 15,0 0 5-15,0-3 6 0,-7-2-3 0,5-1 1 16,-4 3 15-16,-3-2 16 0,2 1 9 0,-1-5 16 16,1 5 19-16,-6-2-6 0,1 5 3 0,-1-1-1 0,-2 0-6 15,5 5-14-15,-3-1-4 0,-2 5-17 0,0 0-6 16,0 0-6-16,0 0 0 0,0 0-8 16,0 0-4-16,-10 24-5 0,8-13-2 0,0 8-7 0,2-3-24 15,-3 3-24-15,3 0-32 0,0-1-26 0,5 1-27 16,-3 1-23-16,1 1-29 0,2-5-27 0,2 0-31 15,-3 0-41-15,6-2-44 0,-1-4-46 0,-1-3-237 16,-1-4-639-16,1 2 283 0</inkml:trace>
  <inkml:trace contextRef="#ctx0" brushRef="#br0" timeOffset="-152772.04">21972 9679 152 0,'-30'10'242'0,"2"2"-5"0,-5 1 1 0,-4 9-8 15,14 4 1-15,-5 6-7 0,0-1-6 0,6 2-14 16,1 3-4-16,9-8 2 0,2 11-24 0,9-5-9 16,1 9-8-16,5 0-15 0,5 1 11 0,4-7-5 15,5 2-15-15,7 3-17 0,2-7-5 0,7 0-16 16,3-1-3-16,2-4-13 0,3-6-6 0,10-4-5 15,-3-1-8-15,-4-4-8 0,4-9-2 0,-2-1-2 16,-2-4-13-16,-3-2 2 0,-10-5-3 0,3-2-3 16,-7-5-9-16,14-7 1 0,-17 3-4 0,1 0-2 15,2-15 0-15,-9 7 0 0,0-10-4 0,-5-4 2 16,-7 0-6-16,1-4 1 0,-9-2 0 0,-5 6-6 0,-4-5-1 16,-6 0-8-16,-4 1 3 0,-5 0-9 0,-5 4-13 15,-5-2-31-15,-2 5-21 0,-9 1-32 16,-1 4-32-16,-7 1-27 0,0 3-34 0,-21-3-31 0,21 11-57 15,-2 2-43-15,2 2-199 0,2 5-571 0,1-2 253 16</inkml:trace>
  <inkml:trace contextRef="#ctx0" brushRef="#br0" timeOffset="-150954.58">24244 9832 55 0,'0'0'307'0,"0"-7"19"0,0 7-18 16,2-4-25-16,-2 4-27 0,5-8-26 0,-5 8-20 16,2-6-20-16,-2 6-18 0,6-5-19 0,-6 5-18 15,9-7-15-15,-5 6-12 0,5-4-35 0,7-1-47 0,1 6-58 16,4-1-73-16,9-7-73 0,0 2-69 16,1 1-152-16,3 1-432 0,2 0 193 0</inkml:trace>
  <inkml:trace contextRef="#ctx0" brushRef="#br0" timeOffset="-150720.72">25277 9015 28 0,'0'-21'305'16,"0"4"-34"-16,5 1-26 0,-3 7-25 0,6-8-24 15,-1 9-20-15,4-6-24 0,-1 8-35 0,5 0-33 16,2 1-36-16,1 1-29 0,5 4-31 0,7-3-28 16,5 6-15-16,9-3-15 0,-1 4-4 0,-8-1-12 0,0 4-20 15,0-2-12-15,-4 3-8 0,0 0-70 0,-2-2-212 16,0 3 94-16</inkml:trace>
  <inkml:trace contextRef="#ctx0" brushRef="#br0" timeOffset="-150588.52">25918 8960 11 0,'0'0'160'0,"6"-6"13"16,1-1 19-16,-5 0 1 0,-2-2 25 0,6 3 4 15,-6-4-20-15,2 2-7 0,-2-1-16 0,5 3-13 16,1 0-19-16,1 0-15 0,-4 3-17 0,4-2-13 16,6 5-9-16,0 0-28 0,4 2-34 0,-2 4-36 15,6 3-41-15,-1 0-40 0,3 6-58 0,2 0-54 16,2 7-156-16,-4-7-382 0,-2 6 170 0</inkml:trace>
  <inkml:trace contextRef="#ctx0" brushRef="#br0" timeOffset="-150338.86">24802 11286 129 0,'-13'17'229'0,"-2"-2"-16"15,2-5-18-15,3 0-10 0,3-2-5 0,4 1-10 16,0-6-13-16,3-3-15 0,0 0-16 0,9 9-13 16,3-6-13-16,5-1-36 0,6-1-37 0,5 3-36 0,2 0-41 15,0-3-41-15,1 3-44 0,-3 3-157 16,-1 0-314-16,1 2 139 0</inkml:trace>
  <inkml:trace contextRef="#ctx0" brushRef="#br0" timeOffset="-150172.16">25151 12132 221 0,'0'27'312'16,"-6"0"-22"-16,4-11-25 0,-3 3-24 0,3-3-13 15,1 2-23-15,1-5-14 0,0 1-24 0,1-4-17 16,6 4-10-16,1-8-12 0,4 6-23 0,3-10-45 16,6 2-43-16,11 0-51 0,-1-1-47 0,14 2-41 15,6-5-34-15,1-3-27 0,-1 3-8 0,2-5-135 16,-2 2-353-16,-1-1 157 0</inkml:trace>
  <inkml:trace contextRef="#ctx0" brushRef="#br0" timeOffset="-149836.7">23001 12880 95 0,'-8'19'254'0,"0"-3"-29"16,4 3-23-16,8 0-21 0,-3 0-15 0,11 5-17 0,3 2-15 15,3-4-16-15,20 3-30 0,-1 2-48 0,7-4-60 16,4-5-64-16,7 0-51 0,24 4-101 0,4-2-255 16,6-4 113-16</inkml:trace>
  <inkml:trace contextRef="#ctx0" brushRef="#br0" timeOffset="-149454.6">27565 11523 47 0,'-5'-10'108'16,"1"3"-27"-16,1 0-11 0,-2 1-19 0,7-1-16 16,-2 7-8-16,3-8 5 0,4 5-10 0,6 3 4 0,0 0-1 15,4-1-3-15,4 1 7 0,-1 0 12 16,6 1 13-16,3 2-4 0,2-2 11 0,-13 6-4 15,4-4 7-15,-6 4-28 0,4-4 3 0,-3 4 0 0,-2-4 3 16,-5 2 0-16,-4 2 9 0,1 1-3 0,-1-2-3 16,1-1-6-16,-5 2 2 0,1-3 0 0,-3 4-10 15,2 0 0-15,-4 0-5 0,-1 0-18 0,3-1-33 16,0 1-38-16,0-2-167 0,3 3-247 0,-1-3 110 16</inkml:trace>
  <inkml:trace contextRef="#ctx0" brushRef="#br0" timeOffset="-147505.7">30334 11852 56 0,'5'-6'239'16,"-5"6"8"-16,3-7 3 0,-3 7-3 0,0-4-6 16,0 4-9-16,0 0 1 0,0 0-16 0,-7-9-23 15,7 9-22-15,0 0-20 0,0 0-19 0,0 0-9 16,0 0-8-16,0 0-19 0,15 16-4 0,-12-6-10 16,1 0-11-16,-1 1-4 0,2 5-3 0,2-1-15 15,-1 0 2-15,-2 1-8 0,1 4-9 0,1-2-1 16,2-2-4-16,-4 7-2 0,-1-5 0 0,4 0-7 15,-6 4-2-15,-1-8 1 0,5 6-4 0,-3-4 5 0,-2-3-8 16,0 1 0-16,0-2 0 0,0-3-1 16,0 5 0-16,0-2-1 0,0-8 3 0,0 5-6 15,0-3 4-15,-2 0-3 0,2-6 8 0,-5 9 16 0,5-9 5 16,0 6 10-16,0-6 1 0,0 0 4 0,0 0 1 16,0 0-7-16,0 0 2 0,0 0-1 0,0 0-3 15,0 0-2-15,-1-21-6 0,1 21 2 0,1-12 0 16,-2 5-5-16,7-1-2 0,-4 1-1 0,1-4-6 15,1 2-6-15,-3-6 0 0,11 2 8 0,-9 0-11 16,4 4 0-16,1-3 2 0,-1-1-4 0,4-1-1 16,-2 1 0-16,-3 3 9 0,4-1 2 0,-3-1-1 15,-1 3 3-15,3 6 5 0,-3-9-6 0,1 5 3 0,1 0-9 16,0 0-7-16,-1 1 2 0,5 0 1 16,-7 1-3-16,6 1-2 0,-4 1-6 0,3 0 1 0,-10 3 1 15,15-2-4-15,-9 2-3 0,-6 0 5 0,17 4-2 16,-6-3-1-16,-2 2 1 0,-1 1-5 0,5 3 1 15,-5 0 4-15,1 3-2 0,2-2 0 0,-1 1 6 16,0 3-8-16,-3-3 2 0,3 7 1 0,0-5-7 16,-2 3 10-16,-1 0-1 0,1-1 0 0,-8-3 5 15,3 1-8-15,0 2 5 0,6 5-7 0,-9-9 2 16,0 3 4-16,0-3-5 0,0 0 1 0,0 3 3 16,0-1-1-16,0 0 1 0,-7-2-2 0,5 1 2 0,-1-5-3 15,0 7 0-15,3-9 6 0,-7 6-6 16,6 1-22-16,1-5-33 0,0-5-24 0,-4 10-27 15,4-8-25-15,0-2-17 0,-3 8-19 0,3-8-16 0,0 9-30 16,0-9-39-16,0 0-40 0,0 0-35 0,0 0-192 16,0 0-561-16,0 0 248 0</inkml:trace>
  <inkml:trace contextRef="#ctx0" brushRef="#br0" timeOffset="-146938.89">30502 11502 165 0,'-21'-9'185'0,"-7"3"-5"16,-2-2-2-16,2 4 3 0,1-4-6 0,-2 8-6 15,7 2-8-15,1 4-6 0,-1-2-3 0,-4 7-5 16,1 5-8-16,2 2 1 0,-1 6-3 0,-2 0-4 16,4 11 4-16,3 2 0 0,-6 2 3 0,6 4-12 15,5 0 7-15,-3 0-1 0,2 2-5 0,9 2-6 16,-8-4-7-16,3 4 0 0,4 1-17 0,0 0 6 15,4 2-12-15,3-4-5 0,3 1 6 0,2 2-7 16,2-4 0-16,3 0-11 0,7-5-3 0,-3 1-5 16,6-1-2-16,10-5 5 0,-7 3 10 0,10-7-3 15,4-4-6-15,-6 0-5 0,12-6-5 0,2-4-6 0,0-4-7 16,4 1-4-16,-1-6-1 0,2-6-2 0,0-2-8 16,-4-5-5-16,2 0 1 0,-2-6-9 0,2-1 8 15,-5-3-5-15,0-4-4 0,0-1-5 0,-5-3 3 16,4-8-2-16,-9-2 0 0,2 3-3 0,-4-8 4 15,-4-4-8-15,-3 0 4 0,-2-4-1 0,-7 1 2 16,-2-1-1-16,-8 2-3 0,-2-3 3 0,-9 4-1 16,-3-4 2-16,-5 7-5 0,-5-2 0 0,-5-3-4 15,-6 1-6-15,0 4 4 0,-6 4-20 0,-1-1-28 0,-8-1-28 16,7 5-39-16,-6 0-46 0,-6 6-32 16,4 6-34-16,-6 0-41 0,3 6-56 0,4 2-36 15,9 2-302-15,-9 5-713 0,-5 5 315 0</inkml:trace>
  <inkml:trace contextRef="#ctx0" brushRef="#br0" timeOffset="-146188.49">28758 9519 94 0,'0'0'185'0,"0"0"16"0,-7 11-11 16,7-4-22-16,0 2-7 0,7 0 8 0,-7 0-11 15,0 3-9-15,2 1-8 0,-2 1-3 0,5-4-3 16,-4 5-6-16,-1-3-15 0,5 2-9 0,-2 2-8 15,-3-5-8-15,0-2-7 0,4 3-2 0,-4-5 0 16,-4 1-6-16,8 3 1 0,-4-4 3 0,0-2 8 16,0-5 8-16,0 7 10 0,0-7 13 0,0 0 8 15,0 0-2-15,0 0-7 0,0 0-21 0,0 0-1 16,0 0-10-16,0 0-6 0,15-19-1 0,-12 8-16 0,4 6-5 16,1-2-2-16,0-5 6 0,5 1-4 0,1 1-4 15,-1-2-1-15,-2 0-10 0,3 4-6 16,-3 4 0-16,-2-5-1 0,2 6-10 0,6-1-4 0,-7 0-3 15,0 4-2-15,4-3-3 0,-4 3 2 0,0 3 3 16,4 2-5-16,-8 1-1 0,4 2-1 0,-2-3-4 16,-1 8-3-16,-5-3 3 0,4 5 2 0,3-3-3 15,-9 6 2-15,5 0 2 0,-5 3-12 0,1-5-21 16,-1 3-26-16,0-3-31 0,-6 2-28 0,6-2-33 16,0 3-36-16,-4-6-40 0,4 2-39 0,0-6-40 15,4 1-280-15,-8-2-623 0,8-2 276 0</inkml:trace>
  <inkml:trace contextRef="#ctx0" brushRef="#br0" timeOffset="-145955.58">29177 9763 257 0,'0'0'352'0,"0"0"-21"0,0 0-23 0,10-4-11 16,-4 4-6-16,-6 0-22 0,18 0-29 0,-8 0-20 15,4 1-25-15,4 1-18 0,2-2-19 0,-4 1-17 16,6-1-13-16,8 0-26 0,-9 8-32 0,2-11-25 16,-1 6-42-16,-1-3-38 0,1 3-40 0,-2-3-31 15,-5-3-33-15,-6 3-27 0,6-3-28 0,-1-2-21 0,-4 4-18 16,-2-1-6-16,2-2-125 0,-7 1-394 16,2-3 175-16</inkml:trace>
  <inkml:trace contextRef="#ctx0" brushRef="#br0" timeOffset="-145772.6">29572 9705 489 0,'-3'-12'-19'0,"3"6"24"16,0 6 26-16,-2-12 25 0,4 4 27 0,-2 4 19 15,0 4 21-15,3-9 17 0,-3 9 26 0,0-9 6 16,0 9-6-16,0 0-11 0,0-6-16 0,0 6-15 16,0 0-4-16,0 0 14 0,0 0 2 0,0 0 2 15,0 0 0-15,-3 26-7 0,1-16 0 0,1 2-13 16,-3 6-8-16,1-3-7 0,-4 1-15 0,6 4-2 16,-4 1-15-16,-2 4-3 0,6-1-7 0,-6 3-5 15,5-5-32-15,-1 3-26 0,3-6-32 0,-2 1-38 16,1-2-34-16,2 0-47 0,-1-2-42 0,2-4-28 15,3 2-30-15,-3-5-182 0,4-1-470 0,1-4 207 16</inkml:trace>
  <inkml:trace contextRef="#ctx0" brushRef="#br0" timeOffset="-144938.58">29918 9581 78 0,'0'0'260'0,"2"-9"-16"0,1 4-19 15,0 0-20-15,-3 5-12 0,7-7-19 0,-7 7-16 16,3-6-13-16,-3 6-20 0,2-3-12 0,-2 3-15 15,0 0-8-15,7-6-8 0,-7 6-9 0,0 0-13 16,0 0 1-16,0 0-9 0,0 0-4 0,0 0-5 0,15 9-4 16,-15-9-4-16,5 5-4 0,-5-5-4 0,0 0-3 15,0 7-2-15,0-7-1 0,0 0-4 0,0 9-1 16,0-9-1-16,0 0-5 0,0 0 2 0,0 0 3 16,0 0 0-16,-5 6 1 0,5-6 1 0,0 0 4 15,0 0 5-15,0 0 6 0,0 0 3 0,0 0 2 16,0 0 1-16,0 0-2 0,0 0-6 0,0 0-3 15,0 0-1-15,0 0-1 0,0 0-6 0,0 0 2 16,0 0-9-16,0 0 1 0,0-22 0 0,0 22-5 16,0-7 5-16,0 7-4 0,-2-9-1 0,2 9-2 15,0-8 1-15,0 1-1 0,0 7-2 0,-5-12-2 16,3 8 4-16,-1-8-4 0,-2 6-1 0,0-3 1 16,0-3-2-16,-8 1-3 0,1-5 3 0,1 7-2 0,-8-9-1 15,1 0 0-15,-7 0-2 0,-6 0-1 16,-7 0 1-16,-3-3-1 0,-1 0 1 0,1 4 2 15,-6-2 0-15,4 3 3 0,-1-3-5 0,2 9 3 0,-4-7 4 16,-4 10-5-16,6-5 3 0,1 7 1 0,11 0-2 16,-11 3 7-16,5-1 7 0,-7 2 3 0,-4 2 1 15,4 4 5-15,-1-3 2 0,13 5 6 0,-4 3 4 16,6-4 5-16,-12 5-4 0,11 1 12 0,1 1 4 16,-11 9 10-16,13-2 6 0,0-2 0 0,-4 9-2 15,2 1 2-15,-7-1 6 0,5 0-6 0,3 5-2 16,3-2 6-16,11-2 1 0,-12 7 1 0,8-1-11 15,3 4-1-15,-4 1-4 0,11 1-5 0,-2-10-7 16,11 17-3-16,-3-5 12 0,8-1-15 0,2-1 2 16,3-1-7-16,5 0-1 0,10 3-7 0,10-3-2 15,3-4-2-15,-1-2 3 0,11-1-9 0,4-3 4 16,25 4 0-16,-21-10-5 0,26 4 2 0,0-8 0 0,2-11-3 16,-24 2-3-16,7-4-5 0,-1-10 3 0,14-3 2 15,-17 0-3-15,-3-6-1 0,-1-2 3 0,-2-4-9 16,-4-3 5-16,-4 1 4 0,0-12-7 0,-5 4 2 15,-8-6-2-15,1-8 0 0,-3 1-3 0,-8-5-8 16,-4 1 1-16,-6-3 2 0,-1 5 0 0,-13 1-4 16,-2-2 3-16,-8 1 0 0,-6 4 1 0,-5 3-9 15,-8 1-9-15,-1 2-23 0,-8 4-28 0,-3-2-3 16,2 6-25-16,-3 8-18 0,10 4-10 0,-12 3-27 16,13 7-31-16,0 0-44 0,2 5-31 0,5 2-57 15,-2 5-248-15,2-1-615 0,6 2 272 0</inkml:trace>
  <inkml:trace contextRef="#ctx0" brushRef="#br0" timeOffset="-144570.39">29716 10066 75 0,'13'11'244'15,"-3"4"6"-15,5 1-6 0,4 7 16 0,-3-2 1 16,-1 4-4-16,11 13-3 0,-4-3 1 0,1 5 0 16,-1 2 5-16,1 1 8 0,0-1-7 0,2 4-15 15,-4 1-3-15,7 3-10 0,2-5-16 0,-7 3-12 16,6 5-5-16,-1-4-17 0,2-3-17 0,-2 3-14 0,1-7-15 15,-4 6-10-15,8-8-14 0,-3 4-9 0,2-4-11 16,-6-6-6-16,1 0-10 0,-6-9-7 16,1-4-9-16,-6 0-4 0,1-9 1 0,-6 0-14 0,4 3-5 15,-2-6-8-15,-4 0-21 0,2-1-32 0,-7-4-21 16,4 1-40-16,0-1-46 0,-3-1-50 0,-5-3-47 16,0 0-39-16,0 0-59 0,15-12-66 0,-15 10-350 15,0 2-800-15,0-12 354 0</inkml:trace>
  <inkml:trace contextRef="#ctx0" brushRef="#br0" timeOffset="-143538.59">27765 13386 58 0,'0'-6'327'0,"0"6"-5"0,0 0-16 15,0-9-15-15,0 9-22 0,0-6-24 0,0 6-28 0,0 0-25 16,0 0-11-16,0 0-2 0,0 0-7 0,0 0 0 16,0 29-9-16,-2-19-8 0,2 0-14 0,0 5-3 15,-5 5-18-15,5 3-15 0,-1 0-15 0,1 3-3 16,0-2-15-16,0 3-9 0,1 1-1 0,-4-2-6 15,3-6-6-15,0-4-6 0,2 2 10 0,-2-3-13 16,-2-3-10-16,4-3-1 0,-4-2 0 0,2 2-7 16,2-1 10-16,-2-2 34 0,0-6 4 0,0 4-5 0,0-4-6 15,0 0-6-15,0 0-3 0,21-15-7 0,-18 8-6 16,7-6 1-16,0-1-6 0,2-1-1 16,-2 0 0-16,5-3 12 0,0-3-2 0,-1 0 3 0,0 6 5 15,1-3 4-15,-2 5 3 0,5-7 2 0,-6 5-3 16,-1 2-3-16,2 2-5 0,-4 4-2 0,6-4-5 15,-2 5-6-15,-5 0-5 0,5 5-2 0,-4-1-5 16,4 1-1-16,-3 4-4 0,5 1 0 0,-9 2-5 16,6 4-1-16,-2 2 1 0,1 2-1 0,-1 4 2 15,-3-1-3-15,-4 0-2 0,2 3-5 0,0 4-11 16,-3-3-25-16,-2-2-30 0,0 2-31 0,0 1-30 16,0-6-35-16,0 3-25 0,0-2-29 0,-5 0-27 15,3-2-31-15,2-5-34 0,2 1-29 0,1-3-44 16,1 0-218-16,-3-4-646 0,4 3 286 0</inkml:trace>
  <inkml:trace contextRef="#ctx0" brushRef="#br0" timeOffset="-143354.75">28367 13662 9 0,'2'-5'311'0,"-2"-1"-1"15,0 6-14-15,0 0-6 0,0 0-7 0,0 0-23 16,0 0-18-16,5-5 15 0,-5 5-22 0,0 0-20 15,0 0-15-15,16 1-24 0,-16-1-15 0,20 4-14 16,-5-2-11-16,2-2-28 0,-2 4-44 0,5-4-35 16,-2 0-58-16,2 2-42 0,1-2-42 0,-3 0-47 15,2 2-46-15,3-4-41 0,-3 0-238 0,-3 2-523 16,-2-3 232-16</inkml:trace>
  <inkml:trace contextRef="#ctx0" brushRef="#br0" timeOffset="-142939.2">28774 13485 115 0,'0'0'240'15,"0"0"1"-15,0 0-1 0,0 0-2 0,0 0-3 16,-14 10-5-16,14-10-4 0,-2 8-6 0,2-2-1 16,0-6-15-16,2 12 2 0,-2-4 4 0,6 0-16 15,-1-6-8-15,2 5-9 0,-4 4 1 0,4-3-13 16,-1 0-15-16,3 2-14 0,-3-1-15 0,-1-1-9 15,-1 3-11-15,0-2-10 0,0 1-8 0,1-1-9 0,-4-1 7 16,1 2-21-16,-2-1 4 0,0-2-1 16,-2 1-2-16,2 0-11 0,-3 3 2 0,0-4-3 15,-1-1-3-15,1 1-1 0,-2 1-1 0,0-1 6 0,-1 0 2 16,4-3-6-16,-3 0 0 0,3 3-3 0,-4-2 0 16,4 0-4-16,2-5-4 0,-5 4-1 0,5-4-4 15,0 0-3-15,-3 8-1 0,3-8-3 0,0 0-5 16,-4 5 2-16,4-5-4 0,0 0-2 0,0 0 2 15,0 0-1-15,0 0-4 0,0 0-4 0,7 4 1 16,-7-4-1-16,0 0-14 0,20-3-15 0,-20 3-15 16,17 0-9-16,-4 0-9 0,0 0-16 0,-1 0-3 15,2 0-19-15,8 0-14 0,-2 0-12 0,3 0-16 0,-3 0-6 16,-2-1-17-16,4 1-20 0,-1-2-26 16,-4 2-21-16,3 0-28 0,-6-6-38 0,3 4-29 15,-4-1-230-15,2 2-596 0,-8 0 265 0</inkml:trace>
  <inkml:trace contextRef="#ctx0" brushRef="#br0" timeOffset="-142355.79">28553 12995 222 0,'-43'-20'228'0,"3"5"3"0,-8-3-5 0,-5 6-11 15,5 1-8-15,0 4 1 0,-7 2-16 0,1 3-8 16,-3 2-13-16,1 2-8 0,-5 6 3 0,6 4-6 16,2 2-3-16,7 1-4 0,-9 9-10 0,7 1-4 15,-1 2 6-15,-1 6-6 0,4 2 4 0,-4 2-1 16,9 5 1-16,1 4-13 0,4 1-3 0,4-5-13 16,4 9-5-16,5 3 3 0,10 0-8 0,4 2-6 15,9 0-5-15,7 20-5 0,1-21-6 0,12 0-10 16,11 22 5-16,13-7 1 0,5-2-8 0,12-2-4 15,6-1-7-15,7-6-6 0,6-5-5 0,1-7 3 16,5 1-12-16,-2-9-4 0,4-10 1 0,5-1-6 0,-9-6-5 16,-3-6-2-16,2-1 1 0,-22-14-4 15,-1-1-1-15,-2-6-3 0,4-3 0 0,-10-4-1 16,4-7-4-16,-8-2 3 0,2-4-6 0,-2-6 2 0,-10-7-3 16,2-3-4-16,-6-4-8 0,-4-5-5 0,0-19-8 15,-9 14-6-15,-6-15-3 0,-6 13-7 0,-9 7 4 16,-2-3-7-16,-11-3-12 0,3 6-13 0,-8 3-25 15,-7 2-14-15,-3 8-6 0,-7 0-21 0,8 9-5 16,2 7-22-16,1 6-19 0,-3 4-31 0,2 1-32 16,5 4-29-16,2 2-22 0,-2 4-33 0,4 6-240 15,1-4-606-15,2 3 268 0</inkml:trace>
  <inkml:trace contextRef="#ctx0" brushRef="#br0" timeOffset="-142004.89">29154 13461 242 0,'0'0'316'0,"0"0"12"0,0 0 8 16,0 0-7-16,0 0 1 0,16-13 4 0,-8 3-11 15,7 0-18-15,5-8-17 0,3 0-21 0,-1 5-13 16,1-7-26-16,3-3-22 0,8-2-20 0,2 0-17 16,0-7-18-16,2 1-11 0,4-3-22 0,-2 4-9 15,-1-2-9-15,1-2-10 0,1-2-13 0,-1 1-5 16,-2-4-9-16,-1 1-10 0,-3-1-16 0,-1 3-12 0,-8 0-7 16,-2 12-14-16,-9-4-17 0,1 8-13 0,-4 2-4 15,-3 6-15-15,-3 1-20 0,2 3-17 16,0 0-35-16,-4 2-29 0,2 4-7 0,-5 2-13 0,0 0-10 15,0 0-12-15,0 0-14 0,0 0-13 0,-17 20-16 16,11-9-18-16,-3-3-9 0,4 0-17 0,-1 4-203 16,-4 2-516-16,2 2 229 0</inkml:trace>
  <inkml:trace contextRef="#ctx0" brushRef="#br0" timeOffset="-141638.43">29920 12763 97 0,'-12'4'220'0,"1"-4"1"0,-8 1-9 16,1 2-8-16,-2 1-10 0,-1 1-2 0,-9-3-12 16,2-2-5-16,-2 5 0 0,0-3-14 0,9-1-13 15,-6 1-14-15,6 1-17 0,1-3-8 0,3 2-6 16,3-2-8-16,5 0 5 0,-1 0-3 0,10 0 2 15,-11 0-10-15,11 0-11 0,0 0-9 0,0 0-14 16,0 0-4-16,36-10 0 0,-16 5-8 0,11 3-1 16,3-3-7-16,-5 2-3 0,9 2-6 0,-9-3 2 15,0 4-6-15,4 0-1 0,-3 1 0 0,-7-1-4 16,-6 3 0-16,4-4-3 0,-4 3-5 0,-4 1 2 16,1 2-4-16,-8 1 0 0,2 0 2 0,-1 0 1 15,-4 6-3-15,4 0 4 0,-7 0-4 0,3 6-3 16,-3-2 0-16,0-1 11 0,-3 2-10 0,3 2-19 0,0-1-35 15,0-1-33-15,0 1-39 0,0-2-40 0,0 1-55 16,0-3-43-16,0-1-233 0,0-3-532 16,-3 2 236-16</inkml:trace>
  <inkml:trace contextRef="#ctx0" brushRef="#br0" timeOffset="-140839.33">27020 10677 123 0,'0'-12'323'0,"-5"0"-6"0,5 3-17 0,0-3 0 15,0 3-16-15,0 0-28 0,5 0-19 0,-2 3-29 16,-3 0-25-16,0 6-16 0,0 0-9 0,0 0-25 0,0 0-17 16,15 12-8-16,-10-2-17 0,0 1-8 0,2 5 9 15,-4-1-18-15,2 2-9 0,-5 1-14 16,2 1-4-16,-2-2 4 0,0 4-8 0,0-4-7 0,-2 2-2 15,2-3-1-15,-5-1-10 0,5 2 4 0,-2-3-2 16,2-4-7-16,-1-2 3 0,-3-1-3 0,4-1 4 16,0-6 2-16,0 12 23 0,0-12 1 0,0 0-11 15,0 0-2-15,0 0-2 0,0 0-8 0,20-16 3 16,-16 8-2-16,1-3-7 0,6 1-7 0,1 1 8 16,-4-4-4-16,5 2-2 0,-1 2-1 0,-1 0-3 15,-2 0-2-15,2 1 3 0,-2 4-8 0,-1-3 5 16,0-1-4-16,4 5-7 0,-6 3 20 0,-6 0-26 0,17 0 9 15,-17 0 0-15,11 2 0 0,-6 3-5 0,2 3-1 16,-4-1 3-16,1 1-2 0,-3 3 10 16,4-3-44-16,-5 1-15 0,2 6-28 0,-2-3-30 0,0 6-38 15,0-2-49-15,0-4-52 0,0 1-47 0,0 2-255 16,0-5-598-16,-2 1 265 0</inkml:trace>
  <inkml:trace contextRef="#ctx0" brushRef="#br0" timeOffset="-140605.45">27475 10882 207 0,'-11'4'308'0,"-1"2"-18"15,0 3-26-15,-2 1-16 0,-3 0-13 0,-3 2-8 0,4 6-20 16,-4 2-20-16,5-8-17 0,0 12-19 0,-7 2-17 15,4-6-10-15,0 10-13 0,1-3-9 0,-2-4-7 16,0 3-23-16,-7 3-37 0,4-3-42 0,4-1-34 16,-2 2-42-16,2-2-50 0,0-3-40 0,5-5-47 15,-4-2-199-15,9-1-453 0,-4 0 200 0</inkml:trace>
  <inkml:trace contextRef="#ctx0" brushRef="#br0" timeOffset="-140256.15">27210 11389 298 0,'0'0'297'0,"0"0"34"0,0 0-4 0,0 0-14 15,0 0 6-15,19 10 0 0,-13-8-9 0,1 3-23 0,1-2-25 16,5 0-18-16,-4 3-29 0,-1 0-19 0,-2-2-24 15,1 4-19-15,0-2-9 0,1 0-18 0,-5 1-5 16,2 1-8-16,-5 4-2 0,0-5 4 0,0 4-5 16,-1 1-4-16,-6-3-8 0,-1 6-4 0,-4-4-4 15,4 2-7-15,-4 1-3 0,1-4-10 0,2-2-6 16,1 1-4-16,0-5-12 0,-2 4 0 0,7-2-5 16,-1-1 0-16,4 0-5 0,0-5-2 0,-8 7 0 15,8-7-2-15,0 0-6 0,0 0 1 0,22 0-15 0,-9-5-27 16,2 3-29-16,0-3-28 0,1 0-39 0,4-5-32 15,8-2-45-15,-11 5-33 0,11-6-51 16,-8 1-65-16,6-5-63 0,-1 2-309 0,-3-5-767 16,1 1 340-16</inkml:trace>
  <inkml:trace contextRef="#ctx0" brushRef="#br0" timeOffset="-139706.2">27280 10498 135 0,'-23'-11'258'0,"1"4"-24"0,2-2-22 0,-3 4-12 16,-2-5-9-16,4 9-8 0,-1-6-14 0,1 5-10 16,-9-3-11-16,8 5-6 0,-6 5-9 0,-1 1-6 0,10-3 2 15,-9 10-7-15,0 6 9 0,3 0-13 0,-11 9 4 16,1 1 2-16,4 4 14 0,-4 3-5 16,3 5-6-16,-2 6 19 0,2-6-8 0,-11 25-11 0,7 1-4 15,8-14 3-15,-5 16-6 0,9 3-14 0,6-1 1 16,7-18-7-16,6 1-3 0,-7 23-16 0,17-4 0 15,7-15-8-15,2-6-7 0,20 19 8 0,-5-24 0 16,14 15 4-16,0-20-1 0,4-2-9 0,1-3-7 16,5-3-5-16,16 3-5 0,-11-14-4 0,0-3-5 15,3-5-1-15,-4-3-4 0,4-8-3 0,0-1-2 16,-5-7-1-16,2-4-11 0,-6-7 6 0,6 0-2 16,-7-8-4-16,-2-1-1 0,-2-6-6 0,-2-1 1 0,-7-4 2 15,-2-8-2-15,-3-7-2 0,-3 3-4 16,-5-3 0-16,-4-4-3 0,-6-1-1 0,-2-1 2 15,-11-3 1-15,-2 8-7 0,-8-4 1 0,-4 2-4 0,-4 6 4 16,-14 3-4-16,5-1-13 0,-11 6-11 0,-6 0-21 16,-6 6-13-16,0 1-23 0,5 9-24 0,2 2-22 15,8 8-24-15,1 6-21 0,11 1-23 0,-2 3-29 16,3 5-37-16,-2 0-35 0,7 5-28 0,10 1-37 16,-5 2-213-16,10 3-625 0,0 3 278 0</inkml:trace>
  <inkml:trace contextRef="#ctx0" brushRef="#br0" timeOffset="-139239.58">27853 11358 121 0,'6'6'246'0,"-1"-4"0"0,0 4-9 15,7-4-1-15,3 6-5 0,6-1-5 0,4 4-12 16,8-2-12-16,8 6-10 0,11-4-1 0,2 2-14 16,6 5-15-16,18 2-11 0,-17 0 3 0,28 3-15 15,2 1-16-15,-10 0-4 0,7 1-15 0,0-1-6 16,-5 2-12-16,3 1 6 0,0-3-26 0,-3 2-6 15,-2 1 14-15,-5-2-26 0,-17-4-4 0,3-3-6 16,-6 0-4-16,2-4 3 0,0 3-9 0,-9-5 0 16,-6 3 4-16,-9-7-11 0,2 1 4 0,-5-2-5 15,-4 4 12-15,-6-7 5 0,1 3 6 0,-6-2-1 16,-2-2 7-16,-3 1-3 0,-1-3 17 0,-1 2-3 0,-1-2 0 16,-2 1 7-16,-6-2-14 0,14 1-4 0,-14-1-6 15,0 0-2-15,10 4-5 0,-10-4-6 16,0 0-7-16,0 0-20 0,0 0-20 0,0 0-24 0,0 0-19 15,8 0-24-15,-8 0-18 0,0 0-20 0,0 0-26 16,0 0-26-16,0 0-32 0,0 0-34 0,0 0-39 16,0 0-37-16,0 0-233 0,-32 0-594 0,32 0 263 15</inkml:trace>
  <inkml:trace contextRef="#ctx0" brushRef="#br0" timeOffset="-138972.79">29680 11802 158 0,'0'0'303'16,"-5"-4"-4"-16,5 4-3 0,0 0-12 0,0 0-5 16,0 0 13-16,0 0-4 0,0 0-9 0,0 0-13 15,26 10-12-15,-17-3-19 0,4-2-19 0,3 5-18 16,-1-1-30-16,-1 4-13 0,0-1-17 0,0 1-12 15,-1 1-15-15,-3-1-5 0,1 2-13 0,-2-2-2 16,-1 5-16-16,-5-2-7 0,-3 0-7 0,-3-2-3 16,-4 6-11-16,-1 0-20 0,-5 1-43 0,-9-1-47 15,-1 2-52-15,-12 3-56 0,-3 2-80 0,-5-4-95 0,2 2-323 16,-9 2-723-16,-1 0 320 0</inkml:trace>
  <inkml:trace contextRef="#ctx0" brushRef="#br0" timeOffset="-108924.52">18774 7982 11 0,'2'-4'337'0,"-2"4"5"0,3-15-13 0,-6 11-6 16,6-2-4-16,-3-1-4 0,0 7-13 0,0-13-4 15,0 13-14-15,2-7-11 0,-2 0-12 0,1 0-10 16,-1 7-16-16,0 0-10 0,0-10-15 0,0 10-17 16,2-5-18-16,-2 5-17 0,0 0-13 0,3-5-17 15,-3 5-16-15,0 0-13 0,0 0-13 0,0 0-7 16,0 0-9-16,0 0-7 0,0 0-7 0,0 0-3 0,-3 20-5 16,3-11-7-16,3 3-3 0,-6 1-4 0,3 3-3 15,0 0-5-15,0 0-1 0,3 3-1 16,-3-4-3-16,0 1 5 0,0 1-9 0,0 0 2 0,0 0-5 15,2-2-3-15,0 0 0 0,3-1-2 0,-4-1-2 16,1-4-6-16,5 3-11 0,-6-1 1 0,6-2 0 16,-2-2-3-16,-2-1-1 0,4-1 2 0,-1 4-1 15,3-7 7-15,-3 2-3 0,1-3 4 0,-7-1-1 16,15-1 1-16,-7-3-1 0,-1 0 1 0,1-3 0 16,-1-1 1-16,1 4 0 0,-2-8 0 0,3 0 0 15,-3 5 0-15,3-10 1 0,-8 5 2 0,8 2 0 16,-6-4 0-16,0 4-2 0,0 2 1 0,-1-4-2 15,5 5-3-15,-7 0 5 0,6 3-3 0,-6-2-1 0,0 6-3 16,2-6 1-16,-2 6-1 0,0 0-3 16,0 0 3-16,0 0-4 0,13 16-2 0,-13-8-4 15,7 3-1-15,-5-3-5 0,4 4-8 0,-4 0 1 0,4 0-5 16,6 3-1-16,-9-3-6 0,4 0 5 0,0-4-2 16,1 4 3-16,-3-5 6 0,1-1 4 15,3 3 5-15,-8-2 3 0,4-3 2 0,2-1-2 0,-7-3 10 16,8 1-2-16,-8-1 6 0,0 0-1 0,15-7 3 15,-13 2 4-15,3-5 7 0,0 2 8 0,-4-4 1 16,3 0 9-16,-3 0 3 0,-1-1 0 0,4-5-3 16,-4 0-1-16,-4 1 1 0,8 2-2 0,-9-1-6 15,6-2-3-15,3 3 1 0,-8 2 2 0,8 2-7 16,-4 2-2-16,-5 3-11 0,5 0-29 0,0 6-47 16,-2-9-64-16,2 9-49 0,0 0-31 0,-2-6-32 15,2 6-36-15,0 0-45 0,0 0-38 0,2 23-259 16,-2-13-682-16,0-3 301 0</inkml:trace>
  <inkml:trace contextRef="#ctx0" brushRef="#br0" timeOffset="-108524.55">19262 8112 52 0,'0'0'253'15,"0"0"-6"-15,0 0-1 0,0 0 0 0,0-6-21 16,0 6-16-16,0 0-15 0,0 0-14 0,0 0-13 16,0 0-11-16,0 0-6 0,0 0-6 0,0 0-17 15,0 0-12-15,0 0-8 0,15 9-14 0,-15-9-7 16,7 3 4-16,-7-3-20 0,0 0-6 0,10 4-5 0,-10-4-6 15,5 2-6-15,-5-2 0 0,0 0 10 0,0 0 3 16,0 0 4-16,0 0-1 0,0 0-1 16,15-3-6-16,-15 3-6 0,6-6-1 0,-6 6 8 15,0-5-3-15,0 5-4 0,0 0 1 0,2-5-7 0,-2 5-8 16,0 0-6-16,0 0 0 0,0 0-12 0,0 0-5 16,0 0-15-16,0 0-30 0,0 0-29 0,0 0-21 15,0 0-21-15,0 0-25 0,0 0-27 0,0 0-34 16,0 0-24-16,0 0-26 0,0 0-30 0,0 0-198 15,0 0-505-15,0 0 223 0</inkml:trace>
  <inkml:trace contextRef="#ctx0" brushRef="#br0" timeOffset="-108191.02">19332 7917 109 0,'0'0'218'0,"-12"0"-4"0,12 0-10 0,-15 2-7 0,15-2-3 16,-10 0-3-16,10 0-15 0,-11 2-13 16,11-2-10-16,-3 8-8 0,3-8-13 0,-4 4-11 15,4-4-9-15,0 0-9 0,-3 3-8 0,3-3-14 0,0 0-5 16,0 0-9-16,0 12-4 0,0-12-7 0,0 0-2 16,3 5-5-16,-3-5-4 0,0 0-5 0,0 0 0 15,8 2-1-15,-8-2 0 0,0 0-5 0,0 0 3 16,14-9-9-16,-13 2 3 0,-1 7 1 0,5-6 4 15,2 2-2-15,-7 4-2 0,2-9 2 0,-2 9 0 16,1-6-1-16,-1 6-5 0,0 0-5 0,0 0-2 16,0 0-8-16,-8-7 1 0,8 7-2 0,0 0-7 15,-8-2-25-15,8 2-24 0,0 0-24 0,0 0-28 16,-15 9-31-16,8-4-33 0,7-5-19 0,-3 2-22 16,3-2-22-16,0 0-25 0,7 12-135 0,-3-12-412 15,10 2 182-15</inkml:trace>
  <inkml:trace contextRef="#ctx0" brushRef="#br0" timeOffset="-107974.55">19535 7815 70 0,'0'0'239'0,"0"-6"3"0,0 6-1 0,-8-6 3 16,8 6-5-16,-8-2-4 0,8 2-1 0,0 0-22 15,0 0-6-15,-15 7-9 0,13-3-4 0,2-4-13 16,-5 11-1-16,4-4-7 0,-1 2-13 0,2 0-20 15,-3 1-5-15,8 2-10 0,-4 3-12 0,6 2-17 16,-2-2-5-16,-2 1-13 0,4 4-2 0,-1-3 4 16,4 2-44-16,-5-1-42 0,0-1-51 0,4 0-50 15,-1 5-53-15,-1-5-48 0,-1 1-56 0,-1-1-70 0,0 1-176 16,0 0-551-16,-2-1 244 0</inkml:trace>
  <inkml:trace contextRef="#ctx0" brushRef="#br0" timeOffset="-107091.61">19305 8842 78 0,'0'0'303'0,"0"0"-5"0,-5-5 5 0,5 5-6 15,0 0-15-15,0 0-22 0,0 0-14 0,0 0-17 16,0 0-23-16,0 0-14 0,0 0-8 0,0 0 2 16,0 0 3-16,0 0-10 0,0 0-13 0,0 17-13 15,0-17-14-15,5 15-12 0,-3-5-11 0,5-1-13 16,-7 1-11-16,6 0 3 0,3 7-22 0,-9-7-2 15,3 5-9-15,0 0-7 0,4-3-7 0,-6-1-2 16,6 1-29-16,-5 0-23 0,4-5-22 0,1 2-34 16,-2 1-24-16,-3-1-28 0,1-5-24 0,0 2-19 15,-3 0-15-15,0-6-18 0,2 7-44 0,-2-7-49 16,0 0-43-16,0 0-175 0,0 0-541 0,0 0 241 0</inkml:trace>
  <inkml:trace contextRef="#ctx0" brushRef="#br0" timeOffset="-106841.46">19151 8871 54 0,'-6'-3'344'0,"6"3"8"0,0 0 1 16,5-9 7-16,-5 9 7 0,0-7-21 0,0 7-19 15,3-10-19-15,2 5-15 0,2-2-21 0,1 2-25 16,2-3-21-16,1 1-25 0,8-1-20 0,-6 1-20 15,2-1-15-15,6-3-6 0,2 3-24 0,-3 0-9 0,4 2-14 16,-10-2-11-16,8 7-31 0,-1-2-35 16,-6 2-43-16,9-4-50 0,-11 3-43 0,-3 4-40 15,1-2-41-15,1 1-38 0,-7 7-33 0,5-7-33 0,-7 5-39 16,2 2-223-16,-3 0-614 0,-1-1 273 0</inkml:trace>
  <inkml:trace contextRef="#ctx0" brushRef="#br0" timeOffset="-106408.14">19656 8960 31 0,'0'0'295'0,"0"0"-12"0,0 0-11 0,0 0 2 0,0 0-2 16,0 0-27-16,0 0-21 0,0 0-9 0,0 0-13 16,0 0-9-16,0 0-15 0,-15 2-14 0,15-2-20 15,0 8-9-15,0-8-12 0,4 11-13 0,-4-11-10 16,0 5-7-16,0 3-12 0,0-8-4 0,3 7-11 15,-3-7-8-15,3 3 0 0,-3-3-8 0,5 8-4 16,-5-8-2-16,10 1-12 0,-10-1 2 0,0 0-2 16,0 0 6-16,15-5-12 0,-8 0-5 0,-6-1 0 15,6 3 3-15,0-5-8 0,-6 4-2 0,6-4-8 16,-5 1 8-16,1 1-6 0,-6 0-8 0,6 1-11 16,-6-5-8-16,3 10-10 0,-2-12-12 0,-5 7-23 15,1 1-16-15,4-2-19 0,-6 1-23 0,-6 4-27 16,14 1-35-16,-14-1-36 0,5-1-33 0,9 2-255 0,-15 0-551 15,5-3 244-15</inkml:trace>
  <inkml:trace contextRef="#ctx0" brushRef="#br0" timeOffset="-106075.15">19610 8761 230 0,'0'0'238'16,"0"0"-12"-16,0 0-14 0,0 0-9 0,-15 3-12 15,15-3-11-15,-2 5-19 0,2-5-15 0,0 0-5 16,0 6-16-16,0-6-8 0,0 0-8 0,15 4-13 16,-15-4-9-16,12 2-12 0,-1 1-2 0,-4 0-12 15,-7-3-1-15,13-3-7 0,-13 3-5 0,15 0-6 16,-7-3-2-16,-8 3-4 0,14-2-4 0,-6-1-2 0,-8 3-2 15,8-5-5-15,1-2 2 0,-9 7-2 0,4-7-3 16,-4 4-3-16,0-5-5 0,0 8 8 16,-1-10-8-16,1 10 0 0,-5-7-1 0,-2-1 2 0,1 5-12 15,6 3-20-15,-10-4-23 0,10 4-26 0,-14 1-25 16,14-1-26-16,-14 0-44 0,14 0-28 0,0 0-48 16,-15 0-144-16,15 0-414 0,0 6 183 0</inkml:trace>
  <inkml:trace contextRef="#ctx0" brushRef="#br0" timeOffset="-105206.27">19878 8685 57 0,'0'0'272'0,"0"-10"5"0,0 10-3 16,0-7 6-16,0 7 1 0,0 0-17 0,3-2-21 15,-3 2-12-15,0 0-16 0,0 0-17 0,4-8-13 0,-4 8-17 16,0 0-17-16,5-3-22 0,-5 3-15 0,0 0-6 15,10 0-11-15,-10 0-15 0,14-7-9 16,-14 7 1-16,15 7-12 0,-5-4 2 0,-1 5-19 0,-1-6-4 16,2 5-1-16,0 1-6 0,0-3-2 0,-5 2-5 15,1 5-1-15,-2-4-1 0,0 4-4 0,-4-2-2 16,0-1 12-16,0 2-20 0,0-5-2 0,-3 4-1 16,2 1 6-16,-8-4-10 0,4 1 7 0,-1 3 2 15,1-4 8-15,-2 1 10 0,-1 1 8 0,3-5 6 16,-3 0 5-16,4 1 6 0,4-5 1 0,-8 6 3 15,5-2-2-15,3-4 6 0,-4 5-8 0,4-5-1 16,0 0-8-16,0 0-4 0,0 0-2 0,10 6-14 16,-10-6 6-16,22-3-7 0,-22 3-12 0,30-1-33 0,-16 1-24 15,3 0-30-15,5-2-15 0,-1 2-33 0,1 0-19 16,-1 2-32-16,1-2-37 0,-3 4-41 16,1-4-58-16,2 0-311 0,-1 0-670 0,1 1 297 0</inkml:trace>
  <inkml:trace contextRef="#ctx0" brushRef="#br0" timeOffset="-102357.77">21366 8795 309 0,'0'0'322'0,"2"-11"-24"0,-2 11-10 16,0-5-17-16,0-1-2 0,0 6-19 0,0 0-19 15,1-9-24-15,-1 9-25 0,0 0-20 0,0 0-14 16,0 0-17-16,0 0-13 0,0 0-4 0,0 23-12 16,0-14-9-16,5 3-10 0,-5-3-10 0,0 8-6 15,-6-6-5-15,6 3-8 0,-7 1-1 0,5 3-7 16,2-4-6-16,0 5-4 0,-5-9-2 0,4 9-3 15,-1-11-8-15,2 4-24 0,-5-1-15 0,5 0-23 0,0-4-24 16,0 2-17-16,0-6-22 0,0 5-28 16,-3-1-14-16,0-1-19 0,3-6-20 0,0 11-22 15,0-11-28-15,0 0-28 0,0 0-153 0,0 0-447 0,0 0 199 16</inkml:trace>
  <inkml:trace contextRef="#ctx0" brushRef="#br0" timeOffset="-102108.45">21270 8742 140 0,'0'-6'291'0,"0"6"15"16,-5-9 1-16,5 9-10 0,-2-7-11 0,2 7-17 16,0 0-18-16,7-11-20 0,-7 11-27 0,2-6-15 15,6 3-20-15,0 1-27 0,7 2-2 0,2-3-15 16,3 3-12-16,-1 0-14 0,5-1-9 0,-3 1-3 15,9-1-4-15,-9 1-46 0,3 2-31 0,-3-2-33 0,-1 3-37 16,3-1-41-16,-10 5-47 0,-1-5-34 16,3 3-48-16,-4-4-53 0,-2 5-182 0,-4 2-506 15,-4-3 224-15</inkml:trace>
  <inkml:trace contextRef="#ctx0" brushRef="#br0" timeOffset="-101708.64">21677 9001 126 0,'-3'7'237'0,"3"-7"2"16,0 0-11-16,-7 5-13 0,7-5-11 16,-5 8-16-16,5-8-14 0,0 6-11 0,0-6-17 15,0 8-10-15,0-8-14 0,0 8-14 0,0-8-9 0,4 7-7 16,-4-7-12-16,1 5-5 0,1 2-8 0,-2-7-1 16,0 0-13-16,8 3-4 0,-8-3-3 0,0 0-6 15,12 0-1-15,-12 0-7 0,0 0 1 0,0 0 2 16,0 0 10-16,10-8-9 0,-10 8 5 0,5-7-2 15,-5 0 4-15,0 7 8 0,0-8-8 0,0 8-4 16,-4-14 0-16,3 8-10 0,1 0-4 0,-7 0-4 16,7 6-5-16,-3-7-8 0,-1-1-17 0,4 8-26 15,-1-3-32-15,1 3-33 0,-7-4-42 0,7 4-32 16,-8-5-44-16,8 5-53 0,0 0-155 0,-7-9-460 16,7 9 203-16</inkml:trace>
  <inkml:trace contextRef="#ctx0" brushRef="#br0" timeOffset="-101375.6">21773 8811 174 0,'0'0'197'0,"0"0"-10"0,0 0 3 0,0 0-6 16,0 0-17-16,0 0-12 0,0 0-10 0,0 0-16 15,0 0-9-15,0 0-11 0,0 0-8 0,-5 16-11 16,5-16-10-16,0 0-3 0,0 0-8 0,5 10-5 16,-5-10-5-16,0 0 0 0,0 0-1 0,0 0 0 15,0 0 1-15,0 0-4 0,0 0 1 0,0 0-3 0,0 0 1 16,20-11 1-16,-20 11-5 0,2-8 1 16,-2 8 0-16,6-7 0 0,-6 7-4 0,-6-8-3 15,6 8 1-15,0-8-7 0,0 8-5 0,0 0-4 0,-2-7-6 16,2 7-6-16,0 0-18 0,-7-4-20 0,7 4-23 15,0 0-28-15,0 0-30 0,0 0-33 0,-23 6-31 16,18-1-41-16,5-5-39 0,-15 4-136 0,9 4-414 16,6-1 184-16</inkml:trace>
  <inkml:trace contextRef="#ctx0" brushRef="#br0" timeOffset="-100491.04">21949 8923 211 0,'6'-10'259'0,"-6"10"3"0,0 0 2 0,0 0-18 16,0 0-21-16,0 0-10 0,0 0-6 16,10 0-21-16,-10 0-5 0,0 0-13 0,0 0-18 15,0 0-11-15,0 0-16 0,20 6-10 0,-15-2-10 0,-2-2-12 16,-3-2-7-16,7 9-13 0,-5-5-5 0,1 4-7 15,2 0-3-15,-5-2-7 0,2 1-4 16,-2-7-3-16,-2 15-4 0,2-8-3 0,-8 5-5 0,6-1 5 16,-3-2-1-16,0-2-1 0,0 3-4 0,-2 0-1 15,6-3 3-15,-8 1 4 0,5 3 13 0,-3-7 0 16,4 5-2-16,-2-3 6 0,-2-2 0 0,4 1-1 16,-2 1 1-16,5-6 3 0,-5 4 6 0,5-4-1 15,0 5-1-15,0-5-6 0,0 0-7 0,0 0 1 16,10 4-8-16,-10-4-3 0,15 0-10 0,-4 0-2 15,2 0-9-15,2 0-19 0,4-1-34 0,-1-2-30 16,5 0-32-16,-5 1-32 0,0 1-41 0,2 1-38 16,-3-2-51-16,-2-2-62 0,4 1-281 0,-4-2-652 0,-3 0 289 15</inkml:trace>
  <inkml:trace contextRef="#ctx0" brushRef="#br0" timeOffset="-98740.96">21530 7522 96 0,'3'-5'241'0,"-3"5"4"0,2-7 6 0,-2 7 2 16,0-4-5-16,0 4-4 0,0 0-9 0,0-11-2 15,0 11-16-15,3-7 1 0,-3 7 9 0,0-6-19 16,0 6-13-16,0 0-14 0,0-7-23 0,0 7-11 0,0 0-20 16,5-7-11-16,-5 7-17 0,0 0-12 15,0 0-10-15,0 0-7 0,0 0-11 0,8 14-6 0,-8-14 1 16,5 12-14-16,-1 0 7 0,1-1-8 0,-2 2-5 15,5 2-3-15,-6 3-1 0,1-2-8 0,2 1-1 16,0-2 2-16,-2 1-4 0,-1-1 2 0,3 4-8 16,-2-11-11-16,2 7-16 0,0-5 6 0,-3 7 1 15,1-8-9-15,2 1 9 0,-5 0-13 0,2-4 2 16,1-2-5-16,-3 3 1 0,2-2 4 0,-2-5 2 16,3 8 20-16,2-4-18 0,-5-4 8 0,0 0-2 15,0 0-1-15,0 0 2 0,0 0-1 0,0 0-1 16,0 0 6-16,13-16-1 0,-9 12-6 0,2-3 8 15,-2 2-3-15,-1-6 4 0,2 3-4 0,-2 0-3 16,4-3 10-16,-2-1 0 0,-2 1-4 0,4-1 4 0,-6 4 2 16,6-4-3-16,0 1-8 0,-6 0 5 0,4 6 20 15,-3-4-18-15,1 1-1 0,0 2-1 16,1 2-2-16,-4 4 0 0,5-8-11 0,-5 8 6 0,0-6-1 16,0 6 4-16,0 0-1 0,0 0-5 0,0 0 5 15,10 17 0-15,-5-12 1 0,-5 3-7 0,6-1 1 16,1 2-6-16,-4 4 1 0,2-3-1 0,2 2 11 15,-1 0-12-15,3 2 3 0,-3-3-3 0,3 1 2 16,-3-3 2-16,1-3 0 0,-6 2-2 0,8 0 5 16,-3-1 2-16,-1-2 6 0,-3-2-3 0,-2-3 3 15,7 4 4-15,-7-4-1 0,0 0-4 0,15-3 2 16,-15 3 6-16,13-8 0 0,-12 4 10 0,1-4 4 16,3-4 4-16,-3 6 3 0,4-3 5 0,-4-6 10 0,1 7 3 15,-1-8-4-15,-2 3 0 0,-2-5-4 16,2 3-5-16,0 2-1 0,0-2 0 0,0-2-6 15,-3 8-6-15,3 0-23 0,3-2-6 0,-3 4-24 0,0 3-33 16,2-3-46-16,-2 7-58 0,0 0-45 0,0 0-44 16,0 0-36-16,0 0-255 0,0 0-600 0,0 0 265 15</inkml:trace>
  <inkml:trace contextRef="#ctx0" brushRef="#br0" timeOffset="-98392.14">22127 7694 117 0,'-1'5'214'0,"1"-5"-15"0,0 8-8 0,0-8-14 16,1 8-16-16,-1-8-14 0,0 0-11 0,5 8-12 15,-3-5-12-15,3 2-10 0,-3 2-11 0,3-2-5 0,-4-1-8 16,-1-4-5-16,9 3-6 0,-9-3-3 0,6 7 0 16,2-6 3-16,-8-1 1 0,0 0 2 0,0 0 1 15,0 0 1-15,0 0 4 0,17-4-5 0,-17 4 6 16,3-7 0-16,-3 7-4 0,2-7-1 0,-2 1 5 16,0 6-9-16,-2-12-9 0,1 6 7 0,-1-2-14 15,0 1-7-15,-1 0-6 0,-2 5-5 0,5 2-7 16,-7-11-13-16,7 11-29 0,-3-4-30 0,3 4-37 15,-11-5-40-15,11 5-47 0,-7-4-44 0,7 4-48 16,0 0-168-16,0 0-464 0,0 0 205 0</inkml:trace>
  <inkml:trace contextRef="#ctx0" brushRef="#br0" timeOffset="-98042.02">22147 7476 225 0,'0'0'231'0,"0"0"-5"0,0 0-3 15,0 0-9-15,-13 6-20 0,13-6-9 0,-2 8-13 16,-3-4-13-16,5-4-15 0,0 0-11 0,0 0-17 16,5 9-5-16,-5-9-15 0,-5 7-3 0,5-7-13 15,5 8-5-15,-5-8-1 0,2 4-1 0,-2-4-3 16,0 0 0-16,0 0 2 0,13 0-7 0,-13 0-2 15,0 0-6-15,15-1-6 0,-15 1 2 0,8-8-4 16,-8 4-1-16,7 1-6 0,-2-3-7 0,2 0 2 16,-4 0-6-16,4 0-6 0,-7 0 6 0,6 3-2 15,-3-3-1-15,-3 6-3 0,4-11-8 0,-4 11 0 16,0-2-9-16,0 2-8 0,0 0-13 0,0 0-14 0,0 0-19 16,0 0-11-16,-20 0-16 0,20 0-20 0,-7 9-34 15,-1-4-25-15,6 2-33 0,-3-2-22 0,2-2-20 16,-2 8-197-16,5-3-458 0,0-3 202 0</inkml:trace>
  <inkml:trace contextRef="#ctx0" brushRef="#br0" timeOffset="-97808.87">22457 7482 229 0,'0'0'275'0,"0"0"-5"15,0 0-8-15,0 0-6 0,0 0-8 0,-22 9-12 0,16-2-13 16,4-2 0-16,-3 1-21 0,3 3-18 16,-1 2-17-16,0 1-9 0,1-4-17 0,2 7-12 15,0 2-11-15,0 0-1 0,0 0-25 0,5 1-6 0,-2 1-31 16,4-3-38-16,1 4-39 0,1-1-47 0,-3-3-54 16,1 4-61-16,1-2-63 0,-1-2-261 0,-1 1-549 15,1 0 243-15</inkml:trace>
  <inkml:trace contextRef="#ctx0" brushRef="#br0" timeOffset="-94840.62">30309 10154 177 0,'0'0'226'0,"0"0"-22"0,0 0-14 0,0 0-6 16,0 0-10-16,-7 18-11 0,1-9-9 0,1-2-11 0,1 5-12 15,-2 3-12-15,-1 3-12 0,2-3-7 0,-5 4-10 16,5-2-8-16,-1 1-9 0,2 0-8 16,-1-2-5-16,-3-1-5 0,6 1-8 0,-4 0-1 0,4-4-8 15,-3 0-3-15,3-2 0 0,1-2-6 0,-3 0 0 16,4-2 11-16,0-6 13 0,0 9 20 0,0-9-1 16,5 5-4-16,-5-5-7 0,0 0 1 0,24-9-1 15,-18 4 6-15,3-1 11 0,-1-2-11 0,3-3-3 16,3 2-5-16,4-2-5 0,-5 2-7 0,4-1-3 15,-2 0-11-15,-7 3 7 0,3 0-7 0,-1 3-8 16,-1-2-7-16,-1 5 0 0,5-1-3 0,-13 2 1 16,15 6 7-16,-8 0-10 0,1 0-1 0,0 1-2 15,-8 5 0-15,7-2-1 0,-2 0 1 0,3 7-4 16,-6-8 3-16,4 7-3 0,-6-5 2 0,7-3-1 16,-5 3-2-16,4 1 0 0,-1-4 6 0,-3-5-1 15,-2 2-1-15,5 2 0 0,-5-7-5 0,10 1 4 0,-10-1 3 16,0 0-8-16,15-12-1 0,-10 8 1 0,-2-3-2 15,5-2 7-15,-3-2 3 0,-5 3 0 0,8-10 11 16,-1 5-15-16,-2-6-5 0,-2 4 5 0,2 3-1 16,-1-3-5-16,1 2-12 0,-4-2-20 0,4 6-29 15,-5-1-33-15,2 2-44 0,-2 4-54 0,0-3-62 16,0 7-69-16,0 0-196 0,1-7-561 0,-1 7 249 16</inkml:trace>
  <inkml:trace contextRef="#ctx0" brushRef="#br0" timeOffset="-94474.81">30769 10437 45 0,'-2'7'219'0,"2"-7"-5"0,-5 9-19 0,5-9-10 0,-1 7-13 16,1-7-13-16,-4 7-17 0,4-7-10 0,-3 6-14 16,3-6-12-16,0 9-11 0,0-9-8 0,0 6-5 15,0-6-9-15,3 6-8 0,-3-6 2 0,4 8 1 16,-4-8 0-16,6 4 0 0,-6-4-4 0,0 0-9 16,10 0 0-16,-10 0-3 0,15-3 2 0,-15 3-3 15,13-1 1-15,-3-3 0 0,-5-3 3 0,-5 7 3 16,9-4 4-16,-3 0-6 0,-6 4 1 0,7-7-6 15,-7-1-6-15,0 3-4 0,0 5-2 0,0 0-9 16,0-8-3-16,0 8-13 0,0 0-21 0,-15-2-22 0,8-3-27 16,7 5-29-16,-13-2-39 0,13 2-42 0,-8 0-40 15,8 0-47-15,-22 0-148 0,22 0-435 16,-8 2 193-16</inkml:trace>
  <inkml:trace contextRef="#ctx0" brushRef="#br0" timeOffset="-89824.16">30148 13259 1 0,'9'-11'255'0,"-3"2"0"0,1-2-1 0,-4 4 4 15,4-2-2-15,-2-2-14 0,-2 3-8 0,-3 1-13 16,3 2-15-16,-3-5-20 0,-3 5-19 0,-5-2-16 16,1 6-5-16,-16-3-8 0,1 2 3 0,-7 2-14 15,-14 6 1-15,-5 2-1 0,-7 0-18 0,-6 3 5 16,-22 4-1-16,-6 0-4 0,1 10-9 0,-5 1-8 16,-3 7-6-16,-43 9-8 0,40-11 6 0,-52 14-1 15,9-9-11-15,4 3 7 0,-6-1-20 0,2 5 0 0,1-4-7 16,1-4-14-16,40-8 4 0,-44 6-8 0,40-9 2 15,-51 2-5-15,47-4-3 0,5-4 0 0,4 1-7 16,-2 4-9-16,8-7 4 0,7 4 3 0,27-4-3 16,-2-1-4-16,9-1 0 0,6 1-4 0,16-2-22 15,2 1-19-15,10-2-27 0,3-3-29 0,3 3-21 16,6-5-22-16,4 1-24 0,4 1-38 0,4-2-37 16,3-4-43-16,10 1-36 0,6-3-279 0,3 1-638 15,5-5 283-15</inkml:trace>
  <inkml:trace contextRef="#ctx0" brushRef="#br0" timeOffset="-89476.05">28414 13030 75 0,'11'-8'276'16,"-4"5"-2"-16,1-4-28 0,0 7-2 0,-8 0 7 15,22 18-1-15,-12-6-14 0,5 12-2 0,0 6-18 16,5 17-4-16,-1-2-2 0,0 7 3 0,10 22-38 16,1 6-2-16,7 2-20 0,1-2-14 0,-2 3-11 15,7 3-11-15,0 0-11 0,-5-3-14 0,7 2-7 16,3-8-9-16,-8 6-9 0,4-10-5 0,-2-2-6 15,-3-4-5-15,-10-16-13 0,-1 2 0 0,0-5-23 16,-2-2-21-16,-4-2-26 0,-2-3-39 0,-10-13-39 0,1-4-44 16,-4-6-42-16,-4-2-27 0,-3-6-39 0,3-5-54 15,-6 0-207-15,3-5-568 0,0 0 252 0</inkml:trace>
  <inkml:trace contextRef="#ctx0" brushRef="#br0" timeOffset="-88292.54">30944 10215 180 0,'-6'-9'321'0,"6"9"-9"0,0-7-18 0,0 7-14 16,-2-10-14-16,2 10-13 0,0 0-17 0,0-4-26 16,0 4-26-16,0 0 0 0,0 0-33 0,0 0-17 15,0 0-12-15,0 0-16 0,0 0-8 0,0 0-5 16,0 0-10-16,2 19-9 0,-2-10-9 0,-2-2-5 16,2 1-6-16,-2 3-10 0,2-3-2 0,0-1-6 15,-3 2 4-15,3 3-5 0,0-5 6 0,-2 1-17 16,2-2-3-16,0-6 1 0,0 8-2 0,0-8-2 15,0 5 5-15,0-5-4 0,0 0 13 0,0 0-5 0,0 0 3 16,0 0-5-16,0 0 5 0,0 0-14 16,0 0-6-16,9-20 3 0,-8 15 3 0,4-2-5 15,-3 0-1-15,1 3-1 0,-3 4 0 0,5-12-2 0,0 6 0 16,-5 6-3-16,0-6 1 0,0 6-34 0,0-6-24 16,0 6-27-16,0 0-20 0,0 0-10 0,0 0-21 15,0 0-25-15,0 0-18 0,-15 14-24 0,15-14-34 16,-6 12-39-16,2-4-208 0,-1-3-519 0,1 7 230 15</inkml:trace>
  <inkml:trace contextRef="#ctx0" brushRef="#br0" timeOffset="-87725">31224 10367 121 0,'2'-7'321'0,"1"3"0"0,2-1 0 0,-5 5 0 0,5-11-5 16,-3 7-2-16,-2 4-17 0,0 0-16 0,5-5-31 16,-5 5-20-16,0 0-32 0,3-3-15 0,-3 3-3 15,0 0-3-15,-8 19-5 0,6-8-10 0,0 3-7 16,-1 1-15-16,-5 3-11 0,-1 6-12 0,3 2-13 15,-4 2-9-15,2-2-8 0,-4 2-5 0,2-1-10 16,-1 5-12-16,1 4-29 0,-2-7-39 0,4-1-49 16,-1-2-50-16,3-3-46 0,-2 5-48 0,1 0-49 15,0-6-41-15,7-2-57 0,-8 4-289 0,1-6-691 16,4-2 306-16</inkml:trace>
  <inkml:trace contextRef="#ctx0" brushRef="#br0" timeOffset="-86775.22">28501 10920 281 0,'0'0'335'16,"4"-11"-8"-16,-4 11-10 0,0-7-32 0,0 7-27 0,0 0-26 15,0 0-20-15,0 0-16 0,0 0-7 0,0 0-3 16,-20 12-17-16,13-2-4 0,-1 1-9 0,1 5-11 16,-1 1-13-16,1-2-12 0,1 3-7 0,1 9-8 15,2 5-19-15,-4-4-3 0,2-1-11 0,3 3-1 16,-4-3-11-16,4-3-7 0,0 3-3 0,-3 0-5 16,5 0-17-16,-6-9-20 0,6 3-23 0,0-2-26 15,0-4-37-15,-2 1-30 0,2-5-22 0,0 1-28 16,0-2-21-16,-2-3-19 0,2-1-32 0,0-6-38 15,-5 6-245-15,5-6-555 0,0 0 246 0</inkml:trace>
  <inkml:trace contextRef="#ctx0" brushRef="#br0" timeOffset="-86525.26">28281 10929 305 0,'0'0'311'16,"7"-5"-19"-16,-7 5-7 0,0 0-21 0,15 0-5 15,0-3-7-15,-2 3-16 0,3 0-17 0,4 0-22 16,2 3-26-16,-1-1-7 0,6-2-18 0,-7 2-7 16,3-4-21-16,-2 4-12 0,3-1-10 0,-3 2-27 15,4-2-29-15,-5 1-40 0,3-1-35 0,-7 3-43 16,-1 0-46-16,-3-3-42 0,1 2-37 0,2 2-34 15,-5 1-234-15,-5-2-511 0,5 5 226 0</inkml:trace>
  <inkml:trace contextRef="#ctx0" brushRef="#br0" timeOffset="-86125.29">28803 11389 102 0,'0'0'286'0,"0"0"-13"0,0 0-19 15,0 0-15-15,0 0-8 0,-22-4 2 0,22 4-26 16,0 0-10-16,0 0-12 0,0 6-21 0,0-6-10 15,-3 8-19-15,3-8-6 0,0 5-15 0,0-5-9 16,0 0-13-16,1 8-12 0,-1-8-3 0,0 8-8 16,0-8-8-16,2 7-3 0,-2-7-12 0,0 0 0 15,0 4-2-15,0-4-5 0,0 0-3 0,0 0-9 0,0 0-1 16,0 0 1-16,0 0-10 0,0 0 5 16,12-15-3-16,-12 8-1 0,3 2 3 0,-3-2-8 15,0 7 0-15,3-15 1 0,-6 6 4 0,6 2-11 0,-1 0-2 16,-4 0 5-16,2 0-24 0,-3-1-10 0,3 2-18 15,0 6-15-15,-2-13-22 0,-4 8-35 0,6 5-32 16,0 0-37-16,-2-5-36 0,2 5-20 0,0 0-23 16,0 0-161-16,0 0-458 0,0 0 204 0</inkml:trace>
  <inkml:trace contextRef="#ctx0" brushRef="#br0" timeOffset="-85792.79">28870 11126 2 0,'0'0'259'0,"-4"-7"-7"0,4 7-16 0,0 0-10 0,-7-4-5 16,7 4-13-16,0 0-12 0,0 0-6 16,0 0-9-16,0 0-8 0,0 0-8 0,0 0-6 0,0 0-6 15,0 0-7-15,0 0-1 0,0 0-12 0,0 0 2 16,0 0 4-16,0 0-6 0,0 0-17 0,0-8-14 15,0 8-10-15,8-4-5 0,-8 4-11 0,7-8-17 16,-4 4 3-16,4-4-2 0,-1 4-14 0,-4-2 3 16,-2 6-10-16,7-3-1 0,-7 3-6 0,1-9-3 15,-1 9-3-15,5-8-9 0,-5 8-16 0,0 0-17 16,0 0-16-16,0 0-4 0,0 0-9 0,0 0-13 16,0 0-13-16,0 0-17 0,-25 18-19 0,19-11-23 15,-1-2-23-15,1 2-20 0,1 0-36 0,1-1-14 16,1-2-23-16,1 7-24 0,1-5-151 0,2 2-457 15,4-1 202-15</inkml:trace>
  <inkml:trace contextRef="#ctx0" brushRef="#br0" timeOffset="-85392.92">29048 11188 9 0,'0'0'262'0,"0"0"-4"0,0-7-8 15,0 7-13-15,0 0-7 0,0 0-10 0,19 3-11 16,-19-3-16-16,15 1-14 0,-1 1-6 0,-6-1-13 16,0 2-16-16,5 1-14 0,-4-3-3 0,2 3-23 15,-7 4-8-15,7-4-13 0,-8 4-4 0,6-2-4 16,-4 3 4-16,-4-3-8 0,-1 2 1 0,0 0 7 15,-1 1-3-15,-4 2 3 0,-4 1-1 0,6-5 7 16,-3 8-2-16,-3-6-5 0,-2 3 8 0,1 2-1 0,-2-1 8 16,-3-2-5-16,2 0-2 0,5-1-5 0,-1-2-12 15,3-1-1-15,4-4-11 0,-4 6-10 0,1-3 5 16,5-2-5-16,0-4-4 0,-9 8-2 0,9-8-10 16,9 12 4-16,-4-8-3 0,3-1-3 0,0 2-7 15,5-2-16-15,7 1-28 0,2-4-29 0,-1 2-37 16,-3-2-36-16,11 5-44 0,-10-5-49 0,1 1-49 15,8-2-57-15,2 1-317 0,-15-5-693 0,3 3 307 16</inkml:trace>
  <inkml:trace contextRef="#ctx0" brushRef="#br0" timeOffset="54114.52">13115 12670 384 0,'8'-25'376'0,"-3"0"6"16,4-1 13-16,-4 8 0 0,-4-1-7 0,4-1-20 15,-3 5-20-15,-2-3-17 0,2 3-20 0,4 6-16 16,-6 2-23-16,5 0-30 0,-3 0-30 0,-1 2-23 16,-1 5-15-16,0 0-16 0,0 0-7 0,15 20-15 0,-8-5-12 15,0 11-12-15,1 1-11 0,-3 4-7 0,3 9-4 16,-5 1-15-16,1 4-4 0,2 0-9 0,-2 3-7 16,1-3-3-16,1-3-4 0,-2 1-7 0,0 1-6 15,3-5 1-15,-4-7-6 0,2-3-1 0,-1 1-4 16,1 1 0-16,0-3-2 0,0-2-4 0,0-7-3 15,1 1-2-15,-3-4-3 0,2-1 1 0,2 0 0 16,-4-4 4-16,2-2-3 0,-3-5 0 0,5 3 3 16,-4-2-2-16,2-3 0 0,-5-2-4 0,13-8-3 15,-5 1 3-15,-1-3 3 0,0 1-4 0,1-6-4 16,-1 0 1-16,2-2 1 0,-4-1-1 0,4-8-2 0,-3 1-1 16,8-2 2-16,-6-4-2 0,0 11 3 0,-1-9-1 15,1 4 1-15,-1-1 11 0,-2 6 10 0,3 2 1 16,-6-1-5-16,11 2 4 0,-7 1-6 0,3 2 0 15,-1 1 0-15,2 4-11 0,1 0-2 0,-1 0 2 16,2 6-4-16,1 0 3 0,4 1-4 0,-2 4 0 16,0 3-2-16,1 0 2 0,-1 4 0 0,3 4 2 15,4 1-6-15,-4 1-2 0,-3 5 3 0,1 1 1 16,-2 3-1-16,-4-8-2 0,3 8-10 0,-2 2-7 16,-9 1-16-16,5-1-11 0,-6-5-14 0,-1-1-18 15,0 6-36-15,0 1-33 0,0-11-21 0,5 4-31 16,-10-2-26-16,10-3-16 0,-5-2-16 0,2-2-24 0,-2 0-24 15,7-3-43-15,-1-3-16 0,1-2-22 0,3-3-271 16,1 0-709-16,-1 0 314 0</inkml:trace>
  <inkml:trace contextRef="#ctx0" brushRef="#br0" timeOffset="54398.52">14145 12770 172 0,'8'-26'242'0,"-2"10"9"15,3-6 9-15,-9 5-3 0,6 2 2 0,-1-4 8 16,0 3-2-16,-1 1-7 0,-3 4 1 0,4 2-4 16,-3 2-8-16,3 1-16 0,-5 0-23 0,2 0-30 15,-2 6-15-15,0 0-14 0,0 0 1 0,0 0 7 0,0 0-2 16,-4 32-14-16,-6-16 6 0,5 9-8 16,-5 12-9-16,4-5-9 0,-3 7-18 0,-4-1-8 15,5 8-8-15,1-5-10 0,1 0-7 0,4-1-13 0,-5-1 1 16,7-7-4-16,-1-3-10 0,1 5-6 0,1-6-19 15,6 3-22-15,1-4-16 0,1 0-29 16,4-4-34-16,2 0-31 0,1-7-27 0,-1-5-26 0,3 2-32 16,1-7-35-16,9 7-42 0,-8-5-36 0,8-8-31 15,-2-1-39-15,2-3-195 0,-6-3-623 0,8-2 276 16</inkml:trace>
  <inkml:trace contextRef="#ctx0" brushRef="#br0" timeOffset="54749.82">14785 12786 202 0,'-6'-15'273'0,"2"11"5"0,-6-11-1 15,7 4-3-15,-2 3 5 0,-3-4 2 0,1 5-4 16,0 1-12-16,-1 0-9 0,2 3-11 0,-1-3-16 16,2 2-20-16,-2 1-24 0,7 3-17 0,-13 0-12 15,13 0-14-15,-16 3-11 0,6 1-10 0,1 4-5 16,1-1-5-16,1 2-8 0,3 3-11 0,-3 2-11 15,2 5-6-15,0-6-5 0,5 9-3 0,-3-2 18 16,6 6 0-16,0-1-7 0,1-6-8 0,4 6-7 16,-3 0-4-16,8 2-6 0,-3-7-5 0,3-1-4 15,-3-2-8-15,3 0 0 0,1-5-3 0,-1 4-4 16,-2 0-4-16,3-1 0 0,1-1-5 0,-4-4-1 16,-1 5-2-16,0-7 1 0,-5 1-7 0,2-2 3 0,-4 0-6 15,2 0 2-15,-5-1-2 0,0-6-3 0,-5 10-25 16,-3-5-10-16,1 1-18 0,-3-1-23 15,0-4-37-15,-1 1-40 0,-4-2-35 0,-3 1-37 0,-2 2-50 16,-2-6-56-16,2 2-55 0,2-1-296 0,0 1-732 16,3-6 324-16</inkml:trace>
  <inkml:trace contextRef="#ctx0" brushRef="#br0" timeOffset="55015.48">14894 12686 290 0,'10'-5'349'0,"-3"3"-9"0,8 2-3 0,-2 0 2 15,0 2 2-15,6 4-8 0,-1 0-12 0,8 3-18 16,-6 2-18-16,5 0-21 0,0 5-24 0,0-1-21 0,1 2-20 16,-1 6-26-16,-2-1-18 0,-1 2-14 0,1 0-15 15,-5 3-7-15,-2-1-14 0,-2 1-11 0,-6 1-10 16,0 2-9-16,-6 2-10 0,-2-2-6 0,-2-2-26 15,-4 11-25-15,-4-12-24 0,-10 2-25 0,7-4-51 16,-6-3-40-16,-2-2-30 0,1 2-31 0,5-9-35 16,-1 3-48-16,2-4-39 0,8-4-50 0,-6-3-232 15,2-3-645-15,10-2 285 0</inkml:trace>
  <inkml:trace contextRef="#ctx0" brushRef="#br0" timeOffset="55581.51">16958 12613 288 0,'5'-2'324'0,"2"-3"-12"0,-5 2-20 0,-2 3-25 0,8-9-23 16,-8 9-27-16,0-3-20 0,0 3-23 0,0 0-18 16,0 0 2-16,0 0-1 0,-37 13-2 0,21-1 5 15,-6 0 1-15,-2 5-6 0,-3 1 3 0,-1-2-8 16,-8 10-7-16,9-10-10 0,-9 11-2 0,-4 0 2 16,0-4 0-16,4 4-15 0,8-6-8 0,4 1-11 0,0-3-6 15,4-1-4-15,7-5 2 0,-2 0 0 0,1 1-4 16,9-5 1-16,2 1 10 0,0 1 8 15,6-2-1-15,5 0-5 0,12 3-9 0,7-2-8 0,16 4-7 16,-2-6-5-16,10-1-23 0,1 3-6 0,-1 0-4 16,2-5-4-16,-2-3-3 0,7 5-3 0,-6-4-4 15,-3 2 0-15,-1 1-6 0,-5-2-3 0,-10 5-11 16,-4-2-17-16,-3-1-18 0,-4-1-22 0,-6 0-26 16,-1 2-33-16,-2-2-32 0,-5 2-25 0,-1-2-14 15,0-2-26-15,-6 1-28 0,-1-4-29 0,-5 11-39 16,0-8-32-16,-1 1-21 0,-7-2-276 0,-1 1-688 15,-2 0 305-15</inkml:trace>
  <inkml:trace contextRef="#ctx0" brushRef="#br0" timeOffset="55849.06">16563 13336 45 0,'-10'5'313'0,"3"2"0"0,-1-2-5 0,1 1-8 0,6 0 1 16,-6 0 8-16,7-2 3 0,0-4 5 0,2 11-7 16,8-5-11-16,1 1-15 0,11 0-17 0,4 0-18 15,-1 1-18-15,10-1-29 0,8 5-17 0,-2-3-20 16,2 6-13-16,-10-11-16 0,0 1-15 0,1 2-16 16,0-2-32-16,-1 4-30 0,-1-1-39 0,-4-3-44 15,0 0-52-15,-5-2-44 0,-6 0-38 0,-1 1-42 16,-4 3-49-16,-2-5-53 0,2 1-41 0,-4 5-265 0,-2-5-676 15,-4-2 299-15</inkml:trace>
  <inkml:trace contextRef="#ctx0" brushRef="#br0" timeOffset="56849.69">18206 12648 253 0,'0'-8'338'0,"0"0"-12"0,0 0-8 15,0 0-6-15,4 3-14 0,-4 5-12 0,-4-13-20 16,8 9-24-16,-4 4-32 0,0 0-20 0,0 0-16 0,0 0 20 16,8 19-13-16,-8-5-8 0,3 4-10 0,4 2-13 15,-2 6-15-15,0 3-14 0,0-1-9 0,-2 4-12 16,4 1-11-16,-2 5-3 0,-2-9-14 0,-1 3-5 16,3-2-8-16,-4 0-8 0,4 1-4 0,-3-4-12 15,-2-4-30-15,5-7-27 0,-4 6-26 0,-1-8-40 16,0-1-34-16,0-4-30 0,0 3-27 0,0-5-26 15,2-1-45-15,-2-6-48 0,0 0-38 0,0 0-224 16,0 0-604-16,0 0 267 0</inkml:trace>
  <inkml:trace contextRef="#ctx0" brushRef="#br0" timeOffset="57081.29">18218 12584 275 0,'0'-10'305'0,"0"-2"-1"0,0 5-9 16,0-2-15-16,7-2-17 0,-4 3-21 0,2 1-24 16,1 0-21-16,4-2-17 0,2 1-22 0,3 1-9 15,6 2-22-15,-1 1-15 0,2 4-8 0,-4-3-8 16,3 6-11-16,6-3-16 0,-6 1-28 0,-1 4-25 16,0-3-35-16,0 5-40 0,-5 2-37 0,3 0-42 15,-6 0-45-15,-1-3-43 0,3 8-37 0,-6-4-159 16,-2-3-458-16,-6 7 203 0</inkml:trace>
  <inkml:trace contextRef="#ctx0" brushRef="#br0" timeOffset="57714.58">18304 12870 183 0,'-7'8'238'0,"-1"1"0"0,1-1-8 0,1 2-6 0,-2-3-3 15,8 0-4-15,-5 4-3 0,5-4-9 0,5 1-16 16,-4-4-19-16,6 3-14 0,1-3-17 0,5 0-10 15,4 0-14-15,3 0-10 0,0-4-12 0,4 0-13 16,-4 0-18-16,12 0-20 0,-4-4-22 0,2 0-19 16,-2-4-20-16,-2 1-18 0,-6 4-16 0,5-4-20 15,-8 1-12-15,1-1-4 0,2-1 5 0,-5 0 6 16,-6 3 10-16,3-1 4 0,-4 1 5 0,-1-1 1 16,0 3 12-16,-4-2-1 0,-3 5 9 0,0 0 16 15,0 0 14-15,0 0 6 0,0 0 14 0,0 0 8 16,0 0 1-16,-25 12 14 0,18-4 3 0,2-1 3 0,-3 4 7 15,7-3 3-15,-4 0 0 0,5 4-4 0,0 0 2 16,0-1-5-16,5 0-7 0,-4 4 8 0,4-5 2 16,3 0-4-16,1 2-6 0,6-2 2 0,-2 0-5 15,2-1-3-15,0-6-5 0,0 3-3 0,-1-5-2 16,3 2 0-16,1-1-2 0,-1-2-1 0,-7-5-10 16,8 4 1-16,-8-2-2 0,3-2-5 0,-3-3-4 15,2-2-3-15,-2 1 4 0,1-2-1 0,1-3 6 16,-9 1-6-16,4-3 0 0,-2 1-1 0,0 0 8 15,-5 3-4-15,1-1 7 0,-2 2 4 0,2 1 1 16,-1-2 6-16,-1 4 2 0,1 0 3 0,0 1-7 16,0-2-3-16,0 9 2 0,0 0-3 0,0 0-4 15,0 0 1-15,0 0-1 0,0 0 2 0,1 23-5 16,3-14 0-16,-1 3 2 0,3 2-3 0,1 2-1 16,-4-1 1-16,9 1-4 0,-4-1 7 0,1 2-8 15,-1-2 1-15,3 0 0 0,-2-1 1 0,-1 2-9 0,4-7-13 16,-9-5-8-16,8 7-6 0,-2-5-12 0,-8-3-10 15,8 0-26-15,-9-3-11 0,13 0-17 0,-13 0-4 16,13-4 11-16,-13 4 3 0,8-8 9 0,-1 0 10 16,-4 4 9-16,4-4 0 0,-2 4 9 0,3-5 6 15,-1 2 6-15,-4 0 11 0,4-1 0 0,-1-2 2 16,1 6 8-16,1-4-2 0,-1 3 7 0,-1-2 0 16,1 2-1-16,5-2 7 0,-9 3 0 0,4 0 0 15,-4 0-15-15,4 0-10 0,-7 4-22 0,6-7-24 0,-6 7-27 16,8-7-143-16,-8 7-281 0,2-5 125 15</inkml:trace>
  <inkml:trace contextRef="#ctx0" brushRef="#br0" timeOffset="58299.01">19320 12481 246 0,'-15'14'252'16,"9"-9"-10"-16,1 3-14 0,-4 7-14 0,8 4-8 16,-6-3-13-16,7 11-12 0,0 0-11 0,0 1-13 15,-3 2-14-15,6 1-13 0,1 8-14 0,-1-9-9 16,7 2-11-16,-10-5-11 0,5 4-6 0,1-3-8 16,3 2-7-16,-1-7-9 0,-1 0-9 0,-1-4-13 15,2-3-5-15,-3-4-16 0,-3-1-8 0,0-1 1 0,-2-4-4 16,6 0-2-16,-6-1-1 0,0-5-6 15,0 0 1-15,0 0-1 0,0 0 2 0,0 0 3 16,-15-19-2-16,15 8-1 0,0 0 5 0,5-1-1 0,-3-1 7 16,0-2 8-16,4 1 6 0,1 5 2 0,0-3 4 15,1 1 5-15,-2 4 1 0,3-2-3 0,6-2 0 16,0 7 0-16,-2-2-4 0,0 4-3 0,2-1 0 16,0 3-4-16,3 5-3 0,2 1 3 0,-4-2-6 15,-1 7-2-15,2 2 5 0,-6-1-8 0,4 3 4 16,-3 3-3-16,0-1-2 0,2 1 1 0,-7 2-6 15,3-2 3-15,-2-1-1 0,-1-2-5 0,3 2-4 16,-10-2 0-16,1-3-6 0,1-2 4 0,3-2 0 16,-5 0 1-16,2-4 5 0,-2-4 0 0,5 4 0 15,-5-4 1-15,0 0 1 0,0 0 2 0,0 0-2 16,0 0-1-16,10-19 3 0,-5 11 6 0,-4 0 2 0,6-3 2 16,-5 2 1-16,4-2-1 0,2-4 6 0,4 5-6 15,-4-7 3-15,6 7 6 0,-5-4 5 0,3 2-3 16,-2 5-4-16,-3-1 12 0,3 3-14 0,-4-2 0 15,4 3-3-15,-2 0-3 0,-1 0-3 0,-2 1-1 16,-5 3 2-16,0 0-3 0,20 5-1 0,-14-2 0 16,-4 3 3-16,3-1-4 0,-2 2 0 0,4-1 1 15,-5 0 0-15,4 0-10 0,-1 1-8 0,0 3-19 16,0-2-28-16,2-1-33 0,-1-2-36 0,-1 6-38 16,5-8-50-16,-3 3-48 0,3-3-199 0,3 3-504 15,-5 1 223-15</inkml:trace>
  <inkml:trace contextRef="#ctx0" brushRef="#br0" timeOffset="58931.67">20462 12652 229 0,'-1'-12'270'0,"-6"0"-15"0,5 4-13 15,-4-1-17-15,-1 1-19 0,2-2-18 0,-6 6-17 16,-1 0-19-16,-3 3-15 0,0 2-12 0,-1 3-11 16,-1 5-13-16,2 2-8 0,-3 4-17 0,0 4-5 15,-4 4 1-15,6 4-11 0,-1 1-8 0,1 11-3 16,6-9-5-16,-4 5-2 0,6-2-8 0,2-4-2 16,-1 2-3-16,5-1-1 0,4-2-7 0,3 1 0 15,-2-11 1-15,5 6-3 0,1-6-2 0,2 0 2 16,-1-5-6-16,5-4 1 0,0-1-4 0,-2-1 5 0,2-2-6 15,2-3 3-15,3-2-4 0,-4-2 0 0,4-4 1 16,-5 0-1-16,0 1-4 0,0-7-1 16,5 2 2-16,-6 1-1 0,-4-3 1 0,5 3 5 0,-8 0 6 15,8 0 12-15,-10 1-8 0,5 0 2 0,-5-2 6 16,1 6-10-16,-1-1-4 0,-1 2-6 0,-4 3 4 16,8-4-5-16,-8 4-2 0,0 0 1 0,10 7-1 15,-7-2 9-15,-1-1-13 0,-2 7 1 0,1-4 12 16,3 1-10-16,-4 1-6 0,3-2-3 0,-1 1-2 15,1-4-3-15,0 8 3 0,2-4-4 0,-3-2-1 16,5-2 1-16,-2 1 0 0,-1-1 3 0,3-1 0 16,1-1 1-16,-8-2-3 0,17 0 4 0,-17 0 2 15,16-6-2-15,-6 2 3 0,-3-4-1 0,6 2 5 0,-4-2-3 16,2-4-1-16,2 5 3 0,-6-3 8 16,5-1 2-16,-4 3 1 0,7-3-2 0,-9 0-1 15,4-1 4-15,2 4 10 0,-2 1-9 0,3-1 1 0,-5 1-6 16,-1 1 5-16,5 0-2 0,-3 5-1 0,1-4-1 15,2 6-3-15,-12-1-2 0,18 0 4 0,-8 5-5 16,-2 1 3-16,1 2 0 0,-1-3-2 0,0 5-1 16,5 2-8-16,-8-2-7 0,0 7-13 0,5-2-22 15,-5 1-17-15,2-4-27 0,-2 4-14 0,2-1-36 16,-7 1-29-16,4-1-38 0,1-2-19 0,-5-1-23 16,0-2-152-16,4 1-432 0,-3-2 192 0</inkml:trace>
  <inkml:trace contextRef="#ctx0" brushRef="#br0" timeOffset="59181.4">21250 12624 93 0,'5'-15'326'0,"-2"0"-9"0,2 5 0 15,-3 0-21-15,3-2-21 0,-5 7-14 0,2 0-39 16,-2 5-22-16,0 0-8 0,0 0-7 0,0 0-5 15,0 0-7-15,1 27-23 0,-1-9-11 0,-3 1 2 16,3 8-33-16,-5 5-8 0,-2 7 4 0,4 2-23 16,-2 1-10-16,-1-2-7 0,2 1-2 0,3-9-14 15,-6 7-15-15,4-5-1 0,1-6-45 0,4 3-33 16,1-2-33-16,-1 0-22 0,-2-4-34 0,0-3-42 16,1-2-45-16,4-6-24 0,-1-1-36 0,1-2-197 15,1-4-518-15,-3-4 230 0</inkml:trace>
  <inkml:trace contextRef="#ctx0" brushRef="#br0" timeOffset="59366.72">21292 12878 324 0,'-19'-8'345'0,"3"-1"-6"0,-2 1-6 16,-2 4-7-16,6-2-20 0,-4 1-30 0,7 4-25 15,1-2-25-15,1 2-24 0,9 1-29 0,0 0-5 16,-16 5-16-16,16-5-20 0,5 11-6 0,-5-11-4 15,20 11-51-15,-2-3-51 0,8 3-51 0,8-2-65 16,10 8-64-16,11-3-80 0,1-3-67 0,-1-2-203 16,4-2-552-16,1 1 244 0</inkml:trace>
  <inkml:trace contextRef="#ctx0" brushRef="#br0" timeOffset="60297.79">22146 12584 127 0,'-5'-8'285'0,"10"-1"-6"15,-5 1-15-15,-5 6-10 0,5 2-22 0,0-8-18 16,0 8-14-16,-9-6-8 0,9 6-7 0,-23 4-2 16,7 1 8-16,-1 1-7 0,1 9 7 0,1-3 9 0,-4 9-11 15,6 0-3-15,-7 3 2 0,-3 7-5 0,2 4-10 16,4-7-2-16,-1 9-12 0,1 3-15 15,7-2-15-15,-1 2-12 0,9-1-3 0,0-10-17 0,2 2-7 16,2-1-14-16,5 0-8 0,-1 0-4 0,6-1-7 16,3-4-15-16,-4 2-22 0,6-3-23 0,3-3-28 15,-4 3-39-15,6-3-39 0,4-4-30 0,-7-5-27 16,7 1-40-16,-8-6-40 0,-1 5-40 0,1-8-44 16,-1 0-46-16,-2-2-205 0,-1-2-630 0,1-2 278 15</inkml:trace>
  <inkml:trace contextRef="#ctx0" brushRef="#br0" timeOffset="60714.62">22574 12691 185 0,'5'-5'281'0,"-5"-2"-13"16,2 2-18-16,-2 5-10 0,0-9-10 0,2 4-9 15,-2 5-11-15,0 0-12 0,-2-12-20 0,2 12-14 16,0 0-21-16,-7-9-11 0,4 8-15 0,3 1-5 16,0 0-10-16,-18 0-5 0,18 0-13 0,-13 5 10 15,4 0-1-15,3 1-7 0,-3 0-8 0,1 1-4 16,1 4-9-16,1-3 8 0,4 0 3 0,-4 4-3 16,-1-2 9-16,7 2 6 0,-2 0-1 0,4 1 0 15,-2 1-14-15,0 1 7 0,7 0 1 0,-2-2-9 16,-2 2-3-16,10-2-10 0,-5 2 0 0,4 2-3 0,0-2-6 15,-1-1-7-15,-3-1-3 0,6 1-5 0,-4-1-3 16,1 1-6-16,-1-1 0 0,-2-3 5 16,1 6-11-16,-3-5 0 0,-1-3-1 0,-1 3-3 0,0-3-3 15,-4 0-9-15,2 1 4 0,-4 1 3 0,1-2-2 16,-2-4 1-16,-7 4-8 0,1-4-11 0,-2 1-16 16,1 0-12-16,-3-4-25 0,-4 0-37 0,0 2-17 15,-1-3-24-15,2 0-23 0,1 0-30 0,2 0-27 16,-4-4-33-16,4 3-27 0,0-5-42 0,4 2-231 15,1 0-597-15,1-4 264 0</inkml:trace>
  <inkml:trace contextRef="#ctx0" brushRef="#br0" timeOffset="61147.7">22796 12522 255 0,'-8'-3'274'16,"8"3"-2"-16,0 0-6 0,0 0-12 0,0 0 6 15,0 0-3-15,0 0-2 0,0 0 13 0,8 27-9 16,-5-21-9-16,7 8-6 0,-1-3-14 0,-1 5-12 16,5-3-8-16,2 5-24 0,0-4-14 0,6 7-15 15,-1-2-12-15,-2-3-3 0,2 6-9 0,-3-3-14 16,3 1-13-16,-4 0-10 0,-2-3-7 0,-5 1-10 15,6 1-7-15,0 5-8 0,-8-7-6 0,3-2-3 16,-2 3-7-16,-5-2-4 0,1 4-4 0,-3-3-5 0,3-1-7 16,-8-1 3-16,3 1-6 0,-3 0 0 0,-2 0-3 15,1-2-2-15,-5 2-2 0,3-3 1 0,1 2-1 16,-3 0-5-16,1 0-2 0,-2-1-2 0,2-1 2 16,-4-2-1-16,4 1 2 0,-4 0-3 0,4-3-1 15,0 2-2-15,1-3 6 0,-3 0-5 0,4 3-1 16,-3-4-1-16,3 4-2 0,-1-6 0 0,6 2 0 15,-6-2-1-15,0 5 0 0,6-8-1 0,-4 5 2 16,3-3-5-16,2-4-20 0,-3 9-15 0,-1-4-22 16,4-5-33-16,0 0-35 0,0 5-26 0,0-5-29 15,0 0-58-15,7 7-59 0,-7-7-64 0,0 0-367 16,17-5-790-16,-17 5 349 0</inkml:trace>
  <inkml:trace contextRef="#ctx0" brushRef="#br0" timeOffset="63864.5">21359 13712 257 0,'2'-7'280'0,"3"2"-7"0,-3-3-6 16,4 4-14-16,-1-3-11 0,2 3-15 0,-2 0-15 15,3 0-16-15,-1 1-16 0,-7 3-20 0,20 0-13 0,-20 0-19 16,15 7-12-16,-7-2-5 0,-2 3-14 0,3 1-7 16,2 3-9-16,-4 3-3 0,-4 3-14 0,4-1-4 15,-2 2-4-15,-2 6-13 0,-3-5 3 0,5-1-15 16,-3 1-4-16,-2-1-2 0,0 1 0 0,0-2-4 15,0-3-8-15,0 0 7 0,0-3-2 0,0-3 7 16,0-2-13-16,0 4 14 0,0-8 34 0,0-3 19 16,0 9 5-16,0-9-3 0,0 0-8 0,0 0-3 15,0 0-9-15,0 0-8 0,0-27-3 0,5 11-4 0,-2 1-4 16,2 0-8-16,3-4-6 0,-6 3 1 16,6-2-4-16,4-2-1 0,-2 6-6 0,-2-6-6 15,2 7 2-15,0-3-43 0,-2 1-13 0,0 2-26 0,-1 4-32 16,0 3-31-16,-1 2-35 0,-4 1-30 0,-2 3-25 15,0 0-27-15,0 0-19 0,20 8-27 0,-17 2-2 16,-3-6-160-16,3 4-493 0,-3 2 218 0</inkml:trace>
  <inkml:trace contextRef="#ctx0" brushRef="#br0" timeOffset="64481.53">21773 13864 135 0,'7'-1'135'0,"-1"-3"2"16,3 0-3-16,-3-1-3 0,1 3-9 0,1-6 4 16,0 6-2-16,-3-4-2 0,4-1-4 0,-3 5-5 0,1 0-4 15,-7 2-1-15,10-8-6 0,-5 7-4 0,-5 1-6 16,2-7 1-16,-2 7-10 0,4-8-8 16,-4 8-1-16,0 0-8 0,-6-8-7 0,6 8-6 0,-8-4 1 15,8 4 0-15,-12 0-1 0,2-3-2 0,10 3-3 16,-20-3 0-16,20 3 2 0,-21 3-2 0,12-3-1 15,-4 2-3-15,3-1-2 0,-1 2 0 0,1 2-4 16,-4-2-3-16,6 2-4 0,-2 3-2 0,0-1-1 16,2 1-1-16,1 4-3 0,2-3 6 0,2 3 0 15,3-3 2-15,0 3 0 0,3 3-2 0,1-3-2 16,1 1-3-16,5 1 1 0,-2-1-6 0,5-2-1 16,4 1 2-16,-2-1-10 0,-2-1 4 0,8 2-1 15,1-4 1-15,-6-1-6 0,6-4-5 0,-2 2-3 0,-4-3-11 16,4-2 4-16,-2 0-3 0,1-2 0 15,-4-4-2-15,-4 2 0 0,7-1 4 0,-6-2 0 16,3 0-4-16,-10-6 5 0,8 2 0 0,-3-4-2 0,2 4 2 16,-2-8-2-16,-4 2 3 0,-1-1 5 0,0 1-2 15,2-9 1-15,-1 3-1 0,-2-1 6 0,-1-1-1 16,7-1 5-16,-10 7 8 0,3-7 3 0,-3 9 0 16,-3 0 3-16,3-1 9 0,3 0 0 0,-3 6 6 15,0 0-5-15,0 0 6 0,2 3-7 0,-2 0 1 16,0 4-2-16,0 0-10 0,0 5-5 0,0 0 5 15,-5-6-7-15,5 6 5 0,0 0-8 0,0 0 4 16,-23 7-7-16,23-7 3 0,-7 11 4 0,5-4 6 16,-4 2 6-16,4 3 9 0,-3-3 2 0,4 6 0 15,1 3-6-15,-2-2 4 0,-3 3 0 0,5-2 0 16,5 3-4-16,-10 5-4 0,5-1 8 0,7 0-2 16,-7 2 9-16,6 0-17 0,-4-1-5 0,6 1-6 0,5-1-1 15,-6 1 2-15,6 1-17 0,-3-7-23 16,3 7-32-16,-4-12-35 0,-1 2-34 0,5 1-49 15,-5-4-54-15,9 0-61 0,-7-1-291 0,1-3-629 0,-1 1 279 16</inkml:trace>
  <inkml:trace contextRef="#ctx0" brushRef="#br0" timeOffset="65914.22">13769 14966 259 0,'-3'-7'272'0,"3"0"-18"16,0 7-25-16,-4-9-27 0,4 9-20 0,0 0-15 15,0 0-5-15,0 0-1 0,14 31 0 0,-6-14-2 16,0 13-7-16,0-3-4 0,6 16-14 0,2-2-6 16,-3 6-18-16,1-1-11 0,-1-3-9 0,-3 6-3 15,5-3 5-15,-9-1-10 0,4-2 0 0,0-2-6 16,-5-9 6-16,0 6-24 0,-3-6-3 0,4-5-3 16,-2-3-6-16,-1-5-12 0,-3-4 5 0,5 4-3 15,-5-9-5-15,0 0 4 0,0 1 28 0,2-5 31 16,-2 0 24-16,0-6-10 0,0 0-6 0,0 0-16 15,0 0-5-15,16-16-2 0,-9 0-17 0,-1 1-3 16,4-1-5-16,0-2-6 0,0-9-3 0,2 3-9 16,3-2-1-16,-4 0-3 0,7-1 1 0,-3 2 5 0,2 5-1 15,-2-4-5-15,-5 7 0 0,3 5 2 0,2-5 3 16,0 7-10-16,-2 2-2 0,-5-1-6 0,7 1 0 16,-2 6-5-16,2 0-4 0,-6 2 2 0,5 0-4 15,3 2 5-15,1 5-7 0,-3 5-1 0,2-2 1 16,-4 3-2-16,5 6 0 0,-3 1-7 0,0 1 5 15,-2 2 1-15,2-1-1 0,-7 4-15 0,-1-7-14 16,0 8-18-16,1-3-37 0,-2 2-15 0,-4-7-23 16,3-3-29-16,-2 3-18 0,1-2-25 0,-3-6-27 15,-1 1-27-15,4-1-34 0,-1-6-19 0,5 0-27 16,-1-3-211-16,-7-2-580 0,15 0 258 0</inkml:trace>
  <inkml:trace contextRef="#ctx0" brushRef="#br0" timeOffset="66181.44">14931 15098 222 0,'-5'-16'306'0,"3"11"-19"0,-4-3-13 0,-1-1-15 0,5 8-14 16,2 1-5-16,0 0-9 0,-21 5-9 0,8 8 1 15,3-3 7-15,-4 8-12 0,6 3-4 0,-5 6-6 16,5 0-5-16,-4 12-18 0,2-9-15 0,0 11-21 15,5-4-11-15,0 8-18 0,5-3-8 0,0-12-12 16,5 11-6-16,-3-1-16 0,6-7-2 0,-3-2-7 16,5 1-1-16,-3-1-17 0,12 8-3 0,-5-10-26 15,1-5-32-15,1 0-30 0,7-3-27 0,0-3-33 16,-4-7-39-16,6 0-20 0,-7-3-35 0,2-4-30 0,-1 1-27 16,5-5-16-16,2-5-27 0,-1-2-23 15,-7 2-183-15,0-6-542 0,4-3 239 0</inkml:trace>
  <inkml:trace contextRef="#ctx0" brushRef="#br0" timeOffset="66547.35">15469 15275 58 0,'1'-10'235'0,"-1"3"3"0,0 1-2 15,2-1-1-15,3-2-5 0,-5 2-1 0,2 3-9 16,-2 4-15-16,-2-15-11 0,2 15-14 0,-5-9 1 15,3 6-32-15,-4-1-6 0,-3 1-8 0,0-1-4 16,9 4-4-16,-19-3-1 0,19 3-23 0,-21 2-6 16,13 3 2-16,-7-4 2 0,1 5-4 0,6 2-4 15,-2-1-9-15,-3 2-2 0,6 0 2 0,1 5-6 16,1-1 0-16,1 4-3 0,3-2 2 0,2-1-1 0,4 4-5 16,2 2-2-16,1-1-13 0,1-2 2 15,4 1-8-15,-3-2-2 0,8 6-6 0,-3-3-3 0,-4-4-4 16,4-2-1-16,0 1-11 0,-2 3 3 0,1-7-4 15,-6 5-10-15,0-1 6 0,-6-6-4 0,5 3 0 16,-2 1-2-16,-2-3 2 0,-6 3-7 0,-2-5 5 16,3 1-13-16,-5-2-12 0,1 2-15 0,-4-3-25 15,-2 2-21-15,4-4-24 0,-2-3-30 0,-3 5-26 16,3-5-31-16,10 0-32 0,-18-5-35 0,6 3-34 16,2-3-42-16,3 2-229 0,6-4-601 0,-1-2 267 15</inkml:trace>
  <inkml:trace contextRef="#ctx0" brushRef="#br0" timeOffset="66830.86">15647 15113 33 0,'0'0'318'0,"5"-4"-14"0,-5 4-7 15,14 0 1-15,-14 0-3 0,20 4-5 0,-7 4-10 16,3 1 9-16,4-1-21 0,3 6-6 0,1 1-10 15,4-2-15-15,-5 5-11 0,3-2-25 0,-4 4-17 16,1 1-20-16,-1 0-8 0,-3 2-22 0,-2-3-13 16,0 7-14-16,-11-1-6 0,9-1-13 0,-8 2-10 15,1-4-4-15,-6 4-13 0,-2 0-1 0,-2 0-12 0,-8 0-18 16,5 1-22-16,-12-1-36 0,3-1-41 16,-6-2-36-16,3-2-32 0,-3 1-29 0,-1-3-24 15,1-2-32-15,3-5-42 0,7-1-41 0,-3-1-43 0,0-6-224 16,5 2-620-16,1-1 275 0</inkml:trace>
  <inkml:trace contextRef="#ctx0" brushRef="#br0" timeOffset="67214.73">17311 15361 262 0,'0'0'373'0,"0"0"2"16,0 0-3-16,0 0-14 0,0-8-7 0,0 8-10 16,0 0-7-16,0 0-13 0,7-7-24 0,-7 7-24 15,19-2-26-15,-4-3-23 0,3 2-22 0,11-2-19 16,2 1-20-16,4 3-15 0,10-3-16 0,-1 0-15 16,6 3-17-16,-4 1-27 0,-3 0-27 0,7 0-28 15,-7-2-38-15,-10 4-53 0,0-2-41 0,0 1-45 0,-3 0-35 16,-8-1-50-16,-6 5-53 0,2-3-55 15,-8 2-292-15,2 4-695 0,-4-7 307 0</inkml:trace>
  <inkml:trace contextRef="#ctx0" brushRef="#br0" timeOffset="67564.95">17354 15652 163 0,'-5'7'246'0,"5"-7"3"0,0 0-8 0,10 7-5 16,-2-6-10-16,2 6-11 0,2-7-18 0,-1 1-5 16,7 2-11-16,-1-2-10 0,3 1-16 0,0-1-5 15,8 1-12-15,-5 1-18 0,-3-3-11 0,10 4-12 0,-9-2-7 16,-4-2-8-16,16 5-11 0,-10-4-5 15,-5 2-4-15,10 0-12 0,1-2 0 0,-1 1-6 16,-7-1-6-16,-3 1-3 0,2 1 0 0,-3-1-5 0,1-2-2 16,0 2-1-16,-3 0-6 0,-2-2-4 0,4 1 0 15,-2-1-1-15,-9 0-2 0,3 4-3 0,-9-4-5 16,13 0-16-16,-13 0-17 0,15 1-26 0,-15-1-30 16,8 2-36-16,-8-2-42 0,0 0-38 0,0 0-52 15,0 0-249-15,12-3-539 0,-12 3 238 0</inkml:trace>
  <inkml:trace contextRef="#ctx0" brushRef="#br0" timeOffset="68114.93">18847 15219 265 0,'3'-10'323'16,"1"0"-14"-16,-3 3-11 0,1-1-13 0,1-1-20 16,-1 6-31-16,-2 3-26 0,0 0-13 0,0 0-16 0,0 0-1 15,16 19-12-15,-7-4-6 0,-4 4-3 0,1 4 2 16,-1 4-8-16,5 1-17 0,-3 7-14 16,-2-4-10-16,1-1-6 0,4 9 3 0,-5-9-28 0,5-2-6 15,-7 1-5-15,6 1-6 0,-8-6-19 0,4-6-7 16,4 3-30-16,-3-3-34 0,-6-7-26 0,2 8-33 15,3-10-33-15,-3-2-24 0,-2 2-28 0,6-6-41 16,-4 2-39-16,-2-5-45 0,0 0-222 0,20-6-560 16,-14 0 248-16</inkml:trace>
  <inkml:trace contextRef="#ctx0" brushRef="#br0" timeOffset="68331.18">18862 15106 38 0,'-5'-4'328'0,"5"-7"-18"16,3 4-21-16,-3 0-8 0,5 2-10 0,3-4-29 0,6 3-12 16,2-1-15-16,6 5-20 0,-1-6-10 0,14 5-16 15,-5 1-14-15,0-1-23 0,6 1-9 0,-6 2-1 16,1 2-26-16,2 1-17 0,-3-1-25 0,2 6-29 16,1-3-34-16,-5 0-37 0,-10 3-37 0,2 0-36 15,-2-1-47-15,-3 1-39 0,0 4-43 0,-9-4-197 16,3 4-480-16,-3 0 213 0</inkml:trace>
  <inkml:trace contextRef="#ctx0" brushRef="#br0" timeOffset="68897.41">19102 15427 22 0,'-10'7'246'0,"0"0"-4"15,3-1-17-15,1 0-7 0,-1 2-10 0,0-1-9 16,7 1-7-16,0 1-7 0,5-2-12 15,-1-1-15-15,2 0-13 0,3 3-16 0,4-2-10 0,7 3-13 16,-2-8-13-16,10 8-19 0,0-8-17 0,4 3-15 16,2-3-18-16,-1 2-14 0,2-4-8 0,-5-4-15 15,0 2-8-15,3 4-8 0,-15-6-9 0,10-3-3 16,-8-1-5-16,-2 1 6 0,-3-1 2 0,-3 4 2 16,-1-4 6-16,-4 1 8 0,1 1 17 0,-3 2 12 15,-5-3 10-15,2 2 7 0,-2 5 6 0,3-8-2 16,-3 8 3-16,0 0-1 0,0 0 5 0,0 0 3 15,0 0 1-15,0 0 3 0,0 0-1 0,-20 20 1 16,19-15 0-16,-3 3-3 0,4 3 4 0,0-6 0 16,0 6-8-16,4-2 8 0,-1 3 6 0,2-2-1 15,2 1-4-15,3 2-4 0,1-5-5 0,-3-1 1 16,2 4-4-16,2-4-1 0,-2-3-3 0,1 0-6 0,1 0 0 16,1-4-1-16,2 0-7 0,0 0 6 0,0-4-4 15,-7 1-1-15,7 0-1 0,-2-6-3 0,1 3 0 16,-4-4-2-16,4 0-4 0,1-2 1 0,-3 3 5 15,0-6 1-15,-1 0-6 0,-3 0-4 0,4 1 4 16,-4-1-3-16,2 1 5 0,-2-1 20 0,-1 3 22 16,0 0 9-16,1 3 10 0,-6-2 9 0,1 7 4 15,-1-3-1-15,-1 0-10 0,3 2-17 0,-4 5-1 16,5-5-8-16,-5 5-3 0,0 0-3 0,0 0-7 16,0 0-1-16,0 24-3 0,0-12-1 0,0-1-1 15,1 2-4-15,4 2-3 0,2 0-3 0,-2 1-2 16,5-1-3-16,-2 2 3 0,5-2-17 0,-1 2-13 0,3-5-20 15,-4 4-15-15,4-7-22 0,5 2-24 0,-5-3-15 16,5-3-18-16,-5-2-22 0,1 4-19 16,-8-5-16-16,7 0-21 0,-1-4-8 0,2-4-19 0,-1 0-15 15,2 0 2-15,-7-3-176 0,-1-8-459 0,5 9 203 16</inkml:trace>
  <inkml:trace contextRef="#ctx0" brushRef="#br0" timeOffset="69130.68">20279 15072 92 0,'0'-21'229'0,"-4"6"7"16,4-3-3-16,0 3 4 0,0 8-1 0,0-4-11 16,-1 4-9-16,2-2-21 0,-1 2-15 0,0 7-29 15,0 0-8-15,0 0-5 0,0 0-2 0,0 0-5 0,7 23-9 16,-4-10-12-16,-1 5-10 0,3 9-9 16,0 1-9-16,-2-1-5 0,4 4-8 0,-6-1-8 15,6 3-4-15,0 4-6 0,-7-5-8 0,8-2-2 0,-5 3-17 16,2-4-19-16,0 2-23 0,0-3-23 0,-2-2-22 15,4-5-28-15,-7-3-23 0,7 0-25 0,-6-1-25 16,3-4-22-16,-1-3-23 0,-3-2-3 0,0-2-5 16,2 2-160-16,3-6-407 0,-5-2 181 0</inkml:trace>
  <inkml:trace contextRef="#ctx0" brushRef="#br0" timeOffset="69747.18">20355 15516 174 0,'-4'-8'18'0,"-2"-2"25"0,-1-2 34 0,-1-3 16 15,1 5 24-15,6 0 8 0,1-2 5 0,-7 4 8 16,7-4 4-16,-3 0 8 0,-1 1 5 0,4 0-5 15,4 2-4-15,-1 2-21 0,0-1-8 0,1 1-11 16,4 4-12-16,0 1-9 0,-8 2-7 0,22 0-3 16,-9 2-9-16,3 5-6 0,4 0-4 0,-3 0-9 0,4 5-6 15,-1-3-2-15,-3 3-6 0,-2 2-2 0,5 1-4 16,-6-2-1-16,1 1-6 0,0 1 0 16,-5-2-2-16,2 1-2 0,-2 0-2 0,1 0 0 0,-1-2-4 15,-1 2-3-15,-1-2 1 0,-2-2 0 0,1-3-1 16,-5-2 1-16,3 1 2 0,1 2 4 0,-4-4 9 15,-2-4 8-15,0 0 6 0,7 1 10 0,-7-1 4 16,0 0 0-16,14-12 19 0,-7 8-10 0,-4-4 6 16,2 5 7-16,5-6 2 0,-5-1 5 0,2 3 4 15,3-6 8-15,3 0-2 0,-5 2-7 0,4-4-6 16,-2 6-11-16,-4 2-10 0,6-1-5 0,-9-2-1 16,9 4-4-16,-5-1-10 0,-4 0-12 0,3 3-11 15,3-1-16-15,-9 5-12 0,11 0-17 0,-11 0-25 0,0 0-17 16,17 11-8-16,-14-5-13 0,1 1-16 15,0 1-17-15,0-1-25 0,-3 4-25 0,1-2-16 0,3 2-13 16,0-7-7-16,-3 5 2 0,3 1 0 0,0-2 5 16,1 0 17-16,1-2 8 0,1-4 10 0,5 3 17 15,-8 1 20-15,4-2 23 0,1 0 26 0,1-4 18 16,-1 0 22-16,5 0 16 0,-7 0 21 0,5 0 14 16,-13 0 18-16,17 0 12 0,-2-4 8 0,-15 4 2 15,13-3 5-15,0 3-4 0,-13 0 5 0,9-1-6 16,-9 1 2-16,13 0-15 0,-13 0 1 0,0 0-1 15,16 4 3-15,-16-4-2 0,5 4-6 0,-1 0-1 16,-4-4 0-16,0 0-5 0,5 4-1 0,-5-4 3 0,0 0-3 16,0 7-7-16,0-7 1 0,0 0-25 15,0 5 8-15,0-5 1 0,0 8-4 0,0-8 0 16,0 0 7-16,0 0-5 0,0 0 0 0,0 0 4 0,0 0-4 16,0 0 7-16,0 0-7 0,0 0 4 15,0 0-3-15,-9-21 4 0,9 21 3 0,0-11 6 0,-5 6-3 16,5 5 0-16,0-11-4 0,0 8 3 0,0 3-3 15,5-11 0-15,-3 7 1 0,-2 4-11 0,2-10-26 16,6 8-29-16,-5-2-42 0,4-3-156 0,-2 5-281 16,5 0 125-16</inkml:trace>
  <inkml:trace contextRef="#ctx0" brushRef="#br0" timeOffset="70431.45">21669 15077 250 0,'-3'-13'261'0,"-1"4"-24"0,-2 2-11 16,-6-4-15-16,0 10-7 0,-1 0-11 0,-3 1-10 15,-4 0-8-15,-3 10-16 0,1-3-8 0,-3 13-6 16,2-5-20-16,-3 11-6 0,4 1-13 0,1-2-8 15,4 2-10-15,-4 9-7 0,6 0 2 0,6-5-20 16,1-2-4-16,3 0-7 0,5-2-6 0,0 1-1 16,7-1-5-16,-1-1-4 0,3-10-14 0,2 0-9 15,6 6-8-15,-2-9-9 0,0-1-5 0,6-3-6 16,1-1-7-16,-1-7-3 0,1 0-6 0,-4 2 5 16,3-6-2-16,-1 2 2 0,2 0 5 0,-6-7 2 15,1 2 3-15,-4 0 2 0,-3-3 2 0,3 3 6 16,-6 0 5-16,1-2 9 0,-1 3 7 0,-2-2 9 0,-2 3-1 15,4 0-8-15,-7-3 1 0,0 7-4 0,6-4-2 16,-6 4 0-16,0 0-1 0,0 0 1 0,0 0-1 16,0 0 0-16,0 18-1 0,0-10 0 0,2 1-3 15,1-1 1-15,1 0 1 0,-3 1 0 0,4 1-1 16,3 0-1-16,1-1 1 0,-3-1-1 0,3 1-2 16,-3-3 0-16,4-1 0 0,0-1 3 0,-2 3-1 15,7-6-5-15,-6-1 3 0,-9 0-1 0,19 0-7 16,-10-1 1-16,-1-6-3 0,-1 3-1 0,1 1 3 15,-1-3-3-15,-1 0 4 0,1-3-1 0,-4-2 1 16,4 7 0-16,-4-8 1 0,0 4-1 0,-1-2 1 16,1 1 0-16,1 1 1 0,-4-2 2 0,3 4-6 15,-3-5 6-15,0 6-1 0,0-3 3 0,3 2 6 0,-1 2-6 16,-2 4 4-16,0-9-3 0,0 9 0 16,5-7-1-16,-5 7 2 0,10-1-1 0,0-1-3 15,-10 2 1-15,16 0 2 0,-6 0-6 0,-10 0 7 0,22 3-4 16,-11-3 0-16,3 2 0 0,-1 7-1 0,-3-4 1 15,1-2-5-15,3 2 5 0,-6 0-3 0,5 4 5 16,-5-1-3-16,-1-1-1 0,3 2 3 0,-5 2-4 16,8-1-5-16,-11 2-13 0,-1-2-14 0,4 2-13 15,-5-1-13-15,2 1-22 0,-4-8-2 0,2 4-19 16,0 3-25-16,-5-6-22 0,5-5-11 0,0 6-6 16,0-6-24-16,0 0-18 0,5 4-116 0,-5-4-352 15,0 0 156-15</inkml:trace>
  <inkml:trace contextRef="#ctx0" brushRef="#br0" timeOffset="70680.41">22369 14997 247 0,'0'-9'281'0,"0"2"-9"0,0-3-17 15,0 6-27-15,0-2-21 0,0 6-4 0,0 0-7 16,0 0-2-16,0 0-11 0,-3 21-11 0,3-7-12 15,-4 3-19-15,4 7-10 0,0 2-6 0,0 7-24 16,4 4-7-16,-4 4 3 0,0-1-19 0,-4 1-11 16,4-8-8-16,0 3-7 0,4 10-3 0,-4-16-14 15,3 1-24-15,-3-3-23 0,3-2-39 0,-1 1-33 16,0-9-44-16,-2-1-44 0,5-2-38 0,-2-3-40 16,-3-1-206-16,7-7-493 0,-6 1 219 0</inkml:trace>
  <inkml:trace contextRef="#ctx0" brushRef="#br0" timeOffset="70833.3">22465 15246 183 0,'-2'-9'249'0,"-4"1"-17"0,2 1-16 0,1-1-18 16,1 3-17-16,2 5-20 0,-4-8-17 0,4 8-17 15,0 0-13-15,0 0-26 0,0 0-40 0,0 0-51 16,0 0-53-16,0 0-61 0,0 0-178 0,19 13-318 15,-10-6 141-15</inkml:trace>
  <inkml:trace contextRef="#ctx0" brushRef="#br0" timeOffset="71463.72">22273 16038 169 0,'0'0'291'0,"10"-3"-16"0,-10 3-16 0,5-6-15 15,-5 6-11-15,0 0-16 0,20 8-17 0,-12-3-9 16,2 2-13-16,2 3-17 0,-2 5-10 0,4-4-13 16,-2 5-9-16,-2 2-15 0,8 3-9 0,-8-3-10 15,0 5-10-15,3-6-6 0,-4 6-7 0,0-7-2 16,1 1-18-16,-3-4-3 0,-5-2-5 0,4 0-5 15,-4-2 3-15,3-1-5 0,-3 2-5 0,3-3 8 0,-5-4 14 16,0-3-3-16,0 0 0 0,0 0 3 16,0 0-4-16,0 0-5 0,0 0 0 0,0 0 1 15,-5-28-16-15,3 17 4 0,4-9 6 0,-2 3-21 0,5 2 10 16,-4-5-7-16,6 2-5 0,1 0-15 0,0-3-17 16,6 6-18-16,-1-1-22 0,2 5-23 0,-2-1-26 15,4 6-35-15,-4 0-33 0,2 3-38 0,-4 3-31 16,2 0-30-16,2 1-23 0,-1 1-168 0,1 4-500 15,-2 1 222-15</inkml:trace>
  <inkml:trace contextRef="#ctx0" brushRef="#br0" timeOffset="72214.39">22837 16217 14 0,'2'-7'132'0,"-2"2"-3"0,7-3-5 15,-6-1-3-15,6 2-6 0,0-3 4 0,-6 3-8 16,11-2 1-16,-6-3 3 0,-2 0-3 0,2 5-3 15,-1-4 1-15,-1 2-3 0,2-2-1 0,-1 1 0 0,-3 3-1 16,-2-7-7-16,2 8-4 0,-1-1-4 16,-2-3-5-16,-3 8-7 0,-1-4 1 0,-3 4-3 15,1-3-3-15,7 5-3 0,-21 3-5 0,13-1 0 0,-12 1-3 16,5 0 5-16,2 1-2 0,-4 6 0 0,-1-1 2 16,5-1 1-16,-4 4-12 0,5 3-2 0,-1-3 1 15,7 8-6-15,-4-1-5 0,5-5-5 0,3 7-4 16,2-3-4-16,0 0 0 0,8 7-3 0,1-2 2 15,4 1-7-15,2-5 4 0,6 1-4 0,1-2-6 16,6-2 0-16,-5-4-3 0,7 2-13 0,0-5-8 16,3 0-10-16,-7-3-15 0,2-3-7 0,2-3-3 15,-7-2-12-15,-4-2-11 0,2-4-2 0,-3 1-7 16,4-10-2-16,-7 7 3 0,1-5 4 0,-4-6 3 16,-2 6 3-16,3-5 10 0,0-3 2 0,-3-4 5 15,-3 1 8-15,-1-4 6 0,1 0-1 0,-4-1 3 16,1 2 1-16,-3-3 16 0,-1 3 12 0,0 0 10 0,0 2 13 15,-5 3 12-15,5 1 6 0,-3 4 6 0,-2-1 3 16,5 1 6-16,-2 3 0 0,1 8-1 16,-4-3-1-16,5 3-3 0,0 1-4 0,-7 3-7 0,6-2-7 15,1 6-2-15,0 0-3 0,0 0-3 0,0 0-3 16,-14 15 1-16,14-5-1 0,-1 7-6 0,-4 4 1 16,5 4-2-16,0 1-2 0,0 1-1 0,5 4 3 15,-4-2-6-15,4 3 2 0,-3-3-2 0,5 6 0 16,1 3-3-16,0-10-1 0,0 1-1 0,-4-4-9 15,4 2-3-15,-1-9-13 0,1 6-8 0,0-9-14 16,2 5-7-16,-3-13-9 0,4 5-5 0,-7-4-13 16,6-5-12-16,-2 2-11 0,0 0-4 0,2-5-1 15,2 0 6-15,-12 0 3 0,18-2 14 0,-7-2 6 0,-1 0 5 16,-1-4 6-16,-3-1 13 0,7 0 18 16,-3 1 10-16,-3-4 19 0,3 0 11 0,-2-1 11 15,-4 4 8-15,0-2 14 0,-2-1 12 0,-2 5 4 0,0-5 6 16,-2 2 7-16,-2-1-1 0,0 2-3 0,-1 2 1 15,-1-3 0-15,2 5-1 0,-2-2-3 0,2 2-2 16,-7 2-7-16,3-2-7 0,1-1-3 0,7 6-1 16,-12-1-8-16,12 1 0 0,-10 7-3 0,5-1-2 15,5 0-3-15,-1 6 0 0,1-3-6 0,-2 2 1 16,4 7-1-16,-2-3-2 0,1 2-3 0,4-2 0 16,-1 1 1-16,6 0-4 0,-7-1-2 0,5-1-12 15,5 0-23-15,-1-4-24 0,0 3-37 0,-1-6-48 16,6 1-65-16,-9-5-62 0,7 3-163 0,1-4-460 15,4-2 205-15</inkml:trace>
  <inkml:trace contextRef="#ctx0" brushRef="#br0" timeOffset="72914.98">23634 14917 233 0,'8'-16'344'0,"-2"4"-9"0,1-3-20 16,-4 5-11-16,4-1-31 0,-4 0-27 0,-1 6-12 15,0 0-21-15,-1-3-16 0,-1 1-19 0,0 7-21 16,-3-9-15-16,3 9-8 0,-5-3 10 0,5 3 5 16,-17 7-7-16,8 10 7 0,-5-7 9 0,1 15 10 15,-2 1 6-15,2 1 1 0,-10 10 1 0,8 0-6 16,-2 2-6-16,-3 8-13 0,-1-3-12 0,8 3-28 15,4 3-11-15,1-4-11 0,2 1-10 0,6 0-2 16,6-5-11-16,2 0-4 0,7 2-7 0,8-6-19 16,-3-3-14-16,4 0-19 0,-3-9-14 0,12 5-19 15,-8-10-45-15,1-3-32 0,6-3-31 0,-2-2-57 16,1-2-42-16,-3-4-45 0,4 0-47 0,-4-7-46 0,2 0-340 16,-2-2-773-16,2-3 342 0</inkml:trace>
  <inkml:trace contextRef="#ctx0" brushRef="#br0" timeOffset="73481.44">24388 14967 119 0,'-5'-5'241'0,"-3"2"-7"16,-2-2-6-16,0 3-9 0,0-3-9 0,-1 1-9 16,-4 7-5-16,3-6 1 0,-4 6-14 0,-7-2-6 15,8 4-7-15,-2 1-3 0,-3-2 6 0,-1 4-16 16,-1 1-6-16,7 1-7 0,-3-1 1 0,0 8-1 16,3-7 4-16,0 5-19 0,5 0 5 0,-1-6-12 15,7 9-1-15,-4-1-14 0,5 1 1 0,3-3-9 16,3 0-8-16,5 3-6 0,1-3-4 0,7 4-17 15,2 3-4-15,7 2 0 0,-2-6-8 0,-1-4-5 16,6 4-5-16,0-1-7 0,-3-5 0 0,1 6-5 16,-9-7-4-16,3 2-2 0,-4-1-3 0,-1-2-3 15,-2 2-4-15,-3 0-12 0,0-4 15 0,-6 3-11 16,-1-4 2-16,0 2-1 0,-3-3-2 0,-3 2-3 0,-2-1 1 16,-5 1 3-16,-2 1 0 0,-1-2-15 0,-7-3-11 15,4 3-22-15,-6-6-6 0,1 3-25 0,-9 0-21 16,0-4-25-16,0 0-20 0,2 0-27 0,0-4-21 15,-2 0-23-15,12 3-30 0,-3-4-35 0,6 0-40 16,0 0-241-16,7-2-602 0,3 2 267 0</inkml:trace>
  <inkml:trace contextRef="#ctx0" brushRef="#br0" timeOffset="73780.25">24517 14792 165 0,'0'0'364'16,"0"0"10"-16,0 0-10 0,9 19 11 0,-1-11 7 0,7 8-13 16,0-1-10-16,-2-1-18 0,13 7-19 0,-7 1-21 15,15 5-21-15,-9-3-22 0,8 6-24 0,-3 0-18 16,2 3-24-16,-3-2-17 0,8 5-18 0,-14-1-15 15,5-1-16-15,-3 5-13 0,-5-2-10 0,-12-8-11 16,-1 3-12-16,-2-2-10 0,-5 1-24 0,-5 10-21 16,-4-13-35-16,-5 11-58 0,-8-4-45 0,-8-1-56 15,-6-2-84-15,-1 2-63 0,-1-3-87 0,-3 1-380 16,-4-3-847-16,1-2 376 0</inkml:trace>
  <inkml:trace contextRef="#ctx0" brushRef="#br0" timeOffset="199055.59">8213 16878 181 0,'0'0'271'0,"0"0"-5"16,0 0-10-16,0 0-14 0,0 0-9 0,0 0-13 15,0 0-10-15,0 0-5 0,0 0 2 0,0 0 4 16,0 0 15-16,-12 8-26 0,9-1-4 0,3-7-6 15,-2 6-12-15,2-6-10 0,2 7-14 0,-2-7-7 16,0 0-11-16,8 11 2 0,-1-8 2 0,2 2-8 16,3-2-12-16,3-1-8 0,6 1-12 0,14-3-6 15,12-3-16-15,2 2-2 0,4-3-9 0,7-1-6 16,4-1-6-16,-6-3-7 0,23-2-7 0,-19 7 0 16,-4-7-5-16,3 10-7 0,-10-2 1 0,4-1-5 0,-11-1-3 15,-12 5-5-15,-2-3 1 0,-11 3-4 0,0 4 0 16,-4-4-2-16,-2 4-4 0,-3-4-2 15,-10 0-1-15,11 0 2 0,-11 0 5 0,5 4-5 0,-5-4-4 16,0 0-6-16,0 0 6 0,-15 4-9 0,15-4-15 16,-11 3-18-16,11-3-13 0,-13 2-16 0,13-2-25 15,-9 0-20-15,9 0-23 0,0 0-15 0,-16-5-19 16,16 5-22-16,-7-1-21 0,7 1-23 0,-8-2-17 16,8 2-26-16,-7-5-12 0,7 5-13 0,0 0-204 15,-6-8-551-15,6 8 244 0</inkml:trace>
  <inkml:trace contextRef="#ctx0" brushRef="#br0" timeOffset="199555.63">9033 16659 161 0,'-4'-6'299'0,"4"6"-11"0,0 0-12 0,0 0-26 16,0 0-22-16,0 0-19 0,0 0-7 0,0 0-7 0,0 0-8 15,0 0-13-15,0 21-12 0,1-15-17 0,-1 2-7 16,5 2-7-16,2-3-7 0,-4 1-6 0,4 1-4 15,4 3-10-15,-1-2-5 0,2-3-10 0,3 3-9 16,1-2-5-16,1 1-5 0,4 1-8 0,-4-1-10 16,3-1-4-16,1-1 9 0,2-1-16 0,-8 0-3 15,5 0-11-15,2 0 5 0,-12 2-9 0,3-4-5 16,-5-1 2-16,4-2 1 0,-4 2-8 0,-1 1 3 16,-7-4-1-16,10 7 6 0,-5-2 14 0,-5-5 5 15,1 4 8-15,-1-4 1 0,-1 4 17 0,1-4 6 16,-14 12 0-16,6-2 5 0,0-5 1 0,-10 6-3 15,3 0-3-15,0 1-7 0,0-2-4 0,0 7-6 16,-7-1-7-16,1 2-5 0,-1-1-2 0,6 2-1 16,-4-1-9-16,3 3-5 0,4-6-10 0,2-2-16 0,2 1-33 15,-1 1-24-15,4-3-41 0,6-4-41 0,-4 0-39 16,8 4-44-16,-4-4-63 0,6-4-60 0,4-2-352 16,0-2-753-16,7 0 334 0</inkml:trace>
  <inkml:trace contextRef="#ctx0" brushRef="#br0" timeOffset="202655.41">9883 16653 118 0,'0'-9'301'0,"0"9"-3"0,0-10-6 16,0 2-7-16,0 8-2 0,1-9-23 0,-1 9-19 16,-1-7-20-16,1 7-23 0,0-5-27 0,0 5-15 15,0 0-12-15,0 0-20 0,0 0-4 0,0 0-8 16,10 18-10-16,-10-7-11 0,0-1-4 0,4 7-14 16,-2 0-1-16,3 3-11 0,-3-3-5 0,1 3-3 15,0 0-8-15,-3 3-1 0,2 2-6 0,3-4-3 16,-5 0-6-16,-7-6 3 0,7 7-7 0,0-3 12 15,0-2-17-15,-6-2-1 0,4 0-8 0,2-1-22 16,0-2-16-16,-5-3-6 0,5-1-14 0,-2 0-14 0,2 0-5 16,0-4-7-16,-3 3-3 0,3-7-6 15,0 0-15-15,-1 5-11 0,1-5-10 0,0 0-9 16,0 0-8-16,0 0-1 0,0 0-15 0,-10-16-7 0,5 10-3 16,5-4-2-16,0 1 4 0,0-1 4 0,0-2 16 15,-9 0 9-15,9 1 12 0,-3-6 17 0,3 2 19 16,-3-4 17-16,1 0 20 0,-1 2 15 0,-1-3 18 15,3 0 28-15,1-1 15 0,0-4 17 0,1 1 17 16,3 4 19-16,-4 0 12 0,3 0 6 0,-3 1 7 16,2 0 1-16,1 1 1 0,-1 2-2 0,3 0 4 15,0 2 1-15,0 2-7 0,-5 3-8 0,0 1-11 16,5 1-10-16,0 1-7 0,-1 4-9 0,-4 2-9 16,12-3-5-16,-12 3-8 0,0 0-1 0,18 11-2 15,-3-4-7-15,-7 5 2 0,7 4-3 0,-1-3-3 16,-1 5-5-16,-5 0-4 0,14 3 0 0,-9-2-3 15,-3 5 2-15,5-1-2 0,-4-5-9 0,-1-2-17 16,3-1-17-16,-4 1-27 0,-1-3-15 0,4 2-17 0,-1 0-21 16,-4-4-23-16,6 1-20 0,2-6-23 15,-5-1-16-15,3-1-11 0,-1-3-19 0,-1-2-113 16,4 1-362-16,-8-4 161 0</inkml:trace>
  <inkml:trace contextRef="#ctx0" brushRef="#br0" timeOffset="203072.16">10387 16663 33 0,'0'-4'168'16,"0"4"-11"-16,0-8 9 0,0 8-9 0,0 0-14 16,-5-7-15-16,5 7-8 0,0 0-2 0,0 0-8 15,0 0 1-15,-13 15-2 0,12-8-11 0,-6 1-4 16,0 3-8-16,4 4-9 0,-4 0-5 0,1-2-6 16,-3 2-6-16,-2 3-5 0,4-3-5 0,-3 3-8 15,4-2-3-15,-3 2-4 0,-4-1-1 0,5-5-6 16,-2 3 0-16,3-3-4 0,2-2-2 0,-1-2 0 15,6 0-4-15,-7-1-1 0,7-3 4 0,-8 1 13 16,8-5-3-16,0 0-3 0,0 0-3 0,0 0 0 16,0 0 0-16,8-24 1 0,-1 12 5 0,-1-2 1 15,6-3 2-15,-2 2 4 0,0-11 1 0,3 2 1 16,2-1 1-16,0-1 6 0,-2-1 6 0,0 4 3 16,-3 1 10-16,4 4 14 0,-6-1-5 0,0 2 21 15,-1 5-8-15,-2-3 2 0,-4 6-1 0,9-2-5 0,-6 4-3 16,-3 1-15-16,4 0-13 0,-3 3-7 15,-2 3 1-15,0 0-8 0,0 0-6 0,18 6 3 16,-13-2-13-16,2 4 8 0,-6 4-8 0,8 0-1 0,-3 6 2 16,1-2-8-16,1 7-8 0,-3-4-3 0,2 1-19 15,1-1-7-15,-3 0-16 0,-2-1-18 0,4-1-13 16,-2 2-17-16,0-1-15 0,0-2-19 16,1 0-17-16,-4 0-18 0,3-3-14 0,-3 5-20 0,3-14-11 15,-2 7-18-15,-1-3-11 0,1-1 2 0,-1-6-161 16,-2-1-418-16,5 5 184 0</inkml:trace>
  <inkml:trace contextRef="#ctx0" brushRef="#br0" timeOffset="203422.2">10626 16821 30 0,'0'0'151'0,"0"-6"-5"0,0 6-10 0,0 0 13 16,0 0 2-16,0 0 3 0,0 0-2 0,6 21-2 15,-6-12-4-15,0-3-10 0,0 3-12 0,-5 2-10 16,10-4-11-16,-10 6-11 0,5-2-10 0,0-2-5 15,5 5-7-15,-3-1-9 0,5-1-4 0,1 3-3 16,-1-6-5-16,2-1-2 0,3 4-4 0,3-5-6 16,6-1-1-16,-6-3-2 0,5 1-7 0,0-4-1 15,-2-3 0-15,1 2-7 0,2-2 1 0,-1-3-2 0,-5-1-1 16,5-3-1-16,-9 3 0 0,2 1-5 16,-3-5 2-16,0 4-2 0,-6-2 11 0,2 2 3 15,-2-5-4-15,-4 1 3 0,0 2 6 0,-4 2 3 0,-2-5-2 16,2 4-2-16,-2 2 1 0,-3-3-5 0,-2 3 1 15,3 1-6-15,-6 3-1 0,-1 0-3 0,-1 2 0 16,4 0-3-16,-4 0-1 0,1 0-3 0,0 2-10 16,3-1-14-16,1 3-16 0,-1 0-20 0,4-3-31 15,0 5-23-15,4-1-34 0,-1-1-28 0,5-4-21 16,0 0-26-16,0 0-155 0,9 7-398 0,-9-7 176 16</inkml:trace>
  <inkml:trace contextRef="#ctx0" brushRef="#br0" timeOffset="204372.21">11291 16764 21 0,'0'-5'226'16,"0"5"2"-16,0 0-7 0,0 0-8 0,-10-12-4 15,5 9-9-15,5 3-8 0,-16-2-7 0,2 2-11 16,3 1-5-16,-4 3-13 0,-5-2-4 0,0 4-7 15,2 0-12-15,-2 0-4 0,4 1-14 0,-1 2-10 0,-1 2-11 16,3 0-4-16,-2 2-2 0,-2-1-18 0,9 6-7 16,-2-9-5-16,-3 9-8 0,7-7-6 15,1 5-1-15,6 0-12 0,-6-4 0 0,7 3 2 16,2-4-9-16,3 4 1 0,-4-6-4 0,12 0 0 0,-4 3-3 16,-1-4-6-16,10-1-10 0,-1-1-13 0,-2 0-4 15,16-4-6-15,-11-1-4 0,2-2 2 0,1-6 1 16,-3 0-1-16,4-2 1 0,0-3 2 0,4 0 4 15,-12 1 1-15,4-6 1 0,-5 3 2 0,7-6 0 16,-8 0 5-16,1-5-1 0,-5 0 1 0,2-2-1 16,-4-1-1-16,-1-1 5 0,-1-1 0 0,-4 1-1 15,-2 2 4-15,0 4 12 0,0-3 3 0,-2 2 7 16,2 4 0-16,-1 2 6 0,-4 4 0 0,5 1 0 16,-7 1-3-16,7 5-1 0,-2-1-4 0,-1 1 7 15,3 7-14-15,-3-6-1 0,3 6 2 0,0 0-2 16,0 0-4-16,-7 18-6 0,7-9 5 0,0 9-1 15,0-1-1-15,-1 1 0 0,2 4 0 0,-1 4 3 16,-1-3-8-16,2 3-1 0,6-1 6 0,-7 1-8 0,6 1 4 16,-4-9-2-16,5 4-5 0,-2 1-9 15,-2-7 7-15,4 2-10 0,1-1 2 0,-1-5-1 16,-1 3 0-16,-4-8 6 0,3 4-3 0,-4-3 9 16,8-5-2-16,-6-2 0 0,-3-1 0 0,0 0 2 0,20-4 4 15,-9-3-2-15,-2 0 2 0,2 1-1 0,-1-5 3 16,3-1-2-16,-3 1 4 0,2-3 4 15,-2 2 2-15,1-1 12 0,1-1 3 0,-5 2 11 0,4 3 7 16,-6 1 2-16,2 1 0 0,-1-1-2 0,3 3-7 16,-6-2 10-16,0 4-19 0,-3 3-10 0,7-4 12 15,-7 4-6-15,0 0-7 0,15 7 1 0,-15-7-2 16,7 9-3-16,-7-2 3 0,1 3-2 0,6-1 6 16,-6 0-9-16,11 8-7 0,-9-7 4 0,9 5-9 15,-5-4-10-15,1 1-7 0,2-5-13 0,-4 5-14 16,13-8-11-16,-5 4-14 0,-4-5-24 0,10-2-13 15,-3-1-12-15,6-1-14 0,-6-5-6 0,2 0 5 16,1-1 5-16,-2-1 8 0,9-4 12 0,-6-4 10 16,-2-2 9-16,4 1 6 0,-3-2-5 0,-5-3-2 15,6-3 0-15,-6-4 4 0,7-6-19 0,-8 0-1 16,8-5 4-16,-9 11 12 0,-1-1 6 0,1 3 30 16,-6-2 30-16,-2 6 36 0,-4 1 23 0,-1 6 35 15,0 0 25-15,-1-3 17 0,1 11 16 0,-5-3 13 0,0 2-3 16,1 2-5-16,-1 0-5 0,2-2-11 15,-4 5-7-15,3 1-14 0,4 3-5 0,-17 2-7 16,17-2-6-16,-17 9-3 0,6-1-9 0,4 0-3 0,4 8-1 16,-4-2-3-16,4 7 0 0,0 5-5 0,3 2-5 15,0 1 9-15,3 3 0 0,0 11-2 0,4-3 0 16,1 2-8-16,-6 0-5 0,9-1 5 16,-2 3-13-16,-1-2-3 0,-5 2-2 0,2-5-1 0,4 6-6 15,-6-3-1-15,-2-2 2 0,1 1-17 0,0 2-11 16,-2-11-12-16,0-1-12 0,0-4-14 0,0 0-21 15,-4-10-25-15,3-2-29 0,-2-1-31 0,-6-2-38 16,9-6-60-16,-5-4-258 0,5-2-548 0,0 0 243 16</inkml:trace>
  <inkml:trace contextRef="#ctx0" brushRef="#br0" timeOffset="204905.42">12003 16840 109 0,'0'0'302'16,"0"-10"-23"-16,6 5-29 0,-1 3-23 0,5-3-22 15,-1 5-20-15,6-3-18 0,-1-2-15 0,3 4-18 0,1-2-15 16,4 3-10-16,-6 0-13 0,7 0-8 0,-4 4-10 16,-1 1-8-16,3 1-11 0,-1-2-5 15,-3 3-7-15,3 1-5 0,-5 2-8 0,1-1-9 16,-6 3-4-16,3-7-7 0,-1 1-3 0,-2 5 0 0,-2-3-7 15,-1-3 1-15,1 3-2 0,-1-1-5 0,-1-2 8 16,-4-2-2-16,4 1 4 0,-6-4 1 0,7 4-1 16,-7-4-1-16,0 0 0 0,0 0 2 0,17-11 5 15,-12 5 0-15,5 0 4 0,-4-2 1 0,1 0 9 16,6-6 5-16,-5 1 7 0,2-3 7 0,2 1 6 16,-2-1-4-16,5 2-5 0,-4 1 2 0,2-1-1 15,2 2-1-15,-3 2 2 0,1 1 6 0,-5 0-5 16,1 1-5-16,1 4-6 0,-2 0-4 0,-1 1 0 15,-7 3-13-15,14 0 10 0,-14 0-4 0,12 10-5 16,-5-2 13-16,-1 1 1 0,1 4 8 0,1 1 4 16,-1 4-3-16,-6-2-11 0,8 2 10 0,-3 2-8 15,3-4 3-15,-3 9-10 0,1-10 16 0,-1 4 2 16,1-3 0-16,-5-1 3 0,4-3-15 0,-6-3 20 16,7 1-12-16,-7 1 10 0,2-5 7 0,4 0 4 15,-6 0 3-15,0-3 3 0,5 4 5 0,-5-7-3 16,2 8-2-16,-2-8-7 0,0 3-10 0,0-3 0 0,0 0-8 15,0 9-7-15,0-9-10 0,0 9-25 0,0-9-18 16,0 8-17-16,-2-1-21 0,2-7-46 0,2 9-34 16,0 0-29-16,4-5-39 0,-6 8-46 15,0 0-45-15,7-1-49 0,-2 0-274 0,-4-3-667 0,3 6 296 16</inkml:trace>
  <inkml:trace contextRef="#ctx0" brushRef="#br0" timeOffset="205872.08">13468 16771 240 0,'0'-9'271'0,"-7"5"-10"16,7-5-10-16,-7 3-11 0,6 0-14 0,1 1-16 15,0 5-16-15,-7-5-17 0,7 5-23 0,0 0-15 16,0 0-16-16,0 0-8 0,0 0-7 0,0 0-6 16,-2 17-5-16,-2-3 4 0,8-1-16 0,-4 4-4 15,2 1-8-15,-2 4-5 0,7 2-3 0,-6 2-3 16,6 2-5-16,-2-4-10 0,2 3-3 0,-2-1-5 16,0 1-4-16,4 0 0 0,-5-7-10 0,2-1 6 15,1-3-14-15,1 4 6 0,1-6-2 0,-3 3-1 16,2-2-2-16,-1-1 6 0,0-5 8 0,1-5-9 15,4 1 1-15,-6-2 1 0,-6-3-1 0,22-6-2 16,-11 0-2-16,4-3-6 0,-2 2 7 0,-1-7-3 16,1 2-6-16,-3-3 1 0,3-2 4 0,-4-1-4 15,4 1-3-15,-5-6 4 0,1 4-6 0,-3-4 11 16,1-2-6-16,-6-2 6 0,8 2 10 0,-9 6 4 16,5 1-5-16,-5 0 0 0,0-2-2 0,-2 5-3 15,4 3 1-15,-2 2-9 0,-2 1-1 0,4-2 0 16,-2 4-18-16,0 2-17 0,0-2-21 0,0 7-4 0,0 0-21 15,0 0-26-15,0 0-28 0,0 0-32 0,-14 17-30 16,14-17-36-16,5 13-29 0,-1-4-19 0,-1 1-12 16,-1-1-177-16,4 4-493 0,3-4 219 0</inkml:trace>
  <inkml:trace contextRef="#ctx0" brushRef="#br0" timeOffset="206205.16">14211 16803 46 0,'6'-7'248'0,"-4"0"4"0,0 4-2 0,1-5-5 15,-3 8-7-15,0-11-4 0,0 5-7 0,0 6-4 16,-3-10-9-16,-1 6-9 0,4 4-17 0,-6-5-10 16,-1 0-17-16,7 5-6 0,-15-5-15 0,10 5-5 15,5 0-9-15,-16-1-8 0,16 1 15 0,-23 3-30 16,9 0 2-16,-1 3-2 0,2 0-5 0,-2 4 3 0,-5 0-2 15,7 0-4-15,-3 5-7 0,1 0-6 0,-2 0-3 16,7 5-9-16,0 2-9 0,-1-6-5 0,3 4-5 16,1 3-6-16,2-4-1 0,2-1-3 0,4 2-7 15,1-1 0-15,5-4-5 0,-1 0-8 0,6 3-12 16,-1-4-30-16,4-1-32 0,3-1-34 0,4-5-36 16,3 2-30-16,3 2-38 0,-3-8-40 15,3 3-37-15,3-6-42 0,2 0-15 0,-1 0-242 0,-9-5-615 16,5 2 272-16</inkml:trace>
  <inkml:trace contextRef="#ctx0" brushRef="#br0" timeOffset="206623.63">14689 16751 255 0,'0'0'282'0,"0"0"-3"0,0 0-14 0,-6-11-11 0,6 11-13 16,-4-5-13-16,4 5-16 0,-10-3-13 15,10 3-13-15,-11-4-5 0,11 4-7 0,-19 3-16 16,10-6-12-16,-3 7-10 0,2-2-12 0,-2-1-9 0,1 4-12 16,-2-2-2-16,3 5-15 0,-2-1 2 0,-1-1-6 15,1 4-8-15,1-2 0 0,2 1-9 0,3 5 6 16,-2-1-7-16,1-3-5 0,7 2-4 0,-2 0-12 15,2 2 4-15,2-2-6 0,0-4-4 0,3 5-7 16,3-6 1-16,-2 7-2 0,3-5-2 0,6 3-7 16,-4 0 3-16,-1-3-3 0,3 0-5 0,-4-3-2 15,6 1 2-15,-6 0 1 0,1 1-7 0,-1-3 1 16,-1 2-7-16,2 0 7 0,-5-2-3 0,1 3 2 16,1-2-8-16,-4 0 5 0,1 0-5 0,-3 2 8 15,-2-2-11-15,1-1 4 0,-7 3 1 0,2-4 0 16,-3 5 3-16,-2-3 1 0,0-1-9 0,-7-1-19 15,1 3-21-15,-4 0-28 0,2-7-31 0,-2 6-39 0,-2-3-37 16,3 3-41-16,2-5-47 0,-5-1-34 0,8 5-44 16,-1-1-186-16,0-5-572 0,5 2 254 15</inkml:trace>
  <inkml:trace contextRef="#ctx0" brushRef="#br0" timeOffset="208855.23">15308 16543 108 0,'7'-16'296'0,"-2"0"-6"0,0 0-8 0,1 3-11 16,1-1-13-16,-2 3-12 0,2 4-12 0,-4-2-14 15,2 2-18-15,-4 1-20 0,4 1-23 0,-5 5-15 16,5-1-16-16,-5 1-12 0,7 11-14 0,-2-3 5 16,3 8-5-16,-3 2-10 0,-1 7-9 0,4 4 0 0,-5 0-11 15,0 12-3-15,6-2-12 0,-9 1 18 0,5-2-25 16,0 4-8-16,-2-12-2 0,0 7-6 16,1-5-7-16,1-7-2 0,-2 4-5 0,3 0-20 0,-1-2-29 15,-1-3-19-15,2-5-23 0,1-1-28 0,-5-3-25 16,4-5-24-16,-4 2-24 0,5-4-37 0,1-2-38 15,-3 0-35-15,1-3-183 0,-6-3-503 0,0 0 222 16</inkml:trace>
  <inkml:trace contextRef="#ctx0" brushRef="#br0" timeOffset="209255.61">15409 16845 68 0,'0'0'278'0,"-5"-9"-2"0,5 9-12 15,-3-4-8-15,3 4-14 0,0 0-19 0,0-8-7 16,0 8-28-16,0 0-14 0,5-6-13 0,1 3-15 16,3 0-21-16,4 3-5 0,-1-2-12 0,6 2-11 0,3 2-15 15,1 1-6-15,-1 0-6 0,2 0-10 0,7 0-5 16,-2 5-4-16,1 0-6 0,-1 0-7 16,-8-1-5-16,-1 4 0 0,5 1-3 0,-5 0-8 0,-2-1-2 15,0-1 3-15,-4 4-5 0,2-2-2 0,-7-1-6 16,5 1 1-16,-5-1 0 0,-3 1-5 0,-3 0 5 15,6-3-6-15,-8 1 2 0,5-1 1 0,-3 2-3 16,0-7 1-16,3 3 4 0,-5-2-5 0,0-5 10 16,6 8 1-16,-6-8 11 0,9 5-2 0,-9-5-2 15,0 0-5-15,21-8 4 0,-13 2 0 0,7-6-2 16,0 3 2-16,0 0 7 0,0 0 1 0,3-2 15 16,-3-1 7-16,0 2 3 0,-4-2 9 0,3-3-5 15,-6 5 5-15,0-4-1 0,-1-1-6 0,-2 6 1 16,-5 0-9-16,0-2-3 0,0 1-7 0,-7 1-6 15,2 1-4-15,-3 1-7 0,-2-1-17 0,-5 0-25 16,2 1-19-16,-2 5-34 0,-5-3-28 0,2 2-46 16,-2 0-45-16,2 3-55 0,0 0-57 0,3 3-296 0,0 0-649 15,7-3 288-15</inkml:trace>
  <inkml:trace contextRef="#ctx0" brushRef="#br0" timeOffset="210522.28">16958 16818 154 0,'0'-17'215'0,"0"2"-4"15,0-2 5-15,0-1 1 0,5 2-7 0,-10 1-8 16,4 0-4-16,-6-1-18 0,0 5-7 0,-1-4-15 16,0 10-15-16,-4-9-15 0,-3 5-13 0,1 1-11 15,-1 0-12-15,-2 1-9 0,1 6-8 0,-3 2-12 16,-1-1-3-16,1 5-8 0,-1 4-7 0,-5-1-3 16,5 0-5-16,2 8-3 0,-2-1-1 0,5 1-4 15,7 2-5-15,-4-1-1 0,4 2-4 0,0 5-1 16,8-5-10-16,-7 1-2 0,7-1-6 0,0 1-7 15,7-5-7-15,-1 3-7 0,4 2-5 0,0-7-10 16,2 2-12-16,3-3-4 0,3-5-8 0,-2-2-1 16,4 5-2-16,-2-3 6 0,6-6 2 0,-6 2 10 15,0-3 4-15,4 0 5 0,-4 0 0 0,0-4 8 0,-6 2 5 16,-1-1 5-16,2-2 9 0,-3 5 16 16,-3-1 9-16,-7 1 2 0,13-1-4 0,-5-1-6 15,-8 2 0-15,0 0-3 0,14 3 0 0,-8-2 2 0,-6-1 2 16,9 10-3-16,-1-6 1 0,-3 0 0 0,1 4 2 15,3-2 0-15,2 0-1 0,-1 1 0 0,2-2-3 16,3-1 3-16,3 3-3 0,-2-3 2 0,1 0-2 16,3 0 4-16,1-4-5 0,-1 1 3 0,-2-1-4 15,4-1 0-15,-7-1 2 0,1-3 0 0,-1 1-3 16,-1 1 1-16,-1-2 1 0,-5 1 2 0,0-2-6 16,-1-4 1-16,1 2 1 0,-8-1 0 0,5 2-3 15,-5-4 1-15,-5 2-6 0,-3 0 5 0,1 0 1 16,-1 0-1-16,1 0 2 0,-2 4-1 0,-10-2 4 15,4 1 1-15,6-1-3 0,-5 3 5 0,-1 0-4 16,5 4-1-16,1-2 4 0,-5 1 0 0,4-3-1 16,10 4-2-16,-15 0-1 0,15 0 1 0,0 0 2 15,-14-4 2-15,14 4 3 0,0 0-4 0,0 0 5 0,0 0-5 16,28-4 5-16,-17 0-2 0,3 2-1 16,-3 2 2-16,6-5-5 0,3 4 4 0,-4 0-3 15,6 1-2-15,-3 0 1 0,-2-2-2 0,-2 2 0 16,5 0 2-16,-9 0-4 0,3 0 3 0,-1 2-4 0,-3-1-1 15,0 3-1-15,-2 1 2 0,0 2-2 0,1 1 1 16,-3-4 1-16,4 3-4 0,-5 0 0 0,0 1-6 16,0-3-4-16,-2 6-4 0,1-3-2 0,2-3-1 15,-2 3 4-15,-1-5-4 0,2 3 4 0,-2-5 0 16,-1 6 5-16,-2-7 3 0,5 5 0 0,-5-5 2 16,0 0 2-16,0 0-2 0,16-4 4 0,-16 4-3 15,14-8 3-15,-6 5 1 0,0-4 0 0,-1-1 1 16,3-1 3-16,-2 2 5 0,2-2 3 0,-2-2 2 15,0 3 8-15,6 0 2 0,-6 2-1 0,0 0 1 16,-1-1 1-16,1 3-6 0,-3 0-5 0,2 1 0 16,-1 0-1-16,-6 3-1 0,0 0-3 0,15 0-1 15,-15 0 1-15,10 3-3 0,-3 0-1 0,-7 3 1 16,6 0-1-16,-1 3 2 0,0-3-2 0,0 2 2 16,0 0-2-16,0 3-1 0,-5-2-2 0,5-2 1 15,0 1 1-15,-2 1-2 0,2-3 3 0,-1-2-1 16,-1 1 1-16,-3-5 1 0,7 9 2 0,-6-6 1 0,-1-3-3 15,0 0-2-15,15 0 4 0,-15 0 0 0,7-9 2 16,-4 3 3-16,4 1 12 0,-1 0 2 0,3-5 8 16,-6 5 10-16,0-3 3 0,4-3 3 0,1 4 7 15,0-1 6-15,1 1 7 0,-3 1 4 0,3-1 4 16,2-4 7-16,-9 6-2 0,3 0-7 0,-5 5-2 16,10-6-17-16,-4-1-3 0,-6 3-7 0,0 4-8 15,10-1 0-15,-10 1-4 0,0 0 0 0,12 5-12 16,-7 2-2-16,-5-7 5 0,5 8-8 0,0-1-4 15,1 0-17-15,-4 2-10 0,5-5-21 0,-1 7-20 16,3-3-28-16,-1 0-30 0,-3 0-26 0,5 3-46 16,-5-3-40-16,3 0-18 0,0 1-31 0,-1-2-20 15,1 1-160-15,-1-2-492 0,4-5 219 0</inkml:trace>
  <inkml:trace contextRef="#ctx0" brushRef="#br0" timeOffset="210771.57">18173 16875 45 0,'-3'-9'236'0,"3"9"-22"0,0 0-20 0,0 0 0 15,0 0 9-15,0 0-4 0,0 0-2 0,-2 18-7 0,-1-8-4 16,3 2-6-16,-2 3-11 0,1 5-15 0,2-1-4 16,-1 5-7-16,2 6-22 0,1 2-12 0,-3 10-12 15,-6 3-7-15,6 0-8 0,0-1-8 0,0-4-7 16,0 2-7-16,1-9-4 0,4-3-9 0,-1 0-4 15,-4-2-10-15,5-2-17 0,-2-6-20 0,-1-4-25 16,2-1-23-16,-2-3-28 0,-2-5-17 0,3 1-32 16,1-2-35-16,-3-4-20 0,-1-2-22 0,0 0-24 15,0 0-166-15,14-16-429 0,-6 6 190 0</inkml:trace>
  <inkml:trace contextRef="#ctx0" brushRef="#br0" timeOffset="211889.43">18218 16918 74 0,'0'-12'277'0,"-5"4"-10"0,2-4-13 15,3 4-23-15,0-3-15 0,0 1-18 0,8 1-11 16,-8-2-19-16,7 2-10 0,1 2-15 0,2-4-18 0,0 6-9 16,5-3-11-16,1 0-12 0,4 5-12 0,-3-1-7 15,2 1-9-15,-2 3-6 0,4 3-8 16,-4 1-4-16,-2 1-7 0,1 2-3 0,-4 1-7 15,0 4 2-15,-1 2-2 0,-1-1-7 0,-2 1-1 0,-4 2-1 16,4-5 3-16,-6 8-9 0,-2-3-2 0,0 3 1 16,-2-4-7-16,-3 1-5 0,-2-4 0 0,2 3-12 15,-4-3-4-15,2-3-1 0,-1 2-6 0,1-4-7 16,-1 1-4-16,-1 0-5 0,0 2-7 0,2-5-1 16,4-1-3-16,-4 0-3 0,7-4-6 0,0 0-7 15,-7 1 2-15,7-1 4 0,0 0 2 0,0 0-5 16,0 0-1-16,0-16 0 0,7 8-5 0,0 4-3 15,1-4 9-15,0 1-18 0,5-4 2 0,1 2-7 16,1-3 4-16,-4 4 12 0,1-2-1 0,-2 6 12 0,1-2 7 16,-1 0 3-16,2 5 3 0,-2-4 13 15,-4 5-6-15,-6 0 4 0,15 3 12 0,-15-3-2 16,15 6 1-16,-13-2 17 0,6 3-10 0,-3-2 18 0,-3 3 0 16,3 1 9-16,3-2 2 0,-8 4 2 0,7-3 3 15,-7-2-1-15,8 1 6 0,-8-4 3 0,6 4 6 16,-6-7 8-16,7 10 18 0,-5-9 7 15,-2-1-3-15,0 0-6 0,15-1-6 0,-15 1-6 0,14-8-2 16,-7 2-6-16,0 2-1 0,1-4-1 0,4 1-4 16,-2-5 1-16,4 1 7 0,0 2 5 0,-4-5-1 15,6 4 3-15,-4-2 2 0,-4 5 8 0,4-4 11 16,-4 5-5-16,0-2 0 0,-3 3-2 0,5-2-9 16,-8 3-7-16,4 0-9 0,-6 4-4 0,9-5-1 15,-9 5-7-15,0 0 1 0,0 0 1 0,11 12-4 16,-6-8-2-16,-3 4-2 0,1 1-3 0,0-2 0 15,-1 4-2-15,0 0-3 0,3-1-2 0,5 7 2 16,-5-4 1-16,-2-4-3 0,4 1-2 0,-1 0-5 0,2-1-3 16,1-1-5-16,-3 2-1 0,8-5-2 15,-6 3-5-15,0-4-7 0,5 4-7 0,-4-8-7 16,4 1-5-16,-5-2-5 0,-8 1-1 0,20-3-5 16,-10-3 4-16,-3 0 1 0,1 3-1 0,-2-4 7 0,8-3-2 15,-13 0 1-15,6 1 3 0,1-3-4 0,-1-1 7 16,1-2-2-16,-6-4-1 0,3 1-1 15,-5-1-11-15,6-1-3 0,-2-7 9 0,-1-1 6 0,-1 2 0 16,-1-2 6-16,4 1 6 0,2 0 17 0,-7 0 10 16,3 3 17-16,-3-2 7 0,5 6 13 0,-3 0-1 15,3 1 6-15,-5 5 1 0,0-3 8 0,1 7 7 16,-1-2-3-16,2 4 5 0,-2 1-6 0,3 1-11 16,-3 0-5-16,0 6-3 0,0 0-1 0,0 0-5 15,0 0-1-15,0 0-5 0,-6 19 5 0,1-8-1 16,3 5-1-16,2 4 4 0,-5-1-1 0,4 1 5 15,1-1-1-15,0 8 2 0,0 0 2 0,-2-1-2 16,0 1 0-16,4 0-4 0,0-1-6 0,-1 1-1 16,3 1 1-16,-3-5-3 0,1 2-3 0,3-6 3 15,-2 1-11-15,2-3 9 0,2-1-7 0,-1 0 2 16,1-2-3-16,-2 1-1 0,5-8 0 0,-4 4 0 16,3-4 0-16,-3-2 2 0,6-1-2 0,-4-1-4 0,5 2 0 15,-4-2 2-15,12-3-2 0,-4-3-3 0,-4-2 2 16,2 2 2-16,5-2-2 0,-4 1 1 15,-2-3-1-15,5 1 1 0,-9-4-1 0,4 3-5 0,-4 0 2 16,3-1 4-16,-5-4-4 0,0 3-1 0,-3 1 2 16,2-2 14-16,-2 3 11 0,-3 1 5 0,1 0 2 15,0-3-4-15,-3 6 1 0,0 3 3 0,-5-8-2 16,5 8 5-16,0 0 4 0,0 0-2 0,-20 3-4 16,20-3 4-16,-16 7-5 0,9-2 0 0,1 3-7 15,4-2 3-15,-5 2 8 0,4-1-16 0,-2 5-4 16,3-3 0-16,-3 0-5 0,5 3 2 0,5-5-2 15,-3 4-5-15,3-2 2 0,-2-2 0 0,9 4-8 16,-2-2-19-16,-4-6-20 0,8 0-34 0,-4-2-23 16,4-1-38-16,3 5-22 0,3-7-30 0,-7-1-34 15,5-1-37-15,1-5-243 0,-8 0-536 0,9-3 238 16</inkml:trace>
  <inkml:trace contextRef="#ctx0" brushRef="#br0" timeOffset="212071.61">19254 16713 12 0,'-20'-5'267'0,"2"4"-24"0,5-1-16 0,0 1-20 15,4-3-15-15,1 2-19 0,1-3-19 0,7 5-13 16,-1-8-16-16,1 8-13 0,3-11-21 0,4 8-35 16,1-5-39-16,8 4-52 0,-1-2-42 0,2-3-49 15,-1 3-171-15,6 2-321 0,-6-3 142 0</inkml:trace>
  <inkml:trace contextRef="#ctx0" brushRef="#br0" timeOffset="213171.61">20274 17014 111 0,'0'-7'229'0,"-4"-5"-6"0,3 0-4 0,-1 1 1 15,-1-1-5-15,-2-1-7 0,-2-1-3 0,-3 2-14 16,2-3-12-16,0 7-17 0,-2 0-18 0,-2-3-11 16,2 8-16-16,-5-2-15 0,0-3-4 0,0 8-12 15,-3 0-10-15,0 3-8 0,-2 2-6 0,4 0-8 16,-4 1-3-16,3 5-8 0,4-2-4 0,-2 6-4 15,4-3-5-15,1 4-2 0,5 1-7 0,-4-2 2 16,8 3-3-16,1-3-2 0,0 1-7 0,5-1-2 16,5 2-11-16,-4-3-4 0,2-1-5 0,6-1-7 0,-6-2-7 15,7 1-6-15,0-7-2 0,0 1 0 0,-2 1-1 16,3-6 4-16,-1-3 3 0,-1 0-1 16,2 0 4-16,-1-5 5 0,-2-1 2 0,1-1-4 15,-1 1 5-15,-2-2 7 0,3-1 1 0,-8 2 8 0,4 0 11 16,-3-4 2-16,1 6 6 0,-1 1 5 0,-4 0 6 15,0 0 0-15,1 4-2 0,1-2-6 0,-5 5-4 16,3-10-1-16,-3 10-3 0,0 0-4 0,0 0 1 16,0 0 1-16,18 14-1 0,-16-8 5 0,3 4-9 15,3-2-2-15,-5 4 2 0,6 0-1 0,-3 0 0 16,4 0 0-16,-2 6 2 0,6-14-3 0,-6 8-2 16,0 2 4-16,7-6-4 0,-7 0-1 0,4-3 2 15,-2 1-1-15,10-5 0 0,-7-1-2 0,2 0-5 16,1-3 0-16,-2 2-1 0,1-8 5 0,1 0-3 15,-1 1-3-15,0-5 2 0,0 1-8 0,0-3-1 16,-7 0 5-16,5-3-10 0,0-3-2 0,-3 1-4 16,2-5-9-16,-2-2-4 0,-2 2 1 0,-1-6-6 15,-1 0 1-15,-6 4 6 0,2-4 2 0,-2 0 3 0,0 1 8 16,0 3 14-16,-2 5 13 0,2 4 8 16,-3 0 0-16,0 1 3 0,-4 6-3 0,1-3 3 15,2 7-6-15,-7 1-1 0,2-2 1 0,3 4 0 0,-2 2 2 16,8 2-2-16,-24 3 2 0,18 4 4 0,-4 1-2 15,-2-1 4-15,4 5 7 0,0 3 3 0,3 2-4 16,0 1 3-16,1 0-2 0,4 2-5 0,4 0-2 16,-8 6 3-16,11 1-5 0,-5-3-3 0,9-4 2 15,-7 7-1-15,9 4 2 0,-5-3-6 0,10-2 0 16,-6-2-1-16,6 2 0 0,5-6-1 0,0 3-2 16,-1-5 0-16,-1-1 1 0,3-1 0 0,-9-7-4 15,6 1-5-15,6-1-4 0,-8-6-8 0,3 0-6 16,-2-1 3-16,0-4-3 0,0-1-1 0,-1 2 0 15,-2-5-3-15,-1-6 6 0,1 3-1 0,-5-3 3 16,3-3-2-16,1 1-1 0,-4-2 1 0,-4-4-1 16,2 4 3-16,1-11 1 0,-6 1 2 0,4-1 0 15,-3 0-1-15,-4-1 9 0,3 2 6 0,-3-1 8 0,-1 8 16 16,-1-1 10-16,0 4 18 0,-1 1 12 16,1-1 2-16,0 5 2 0,-2-1 9 0,-3 1-1 15,3 2 5-15,-4 5-7 0,-1-2-3 0,0-2-12 0,-1 7-3 16,8 1 0-16,-13 9-4 0,5-3 5 0,1 2-2 15,-1 0-1-15,-1 7 3 0,3 4-2 0,-1-3-10 16,1 10-12-16,4-1 7 0,-5-1-7 0,11 6 10 16,-1-2-12-16,-3 1-9 0,5-1-4 0,-2-1-25 15,4-3-36-15,1 2-25 0,7-2-36 0,-8-5-33 16,1 0-52-16,2-3-52 0,1-5-56 0,3 5-298 16,1-12-643-16,-1 3 285 0</inkml:trace>
  <inkml:trace contextRef="#ctx0" brushRef="#br0" timeOffset="213621.5">21964 16798 320 0,'0'-7'310'0,"1"2"-14"0,2-2-18 0,-3 7-18 16,4-9-21-16,-4 6-24 0,0 3-15 0,0 0-32 15,0 0-8-15,0 0-18 0,21 11-5 0,-16-3-5 0,7 3 1 16,-2 2-12-16,-2 5-5 0,-1 2-10 16,3 4-13-16,-2 2 8 0,-1-3-27 0,-1 4-4 15,2 0-4-15,-1 2-10 0,1-3-3 0,-8-1-10 0,0 0-21 16,0 6-19-16,0-4-4 0,0-11-43 0,0 3-26 15,-8-2-32-15,1 0-34 0,7-1-44 0,-6-5-39 16,4-3-32-16,2-1-37 0,-6 0-150 0,4-2-473 16,2-5 209-16</inkml:trace>
  <inkml:trace contextRef="#ctx0" brushRef="#br0" timeOffset="213921.61">21964 16674 264 0,'1'-8'266'0,"4"4"-17"15,3-4-17-15,1 4-21 0,4-2-17 0,-1 1-20 16,6 4-15-16,2-3-8 0,4 4-10 0,-2 0-18 16,1 0-4-16,-1 0-15 0,4 1-11 0,-4 2-8 0,-3 1-9 15,1 1-6-15,-3 2-10 0,-2 1-4 16,0 1-9-16,0-2-1 0,-4 5-3 0,-1-1-7 0,-3 0-3 15,-1-1-5-15,-4 2 0 0,-2-2-2 0,0 4-4 16,-2-2-3-16,-4 6 0 0,-1-8-3 16,-3 7 1-16,-1-2-12 0,-4 3-9 0,-2 0-12 0,2-5-9 15,-6 7-14-15,6-5-12 0,-5 1-20 0,0 2-21 16,0 2-26-16,5-6-17 0,7-1-26 0,-5 2-27 16,8-2-13-16,-3 1-152 0,6-1-380 0,2-2 169 15</inkml:trace>
  <inkml:trace contextRef="#ctx0" brushRef="#br0" timeOffset="214538.59">22684 16955 81 0,'-12'-8'239'15,"2"2"-6"-15,-5-2-9 0,-1 4-5 0,-3 3-7 16,1-1-9-16,-2 1-7 0,2 2-6 0,-7 2-7 15,7-2-11-15,-2 9-14 0,-1-3-17 0,6 1-13 0,-3 2-13 16,1-1-12-16,7 1-9 0,0 4-6 0,0-2-12 16,5 1-5-16,2 2-6 0,-2-3-8 15,5 1-10-15,0-4 0 0,5 4-2 0,-2-3-8 0,6 2-1 16,0-3-8-16,0-3-14 0,4 2-9 0,-5 0-6 16,7-4-10-16,5-1-9 0,-10-2-3 0,3 3 0 15,2-8-1-15,-7 4 4 0,11-3-1 0,-10-2 2 16,6-3 2-16,-1-3-2 0,-4 4 5 0,-2-2 5 15,-2 1-3-15,1 1 4 0,-2-4 4 0,-2 2 4 16,2 2 1-16,-1-4 7 0,-4 6 3 0,3-2-3 16,-3 7-1-16,7-7-1 0,-7 7-4 0,0-5-3 15,0 5 0-15,0 0 1 0,0 0-1 0,0 0 0 16,0 0-2-16,-10 20 2 0,10-11 3 0,0 1-1 16,3 1-2-16,-3 4 2 0,2-2-1 0,-1 2-1 15,3-4 0-15,-3 2 5 0,3-3-3 0,-4 2-1 16,4 0-1-16,1-2 1 0,-3-2 0 0,0 1 4 0,3-5 2 15,-2-1-1-15,4-2-1 0,-7-1 0 0,0 0-3 16,21-5 1-16,-14-2 3 0,1 2-2 0,4-6 0 16,-2 4-2-16,1-5-2 0,1-2 4 15,3 1 0-15,0-1-5 0,6 1 6 0,-8-6 3 0,2 6 6 16,-2-2 6-16,2 4-4 0,0-4 2 0,-2 7-3 16,-4 0-1-16,1 0 1 0,-4 1-1 0,3 1-5 15,-3 3-3-15,2 0 3 0,-8 3-2 0,14-1-3 16,-14 1-3-16,0 0 2 0,16 7 1 0,-9-1-3 15,-2-2 2-15,1 7 0 0,-1-2 0 0,0 3 1 16,0-2-2-16,-1 5-13 0,2-4-10 0,-4 2-15 16,1 2-17-16,1 0-22 0,-1 2-20 0,-3-6-26 15,0 0-22-15,0 1-6 0,0 0-24 0,0-2-25 16,-3 0-18-16,-1-3-152 0,1-2-400 0,1 1 177 16</inkml:trace>
  <inkml:trace contextRef="#ctx0" brushRef="#br0" timeOffset="-214691.97">23127 16771 249 0,'-3'-9'291'0,"3"-1"-4"0,0 2-10 0,0 4-2 15,0-4-18-15,0 8-21 0,3-8-28 0,-3 8-23 16,0 0-12-16,0 0-8 0,0 0-5 0,0 0-18 15,13 23-12-15,-11-12-9 0,6 2-13 0,-3 5-11 16,2 2-13-16,1 3-7 0,-1 2-3 0,-1 0-12 16,-2 3-7-16,-4-1-2 0,6-4-7 0,-6 4-12 15,7 0-29-15,-7-5-14 0,0 5-32 0,5-2-23 16,-5-6-22-16,2 0-39 0,-1 1-35 0,-1-1-16 16,0-6-32-16,0-1-33 0,0 2-217 0,0-7-494 15,0-3 219-15</inkml:trace>
  <inkml:trace contextRef="#ctx0" brushRef="#br0" timeOffset="-214525.45">23127 16948 174 0,'-7'-3'217'16,"6"-2"-16"-16,-6 2-16 0,1-4-14 0,6 7-17 15,0 0-20-15,0 0-15 0,0-5-30 0,0 5-36 16,13-5-33-16,-13 5-46 0,16-2-51 0,4 1-60 15,-3 1-77-15,4-3-230 0,9 0 102 0</inkml:trace>
  <inkml:trace contextRef="#ctx0" brushRef="#br0" timeOffset="-213674.79">23885 16950 17 0,'0'-6'170'0,"-1"-1"-4"15,-4-4-5-15,3 2-3 0,-1-2-2 0,-1 4 1 16,-2-6 2-16,4 3 3 0,-3 1-4 0,-3-6-4 16,-7 7-6-16,8-3-5 0,-1 1-11 0,0 5-8 15,-6-3-9-15,0 3-13 0,-1 1-2 0,-4 0-8 16,1 3-8-16,2 2-6 0,-14 0-9 0,10 4-3 16,-3 2-6-16,-7 4-6 0,2-2-1 0,3 6-5 15,-1-1 7-15,2 5-15 0,3-4 0 0,4 6-6 16,2-2-6-16,-1 3 0 0,1-2-3 0,8 0-5 15,-3-4-2-15,9 4 0 0,-2 6-1 0,6-11 0 16,-2 2-3-16,6 1 3 0,5-3-4 0,4 2 1 16,-1-6-1-16,0-1-2 0,7-2-4 0,2 1-1 15,-4-8-4-15,10-1 0 0,3 0-2 0,-3 0-4 16,-4 0-2-16,4-5 1 0,-2-2-1 0,-6 1-1 16,4-4 4-16,-7 3 2 0,2-2 2 0,-6-1-1 0,2 4 0 15,1-5-3-15,-8 3 2 0,-4 1 3 0,8 3 4 16,-8-4 5-16,2 4-1 0,-1 0 1 15,0 0-11-15,-4 0 3 0,-3 4 6 0,0 0-8 0,0 0 3 16,0 0-5-16,0 0 3 0,15 9-3 0,-15-9 2 16,3 15-2-16,-1-8 2 0,1 1 0 0,0 1-3 15,1-3 5-15,1 3-6 0,1 3 6 0,1-5 0 16,-4 1-3-16,4 4 3 0,1-5 0 0,-1 4-3 16,1-5-1-16,-1-1 4 0,1-3 0 0,-1 6-3 15,-1-5 1-15,1 0 0 0,-7-3-3 0,0 0 2 16,16-6-1-16,-16 6-1 0,12-5 2 0,-4 0-3 15,-1 0-2-15,-4-1-1 0,2 0 2 0,-2 0-3 16,4-1 7-16,0-4-8 0,-6 3 4 0,6 1-1 0,1-2 5 16,-3-2-5-16,5 4 5 0,-8-5-4 15,1 4 0-15,5 4 3 0,-4-7 9 0,-1 4-10 16,4 1 4-16,-6-1 0 0,6 0 2 0,-5 2-1 16,4 1 0-16,-1 0-3 0,-5 4 0 0,8-3 0 0,-8 3-1 15,12-4-1-15,-12 4 1 0,17 1-1 16,-17-1 0-16,16 5 2 0,-8-3 2 0,6 3 0 15,-1 1-4-15,0 2 2 0,2-1 0 0,0 1 0 0,-5-3 0 16,3 6 0-16,-5-4-4 0,1 1 4 0,-1 1 3 16,-1-2-4-16,1 4-1 0,-5-2-1 0,-1-3-3 15,-1 0-6-15,-1 3-4 0,0-3-10 0,-1 0-4 16,1-6-13-16,-12 12-6 0,7-9-16 0,-5-2-14 16,2 1-15-16,-2 3-15 0,-3-4-16 0,13-1-19 15,-12 0-19-15,12 0-18 0,-16-8-17 0,7 7-164 16,6-5-393-16,-4 3 174 0</inkml:trace>
  <inkml:trace contextRef="#ctx0" brushRef="#br0" timeOffset="-213408.86">24464 16661 28 0,'0'-8'310'0,"0"2"-12"16,0-2-22-16,0 8-21 0,0-5-25 15,0 5-16-15,0 0 14 0,0 0 5 0,0 0-12 0,4 20-9 16,-1-8-15-16,0 3-11 0,4 4-11 0,-2-3-16 16,2 11-14-16,3-1-24 0,-2-1 1 0,0 2-10 15,0 0-15-15,6 0-10 0,-6 3-15 0,3-5 3 16,-2 1-11-16,-3 0-27 0,-4-6-21 0,6 0-33 16,-8 1-34-16,7-3-29 0,-2-2-33 0,-5 2-32 15,2-6-40-15,-2-1-26 0,-2-3-29 0,2 4-19 16,-5-7-28-16,5-2-144 0,-7 1-466 0,7-4 206 15</inkml:trace>
  <inkml:trace contextRef="#ctx0" brushRef="#br0" timeOffset="-213041.2">24468 16917 67 0,'0'0'161'0,"6"-7"-9"0,1 3-11 0,-7 4-9 0,15 0-8 16,-4 0-18-16,1-1-3 0,8 2-8 15,-4-1-2-15,6 4-9 0,0 0 1 0,7-1-2 16,-12-2-6-16,4 1-11 0,1 3-5 0,6-2 1 0,0-1-7 16,-10 1-3-16,1 1-3 0,-1-3 9 0,-3 1-2 15,-7-1 3-15,7 2 7 0,-10-2 6 0,-5-1 8 16,11 0 3-16,-11 0 8 0,0 0-4 0,0 0-1 16,0 0 0-16,0 0 1 0,0 0 5 0,0 0 5 15,0 0 4-15,0 0 6 0,0 0 0 0,-39 5-3 16,30-2 3-16,-1 1 2 0,-1 1-11 0,3 1-6 15,1 0-11-15,-1 2-2 0,4-1 0 0,-1 2 5 16,4 0-2-16,1 2-3 0,1 1-9 0,1-4 2 16,3 4-6-16,-2-1-10 0,9 1-4 0,-9 4-3 15,4-6-9-15,0 2-9 0,1-1 2 0,-5 1-7 16,5 0-6-16,-4-5-25 0,4 1-21 0,-3-1-25 16,-3-2-21-16,6 3-14 0,-8-2-26 0,0 0-27 0,0-6-34 15,-15 4-39-15,7 3-37 0,-4-7-42 0,12 0-44 16,-28 0-169-16,13-4-545 0,-3 4 241 15</inkml:trace>
  <inkml:trace contextRef="#ctx0" brushRef="#br0" timeOffset="-209425.64">25482 16801 10 0,'0'-12'310'0,"-1"2"3"0,1 1-19 16,0-2-10-16,-5 3-14 0,5 1-6 0,0 7-17 15,0-10-14-15,0 4-20 0,0 6-22 0,-4-6-24 0,4 6-20 16,0 0-16-16,0 0-10 0,0 0-10 0,0 0-14 16,0 0-9-16,-5 21-9 0,4-12-6 15,1 3-10-15,0 3-2 0,0 3-4 0,0-3-10 0,0 1-5 16,1 4-5-16,1-8 1 0,1 6-6 0,1-2-6 16,1-4-2-16,1 7-2 0,-2-11 3 0,2 4-3 15,-4-4-5-15,5 1-2 0,-1-3 5 0,2 0-12 16,1-3-1-16,1 0-4 0,0-1-11 0,-2-2-4 15,5-5-5-15,-3 3 4 0,3-2 3 0,4 0-2 16,-2-7 2-16,-5 3-1 0,0 0 0 0,3-4 0 16,-7 4 4-16,3-2-1 0,-3 2-1 0,1-1 6 15,-4 2-1-15,2-1 2 0,-3 2-5 0,-2 1 6 16,5-2-1-16,-5 7 0 0,5-5-4 0,-5 5 0 16,0 0 2-16,0 0 1 0,0 0-7 0,0 0 10 15,0 0 9-15,-5 23-15 0,5-17 4 0,0 1-5 16,2 3 6-16,1-1-4 0,-3-1 2 0,1 0 3 15,3-1-1-15,-3 1-3 0,4-1 0 0,2 0 6 0,0-2 1 16,-1 0-6-16,-1-2 1 0,7 0-1 0,-12-3-3 16,16 1-3-16,-9-2 4 0,1-3 16 15,4-1-13-15,-4 0 0 0,2-2-3 0,0 1 0 0,2-8 3 16,-4 4 4-16,5-4-4 0,-8 6-2 0,5-11 3 16,-2 11 5-16,-4-8 9 0,-1 6 8 0,4-3 6 15,-1 4 12-15,-4-2 4 0,-2 2-3 0,6 2 5 16,-6-1 0-16,2 2-11 0,3 2 1 0,-5 4-11 15,0 0-8-15,0 0 3 0,0 0-4 0,0 0-3 16,0 0-1-16,5 19-2 0,-2-10 3 0,-1 3-2 16,3 0 1-16,-3 6-2 0,6-7-4 0,-2 6 4 15,1-2-8-15,1 0-4 0,4-1-1 0,-2-1-21 16,1-1-21-16,-1-1-21 0,4 0-28 0,1-6-27 16,-6 0-30-16,1 0-33 0,-1-4-35 0,4 0-35 15,-13-1-44-15,20-2-202 0,-7-5-541 0,-6 0 241 16</inkml:trace>
  <inkml:trace contextRef="#ctx0" brushRef="#br0" timeOffset="-209259.14">25812 16383 38 0,'-18'-8'282'0,"1"4"-28"0,2 0-23 0,7 4-26 16,-5-3-19-16,4 3-23 0,9 0-27 15,-10-4-24-15,10 4-24 0,0 0-34 0,0 0-41 0,0 0-66 16,12 12-57-16,0-4-157 0,2-1-288 0,3 4 127 16</inkml:trace>
  <inkml:trace contextRef="#ctx0" brushRef="#br0" timeOffset="-208641.52">26689 16632 267 0,'0'0'246'0,"13"-1"-8"0,-4-3-10 0,-9 4-14 15,18 7-8-15,-2-3-21 0,-1 5-17 0,2 3-16 16,-1-5-12-16,2 7-15 0,2 1-12 0,2 5-13 16,-1-1-5-16,-1-2-13 0,-10-1-12 0,5 0-3 0,-2-1-6 15,-3 2-6-15,3 0-4 0,-6-1-6 0,0-4-5 16,-6 6-6-16,4-3 4 0,-10-6-7 15,5 0-1-15,-6 1-3 0,4-2-4 0,-11 1 2 16,6-3-3-16,-3-3 4 0,-3-2-4 0,-2-1 2 0,5 0 0 16,-5-3 2-16,0 2 5 0,4-3-1 0,1-3 4 15,-2 0-6-15,4-2 5 0,1-3-7 0,6-2-2 16,1-1 11-16,5-1-16 0,-2 1-6 0,9-2 3 16,-1-1-2-16,11 4-5 0,4-3-3 0,-1 2-5 15,3 3-14-15,0 0-19 0,-3 4-22 0,3 3-17 16,2 0-18-16,-8 3-20 0,1 2-22 0,-2 0-13 15,1 4-25-15,-1-1-15 0,-7 1-18 0,5 0-15 16,-4 1-151-16,-8-1-397 0,6 1 175 0</inkml:trace>
  <inkml:trace contextRef="#ctx0" brushRef="#br0" timeOffset="-207575.72">27300 16833 90 0,'0'0'171'16,"0"0"5"-16,0 0-15 0,16-3-6 0,-16 3-7 15,0 0-13-15,14-5-4 0,-14 5-8 0,6-2-8 16,2 0-8-16,1-1-9 0,-9 3-10 0,8-3-7 0,-8 3-13 16,12-5 0-16,-12 5-9 0,9-5-6 0,-9 5-8 15,7-4-3-15,0 1-1 0,-1 1-8 0,-6 2 0 16,9-8-3-16,-4 3 0 0,-2 1 7 0,-3 4-1 15,7-8 2-15,-3 4-1 0,-4-2 0 0,2 0 5 16,1 2 1-16,2-3-6 0,-5 7 5 0,0-10 7 16,-5 4-4-16,2 0 2 0,1 0 1 0,-2-2-7 15,-3 4 1-15,0-2 6 0,-1-2-3 0,-2 4 2 16,-2-1-4-16,6 2-3 0,-4-1 0 0,-3 4-2 16,4-1 0-16,-4 1-5 0,-2 0-3 0,7 1 2 15,-4 3-4-15,2-1-2 0,-3 5 0 0,5 1 0 16,1-2 6-16,2 3-12 0,-5 3 0 0,5 1 1 15,2-4-2-15,3 5-5 0,-6 0 4 0,9 0-3 0,0 0 5 16,2-2-6-16,5 2-6 0,-2-3 4 16,7 3 10-16,-2-4-19 0,6 2-15 0,-1-5-27 15,-3-1-20-15,8-2-28 0,-2 2-29 0,1-4-30 16,0 1-23-16,-1-4-30 0,1 0-6 0,-1-5-24 0,1 2-175 16,-4-4-437-16,2-1 194 0</inkml:trace>
  <inkml:trace contextRef="#ctx0" brushRef="#br0" timeOffset="-207242.12">27670 16677 14 0,'-1'-6'177'0,"1"6"0"0,0-8-4 0,0 8-7 15,-7-4-7-15,7 4-9 0,0 0-4 0,0 0-2 16,0 0-1-16,-11 15-11 0,14-8-4 0,-3 2-12 16,0 2-4-16,0 1-7 0,2 2-8 0,4 1-9 15,1 2-5-15,-6-2-8 0,6 2-8 0,0 1-5 16,-1-3-6-16,3 1-2 0,-3-1-10 0,3 1-4 15,-5-5 0-15,5 0-9 0,-6-3 1 0,2 1-2 16,0-1-2-16,-2-1 2 0,2-3-2 0,-3 0-1 16,-2-4 0-16,0 0-4 0,0 0-1 0,20-8 0 0,-12 1 1 15,-6-1-1-15,3 3 2 0,-4-6-1 16,8-4-2-16,-6 2 4 0,2-3 3 0,2-1-2 0,-3 2 0 16,-2-6-10-16,5 3 10 0,-1 0-9 0,-2-1-5 15,-1 1 0-15,0-1 3 0,2 3-11 0,-3 1 4 16,0 3 0-16,3 3-14 0,-5-2-13 0,1 4-32 15,-1 3-39-15,5-3-31 0,-5 7-9 0,0 0-25 16,0 0-16-16,0 0-27 0,0 0-5 0,15 14-21 16,-10-8-112-16,-2 3-364 0,2 0 161 0</inkml:trace>
  <inkml:trace contextRef="#ctx0" brushRef="#br0" timeOffset="-205759.18">28036 16809 33 0,'2'-6'129'0,"5"0"-10"0,1-2 6 16,-2 2-8-16,3-3 5 0,-3 2-1 0,1-2 0 0,1-2 3 16,-1-1 5-16,1 4-2 0,-1-6 3 15,-1 1 2-15,-1 2 0 0,-1 0-1 0,-3-1 0 16,4 7-2-16,-5-5-2 0,0-2-10 0,0 7-5 0,-5-5-12 16,2 1-10-16,-2 4-13 0,2 3-5 0,3 2-9 15,-12-8-7-15,12 8-5 0,-15 4-7 0,15-4-7 16,-16 7 1-16,2-1 5 0,8 3-12 15,-2 3-6-15,-1 3-3 0,3-2-3 0,-1 6-3 0,0-3-3 16,6 0-1-16,-3 1 3 0,1 1-4 0,3 1-1 16,3 1 0-16,-3-2 1 0,4-4-6 0,2-1-6 15,-4 3-4-15,5-2-6 0,1-2-2 0,-1-6-2 16,-1 1-1-16,1 0-1 0,3-4-3 0,-4 1-7 16,8-4 4-16,-14 0 0 0,23-4 2 0,-12-3 2 15,-1 4 1-15,5-6 1 0,2 3 2 0,-6-4 1 16,4-5 3-16,-2 4 2 0,-1-1-5 0,1-1 6 15,-1 1 4-15,-1 0 3 0,1 0-1 0,-2 3 6 16,-2 1-1-16,4 1 2 0,-6 1 0 0,3 0-3 0,-3 3 0 16,4-3-3-16,-1 6 1 0,-1-2-1 15,-8 2 2-15,16 2 0 0,-4 1-2 0,-5 2 0 16,1-3-1-16,3 5 0 0,-7 1-1 0,7 0 3 0,-7 1 0 16,7 1-5-16,-4 0 4 0,-5-1-1 0,1-2-1 15,0 4 2-15,-1-2 1 0,-2-1-2 0,0 0 3 16,-2-1-2-16,-1-3 3 0,-2 3 0 0,-2-2 2 15,7-5-1-15,-13 4-2 0,13-4 1 0,-13-3-9 16,13 3-1-16,0 0-4 0,-15-5 3 0,13 1-17 16,-3-2 4-16,5 6-9 0,7-12-6 0,-2 4-9 15,1 1-9-15,4-2-1 0,5-2-9 0,-1-1-6 16,2 2 2-16,4-2-7 0,1-5-11 0,1 1-13 16,3 0-11-16,-2 1 8 0,2-7 5 0,-5 9 5 15,-2-2 11-15,-3 0 17 0,1 0 20 0,-4 0 20 16,-1 6 14-16,-7-6 16 0,1 6 27 0,3 3 15 15,-5-6 7-15,-3 4 6 0,2 4 10 0,-2-5 0 16,0 9-3-16,0-7-4 0,0 7-6 0,0 0-5 0,-13-2-2 16,13 2-4-16,0 0-1 0,0 0-2 15,-9 18-1-15,9-9-1 0,0 1-5 0,0 0-1 16,0 6-3-16,0-3 3 0,4 6-4 0,-1-6-6 0,-3 5-2 16,10-2-1-16,-7-1 0 0,-1 4-1 0,-2-4-6 15,7 0 0-15,-7 1-1 0,6-5-2 0,-6-1-1 16,0 0-1-16,-3 2 0 0,3-3 0 0,0-1 0 15,-3 2 4-15,-4-5-3 0,2-1 1 0,-3 4 2 16,3-5-1-16,1 0-2 0,4-3 0 0,-21 4-1 16,21-4-2-16,-12 0 3 0,12 0 1 0,0 0-1 15,-15-4-3-15,15 4 0 0,0 0-4 0,-6-3-5 16,6 3-12-16,0 0-11 0,11-11-13 0,-1 7-12 16,0 1-15-16,2-2-14 0,6 1-14 0,4-2 0 15,-1 1-13-15,1 0-11 0,7-2-2 0,1 0-2 16,2-1 4-16,1-1 10 0,-3-1 6 0,-2 4 2 15,-2-8 5-15,2 5 6 0,2 2 8 0,-15-4 2 16,7 2 17-16,-8 2 21 0,1-1 12 0,0 0 11 0,0-3 24 16,-7 0 8-16,1 7 17 0,-4-4 7 15,1 1 11-15,-2 1 12 0,-3-1 11 0,-1-1 4 16,-5 0 3-16,5 8 0 0,-1-10-2 0,-4 5 5 0,0 1-5 16,5 4-2-16,-12-6-5 0,12 6-4 0,-11-5-7 15,11 5-4-15,-15 0-8 0,15 0-4 0,-15 5-5 16,6-2-2-16,3 3-3 0,-1 0-3 0,1-1-3 15,-3 4-4-15,8 3-2 0,-6-5 0 0,7 2-3 16,-3 3 0-16,6 2-2 0,-1-2-3 0,3-4-4 16,1 6-6-16,4-1-10 0,0-1-8 0,7-1-9 15,-1-2-17-15,6 1-22 0,4 2-19 0,-3-7-10 16,4 2-6-16,4-2 3 0,-1 0 2 0,0-4-11 16,-4 0-8-16,9-2 16 0,-5 2 5 0,0-2 3 15,0 0 8-15,-1-4 13 0,-7 2 4 0,-2-3-1 16,-2 0 14-16,2 0 17 0,-7-2 9 0,-3 4 25 15,2-3 5-15,-6 0 12 0,1 3 12 0,-2-4 6 16,-2 3 6-16,-3-2-5 0,0 0 25 0,0 7 9 0,-8-8 0 16,-2 3-1-16,3 3 2 0,-8-1-4 15,5 1 1-15,-4 4 4 0,-3-2 5 0,-3 5-2 16,0-1 3-16,4-1-2 0,-6 5-4 0,1-1-2 0,6 3-6 16,-3 1-6-16,-1 1-6 0,8 0-5 0,-6 0-4 15,9 3-3-15,-4-3-5 0,2 3-2 0,5-3-4 16,2 3-2-16,0-6-1 0,0 1-4 0,3 1-1 15,3-3 3-15,0 4-4 0,2-5-5 0,2-2 0 16,-1 2-1-16,3-4-4 0,1-2-9 0,-2 3-6 16,5-3-9-16,-13-1-11 0,23-6-3 0,-6-3-11 15,-2 3-9-15,-2-5-6 0,7 1-11 0,-12 1-3 16,7-7-7-16,0 5-5 0,-2-9-7 0,-5 2-10 16,6-4 1-16,-4-4 5 0,3-1-8 0,-7 0-10 15,4-1 10-15,-6-2 4 0,-3-3 5 0,-1 0 8 16,2 3 10-16,1-2 17 0,-1 2 13 0,1 2 26 15,-1 1 15-15,0 1 22 0,-4 7 16 0,2-5 17 0,0 8 13 16,0 2 8-16,0 1 5 0,0 2 10 0,0 0-1 16,0 2-6-16,0 2-8 0,0 1-13 15,0 6-6-15,0-6-6 0,0 6-3 0,0 0-2 16,0 0 6-16,0 0-3 0,3 27 0 0,-1-15-4 0,1 6 0 16,-1 0-1-16,3 4-1 0,0 5-2 0,0 5-7 15,-2-2-2-15,4 0-4 0,-2 0-2 0,-4-2-3 16,6 1-5-16,-2 1 1 0,-2-3-3 0,4 0-17 15,-2-1-26-15,-2-2-36 0,2-4-35 0,-2-1-42 16,4-3-45-16,-4-4-31 0,1 0-189 0,-1-2-435 16,2-2 193-16</inkml:trace>
  <inkml:trace contextRef="#ctx0" brushRef="#br0" timeOffset="-203126.17">30221 16634 180 0,'3'-7'262'0,"2"4"-19"0,-5 3-22 0,14-7-18 16,-14 7-14-16,14-2-20 0,-14 2-16 0,17 8-14 15,-9-5-12-15,11 3-12 0,-8 1-9 0,2 4-14 16,1 0-8-16,-3 1-6 0,4 0-10 0,-2-2-6 0,-1 3-5 15,-2 3-7-15,-2-3-7 0,-1 1-4 0,-6 4-2 16,4-9-1-16,-3 2-4 0,-2 1-2 0,-7-3-2 16,6 4 4-16,-1-6 7 0,-6 0 0 0,-4 1 8 15,6-5 6-15,-3 0 0 0,-4-3 5 0,5 1 4 16,8-1-9-16,0 0-3 0,-17-4-4 0,12-4-3 16,4 1-8-16,1-1 1 0,5 1-5 0,1-6-2 15,6-1-5-15,3 1 1 0,3-7-7 0,5-1-1 16,0 6-1-16,-1-2-8 0,-1 0-7 0,2 3-18 15,1 1-12-15,-5 3-11 0,-2-2-19 0,3 8-19 16,1 0-14-16,-6-1-19 0,0 2-16 0,-3 3-1 16,-1 0-11-16,-1 0 4 0,-1 3-9 0,-3 2-2 15,4-2 2-15,-7 1 2 0,2 2 4 0,-1 1 7 0,-4 1 6 16,5-4 6-16,-4 6 5 0,-1-3 8 16,2-1 7-16,1-2 16 0,2 4 5 0,0-1 11 15,-5-4 6-15,0-3 12 0,12 5 2 0,-7-3 8 16,5-1 7-16,-10-1 13 0,18-3 4 0,-18 3 5 0,18-1 4 15,-6-4 8-15,-4-1 4 0,10-2-1 0,-8 4 5 16,-3 0 6-16,6-4 14 0,-5-3-2 0,1 6 8 16,2-3 10-16,-8-3 9 0,7 4 0 0,-6-2 14 15,1 0 6-15,-2 2 6 0,-3-3 6 0,0 2 1 16,-2 0 2-16,-3 2-3 0,5 6 6 0,-10-5 1 16,2 1 1-16,-3 1-1 0,-4 3-2 0,0 0 0 15,0 4-12-15,-7 4 1 0,4-2-2 0,0 3 2 16,0 6-4-16,-7 0-6 0,10-3-9 0,3 4-4 15,-1-1-7-15,2 0-5 0,2 4 0 0,8-4 2 16,-1 2-12-16,2-2-5 0,3 2-4 0,4-2 1 16,6 2 1-16,-3-3-5 0,3-1-2 0,4-4-3 15,4 4-2-15,4-6-10 0,2 1-11 0,1-1-15 0,-7-3-10 16,11-4-7-16,-4 0-9 0,-2-5 0 16,1-2 0-16,1 0 2 0,-8 3 0 0,5-8-3 15,-5 1-9-15,-2 1-4 0,-2-4 1 0,4-8-2 0,0 4-2 16,-3-6 1-16,-4-1-6 0,0-2-7 0,-3-5-12 15,3-9 6-15,-4 6-3 0,-1 1 11 0,-2-6 8 16,1 10 9-16,-2-2 17 0,0 4 21 0,-5 1 24 16,0 0 17-16,0 6 14 0,-2-3 18 0,-1 4 9 15,0 2 1-15,1 6-2 0,0 0-2 0,-3 2-7 16,5 3-7-16,0 0-4 0,0 7-7 0,-6-3-3 16,6 3-3-16,0 0-3 0,-8 12 0 0,6 1 1 15,2 1 1-15,-5 3-4 0,3 4 1 0,2 3-4 16,-1 6 1-16,1-3-3 0,0 3-1 0,1 2-6 15,1-2 0-15,-2-1 0 0,5 1-3 0,-3 1 2 16,4-3 3-16,2 2-6 0,-8-6-3 0,15 2-2 16,-8-1-6-16,3-7-17 0,0 0-11 0,1-3-13 15,3-2-13-15,2 1-16 0,-1-2-17 0,2-4-11 16,-1-3-14-16,1-3-16 0,-1 1-1 0,4-3 10 16,0-1 6-16,2-1-3 0,-4-4 11 0,-3 0 12 15,5-2 5-15,-6-1 6 0,-2-3 4 0,1 1 12 0,1-3 6 16,-6-1 7-16,-2 1 17 0,3-1 5 0,-6 2 25 15,-1-1 18-15,-2 6 15 0,0-6 16 0,-2 5 2 16,-3 0-3-16,-2 2 8 0,6-1-1 0,-6 5-4 16,-6-1 2-16,3 4 1 0,0-4 2 0,10 4-12 15,-31 5 2-15,16 0-7 0,0 4 0 0,0 3-2 16,2-5 0-16,6 5-4 0,-3-1-7 0,0-1 2 16,4 0-4-16,1-1 8 0,5 2-7 0,-2-4-3 15,2 0 1-15,2 0-4 0,-2-1 3 0,6 0-5 16,2-5 2-16,-1 4 2 0,3-5-3 0,-10 0-1 15,22-3-3-15,-3 0 0 0,-4-3-1 0,-1 2 0 16,0-4 4-16,-2 0 1 0,0-2-6 0,3 1 3 16,-7-2 1-16,5 4 16 0,-5-1 20 0,6 3 14 15,-6-3 6-15,-3 0 1 0,1 4-3 0,1 1-9 16,-7 3-10-16,10-3 0 0,-10 3-7 0,0 0-3 16,8 6-2-16,-3 0-4 0,-3 3 0 0,0 0-2 15,-1 3-5-15,4 0 0 0,0 2-2 0,0 1-1 0,2-2-5 16,-2 2 1-16,1 0-12 0,4-2-14 0,2 2-31 15,-4-5-17-15,2 0-30 0,-2-1-20 0,9-1-47 16,-2-3-29-16,0-1-165 0,3 0-380 0,-3-4 170 16</inkml:trace>
  <inkml:trace contextRef="#ctx0" brushRef="#br0" timeOffset="-202923.68">32068 16548 11 0,'-21'3'218'0,"21"-3"-9"0,-15 7-11 0,5 0-16 16,0 1-12-16,2 3-14 0,-7 1-9 0,3 2-22 15,2 0-7-15,-1 0-11 0,1 1-14 0,0-2-8 0,-2 6-2 16,6-3-12-16,-3-1-8 0,3 1-14 16,-3-4-16-16,3 2-22 0,4-5-25 0,-3 0-32 15,5-2-31-15,-3 1-15 0,-2-3-23 0,5-5-33 16,0 5-126-16,0-5-295 0,0 0 131 0</inkml:trace>
  <inkml:trace contextRef="#ctx0" brushRef="#br0" timeOffset="-202724.78">31888 16653 66 0,'0'-6'190'16,"0"-2"-1"-16,0 8-8 0,5-5-18 0,-5 5-12 16,0 0-21-16,1-7-10 0,-1 7-10 0,0 0-9 15,0 0-11-15,9 12-10 0,-4 0-7 0,-4-2-7 16,4 0-6-16,-1 5-8 0,2 0-1 0,1 0-7 15,-1 1-2-15,3-4 2 0,1 5-12 0,-5-2-2 16,6-2-21-16,-1 1-25 0,0-2-28 0,3-2-11 16,2 1-18-16,-2-2-22 0,-3-6-20 0,2 0-22 15,5 1-120-15,-1-2-278 0,2-2 123 0</inkml:trace>
  <inkml:trace contextRef="#ctx0" brushRef="#br0" timeOffset="-202109.11">32277 16638 90 0,'-13'-6'154'0,"4"5"2"0,9 1-5 16,-10 0-7-16,10 0-5 0,-16 4-11 15,6-1-9-15,5 6-11 0,-5-2-11 0,3 1-9 0,1 3-7 16,1 2-8-16,1 1-7 0,4-6-7 0,-1 4-6 16,2 0-7-16,6 0 3 0,1 3-7 0,6-4-7 15,0 2-14-15,6 1-17 0,5-5-20 0,5 6-14 16,3-6-20-16,0 1-13 0,10 1-1 0,2-5-9 15,-9-3-1-15,9 3 13 0,-9-5-1 0,-1-1-5 16,-2 0-1-16,2-1 7 0,-4-5 4 0,-1 3 5 16,-3-4 6-16,-2 2 0 0,-4-4 12 0,1-2 4 15,-8 4 1-15,-2-5 7 0,0 2 4 0,-6 0 21 16,1 0 17-16,-5 1 9 0,3 0 9 0,-10-2 11 16,3 4 12-16,2-1 4 0,-7 3 2 0,-1-2-4 15,-2 3 12-15,-2 3 2 0,-1-1 6 0,-2 4 3 16,-3-2 4-16,0 2 3 0,0 3 2 0,0 1-10 0,-2 1-3 15,1 2-6-15,1 2-6 0,3-2-8 16,-3 1-5-16,3 2-8 0,7-1 0 0,-7 1-6 0,8 2-3 16,-1-1-3-16,2-1-4 0,4-3-4 15,0 5 0-15,-1-7-5 0,6 1 1 0,-1 0-15 0,0-1-15 16,4-2-15-16,1-1-16 0,1-3-13 0,4 2-14 16,-1-3-8-16,7-3-4 0,-6 2-3 0,1-3 2 15,4 0-2-15,1 0-3 0,-1-4 3 0,-3-4 5 16,1 0 0-16,2-3-5 0,4-3-7 0,-7 3-13 15,2-7 4-15,-1-4 9 0,-2-1 3 0,-4-1 10 16,1-1 4-16,-5-3 17 0,1 2 16 0,-6-2 34 16,0-6 27-16,-1 5 20 0,-4 4 22 0,3 2 35 15,-5 0 20-15,6 2 17 0,-4 6 11 0,-2 0 4 16,5 4-2-16,-4-1-2 0,4 1-10 0,-5 4-4 16,4 7-10-16,2-4-23 0,-9 4-7 0,10 4-14 15,-5-3-7-15,5 3-8 0,-14 10-2 0,8-1-5 16,2 6-7-16,-4 4-4 0,2 0-5 0,-3 8-3 0,3 3-3 15,-3 2-4-15,3-1-7 0,-1-1 2 0,2 10-18 16,-1-1-22-16,1-5-42 0,-2-5-44 0,4 3-55 16,-2 0-56-16,3-1-68 0,-3-6-174 15,-2 1-485-15,1 1 215 0</inkml:trace>
  <inkml:trace contextRef="#ctx0" brushRef="#br0" timeOffset="-201609.11">30900 17400 116 0,'-2'-7'331'0,"2"7"-27"0,0 0-17 0,0 0-8 16,0 0-7-16,0 0-4 0,-13 15-12 16,11-5-13-16,-1 0-22 0,3 9-14 0,0-4-12 0,0 2-29 15,0 3-9-15,-3 2-19 0,3 7-24 0,3-4 0 16,-3-2-10-16,0 2-8 0,0 2-7 0,3-7-11 15,-1 5-13-15,-1-4-20 0,-1-3-23 0,5-1-33 16,0 0-36-16,-5-3-25 0,0 0-41 0,2-6-52 16,-2 3-47-16,2-6-39 0,3 4-55 0,-4-6-193 15,-1-3-540-15,7 6 240 0</inkml:trace>
  <inkml:trace contextRef="#ctx0" brushRef="#br0" timeOffset="-201341.94">30868 17344 136 0,'0'-7'347'0,"0"1"-6"0,0 6-20 0,2-14-22 16,0 10-27-16,6-4-20 0,3 6-15 0,-1 0-23 16,9 4-18-16,-1-2-17 0,3-5-24 0,-1 11-16 0,2-5-12 15,1 6-14-15,5 1-9 0,-2 0-13 16,-4-1-10-16,-2 1-6 0,-7 1-12 0,7 3-10 15,-8 2-4-15,-3-6-11 0,-2 7-11 0,0-4 3 0,-2-3-15 16,-5 2-5-16,0 4 1 0,-7-6-8 0,-5 3-6 16,-2 2-16-16,-1 0-12 0,-2-1-21 15,-9 1-30-15,2 1-38 0,-5-4-48 0,1 5-50 16,8-6-46-16,-8 1-240 0,-1 2-545 0,8 0 241 0</inkml:trace>
  <inkml:trace contextRef="#ctx0" brushRef="#br0" timeOffset="-200759.11">31078 17649 270 0,'7'-6'304'0,"-4"1"-7"0,2 1-17 0,2 1-18 0,0-2-23 15,1 4-23-15,-2-2-17 0,-6 3-27 0,9-8-17 16,-9 8-21-16,15 8-12 0,-7-5-10 0,-1-2-15 16,-1 4-8-16,-1 2-8 0,-2 4-13 0,4-2-18 15,-7 1-13-15,7 2-16 0,-7 0-11 0,5-1-10 16,-10 1-16-16,10 2-13 0,-10-2-14 0,5-2-8 16,-7 2-4-16,7-2-10 0,-7 1-11 0,6 0-3 15,-6-2 3-15,7-4 2 0,-6 3 5 0,4-5 14 16,-3 1 1-16,5-4 5 0,0 0 8 0,-8 5 2 15,8-5 6-15,0 0 4 0,0 0-1 0,0 0 8 16,5-20 2-16,-2 15 4 0,2-3 1 0,2 0 13 16,1-2 7-16,0 1 15 0,-1 1 15 0,6-2 14 0,-5 1 11 15,0 5 13-15,7-4 10 0,-8 2 5 0,5 1 4 16,-9 0-6-16,8 3-8 0,-2-3-5 16,-1 4-4-16,-8 1-8 0,17 1-2 0,-9 3-7 15,3-3-6-15,-2 1-6 0,-1 3-2 0,4-1-2 0,-4 2-2 16,10 3-3-16,-10-5-7 0,4 4-3 0,-2-2 1 15,0-4-2-15,8 6-1 0,-3-1-4 0,0-5-3 16,0 1 0-16,0 0-10 0,1-3-3 0,-1 0-4 16,5-4 1-16,-7 2-4 0,-5 0 0 0,6-3 4 15,-4-2 1-15,-5 2-1 0,1-3 1 0,1 1 1 16,-6-4-3-16,1 4 1 0,1-2-1 0,-6-2 0 16,3 2 1-16,-5 0 0 0,-5-3 1 0,4-1-2 15,-6 6-2-15,-1-3 2 0,-2 1-7 0,-5 1-10 16,5 7-15-16,-1-2-22 0,-4 0-29 0,5 3-36 15,-3 0-40-15,6 0-48 0,-6 3-55 0,3 0-143 16,-3-2-444-16,8-1 196 0</inkml:trace>
  <inkml:trace contextRef="#ctx0" brushRef="#br0" timeOffset="-199242.99">31674 17320 150 0,'5'-7'330'0,"-5"7"-24"0,0 0-22 16,4-3-29-16,-4 3-28 0,0 0-28 0,0 0-13 0,0 0-21 15,3 18-17-15,-3-15-13 0,-3 6-12 0,3 6-12 16,0-3-10-16,0 6-13 0,-4-2-8 15,-1 1-6-15,5 1-10 0,-1 1-4 0,-4 2-9 16,5-1-4-16,-4 0-5 0,-1-3-2 0,5 0-5 0,-3 1-2 16,-2-2-6-16,5-2-3 0,0-5-1 0,0-2-2 15,0 4 3-15,0-5-3 0,0 1 0 0,0-7 2 16,0 12-5-16,5-10-3 0,-5-2-2 0,0 0-4 16,0 0 2-16,0 0-5 0,0 0 1 0,23-12-4 15,-16 9 1-15,0-3 1 0,2 1-5 0,1 1 3 16,2-5 4-16,-2 6-5 0,3-3-1 0,-1 1-2 15,-4 4 1-15,4-2 5 0,-2-3-9 0,1 6 2 16,-3-2 3-16,4-1-3 0,-2 3 1 0,3 3 1 16,-5-1-2-16,7 4 1 0,0-2-2 0,-3 3-2 15,-2 0 4-15,-4 3-1 0,6-2-1 0,-4 1-2 16,-1 3 1-16,-2-4 2 0,-2 2 3 0,4 4-6 16,-6-6 1-16,-1 2 0 0,4 2-1 0,-8-3 2 15,3-1 1-15,-4 3 3 0,0-5-2 0,0 2-3 16,-2-3 0-16,-1 2 4 0,-4-5 0 0,4 3-1 15,-5-3-2-15,5-1 5 0,-7 2 1 0,0-3 5 16,0-3-10-16,2 3 6 0,-2-1-3 0,3-1 1 16,2-4-1-16,-1 3 2 0,1-5-2 0,5 6 2 15,-2-4-8-15,2-1-3 0,5 2-8 0,2-6-3 0,1 0-4 16,0 1-3-16,6-4 0 0,1-1 5 16,1-2-5-16,2 3-2 0,4-9-1 0,5-2-7 15,1-2-11-15,-5 6-6 0,-2-6-5 0,8-14 3 0,-6 14 2 16,2 2 8-16,-7 1 3 0,0 1 7 0,0-2 12 15,-3 2 20-15,-3 8 15 0,1 0 12 0,-1 3 11 16,-2 4 7-16,0 0 8 0,-4-1-4 0,1 3-3 16,0 2-10-16,-2 4-3 0,1-7-4 0,-1 7-1 15,0 0-5-15,0 0-1 0,0 0-3 0,-10 26 0 16,5-14-2-16,2 4 3 0,-2 3-1 0,2 0-4 16,3 0 0-16,-5 5-4 0,5 7 2 0,-2-8-2 15,2 1-4-15,0 2 3 0,0-6 0 0,0 0 0 16,4 3 0-16,-1-4-2 0,0 7-1 0,-1-10 1 15,4 1-1-15,-1 2-4 0,4-5 2 0,-1 1-22 16,0-2-11-16,-1-5-2 0,1-1-7 0,4 1-2 16,1 0-3-16,-3-4-13 0,5-2-15 0,-5 0 1 15,1-3-5-15,-1 1 4 0,4-1 6 0,-1-1 5 16,-3-2 3-16,3-3 9 0,-6 3 4 0,1-5 7 16,2 1-1-16,-5 1 4 0,1-2 8 0,1-3 9 15,0 3 15-15,-6 0 10 0,6-7 11 0,-7 5 12 16,2-1 16-16,-2 1 2 0,0 3-2 0,-2 0 0 15,2 2-6-15,-7 0-4 0,6 0-4 0,1 6-1 0,-14-5-4 16,14 5-4-16,-11 2-2 0,11-2-1 0,-10 7-3 16,8-1 4-16,-1-1-8 0,0 2 2 15,3 4-2-15,0-3 0 0,3-1-2 0,-3 5-1 16,5-4-3-16,0-1-7 0,0 3-5 0,0-3-4 0,1-6-1 16,1 5-4-16,0 0-5 0,3-3 1 0,-4 1 1 15,6-4 1-15,-12 0-2 0,16-2 1 0,-4-3 5 16,-2 2 1-16,-2-3-1 0,0 2 2 15,1-4 0-15,4-3 3 0,-3-1 0 0,1 0 1 0,-1 5 2 16,-5-2 2-16,7-5 1 0,-4 2 2 0,0 4 10 16,2-4 2-16,-1-2 24 0,4 4 9 0,-11 0 5 15,4 3 9-15,2 2-2 0,-4 0-8 0,-1-2-8 16,4 3-2-16,-7 4-2 0,3-6-11 0,-3 6-1 16,0 0-4-16,0 0 2 0,0 0-5 0,0 18 1 15,0-12-4-15,0 2 1 0,-3 1-4 0,3 1-4 16,0 0 3-16,-4 2-1 0,1 0 5 0,3-2-8 15,0 2 2-15,0-4-4 0,0 4 1 0,0-1 2 16,0-7-5-16,0 7 2 0,0-8 0 0,0 6 0 16,0-9 1-16,0 9 3 0,0-9 2 0,0 0-1 15,3 3-5-15,-3-3 0 0,0 0 1 0,12-1-2 16,-12 1-2-16,0 0 3 0,15-7-2 0,-9 4-3 16,-6 3 3-16,14-7 4 0,-9 2-6 0,5 4-3 15,-2-2 6-15,-2 0-4 0,1-2 2 0,1 5-2 16,-1-3 2-16,1 2-2 0,-8 1-3 0,15-8 7 15,-7 7-4-15,-8 1 3 0,15-2 3 0,-8 2 6 16,5-1 11-16,-4-2 8 0,-8 3-8 0,15 0 4 16,-15 0-3-16,13-1 4 0,-13 1 5 0,10 0 3 0,-10 0 1 15,0 0 1-15,15-2 8 0,-15 2 0 16,0 0 1-16,8 0-4 0,-8 0 2 0,0 0 3 16,0 0 4-16,0 0 0 0,12-1-7 0,-12 1-3 0,0 0-4 15,0 0-8-15,0 0-2 0,0 0-8 0,0 0-5 16,0 0 3-16,10 3-2 0,-10-3 2 0,1 4-6 15,-1-4 1-15,5 12-1 0,0-9-9 0,-2 2 1 16,-1-2-2-16,3 2 5 0,-3 3-1 0,-2-8 0 16,3 12-4-16,-1-10 3 0,-1 6 1 0,4-1 3 15,-1-3-4-15,1 2-1 0,-2-3 2 0,-3-3 1 16,12 6 1-16,-11-5-6 0,-1-1 3 0,15 0 7 16,-15 0-10-16,17-1 4 0,-17 1 11 0,15-6-14 15,-9 5 1-15,4-1 0 0,-5-3 3 0,2 0-13 16,-1 0 6-16,1 2 5 0,1 0 0 0,-1-3-7 15,1 5 4-15,-3-4-4 0,-5 5-41 0,12-3-34 16,-7 0-51-16,-5 3-54 0,0 0-67 0,13-3-77 16,-13 3-297-16,0 0-674 0,13-3 298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10:04:13.3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2588 2055 154 0,'0'0'236'0,"0"0"1"0,0 0 0 0,0 0 3 16,0 0-9-16,0 0 3 0,0 0-5 0,4 4-3 16,-4-4-1-16,0 0 3 0,0 0-5 0,0 0-6 15,0 0-19-15,0 0-6 0,0 0-26 0,0 0-13 16,0 0-9-16,0 0-11 0,-7-17-15 0,7 7-7 15,0 10-8-15,-3-15 2 0,3 8-9 0,-5 0-7 16,1-3-5-16,3-5-7 0,-1 0-6 0,-1 2 10 16,3-3-9-16,0-4-15 0,-5 3 2 0,2-2-7 15,3-6-9-15,0 1-4 0,-2 2-7 0,2-3 3 16,0 4-6-16,2 5-6 0,1-6 3 0,-3 3-10 16,5 1-7-16,-5 0 3 0,10 3-2 0,-5 0-2 15,0 0-3-15,3 2 0 0,-5 2 0 0,1 2-1 16,4-2-5-16,-2 4 1 0,-4 4-1 0,5-3-1 0,-1-2-4 15,1 5 1-15,1 2-5 0,1-2 3 0,2 3-3 16,-11 0 2-16,17 2-3 0,-9 0 0 16,-1 5 3-16,6-3-6 0,-5 2-3 0,0-3 1 0,-1 3-5 15,3 6-4-15,0-4 8 0,-4-1 0 0,-1 2 0 16,5 2 1-16,-5-3 1 0,0 4-5 0,2 2 8 16,-5-2-3-16,-1 0 2 0,4-3 0 0,-5 0 2 15,0 3 2-15,0-3 0 0,0 0 0 0,-1 1 6 16,-4 2 4-16,3-2-6 0,-5 2 2 0,-1-2-3 15,0 5 4-15,-1-3 4 0,-4 5-7 0,0-4 5 16,-4-1 2-16,3 3-2 0,-6 1-2 0,5-2 2 16,-7 4-1-16,6 0 2 0,-7 0-1 0,8-3-1 15,-7 3-3-15,7-3 3 0,0 1-4 0,0-1-1 16,1 5 7-16,-1-2 4 0,5-3-8 0,-2-2-3 16,7 1 6-16,-3 4-2 0,3-9 10 0,3 3-10 15,2 0-1-15,5-1 2 0,0 1 6 0,12-4-1 16,-1 1-2-16,6-1 2 0,3 1 1 0,4-3-2 0,5-3 1 15,-3-2 1-15,0-1 0 0,4 0-6 0,3 0 5 16,-10-1 0-16,2-2-3 0,0-3 6 16,-10 3 3-16,-2-6-8 0,2 2 6 0,-5-1 6 0,1 1-4 15,-4-4 8-15,-2 3 4 0,-3 0 5 0,-4-3-4 16,2 0-1-16,-9-1-3 0,3-1 1 0,-2 6-5 16,-9-8 1-16,-1 4-7 0,1-4 4 0,-3 3 5 15,0 2-13-15,0-1-2 0,-1 4 3 0,1-2-3 16,-3 1-4-16,8 2 3 0,-7 2-3 0,4 2-1 15,1-3-11-15,1 4-19 0,1-2-40 0,0 3-36 16,10 0-38-16,-8-5-33 0,8 5-35 0,-20 0-27 16,20 0-32-16,-8 5-26 0,8-5-6 0,0 0-8 15,0 0-206-15,0 0-562 0,0 0 250 0</inkml:trace>
  <inkml:trace contextRef="#ctx0" brushRef="#br0" timeOffset="250.88">3096 1971 253 0,'0'0'256'16,"0"0"-5"-16,9 3-6 0,-9-3 0 0,8 4-2 0,-8-4-5 16,0 0-8-16,10 3-16 0,-3 1-5 0,-7-4-14 15,23 0-16-15,-5 0-16 0,0 0-15 16,2 0-21-16,7-5-5 0,-1-1-16 0,0 3-11 0,4 0-8 15,5-2-12-15,-5 3-14 0,-2-1-39 0,-5-1-41 16,-6 1-49-16,4-1-37 0,-1-1-41 0,-3 4-43 16,4-4-36-16,-8 3-31 0,2-5-204 0,-5 4-497 15,0 2 219-15</inkml:trace>
  <inkml:trace contextRef="#ctx0" brushRef="#br0" timeOffset="617.54">3944 1726 75 0,'3'10'211'0,"-3"-10"-22"15,2 9-13-15,-2-1-12 0,0-3-1 0,-2 1-4 16,2 5 0-16,2-1-4 0,-2 0-7 0,2 2-14 16,-2-3-12-16,0 9-9 0,3-6-14 0,-2 7-7 15,1-6-10-15,1 5-9 0,1-2-8 0,1 3-4 16,-4-6-5-16,1 5-7 0,1 0-3 0,-3-3-5 16,5 0-4-16,-5-1-7 0,0-3-22 0,0 1-12 15,4-4-16-15,-4 1-8 0,0-2-7 0,0 0 2 16,0-7-6-16,-4 5-13 0,4-5-4 0,0 0-23 15,0 0-22-15,0 0-13 0,0 0-10 0,0 0-15 16,-11-16-5-16,6 7 2 0,1 2-3 0,1-13 10 16,0 5-85-16,-2-3-238 0,0 1 105 0</inkml:trace>
  <inkml:trace contextRef="#ctx0" brushRef="#br0" timeOffset="883.9">3939 1803 213 0,'3'-28'12'0,"-3"2"26"16,2-1 23-16,-4 3 23 0,4 3 18 0,1 4 17 0,-1 1 23 15,0-2 7-15,1 3 3 0,-3 3 3 0,1-3-5 16,-1 3-1-16,0 3-3 0,0-4-4 15,2 5-2-15,-4-1-6 0,2 1-1 0,2 4-6 16,-2 4-8-16,3-11-13 0,-3 7-16 0,4-5-7 0,-4 9-8 16,11-3-8-16,-2 0-12 0,2 0-1 0,-1 1-7 15,0 2-5-15,7 0-6 0,-4 3 0 0,2 2-6 16,1-2-3-16,-2 5-4 0,5-3 0 16,-2 2-2-16,0 0-1 0,-3 2-4 0,3 0-2 0,-7 0 0 15,0 3 0-15,-4-4-1 0,1-1-5 0,0 5 1 16,-1-3 3-16,-4 6-2 0,-2-3-1 0,-8 3 0 15,-1 1 1-15,-2-1-6 0,-4-1 1 16,0 1 3-16,-3 5-8 0,-4-3-8 0,-1 0-24 0,2 5-21 16,1-8-26-16,-8 6-25 0,8-2-29 0,-2-4-32 15,7 1-38-15,0-3-31 0,4-1-174 0,-2 1-442 16,4-5 196-16</inkml:trace>
  <inkml:trace contextRef="#ctx0" brushRef="#br0" timeOffset="1383.28">4383 1919 11 0,'0'0'185'0,"0"0"-9"0,-22 8-15 15,22-1-7-15,-5 0-15 0,3 2 2 0,2-1-8 16,0 2-2-16,-3 0-3 0,3 0-6 0,0 0 2 16,0 0-9-16,3-1-8 0,-3 5-6 0,2-2-8 15,5 1-7-15,-2 5-5 0,-4-10-8 0,6 0-7 16,0 3-8-16,-1-6-6 0,2 1-2 0,-1 2-7 16,-5-4 0-16,6 2-5 0,-1-4-4 0,-1 2-5 0,7-4 2 15,-13 0-5-15,22 0 0 0,-12-3-4 0,1 2 6 16,-1-1-8-16,-1-4-3 0,-1 2 0 15,2-4 4-15,0 5-1 0,3-9 1 0,-1 0 9 16,-6 6 5-16,1-2 6 0,0-1 5 0,-1-1-2 0,1 1 4 16,-4-3-5-16,0 5 7 0,1-2 4 0,1-2 3 15,-2 4 3-15,-3-1-3 0,2 4 8 0,-2-4-6 16,0 8-5-16,3-9-5 0,-3 9 4 16,2-7-18-16,-2 7-10 0,0 0-1 0,0 0-2 0,0 0-6 15,0 0 2-15,0 0-4 0,0 0 3 0,0 0-7 16,-4 27 0-16,4-18-4 0,-1 1-13 0,2 5-9 15,-2-6-20-15,1 7-17 0,0-8-16 0,-2 4-5 16,2 3-20-16,0-6-17 0,2 5-12 0,-2-7-16 16,1 5-9-16,1-4-11 0,0-1-9 0,3-1-16 15,-4 0-27-15,-1-6-13 0,12 6-135 0,-9-3-388 16,-3-3 172-16</inkml:trace>
  <inkml:trace contextRef="#ctx0" brushRef="#br0" timeOffset="2000.5">4831 1917 71 0,'0'0'189'0,"0"0"-21"0,0 0-10 0,0 0-12 15,17-3-14-15,-17 3-3 0,6 0-4 0,-6 0-3 16,20 0-7-16,-12 0-4 0,-8 0-11 0,19 5-5 15,-8-4-11-15,-1-1-2 0,3 4-12 0,-4-1-6 16,4 2-4-16,-5-2-9 0,4-2 0 0,-2 4-10 16,-2 1-4-16,0 0 0 0,-1-5-8 0,-1 4-2 15,3-2 1-15,-3 1-5 0,-4 0 2 0,3 0-4 16,-5-4-2-16,3 7-2 0,-3-7-3 0,0 8 3 16,-3-2 0-16,3-6-1 0,-7 8 0 0,1-4-3 15,-3-1-1-15,1 0 1 0,-3 0 3 0,2 3-6 0,-1-6-1 16,2 2 7-16,8-2-2 0,-18 1 0 15,13 2 0-15,5-3 3 0,-12 3-2 0,12-3 2 16,-6 1-6-16,6-1 8 0,-7 8-9 0,7-8-1 16,0 0-6-16,-2 7 3 0,2-7 1 0,0 0 2 0,10 5 0 15,-3-1-5-15,3-1 6 0,0 5-1 0,3 1 1 16,-3-6-3-16,7 3 0 0,2 5 3 16,-4-2-1-16,7-2 4 0,-1 2 4 0,-4 2 0 15,4 1 5-15,-6 1 0 0,12 2-2 0,-11-3 5 0,-1 2-4 16,2-2 1-16,-2 4-2 0,-2-1-2 0,4 4 8 15,-6 1-2-15,-1-5 0 0,-3 0 5 0,-1 1 6 16,-1 4 14-16,-3-2 4 0,-2-2 5 16,-2 4 6-16,-8-4 9 0,0-1 0 0,-3 2-2 0,-2-2 14 15,-3 0-7-15,-7 2 2 0,0-4-5 0,4 2-10 16,-7-6 7-16,3 3 3 0,5-5 14 0,-10 1-1 16,9-5 6-16,4-3 1 0,-4 0-8 0,-1-3-7 15,4 0-4-15,0-4-8 0,1-4-11 0,1 2-7 16,6-6-5-16,0 1-5 0,1-2-9 0,6-2-7 15,3-7-24-15,5-2-16 0,2 1-34 0,8 0-39 16,6-14-40-16,-3 2-38 0,4 2-31 0,-2 9-29 16,8-7-24-16,3 7-15 0,-9 3-20 0,1 0 23 15,-1 8-12-15,1-2-204 0,-10 2-518 0,2 6 230 16</inkml:trace>
  <inkml:trace contextRef="#ctx0" brushRef="#br0" timeOffset="2683.85">5275 1880 46 0,'0'0'232'16,"0"0"-11"-16,0 0-19 0,0 0-22 0,0 0-13 16,0 0-15-16,0 0-15 0,11 17-6 0,-6-15-5 15,-5-2-3-15,13 1-5 0,-13-1-8 0,14 4-7 0,-3-3-7 16,1 1-12-16,-6-1-4 0,3 2-8 0,2 0-10 16,1 2-3-16,-7-1-10 0,5-3-1 15,0 6-5-15,0-4-5 0,-4 2-5 0,-4-2 0 16,5 2-3-16,-6-1-3 0,-1-4 0 0,7 8-4 0,-7-5-1 15,0-3-1-15,0 12-3 0,-2-6-2 0,-4 0 1 16,6-2-1-16,-7 3-3 0,-1-3-3 0,4 3-1 16,-2 0 1-16,-4-5-2 0,5 3 1 0,0 1-1 15,0-2-1-15,-5 1 4 0,3 1-8 0,2 0 2 16,4-3-3-16,1-3 2 0,-7 4-2 0,5 4-2 16,1-2 2-16,1-6 4 0,1 9-2 0,4-6 5 15,-1 1-1-15,2 1 7 0,1 2-1 0,3 0-2 16,-5 0 3-16,5 1-2 0,3 4 1 0,9-5-2 15,-8 2 0-15,1 6 1 0,2-6 5 0,1 5 12 16,-8-2-7-16,12 1-4 0,-6 2 0 0,-1 0 15 16,-3 0-13-16,1 0-3 0,-2 3 7 0,1-5 2 15,3 7 1-15,-7 1 3 0,0-7-3 0,-1 5 3 16,-2-3 4-16,0 3 4 0,-2-3 11 0,-3 0-3 16,0-2 10-16,0-2 11 0,-3 4-2 0,-5-4 15 15,-1-1 6-15,-7 3 0 0,3-4 2 0,-4-4-6 16,-1 3-4-16,-2 0 0 0,-6-3-4 0,4-3 2 15,-3 3-5-15,5-6 3 0,-1 0-3 0,-1 0-4 16,6-5-10-16,-4 2-5 0,3-1-5 0,2-5-6 16,6 2-4-16,-3-4-4 0,4 1-2 0,4-4-15 15,-2 1-21-15,6-1-26 0,1-4-22 0,4-2-27 16,4 7-32-16,2-11-24 0,11 3-30 0,-4 0-25 16,2 2-28-16,1-4-3 0,7 0-17 0,-6 4 1 15,3-1-12-15,1 4-14 0,-11 2-17 0,8 4-187 0,-6-4-506 16,-4 6 225-16</inkml:trace>
  <inkml:trace contextRef="#ctx0" brushRef="#br0" timeOffset="3200.29">5688 2157 77 0,'0'0'167'15,"4"7"8"-15,-3 0-15 0,-1-7-7 0,0 0-2 16,2 4-1-16,-2-4-9 0,8 1 2 0,-8-1-3 16,0 0 0-16,17-1-11 0,-17 1-5 15,11-3-3-15,-4-3-7 0,3 0-6 0,-3 1-7 0,4-2-6 16,-2-1-1-16,-3-2-11 0,2-2-1 0,-1 3-7 16,6-3-10-16,-9-3-3 0,7 0-8 0,-3 0 1 15,-1-12-10-15,-5 12-4 0,3-5 6 0,-4 0-17 16,-1-8-4-16,0 3-2 0,0-2-1 0,0 2-5 15,-6-2-2-15,4 1-1 0,-3 5-4 0,3 0 3 16,-6-1-6-16,3 4 0 0,-1 2-2 0,2 3-1 16,-2 3-1-16,-1-1 0 0,0 3-2 0,6 0-4 15,-6 3-2-15,1-1 4 0,-1 5-1 0,7 1-4 16,-13-2-1-16,13 2 1 0,-10 6 1 0,0-3 1 16,6 5 1-16,-4 0-1 0,2 8 2 0,-3-6 0 15,9 2-1-15,-5 3 1 0,2 5 1 0,-2-5-3 16,2 6 2-16,-2 4 9 0,1-5-7 0,1-3 0 15,6 9 1-15,-6-5-2 0,0 0 1 0,5-1 4 16,-2-1-1-16,0-1-1 0,4 4 1 0,-4-2-2 16,4-4 2-16,-3 2 0 0,3-6 2 0,4 7-4 15,-6-7 4-15,4 4-2 0,-4-9 2 0,5 5-3 16,-1-1 2-16,-1-2-5 0,-2-2-1 0,4 1-3 16,0-1-7-16,3 0-14 0,1-5-18 0,-2-2-21 15,-1 5-20-15,5-2-23 0,-5-1-29 0,1-1-33 16,-9-1-20-16,21-1-29 0,-8 1-163 0,-4 0-412 15,2-2 183-15</inkml:trace>
  <inkml:trace contextRef="#ctx0" brushRef="#br0" timeOffset="3934.11">5834 2176 71 0,'0'0'206'0,"0"0"-14"0,0 0-9 0,0 0-8 16,0 0-9-16,0 0-5 0,0 0-5 0,0 0-5 15,0 0-10-15,0 0-9 0,0 0-9 0,13-2-9 16,-13 2-11-16,0 0-1 0,22-2-16 0,-14 1-14 16,7 1-4-16,-5-4-4 0,8 1-10 0,-3 2-3 15,2-5-5-15,-1 0-3 0,-1 0-4 0,0 0-6 16,2 0 1-16,1-2-5 0,-7 1-3 0,4 1-3 16,-5-1 9-16,-5-1-12 0,2-3 2 0,-2 7 1 15,0-7 7-15,-5-1 1 0,1 5-1 0,-2 4 9 16,1 3 1-16,-5-14-1 0,-5 8 12 0,3 2-6 15,-6 1 3-15,1 3 5 0,1-5-5 0,-7 5-3 16,-1 5-2-16,1-3-6 0,3 2 2 0,-3 3-3 0,6-2-6 16,-1 6-5-16,5-6 0 0,-2 1-4 0,0 6-5 15,5-4-1-15,3-4-5 0,2 11-14 16,0-7-21-16,7 1-20 0,0-2-20 0,3 4-25 16,4-2-29-16,3 1-35 0,3-1-40 0,1-6-36 0,8 2-33 15,-1-3-162-15,3-1-461 0,1-1 205 0</inkml:trace>
  <inkml:trace contextRef="#ctx0" brushRef="#br0" timeOffset="4299.63">6819 1621 20 0,'5'-8'325'0,"0"5"-17"16,1-4-21-16,-1 6-20 0,-5 1-19 0,9-4-23 15,-9 4-25-15,0 0-21 0,0 0-16 0,0 0-15 16,0 0 2-16,1 16 0 0,-1-4 2 0,0 3-1 15,7 3-19-15,-7-2-12 0,0 10-14 0,5 3-8 16,-5-4-16-16,2 2 0 0,-2 2-8 0,0 2-12 16,1-3-4-16,-1 2-1 0,0-3-9 0,0 4-5 15,7-8-29-15,-7-3-21 0,0 1-22 0,0-6-28 16,0 3-30-16,0-2-29 0,0-5-32 0,5-2-25 16,-4 3-27-16,-1-5 2 0,5-4-2 0,-3 4-36 15,-2-7-181-15,0 0-451 0,0 0 200 0</inkml:trace>
  <inkml:trace contextRef="#ctx0" brushRef="#br0" timeOffset="4599.68">6835 1483 233 0,'0'-9'252'0,"0"2"-5"16,-1-1-14-16,2 1-18 0,-1-1-16 0,5-1-20 15,5 2-9-15,4 4-12 0,5-5-12 0,5 4-6 16,-3-1-6-16,9 5-6 0,-4 0-13 0,8 4-8 16,-13 0-7-16,7-1-13 0,-1 5-9 0,1 0-3 15,-12 4-8-15,4-1-9 0,-5 0 8 0,0 2-18 0,-7 2-4 16,-1 1-5-16,0-1-4 0,-1 5-4 16,-12-4-3-16,6-1-4 0,-7 5 0 0,-6-2-2 15,-2 3-10-15,-2-2-12 0,-3-1-14 0,-3 1-18 16,0-2-26-16,-3 0-20 0,-6 0-24 0,2-4-27 0,5 4-16 15,-1-7-33-15,9 0-24 0,-2 4-16 16,4-8-172-16,-2 3-422 0,4 1 187 0</inkml:trace>
  <inkml:trace contextRef="#ctx0" brushRef="#br0" timeOffset="5199.6">7102 2017 23 0,'0'0'205'0,"0"0"-14"16,0 0-9-16,0 0-19 0,0 0-10 0,12 5-12 16,-12-5-5-16,0 0-4 0,23-6 1 0,-15 5-8 15,5 1-6-15,2-2-7 0,0-1-10 0,7 1-3 16,-6 2-8-16,6-1-8 0,-3 1-6 0,0-3-3 15,-4 2-12-15,3 1-5 0,-7 0-6 0,3 0-9 16,-14 0-4-16,21 0-2 0,-13 1-7 0,-1 2 1 16,-7-3-4-16,0 0-1 0,12 3-6 0,-12-3 1 15,0 0-3-15,0 7-2 0,0 0 1 0,0-7-2 16,-10 8-1-16,6 2-2 0,-4-1-4 0,1-5 7 16,2 0-6-16,-1 4-1 0,1-1-2 0,-2-2 0 15,1-2-2-15,1 0 3 0,1 2-1 0,4-5-1 16,-3 7-2-16,3-7 4 0,0 0-4 0,-8 6-2 15,8-6-2-15,0 0 1 0,0 0 2 0,0 0 2 16,0 0-6-16,0 0 1 0,28-5 2 0,-28 5-1 16,16-1 0-16,-9 0-2 0,5-5 2 0,-2 2 0 15,-4 3-3-15,-6 1 2 0,20 5-2 0,-12-9 0 16,-8 4 1-16,17 4 1 0,-9-3-1 0,0-1 0 16,1 5 1-16,1-3-1 0,0 1 2 0,-4 1 0 15,4-3-1-15,-3 3 5 0,3-1 1 0,1 2 3 16,4 1-3-16,-2-2 6 0,1-2 5 0,1 1 0 15,-4 0 2-15,-1-2 1 0,0-1 2 0,-10 0 2 0,22-1 0 16,-9-2 5-16,-3 0 3 0,1 3 10 0,-1-6-4 16,2 2 6-16,-4-3 6 0,0 4 1 15,-1-2 3-15,-4-2-3 0,2-1-2 0,-3 0-3 16,0 0-6-16,-2-2-6 0,-2 2 0 0,0 3-6 0,-4-6-6 16,1 0-3-16,-5-1-4 0,0 3-4 0,-2-2-17 15,2 4-3-15,-5-2-34 0,2 2-23 0,0 4-32 16,-2-2-34-16,0 2-39 0,5 1-31 15,-1-1-37-15,-4 3-212 0,6 0-490 0,9 0 216 0</inkml:trace>
  <inkml:trace contextRef="#ctx0" brushRef="#br0" timeOffset="6666.39">7903 1496 54 0,'0'-7'221'0,"0"7"-23"0,0 0-21 15,0 0-15-15,0 0-19 0,0 0-14 0,0 0-10 16,0 0-14-16,-7 21-3 0,6-10-8 0,-1 4-6 16,2-6-3-16,-5 8 8 0,5-3-12 0,0 6-10 15,-2-6-1-15,2 2-5 0,-4 2-10 0,8-2-5 16,-2 7-1-16,-2-7-3 0,0 3-6 0,0-9-6 15,5 3 0-15,-5 1-6 0,0-5-2 0,2 2-8 16,-2-2 2-16,1-1 0 0,-2 4-1 0,2-5-2 16,-1-2-3-16,5 1 1 0,-5 2-1 0,0-8 0 15,7 9-2-15,-7-6 1 0,0-3-1 0,8 4 2 16,-8 4-5-16,7-5-1 0,-7-3-4 0,13 6 6 16,-3 0-4-16,-2-5-4 0,4 6-2 0,-2 0 3 15,3-1 1-15,4 1 1 0,-2 3-1 0,1-3 1 16,-3 5-1-16,1-3-5 0,2 6 4 0,-3-3-1 15,1 0 2-15,-4 0 2 0,-1 3 0 0,3 0-2 16,-5-2-2-16,1 7-3 0,-1-10 5 0,-6 5 4 16,3-6-4-16,-1 4 4 0,-3-3 1 0,-7-3 2 15,6 8 5-15,-6-7-2 0,-3-4 3 0,2 7 1 16,-4-5-2-16,-1 0-1 0,-2-5 0 0,5 2-3 16,-5 2-1-16,2-5 3 0,3-1-3 0,10 1 2 0,-18-4-3 15,8 1-1-15,5-1-4 0,-3-4 3 0,-1 1-4 16,9-1-1-16,5-4-3 0,-3-1-2 15,1-1 3-15,4-2-3 0,5-4 2 0,2 0-4 16,3-5-9-16,0 1-11 0,2-3-10 0,5 2-9 0,0-11-5 16,5 0-8-16,-3 3 2 0,-3-3-2 0,-1 11 6 15,1-12-5-15,-3 12 13 0,-2 4 0 0,-2-3 6 16,1 9 2-16,-10 0 23 0,3 0 2 16,-9 5 3-16,6-1 2 0,-1 5 0 0,-6 1-2 0,2 0 0 15,1-2-5-15,-3 7 1 0,0 0 2 0,0 0 1 16,-5-7 2-16,5 7-1 0,0 0 13 0,0 0-6 15,-14 18 5-15,12-10-4 0,-5 4 2 0,2-1 2 16,4 1 3-16,-1 7-5 0,-3-4 2 0,3 2-2 16,2 0-1-16,-1 3 1 0,-6-1-1 0,7-1 1 15,-5 4-2-15,8 2 3 0,-1-4-2 0,-2-1 3 16,0 4-3-16,0-4-1 0,2 7-5 0,4-6 7 16,1-1-1-16,0-3-2 0,-6 4 1 0,9-5 2 15,3 0 0-15,-11-3-1 0,8-5 3 0,0 7 6 16,-2-8-6-16,4-2 5 0,3 4-2 0,1-1-4 15,1-3 2-15,-2-4 3 0,0 0-3 0,6 0-1 16,-1-4-2-16,-3 0 3 0,2-2 0 0,3 1-1 16,-5 1-3-16,-3-2 3 0,1-1-1 0,5-3 1 15,-5 3-2-15,-5 4 8 0,2-3 3 0,-2-2 7 16,-4 1 9-16,-1 3 9 0,-2-3-10 0,-1 3-4 16,-2 4-4-16,3-8 1 0,-3 8-6 0,0 0-3 15,-11-8 0-15,4 6-2 0,7 2-1 0,-21 0-2 16,11 3-4-16,-5 0 4 0,2 3 0 0,-2 0-2 15,-2 3-2-15,2-1 1 0,2 2 0 0,0-1-6 16,3 0 1-16,3 2 0 0,1-2-1 0,6-2 1 0,-9 2-2 16,9 2 2-16,0-4 0 0,0 4 1 15,0-4-1-15,9-1 7 0,-6-3-8 0,7 5 1 16,-2-3 0-16,2-2 4 0,2-1-3 0,3-2 0 16,4 0 3-16,-4-2-3 0,2-5 1 0,3 4 1 0,1-3 3 15,-3 0-6-15,-1-2 2 0,3 1 1 0,-4-2 0 16,4-2-2-16,-5-1-2 0,2 5 3 15,-4-3 3-15,-5-3 2 0,-1 6 2 0,-1 0 3 0,3-1-1 16,-3 2 0-16,-4 0 3 0,5 1 6 0,-7 5-9 16,6-9-4-16,-6 6 0 0,0 3-4 0,0 0-1 15,0 0-2-15,0 0 1 0,0 0 1 0,0 0 0 16,0 0 0-16,0 0 0 0,-6 17-2 0,-1-9 1 16,5 2-2-16,2-1 3 0,-6-2-1 0,6 4-4 15,0 0 4-15,0-4-4 0,0 5 4 0,0-4-2 16,1-1 3-16,4 4-3 0,-3-6 3 0,5 0 1 15,-6-1 2-15,4-2 4 0,2 4 0 0,-7-6-3 16,10 2-1-16,5-4 3 0,-10-4-2 0,3 6-1 16,5-6 1-16,-6 3-3 0,3-4 1 0,1-3-1 15,-1 6 0-15,2-4-3 0,-2-2 2 0,-2 2-2 16,-1 1 4-16,-1-5-2 0,3 4 1 0,-1 1 14 16,-3 2-7-16,1 1 2 0,-2-2-6 0,-1 0 7 15,-3 6-10-15,3-4-1 0,-1 0-2 0,-2 4 0 16,0 0-3-16,0 0 1 0,0 0 2 0,0 0 1 15,0 0-3-15,0 15 2 0,0-15 1 0,0 14-2 16,0-8 0-16,3 1 2 0,-3 0-2 0,2 2 1 16,-2-5-1-16,2 5 2 0,4-3 9 0,-6-6 5 15,5 9 6-15,2-5 10 0,-2-2 16 0,-5-2-15 16,13 1 3-16,-1 3 2 0,-2-4-2 0,-10 0 9 16,21-4 5-16,-8 3 9 0,-1-2-2 0,4-1-1 15,-4-3-1-15,8-5-6 0,-4 8-6 0,-1-2 1 16,2-6 13-16,-4 3 11 0,7-3-4 0,-5 0-4 15,-7 3-13-15,7-1 9 0,-3 3-9 0,-2-5-4 0,-1 4-4 16,1 0-2-16,-3-1-10 0,3 2-6 16,-5 0 1-16,-2 4 10 0,4 2-22 0,-2-3-15 15,-5 4-35-15,0 0-16 0,8-2-8 0,-8 2-10 16,0 0-21-16,0 0-24 0,3 17-33 0,-6-12-28 0,3 6-35 16,0-2-33-16,-3-2-26 0,1 5-22 0,-1-2-172 15,-2 3-506-15,-2-4 224 0</inkml:trace>
  <inkml:trace contextRef="#ctx0" brushRef="#br0" timeOffset="8084.17">2618 2911 143 0,'-8'3'229'0,"8"-3"-13"0,-8 4-8 0,8-4-9 0,0 0-6 16,0 0-9-16,-7 1-5 0,7-1-8 15,0 0-6-15,0 0-5 0,0 0-14 0,0 0-10 16,0 0-14-16,0 0-11 0,0 0-13 0,0 0-8 0,0 0-7 16,0 0-12-16,8 11-1 0,-8-11-3 0,9 3 0 15,-3-2-4-15,6 2-1 0,-4-2-1 0,2-1-4 16,5 3 4-16,0-3-10 0,5 2 0 0,1 1 5 15,7-3-8-15,2 2-3 0,-12-1-3 0,19-1-2 16,-1 1 2-16,9-2-6 0,4 0 7 0,-4 1-9 16,6-2 2-16,4-1-14 0,-2 1 6 0,-2-1-8 15,6 2 1-15,1-3-5 0,-1-3 1 0,8 3 11 16,-5 1-17-16,1-3-2 0,-3 3 0 0,1-1-1 16,6-4-3-16,-11 2-1 0,8 1 2 0,-6 2 0 15,5-2-5-15,0 1 5 0,-3-3-6 0,0 3 0 16,-3 4 3-16,1-7-1 0,2 2 1 0,-3 5-6 15,-4-4 13-15,2-3-8 0,-3 4 0 0,-1 2-2 16,-1-3-2-16,2 8-1 0,1-8 8 0,2 3-2 16,0 2-3-16,4-1 4 0,-6 0-4 0,2-1-2 15,-2 1 2-15,0 0 0 0,1 0 0 0,1-3-4 16,-2 3 3-16,-1-3-1 0,1 2 4 0,4-1 0 16,1 2 7-16,2-5-8 0,0 3-4 0,-2 0 6 0,0-2-5 15,2 2-1-15,-5 2 2 0,5-5 4 0,0 4-3 16,-5-2 0-16,3 3 0 0,1-5 0 15,-6 1 1-15,7 3-3 0,-2-1-1 0,-1-1 1 0,-1 0 3 16,1 1 1-16,-4-1-3 0,2-1-4 0,-3 3 15 16,0 2-10-16,-2-2-4 0,-2-1 6 0,8-3-3 15,-7 5 6-15,2-2-11 0,-4 0 3 0,2-1 0 16,2 0 8-16,-14 3-3 0,11-2-4 0,-1-2 4 16,5 0-3-16,-19 2 0 0,20 0 2 0,-1-1 1 15,-4 2-4-15,2 0 7 0,-1 1-4 0,4-2-3 16,-1-3 1-16,-4 4-1 0,4-1-2 0,-6 2 3 15,4 0 3-15,2-4 1 0,-4 3-5 0,-3-1 1 16,5-1 0-16,-3 3-2 0,-8 0 5 0,6-2-7 16,-9 4 2-16,13-4 9 0,-6-1-8 0,-6 3 6 15,0-1-8-15,-4 0 6 0,15-1-4 0,-13-1 1 16,1 6 0-16,9-6 5 0,-7 3-5 0,-5 0 6 16,17 0-5-16,-16-2-1 0,4 2 4 0,-4 0-6 15,3-1 5-15,-1 1-7 0,3 0 9 0,-4 0-5 0,2 0 5 16,-4 0-8-16,-1 1 4 0,3-2 2 15,-2 1-1-15,-4 0-5 0,3 0 1 0,-7 0 4 16,-5 0 2-16,2 1-5 0,1-1 2 0,1 0 0 0,-1 0-2 16,-2 0 4-16,4 0-1 0,-7-1-3 0,3 1 1 15,-5 0 1-15,1 0 1 0,2 0-1 0,-6 0 3 16,4 0-2-16,-6 0-1 0,4 0 1 16,-13 0-3-16,16-2 3 0,-16 2 10 0,7 0-14 0,-7 0 0 15,0 0 5-15,15-1-13 0,-15 1-10 0,0 0-16 16,7-3-18-16,-7 3-33 0,0 0-37 0,0 0-46 15,0 0-60-15,0-8-65 0,0 8-229 0,0 0-569 16,0 0 252-16</inkml:trace>
  <inkml:trace contextRef="#ctx0" brushRef="#br0" timeOffset="36716.42">6129 4131 28 0,'-12'-1'204'0,"1"-3"-9"15,1 3-3-15,10 1-3 0,-19 0-10 0,19 0-9 16,-8-2-14-16,8 2-14 0,0 0-15 0,-10-1-10 16,10 1-7-16,0 0 8 0,0 0 2 0,0 0 3 15,0 0-2-15,0 0-5 0,32 4-5 0,-17 0-8 16,6 3-6-16,-4-4-8 0,12 2-11 0,5-4-4 16,-3 3-9-16,5-2-7 0,9 3-2 0,1-1-4 15,4 0-5-15,3 0 0 0,5 0-1 0,-7-4 0 16,12 6 0-16,-3-6-8 0,-4 1-3 0,7-1-1 15,-4 0-3-15,24 0 1 0,-20 0-6 0,-2 0 0 16,-1-3-7-16,-2-1 0 0,1 1-2 0,4 2 0 0,-6-1-4 16,1-4 1-16,1 5-4 0,-3 1 1 15,1-7-4-15,-3 6 0 0,-2-1 1 0,2 1-1 16,-11-2 1-16,15 2-5 0,-15 1 2 0,2 0-4 16,1 0 4-16,-13-2-1 0,12 4-2 0,-10-2 0 0,-2 0 1 15,5 1 1-15,-10 2-4 0,7-2 0 16,-2-1 2-16,-2 2-2 0,1-2 4 0,-2 1-2 15,1-1 5-15,-1 0-3 0,-2 0-1 0,2 4-5 16,-9-1 5-16,3-3-2 0,-3 1 2 0,1-1-3 0,1-1 1 16,-3 1-3-16,-4 0 1 0,6-3 3 0,-2-1-2 15,-2 4 3-15,-3-1-1 0,3 1 0 0,-2 0 0 16,1 0 0-16,-2 0-2 0,-2 0 3 16,4 0-1-16,1 0-2 0,-8 0-1 0,5 0 6 0,-7 0-3 15,5-2-5-15,-5 1 6 0,6 1-4 0,-14 0 0 16,21-3 1-16,-12 3-6 0,4 0 5 0,-3 3 0 15,-10-3 0-15,15-3 1 0,-4 3-2 0,-11 0 7 16,15 0-4-16,-15 0-2 0,13 0 1 0,-13 0-2 16,10-1 7-16,-10 1-6 0,0 0 1 0,10 1 2 15,-10-1 0-15,0 0-1 0,0 0-1 0,0 0 2 16,0 0-2-16,0 0 4 0,12-1-5 0,-12 1 3 16,0 0 1-16,0 0-3 0,0 0 0 0,0 0-3 15,0 0 2-15,0 0 5 0,0 0-7 0,0 0 3 16,0 0 6-16,0 0-9 0,0 0 0 0,0 0-4 15,8 4 5-15,-8-4-3 0,0 0-3 0,0 0 2 16,0 0 0-16,0 0-1 0,2 3 1 0,-2-3 2 16,0 9 1-16,3-3 1 0,-3-6-1 0,3 10 3 15,-3-3 5-15,0-2-8 0,2 6 1 0,1 1 7 16,1-1-10-16,-1 0 4 0,0 5 2 0,-3 2-4 16,5-2 0-16,-2 4 3 0,2-1-2 0,-1 5 1 15,1 3 3-15,3 0-1 0,-1 1 2 0,-1-1 0 16,3 0 6-16,-1 3-3 0,-2-1 2 0,1 1 1 0,1 0 6 15,-1-3-6-15,3 1-1 0,-7 2 2 0,4-1-2 16,3 4 3-16,1 3-2 0,-6-5 2 0,0-1 3 16,4-3-3-16,-8 5 0 0,4-1 12 15,3-1-1-15,-6-3-2 0,5 2 4 0,-1 0-2 0,-1-1 3 16,4 3 1-16,-6-1-11 0,2-3-2 0,-4 7 5 16,11-7-2-16,-10 2-8 0,4 3 9 0,3-3 10 15,-4 5-2-15,3-4 9 0,-6 0-2 0,2-1 2 16,-2-1 4-16,3 3-13 0,-2-2 13 0,2 0-17 15,2-1-3-15,-4 3-7 0,2 1 7 0,2-2-6 16,-5 0-3-16,4-3 6 0,-3 4-1 0,1 1 8 16,2-2-16-16,-2 1 5 0,1 1 0 0,-2 9-4 15,7-12-3-15,-8 1 2 0,1 9 11 0,4 0-13 16,-3-5 0-16,3-3 0 0,-4-3 1 0,1 2 2 16,-1 13 2-16,-1-12 1 0,3-1-1 0,-2 2-5 15,0-1 3-15,1 0-2 0,1 0-1 0,0 0 6 16,-2-1-4-16,0 2 23 0,5 6 12 0,-6-11-8 15,3 2-1-15,-3 1-7 0,6-3 3 0,-3 0-18 16,-2-3 13-16,4 2-5 0,-5 1-1 0,1-8 0 0,5 6-5 16,2 0 3-16,-7-6-2 0,1 1 0 15,1-3-2-15,-2 6-2 0,5 1-3 0,-3-5 4 16,0 1 0-16,-2-1-2 0,4-1-1 0,1 1-1 0,-6-2 0 16,3 1-2-16,3 2-1 0,-4-2 1 0,1 0 6 15,-5 3-8-15,0-8 0 0,6 7-1 16,-6-2 2-16,5-3-2 0,-2-2 3 0,-3 5 2 15,5-1-4-15,-5-2 1 0,2 1-3 0,3 2 6 0,-3-1-7 16,3-2 2-16,-4-1 3 0,1-4-2 0,-2-1 0 16,7 7 1-16,-7-7 0 0,0 3-3 0,6-1 2 15,-1-2-2-15,-3 3 9 0,-1-4-6 0,-1 2 0 16,0-1-1-16,0-9-2 0,7 17 1 0,-7-12-1 16,0 3 2-16,0-2 1 0,0-6-3 0,5 12 3 15,-5-12-3-15,3 8 11 0,-3-8-10 0,0 8-2 16,0-8-1-16,0 0 7 0,4 7-2 0,-4-3-1 15,0-4-1-15,0 0 2 0,0 0 1 0,0 0-1 16,0 0-1-16,0 0-3 0,0 0 4 0,0 0-1 16,0 0-4-16,0 0-3 0,-4 8 7 0,4-8 15 15,0 0-16-15,0 0-1 0,-3 4 4 0,3-4 0 16,0 0-4-16,0 0 3 0,-20-3 1 0,14 6 0 16,6-3-2-16,0 0-1 0,-22-3 1 0,22 3 0 15,-17 0 2-15,4-1 1 0,5 1-3 0,8 0-3 0,-30 0 1 16,14 1 3-16,-3-2-13 0,3-3 16 15,-6 3 3-15,-1 1-8 0,2 0-6 0,-3-2 5 16,-4 1 1-16,-3-2-1 0,1 0 1 0,-5 3 7 0,6 0-8 16,-16 2-2-16,7-1 1 0,-5-1-3 0,-5 3 5 15,3-3-2-15,-1 1 0 0,-4 1 0 0,4-1-1 16,3 4-1-16,-9-2 5 0,1 1 3 0,3 1-9 16,0-3 1-16,-5 5 1 0,2-4-1 0,0 3-2 15,-1-3 7-15,1 2-2 0,6-1 2 0,-6 2-3 16,6 0 0-16,-4-2 2 0,1 3 0 0,3-3 1 15,-1 0 0-15,1 1-1 0,-2 1-3 0,3-2-1 16,-1 3 2-16,-3-6 4 0,17 5-2 0,-16 0 1 16,14-4 1-16,0 3-2 0,-2 0 1 0,-8-5-4 15,5 7 12-15,3-5-9 0,4 0-3 0,-5 2 7 16,4-2-3-16,-1-1 2 0,-3 0-2 0,6-1 1 16,3 3-3-16,-2-1 1 0,0-2 4 0,0 6-7 15,1-5 2-15,-2 2 2 0,8-3-2 0,1 0 2 16,-14 2 1-16,5 0-8 0,0-2 6 0,9 1 6 15,-9-1-7-15,4 0-10 0,-9 3 15 0,7-3 1 16,-2 1-4-16,0-1 1 0,7 0-1 0,-9-1-2 16,6 2-2-16,-4-2 4 0,7 1 0 0,-3 0 0 0,2 0 7 15,-2 1-9-15,-2 1 3 0,0-1-2 0,4 2 2 16,-4-3-10-16,7 0 8 0,-7 4-2 0,-2-4 6 16,8 1-3-16,1-1-2 0,-2 0-2 15,4 0 0-15,-2 0 5 0,-1-1 2 0,4 2-5 0,2-2-1 16,-4 2-2-16,5-1 8 0,-2 0-3 0,2 3 0 15,1-3 0-15,4 0-1 0,-4-3-2 0,14 3 4 16,-26 0-4-16,18-1 3 0,8 1-1 0,-22 0-1 16,14-4 1-16,8 4 0 0,-13 0 0 0,3-3 1 15,10 3-3-15,-14 0 2 0,14 0 1 0,0 0 1 16,-13 0-2-16,13 0 3 0,0 0 4 0,0 0-7 16,-15 0 3-16,15 0 17 0,0 0 2 0,0 0 0 15,0 0-1-15,-10 0 1 0,10 0-5 0,0 0 3 16,0 0-1-16,-6-4 0 0,6 4 0 0,0 0-2 15,0 0-2-15,0 0 0 0,0 0 1 0,0-8 0 16,0 8-3-16,0-7 2 0,0 7 2 0,0-9 6 16,0 9-6-16,0-6-1 0,0 6-7 0,3-10 2 15,-3 3 4-15,0 7-4 0,0-7-1 0,0-4 6 16,0 6-9-16,-3-4 1 0,3 2-3 0,0-3 2 16,0 0-2-16,0 0-4 0,0-2 4 0,0 2-1 15,0 0-4-15,-7-5-1 0,5 1 5 0,1-1-4 16,-1 1 1-16,-3-1 1 0,4-1 0 0,-4-2-3 0,5 0 0 15,-5-3 1-15,1 5 2 0,-1-6-2 0,2-2-1 16,0-1 1-16,-4 3-1 0,4 2-2 0,-2 1 3 16,3-1 5-16,-4-4-4 0,-1-1 5 15,0-2-6-15,4 4 6 0,-2-1-7 0,2-3-1 0,-9 3 0 16,9-2 3-16,1-1-2 0,-3 3-2 0,0-1 1 16,4 1 1-16,-4 0 6 0,5 0-3 0,-4-3-2 15,-2 0 0-15,4 1-1 0,-3 7 4 0,5-8-1 16,0 3 4-16,-7 0-10 0,6-4 4 0,-1 2-2 15,-3 0 4-15,5 10 2 0,0-7-1 0,-2 4 0 16,-2-2 9-16,2-2 6 0,2 1 1 0,-2 2-2 16,-3 1 0-16,5-1-4 0,-1-5 0 0,-4 7-2 15,5-8-2-15,0 7-1 0,0-1 3 0,-2 4-4 16,2-3-1-16,0-1 1 0,0 2-1 0,0-2-1 16,-5 4-1-16,5-5-2 0,0 3 2 0,0-3-2 15,0 4 1-15,-2-2-3 0,2-1 4 0,-1 1-3 16,4 3 1-16,-5-3 0 0,2 0 3 0,-1 3-4 15,-4-3 5-15,5 3-6 0,-2-2-2 0,-3 1 3 0,5 6-3 16,0-8 2-16,0 2-4 0,-7-3 4 16,7 2-3-16,0 0 4 0,0-2-3 0,0 4 2 15,0-3 1-15,0-1-1 0,0 1-1 0,0-1 1 16,0 4 0-16,0-1-1 0,0-3-1 0,0 3-2 0,0-1 2 16,0-3 1-16,0 3 1 0,0 1 1 0,0-4 0 15,0 1-2-15,0 4 0 0,7-3 2 0,-9-1-3 16,2 1 4-16,-5 2-4 0,5-4 1 0,0 5 0 15,0-6-2-15,0 1 1 0,0 3 1 0,0 1 0 16,-3-2 0-16,3 1 3 0,0 2-5 0,-5 0 1 16,10-3 1-16,-10 4-2 0,5-1 1 0,0 4 1 15,0-6 0-15,0 6 1 0,5-6-2 0,-2 4 1 16,-6 1 3-16,3-5-3 0,0 9 0 0,0-6-3 16,0 4 0-16,0-5 1 0,-5 2 2 0,5-1-3 15,5-2 2-15,-2 6 0 0,-3-5 3 0,0 5-1 16,0-4 0-16,5 5-3 0,-5-4 2 0,0 2-3 15,-5-2 3-15,10 0-1 0,-5 3-1 0,2-4 0 16,-2 3-1-16,0-7 2 0,0 7 2 0,0-2-1 16,0 5 0-16,-2-9-1 0,2 10 0 0,0-5 1 15,-5-1 0-15,5 1 0 0,0 1 1 0,0 3-3 16,5 2-1-16,-5-3 5 0,2 0-4 0,-2-2 2 16,0 6 3-16,0-3-3 0,0 2 0 0,0-3-3 0,0 3 0 15,5-2 1-15,-10 3 2 0,12 1 2 0,-9-2-2 16,4-2 1-16,-2 9-2 0,-2-9-1 15,4 3 1-15,-2-3 1 0,0 3 0 0,0-2-1 16,0 3 6-16,0-3-6 0,0 8 0 0,0-12 1 0,0 6-2 16,0-3 0-16,0 2 3 0,0-1-1 0,0 0 0 15,0 1-1-15,5-4 0 0,-10 4-1 0,5 0 6 16,0-4-6-16,0 4 3 0,0-2-4 0,-2 1 3 16,-3-2-2-16,5 2 1 0,0 0 1 0,-2 1 0 15,-3-1 1-15,5 0-2 0,0 1 1 0,0 0-2 16,0 7 1-16,0-13 2 0,0 8-2 0,0 5 1 15,0-7-2-15,-8 0 1 0,8 7 0 0,0-8 2 16,0 1-4-16,0 7 6 0,0-5-2 0,0 5 2 16,0-8-5-16,0 8 0 0,-1-7 1 0,1 7-1 15,0 0 1-15,0-8 2 0,0 8-3 0,0 0 2 16,0 0 0-16,0 0-3 0,0 0 0 0,1-8 3 16,-1 8-6-16,0 0 1 0,8-4-1 0,-8 4 3 15,7-4-3-15,-7 4-2 0,20-2-10 0,-7 1-21 0,4 1-30 16,1-4-40-16,8 1-57 0,6 2-59 0,4 1-19 15,12 0-24-15,9 0-49 0,-6-3-52 16,13 2-65-16,-2-1-227 0,2 0-716 0,17-8 317 16</inkml:trace>
  <inkml:trace contextRef="#ctx0" brushRef="#br0" timeOffset="39314.31">5892 5083 171 0,'0'0'212'0,"0"0"-11"0,0 0-6 0,0 0-12 16,0 0-3-16,0 0-12 0,0 0-9 0,0 0-12 15,0 0-7-15,0 0-13 0,0 0-7 0,0 0-15 0,0 0-8 16,0 0-10-16,0 0-10 0,0 0-6 0,0 0 3 15,0 0 8-15,0 0 11 0,0 0 0 0,0 0-3 16,22 14 2-16,-11-13-10 0,4 4-2 0,2 1-6 16,1-3-5-16,12 2-2 0,-11 0-6 0,13-2-4 15,18 4-9-15,-6-6-3 0,1 3-9 0,6-2 3 16,1 1-4-16,4 0-1 0,-2-3-1 0,6 2-7 16,6-2-3-16,-6 0 4 0,21-2-9 0,-20 2 1 15,0-3-1-15,20 1 0 0,-19 4-3 0,-6-4-3 16,5-1 5-16,-1 2 1 0,3-3-3 0,-10 1 2 15,5-1-1-15,-2 3 1 0,0-1 20 0,-5 2-24 16,-1-2-2-16,-4-1 4 0,-1-2-8 0,-8 5 1 16,7-2-1-16,-12 1 0 0,1 1-2 0,0 0 0 15,0 0 0-15,-3 0 20 0,5 0-20 0,-6 0-1 16,3 0 0-16,-4 0-3 0,-2 0 2 0,1 1-1 16,-6 1-1-16,8-2-1 0,0-2 3 0,-9 2-4 15,-2 2-2-15,4-4 3 0,-1 4 3 0,1-2 1 16,-5 0 2-16,4 1-2 0,1-2-1 0,-3 1-3 0,-2 0-3 15,3 0 9-15,3 0-1 0,-6 0-4 0,2 0 2 16,-2 0-2-16,0-2-3 0,2 1 4 0,5 1-3 16,-5-6-3-16,3 1 4 0,-4 4 0 15,5 1 0-15,7-3 5 0,-10-1-4 0,2 0 1 0,1 1-1 16,5 3-4-16,-5-4 2 0,5 3 2 0,0-3 4 16,-6 1-4-16,1 2 0 0,5 1-7 0,-6-3 5 15,-1 3-2-15,-3-3 3 0,4 2-2 0,-6 1 5 16,6-5-1-16,-7 3-2 0,0 2 2 0,-2 0-1 15,-5-1-4-15,5 1 2 0,-13 0 13 0,20-3-17 16,-11 3 5-16,-9 0-4 0,16 0 4 0,-9 3-1 16,-7-3-2-16,10-3-2 0,-10 3 3 0,0 0 1 15,13 3-6-15,-13-3-7 0,0 0 2 0,8 1-2 16,-8-1-13-16,0 0-6 0,0 0-8 0,0 0-4 16,0 0-21-16,0 0-23 0,0 0-19 0,0 0-22 15,0 0-26-15,0 0-41 0,0 0-32 0,0 0-41 16,0 0-189-16,0 0-497 0,0 0 221 0</inkml:trace>
  <inkml:trace contextRef="#ctx0" brushRef="#br0" timeOffset="41530.87">5988 6286 20 0,'0'8'188'0,"0"-8"-6"0,0 4-1 0,0-4 3 16,2 7-6-16,1-2 4 0,-3-5-5 0,3 5-1 16,-3-5-6-16,2 6-3 0,-2-6-6 0,7 3-11 15,-7-3-11-15,6 5-6 0,-6-5-13 0,13 1 5 16,-4 1-10-16,-9-2-11 0,11 0-7 0,-1 0-13 15,5 1-6-15,-7-1-11 0,6 0-2 0,2 0-7 16,6 3-4-16,-7-3-8 0,11 1 1 0,-1 2-8 16,10 1-7-16,-4-4-2 0,-3 4-1 0,9-1-4 15,-3-2-1-15,13 4-5 0,-8-2-1 0,11-2-3 16,-5 2 2-16,3 4-2 0,-3-3-1 0,3-3 0 16,-2 1-5-16,2 3-1 0,-3-2 1 0,6-2 0 15,0 0-5-15,2 2 4 0,-2 1-2 0,-1-8-1 0,3 8-1 16,-3-4 2-16,-4 0-4 0,9 1 1 15,-7 5 1-15,1-5 11 0,-2-1-18 0,-3 0 7 16,-9 2-3-16,3-1 1 0,-1-4 0 0,-3 3 1 0,-1 0 0 16,4 0 0-16,-4 0-2 0,0-1-1 0,-3 1-1 15,0-3 1-15,1 3-2 0,-3 3 5 0,-8-6 2 16,8 0 2-16,-11 2-4 0,4 1-1 16,7-4 11-16,-6 4-13 0,0 0 8 0,-1 0 12 0,-3-3 5 15,4 2-7-15,1-2 1 0,-3 3-8 0,3-1 2 16,-2 1 5-16,1-4-5 0,1 3 5 0,5-2-9 15,2 3-4-15,0-3 4 0,-2 2-3 0,0-4 7 16,-1 5 4-16,2-2-12 0,1-1-1 0,0 1 1 16,-10 2-1-16,3-2 1 0,5 1 8 0,2-3-12 15,-8 8 10-15,1-8-11 0,-2 4 0 0,-1-1 0 16,2-1 0-16,-1 2 2 0,-3-1-6 0,2 1 1 16,2 0 5-16,-4-3-3 0,3 3 1 0,1 0-2 15,-4 0 2-15,0 0 0 0,4 0 1 0,-6 0 0 0,6 0 0 16,-1 0 2-16,-1 0-2 0,-3-1-3 0,4 1-2 15,3 0 2-15,-3-2 12 0,-4 4-10 16,2-6 0-16,-2 6-1 0,-2-7-3 0,5 4 0 16,-10 1-4-16,-2-3-10 0,7 2-17 0,-9-1 0 0,-6 2-20 15,19-1-12-15,-16-4-19 0,-3 5-26 0,8-3-29 16,-3-1-31-16,-5 4-41 0,0-8-39 16,0 8-240-16,-6-14-532 0,-9 5 236 0</inkml:trace>
  <inkml:trace contextRef="#ctx0" brushRef="#br0" timeOffset="42747.21">6652 4257 129 0,'-2'-7'164'16,"2"7"-3"-16,2-7-4 0,-2 7-6 0,0 0-7 16,0 0-6-16,0 0-8 0,0 0-8 0,-2-7-10 0,2 7-12 15,0 0-14-15,0 0-10 0,0 0-3 0,0 0-5 16,0 0-1-16,0 0-1 0,0 0-4 15,7 19-2-15,-6-11 1 0,1 2 5 0,-2 6-1 16,5-3-1-16,-3 4-2 0,1-1-5 0,-3 7-5 0,2-7 5 16,-1 7 3-16,-1 0-1 0,2 4-3 0,3-4-5 15,-3 2-3-15,1 1-2 0,0 1 11 0,5 1 8 16,-4-2-9-16,-1 2-4 0,5 1 0 16,-4-1-9-16,-1-1-3 0,4 2-1 0,-2 3-5 0,-4-4 14 15,7 0-1-15,-3-1-1 0,-3 5 1 0,0-2-8 16,1-4-4-16,0 3-1 0,-1 3-3 0,-2-2 0 15,5 1 5-15,-5-1 6 0,2 4 1 0,-2-3-3 16,3 7-7-16,-6-9-2 0,6 3-5 0,0 1 1 16,-3-3 4-16,0 9 22 0,0-7 9 0,0-1-19 15,0-3-4-15,2 2 6 0,3-1-6 0,-5 0-3 16,0-1-8-16,0 3-1 0,6-2-4 0,-6-2 2 16,0 1 5-16,2 1-2 0,-4 0 9 0,4-1-8 15,-2-2 2-15,-2-1 0 0,4 2-3 0,1 0-10 16,-3 0 2-16,-3 2-1 0,6-2 4 0,-3 1-6 15,0 0 0-15,0 2 3 0,5-3-7 0,-5 4 0 16,0 0 2-16,0-3 7 0,0 2 10 0,0 2 6 16,0-3-1-16,-5 0-6 0,5 3-9 0,5-2 4 15,-5 0-11-15,0-2 9 0,0 2-2 0,0 2 0 0,0-2-4 16,0-2 2-16,5 2-3 0,-5 1 4 16,2 0-2-16,-2-3 5 0,3-2-5 0,2-1-2 15,-5 7 1-15,5-8-4 0,-5 0 3 0,0-3-3 16,7 4 0-16,-7-5 1 0,2 4-2 0,4-5-4 0,-6 8 0 15,0-8 0-15,2 0 1 0,-2 2-7 0,5 0 8 16,-4 0-3-16,4-2 1 0,-3 1 2 16,0-2 3-16,4 3 3 0,-6-3-2 0,7 3 1 0,-7 0 1 15,0-8-1-15,7 10 0 0,-7-7-3 0,1-1 0 16,6 4-3-16,-7-4 0 0,0 2 2 0,0-2-2 16,5 0-1-16,-5 0 0 0,1 2-2 0,6-2 0 15,-4-3-1-15,-3 3 8 0,0-3-8 0,0-2-5 16,0 2 3-16,0 2-1 0,4-6-8 0,-8 5-20 15,9-5-37-15,-5-2-39 0,0 4-39 0,0-3-29 16,0-2-25-16,0 1-28 0,0 0-28 0,0-6-49 16,0 0-52-16,0 0-290 0,0 0-693 0,0 0 307 15</inkml:trace>
  <inkml:trace contextRef="#ctx0" brushRef="#br0" timeOffset="43964.31">7895 4290 146 0,'1'-6'187'0,"-1"6"-1"15,0 0-3-15,0 0-1 0,5-6-8 0,-5 6-7 16,0 0-4-16,0 0-9 0,0 0-13 0,0 0-13 16,2-5-13-16,-2 5-10 0,0 0-13 0,0 0-11 15,0 0-4-15,0 0-9 0,0 0-8 0,0 0-3 16,5 20 0-16,-3-13 12 0,-2 2-1 0,6 5 3 16,-6-1-5-16,2 5-4 0,3-2-1 0,-5 4 2 15,2 2 0-15,-2 2-1 0,8 1-5 0,-8 0-6 16,3 2-5-16,0 2-3 0,-3 1 2 0,5 1 1 15,-3-2 4-15,-2-1-6 0,7 13 1 0,-6-12 18 16,1 14 1-16,1-5 2 0,-3 2-8 0,2 2-3 16,3-3 2-16,-2 0 9 0,-3 0 2 0,2 0-12 15,3 3-3-15,0-1 2 0,-4-10 10 0,1 12 2 16,1-12-4-16,1 13-8 0,-3-3-5 0,4-1-3 16,-5 4-1-16,0-14-4 0,0 11 1 0,7-9 13 15,-5 0 0-15,3 9 0 0,-5-3-4 0,6-6-4 16,-6-3-4-16,2 0-5 0,0 3-2 0,-2-2-1 15,0 1-1-15,0-2-9 0,0 3-2 0,0-1-2 16,0-3 0-16,0 2-4 0,0-1 4 0,0 0-10 0,1 2 5 16,-1-4-3-16,0 1 1 0,4-1-2 15,-1 4-5-15,-3-4 4 0,0 0 7 0,3 1 13 16,-3-1 7-16,3 3-2 0,-1-6-6 0,-2 3 0 0,0 0-1 16,3-3-4-16,-3 6-3 0,2-6 0 0,1 2-5 15,-1 1 2-15,0-2 0 0,-2 0 0 0,1-5-3 16,3 6-2-16,-4-1 1 0,0-4-2 15,3 6 0-15,-3-6-1 0,2-2-1 0,-2 5-1 0,3 2 1 16,-6-6 0-16,6 0 8 0,-1 6 7 0,-1-6-1 16,3-2-4-16,-4 1 0 0,0 5 1 0,0-8-4 15,1 4 0-15,-1 3-2 0,2-4-2 0,-2 5-3 16,0-6 1-16,2 2 2 0,-2 3-2 0,0-4-1 16,0 1 0-16,4 0 10 0,-2 1 6 0,1-3-3 15,-3 0-2-15,0 3-5 0,0-2 3 0,2 1-1 16,-2-1-5-16,2-2 1 0,-2 3-1 0,0-1 2 15,1-3-4-15,4 3-1 0,-5 0-4 0,0-3 0 16,0 1 0-16,0-5 1 0,0 6 2 0,0-4-6 16,0 3 0-16,0 0 0 0,2-2 0 0,-2-1-1 15,3 2 0-15,-6-5 0 0,6 2-1 0,-3-1 0 16,0-2-1-16,2-1 0 0,0 1 5 0,-2-2-5 16,0 3-1-16,-2-3-1 0,4 0 2 0,-4-1-8 0,2-2-18 15,0-5-17-15,0 8-7 0,0-8-14 0,0 8-17 16,0-8-31-16,0 0-51 0,0 0-31 15,0 0-35-15,0 0-29 0,0 0-37 0,-22-21-48 16,18 8-53-16,-6 3-317 0,-4-5-768 0,1-8 340 0</inkml:trace>
  <inkml:trace contextRef="#ctx0" brushRef="#br0" timeOffset="44764.31">6943 7374 98 0,'2'9'196'0,"-2"-9"0"0,0 0 0 0,0 4-8 0,0-4-1 15,0 0-4-15,0 8-4 0,0-8-4 0,0 7-2 16,5 3-12-16,-10-3 0 0,10-1-4 0,-5-6-6 16,3 12-7-16,-3-5-1 0,-3 3-9 15,6-5-8-15,-3 4-7 0,0 2 0 0,2-7-15 0,1 8-11 16,-3-5-6-16,2 0 7 0,4 2-21 0,-2 2-2 16,-4-3-7-16,0 3-4 0,3-2-6 0,-2 2-4 15,-1-3-10-15,5 3 4 0,-3-2-2 0,5 0-13 16,-6 1 2-16,4 0-6 0,-5-2 0 0,2 1-4 15,3 2 4-15,-3-3-4 0,-2-1 1 0,1 4-10 16,1-2 0-16,-2-2 2 0,0-1-5 0,0 6-14 16,3-5-24-16,-3-1-19 0,0 2-22 0,0 0-24 15,0-3-30-15,0-5-36 0,-5 11-39 0,5-7-20 16,0-4-42-16,-1 11-256 0,1-11-560 0,-2 4 249 16</inkml:trace>
  <inkml:trace contextRef="#ctx0" brushRef="#br0" timeOffset="48630.29">6304 4683 47 0,'0'0'319'16,"-5"-9"-18"-16,5 9-8 0,-1-12-13 0,1 12-7 0,0-3-13 16,0 3-9-16,0 0-16 0,0-7-15 0,0 7-8 15,0 0-15-15,0 0-19 0,0 0-18 0,0 0-22 16,1-7-8-16,-1 7-20 0,0 0-3 16,0 0-11-16,15 14-1 0,-10-8-16 0,2 3-4 0,-4 1-4 15,4 1-10-15,-1 4-11 0,2-3 3 0,2 4-10 16,-5 1 2-16,-1 3-9 0,2-3 1 0,-2 3-7 15,1-1 0-15,-2 3-18 0,0-3-20 0,1 2-18 16,-3-2-32-16,2-4-21 0,-1 2-28 0,-2-2-31 16,2 0-49-16,3-1-48 0,-4-5-50 0,6-1-283 15,-7-3-613-15,7 1 272 0</inkml:trace>
  <inkml:trace contextRef="#ctx0" brushRef="#br0" timeOffset="49846.76">7210 4633 53 0,'0'0'166'16,"0"0"-2"-16,0 0-4 0,0 0-4 0,-7-1-11 15,7 1-7-15,0 0-3 0,0 0-2 0,-7-3-9 16,7 3-7-16,0 0-9 0,0 0-12 0,0 0-4 15,0 0-4-15,0 0-8 0,0 0-5 0,0 0-8 0,0 0-5 16,0 0-8-16,0 0-3 0,0 0-6 0,0 0-3 16,0 0-6-16,0 0-10 0,0 0 8 15,-6-4-7-15,6 4-4 0,0 0 0 0,0 0-3 0,0 0-3 16,0 0 0-16,0 0 1 0,0 0-5 0,0 0-3 16,0 0 3-16,0 0-1 0,0 0-1 0,0 0-3 15,0 0 0-15,0 0-2 0,0 0 3 0,0 0-3 16,0 0-2-16,0 0 1 0,13-11 1 0,-13 11-1 15,7-3 6-15,1 2-1 0,-8 1 0 0,8-7-3 16,-1 7 0-16,-7 0-2 0,20-1-1 0,-12-2 1 16,-8 3-1-16,20-5 3 0,-10 9-4 0,-2-8-2 15,0 8 1-15,-8-4-1 0,20-4-1 0,-12 4 2 16,4 4-2-16,-7-3 1 0,5 2-4 0,-5-2 1 16,1 2 2-16,1 4-2 0,0 1 0 0,-6-4 2 15,4 3-2-15,-1-2 1 0,-4 3-1 0,0 0-1 16,0-1 3-16,-2 1-1 0,-1 1 4 0,-2 0-3 15,-2-1-1-15,0-1 4 0,1 3-2 0,-3-2 1 16,3-4-1-16,3 4 5 0,-6 1-4 0,4-3 12 0,0-3-14 16,0 3 0-16,2-3-3 0,3-3 0 15,-8 9 1-15,8-9 1 0,-4 6 2 0,4-6 1 16,0 0-1-16,0 0 5 0,2 7-4 0,-2-7 1 0,10 4-1 16,-3 0 0-16,3-3 0 0,-5 1 0 15,3-1-2-15,2 4 2 0,-2-1 2 0,0-2 0 0,1 6-5 16,-1-4 1-16,0-1 2 0,2 3-1 15,-2 0-1-15,-1 3 0 0,0-5 1 0,1 4-1 0,-5-2 1 16,2 2 2-16,-2-1 0 0,1 1 7 0,-4 2 0 16,3-3 7-16,-3-2 6 0,0 1-1 0,-3 5 6 15,-1-4 3-15,1 1 7 0,-5-1 1 0,0-2 1 16,-2 3-2-16,-2-1 2 0,2-2-7 0,-6-1-5 16,-4 1 5-16,3 0-4 0,2-3-8 0,-1 2-1 15,4-4-1-15,-4 2 0 0,1-2 0 0,-2 0-7 16,4 0-7-16,13 0-18 0,-20-5-22 0,12 0-27 15,1 2-43-15,6-4-57 0,1 0-63 0,0-3-244 16,6-2-506-16,4-3 224 0</inkml:trace>
  <inkml:trace contextRef="#ctx0" brushRef="#br0" timeOffset="50463.31">8383 4605 121 0,'0'0'222'0,"0"0"-16"0,0 0-15 0,0 0-5 15,0 0-17-15,0 0-6 0,0 0-12 0,0 0-7 16,0 0-6-16,0 0-8 0,0 0-1 0,0 0 4 16,0 0 5-16,0 0-2 0,0 0-2 0,0 0-7 15,22 8-11-15,-22-8-10 0,18 1-10 0,-10 2-8 16,-1 1-9-16,3 0-8 0,-2 0-6 0,0-3-4 16,2 2-11-16,0 4-2 0,-5 2-9 0,5-5-5 15,-3 0-4-15,-1 1 0 0,-3 5-5 0,2-2-2 16,-3 1-2-16,3-2 0 0,-5 1-3 0,0 4 1 15,-5 0 0-15,3-2 3 0,-3 1 4 0,-4 2-1 0,-1 0 1 16,-2 0 4-16,2 0 1 0,0-5 5 0,0 2-5 16,4 1-4-16,-3-2 5 0,4-5-3 15,2 3 1-15,-4-6-2 0,2 5-2 0,5-6 3 0,-5 9 13 16,5-9-7-16,-4 3 4 0,4-3-2 0,0 0 2 16,21 1-3-16,-13-1-11 0,9-1 6 0,6 1-15 15,-1-7-15-15,7 2-20 0,4-1-21 0,-1 0-24 16,-2 3-29-16,-2-5-40 0,3 4-41 0,2 1-49 15,-3-5-56-15,0 1-285 0,-7 4-610 0,-6-3 269 16</inkml:trace>
  <inkml:trace contextRef="#ctx0" brushRef="#br0" timeOffset="52180.32">6377 5892 40 0,'0'0'128'0,"0"0"-4"0,0 0-2 16,0 0 1-16,2 4-4 0,-2-4-8 0,0 0 0 15,0 0 3-15,0 0 4 0,0 0-6 0,0 0-3 16,0 0 2-16,0 0-5 0,0 0-1 0,0 0-7 0,0 0 3 16,0 0-7-16,0 0-5 0,0 0-2 15,0 0-8-15,0 0-7 0,0 0-8 0,0 0-4 16,0 0-3-16,0 0-5 0,0 0-5 0,0 0 1 0,0 0-2 16,0 0-4-16,0 0-3 0,0 0-4 0,0 0-3 15,0 0 0-15,0 0-4 0,0 0-2 0,0 0-1 16,0 0 3-16,0 0-1 0,0 0 1 15,0 0 3-15,0 0-1 0,0 0 3 0,0 0 7 0,0 0-7 16,0 0-2-16,0 0 1 0,0 0 4 0,0 0-9 16,0 0-5-16,0 0 1 0,0 0-3 0,0 0 2 15,0 0-6-15,0 0 0 0,0 0 0 0,0 0-4 16,0 0 2-16,0 0-6 0,0 0-1 0,0 0 1 16,0 0 0-16,0 0-1 0,0 0 0 0,0 0-2 15,0 0 0-15,0 0 1 0,0 0-5 0,0 0 2 16,0 0 2-16,0 0-2 0,0 0 6 0,0 0-6 15,0 0-1-15,0 0 0 0,0 0-1 0,0 0-2 16,0 0 4-16,0 0-1 0,0 0-2 0,0 0 2 16,0 0 1-16,0 0-1 0,0 0-1 0,0 0-1 15,0 0 2-15,0 0 1 0,0 0-3 0,0 0 0 16,0 0 2-16,0 0-1 0,0 0 0 0,0 0-2 16,0 0 1-16,0 0 0 0,0 0 3 0,-14-16-3 15,14 16-1-15,0 0 2 0,-1-4-4 0,1 4 3 0,0 0 2 16,0 0-1-16,-5-7 1 0,5 7-1 15,-5-5 1-15,5 5-2 0,0-11 1 0,0 7 1 16,0 4 0-16,-4-12-3 0,4 1 1 0,0 2-1 16,0 0 3-16,0-1-1 0,0-1 4 0,4 0-4 0,1-1-5 15,-5 2 3-15,1-2 0 0,3 0 4 0,1 3-8 16,-4-2 7-16,4 3-5 0,0-1-1 16,0-2 0-16,0 4 1 0,-1-1 1 0,0-1 0 0,5 5 0 15,-8-3 0-15,6 3 0 0,0-3 1 0,-2 2-4 16,0 2 2-16,-5 3 2 0,13-6-2 0,-3 4 1 15,-5 1-4-15,-5 1 3 0,15 0 1 0,-15 0-1 16,19-2-2-16,-10 5 2 0,-3-1 1 0,-6-2-2 16,15 6-2-16,-8-3 1 0,0 3-1 0,-4 0 0 15,3 0-3-15,3-1 0 0,-4 0 5 0,-4 3-5 16,6 0 1-16,-7-1 1 0,7 2 3 0,-7-2-2 16,0 1 4-16,-2-1-4 0,-3 1 0 0,3 1 1 15,-3 1 4-15,-1-1 0 0,-3 2-5 0,1 1 4 16,-5 0 4-16,3 0-7 0,-3 0 3 0,-2-2-1 15,0 4 4-15,-3-2 0 0,1 0-3 0,2 3 2 16,0 0-5-16,1-6 3 0,-1 4 1 0,0 2-4 16,0-4 2-16,5-2 7 0,0 1-5 0,0-2 0 15,3 0-2-15,1-1 2 0,4 2 2 0,-3-2-3 0,5 1 4 16,0-8 1-16,12 11-2 0,-6-7 4 16,4 2-3-16,7-3 3 0,1 0-2 0,0-2 0 15,2-1 2-15,2 0-3 0,-6-1 2 0,4-3 1 0,-3 2-1 16,4-3 6-16,-8 3-6 0,4-3 7 0,-5-1 7 15,-3 3 21-15,0-1 21 0,-3-4-1 0,1 2 12 16,-2 0 2-16,-5 0-3 0,0-2-6 0,-5-1-8 16,-2 2-10-16,1-1 1 0,-9-5-7 0,0 4-1 15,0-1-8-15,-8-1-27 0,-4-4-18 0,11 7-10 16,-12 0-16-16,9-3-23 0,1 2-21 0,0 3-30 16,0-2-43-16,1 3-46 0,7-2-54 0,-1 4-54 15,1-1-170-15,3-1-521 0,1-2 231 0</inkml:trace>
  <inkml:trace contextRef="#ctx0" brushRef="#br0" timeOffset="53146.54">8550 5559 213 0,'0'0'265'0,"0"-4"-25"16,0 4-26-16,0 0-19 0,0-7-22 0,0 7-15 15,0 0-16-15,0 0-14 0,0 0-12 0,0 0-10 16,0 0-13-16,2-5-8 0,-2 5-9 0,0 0-8 16,0 0-1-16,0 0-12 0,5 16-5 0,-5-7-3 15,-5-2-6-15,5 3 0 0,0 2-7 0,0 0-2 16,-2-1-2-16,2 5-3 0,0-5-1 0,-6 5-3 16,6-3-2-16,0 4-5 0,0-1 2 0,-7-4-2 15,7 1-3-15,0 2 2 0,7-3-2 0,-7-1-2 0,0 1 1 16,0-1 0-16,6-3-3 0,1 0 2 15,-1-1 1-15,-2 4 1 0,7-5-5 0,-1 0 4 16,4-3 0-16,0 2-2 0,1-4-2 0,0 1 2 0,7-5-2 16,-2-2-1-16,-4 3 0 0,4-2 1 0,-3-4 3 15,2 3 14-15,-4-3 7 0,2 1 6 0,-1-1 11 16,-4 1 4-16,1-4 4 0,-4 6-2 16,-1 1 13-16,-2-2-4 0,-1 0 3 0,0 3 8 0,4-1-4 15,-9 4 4-15,6-4-6 0,-6 4-10 0,7-4-7 16,-7 4-6-16,0 0-5 0,0 0-7 0,0 0 0 15,0 0-8-15,0 0 0 0,0 0 1 0,-12 23-8 16,11-15-1-16,-6 3 1 0,5-2-8 0,-4 9-13 16,2-3-31-16,-2 2-17 0,1-1-20 0,5 3-33 15,-8-4-32-15,6 2-29 0,0 2-14 0,-1-4-33 16,6 4-29-16,-1-3-39 0,0-1-186 0,-2-6-502 16,0 1 223-16</inkml:trace>
  <inkml:trace contextRef="#ctx0" brushRef="#br0" timeOffset="54848.7">6263 6922 216 0,'0'0'248'0,"-10"-1"-19"0,10 1-10 0,0 0-16 0,0 0-20 16,0 0-16-16,0 0-11 0,-15 0-15 0,15 0-15 15,0 0-10-15,0 0-12 0,0 0-12 0,0 0-8 16,0 0-8-16,0 0-7 0,0 0-7 0,0 0 0 16,0 0-2-16,0 0 4 0,0 0-4 0,0 0-1 15,0 0-7-15,40 4-4 0,-24 0 4 0,1-3-12 16,-2 2-1-16,3-2-2 0,2 2 5 0,-5-1 1 15,1 0-4-15,4-1-1 0,-5 2-7 0,0-1 3 16,-5 0-10-16,1 3-3 0,4-5 2 0,-6 3-4 16,-3 1-4-16,2 1 0 0,-1-2-2 0,1 2 1 15,-1-3 0-15,1 3-6 0,-4 2 1 0,-3 1 0 16,1-1 2-16,-2 4-3 0,0 1 0 0,0-3 0 16,0 6-1-16,-3-1 0 0,-1 3 2 0,1-2-3 15,-2 0 1-15,-2 0-1 0,4 4 0 0,-2-3-3 16,5 4-2-16,-8-5-2 0,3 3-14 0,5-5-11 0,-2 2-20 15,2-3-21-15,2 1-4 0,3-2-38 0,-4 0-46 16,6-6-37-16,1 3-42 0,-1-5-207 0,1 1-478 16,-1-2 211-16</inkml:trace>
  <inkml:trace contextRef="#ctx0" brushRef="#br0" timeOffset="55230.32">6390 7227 132 0,'0'0'240'0,"0"0"-13"0,0 0-12 16,17 0-16-16,-17 0-17 0,0 0-15 0,10 0-13 16,-10 0-14-16,13 0-11 0,-13 0-13 0,15 0-5 15,-15 0-13-15,16-3-10 0,-2 2-8 0,-6-1-6 0,12-3-9 16,-7 4-9-16,5 0-2 0,-5 1-5 15,9 0-7-15,-1-2-11 0,-2-4-31 0,4 6-25 16,-3-5-46-16,1 1-53 0,7-5-63 0,1 6-187 16,-11-1-405-16,3-4 179 0</inkml:trace>
  <inkml:trace contextRef="#ctx0" brushRef="#br0" timeOffset="56763.18">7595 6983 39 0,'0'0'300'15,"3"-7"0"-15,-3 7-9 0,2-2-5 0,-2 2-19 16,0 0-11-16,0 0-23 0,0 0-12 0,0-8-16 16,0 8-16-16,0 0-18 0,0 0-15 0,0 0-16 15,0 0-13-15,0 0-9 0,0 0-16 0,0 0-8 16,-21 8-14-16,12-6-8 0,-4 5-4 0,5-2-7 16,0 7-11-16,-6-1 1 0,6 0-6 0,-7 2-1 15,2 1-2-15,0-2-12 0,3 4 3 0,-4 2-2 16,3-3-2-16,-1 8-8 0,2-4 0 0,-1-4-6 15,4 3 1-15,1 1-3 0,4-2-4 0,-1 1 1 0,4-3 3 16,-1 4 6-16,2-7-8 0,0 0-2 0,7 0 8 16,0 2 0-16,-3-5 0 0,1-2-1 15,3 0 5-15,5 2-1 0,0-5-2 0,-5-1-1 16,3-2 3-16,0-1 0 0,2-1 0 0,-7-2-3 0,6 0-4 16,-6 2 2-16,7-4 8 0,-9-4-7 0,4 4-1 15,-5 0 8-15,0-3 9 0,0 1-4 0,-5-4 1 16,0 2 0-16,0 2-5 0,-3-4-1 0,-4 6-3 15,2-2-6-15,-3-4-6 0,0 6-12 0,1-5-23 16,-1 3-18-16,-5 1-23 0,4 0-18 0,-2-1-20 16,-1 5-28-16,2-4-28 0,-1 1-37 0,1 1-36 15,0-1-35-15,10 5-47 0,-9-3-212 0,9 3-571 16,-3-4 253-16</inkml:trace>
  <inkml:trace contextRef="#ctx0" brushRef="#br0" timeOffset="57246.44">8578 6999 58 0,'0'0'322'0,"0"0"-14"0,0 0-19 0,0 0-19 15,0 0-31-15,0 0-23 0,0 0-21 0,0 0-23 0,0 0-14 16,0 0-15-16,9 11-13 0,-9-6-9 0,1 2 1 15,6-2-1-15,0 3-9 0,-1-1-2 0,2 1 0 16,1 4-11-16,6 2-3 0,-4-2-8 0,1-1 2 16,6 1 1-16,-3 2-21 0,0 3-8 0,1-6-4 15,1 3-8-15,-1 1 0 0,1-1-6 0,-2-1-8 16,-2 2 1-16,2 3 12 0,-2-3-20 0,-4-2-3 16,-1-1-5-16,-2 0 0 0,-1-2-7 0,0-2 6 15,-3 1 0-15,1-1-4 0,-6-1 3 0,1 1-1 16,-4-1-2-16,-1 0 4 0,-1 0-5 0,-4-1 2 15,-1-3-4-15,1 0-2 0,-6-3-21 0,0 1-25 16,0-1-27-16,1-1-23 0,-6-3-33 0,3 2-36 16,-1-4-48-16,1 3-55 0,-2-8-47 0,7 1-228 15,1 0-574-15,0-4 254 0</inkml:trace>
  <inkml:trace contextRef="#ctx0" brushRef="#br0" timeOffset="57429.73">8666 6895 174 0,'2'-4'268'15,"-2"4"-26"-15,15-8-28 0,-9 8-19 0,4-5-18 16,0 2-18-16,2-1-17 0,4 1-12 0,1 2-14 0,-1-2-21 16,4-2-40-16,0 2-44 0,5-1-49 0,6-5-61 15,1 3-67-15,-4-2-114 0,-5 1-302 0,-1 1 134 16</inkml:trace>
  <inkml:trace contextRef="#ctx0" brushRef="#br0" timeOffset="58196.21">10513 5898 126 0,'0'0'223'0,"0"0"-27"0,0 0-9 16,0 0-21-16,0 0-5 0,0 0 11 0,0 0 7 15,0 0-2-15,37 10-10 0,-11-10-13 0,9 5-13 0,18-3-14 16,3-1-11-16,2-1-16 0,25-1-6 0,6 1-10 16,-1 0-8-16,8 1-5 0,0-1-7 15,0 3-8-15,7-6-5 0,1 6-4 0,-8 1-6 16,-4-4-3-16,-2 2-4 0,-7-2-4 0,-24 1-3 0,6 6-9 16,-4-7-16-16,-13 1-16 0,-5 0-9 0,-10 2-17 15,-3-3-16-15,-5-3-16 0,-7 2-17 16,-6 0-32-16,-3-6-31 0,0 4-34 0,-3 1-28 0,-6 2-146 15,0-8-390-15,0 8 173 0</inkml:trace>
  <inkml:trace contextRef="#ctx0" brushRef="#br0" timeOffset="58514.08">11905 5702 120 0,'0'0'189'0,"0"0"0"15,2 8-3-15,-2-8-1 0,8 12-1 16,-1-5 1-16,1 0-1 0,4 5-3 0,2-3-9 16,3 1-9-16,0 2-10 0,7-1-10 0,3 1-13 0,-1 1-9 15,-2 1-14-15,4-1-14 0,-3-2-7 0,-11 1-8 16,8 3-8-16,-2 0-3 0,-4-4-9 15,1 4-7-15,-4-2-5 0,-1 1-6 0,-7 0 5 16,8 1-12-16,-10 0-4 0,2 0-8 0,-6 1-8 0,-1-1-15 16,-6 2-12-16,-2-2-26 0,-9 7-25 0,-7 2-34 15,0-5-38-15,-11 2-40 0,-4 5-43 0,-6 2-30 16,-9-2-137-16,-20 8-419 0,-2-6 187 0</inkml:trace>
  <inkml:trace contextRef="#ctx0" brushRef="#br0" timeOffset="59179.65">6195 8475 180 0,'-8'-12'295'16,"8"2"-10"-16,-5 4-7 0,1-2-9 0,-2 4-19 15,4-5-15-15,-3 4-26 0,5 5-22 0,0 0-14 16,0 0-24-16,0 0-15 0,0 0-16 0,0 0-8 0,-6 21-9 15,12-12-11-15,-6 9-12 0,7-6-4 0,3 8-6 16,-5 3-6-16,1-3-8 0,3 7-8 0,5 0 3 16,-7 3-5-16,6-2-4 0,-3 1-3 0,-3-4-4 15,6 1-2-15,-1-1-9 0,-7-5-8 0,6-2-16 16,-6 0-24-16,7 0-20 0,-6-3-25 0,-2 0-31 16,4-1-26-16,-1-4-12 0,-1-3-50 0,1-2-45 15,3 0-228-15,-5-3-501 0,5-2 222 0</inkml:trace>
  <inkml:trace contextRef="#ctx0" brushRef="#br0" timeOffset="59564.09">6547 8614 92 0,'0'0'199'0,"0"0"-22"0,0 0-12 16,0 0-17-16,0 0-11 0,14 20-3 0,-13-14-9 15,4 3-13-15,-3 3-8 0,6 0-11 0,4 2-5 0,-7-6-12 16,5 7-11-16,-5-4-3 0,5 4-6 0,-7-6-9 16,2 2-1-16,2-4-5 0,-1-1 2 15,-3-2-1-15,2-1 14 0,-5-3 18 0,7 8 7 0,-5-4 20 16,-2-4 5-16,0 0-11 0,0 0-9 0,0 0-6 16,0 0-9-16,0 0-6 0,13-13-8 0,-11 7 2 15,1 0 1-15,2-1-1 0,0-3 3 0,-2 1 4 16,5 2 4-16,-3-3 8 0,5 4-11 0,-3-2-4 15,-2-3-6-15,3 4-1 0,0 4-9 0,1-3-3 16,4-2-1-16,-5 3-9 0,5-2 0 0,-3 4-6 16,-3 2-5-16,6-5-2 0,-4 6 0 0,4 6-4 15,-5-3-6-15,7 0 4 0,-7 3-3 0,4 0-1 16,-4 4-4-16,0-5 2 0,1 5-1 0,-3 2-22 16,3-4-20-16,-4 3-23 0,-4 1-26 0,4 1-40 15,-5-3-49-15,0 2-43 0,0-1-41 0,0-2-43 16,-5 3-161-16,5-5-496 0,0 0 220 0</inkml:trace>
  <inkml:trace contextRef="#ctx0" brushRef="#br0" timeOffset="59814.15">7152 8668 259 0,'0'0'298'0,"6"-2"-25"0,-6 2-28 0,0 0-24 15,0 0-22-15,0 0-16 0,0 0-19 0,0 0-13 0,0 0-7 16,-6 19-15-16,6-11-11 0,1 2-12 0,4 2-9 16,-1 2-10-16,-1-1 0 0,-2-3-13 0,6 6-8 15,-5-5-8-15,4 5-3 0,3-4-7 0,2-1-3 16,-1 1-9-16,5 0 3 0,-3-4-12 0,-4-4-15 16,0 4-24-16,5-2-22 0,-3-3-22 0,4-2-25 15,-4 4-35-15,1-3-31 0,2-7-26 0,-3 3-25 16,2-1-33-16,-2-2-132 0,-4-2-392 0,3 0 174 15</inkml:trace>
  <inkml:trace contextRef="#ctx0" brushRef="#br0" timeOffset="60063.95">7491 8295 237 0,'0'-7'287'0,"0"7"-17"0,-2-11-24 0,2 11-26 16,0-8-25-16,0 8-21 0,0 0-17 15,0 0-17-15,0 0-11 0,0 0-10 0,0 0-12 0,10 22-17 16,-10-12-6-16,5 5-8 0,3 3-8 0,1-2 0 16,-3 8-10-16,3 2-7 0,2 0-3 0,-1 1-6 15,-3-2-3-15,8 1-4 0,-9 5-4 0,4-6-2 16,3 1-3-16,-6 2-3 0,6-3-20 0,-4-3-14 16,-3-3-16-16,-3-5-30 0,2 6-26 0,-5-7-24 15,0-4-24-15,9 1-25 0,-9 0-25 0,-4-5-32 16,4-5-135-16,-10 7-377 0,10-7 167 0</inkml:trace>
  <inkml:trace contextRef="#ctx0" brushRef="#br0" timeOffset="60846.99">7489 8602 95 0,'0'-10'178'0,"0"4"-4"0,0-2-5 0,2 4-3 16,6-2-2-16,-8 6-6 0,7-9-7 0,-1 6-16 15,3 2-6-15,4-3-10 0,0 4-12 0,-3 4-6 0,5-4-5 16,5 3-3-16,0-1-9 0,-4 6-7 0,1-1-10 15,4 0-4-15,4 3-4 0,-7 0-6 16,6 2-7-16,-1-1-2 0,-2 3-5 0,-4 2-9 16,3-7 1-16,3 10-3 0,-3-4-4 0,-2 2 0 0,0-3-3 15,-1-1-1-15,-2-1-1 0,4 2 0 0,-2-3-4 16,6 6-2-16,-3-6-2 0,-3-3 0 16,-1 0-4-16,4-1-8 0,-3 0 1 0,2-3 2 0,-2-3-5 15,1-1-3-15,-3 0 5 0,2 0 2 0,-3-4-3 16,3 0 1-16,-2-4 3 0,1 0-4 0,3 0 3 15,-4-3 0-15,-1-1-2 0,0 0-1 0,-1 0 1 16,-3-3 1-16,-2 3 4 0,-3 3 3 0,-3-8 15 16,6 7 4-16,-3 3 2 0,-5-1-3 0,-5 2 1 15,2-6-3-15,-2 6-1 0,-2 1-6 0,-1 4 1 16,0 1-3-16,-4-6 3 0,-5 6-4 0,3 6-4 16,0-5 0-16,-1 2 0 0,-1 4 0 0,-4-2-4 15,10-1 0-15,-3 6-4 0,0-4-11 0,4-2-5 16,1 4-5-16,1-2 3 0,4 0 0 0,-2 0 1 15,5-6-3-15,5 12 9 0,-2-9-8 0,4-2 7 16,1 3 0-16,6-3 1 0,-4-1 0 0,4-1 2 16,8 1 2-16,-6 0-5 0,1-5 7 0,0 2 0 15,-3 0-2-15,6-5 0 0,-3 7 0 0,-2-5 1 16,1 6-1-16,-2-1 1 0,0-3 4 0,-7 4-3 16,3-1 2-16,-10 1-1 0,17 1 0 0,-12 4 3 15,4-5-4-15,-5 5 4 0,2 2 1 0,4-5-3 0,0 3 0 16,-5 3-1-16,2-4 4 0,1 6 2 0,7-3-5 15,-5-1 3-15,7 4-1 0,-8-2 3 0,11-4-3 16,-5 3 1-16,0-3 1 0,5-3 0 0,-3 3 1 16,-3-4-3-16,10 0 4 0,-6-5-1 0,8 1-1 15,-4-3-3-15,-1 3 3 0,1-2 2 0,6-4-5 16,-5-1 3-16,4-3 0 0,-9 4-2 0,5-5-1 16,2 0 1-16,-5-4-1 0,0-2 1 0,-6-1 2 15,6-3 1-15,-5-2-2 0,-3-2 2 0,-2 1-2 16,-2 2 4-16,-6-2 8 0,3 0 7 0,-5 2 22 15,-5 7 11-15,5-1 3 0,-2 2 1 0,-5 0-1 16,1 4-4-16,-3 1-2 0,1 4-6 0,-3 1-5 16,2 1-4-16,-4 2-4 0,3 1-3 0,-3 4-6 15,0 3-2-15,-2 3-1 0,-2-3-1 0,2 8-6 16,0-3-1-16,2 6-1 0,5-1 0 0,1 7-3 16,1-2 1-16,2 7 1 0,1-2-2 0,3 7 0 15,7 0-4-15,-1-3 8 0,6 5-5 0,9 0-11 16,-2-5-13-16,4 8-14 0,10 1-29 0,-8-14-26 0,9 4-24 15,-10-7-31-15,5-2-30 0,3-3-42 0,-1-1-39 16,1-2-175-16,-4-7-463 0,2 0 205 0</inkml:trace>
  <inkml:trace contextRef="#ctx0" brushRef="#br0" timeOffset="61862.8">9797 8426 172 0,'-5'-8'208'0,"0"3"-23"16,0 4-18-16,-7-7-19 0,0 5-13 0,3 2-14 15,-8 0-12-15,-1-1-7 0,-5 4-4 0,6 0-6 16,-3 3-4-16,-1 2-10 0,4 1-3 0,-11 2-5 16,6 6-1-16,4-3-7 0,0 5-5 0,3 6-4 0,-1-9-9 15,9 3-1-15,-1-2-2 0,1 3-7 0,5 1 0 16,-1 0-4-16,6 4-1 0,1-3-5 15,2-3-1-15,3 0-2 0,-1-2-1 0,5-2 0 0,2-1-3 16,0-1-2-16,3 2 1 0,2-6-1 0,2-1-1 16,-8-3-2-16,6 0-3 0,2-3 3 0,1-1-4 15,-3-1 0-15,-4-3-2 0,6 1 2 0,-2-2-3 16,-4-2 2-16,-2 4-4 0,0-1 0 0,-2-5 5 16,0 6-5-16,-2 0 0 0,-2-3 0 0,-2 3-3 15,1 0 2-15,1 0 1 0,-8 3-2 0,9-6-1 16,-4 3 2-16,-5 3-3 0,0 0 1 0,0 0-3 15,10-3 0-15,-10 3 3 0,0 0-5 0,0 0 4 16,0 0 0-16,4 12 1 0,-4-5-1 0,7-4 1 16,-7 5 1-16,2 1-2 0,1-3 2 0,0 2-1 15,4 0 0-15,-5 0 1 0,4 3 2 0,1-4-4 16,1 2 1-16,-8-3-5 0,7 2 4 0,1-3-2 16,-3 2 0-16,-2-3 1 0,6-1 2 0,-9-3 0 15,10 1-1-15,-10-1 2 0,0 0-1 0,9 0-1 16,-9 0 2-16,0 0-5 0,0-11 5 0,0 11-1 15,0-11-1-15,0 2 5 0,-1 2-6 0,-4-1 4 16,5-3 0-16,0 2-2 0,0-1 1 0,5 1 2 16,-5-3-1-16,0 5 3 0,1-5-4 0,6 1 0 0,0 3 2 15,-6-2-4-15,6 4 2 0,1-1 0 0,-1 3 1 16,1 0-4-16,-1-2 2 0,-1 1 0 16,3 4 2-16,-3 0-1 0,-6 1-4 0,20 0 1 0,-20 0 2 15,18 2 1-15,-9 3-1 0,2-3-5 0,-1 3 4 16,-2 0 3-16,2-2 1 0,-5 2 0 0,7 0-5 15,-4 3 3-15,-1-5-2 0,1 3 2 0,-1-3-4 16,1 1-2-16,-3 3-1 0,-2-3 1 0,-3-4-2 16,9 4-1-16,-3 0 2 0,-6-4-1 0,3 4 2 15,-3-4 2-15,4 3 2 0,-4-3 1 0,0 0 0 16,0 0 5-16,0 0 3 0,3 6-2 0,-3-6 7 16,0 0-2-16,0 0 0 0,0 0 5 0,0 0 2 15,0 0-1-15,0 0-3 0,0 0 1 0,10-12-2 16,-10 12-1-16,8-6-2 0,-1 3 1 0,-2-1 2 15,-5 4-5-15,10-8 0 0,-2 5 1 0,-1-1-4 16,1-1 3-16,0 2-1 0,4-3 1 0,-6 0-2 16,3 5 0-16,-9 1 1 0,13-6-2 0,-10 4-2 15,4 0 0-15,-7 2 0 0,8-4-3 0,-8 4 0 0,7-8-3 16,-7 8 3-16,0 0-3 0,0 0 4 16,0 0 0-16,0 0-3 0,15 12 4 0,-14-10-2 15,-1 4-1-15,4 1 1 0,-3 1 1 0,4 0-2 0,0-2-5 16,0 3-5-16,4-1-9 0,-1 0-6 0,0-1-10 15,5 2-11-15,2 1-13 0,0-2-14 0,0 0-18 16,3-4-28-16,0 1-20 0,1-2-23 0,-1-3-27 16,0 3-121-16,-3-6-336 0,3 0 149 0</inkml:trace>
  <inkml:trace contextRef="#ctx0" brushRef="#br0" timeOffset="62179.43">10758 8281 176 0,'-5'-9'260'0,"4"-1"-14"0,-1 2-14 15,0 3-23-15,-1-2-16 0,3 0-19 0,0 7-20 16,-8-5-17-16,8 5-12 0,0 0-14 0,0 0-11 16,-9 12-10-16,3-5-8 0,4 5 4 0,-3 3 5 15,3 0-2-15,-4 4-2 0,6 8-1 0,0-2 3 16,0 5-7-16,0-1-6 0,0 13-2 0,0-1-4 15,0 2-2-15,6-3-12 0,-4 4-2 0,5-2 3 0,1 3-10 16,-1-3-8-16,6 1-2 0,0-2 0 0,-3-8-7 16,5 5-5-16,-3-7-2 0,-3-3 2 15,1-5-4-15,-3-5-4 0,-2-2-4 0,-2 1-12 16,4-7-6-16,-7 1-3 0,3-3-3 0,-3-3-16 0,0-5-21 16,-3 3-27-16,3-3-22 0,0 0-30 0,-22-10-42 15,12-2-45-15,-3-1-36 0,-2-1-190 16,-1-1-477-16,-4-6 212 0</inkml:trace>
  <inkml:trace contextRef="#ctx0" brushRef="#br0" timeOffset="62446.12">10685 8604 118 0,'7'-3'180'0,"0"-1"-3"0,1 2 1 0,0-1-6 15,-8 3-9-15,20 0-11 0,-10-2-5 0,3 4-4 16,0 3-8-16,2-5-5 0,-1 4-8 0,4-1-9 15,-3 3-11-15,1-2-9 0,2 1-11 0,-1 1-8 16,4 0-6-16,-7 0-5 0,2 1-8 0,-1-2-2 16,-7 2-9-16,7-2-4 0,-1 2-4 0,-6 4-4 15,7-3-4-15,-7 0-3 0,-1 6 0 0,4-3-5 16,-9 2-6-16,6-4-11 0,-3 3-16 0,3-2-8 16,-1 1-7-16,3 2-9 0,-3-3-19 0,-1-5-12 0,4 6-21 15,0-7-21-15,0 1-34 0,3-2-14 16,-1-2-22-16,8-1-135 0,-12 0-339 0,12-1 150 15</inkml:trace>
  <inkml:trace contextRef="#ctx0" brushRef="#br0" timeOffset="63446.11">11506 8558 82 0,'2'-7'227'0,"-2"7"-11"15,-7-8-11-15,2 0-10 0,-3 4-13 0,0 2-14 16,0-4-12-16,-4 3-15 0,-5-1-9 0,3 2-16 15,-1 2-11-15,-2 0-10 0,4 0-9 0,1 2-9 16,-4 2-8-16,7-4-7 0,-4 1-5 0,5 1-5 16,0 4-7-16,1-3-4 0,7 4-2 0,-3 1-7 15,3 3 3-15,0-1 0 0,3 0-5 0,-1 7 0 16,4-2-2-16,3 3-4 0,4-2-2 0,2 6 0 16,-2-3-3-16,2 2-5 0,0 0 3 0,6 0-4 15,-1 2 1-15,-3 1-2 0,-2-2-2 0,-2-5 0 16,-2 3-1-16,1-2 1 0,-4 2-2 0,0-5-2 15,1 3 2-15,-6-5-5 0,-3 3 3 0,0-9 2 16,-3 5 12-16,-1 0 5 0,-2-8 3 0,-6 7-1 16,2-7 0-16,-6 1-5 0,4-1 1 0,-4-2-3 15,2-2 0-15,6 0-1 0,8 0 0 0,-21-2 0 0,14-2-6 16,-1-2 3-16,1-1-6 0,5-3-4 16,2 1-3-16,0-7-8 0,0 5-2 0,2-8-7 15,5-1-11-15,1 2-14 0,9-3-13 0,-4-1-13 0,7-3-12 16,-2 2-12-16,3-3-8 0,1 4-9 0,4-12 7 15,-4 9 6-15,-4 5 3 0,0 0 16 0,-3 2 6 16,-3 3 16-16,1 3 14 0,-1 0 9 0,-2 4 14 16,-9 1 10-16,6 1 4 0,-1 0 0 0,-4 2 1 15,3-3 1-15,-5 7 0 0,3-4-4 0,-3 4 4 16,0 0 2-16,0 0-4 0,0 0 9 0,0 0-2 16,5 21-3-16,-5-13 1 0,2 2 3 0,3-1-1 15,-3 0-2-15,3 3-5 0,-2-3 7 0,2 6-2 16,-4 2 7-16,8-3-7 0,-3-3 4 0,6 4 2 15,-5-6-2-15,1-3 2 0,0 3 5 0,-6-3 2 16,9 0-2-16,-4-3 3 0,1-3-5 0,1 1 0 16,-9-1-1-16,16-1-1 0,-8-3-1 0,2-1 3 15,-5 3 1-15,2-3 4 0,0-4 8 0,-1 3 7 0,2-2 2 16,-3-3 7-16,-1 3 0 0,2 0 3 16,-6-5-1-16,5 3 5 0,-1 2-1 0,-1 1 7 15,2 3-3-15,-5-2-7 0,0 6-3 0,3-9-8 16,-3 9-6-16,0-5-6 0,0 5 1 0,0 0-2 0,0 0-3 15,0 0-6-15,0 0 2 0,0 0 1 0,-3 20-3 16,6-13 2-16,-1 4-5 0,-2-5 1 0,1 6-9 16,3-2-1-16,-3-2-9 0,1 1-15 0,3 0-4 15,-2-3-14-15,4 1-13 0,-2 4-9 0,2-7-15 16,-4 4-14-16,5-5-25 0,-1 3-11 0,-1-4-7 16,6-1-14-16,-12-1-6 0,12-1-1 0,-12 1-1 15,14-8-1-15,-7 5 6 0,0 0 15 0,-1-2 12 16,-4 1 19-16,3-2 18 0,-3-3 15 0,-1 1 12 15,4-2 19-15,-5 3 11 0,2 1 13 0,5-2 15 16,-7-3 24-16,0 2 10 0,4 5 16 0,-4-5 12 16,2 3 15-16,-2 6 3 0,8-9 4 0,-8 0-9 15,0 6-8-15,0 3-3 0,0 0-5 0,0-6 1 16,0 6-7-16,0 0-12 0,0 0-4 0,0 0-2 16,0 0-2-16,22 9-5 0,-17-3 2 0,-5-6-8 15,10 4 1-15,-4 1 2 0,1-1-4 0,0 4-3 16,1-1 1-16,-5-2 0 0,2 2-5 0,4 0 0 0,-5 3 1 15,3-7-5-15,0 3-1 0,-4-2 1 0,-1 1-1 16,-2-5-3-16,3 6 2 0,-3-6 1 0,0 0 0 16,0 0 5-16,0 0-5 0,-12 5-1 15,12-5 1-15,0 0-5 0,0 0 8 0,-24-8-8 0,24 8 1 16,-7-3 4-16,7 3-8 0,-8-5-2 0,8 5-4 16,0 0-11-16,1-11-8 0,-1 11-14 0,14-7-10 15,-4 2-23-15,4-2 4 0,3 0-17 0,1 2-19 16,2-2-15-16,7-2-99 0,4 1-240 0,-5-3 106 15</inkml:trace>
  <inkml:trace contextRef="#ctx0" brushRef="#br0" timeOffset="63846">12685 8547 105 0,'-28'8'131'0,"14"-8"-7"0,1 3-3 0,-3 6 5 15,-1-5-6-15,2 2-3 0,-6 0-3 0,1 3-3 16,-5 1-12-16,7 1-6 0,1-2-9 0,1 3-5 15,-4-5-13-15,10 7-3 0,-3-3-12 0,-1 2 0 0,6-4-5 16,1 1 0-16,6 2-5 0,-6-2-2 0,7-1-5 16,0-2-9-16,2 2 0 0,3-2 4 15,-4-2-1-15,13-1-9 0,-4-1 4 0,-4 1-2 16,14-3-7-16,2-1 2 0,-6-1-7 0,4 1-2 0,-3-4-5 16,4 0-9-16,-4-2-2 0,4-2-4 0,-1 3-7 15,-3-3-1-15,2-4-8 0,0 6 0 16,-1-9-1-16,-3 3 6 0,1-1 2 0,-1 4 2 0,-7-2 10 15,-1 0 3-15,1 4 11 0,-1-1 18 0,-5 1 8 16,4-2 1-16,-6 3 0 0,0 1-4 0,0 5 3 16,-8-10-11-16,8 10 2 0,-13 0-4 0,13 0 1 15,-10-5-4-15,10 5 1 0,0 0 1 0,-18 11-4 16,14-7-1-16,-2 1-1 0,1 2-2 0,5 1 3 16,0 2-1-16,0-1-3 0,0-1-2 0,0 2 3 15,5-2-1-15,1 4 2 0,-1-4-3 0,0-1-2 16,7-1 1-16,-4 3-2 0,7-3-3 0,0 0-14 15,6 2-18-15,-6-7-17 0,8 2-25 0,-1-3-24 16,0-3-37-16,1 2-18 0,5-7-130 0,0 2-306 0,-3-2 136 16</inkml:trace>
  <inkml:trace contextRef="#ctx0" brushRef="#br0" timeOffset="64364.75">13092 8133 50 0,'-7'-1'143'16,"7"1"-20"-16,0 0-12 0,0 0-13 0,-15 13-1 15,12-7 3-15,0 3 3 0,3 3 6 0,0 0-3 16,0 3-1-16,0-1 1 0,6 3 0 0,-6 2-10 16,2 1-9-16,3 0-8 0,-5 6-6 0,2 1-5 15,4 1-7-15,-6 3-7 0,2-1-6 0,3 1-1 16,-5-3-7-16,2 13-1 0,4-12-1 0,-6 6-9 15,7-9 2-15,-7 1-5 0,0-2-2 0,0-5-4 16,0-3 1-16,0 2-4 0,0-3-3 0,1-7-3 16,-1 0 1-16,0 1 0 0,0-2-6 0,0-2 7 15,0-6-1-15,0 4-1 0,0-4-4 0,0 0 2 16,0 0-1-16,0 0-2 0,0 0 0 0,15-15 0 16,-10 7-2-16,-3 0-1 0,5-7 2 0,-1 0-1 15,1 0-1-15,-1-2 1 0,3 4-2 0,-1-5-2 16,7 6 3-16,-8-11 1 0,2 5-6 0,1 5 4 15,0-2-2-15,2 4 5 0,0-4-5 0,2 10 3 16,5-3 0-16,-4 0-5 0,-6 1 3 0,3 4-2 0,0 2 1 16,3-3 0-16,-4 8 0 0,-1-1-2 0,2 1 3 15,-1 0 0-15,2 1-3 0,-1 2 4 0,0 9-1 16,-4-6-1-16,-1-1-1 0,4 3 0 0,-1 2 0 16,-3-1 0-16,3 1-5 0,-7 2 1 0,-1-10-5 15,3 1-6-15,-1 5-5 0,1-5-10 0,-5 0-5 16,5 2-1-16,-5-2 2 0,2 1-1 0,-2-5-3 15,0-3-7-15,0 9-5 0,0-9 6 0,0 7 0 16,0-7-12-16,0 0-23 0,7 5-16 0,-7-5-9 16,0 0-4-16,0 0-15 0,16 0-6 0,-16 0-81 15,15-5-230-15,-7 4 102 0</inkml:trace>
  <inkml:trace contextRef="#ctx0" brushRef="#br0" timeOffset="64746.32">13608 8715 500 0,'9'-1'-33'16,"1"-4"14"-16,-10 5 24 0,11-3 12 0,-11 3 6 15,12-6 10-15,-9 4 11 0,-3 2-7 0,0 0 13 16,8-3 1-16,-8 3-1 0,0 0 5 0,0 0-2 0,0 0 4 15,0 0 10-15,0 0 4 0,0 0-4 16,0 0-5-16,0 0-5 0,0 0-4 0,0 0-4 16,4 12-6-16,-4-12-5 0,-7 8 2 0,5-2-10 0,4 3-2 15,0-3-7-15,-2 3 4 0,1-6 0 0,4 5 3 16,0-3-9-16,4-2 1 0,-3 1-1 16,4 1-1-16,-3-3-3 0,-7-2-2 0,15 0 1 0,-7 1 2 15,-8-1-8-15,11-3-1 0,-11 3-3 0,14-5-2 16,-9 1 6-16,1 0 0 0,1 0-3 0,-5-4 3 15,4 2 5-15,-6 0 6 0,2-1 5 0,3 0 3 16,-5 3 5-16,6 0 7 0,-4-4-3 0,-2 2-2 16,0 6 0-16,7-9-4 0,-7 5-4 0,0 4-5 15,0 0-5-15,1-4-3 0,-1 4 1 0,0 0-4 16,0 0 1-16,0 0 0 0,0 0-2 0,0 0 2 16,14 12 0-16,-6-9-2 0,-3 2-2 0,3-1 3 15,-1-1-2-15,-1 2 0 0,3-2-6 0,-3-1 4 16,1 0 0-16,-2 3 0 0,5-3-6 0,-10-2 3 15,0 0 1-15,16 1-1 0,-9-1-3 0,-7 0 7 16,0 0 1-16,18-3-7 0,-18 3-7 0,5-7-11 16,2 2-18-16,-7 5-26 0,5-5-23 0,-5 5-35 15,5-7-50-15,-5-1-140 0,0 0-333 0,0 8 147 0</inkml:trace>
  <inkml:trace contextRef="#ctx0" brushRef="#br0" timeOffset="64912.37">13641 8346 4 0,'-11'-4'20'0,"3"-1"-24"15,1-1-5-15,2 0 2 0</inkml:trace>
  <inkml:trace contextRef="#ctx0" brushRef="#br0" timeOffset="66913.14">19767 8137 163 0,'-5'-8'326'16,"5"1"-18"-16,-6 0-24 0,6 2-17 0,0 5-29 15,-2-7-14-15,2 7-22 0,-7-6-26 0,7 6-21 16,0 0-13-16,0 0-14 0,0 0-11 0,0 27-15 0,0-17-8 15,5 7-8-15,-1 1-9 0,1 0-1 0,-4 10-12 16,4-1-7-16,-2 0-7 0,2 3-2 0,-3-1-3 16,6-5-7-16,-1-2-6 0,-2 1-19 0,2-1-17 15,-2-2-24-15,-1-5-17 0,1 0-24 0,-3-4-19 16,3 2-27-16,-2-5-24 0,2-5-25 0,2-3-25 16,-7 0-24-16,0 0-7 0,0 0 2 0,18-10-119 15,-13 5-365-15,-2-9 162 0</inkml:trace>
  <inkml:trace contextRef="#ctx0" brushRef="#br0" timeOffset="67929.05">19704 8134 40 0,'-6'-9'204'15,"4"-1"4"-15,-5 2-6 0,6 3-11 0,-4-2-17 16,3-3-16-16,4 4-10 0,-2 6-15 0,6-9-3 16,1 7 0-16,1 1-2 0,5-3 2 0,1 4-8 15,2-2-9-15,6 2-4 0,-2 3-17 0,6 4-10 16,-4 0-6-16,4 1-9 0,-1 4-7 0,-4 4-4 15,6 0-8-15,-2 1-4 0,0 0-6 0,-9 0-1 0,4 4-4 16,2-1-4-16,-9-5-3 0,8 10-3 0,-12-10-2 16,5 9-1-16,-2 0-1 0,-4-7-2 15,-6-1-2-15,5 0-1 0,-7 4 2 0,0-1-3 0,-7-5 0 16,0 2 2-16,-1-5 4 0,-7 2 0 0,0 0 6 16,2 0 0-16,-12-2-1 0,-3 2 6 0,3-1 0 15,-6-5 3-15,4 0 0 0,-2-2 3 0,7-2 0 16,1-3 9-16,1 5 5 0,3-3 3 0,6 0 4 15,-1 1 12-15,0 1 4 0,4-4 3 0,8 0-5 16,0 0-9-16,-10-9 1 0,10 9-8 0,0 0-12 16,30-10 1-16,-12 5-5 0,12 1-9 0,0 1-3 15,16-1-4-15,2 3 11 0,-5-1-18 0,2 2 1 16,-1 0-11-16,4-1-5 0,-3-3-5 0,-12 1-4 16,0-1-8-16,14 1 0 0,-16-2 1 0,4 0-3 15,-5 2-9-15,1-5 7 0,-13 2-4 0,4-1 5 16,-1 1-1-16,-4-1 0 0,-4-5 4 0,2 5-4 15,-7 1 3-15,1-1 3 0,-3-4-6 0,-2 0 0 0,-1 4 2 16,-3-2 7-16,0 0-8 0,-5 0 5 0,3 2-4 16,-6-1-4-16,0 1 4 0,-4 0-3 15,2 2 7-15,-5 2 4 0,0-2-5 0,-3 3 7 0,2 2-1 16,-1 2 8-16,-1 3-8 0,-4-4 7 0,7 2-9 16,1 3 1-16,-1 0 3 0,3 5 2 0,2-7-3 15,2 4 2-15,0 0-2 0,4 0 2 16,1 1 1-16,3-2 2 0,0 6-3 0,3-4 5 0,1-2-3 15,1 2 0-15,6 2-4 0,-4-4 5 0,8-1-3 16,0 0 4-16,4 2 2 0,-2-3-7 0,-2-3 7 16,6-1-2-16,-1-1-2 0,-2-1 3 0,1-1 0 15,-1-3 4-15,3 1-6 0,-1-6 1 0,-3 4 1 16,3-1 0-16,-2-1 3 0,0 1-1 0,-1 0-1 16,-1 2-4-16,-3-4 4 0,-1 2-2 0,1 1 1 15,-6-1 7-15,13 1-6 0,-5 0-3 0,-7 4 3 16,7-1 0-16,-4 2 0 0,-1-2-3 0,4 0 7 15,-6 3-8-15,5 3-1 0,-3 0 3 0,2-2 0 0,-2 1 0 16,-1 1-2-16,1 2-1 0,0 2 3 0,2 0-1 16,-4 1 18-16,0-1-20 0,-3 5 3 15,0-4-2-15,0 4-1 0,-5-3 3 0,0 0-1 16,0 3-1-16,0-1 3 0,-6 0 1 0,2 0 1 0,-1-2 1 16,-8 2-3-16,5-6 6 0,-4 5-5 0,-1-1 1 15,0-6 1-15,0 1 1 0,-4-3-5 0,1 1-5 16,2-4-18-16,1-3-14 0,0 3-14 0,5-6-6 15,1 6-10-15,0-5 0 0,7 0 0 0,0 7-4 16,7-15 0-16,-2 9-5 0,5-3 13 0,-4-4-15 16,6 5-16-16,3-5-16 0,0 0-20 0,1-1-18 15,6-3-3-15,-1 2 4 0,3-2 5 0,-5 5 17 16,-2 2 17-16,0 0 12 0,1 2 23 0,-7 1 26 16,1-3 22-16,-2 6 17 0,-4-2 13 0,-1 3 17 15,7-1 4-15,-12-1-3 0,0 5-3 0,0 0 11 16,10-2-3-16,-10 2 12 0,0 0 4 0,5 12-4 15,-5-4 7-15,5-1-2 0,-5 1 4 0,-5 3-1 16,10-3-3-16,-5 7 1 0,0 1-4 0,5 2 1 0,-2-2 2 16,-3-3-7-16,8 7 0 0,-1 6-4 15,-5-10-1-15,4 2-3 0,6-3-3 0,-10 2 0 16,6-1-4-16,3-2 4 0,-7 1-10 0,7-8-1 0,-4 2-2 16,-2-6-12-16,5 0-25 0,-4 3-30 0,3-5-45 15,-9-1-37-15,0 0-35 0,16-7-29 0,-11 4-108 16,-1-6-335-16,-3 0 148 0</inkml:trace>
  <inkml:trace contextRef="#ctx0" brushRef="#br0" timeOffset="68912.32">21305 8373 103 0,'0'0'141'0,"0"0"-8"0,13 9-9 15,-8-2-5-15,3-2-1 0,-1 1-9 0,1 6-11 16,0-6-6-16,6 3-9 0,-6 4-10 0,2 0-7 15,3 0-4-15,-1-4-7 0,-4 6-9 0,0-1-1 16,-1-6-6-16,1 1-1 0,-1-1-4 0,-1-1 1 0,-6 0-7 16,0 0 3-16,5-1 7 0,-5-6 3 15,-5 11 1-15,5-11 3 0,0 0 0 0,-16 0-3 16,16 0-2-16,0 0 3 0,-20-9 5 0,15 7-1 0,-5-4 4 16,5 3-6-16,-3-3-1 0,6 0-4 0,2-1-6 15,0-5-6-15,7 4 1 0,-4 1-7 0,4-7 1 16,8 2-4-16,3 3-3 0,3-3-7 0,3 1-2 15,4 3-5-15,3-3 1 0,-3 3-1 0,2 4-1 16,0-2-4-16,1 0-5 0,-4 0 1 0,-9 4-3 16,3 1-4-16,3 1 2 0,-4-2-1 0,-6 1 1 15,1-2-2-15,-6 3 4 0,4-3 3 0,-3 2-2 16,0-1-1-16,0 0 3 0,-5-2 1 0,1 1 1 16,-2-2 8-16,-4 5 0 0,8-8 6 0,-3 1-1 15,-4 3 8-15,1 0-2 0,-2 4 3 0,0-8 1 16,0 8-2-16,-2-9-7 0,2 9 8 0,0 0-4 15,0-9-1-15,0 9 0 0,-1-6-2 0,1 6-2 16,0 0-3-16,0 0-3 0,0 0 1 0,0 0-2 0,0 0 3 16,0 0-1-16,0 0-1 0,-13 18 0 15,13-12 2-15,0 2-4 0,0 0 0 0,0 3 0 16,0-2 0-16,4 0 1 0,5 4-5 0,-6-1 4 16,12 2-5-16,0-4 2 0,0 5-9 0,11-4-8 0,4 4-2 15,1-3 0-15,3 1-14 0,9-3-6 0,-10-2-4 16,11 0-6-16,6-4-7 0,-15 0-5 0,8-3-1 15,-8 1-5-15,-2-2-3 0,0-2 7 0,-3-3 3 16,-2 4 6-16,-7-5 2 0,-4 1 8 0,1-3 6 16,-6 5 17-16,-2-4 13 0,-5-2 9 0,1 2 10 15,-3-2 14-15,-1 2 5 0,-2-4 18 0,-2 2 6 16,-3-2 7-16,1 1 7 0,0 5 2 0,-4-3-2 16,-4 0 0-16,4 5-1 0,-5-3-1 0,-2 3-6 15,-2 0-6-15,-2 0-4 0,-5 3-4 0,6 0-5 16,-3 0-1-16,-1 7-5 0,-6-4-2 0,-2 2-2 15,12-1-4-15,-2 7 0 0,0-5-3 0,2 2-5 16,-2 5 0-16,7-9-2 0,-2 8-1 0,5-1-3 0,-1-2 0 16,2 3 2-16,8-3 0 0,1 7 0 15,-5-5-2-15,10-2 0 0,-4 3 5 0,6 0-4 16,-5-1-2-16,9-4 3 0,-1 1 1 0,5-3 1 16,1 0-5-16,3 0 1 0,-1-5-1 0,3 0-1 0,1-2-1 15,-2-6 1-15,5-1 1 0,1 1-4 0,-6-3 1 16,3-1-6-16,-8-3 4 0,3 3 0 0,-3-4 1 15,0-7 0-15,0 4-2 0,-2-4 0 0,-5 2-4 16,-1-5 0-16,1-2-10 0,1-1 2 0,-3-2 0 16,-6 1 1-16,5-9 3 0,-6 7 5 0,-4 2 5 15,0 2 5-15,-4 1 12 0,6 0-4 0,-2 7 2 16,-3 1 4-16,1 3-1 0,1-3 10 0,6 11-3 16,-7-3-5-16,5 2 0 0,-1 3-9 0,0 1-2 15,3 5 0-15,0 0-4 0,0 0-1 0,0 0 0 16,-7 20 5-16,7-5-8 0,5 1 1 0,-3 4 0 15,1 6-1-15,2-3-5 0,2 4 3 0,-1 2-1 16,1-2 3-16,-6 5-1 0,6 0-2 0,1-3 3 0,1 0-1 16,2-1 1-16,-3 3-1 0,4-2-2 15,-2-2-5-15,-2-2-4 0,7 1-2 0,-3-6-11 16,-7-7-7-16,5 1-4 0,-2-7-7 0,-1 1-41 0,1-4-45 16,2-3-74-16,-2-1-260 0,-8 0-496 0,20-12 220 15</inkml:trace>
  <inkml:trace contextRef="#ctx0" brushRef="#br0" timeOffset="69062.14">21816 7665 51 0,'-21'3'33'0,"-1"1"-47"16,1-2-16-16,6 1 8 0</inkml:trace>
  <inkml:trace contextRef="#ctx0" brushRef="#br0" timeOffset="70129.5">23433 8124 166 0,'-6'-14'216'0,"2"2"-4"0,-6 0-17 16,4 4-13-16,-2-2-14 0,-6 0-19 0,4 4-14 15,-5 3-10-15,1-2-14 0,-5 5-3 16,3 0-9-16,-7 5-12 0,1 4-13 0,-1 3-4 0,-5 1-5 16,6 6-4-16,1-3-9 0,4 5-4 0,-3 0-6 15,12-2 0-15,-7 5-7 0,5 2-2 0,2-1-3 16,5 1-1-16,3-2-1 0,0-3-6 0,3 1 2 16,2 0-3-16,8-9-1 0,2 9 0 0,0-7 0 15,0 1-4-15,5-4 6 0,3-4-7 0,8 3-2 16,-4-3 0-16,3-7-3 0,-7-1 2 0,10 0-4 15,-7-6 2-15,4 3-1 0,0-8-4 0,-2 4 0 16,2 2 1-16,-14-2-1 0,3-2 1 0,-3 1-4 16,-1 2-1-16,0 1 3 0,-8 1-2 0,6-1-3 15,-5 0 2-15,-3 2 0 0,3 0-1 0,-8 3-4 16,7-6 1-16,-7 6-2 0,0 0 1 0,0 0-2 16,8 10 1-16,-8-2 0 0,0-2 2 0,0 1 0 15,-3-1 2-15,6 3 0 0,-3 3 2 0,2-5 1 16,0 1-3-16,3 4 2 0,0-4 3 0,-4 2-3 0,7-1 1 15,-6-2 1-15,5 0 2 0,-2-3-3 16,1-2 2-16,3 1 0 0,-3 0-1 0,-6-3 0 0,0 0 0 16,22-6 1-16,-17 4 0 0,1-2-5 0,1-2 6 15,1 0-2-15,-4-1 2 0,1-2-3 0,1-1 0 16,-3 2-2-16,-1-3 2 0,1 0 1 0,4-5-1 16,-4-2-2-16,1 3 1 0,-4 1 1 0,5-1-4 15,-4 3 1-15,3 4-1 0,1-4 2 0,-2 2 0 16,0 1 0-16,-3 2 0 0,5-1 0 0,-2 4-3 15,-3 4-3-15,7-8 3 0,1 8 1 0,-8 0-2 16,0 0 1-16,20 7 1 0,-10-3-2 0,-3 2 3 16,1 0-2-16,-1 2-3 0,6 0 4 0,-5 3 1 15,7-2-1-15,-8 0 0 0,8 3 2 0,-9-2 0 16,7 1-1-16,-6-4 1 0,1 1-1 0,1-2-1 16,-3 1 3-16,3-2 2 0,-3-2 1 0,2 0-1 15,-8-3 0-15,14 0 2 0,-14 0 0 0,0 0 3 16,15-6 3-16,-9 1-4 0,-1-2 2 0,-2 1 3 15,1-2 6-15,1 1 5 0,1 1-3 0,-2-3 2 16,1 1 7-16,1-2 0 0,1 3-2 0,1-1 2 0,-1-1 2 16,-1 1-9-16,-1 3 6 0,2-2 4 0,1 3-8 15,-4-1-4-15,-1 1-1 0,5 0-4 16,-3 1-5-16,-5 3 1 0,0 0-2 0,15 3-2 0,-7 1 1 16,-1 0 0-16,-5 0-5 0,4 3 2 0,2 1 7 15,6-1-9-15,-8 2-8 0,4 3-3 0,-3-4-8 16,6 2-4-16,-5-1-9 0,12 0-8 0,-7 0-8 15,6-1-16-15,-1-3-5 0,2-1-10 0,1 1-4 16,1-5-8-16,4 0 1 0,-4 0-5 0,-4-1-28 16,4-5-17-16,4 1-17 0,0-2-22 0,3 1-7 15,-10-3-132-15,-2 0-340 0,5-3 150 0</inkml:trace>
  <inkml:trace contextRef="#ctx0" brushRef="#br0" timeOffset="70680.16">24681 7909 168 0,'-11'-20'234'0,"-8"-3"2"16,8 8-11-16,-7 0-13 0,3 2-9 0,0 2 5 0,0 2 40 16,2 2-6-16,4-1-31 0,-4 4-20 0,5 1-24 15,0-1-15-15,8 4-19 0,-15 7-10 0,7 0-11 16,1 6-4-16,4 6-18 0,-1 4-4 0,-1 6-14 16,7 1-1-16,1 11-2 0,4 2-12 0,-5 0-11 15,4 0 2-15,1 0-6 0,1 0 0 0,0 4 8 16,6-1-18-16,-6 1-2 0,7-2-2 0,-2 3 0 15,0 1-4-15,4 2-3 0,-2-4 0 0,3-3-2 16,-3-7-4-16,-5-4-5 0,1-5-4 0,-2-5-20 16,-1-7-11-16,-5 4-12 0,4-6-10 0,-1-6-4 15,-6 1 3-15,2-6-23 0,1 0-19 0,-3-3-22 16,0 0-3-16,0 0-10 0,2-18-9 0,-4 9-5 16,-1-7-2-16,1-2 2 0,-1-2-4 0,0-7 2 15,-1 2-8-15,4-4 1 0,-4-1 6 0,4 1 1 0,0-1 9 16,-2-1 6-16,2 3 27 0,2-1 26 15,-1 2 32-15,2 8 30 0,-6-1 18 0,3 7 19 16,-1-5 12-16,-1 3 9 0,-3 3 12 0,3 0 10 0,2 0 17 16,-1 3 11-16,1 2 9 0,-4-4 13 0,4 7 6 15,4-4-8-15,-4 0-4 0,3-2-6 16,5 5-10-16,2 1-9 0,0 0-8 0,3 0-8 0,5-1-11 16,2 3-2-16,2 2-7 0,-4 4-4 0,12 1-5 15,-2 1-7-15,-6 2-2 0,-3-1 0 0,3 1-8 16,1 5-2-16,0 1-3 0,0 1-3 0,-4 2-2 15,-4-5 0-15,1 5-2 0,-1-7 0 0,-7 5-3 16,5-4-5-16,-4 4-6 0,1-4-7 0,-2-2-13 16,0 2-7-16,-3-4-8 0,2 2-9 0,-2-4-3 15,3-2-4-15,-6 2-6 0,4 0-13 0,-6-5-24 16,17 1-6-16,-10-1-22 0,6-3-8 0,-5 0-9 16,10-2 12-16,-1 4-8 0,-1-2 5 0,4-5 14 15,-3 1-1-15,4-1-19 0,-1-2-16 0,7-2-111 16,-3-1-285-16,6 2 127 0</inkml:trace>
  <inkml:trace contextRef="#ctx0" brushRef="#br0" timeOffset="71661.99">25674 8129 131 0,'-8'-11'134'0,"-5"-1"6"0,-2 3 1 16,-7-2 5-16,-1 1 1 0,-7 2-4 16,1 1-3-16,1 2-4 0,-2 1-9 0,7 3-6 0,3 2-11 15,0-1-6-15,0 3-13 0,3 0-9 0,4 2-6 16,2 2-5-16,1 3-6 0,3 4-9 0,4-3-7 15,-1 5 2-15,8 0-7 0,-1 4-2 0,10 2 0 16,1 2-5-16,0 0-4 0,1 3-3 0,4-4-3 16,0 3 0-16,3-1-3 0,8 8-4 0,-5-2 0 15,-7-7 0-15,7 11-7 0,-9-11 4 0,6 3-3 16,-9-5-5-16,2 1 3 0,-2 0-3 0,-5-8-2 16,-1 2-3-16,-5-2 4 0,4-3-2 0,-4-1 0 15,-4-2 6-15,-4 0 9 0,-1-1 10 0,-1-3 2 0,3-1 3 16,-10 1-4-16,-2-5-1 0,-4-1-4 15,4-7 2-15,-3 4-3 0,5-4-6 0,-6 4-4 16,3-10 1-16,3 4-4 0,-3-2-9 0,8-2-8 0,1 1-10 16,3-1-8-16,4 4-14 0,2-8-18 0,2 0-18 15,4 6-10-15,3-6-13 0,6-4-8 0,1 2-15 16,6-1-11-16,-1-5-7 0,6 5-2 16,-3 2 12-16,13-8 1 0,-12 6 18 0,3 3-5 0,-2-5-13 15,1 4 2-15,-6 3 3 0,-6 2 7 0,3 1 17 16,-3-3 20-16,-1 6 20 0,-1-2 21 0,-8 3 20 15,1 3 10-15,-1-3 12 0,-1 3 9 0,1 1 6 16,-4 1-3-16,4-2-10 0,-5 6 5 0,0 0-1 16,-3-7 4-16,3 7 8 0,0 0 3 0,0 0-4 15,0 0 6-15,0 0 6 0,0 0-4 0,-10-3-2 16,10 3 12-16,0 0 3 0,0 0 1 0,0 0-1 16,0 0 2-16,0 0 3 0,10 18 3 0,-3-14-7 15,-2 2 0-15,-2-3 2 0,3 1-6 0,1 1 1 0,1-1-10 16,-1-4-7-16,-7 0 4 0,8 3 3 15,-1 0-1-15,-7-3 0 0,10 5 0 0,-10-5-4 16,11-3-2-16,-11 3 0 0,0 0-3 0,15-2-4 16,-15 2 1-16,9-6-1 0,-4 5-7 0,-5 1-1 0,8-11 0 15,-2 7 0-15,-4-2-2 0,6 2 2 0,-3-2-1 16,-3-1 5-16,5 5 2 0,-1-5 7 16,-4 3 5-16,-2 4 0 0,7-11 5 0,-7 6-1 0,0-2 8 15,0 7-6-15,0-7 0 0,0 7-2 0,4-6-2 16,-4 6-4-16,2-6-3 0,-2 6-2 0,5-3-5 15,-5 3-3-15,0 0-1 0,0 0-3 0,0 0-2 16,0 0 2-16,0 0-3 0,0 0-2 0,0 0 0 16,0 0-1-16,10 10 3 0,-5-5-3 0,-2-1 0 15,-3 3-2-15,7-4 1 0,-7 2 0 0,7 0 0 16,-2 1 2-16,-5-6-4 0,4 8 4 0,1-5-3 16,0 4-1-16,-3-1 1 0,-2-6-1 0,3 4 0 15,-3-4 1-15,5 8-3 0,-3-5 4 0,-2-3-3 0,3 9-2 16,-1-5 5-16,-2-4-4 0,2 3 4 15,-2-3-2-15,0 0 1 0,0 12-1 0,0-5 0 16,0-7 0-16,3 8-1 0,-6 0 3 0,1-1-1 16,2-7-3-16,-2 11-1 0,2-5 3 0,0-6-2 0,-3 12 4 15,3-6-3-15,-2-2 1 0,1 3-2 0,-3-2 1 16,4-5 2-16,-3 12-2 0,3-9 4 16,0-3 1-16,-5 7 1 0,5-7 6 0,0 0 10 0,-2 5 13 15,2-5 9-15,0 0 8 0,0 0 3 0,0 0 4 16,0 0-8-16,0 0-3 0,0 0-4 0,-9-13 3 15,5 7-6-15,4 6-6 0,4-13-5 0,0 5 2 16,-4 1 3-16,5-5-15 0,2 4-6 0,-4-3-7 16,4-1-16-16,8 1-15 0,0-3-20 0,-2 2-33 15,7 2-24-15,3-4-31 0,-6 1-28 0,9-1-13 16,1 2-21-16,1 1-16 0,-5-1-8 0,-2 5 10 16,6 1-110-16,-6 0-344 0,3 3 152 0</inkml:trace>
  <inkml:trace contextRef="#ctx0" brushRef="#br0" timeOffset="72079.67">26408 8052 1102 0,'15'0'-107'0,"1"0"-60"0,-3 3 149 0,2-2-58 16,-5 1 5-16,5-2 14 0,-8 5 2 0,-7-5 19 15,15 1 5-15,-7 2 5 0,-2-2 18 16,-1 2 8-16,-5-3 10 0,0 0 17 0,14 4 17 16,-14-4 21-16,0 0 15 0,5 1 13 0,-5-1-12 0,0 0 7 15,0 0-2-15,0 0-8 0,5-12-2 0,-5 12-4 16,0 0-2-16,-14-8-5 0,14 8 0 16,-15-4 11-16,1 7-8 0,-1-6-3 0,-2 6-4 0,-3-2-11 15,5 4 4-15,-3 1 2 0,-2-2-5 0,-1 3-3 16,4 1-3-16,-3 1-6 0,5 1 0 0,1-1-4 15,0-1-2-15,-1 3 1 0,7-3-6 0,6 0 3 16,-2-3 4-16,-3 2 4 0,5 4 1 0,2-7 9 16,0 4-1-16,2-4-2 0,5 4-3 0,-1-4-2 15,2-1-4-15,4-3-5 0,0 3-3 0,-1-3-4 16,6 2-2-16,-2-4-2 0,4 2-2 0,-2 0-1 16,0-3 1-16,-1 2 0 0,1-2-7 0,-2-1-1 15,-2 2-2-15,-2-3 2 0,1 4-4 0,0 0 0 16,-2-1 2-16,-4-1-3 0,2 1-3 0,-8 2-1 15,10-4 2-15,-10 4-4 0,0 0-2 0,0 0 1 16,15 4 0-16,-15-4 0 0,0 9 1 0,0-1-1 0,0-2 0 16,0 0 0-16,0 4 1 0,0-2-1 0,4 1 1 15,-1 1 0-15,-1-1-1 0,4 2-4 0,-3-2-2 16,1-2 0-16,2 1-4 0,3-1 0 16,-3 1-10-16,6-2 1 0,-1-1-16 0,-2-2-11 0,4-1-17 15,2 1-9-15,-7-3-8 0,12-3-18 0,-5 1-9 16,1-1-23-16,6-5-18 0,-2-3-22 0,1 4-142 15,4-8-339-15,2 2 150 0</inkml:trace>
  <inkml:trace contextRef="#ctx0" brushRef="#br0" timeOffset="72546.31">26927 7454 97 0,'-11'-10'274'15,"6"0"-29"-15,-2 4-25 0,-3 5-27 0,5-1-15 16,5 2-15-16,0 0-21 0,-15 9-14 0,12 3-9 16,0-4-12-16,3 11-5 0,6 6-7 0,-6 1-2 0,5 6-8 15,5 7-8-15,-5-1-6 0,5 3-6 0,-3 4-6 16,1 1-7-16,0 0-4 0,-1-2-2 16,-4 6-9-16,2-4 0 0,-5-2-6 0,0 1-3 0,0-6 2 15,0 3-6-15,-8-14-1 0,6-1 2 0,-3 0-5 16,-3-1 0-16,1-5-6 0,-1-6 2 0,2 1-4 15,2-2 0-15,-1-5 1 0,-1-2-2 0,2 0-2 16,4-2 11-16,0-5-13 0,-8 2-1 0,8-2 0 16,0 0 1-16,0 0-5 0,0 0-2 0,-3-17-3 15,6 8 0-15,0-1 0 0,4 1-1 0,1-3-1 16,-1-3-1-16,1-1 3 0,4 2-4 0,-1-6-2 16,4 4 6-16,-3 1 1 0,3-8-1 0,-7 7 1 15,7 4 6-15,-7-4 1 0,5 5 1 0,-3 0 4 16,-5 3 3-16,5 0 4 0,-6 2-2 0,2 0-2 15,-4 2-4-15,4-3 1 0,-6 7-1 0,10-3-4 16,-10 3-2-16,0 0 2 0,0 0-1 0,19 11 0 16,-13-5-1-16,-1 3 0 0,2 0 1 0,-2 0-2 15,1 4-9-15,3-1-6 0,-1 2-10 0,0-1-14 0,-3-1-15 16,3 0-11-16,1 0-19 0,-1 8-21 16,0-10-24-16,-1 7-20 0,4-7-14 0,-6 1-23 15,0-2-27-15,0-2-114 0,0 1-353 0,2-1 156 0</inkml:trace>
  <inkml:trace contextRef="#ctx0" brushRef="#br0" timeOffset="72995.5">27452 8139 107 0,'-12'6'124'15,"7"-2"-3"-15,-3 1-6 0,2 1-2 0,1 6-9 16,0-8-1-16,3 6-9 0,-3 0 3 0,5-3-10 16,0 8-3-16,5-6-6 0,-3-1 0 0,3-1-2 15,0 1-7-15,1-2-1 0,2 2-1 0,-3-3-2 16,9 0-6-16,-8-3-3 0,8 2-3 0,-5-3-6 16,0-1-5-16,-9 0-2 0,26-5-6 0,-16 1-5 15,3 0-3-15,-4-2 6 0,4-2-2 0,-3 3 0 16,3-7-2-16,4 4-3 0,-6-1-4 0,1-3-1 0,-4 3 2 15,2-3 1-15,0 0 3 0,-3 5 3 0,1-2-4 16,-2-1 0-16,1 6-3 0,-4-4-1 0,2 3-5 16,-3-2-6-16,-2 7 1 0,7-3-2 15,-7 3 0-15,0 0 0 0,0 0-5 0,15 10 2 0,-15-8-7 16,4 9 7-16,-2-5-5 0,-2 2 4 0,5-3 1 16,0 4-4-16,-5-1 0 0,3 4 2 0,-1-5-2 15,6-1 4-15,-3 3-3 0,-3-1 8 0,5-1 2 16,1-2-2-16,0 1 1 0,-1-2 2 0,-1 1-4 15,3-1 1-15,-1-1-3 0,2-3 2 0,0 4-3 16,-10-4-4-16,16-4-21 0,-7 3-26 0,2-2-24 16,-3 0-35-16,7-2-57 0,0-3-13 0,-2 6-29 15,-1-6-110-15,-2-1-337 0,3-6 150 0</inkml:trace>
  <inkml:trace contextRef="#ctx0" brushRef="#br0" timeOffset="77445.11">20423 2980 71 0,'-20'0'236'0,"5"-3"-3"0,0 3 6 0,2 0 5 16,4 3 22-16,9-3-8 0,-13 0-20 0,13 0-27 15,-11-3-20-15,11 3-20 0,-12-1-17 0,12 1-16 16,0 0-16-16,0 0-11 0,0 0-11 0,0 0-8 16,0 0-14-16,23 12-4 0,-3-6-3 0,3-3-9 15,7 2-4-15,3 0-10 0,13 4-1 0,4 2-7 16,6-4 8-16,1 1-14 0,2 0 0 0,27 0-7 16,-5 4-3-16,5-4 2 0,-1-1 1 0,6 4-10 15,-3-3 0-15,14-4-4 0,-6 4 2 0,12-5-4 16,-2 2 1-16,39 2-4 0,-47-6-1 0,1 6 2 15,7-3 0-15,40-1-1 0,-48-3 5 0,4 7-10 0,6-4 1 16,34 4-4-16,-44-4 5 0,3 5-2 0,0-4 4 16,0-1-4-16,-2-1-1 0,-1 3 1 15,4-3-3-15,-7 5 2 0,1-6 2 0,-2 2-5 0,-3 3 0 16,5-6 2-16,-3 1 3 0,-2 1-5 0,-2 3 4 16,-4-4-2-16,-4 0 1 0,1 2-2 0,-22-3 0 15,6 4 3-15,15-4-2 0,-16 1 2 16,18 2-1-16,-21-2-3 0,23-1 1 0,-21 3 1 0,18-1-2 15,-23 1 5-15,4 0-5 0,0-1 1 0,18-2 3 16,-18 2-4-16,-2 3 2 0,-1-3-2 0,-2 1 5 16,1-3-5-16,-2 2 2 0,-11 1-1 0,12 1-3 15,-10-4 3-15,-5 4 0 0,-7-2 5 0,-6-2-5 16,0 1-1-16,3-1 1 0,-8 1-4 0,3 2 5 16,-8-1 6-16,-2 0-9 0,-5-2 2 0,2 0 0 15,-2 0 3-15,-4 0-6 0,1 0 2 0,-10 0 2 16,14 1-3-16,-4 2 0 0,-10-3-2 0,15 0 8 15,-15 0-5-15,10 1 7 0,-10-1-5 0,13-1-2 16,-13 1 0-16,10 4 0 0,-10-4 2 0,9 0-2 16,-9 0 3-16,0 0-4 0,13 2 2 0,-13-2 1 15,0 0 0-15,0 0-1 0,16-2 1 0,-16 2-1 16,0 0 0-16,0 0 0 0,0 0 6 0,0 0-9 16,0 0 9-16,0 0-10 0,0 0 2 0,0 0-3 0,0 0 2 15,0 0 5-15,0 0-7 0,5 4-4 16,-5-4 1-16,0 0 2 0,0 0 1 0,0 0-1 15,0 0 2-15,0 0 0 0,0 11-2 0,0-3 2 16,0-4-2-16,5 1 4 0,-1 1 2 0,-4 3-2 0,0 2 0 16,3-4-5-16,0 6 4 0,-1-1-1 0,5 5 3 15,-7 1-1-15,5-1 1 0,-4-3-4 16,-1 9 2-16,2 3 1 0,3-1 0 0,-3 4 0 0,-2 6 0 16,4-6 4-16,-4 7-3 0,0-1-1 0,-4-6 3 15,4 12-2-15,4-8 3 0,-4 8-4 0,2-1 3 16,0-1-3-16,3 3 1 0,-4-3-1 0,6 3 8 15,-7-3-6-15,0 2 4 0,0 2-5 0,0-4 2 16,7 1 3-16,-7 1-4 0,1-2-1 0,-1-9-2 16,5 3 3-16,-1 12 0 0,-4-6 0 0,0 1 1 15,3 1 0-15,-1-10-3 0,-2 12 1 0,0-13 2 16,0 14-1-16,5-6 2 0,-10 4 2 0,5 1-5 16,0-5 7-16,0 6-4 0,0-6-1 0,0 5-1 15,5-3-1-15,-10-9 3 0,0 11 0 0,1-1-1 16,4 1-2-16,-5-12 1 0,4 11 0 0,-1 2 2 15,-3-5-1-15,5 2 1 0,0-9-3 0,0 11 4 16,-7-11-5-16,7 0 2 0,0 0 3 0,-1 1 0 16,1-2 0-16,-7 1-3 0,7-1 1 0,0 4 3 0,0-6-6 15,-2 0 0-15,2-1 4 0,0 4-4 0,0-4 1 16,-4-4 4-16,4 8 2 0,0-8-2 16,0 4-3-16,-7 0 0 0,7-3 3 0,-2 2 4 15,4-5-6-15,-4 6 4 0,4-1-7 0,-4-6 0 0,2 0 6 16,0 1-3-16,-1 0 1 0,-4-2-3 0,5-4 3 15,0 6-1-15,0-1 1 0,-2-2 3 16,2-2-2-16,-5-1-3 0,5 4 1 0,0-6-2 16,0-3 1-16,-2 2 3 0,2 0 0 0,0-2-1 0,0 3-2 15,0-6-2-15,0 2 4 0,-3 6 3 0,3-5-2 16,0 0-2-16,0 0-1 0,0-1 0 0,0-1-2 16,0 2 7-16,3-3-8 0,-6 0 8 0,0-1 3 15,3 2-10-15,0-2 5 0,0-1-7 0,0 3 5 16,0-8 5-16,0 12-9 0,-4-10 6 0,4-2 1 15,0 10-3-15,-5-6-1 0,5-4-5 0,-5 10 4 16,5-5 7-16,0 3-6 0,0-1-2 0,0 1 4 16,0 3 1-16,0-3-4 0,-4 1 1 0,8 5 1 15,-8-3-2-15,0 5-2 0,4-5 3 0,0 6 3 16,0-2-1-16,0 0 0 0,-1 1 1 0,-4 0-6 16,3 0 4-16,2 2-1 0,-7-2 1 0,7-1-3 15,0 2 3-15,-3-3 3 0,0 1-7 0,3-3 5 16,-2 0 1-16,-5-1-4 0,7-1 2 0,-3 0 4 15,3 2-3-15,0-4 1 0,-3 3-1 0,3-3 2 0,3 0 1 16,-6-4-6-16,3 4 0 0,-2 1 7 0,2-9-7 16,-2 13 4-16,4-8 0 0,-2-5 0 15,-2 11-3-15,4-7 1 0,-4 0 1 0,4 3 6 16,-2-7-5-16,0 7-1 0,0-7-4 0,0 6 1 0,0-6-6 16,-2 7 6-16,2 0 3 0,0-7-4 0,0 0 2 15,0 0 1-15,0 7 1 0,0-7-2 16,0 0 4-16,0 6-2 0,0-6-1 0,0 0 6 0,0 0-7 15,0 0-3-15,-4 6 6 0,4-6-6 0,0 0 4 16,0 0-2-16,0 0 3 0,0 0-3 0,0 0 3 16,0 0-2-16,0 8 0 0,-7-4 4 0,7-4-2 15,0 0-1-15,-12 4 8 0,12-4-8 0,-6 4 2 16,-1-1-5-16,7-3 6 0,-12 4 2 0,8-3-4 16,4-1-1-16,-15 7-1 0,3-6 2 0,2 3-1 15,-1-2 7-15,-1-1-8 0,-1 1 6 0,-6 3-1 16,3-4-3-16,-6 2-1 0,6 2 2 0,-4-2-6 15,-3-3 4-15,-5 5 2 0,5-3 0 0,-6-1-3 16,0 4 2-16,-1-3 3 0,-2-1-7 0,-1 3 7 16,2 0-8-16,-1-3 8 0,-2 5-1 0,-1-6-3 15,3 3-1-15,-1-2 2 0,0 1-7 0,2 3 4 16,-2-4 3-16,-2 5 0 0,7 0 1 0,-5-2-2 16,1 0-2-16,1-4 1 0,-2 4 0 0,3-4 8 0,0 3-11 15,0-2 5-15,0 7-2 0,1-4 0 16,4 1 0-16,-3-2-3 0,5 0 6 0,1-1-5 15,-4-1 1-15,2 0 7 0,1 4 2 0,2-2-8 16,-6 1-1-16,9-1 2 0,-5 1-4 0,3-3-1 0,-5 3 2 16,4-2 4-16,-8-2 0 0,8 4 5 0,-1-4-9 15,6 4 3-15,-14 0 1 0,9-1-4 0,-3 0 3 16,-4-3-1-16,2 3 1 0,-6 0 1 16,4-2-1-16,0-2-1 0,3 4-3 0,-5-2 0 0,1 2 3 15,-1-1-5-15,2 0 2 0,-4 2 5 0,2-1-1 16,-3 2-4-16,5-5 3 0,-3 1 0 0,1 2 0 15,-5-2-3-15,9 1 6 0,-7 4 0 0,1-4-5 16,2 2 4-16,1-1-1 0,-1-3-2 0,0 1 3 16,-1 4-4-16,4-2 7 0,6 0-7 0,-1-2 4 15,-3 4 2-15,-1-5 1 0,-2 3-5 0,8 0-1 16,-2-2 2-16,4 4 2 0,-5 0 0 0,1-3 1 16,-1 1 2-16,-5 2-5 0,5-3 2 0,1 2 11 15,7-4-9-15,-6 3 1 0,-2-2-3 0,-2 4 5 16,8-2 1-16,-6 0-8 0,0-2 1 0,0 3 3 15,-4-3 6-15,4 2-2 0,-7-2 2 0,6 4-4 16,-11-4-4-16,7 1 12 0,3 3-13 0,-8-4-2 16,3 7 4-16,2-5-2 0,-4-3 5 0,-1 5 4 15,0-3-7-15,3 4 2 0,-1-3 2 0,-4-2-1 0,4 4 1 16,-2 1-3-16,1-2 6 0,2-7-10 16,-3 8 1-16,5-2 6 0,-7 0-1 0,6-1 0 15,0-2-2-15,-2 2 0 0,5 1 0 0,-6 1-2 16,11-4-5-16,-1 4 7 0,-8-3-2 0,9-1 2 0,-1 5 2 15,4-5-2-15,-5 0-5 0,3 2 0 0,-2-1 4 16,6-1-4-16,-4 0 1 0,3 3 3 0,-4-3 0 16,6 1-3-16,-1 1-1 0,-1-2 0 15,0 0-1-15,1 1-2 0,16-1 2 0,-30 0 5 0,17 0-9 16,-2 0 8-16,15 0-3 0,-22 0 4 0,14 5-2 16,8-5-2-16,-21 2 3 0,21-2-2 0,-19 0 0 15,19 0 10-15,-13 0-6 0,2 1-9 16,11-1 5-16,0 0-6 0,0 0 11 0,-24 0-2 0,24 0-2 15,0 0-8-15,-10 3 2 0,10-3 6 0,0 0-3 16,0 0-2-16,-13 1-1 0,13-1 4 0,0 0 4 16,0 0-7-16,-15-1 4 0,15 1 1 0,-8 1-6 15,8-1 3-15,0 0 1 0,-15 3 2 0,15-3 0 16,-8 2-4-16,8-2 5 0,-12 0 2 0,12 0-9 16,-10 2 4-16,10-2-1 0,0 0 5 0,-19-2-8 15,19 2 5-15,-9 3 2 0,9-3-4 0,0 0 3 16,-15-1 0-16,15 1 1 0,-11-2-2 0,11 2-7 15,-12 0 10-15,12 0-5 0,-13 0 5 0,13 0-5 16,-13 2 3-16,13-2-1 0,-9-4 2 0,9 4-5 16,0 0 2-16,-14 0 1 0,14 0 0 0,-14-4 14 15,14 4-9-15,-11 0-9 0,11 0 2 0,-10-3-2 16,10 3-2-16,-9-3 8 0,9 3-2 0,0 0 0 16,-14-5 1-16,5 4-5 0,9 1 0 0,0 0 5 15,-13-2-5-15,13 2 4 0,-12-1-3 0,12 1 3 16,0 0-8-16,-11-3 3 0,11 3 4 0,-13-1 2 15,13 1-1-15,-15-2-1 0,8 0 3 0,-1-1-6 16,8 3 0-16,-18 0 0 0,9-1 6 0,9 1-5 0,-21-4 3 16,9-3 13-16,-1 7-13 0,-2-2-4 0,5 2 4 15,-11 0 1-15,6-2-5 0,-2-1 1 0,-3 2 4 16,-1-3-2-16,1 4-2 0,2-4 4 16,-4 5-6-16,1-5-1 0,-1 4 4 0,4-5-3 0,-2 2 4 15,0 2-2-15,2 0 1 0,2-1-2 0,-4 2-4 16,3 0 6-16,-1 0 1 0,8 0-3 0,-5 0 7 15,2 0 0-15,3 0-6 0,0-3-1 0,10 3 6 16,-17 0-3-16,17 0 0 0,-16 0 17 0,16 0-20 16,0 0-3-16,-20 3 4 0,13-3 0 0,7 0 1 15,0 0 1-15,-11 0 0 0,11 0 5 0,-10 0-4 16,10 0-7-16,0 0 3 0,0 0 4 0,0 0-6 16,0 0 7-16,0 0-3 0,0 0-1 0,0 0-1 15,0 0 3-15,-15 0-1 0,15 0 5 0,0 0-5 16,0 0-1-16,0 0 3 0,0 0 0 0,0 0-1 15,0 0 6-15,0 0-4 0,0 0-1 0,0 0-5 16,0 0 8-16,0 0 5 0,0 0-2 0,0 0 11 16,0 0 1-16,0 0 9 0,0 0-2 0,-8-6 5 15,8 6 3-15,0 0 3 0,0 0-7 0,0 0-1 16,0 0 3-16,0 0-5 0,-4-9 1 0,4 9 0 16,0 0 3-16,0 0-3 0,-3-10 4 0,3 10-2 15,0 0 1-15,-2-13 0 0,2 13 4 0,0-13-3 16,0 5-1-16,-4-2-3 0,4 2-8 0,-2-1 8 0,2-1 1 15,0-2 0-15,0 3 5 0,0-3-8 0,-3 0-3 16,3-3 3-16,-4 1 0 0,4-1 2 16,-1-2-2-16,-1 2 2 0,-3-4 1 0,5 4-3 15,0-1 5-15,0-4 2 0,0 1-3 0,-3-1-3 0,-1 2 7 16,4-1-6-16,0-2-3 0,-3 2-1 0,1-3 3 16,-3-4-4-16,0-3 1 0,5 4 5 0,-5-2-7 15,1 1 1-15,2-1-5 0,-5-1 3 0,1 2 2 16,2-4-2-16,1 2-3 0,-2-3 1 0,3 3 0 15,-3-2-4-15,2-1-1 0,-2 0-2 0,5 3 1 16,-2 1-1-16,-4-1 0 0,4-4 3 0,1 3-5 16,-3-1-1-16,4 5-2 0,0-4 1 0,-1 2 0 15,-1 2 0-15,-1-2-1 0,3 0 1 0,-2-2 0 16,0 5-2-16,2 0 1 0,4 1-1 0,-6 0 2 16,2-4-4-16,0 4 3 0,0-1-2 0,2 5-1 15,-2-1 2-15,3 1-1 0,-1-2 1 0,-2-4-7 16,1-1 7-16,3 6-2 0,-3 1 1 0,3-1 0 15,0 0 1-15,-4 0-2 0,2-6-1 0,-2 6-1 0,5 1-1 16,-2 0 1-16,2-1 0 0,-3 1 0 0,1 0-1 16,-3-2 2-16,4 3 0 0,-3-1-3 15,6-1-1-15,-4 1 4 0,1 3-2 0,-1-5 2 16,-1 1 0-16,-2 1-1 0,1 2 1 0,4-2-2 0,-2 3 2 16,2-3 2-16,-3-3-3 0,3 4-2 0,-2 3 3 15,1-6-1-15,-1 4 2 0,-1 2-6 16,1-1 2-16,-1 0 0 0,-1-3 3 0,6 3-2 15,-7-2-1-15,0 3 6 0,2-2-3 0,2 5 0 0,-4-8-2 16,0 5 0-16,0-4 0 0,0 1-1 0,5 5 3 16,-5-6-4-16,4 0 1 0,-4 3-1 0,3 1 1 15,2-5 1-15,-5 2-1 0,0-1 1 0,5-1-2 16,-10 3 0-16,12 0 1 0,-7 0-2 0,0 1 5 16,3-3-4-16,-3 4 0 0,5-2 0 0,-5-1 4 15,0 2-3-15,0-3 0 0,0 4 0 0,0-1 1 16,5 3 0-16,-5-5 0 0,0 1-1 0,2-1 0 15,-4 2 0-15,-3-3 0 0,10 8 0 0,-5-8 0 16,2 2-1-16,-2 2-1 0,0-5 2 0,3 5-2 16,0-4-1-16,-3 0 4 0,3 3-2 0,-3-2-1 15,4 1 4-15,-3-2-1 0,-1 4 0 0,5-5-3 16,-5 2 2-16,2-1-1 0,-2-5 2 0,2 3 3 16,-2 5-5-16,5-4 5 0,-5 0-6 0,0 4 3 0,1-4 0 15,-1 2-5-15,5-1 3 0,-3 2 1 16,-2 1 0-16,5-7 2 0,-5 7 0 0,2-3 0 15,-2-3 4-15,6 5-3 0,-4-2-1 0,-2 0 4 16,6 1 3-16,-6 1 4 0,0-2 2 0,5-1 4 0,-3 2-2 16,0-6 3-16,3 8 0 0,-2-3-1 0,2 0 2 15,0 0 0-15,0-1 1 0,0-4 5 0,-5 5-9 16,5-4 0-16,-3 4-7 0,-1-4 5 16,2 6 1-16,1-3-6 0,-4-6 2 0,5 8-5 0,-2-10 3 15,2 5-2-15,-5 8-1 0,2-9 0 0,4 2-2 16,-4 1 0-16,5 3 0 0,-7-7-3 0,1-1-4 15,3 6 7-15,2 2-2 0,-3 1-7 0,-1-3 8 16,5 3 4-16,-7-2-7 0,5 2-2 0,-2 1 1 16,-3 1 1-16,3 3-6 0,-1 3 3 0,0-3 3 15,-2 3-2-15,3-2 3 0,-3 2-10 0,2 2-9 16,3-1-15-16,-4 3-13 0,-1-2-27 0,0 7-23 16,-1-10-35-16,2 5-41 0,-1 5-50 0,2-5-44 15,-2 5-49-15,7-3-46 0,-7 3-34 0,0 0-39 16,0 0-283-16,21 7-773 0,-13-4 342 0</inkml:trace>
  <inkml:trace contextRef="#ctx0" brushRef="#br0" timeOffset="78462.31">21169 4617 70 0,'0'0'151'0,"-2"6"8"0,2-6 5 15,0 0 4-15,0 0 3 0,0 0 15 0,0 0 3 16,14 6-13-16,-8-3-13 0,4-3-17 0,0 1-11 16,8 3-7-16,-1-3-14 0,4-1-13 0,8 0-5 15,-1 0-12-15,3 0-10 0,1 2 1 0,4-1-15 16,9-2-4-16,4 2-6 0,6 3-4 0,-5-4-6 16,1 0-2-16,5 4-6 0,-1-8-2 0,4 8-4 15,-1-4-2-15,0 0 0 0,2-8-4 0,1 8-3 16,4-3 0-16,-2 3-1 0,-1 0-2 0,3 0-2 15,-5-5 1-15,6 5-1 0,17-1-1 0,-22-1-3 16,-2 1-2-16,3-2 1 0,-3 2 0 0,-1 1-4 0,-2-2 3 16,-1-4-3-16,1 3 3 0,-1 2-4 15,3-2 1-15,-5-1 0 0,10 1 1 0,-2 3-3 16,-8-1 5-16,10 1-6 0,-9 0 2 0,4 0 0 16,-1-3 0-16,-3 3 6 0,4 0-8 0,-2-1 0 15,-1 1 0-15,3 0 3 0,-5-4-3 0,-2 1 3 16,2 2-1-16,-3 2 1 0,-4-1-2 0,4 3 1 15,-4 1-2-15,2-4 2 0,-10 0-1 0,0 0 0 0,-1 1 5 16,-4-1-5-16,13 0 5 0,-13 0 0 0,0 3 3 16,14-6 2-16,-19 3 3 0,8 0-1 0,-3-1 1 15,-1 1 1-15,13 1 0 0,-14-2 0 0,2 1 1 16,2 0 1-16,-7 0-4 0,8 0 1 0,-6-4 3 16,5 1-3-16,-4 3-3 0,-1 0 6 0,5 0-10 15,8-1 0-15,-10-1 1 0,4 0-1 0,-3 2 1 16,9 2 0-16,2-4-2 0,-10 4-1 0,-2-2 1 15,2 0 2-15,13 0-5 0,-15 0 2 0,15 0-4 16,-17 0 2-16,2-2-1 0,2 4 1 0,-4-2 2 16,-1-2 1-16,-3-1 11 0,-4 3-1 0,-3 0 6 15,-4-4 8-15,1 4-1 0,-6 0-2 0,1-3-5 16,-2 3-2-16,-2-1 6 0,-8 1-9 0,17 0 2 16,-17 0-8-16,10-3-7 0,-10 3-15 0,0 0-19 15,6 0-11-15,-6 0-27 0,0 0-19 0,0 0-15 16,0 0-16-16,0 0-14 0,0 0-12 0,0 0-14 15,0 0-21-15,-36 3-12 0,31-2-14 0,5-1-17 16,-17 2-132-16,11-1-382 0,6-1 169 0</inkml:trace>
  <inkml:trace contextRef="#ctx0" brushRef="#br0" timeOffset="79278.46">21235 5826 179 0,'0'0'187'0,"0"0"2"0,0 0-4 0,0 0-10 16,-3 4-11-16,3-4-7 0,0 0-3 15,0 0 5-15,0 0 22 0,0 0 7 0,12 8-9 0,2-8-15 16,5 3-7-16,2-2-8 0,12-1-16 0,15 0-14 16,0 2-10-16,15-2-11 0,0 1-9 0,28-1-2 15,2 4-13-15,3-4-7 0,3 1-9 0,7-1-2 16,41-1-9-16,-44 2-1 0,44-1-7 0,-39 2 3 16,36-5-7-16,1 3-1 0,-35 1-2 0,30-1-3 15,-30-1-1-15,37-3 3 0,-46 3-8 0,5-2 0 16,41-1-9-16,-51-3 2 0,50 6 0 0,-50-5 5 15,8 1-10-15,-8 1 8 0,5 0-9 0,-10-4-5 16,5 2-1-16,-2 0 3 0,-1 0-1 0,0 3 1 16,-4-3-2-16,6 3-3 0,-11-2 1 0,0 1 1 15,4 5 0-15,-2-2-4 0,-1-1 3 0,2 1-3 16,-6 1 1-16,-21 1-2 0,8-1 4 0,-5 0 0 16,-4 0-1-16,1 2-2 0,4-1 1 0,-11 2 4 15,5-1-9-15,-6-2 3 0,-3 2 2 0,-1-2-2 0,-5 0 9 16,-13 1-6-16,2-2 1 0,-13 2 1 15,1-1-2-15,-3-1-3 0,-4 1 4 0,-3 1 0 16,-2-2-2-16,-8 1 5 0,15 1-4 0,-15-1-16 16,7-3-12-16,-7 3-25 0,0 0-22 0,0 0-25 0,0 0-23 15,-22-9-20-15,14 6-28 0,-7 2-23 0,-1-7-35 16,-6 4-29-16,-13-6-194 0,6 1-487 16,-15-3 216-16</inkml:trace>
  <inkml:trace contextRef="#ctx0" brushRef="#br0" timeOffset="80178.32">22952 3535 168 0,'6'-14'203'0,"-1"-3"18"0,-1 4-7 15,2-4-1-15,-6 8-9 0,3-3-5 0,1 4-2 16,-3 1-15-16,3 1-20 0,-3 0-14 0,-1 6-19 15,0-6-18-15,0 6-13 0,0 0-8 0,0 0-8 16,0 0-11-16,12 20-7 0,-9-7-8 0,2 3-4 16,-1 6-5-16,-1 5-2 0,2 12 3 0,0 8-8 15,0-1-1-15,-2-3 1 0,-3 7-4 0,7 0-2 16,-6 8 2-16,-1-3-4 0,0 1-2 0,4 20-4 16,-4-18-2-16,1 16-2 0,-1 2 2 0,0-20 0 15,10 16 8-15,-13 3-1 0,6 0 1 0,-3 0-1 0,0 0 2 16,0 1-3-16,7 4 3 0,-5-2 4 15,4 2 1-15,1 0 12 0,-7-1-7 0,3 3 2 16,0-1-4-16,-3-2-1 0,0 1 7 0,4-1-3 0,-4 1 1 16,1-25 0-16,-2 25 0 0,6-5 0 0,-9 6 5 15,4-3 1-15,-5 0 5 0,2-6-3 0,3 3 0 16,-3-19-5-16,3 2-2 0,-4 1 0 0,1 15-4 16,0-20-8-16,0 3-3 0,3-6 10 0,-2-1-10 15,2 1 3-15,-3-6-13 0,6-2-3 0,-3-2 0 16,-3-11-1-16,3 0 0 0,0-2 2 0,0 4-4 15,3-7 1-15,-6 2-2 0,6-7-5 0,-3-2 4 16,2 2-5-16,1-5 5 0,0 2-2 0,4-2-3 16,-4 2-8-16,-3-2-5 0,3 2-4 0,-3-7-8 15,4 2-7-15,-3 2-14 0,3-2-15 0,-1-1-24 16,-3-3-19-16,3 1-13 0,-3 1-8 0,0-2-21 16,0 0-18-16,0-1-26 0,0-1-25 0,0-6-25 15,0 7-31-15,0-7-37 0,0 0-202 0,0 0-543 16,0 0 241-16</inkml:trace>
  <inkml:trace contextRef="#ctx0" brushRef="#br0" timeOffset="81295.47">24620 3371 174 0,'2'-7'184'0,"-2"7"-16"16,0 0-22-16,0 0-8 0,0 0-8 0,0 0-9 15,0 0-1-15,0 0 1 0,6 19-12 0,-6-19-10 16,5 10 8-16,-3-1-10 0,3-1-6 0,-3 2-7 15,1 2 3-15,0-2 2 0,0 5-6 0,2 4-3 0,-5-3-8 16,2 1 0-16,1 4-3 0,-3 4-2 0,2 2 1 16,-2-3-11-16,2 4 1 0,-4-1-4 15,4 2-3-15,-1 4-1 0,3 10-5 0,-4-1 0 16,0 2-7-16,-4 4-1 0,8 1-2 0,-3 5-4 0,-1 0 9 16,-1 3 2-16,-3-1-2 0,8 17-1 15,-3-14 3-15,6 1-1 0,-12 12-1 0,5-16-1 16,0 21-3-16,0 1 2 0,-2-1 2 0,4-3 4 0,-2 2-2 15,0-19 3-15,3 21 0 0,-1-2-2 0,-4-19 5 16,4 18-5-16,-2 1 4 0,3-22 1 0,-4 5-5 16,-1-1-2-16,4-3 2 0,3 2-4 0,-9-2 1 15,8-2-4-15,-8-1 1 0,3-3 6 0,1 3-7 16,-2-3-5-16,-3 1 9 0,3 3-10 0,-4-5-1 16,4-5-1-16,-3 3 11 0,2-2-15 0,3 1-6 15,-5-4 5-15,3-1-4 0,-1-10 1 0,0 3-6 16,3-3 2-16,-2 3-5 0,-1-3 5 0,3 1-3 15,-2-2-1-15,2 3-2 0,-2-5-2 0,4 0 7 16,-2-4-7-16,0 3 8 0,-2-5 3 0,2-2-2 0,2 1 5 16,-2-2 1-16,0-2 0 0,5 1 1 15,-5-2-5-15,-3 1-5 0,6-5 5 0,-3 0 0 16,2 0-1-16,-2-2-2 0,0 1-6 0,0-1 5 0,3-2-12 16,-6 2 6-16,3-5 5 0,0-4-6 15,3 15 0-15,-6-10 0 0,3-5-2 0,0 10 14 16,0 1-18-16,0-7 2 0,0-4 3 0,0 9-6 0,0-1 4 15,0-1-2-15,-2-2-1 0,2 1-3 0,0 2 6 16,0 0-7-16,-3-3 6 0,6 2-9 0,-3 1 11 16,0 3-12-16,2-4 12 0,-4 1 5 0,-1-1-12 15,6-1-15-15,-3 0-8 0,0 0-33 0,0-6-27 16,2 6-22-16,-2-6-16 0,0 0-11 0,3 4-32 16,-3-4-51-16,0 0-68 0,0 0-51 0,0 0-257 15,-10-23-641-15,8 9 284 0</inkml:trace>
  <inkml:trace contextRef="#ctx0" brushRef="#br0" timeOffset="83261.23">23731 3849 239 0,'0'-9'372'0,"5"5"-17"0,-3-3-3 15,4 2 13-15,-4 1 15 0,-2 4-2 0,3-10-12 16,-3 10-12-16,4-5-30 0,-4 5-28 0,0 0-34 16,0 0-26-16,5-4-30 0,-5 4-23 0,0 0-20 15,0 0-17-15,0 0-18 0,3 15-10 0,-3-6-11 16,0 3-12-16,3 3-10 0,1 4-6 0,-4 0-10 15,0 3-6-15,5 3-7 0,1 2-5 0,-2-3-24 16,-4 3-31-16,3 0-33 0,0 2-40 0,-3-2-47 16,0 0-39-16,5 0-35 0,-5 0-20 0,3 0-36 15,1-3-55-15,-1-6-57 0,-1 2-319 0,3-6-740 0,-4 1 327 16</inkml:trace>
  <inkml:trace contextRef="#ctx0" brushRef="#br0" timeOffset="83945.45">25171 3825 349 0,'0'0'360'0,"0"0"-27"0,0 0-16 0,0 0-8 16,0 0-12-16,0 0-23 0,0 0-38 15,0 0-6-15,0 0-18 0,-3-3-27 0,3 3-19 16,0 0-18-16,0 0-9 0,0 0-9 0,0 0-14 0,0 0-3 16,0 0-1-16,25 15-9 0,-15-5-5 0,5-5-10 15,-1 6-7-15,6-1-8 0,-3 0-11 0,3 0-1 16,-4 0-9-16,-1-1-7 0,-3 4-2 0,3-1-6 16,-4-1 7-16,1 3-17 0,-4-2-1 0,0-2-7 15,-1 5-1-15,0-4-2 0,-7 0-2 0,0 5-1 16,0-1 1-16,-9-2 4 0,3 2-5 0,-1 1 3 15,-3-1 0-15,0-1 0 0,-1-1-1 0,-1-1 7 16,2-1-3-16,-1-3-1 0,4 0-7 0,-1-1 5 16,6-3 2-16,-5 0 0 0,7-4 6 0,-6 8 3 15,6-8 10-15,0 6 5 0,0-6 1 0,8 6-3 16,5-4-5-16,2-1-4 0,17 0-1 0,1 4-8 16,11-3-7-16,3 2-15 0,-3-4-32 0,-1 1-41 15,9-1-55-15,-8 2-48 0,4 2-50 0,-14-2-66 0,17-4-68 16,-6-2-347-16,-16 2-763 0,0-2 337 15</inkml:trace>
  <inkml:trace contextRef="#ctx0" brushRef="#br0" timeOffset="84878.12">22061 5124 291 0,'-1'-7'291'0,"1"7"-4"0,0-7-9 0,0 7-8 0,0-8-15 16,0 8 16-16,0-8-18 0,0 8-14 0,1-11-31 15,4 7-16-15,3-1-24 0,-1 1-13 0,1 1-1 16,1-1-31-16,2-1-11 0,4 3-14 0,-5-2-9 15,3 3-10-15,2 1-5 0,-2 1-6 0,-1-2-6 16,0 2-12-16,2 5-1 0,1-5-8 0,-6 3-6 16,4-3-4-16,-7 3-12 0,4 2 7 0,-3-2-10 15,0 1 3-15,-1-3-3 0,-2 3-5 0,1 0-2 16,-2 6-1-16,-3-5-10 0,0-1 9 0,0-5 2 16,-3 15-8-16,1-8 1 0,2-1-3 0,-5 1 0 0,0 4 3 15,0-7 2-15,-2 3-4 0,2-2-2 0,2 2-1 16,-2-2 4-16,3 0 5 0,1 2-12 15,-4-2 8-15,0 1-10 0,3 0 9 0,2-6 1 0,7 10 2 16,-2 1 2-16,0-3 1 0,8 0-1 0,4 3-3 16,2 1 7-16,8-1-5 0,-1 2 4 0,3 2-4 15,0 1-5-15,-1-1 9 0,-1-4-5 0,-2 0 0 16,-9-1 0-16,3-1-1 0,-5 3 0 0,-4-6-4 16,2-1 5-16,-9 5-4 0,4-6-5 0,0 4 9 15,-7-2 5-15,-9 2-1 0,1-4 5 0,-5 4-2 16,-5-7-3-16,-6 4 3 0,-5-3 0 0,-8 1-4 15,7 1-3-15,1-1-1 0,-6-3-18 0,3 1-23 16,3-1-23-16,-3 0-26 0,4-1-25 0,-2-4-23 16,2 3-33-16,7-1-39 0,12 1-43 0,1-4-43 15,1 2-235-15,7-1-571 0,0 5 253 0</inkml:trace>
  <inkml:trace contextRef="#ctx0" brushRef="#br0" timeOffset="85661.18">23941 5071 118 0,'0'-7'253'0,"0"7"-13"0,0-6-10 16,0 6-10-16,0 0-8 0,0 0 24 0,0 0 42 15,0 0-7-15,0 0-26 0,-3-6-37 0,3 6-12 16,0 0-24-16,0 0-16 0,0 0-13 0,-10 24-21 16,4-15-14-16,6 3 0 0,-7 3-20 0,4 5-15 15,-4 0 3-15,0 0-6 0,1-4-8 0,4 4-5 0,-3 0-7 16,5 5-10-16,0-6-5 0,5-2 0 0,-2-2-1 15,2 0-4-15,4 3-3 0,-1-3-1 0,7-5-9 16,3 4-2-16,0-10 1 0,4 1-4 0,8-1 4 16,-2-2-6-16,3-2-4 0,2-2 6 0,-3-5-5 15,3 4-5-15,-5-6 2 0,2 0 3 0,-2 0-5 16,-5 0 6-16,4-3-8 0,-4 3 2 0,-6-2 7 16,-2 3-2-16,-1 0-4 0,-4 2 4 0,0 0-2 15,-1 0 8-15,-3 3 2 0,-3-3 12 0,2 2 11 16,-5 4-7-16,0 0-8 0,10-2-9 0,-10 2 10 15,0 0-11-15,0 0-4 0,7 10 1 0,-7-5 1 16,0 2-5-16,3 5 2 0,-3-1-3 0,2 0 7 16,-2 6-11-16,8 0-7 0,1 1-17 0,-8-1-20 15,6 3-18-15,-1 0-26 0,6-1-19 0,-2-3-23 16,5-1-32-16,-4 1-34 0,1-1-31 0,8-6-48 16,-5 3-36-16,1-5-195 0,2 0-545 0,-8-3 241 15</inkml:trace>
  <inkml:trace contextRef="#ctx0" brushRef="#br0" timeOffset="86044.59">25602 5055 314 0,'0'0'451'0,"0"0"-33"0,0 0-42 0,0 0-32 16,0 0-27-16,0 0-26 0,0 0-25 0,0 0-29 15,0 0-25-15,0 0-22 0,0 0-15 0,0 0-9 16,11 19-13-16,-8-10-9 0,9-2-11 0,-10 1-15 16,11 6-10-16,-5-1-13 0,0 4-8 0,6 1-8 15,-6-4-9-15,0 5-8 0,-1-4-4 0,4 0-8 16,-2 3 0-16,-3-2-5 0,-1 3-6 0,2-6-3 0,-4 2-4 15,-1 0-1-15,0 1-5 0,-2-5-2 0,1-2 0 16,-4 8-3-16,-2-7-4 0,-2-1 0 16,4 4-3-16,-5-3-6 0,-1-5 2 0,-2 4-6 0,1-2-12 15,-3 0-13-15,-1 1-17 0,0-5-24 0,4-1-27 16,-4 3-27-16,3-3-19 0,-6-4-27 16,2 4-16-16,0-2-33 0,1-2-39 0,-1-3-45 0,1 3-40 15,3-5-234-15,-2 0-617 0,-2-5 274 0</inkml:trace>
  <inkml:trace contextRef="#ctx0" brushRef="#br0" timeOffset="86262.33">25497 4968 48 0,'5'-2'281'0,"2"-2"67"0,4 3 21 16,3-4-38-16,2 2-30 0,14-3-30 0,-8 0-12 15,11 4-27-15,-10-1-21 0,5 1-20 0,3 0-22 16,-2-1-15-16,0 0-13 0,1 3-13 0,2-2-34 16,-11 2-38-16,-4 0-38 0,3 0-50 0,1 2-51 15,-4 1-59-15,-9 0-61 0,5-1-67 0,-5-2-209 16,-8 0-519-16,14 0 230 0</inkml:trace>
  <inkml:trace contextRef="#ctx0" brushRef="#br0" timeOffset="87127.86">22478 6322 2 0,'-13'0'249'0,"1"2"-13"0,3 6 3 0,-13-3-11 16,5 2 31-16,3 0-5 0,-1 1-26 0,-2 5-17 16,2-1-18-16,2 3 12 0,-7 4-7 0,4 1-6 15,-1 2-16-15,-1-1-14 0,1 5-14 0,-1-2-17 0,1 3-4 16,6 4-13-16,-1-4-8 0,-3 0-11 0,5 2-6 15,-1-2-7-15,3 3-7 0,1-4-11 16,5-3 2-16,-3 0-6 0,10-4-1 0,-3 0-4 0,5-2-2 16,1-2-8-16,5 0 8 0,2 4-11 0,0-12-2 15,6 1 2-15,1-3-8 0,-1 0-4 0,6-6-1 16,1 1-5-16,2-4-6 0,-2-3 0 0,2 1-1 16,-9 0 4-16,3-7-4 0,-3 5-5 0,-1-6 2 15,-5 2-6-15,-2 2 5 0,-1-2-3 0,-6 0-6 16,-1 1 3-16,-6-1-17 0,-3 3 10 0,-2-1-3 15,-4 1-9-15,-5-2-13 0,-5 4 8 0,3-1-27 16,-12 3-18-16,2 1-15 0,4-1-19 0,-7 3-23 16,2 2-30-16,5 0-32 0,3 0-39 0,-3 2-43 15,6-1-53-15,4 0-228 0,3-1-588 0,10 0 260 16</inkml:trace>
  <inkml:trace contextRef="#ctx0" brushRef="#br0" timeOffset="87727.7">23778 6270 53 0,'-10'-2'248'0,"0"2"-15"0,-2-1-7 16,6-3 5-16,6 4-7 0,-10-2 0 0,10 2 48 16,-10-5 13-16,10 5-29 0,0 0-21 0,0 0-25 15,15-7-21-15,-4 6-15 0,4-4-17 0,7 3-16 16,7 2-15-16,1 2-12 0,2-2-18 0,1 5-3 15,1-4-12-15,-4 4-13 0,2 0-1 0,-6 3-8 16,-1 0-10-16,-5-1-2 0,-2 1-4 0,-3 0-10 16,-3 3-4-16,-1 1 0 0,-4-4-2 0,-1 3-10 15,1-2 5-15,-5 2-2 0,-2 7-6 0,-2-1-2 16,-1-1 0-16,-7 5 2 0,3-3-1 0,-8 8-2 16,4-1-3-16,-4 0-2 0,2 4 0 0,4-2 3 0,-6 6-3 15,2-6 4-15,0 3-2 0,5-2-5 0,-6 0-23 16,9 0-28-16,-1-1-24 0,1 0-30 15,3-1-20-15,2-1-33 0,3-3-38 0,1 0-36 0,6-9-35 16,-2 3-37-16,4-5-200 0,-1 4-543 0,2-3 240 16</inkml:trace>
  <inkml:trace contextRef="#ctx0" brushRef="#br0" timeOffset="88444.89">25509 6721 167 0,'-3'-7'226'0,"-6"-8"-3"15,3 3-9-15,-1-3 3 0,4-3-8 0,-9 3 11 16,9-6-1-16,-4 2-22 0,6-7-15 0,-4 6-10 16,3 1-4-16,-1-8-12 0,-2 8-9 0,1-9-9 15,4 1-13-15,0 2-6 0,0 5-14 0,-1 4-8 16,1-4-5-16,0 1-5 0,1 4-11 0,-1 3-6 15,0-3-2-15,4-1-7 0,-3 4-10 0,3 1-3 16,-4 0 6-16,5-1-15 0,-5 0-2 0,5 5-10 0,-2-1 5 16,2-1 7-16,1-1-16 0,3 2-8 15,-3-1-5-15,3 2-3 0,-3 1-7 0,4-3-3 16,2 3-1-16,-2 4-5 0,-2 1-13 0,5-2 11 0,-5 3-11 16,6-1-1-16,-14 1 5 0,16 0-6 0,-7 1-4 15,-9-1 2-15,13 3 2 0,-3-2-2 16,-5 6 4-16,0-3 1 0,-4 5 0 0,-1 0 2 0,2 4 3 15,-4-1 0-15,-4 0 2 0,4 6-1 0,-10-2 1 16,9 3 4-16,-10 4 0 0,-2 1 1 0,0-1 4 16,-5 3-3-16,5-2 4 0,-3 3 0 0,-2-3 9 15,-5 9-3-15,7-11 0 0,2 5-2 0,-1-4 7 16,-1 3 1-16,6 1 0 0,-1-2 3 0,3-1 0 16,0-4-7-16,4 0 13 0,1 0 2 0,1-4-1 15,4 4 2-15,5 1 8 0,-1-5-9 0,2 1 0 16,6-3 7-16,1-1 3 0,4 1-6 0,-1-1 5 15,1-6-6-15,4 1-1 0,1-1-4 0,-1-2 2 0,-1-2-2 16,2-3 2-16,-4-1-6 0,3-1 2 0,-4-4 0 16,3 3-2-16,-5-3 29 0,-2 0 11 15,-5-1 6-15,0-1 1 0,-1-3-3 0,0 3-4 16,-1-8 0-16,-6 5-8 0,0-3-5 0,-1-4-7 0,-11 3 1 16,5 0-7-16,-7 0-9 0,-3-5-20 0,2 7-29 15,-11-8-32-15,-1 3-29 0,-4 3-37 16,1-2-45-16,-10 1-60 0,-1-4-57 0,9 8-80 0,-7-6-188 15,-9 4-605-15,5-3 268 0</inkml:trace>
  <inkml:trace contextRef="#ctx0" brushRef="#br0" timeOffset="114645.17">12870 10605 112 0,'0'0'192'0,"0"0"-12"0,-13 0-13 0,13 0-10 16,0 0-2-16,0 0 1 0,0 0 6 0,0 0-2 15,30 9-2-15,-14-6-9 0,4-2-5 0,10-1-12 16,6 5-6-16,11-3-7 0,9-1-6 0,4-1-6 16,32 6-6-16,1-3-9 0,14 0-4 0,47 1-9 0,-5-2-5 15,4-2-8-15,4 0-5 0,3-5-5 0,4 4-9 16,5 5-5-16,-2-7 5 0,2 3-15 16,3-4-4-16,-5 1 1 0,-3-2 1 0,5 5-4 15,-7-2-5-15,-6 2-5 0,-1-2 4 0,-12 2-4 0,-37 2-8 16,0-1 9-16,-5-1 5 0,1 0-11 0,-7-1-1 15,-8 2 5-15,-22-1-11 0,-1 4 1 0,-6-4-1 16,0 2 0-16,-8 0-2 0,-4-2 3 0,-16 1-25 16,-10 2-16-16,-2-3-21 0,-5 1-19 0,-4 2-11 15,-3-1-17-15,1-1-23 0,-7-1-30 0,0 0-27 16,-13 12-27-16,4-10-22 0,-4 1-147 0,-5 3-411 16,-2 0 183-16</inkml:trace>
  <inkml:trace contextRef="#ctx0" brushRef="#br0" timeOffset="116312.38">12969 10874 72 0,'0'0'204'0,"0"0"-30"0,0 0-16 0,0 0-16 15,0 0-13-15,0 0-12 0,0 0-12 0,0 0-2 16,0 0 7-16,7 18-1 0,0-11-4 0,-4 3-5 15,0 1 2-15,2 5-5 0,5-1-3 0,-3 9 3 16,1 3-1-16,0 4-8 0,1 0-3 0,4 10-6 16,0 0 9-16,-5 4-14 0,6 2 0 0,-6-2-6 15,7 3 3-15,-7 3-1 0,4 3-1 0,-2 0 2 16,-2 3-4-16,3-2-1 0,-2 1-2 0,-1 16 3 16,0-19-8-16,-1 2 0 0,5-1 2 0,-3-3-12 15,-2 3 11-15,1 0-7 0,4 1 0 0,-4 2-1 16,0-1-5-16,1 0-3 0,1-5-4 0,0 1 4 15,-2 2 2-15,3 0-3 0,-7-3-7 0,4 5-3 16,-1-2-1-16,3-4 2 0,-5-2-3 0,5 4 0 16,-4-6-3-16,2 3 3 0,-1-4 0 0,0 1 1 15,1-6 6-15,-1 2-14 0,2 1 4 0,-4-11-7 16,4 7-4-16,-6-9 9 0,2 1-9 0,7 8 2 16,-9-7-2-16,2 1-5 0,1-9 7 0,1 6-7 0,-5 9-1 15,6-11-5-15,-1 2 9 0,1-3-8 0,-3-3 1 16,3 3-2-16,-5-1 4 0,2-2-4 15,0 3-5-15,-3-8 2 0,3 1-3 0,-2-2 4 0,2 0 5 16,-3 3-6-16,5-1-2 0,-7-1 5 0,1 1-5 16,1-2 0-16,1-1 3 0,-3 3 4 0,2-2-10 15,4-2 2-15,-6 1 3 0,0-2-2 0,0-3-4 16,0 2 3-16,0 1 3 0,2-3-4 0,-2-2-1 16,0 0 2-16,0 1-5 0,0-2 10 0,-2 1-5 15,2-2 3-15,2 0-5 0,-2-1 7 0,0-3-3 16,2 3 6-16,-2-7-7 0,-2 9-4 0,2-9 6 15,0 8 2-15,0-8-1 0,0 8 4 0,0-8-2 16,0 0 13-16,0 0-9 0,0 0-1 0,0 0-1 0,0 0 1 16,0 0-2-16,0 0 3 0,0 0-4 15,0 0 1-15,15-3-2 0,-15 3-1 0,18-5 0 16,-9 2-2-16,0 2-4 0,5-2 5 0,2-2-2 0,2 2 1 16,-1 1 7-16,6-3-7 0,0 2-2 0,7 0-9 15,-2 0 9-15,2 3 3 0,15-6-14 0,-2 6 19 16,3-6-4-16,4 6-1 0,-1 1-4 0,-1-1 1 15,10 3-2-15,0-1 1 0,5 0-1 0,15 4 6 16,3-2-3-16,0-3-7 0,-15 6 9 0,15-7-5 16,1 9-1-16,4-2 1 0,-22-6 4 0,24 7-2 15,-2 1-8-15,2-2 8 0,-7 4 2 0,7-7-6 16,-1 8 3-16,-6-2 0 0,-16-2 0 0,19-3 12 16,-3 6-14-16,4 0 4 0,-2-2-8 0,-2 2 9 15,-15-2-7-15,-6 0 2 0,26 4 3 0,-25-2-5 16,2-2 4-16,21 3 1 0,-3 2 0 0,-23-6-4 15,2-3 1-15,-2 5 10 0,3-1-7 0,-3 2-2 0,1-2-1 16,6-3-1-16,-7 7 5 0,1-2 3 0,-1-7-7 16,0 4 2-16,-3-4-8 0,-2 3 12 15,3-1-11-15,-4-5 19 0,-8 5-23 0,1-4 9 0,0-1-6 16,-12 3 13-16,-4-2-3 0,-7-1 3 0,9-1-2 16,-7-1-4-16,-8 2 3 0,2-1 3 0,-8 0-2 15,2 0-1-15,-4-1 0 0,-8 1 5 0,17-2 0 16,-17 2-6-16,11 0 0 0,-11 0-4 0,10-1 6 15,-10 1 0-15,5-4-2 0,-5 4-3 0,5-7 6 16,-5 7-4-16,0 0 2 0,0-4 4 0,0 4-10 16,0 0 10-16,-10-9-6 0,10 2 1 0,0 7-1 15,-5-9 1-15,4 4 5 0,-3-3 8 0,-1 3-12 16,4-6 2-16,-4 2-6 0,-4-5 1 0,3 5 6 16,4-9-6-16,-4 5-3 0,-3-5 3 0,-2-7-2 15,7 5 4-15,-7-6 0 0,4-1-2 0,-3-5 4 16,-3-6-5-16,5-3 2 0,-1 4 2 0,-4-4-2 0,7-2 2 15,-6-2-1-15,5-3-5 0,4 3 2 0,-5-3 4 16,0-5 3-16,1-2-1 0,4 3-3 0,-7-1 3 16,5 0 0-16,0-1 0 0,-2 1 5 0,4-6 6 15,-4-19-5-15,1 23 10 0,1-28 1 0,8 8-12 16,-10-3 12-16,-1 0-2 0,3-2 3 0,0 1-5 16,2 6 2-16,-4-10 5 0,5 3 10 0,-2-4 2 15,-1 3-2-15,5 6-5 0,-4-1 4 0,3-2-2 16,-3 1 0-16,-2-2-3 0,6 24-13 0,-2-22 15 15,-1 2-4-15,-1 19-6 0,4-2 6 0,-3 5 3 16,0-2-14-16,-1 4 7 0,3-2-1 0,-4 7-5 16,2 2-3-16,-2 1 4 0,3 13-4 0,-3 0 0 15,3 6 0-15,-1 6-7 0,3-2 2 0,-3 4 1 0,-1 5-26 16,3 2-32-16,1-1-44 0,-2 5-47 0,2 5-32 16,0 0-11-16,0 0-17 0,0 0-21 15,0 0-19-15,0 0-16 0,0 0-24 0,10 23-22 0,-10-11-249 16,0-1-597-16,0 5 265 0</inkml:trace>
  <inkml:trace contextRef="#ctx0" brushRef="#br0" timeOffset="117328.39">14381 10840 9 0,'2'-7'196'0,"3"1"-4"0,-3 0-12 16,4-2 0-16,-6 4-3 0,7-1-6 0,-7 5-7 15,0-7-14-15,0 7-7 0,0 0-15 0,8-3-13 16,-8 3-10-16,0 0-14 0,3-8-9 0,-3 8-11 16,0 0-5-16,0 0-5 0,10 18-2 0,-10-9-6 15,0 2-4-15,2 8-2 0,1 1-3 0,1 9 4 0,-3-1-5 16,6 15 0-16,-1-4-2 0,1 12 0 16,0 2-2-16,1-2 1 0,-1 0 1 0,1 5 2 15,-1-1-1-15,-1 25 0 0,2-5 3 0,-6-2 2 0,5-18 2 16,4 1 2-16,1 15 1 0,-6-16 0 0,1 3 1 15,8 13-5-15,-2 2 2 0,-4-17 1 0,5-2 1 16,-2 1-5-16,5 20 4 0,-8-21 2 0,3 0-4 16,0-1 0-16,1 2-1 0,-5 4-3 0,5-3 9 15,-1 20-4-15,-4-27-1 0,2 4-7 0,-6 2 18 16,0-4-28-16,3-4 8 0,-4 2-7 0,1-2-4 16,-4-1 3-16,1 1 7 0,-1 3 0 0,4-6-2 15,-1 0 1-15,-3 0-4 0,5-1-6 0,-5-4 3 16,2 4-2-16,-1-2-3 0,4 2-4 0,-3-2 1 15,-2-8 2-15,0-2-7 0,7 8 3 0,-6 2-4 16,4-9 0-16,-3-1-1 0,1-1-1 0,7 0-10 16,-8 0 1-16,6 0 6 0,-3-2 2 0,2-1-2 0,-6 0-2 15,7 0 0-15,-1-9-1 0,0 1-2 0,-2-2-5 16,-2 0 3-16,4 0 1 0,-2-7 0 16,-4-1 4-16,4 0-18 0,-1-5-10 0,-4 7-6 0,4-7-15 15,-4 1-16-15,0-5-37 0,0 0-42 0,0 0-44 16,17-17-59-16,-10 10-61 0,1-11-73 0,-1 1-203 15,2-8-623-15,3-4 276 0</inkml:trace>
  <inkml:trace contextRef="#ctx0" brushRef="#br0" timeOffset="118245.27">15891 10892 146 0,'5'-6'150'0,"-4"-1"4"15,-1 7-13-15,7-5 0 0,-7 5-7 0,0-8-4 16,0 8-9-16,8-6-4 0,-8 6-5 0,7-3-7 15,-7 3-5-15,0-3-1 0,0 3 2 0,0 0-2 16,7-7-1-16,-7 7-8 0,0 0-3 0,1-7-12 16,-1 7-9-16,0 0-8 0,0 0-6 0,0 0-6 15,0 0-3-15,0 0-5 0,0 0-5 0,13 17-4 16,-11-9 0-16,1 5 1 0,-1 2-2 0,-2 3-5 16,2 7 2-16,3 6 3 0,-4 12 5 0,1-1-4 15,-2 4 2-15,0 2-1 0,0 2 1 0,-2 4 0 16,4 4-2-16,-2 16 1 0,-2-1 3 0,2-14 8 15,-1-3 3-15,2 20 3 0,6-1 3 0,0 0 11 16,4 2-12-16,-6-22 5 0,5 25-2 0,2-11 4 16,-2 5-2-16,0-18 8 0,-1 19 0 0,0-3-3 0,-3-14 4 15,1-2-2-15,1 22 1 0,-3-8-2 0,-3-12 3 16,1 13-11-16,0-14 9 0,-3-3-1 16,0 4-9-16,-3-4 2 0,2 0-3 0,-1 5-2 0,0-8 12 15,-3-1-17-15,0 1-4 0,2-5 7 0,-2 4-11 16,0 0-7-16,5-4 1 0,-3 1 2 0,1-2-1 15,0 3-2-15,4-6 1 0,0 1-4 0,1-1 0 16,2-3-9-16,-2-8 10 0,-1 8-3 0,5 0-3 16,-4-7 0-16,4-2-2 0,-3 0 2 0,0 0-2 15,2-2-1-15,3 6 2 0,-3-7-2 0,3-2 2 16,-4-1-5-16,0-5 0 0,1 3-10 0,-4-3 9 16,-1-1-1-16,4-1-2 0,-1-1 0 0,-4-7-2 15,0 5-7-15,3-7 7 0,-3 1 0 0,3-1 0 0,-3 3-2 16,0-7 2-16,0-3-1 0,0 8-4 15,0-8-12-15,0 0-22 0,0 0-20 0,0 0-41 16,0 0-31-16,0 0-32 0,-18-23-45 0,7 10-54 0,2-5-65 16,-4-5-342-16,-2-5-714 0,-5-11 316 0</inkml:trace>
  <inkml:trace contextRef="#ctx0" brushRef="#br0" timeOffset="119279.17">13148 12008 186 0,'-11'-7'182'0,"11"7"-8"0,0 0-8 0,-2-5-10 16,2 5-15-16,0 0-10 0,0 0-13 16,0 0-7-16,0 0-7 0,0 0-8 0,0 0-3 0,0 0-7 15,0 0-1-15,21-2-5 0,-11 2-7 0,12 2-3 16,-2-1-2-16,1 2-3 0,9-2-6 0,3 1-2 15,12 4 0-15,5-3-5 0,3 0-4 0,-1-2-3 16,5 3-4-16,1-1 5 0,1-1 0 0,9-2 0 16,12 6-2-16,1-1 0 0,-20-2-2 0,3 1-2 15,24-4-1-15,-7 4-5 0,2-3-3 0,5-1-2 16,-1 2-2-16,-5-1-4 0,-18-2-3 0,22 1 2 16,-3-3-2-16,-22-1-3 0,4 3-3 0,21-5 0 15,-25 3-2-15,20 0 6 0,-21-3-8 0,-1 2 0 16,6-1-1-16,-7 3-1 0,5-3-2 0,-12 0 0 15,7 3-1-15,0-3 1 0,0 2-3 0,-7-1 3 16,0 1-1-16,-4 2 1 0,2-2-2 0,-4 0 3 0,-2-2 0 16,2 5-3-16,-12-4-1 0,2 4 1 0,8-3 1 15,-8 2-3-15,-2 1-2 0,0-4 2 16,0 4 1-16,-3 0 4 0,3-1-8 0,-3-1 2 0,-1 2 1 16,1 0 3-16,2 2-3 0,1-2 0 0,0 0 1 15,-3 1-1-15,-1 3 1 0,6-8-1 0,-3 4 1 16,1 0 1-16,-2 0 2 0,-1 0-4 0,-2 4 1 15,-3-4 2-15,5 0 4 0,-2 0 8 0,-5 0-7 16,-2 3 3-16,-1-3 0 0,-1 0-1 0,2 1 2 16,1 2 3-16,-1-3-5 0,1 0-2 0,2 0-1 15,-4 0-1-15,2 0 5 0,6 0 0 0,-2 1-2 16,-4-1-1-16,6 0 1 0,-6 2-1 0,-3-2 1 16,0 0 3-16,2 3-1 0,1-3-4 0,-2-3-2 0,-6 3 1 15,-4 0-1-15,4-2 3 0,1 2-3 0,-15 0 0 16,16 0-7-16,-16 0 3 0,15 0 2 15,-15 0-1-15,7-1 3 0,-7 1-7 0,5-4-4 16,-5 4-5-16,0 0-15 0,0 0-1 0,0 0-3 0,0 0-16 16,0 0-10-16,-27 7-11 0,11-1-14 0,-8-2-15 15,3-1-17-15,-9 4-15 0,-13-2-27 16,7 3-19-16,-11-1-2 0,-2 1-24 0,-4 7-13 0,-4-6-139 16,4 2-379-16,-5-3 168 0</inkml:trace>
  <inkml:trace contextRef="#ctx0" brushRef="#br0" timeOffset="120079.26">13615 12892 72 0,'0'0'212'0,"0"0"-15"0,0 0-24 15,0 0-15-15,0 0-10 0,0 0-17 0,0 0-5 16,-13 3 5-16,13-3 0 0,0 0-3 0,-7 4-1 16,7-4-2-16,-5 4-2 0,5-4-5 0,0 0-3 0,0 0-7 15,0 0-5-15,-11 2-5 0,11-2 3 0,0 0-11 16,0 0-3-16,0 0-1 0,0 0-5 16,0 0-9-16,0 0-3 0,0 0-3 0,0 0-7 0,0 0-5 15,0 0-3-15,0 0-7 0,31-5 4 0,-18 5-12 16,2 0-1-16,0 3-6 0,7-6-3 0,-1 3 11 15,1 0-16-15,-3-1-1 0,13 2-2 0,-2-2-4 16,4-3-2-16,-2 4 2 0,18-1-1 0,-4 1-2 16,0-2 1-16,9 2-2 0,4 0 3 0,4 0 7 15,22 0 0-15,2-4-2 0,4 4 6 0,-1 0-5 16,3 3 6-16,4-2 7 0,-1 6 1 0,7-11-4 16,46 8 0-16,-48-3 4 0,44 5-3 0,-39-5 2 15,45 4 3-15,-45-2-7 0,43 1 1 0,-2-4-1 16,-41 2-5-16,38-1-2 0,-36 3 4 0,-6-4-12 15,46 0-1-15,-51 0 2 0,8-4 0 0,-3 3-1 16,6-1 0-16,-9-2 0 0,2 3-10 0,-7-3 5 16,-9 1 4-16,-22 1-1 0,-2-3-2 0,-3 4-3 0,-7-4-7 15,-16 2 5-15,-4-3 5 0,-3 4-6 16,-4-1 7-16,-8 1 0 0,-3 0-13 0,-3-1 12 16,-3 0 2-16,0-2-31 0,-7 5-16 0,-4-7-17 0,4 7-17 15,-15-6-15-15,2 5-25 0,-7-1-28 0,-3-1-33 16,-2 1-52-16,-3 2-22 0,0-1-49 0,-8 1-212 15,3-2-548-15,-15-1 242 0</inkml:trace>
  <inkml:trace contextRef="#ctx0" brushRef="#br0" timeOffset="120813.08">13895 11318 256 0,'0'-10'297'0,"1"-2"-12"0,-2 8-6 16,2-2-19-16,3 0-24 0,-4 6-25 15,1-12-18-15,4 10-19 0,-5 2-22 0,0 0-14 16,0 0-13-16,0 0-14 0,5 14-10 0,-1-3-12 0,-3 5-6 16,1 4-10-16,1-2-6 0,-1 7-8 0,1 2 7 15,0 3-13-15,1 1-15 0,-1 0-2 0,4 9 0 16,-4-7-6-16,2-1-9 0,0-2 4 0,7 7-5 16,-4-11-15-16,0-1-23 0,4-1-23 0,-1 3-28 15,2-7-45-15,2-1-54 0,0-6-64 0,-3-2-248 16,4 0-519-16,-1-1 229 0</inkml:trace>
  <inkml:trace contextRef="#ctx0" brushRef="#br0" timeOffset="121495.34">15020 11311 56 0,'0'0'267'0,"0"-11"-8"0,0 6-6 0,0 5-15 15,-6-12-13-15,-1 6-15 0,4-2-13 0,-2 5-16 16,0-6-12-16,0 1-15 0,0 1-17 0,0 0-6 16,1-2-3-16,0 1-23 0,4-2 1 0,0 2-9 15,-4 3-5-15,4 5-8 0,4-14-6 0,-1 9-13 0,0-3 4 16,7 1-12-16,-3 5-9 0,6-3-5 15,2 4-6-15,3-1-1 0,-1 2-5 0,-1 0-3 16,1 2-2-16,3-1-8 0,-6 5 4 0,3 0-8 0,-2 1 2 16,5 4-3-16,-5 0-4 0,0 1 2 0,-2-1-7 15,-7 1 3-15,3 0-3 0,-8 2 1 0,8-2 1 16,-9 4-1-16,3-4-2 0,-6 5-1 0,-1-3 1 16,-1-6-3-16,2 3 2 0,0 0 9 0,-6-2-9 15,3-2-2-15,4 1 12 0,-4 0-10 0,-1 0 0 16,5-4-1-16,1 4 3 0,-4-4-3 0,5-4 4 15,0 12-4-15,0-9-3 0,0-3 5 0,5 14-1 16,-4-5 4-16,8-2-3 0,5 2 2 0,1 3 1 16,0-1-2-16,0 1-3 0,3 0 0 0,-1 3 6 15,-2-4-6-15,1 0-2 0,-2 1 5 0,2 0 0 16,-4-1-3-16,-2 2-1 0,1 0 1 0,-4-3 14 16,-2-1-17-16,-2-2 1 0,-1 3 6 0,-4-2 4 0,-1 1 2 15,-5-1 0-15,-1-2-1 0,-1 2-1 0,-10-3-5 16,2 2 9-16,-13 0-4 0,4-1-2 15,-7-3-6-15,-1 0-21 0,5-3-21 0,0-3-24 0,0 3-31 16,6 0-31-16,-1-3-29 0,8 0-43 0,7-3-41 16,4 3-46-16,-1-5-166 0,7 4-489 0,0 4 217 15</inkml:trace>
  <inkml:trace contextRef="#ctx0" brushRef="#br0" timeOffset="121978.84">16417 11218 10 0,'5'-4'254'15,"-5"4"-17"-15,12-6-20 0,-7 5-12 0,-4-6-13 16,-1 7-17-16,4-5-17 0,-4 5-12 0,6-7-11 16,-6 7-15-16,0 0-12 0,0 0-10 0,0 0-11 15,0 0-8-15,0 0-6 0,0 0 0 0,12 12 9 16,-9-5-4-16,0-3-8 0,1 3-2 0,-3-2-3 16,8 7-7-16,-8-5 0 0,4 5-9 0,0-2-3 15,4 0-3-15,-3 2-6 0,-4-2-4 0,4 4-1 16,-2-1-3-16,-1-1-3 0,-3-1-5 0,2 1 2 15,-4 0 3-15,2-1-3 0,-3 1 11 0,-1-4 9 0,3 4 9 16,-6-1 8-16,1 0 2 0,-3 1 5 0,-1-1 8 16,0-3-1-16,2 1 1 0,1-3-5 15,3 0-7-15,-3 0-1 0,2-2-5 0,2 1 1 0,3-5 5 16,-5 4 8-16,5-4-2 0,-7 3 6 0,7-3 1 16,0 0-17-16,0 0 1 0,30 0-5 0,-10-1-6 15,11-1-6-15,1 1-3 0,16-5-6 0,-2 3-6 16,2-4-36-16,-3 4-29 0,1-4-50 0,4 3-35 15,-4-2-45-15,5 3-57 0,-6-1-67 0,-2-3-59 16,-15 4-237-16,2-1-637 0,-9 3 282 0</inkml:trace>
  <inkml:trace contextRef="#ctx0" brushRef="#br0" timeOffset="122879.61">14072 12450 196 0,'-4'-8'255'0,"4"-2"1"16,-3 3-8-16,3-3-4 0,0 2-14 0,0 0-14 15,0 1-13-15,-3-4-16 0,3 2-23 0,0 1-10 16,0-2-21-16,-3 1-16 0,3 0-3 0,0 0-16 16,0-1-11-16,0-4-5 0,0 2-3 0,6 8-13 15,-6-8-5-15,7 0-10 0,-7 2-6 0,6-2 0 16,-1 5-6-16,0-1-5 0,2 1 0 0,1-2-5 0,-1 1-6 15,4 4-1-15,-2 1-3 0,-1-2-1 0,5 5-5 16,-13 0 1-16,17-3-1 0,-4 8-2 0,-5-7-3 16,4 4-2-16,-2 4 3 0,0-2 2 0,1 1-6 15,-2 1-1-15,-1 0 3 0,0 1 0 0,-1 1-3 16,1 1-4-16,-3 3 2 0,-2-4-2 0,1 9 0 16,-4-5-1-16,0 6 2 0,-4-2-3 0,-4 2 4 15,0-4-4-15,-2 6 3 0,-5 0 1 0,-3 1-1 16,1-6-11-16,1 5 4 0,-4 0 2 0,3 1-1 15,2-8 0-15,0 9 2 0,-3-5-3 0,8-6 3 16,-3 7 1-16,5-5 2 0,1-4-4 0,4 2 3 16,0-2 5-16,3 0 1 0,3 0 4 0,0 0 1 0,4-3 3 15,9-2 12-15,-1 1-16 0,3 0-1 0,1-4 9 16,2-1-10-16,2-1 1 0,2-1-1 16,-2-2 2-16,-3-1-1 0,-2-1-10 0,2 1 9 0,-3 0 0 15,-2-1-1-15,-4-1 2 0,1 0-1 0,-7 0 5 16,1-1-2-16,-2-1 0 0,-4 0-2 0,-7 0-2 15,2-8 0-15,-5 10-6 0,-5 1 5 0,-1-8-7 16,-6 9-9-16,-3-7-15 0,4 7-13 0,-2 0-19 16,-4 3-22-16,-3-1-22 0,2-1-27 0,7 4-44 15,-1-1-41-15,6 1-47 0,-1 0-198 0,-3 0-497 16,10 5 221-16</inkml:trace>
  <inkml:trace contextRef="#ctx0" brushRef="#br0" timeOffset="123612.18">16775 12283 45 0,'0'0'284'0,"3"-4"-17"15,-3 4-27-15,2-11-19 0,-2 11-27 0,0 0-18 0,0 0-21 16,0 0-14-16,0 0-17 0,0 0-10 16,0 0-10-16,0 0-6 0,-20 23-9 0,16-11 1 15,-1 2-8-15,-3 0-4 0,3 4-5 0,0-1-8 0,2 1-4 16,1 1-5-16,-3 1-3 0,5-4-3 0,0 4-4 16,4-2-1-16,-3 1-4 0,4 0-1 0,0-3-6 15,5 2-3-15,0-8 1 0,3 7 0 0,-3-8-1 16,5 0-5-16,0 0-2 0,3-3 3 0,0-3 1 15,4-2-9-15,-1-2-3 0,-6 0 3 0,7-4-6 16,-6 0 4-16,6-2-4 0,-7-2 13 0,1 1 8 16,1-2 4-16,-5 0 2 0,-1 0 14 0,-1-5-1 15,3 6 4-15,-9 1-4 0,2-2 4 0,1 6 4 16,-2-2-4-16,1-1-5 0,-1 3-10 0,-5 4-7 16,5-8-4-16,-5 8-7 0,0 0-6 0,0 0-1 15,0 0-1-15,0 0-3 0,0 0 1 0,0 24 2 16,-1-9-20-16,-3 0-21 0,1 2-13 0,-2 2-22 0,2 6-21 15,-2 4-22-15,-3-1-27 0,1 3-21 0,5 3-31 16,-6 5-26-16,1-14-49 0,1 8-238 16,-2-5-534-16,-1 2 236 0</inkml:trace>
  <inkml:trace contextRef="#ctx0" brushRef="#br0" timeOffset="124295.48">14088 13314 90 0,'-8'-3'357'0,"8"3"-31"15,-8-5-32-15,1 4-26 0,7 1-31 0,0 0-22 16,0 0-20-16,0 0-13 0,0 0-12 0,0 0-15 0,0 0-14 16,28 11-12-16,-18-6-12 0,3 0-9 15,2 1-9-15,-1-2-12 0,-1 4-7 0,-3-2-5 16,3-3-8-16,-5 3-2 0,6-2-3 0,-6 4 0 0,2-4-11 16,1 4-4-16,-4-4-4 0,1 3-5 0,-3 3 0 15,-2-3-6-15,2 3-6 0,-1-2 3 0,-4 3 3 16,-4-2-4-16,4 3 12 0,-5 2-5 0,2-4 0 15,0 5 1-15,-5 0-3 0,6-8-4 0,-3 10-1 16,3-7-8-16,-4-2 0 0,4 1 1 0,-1-2 1 16,3 1 2-16,0 1-5 0,3-1 7 0,5-6-6 15,1 3-7-15,5-3-4 0,11 6-12 0,7-6-19 16,9-4-29-16,2 2-25 0,8-3-25 0,-6-2-30 16,6 1-39-16,-1 1-41 0,0 2-35 0,4-2-40 15,-2-8-227-15,-6 7-556 0,4-5 246 0</inkml:trace>
  <inkml:trace contextRef="#ctx0" brushRef="#br0" timeOffset="124712.29">15581 13266 315 0,'0'-6'315'0,"0"6"-24"0,0 0-24 0,0 0-26 16,5-6-22-16,-5 6-22 0,0 0-21 0,0 0-17 16,0 0-17-16,0 0-13 0,-28 13-10 0,21-3-9 15,1-8-12-15,-9 13-13 0,5-5-6 0,-3 0 2 0,-2 7-5 16,2-4-2-16,-2 2-2 0,0 6 1 16,-3-2-9-16,3 1 0 0,3-1-6 0,6-1-2 15,-3 2-4-15,3-2-7 0,2 5-8 0,1-9 6 16,3 4-5-16,5 2-3 0,0-4 2 0,3 2-6 0,4-2-8 15,3-3 7-15,-2-1-3 0,2-2-2 0,5 1-3 16,-4-7 11-16,7 0-16 0,-1 0-1 0,-1-1-2 16,1-5 2-16,3-2-3 0,-5 1-3 0,0-2 5 15,-6 0-5-15,1-5-2 0,0 3-3 0,-2-5 3 16,-4 4 1-16,-3 3-3 0,-4-3-4 0,0-3 1 16,-2 3-7-16,0-6-3 0,-7 8-14 0,0-1-20 15,-4-4-14-15,1 3-25 0,-7 6-19 0,1-3-34 16,-6-3-30-16,6 7-39 0,-6-2-50 0,2 3-38 15,-1 2-185-15,-2-1-512 0,-5 0 227 0</inkml:trace>
  <inkml:trace contextRef="#ctx0" brushRef="#br0" timeOffset="125263.31">16796 13473 101 0,'0'0'274'0,"-3"-5"-16"0,3 5-15 0,0 0-20 0,0 0-21 15,0 0-14-15,0 0 1 0,0 0-10 0,0 0 0 16,-5 20-3-16,7-14-3 0,1 2-5 0,0 2-2 16,4-1-12-16,1 7-2 0,0 0-4 0,-1 0-14 15,5-2-10-15,1 1-6 0,-2-1-13 0,-2 1-9 16,4 0-9-16,2-3-9 0,-7 3-3 0,5 1-9 16,-6-5-9-16,1 5-2 0,0-5-7 0,-1 1-3 15,-2 0-9-15,-2 0-5 0,-3 0 1 0,5 2-2 0,-10-3-3 16,4 2 4-16,-6-6-2 0,0 7-7 15,-2-5-2-15,-5 0 13 0,1-5-21 0,-2 3-23 16,4-3-7-16,-3-3-29 0,-6-1-29 0,6 0-29 0,0-1-32 16,-1-5-30-16,4 1-28 0,-4 1-52 0,3-8-28 15,2-3-33-15,2 5-189 0,-2-5-537 16,5 1 237-16</inkml:trace>
  <inkml:trace contextRef="#ctx0" brushRef="#br0" timeOffset="125413.16">16884 13449 135 0,'6'-8'177'0,"-4"0"6"0,5 0 8 0,-7 2 7 16,0 0-5-16,1 0-15 0,-1 6-15 0,0-12-17 16,5 7-13-16,-5 1-15 0,0 4-10 0,10-6-12 15,-10 6-11-15,7-5-10 0,0 1-22 0,6 0-30 16,-5 2-41-16,7-3-42 0,0 3-39 0,5-6-59 16,-2 3-162-16,2-2-347 0,8 2 153 0</inkml:trace>
  <inkml:trace contextRef="#ctx0" brushRef="#br0" timeOffset="127779.9">18201 14672 245 0,'0'0'281'0,"0"0"-12"0,0-7-11 0,0 7-18 15,0 0-18-15,0 0-16 0,0 0-23 0,0 0-16 16,0 0-18-16,0 0-15 0,0 0-8 0,0 0 5 15,0 0-5-15,0 0 3 0,9 15-11 0,-6-4-4 16,2-2-6-16,2 5-1 0,6 1-8 0,-2 1-11 16,3 8-3-16,4 3-8 0,-2-4 4 0,6 11-13 15,6-1-3-15,-3 1 3 0,-4-8-1 0,9 7-10 16,-2 3-14-16,2-6 1 0,0 4 7 0,1 4 6 16,4-3 11-16,2 0-1 0,1 3-3 0,3 0-4 0,-3-2-3 15,-2 3-8-15,3-5-5 0,-5-2-3 0,-1-4-10 16,-3-1 2-16,-5-6-5 0,-7-3-5 15,2-3 0-15,-3-3 1 0,-4-2-1 0,-5-2-6 0,-1-2-7 16,3 2 2-16,-5-6 1 0,1 3 3 0,-4 0-3 16,-2-5 8-16,0 5-26 0,0-5-36 0,0 0-31 15,0 0-24-15,0 0-28 0,0 0-30 0,0 0-36 16,0 0-43-16,0 0-57 0,0 0-58 0,0 0-227 16,0 0-622-16,-8-17 275 0</inkml:trace>
  <inkml:trace contextRef="#ctx0" brushRef="#br0" timeOffset="129979.22">19954 15747 106 0,'-8'-9'269'0,"-2"4"3"0,0-2-2 15,2 1 7-15,-2 2-13 0,-2-3 2 0,6 3-5 16,-3 0-5-16,3 1-14 0,4-2-8 0,2 5-22 0,-10-6 4 15,10 6-30-15,0 0-18 0,0 0-15 0,17-6-10 16,11 4-13-16,20-3-15 0,16 3-8 0,32 5-12 16,5-7-12-16,55-1-7 0,-4 2-7 15,-4-5-4-15,-1 7-5 0,3-8-4 0,-2 1 0 0,6-1-22 16,-7-1 3-16,2 2-4 0,-48 3 1 0,51-6-3 16,-53 6-1-16,6-1-2 0,-4-3-8 0,-5-1-5 15,-9-3-10-15,-24 9-18 0,0-3-21 0,-11-2-9 16,-3 6-14-16,-19-3-10 0,-8 1-25 0,-6 3-27 15,-9-1-32-15,-2-1-22 0,-5 4-26 0,0 0-23 16,0 0-21-16,-33-4-26 0,14 5-28 0,-5 2-203 16,-8 2-541-16,-4-2 240 0</inkml:trace>
  <inkml:trace contextRef="#ctx0" brushRef="#br0" timeOffset="131262.67">19741 15810 44 0,'0'0'192'0,"-4"13"-8"0,6-7-1 15,-2 2-4-15,2 5-7 0,-2-2-3 0,0 8-9 16,0 4-2-16,6 4-1 0,-6-3-9 0,0 3 0 16,5 6-4-16,-1 7-5 0,-4 4-6 0,0-2-8 15,5 3-8-15,-10 2 0 0,5-1-12 0,5 2 1 16,-10 9-7-16,5-3 0 0,0 1-3 0,0 1 4 15,0 0-4-15,0-1-4 0,0-1 0 0,5 0 15 16,-10-3-19-16,5 3 3 0,0-5-4 0,0 2-7 16,0-4 2-16,-2 2-4 0,0-1-1 0,4-4-15 0,-2-4-1 15,2-1-2-15,-4 0-9 0,2-7-4 0,2-2-1 16,-2 1-9-16,5-1 4 0,-5-3-9 16,1-7 0-16,-1 7-3 0,0-6-1 0,0-1-5 0,0-1-1 15,0-4-6-15,7 3 4 0,-7-2-4 0,0-1 3 16,0 0-3-16,1 2-1 0,-1-5 0 0,0 2-7 15,0-4 1-15,0 2-2 0,0-3 1 0,5 6 0 16,-10-3-6-16,10 0 4 0,-5-1-3 0,0-3 0 16,0 2-2-16,0 0 2 0,2-1 1 0,-2-2 0 15,0 1-10-15,0-1 12 0,0 1 4 0,5-1-5 16,-5 0 0-16,0-7-2 0,3 10 5 0,1-7 1 16,-1 3-4-16,-1-1 4 0,-2-5-6 0,10 4 3 15,-5-1-1-15,1 1 0 0,-6-4 2 0,18 0 0 0,-6 2 2 16,0-2-11-16,2 2 9 0,3-4-3 15,0 2 2-15,1 0 0 0,0-2-1 0,2 2-4 16,10 2 3-16,-2-2-3 0,-7 0 4 0,1 0-5 16,8 3 1-16,-2-3 2 0,1 4 1 0,0-2-7 0,2-1 8 15,2-1-5-15,0 4-3 0,14-3 0 0,1 2-4 16,-2 1 3-16,7-1-1 0,-3 2 2 16,8 1-1-16,4-5 5 0,18 4-2 0,-16-5-1 0,21 2 3 15,-4-1-4-15,5 2 0 0,-3-3 0 0,4 1 0 16,-4-1 3-16,3 0 13 0,4 0-14 0,-6 2-2 15,-1-2-4-15,0 0 7 0,-2 3-3 0,5 0 3 16,-25 0 0-16,2-2-4 0,21 2 5 0,-26 1 0 16,2-3 3-16,-1 1 1 0,-1-1-8 0,-1 0-1 15,-3 5 4-15,-2-4-3 0,-3 3 5 0,-2-1-6 16,-3-4 15-16,-9 1-13 0,-4-1 15 0,3-1-14 16,-3 2 0-16,-8-1-11 0,-5 0 14 0,2-1-1 15,0 1 1-15,-7 0-3 0,-3 0 3 0,5 0-4 0,-3 0 5 16,-2-2-3-16,-4 0 4 0,-6 2-6 15,20-2 1-15,-13-1 5 0,-7 3-5 0,11-3 2 16,-4-3 3-16,1 5-2 0,-8 1-1 0,12-7 2 0,-6 6 0 16,-1-2-2-16,4-3 3 0,-4 1-3 0,-5 5 0 15,11-5-3-15,-7 3 2 0,1-4 2 16,-2 3 2-16,2-5-3 0,-4 4 4 0,-1 4 0 0,7-11-4 16,-7 4 1-16,2-1-1 0,-4 1 0 0,0-2 0 15,-3 1 0-15,4-4 2 0,-6-1 1 0,1-1 4 16,-4-1-5-16,0-1-2 0,-2-3 0 0,-1 0 0 15,0-6 0-15,-2-2 2 0,3 0 0 0,-8-7-4 16,4-4 4-16,1 3-1 0,2-7 1 0,-2 2 2 16,1-6-4-16,13-4 4 0,-4-2-5 0,5 0 5 15,0-2 7-15,6 3 2 0,1-3-5 0,0-2 9 16,1 0 10-16,0 1 8 0,7-4-6 0,-8 2 15 16,8-17-7-16,-9 24 0 0,1-1-3 0,0-2-1 15,1 3-7-15,-2 3-3 0,-4 0 3 0,-2 1 3 0,0-1-12 16,-2 2 7-16,1 8-11 0,-3 8-2 15,1-3-7-15,-2 4-18 0,-1 1-13 0,2 0-23 16,-1 6-27-16,-1 1-27 0,2 7-25 0,-2-3-31 0,1 4-32 16,3 4-44-16,-3 1-43 0,5 0-28 0,0 7-25 15,0 0-275-15,-15-1-655 0,15 1 290 0</inkml:trace>
  <inkml:trace contextRef="#ctx0" brushRef="#br0" timeOffset="131946.03">21929 15708 111 0,'0'-7'205'0,"0"-1"8"0,0 8 9 0,-4-11 3 0,8 7 1 16,-4 4-4-16,0-11-5 0,0 11-14 0,-4-4-21 15,4 4-10-15,0 0-22 0,0-9-13 0,0 9-16 16,0 0-10-16,0 0-16 0,0 0 2 0,-1 25-7 16,-4-10 5-16,5 2 0 0,1 2 4 0,-1 11-7 15,-1 12-6-15,2-1 1 0,-2 7-6 0,1 3-10 16,0 4 0-16,-5 2-9 0,3 16-12 0,-1 1 2 16,-7 0-2-16,5-1-3 0,-2-14-7 0,2 16-4 15,-9 0-2-15,5-17-2 0,-4 16 4 0,6-1 5 16,1-17 13-16,-4 1 2 0,3-3 3 0,-1 0-3 15,1 1-3-15,-6 4-1 0,5-5-7 0,1 2-11 0,-1-7 8 16,1-1-5-16,1 0-7 0,1-7-1 0,1-9-3 16,-2 0 2-16,6-5-8 0,0-8-1 15,0 1-3-15,0-2-6 0,-5-2-11 0,1-4-13 0,8-2-14 16,-8-2 8-16,8 3-13 0,-4-5-15 0,0-3-27 16,0-3-24-16,0 0-18 0,10 3-25 0,-10-3-25 15,0 0-34-15,0 0-35 0,0 0-43 0,5-14-34 16,-5 7-213-16,0 7-568 0,-5-12 252 0</inkml:trace>
  <inkml:trace contextRef="#ctx0" brushRef="#br0" timeOffset="132596.79">20992 15897 76 0,'0'-10'267'0,"0"0"-4"0,0 3-1 0,-3-2-10 0,3 6-9 16,0 3-14-16,0-8-19 0,0 8-20 0,0-9-12 15,0 9-18-15,0 0-24 0,0 0-8 0,0 0-23 16,0 0-8-16,0 0-9 0,0 0-7 0,-7 24-5 16,5-4 9-16,-3 6-15 0,0 4 5 0,2 14-1 15,-3-2-6-15,1 8 3 0,1 1-1 0,1 3 1 16,3 1-1-16,-3 24 6 0,3-8-2 0,-4-12 2 15,3 16-3-15,1-3-9 0,-2-12 1 0,0-1-13 16,-3 17-4-16,0-16-3 0,2-3-1 0,-4-2 0 16,-1 19-5-16,0-20-7 0,0 3-5 0,-6-5-3 15,8 0 3-15,-2-6-5 0,-1-1-5 0,-1 0 1 0,0-9-2 16,0-3 0-16,-1-5 2 0,8 0-4 16,-9-3-2-16,5-3 0 0,-1-2-11 0,1-1-9 15,1-5-20-15,6-1-12 0,-3-3-15 0,-2-3-28 0,5 3-6 16,-2-2-11-16,-3-5-8 0,10 4-14 0,-5-7-24 15,0 0-41-15,0 0-37 0,0 0-36 0,0 0-39 16,0 0-185-16,0 0-524 0,0 0 232 0</inkml:trace>
  <inkml:trace contextRef="#ctx0" brushRef="#br0" timeOffset="133180.56">20005 16480 97 0,'-8'-5'243'0,"2"-3"-1"0,1 1-7 0,-4-3-8 15,8 5-4-15,1-2-15 0,-4 0-17 0,4-1-12 16,4 3-14-16,-4-3-16 0,10-3-13 0,-5 6-13 15,6-3-10-15,7-1-11 0,2 0-7 0,5 1-8 16,8 0-5-16,12 0-8 0,1 2-6 0,10 6-7 16,6-5 1-16,19 9-4 0,8 0-5 0,6-4-3 15,6 7-3-15,-2 2-2 0,8 1-11 0,44 0 4 16,-45 0-5-16,38 1-6 0,-41-3-7 0,-1-1 6 16,6 3-4-16,-12 0-2 0,3-3-2 0,2-1-2 15,-5-2 2-15,-7 1-6 0,-1-5 2 0,-7-2-4 16,-21 2-6-16,-1-4 6 0,-4 1 4 0,-2 2-13 15,-7-6 4-15,2 0 1 0,-3-2 1 0,-14 5-2 16,-1-3 0-16,0 0-2 0,-7 1-1 0,-1 2 2 16,-1-4-3-16,-4 5-4 0,3-3-6 0,-5 1-3 15,-7 1-7-15,5 3-12 0,-5-1-14 0,-1-3-11 16,-7 5-17-16,8-1-18 0,-8 1-21 0,0 0-21 16,0 0-14-16,0 0-16 0,0 0-23 0,0 0-14 0,0 0-18 15,0 0-164-15,-36 0-415 0,13 5 184 0</inkml:trace>
  <inkml:trace contextRef="#ctx0" brushRef="#br0" timeOffset="133762.82">19895 17070 250 0,'0'0'248'0,"0"0"-2"16,0 0 1-16,0 0-12 0,0 0-7 15,29 3-7-15,-14 0-9 0,0-2-11 0,3-1-8 0,2 0-10 16,7 2-1-16,3-2-13 0,3 0-14 0,5 1 1 15,10-2-14-15,1 2 5 0,4-1-18 0,7 0-5 16,4 0-11-16,1 5 0 0,24-10-12 0,-1 4-8 16,3 7-3-16,3-6-5 0,4 3-9 0,1-2-8 15,6 2-21-15,-9 2 9 0,10-2-9 0,-4 0-1 16,6 1 13-16,-12 1-19 0,-2-2-7 0,-3-3 0 16,-8 3-4-16,-18-3 0 0,-4-2-4 0,-10-2-1 15,0 3-5-15,-1-3-6 0,-5 0 8 0,-15 0-8 16,1 0-2-16,-11 0 1 0,0 2-4 0,1 1-1 15,-3 1-9-15,-4-3-7 0,1-3-6 0,-1 3-19 16,-5 0-15-16,4 0-16 0,-6-2-26 0,3 3-20 16,-4-3-29-16,-6 5-33 0,10-5-41 0,-7 1-42 15,-3 4-45-15,9-8-33 0,-9 8-198 0,0 0-574 16,-7-7 254-16</inkml:trace>
  <inkml:trace contextRef="#ctx0" brushRef="#br0" timeOffset="136397.17">21227 16749 11 0,'0'0'31'15,"0"0"-3"-15,0 0 3 0,0 0-3 0,0 0 0 16,0 0 4-16,-2-6 1 0,2 6-2 16,0 0 10-16,0 0 5 0,0 0 5 0,0 0 1 0,0 0 0 15,0 0 6-15,0 0 0 0,-3-3 4 0,3 3 7 16,0 0-4-16,0 0 5 0,0 0 4 0,-3-8 1 16,3 8 0-16,0 0 4 0,0 0 8 0,3-10 0 15,-3 10-8-15,0-7 7 0,0 7 5 0,0 0-3 16,0-10 7-16,0 10-2 0,0-5-1 0,0 5 5 15,0-10-6-15,0 10 3 0,0 0 8 0,0-5 0 16,0 5 4-16,0 0-12 0,-3-7-4 0,3 7 1 16,0 0-1-16,3-7-5 0,-3 7-4 0,0 0 9 15,0-8-20-15,0 8-7 0,0 0-11 0,0 0 4 0,0-5 5 16,0 5-9-16,-3-8-7 0,3 8-3 16,0 0-3-16,0 0-6 0,3-6 2 0,-3 6-7 15,0 0-2-15,0 0-7 0,0 0 1 0,0 0-3 0,0 0-4 16,0 0-7-16,0 0 4 0,0 0-6 0,0 0-3 15,0 0 5-15,-5 19-4 0,0-9 1 0,0-2-2 16,3 0 3-16,-1 1 10 0,-2 0-9 0,0 0-4 16,4 2 0-16,-3-3 3 0,-1 1-3 0,4 2 1 15,-6-2-2-15,7 1 2 0,-5-2-4 0,3 1 1 16,2-2 7-16,-1 1-6 0,-4 4-3 0,5-6 1 16,5 0 2-16,-5 0 1 0,1 2-4 0,6-4 5 15,-5 0-2-15,4 1 0 0,3 1-2 0,-3-3-1 16,2-2-1-16,4 4 2 0,-2-2-3 0,-10-3 4 15,22-3-4-15,-13 3 4 0,3-1-2 0,1-3 4 16,-3 3-1-16,2-5-3 0,1 3 5 0,-8-3-4 16,3 3 2-16,-1 0-2 0,1-5 4 0,-1 3-2 15,-1 1 0-15,-4-1 7 0,5 0 0 0,-6-1 4 0,4 3 0 16,-5 3 0-16,9-6 10 0,-9 6-1 16,3-7-1-16,-3 7-6 0,0 0-1 0,3-5-6 15,-3 5 6-15,0 0-5 0,0 0-4 0,0 0 4 0,0 0-2 16,0 0 0-16,0 0-13 0,0 0 10 0,0 0 13 15,0 24-16-15,-3-15-2 0,3 3 3 0,0 0 5 16,-3-1-4-16,3 2-1 0,0-1 3 0,0 5-13 16,0-1-13-16,3-3-19 0,-3 1-19 0,0-5-22 15,3 5-29-15,-3-4-35 0,2 0-35 0,6-2-60 16,-8-1-34-16,2 0-210 0,1-5-526 0,-1 5 233 16</inkml:trace>
  <inkml:trace contextRef="#ctx0" brushRef="#br0" timeOffset="137131.72">20527 16071 223 0,'0'0'292'0,"0"0"-21"16,0 0-23-16,-2-6-23 0,2 6-23 0,0 0-23 0,0-7-15 15,0 7-18-15,0 0-15 0,0 0-14 0,0 0-9 16,0 0-13-16,0 0-6 0,0 0-6 0,15 13-10 15,-8-10-9-15,-7-3-4 0,16 4-8 0,-9 1-2 16,4 1-4-16,9-3-12 0,4 3-16 0,4-6-20 16,3 3-30-16,4 0-37 0,-5 1-42 0,4 1-47 15,-2-5-59-15,-1 3-181 0,2-3-429 0,-3 0 191 16</inkml:trace>
  <inkml:trace contextRef="#ctx0" brushRef="#br0" timeOffset="137497.38">21500 16065 234 0,'0'0'305'16,"0"0"-14"-16,0 0-32 0,0 0-25 0,0-9-14 15,0 9-31-15,0 0-18 0,0 0-17 0,0 0-16 0,0 0-13 16,0 0-5-16,0 0-21 0,0 0-7 15,0 0-1-15,0 0-21 0,22 2-15 0,-22-2-19 16,21 1-33-16,-4-1-34 0,-1 6-51 0,2-6-53 0,4 0-61 16,1-3-211-16,4 3-442 0,-1 0 196 0</inkml:trace>
  <inkml:trace contextRef="#ctx0" brushRef="#br0" timeOffset="137713.04">22321 15965 234 0,'0'0'257'0,"0"0"-24"16,0 0-24-16,0 0-17 0,0 0-18 0,0 0-16 15,0 0-15-15,0 0-18 0,0 0-20 0,17 4-28 0,-11 0-48 16,-6-4-47-16,18 0-68 0,-11 0-62 15,-7 0-133-15,18-4-305 0,-9 4 136 0</inkml:trace>
  <inkml:trace contextRef="#ctx0" brushRef="#br0" timeOffset="138196.92">20333 16774 171 0,'0'0'293'0,"-6"-4"-20"0,6 4-25 15,0 0-16-15,0 0-19 0,0 0-21 16,0 0-16-16,0 0-18 0,0 0-17 0,31 0-14 16,-9 1-12-16,-6-1-11 0,7 0-25 0,4-2-36 15,1 0-43-15,2-1-51 0,-1 1-50 0,3 1-57 0,-1-1-50 16,1 1-134-16,1-2-369 0,-2 0 163 15</inkml:trace>
  <inkml:trace contextRef="#ctx0" brushRef="#br0" timeOffset="138613.53">20308 17463 115 0,'0'0'274'0,"-6"4"-10"16,6-4-23-16,-5 5-18 0,5-5-21 0,-7 7-18 15,4-4-18-15,3-3-15 0,0 9-10 0,0-1-16 0,0-8-10 16,5 9-11-16,3-6-10 0,0 2-13 0,6-3-16 15,2 3-26-15,4-3-36 0,3 1-39 0,7-1-49 16,-2 1-36-16,9-1-39 0,7-2-41 0,-9 0-130 16,10 0-358-16,1 0 158 0</inkml:trace>
  <inkml:trace contextRef="#ctx0" brushRef="#br0" timeOffset="138896.41">21273 17543 33 0,'0'0'250'0,"14"7"-15"0,-14-7-13 0,6 6-2 0,-6-6-15 16,10 4-19-16,-3-2-17 0,3 1-20 16,1 0-13-16,1-2-16 0,-1-1-21 0,9 0-31 15,-5 2-44-15,10-2-53 0,-7-2-53 0,14 1-57 16,-12-3-172-16,8 0-338 0,-2 1 150 0</inkml:trace>
  <inkml:trace contextRef="#ctx0" brushRef="#br0" timeOffset="139179.6">22318 17598 61 0,'0'0'340'0,"0"0"-17"15,0 0-17-15,0 0-26 0,8 0 7 0,-8 0-33 16,0 0-5-16,0 0-38 0,18 1-29 0,-8-2-11 16,-10 1-17-16,30 0-21 0,-12-2-18 0,0 1-28 15,6-5-28-15,2 4-24 0,4-2-28 0,0 1-21 16,-2 0-24-16,2 1-25 0,-2-2-18 0,-2 2-27 16,-4-2-32-16,1 3-32 0,-2-3-42 0,1 0-190 15,-7 0-438-15,5 0 193 0</inkml:trace>
  <inkml:trace contextRef="#ctx0" brushRef="#br0" timeOffset="140663.1">16061 14460 32 0,'4'-5'253'0,"-4"5"-7"0,0-8-9 0,1 4-12 16,-1 4-15-16,0 0-16 0,5-7-17 0,-5 7-18 15,0 0-17-15,4-3-12 0,-4 3-7 0,0 0-2 16,0 0-2-16,6 12-6 0,-4-5 0 0,3 1-6 16,0 7-8-16,-2-1-1 0,-1 2-3 0,4-3-3 15,-1 13-8-15,-1-2-1 0,1 5-4 0,0-1-2 16,1 12-9-16,-1-1-4 0,2 6-3 0,-1-1-3 15,-4 2-9-15,5 0-1 0,-1-3-3 0,-6-1-5 16,9 3-10-16,-3-1 3 0,-6 1-3 0,8-2-8 16,-8-3 2-16,4-1-3 0,-1-1-2 0,-1-7-11 15,3-2-26-15,-4 0-31 0,8 2-38 0,-4-3-44 16,1-2-49-16,-4-10-75 0,4 4-75 0,-4-2-167 16,5-5-537-16,-1 2 237 0</inkml:trace>
  <inkml:trace contextRef="#ctx0" brushRef="#br0" timeOffset="142613.9">14994 15706 13 0,'-12'2'194'0,"4"-1"-11"0,-2 1 0 16,10-2-14-16,-15 5-8 0,15-5-7 0,-10 2-7 16,3 0-12-16,7-2-7 0,0 0-10 15,-9 5-8-15,9-5 2 0,0 0 4 0,-5 3 2 0,5-3 11 16,0 0-5-16,14 8 2 0,-4-3-4 0,9-2-9 16,2 5-5-16,11-5-7 0,11 4-4 0,6-1-6 15,9-2-10-15,7 4-6 0,16-5-6 0,7 5-4 16,6-7-6-16,2 4-6 0,10 5-7 0,-5-6-5 15,8 7-2-15,-6-7-7 0,-2-1-2 0,-4 1-8 16,-2-6-1-16,-4 4 2 0,-4-1-5 0,-6-1 0 16,-23 0-3-16,0 0-1 0,0-1-1 0,-8-1 0 15,3 2-1-15,-8 0-3 0,1-2 0 0,-15 2 2 16,-3-3-2-16,7 3-6 0,-5 0 1 0,-2 0 5 0,-5-1 2 16,-1-1-7-16,4 1-1 0,-2 1 3 15,-5-4-9-15,3 2 6 0,-1 0 0 0,1 2 0 16,-6-3-3-16,4 2 2 0,-5 0 1 0,2 1-3 0,-6 0-1 15,1-2 4-15,0-1-3 0,-12 3 0 0,18 3 1 16,-7-3 2-16,-11 0-4 0,17-3 2 0,-9 6 0 16,-8-3-2-16,18-3 3 0,-11 6-2 0,-7-3 3 15,12-3-5-15,-12 3 7 0,0 0-3 0,19 3-5 16,-19-3 7-16,9 3-8 0,-9-3 15 0,8 0-6 16,-8 0-7-16,0 0 0 0,0 0-2 0,12 0 8 15,-12 0-3-15,0 0-2 0,0 0-1 0,0 0-3 16,0 0 12-16,0 0-10 0,10 0-3 0,-10 0 3 15,0 0 1-15,0 0-2 0,0 0-1 0,0 0 3 16,0 0-2-16,0 0 2 0,0 0-4 0,0 0 7 16,0 0-5-16,0 0 3 0,0 0-1 0,0 0 0 15,0 0 2-15,0 8-4 0,0-8-1 0,0 0 2 16,0 0 0-16,-4 8 1 0,4-8-3 0,-3 11 7 0,3-11-3 16,0 13-6-16,-3-5 7 0,-1 6 2 15,4-6-7-15,-1 9 7 0,2-2-8 0,-1 4 3 16,-1 7 5-16,1 2 0 0,0 1-2 0,1 11 3 0,-1 3-2 15,0-1 8-15,0 0-9 0,0 5 4 0,4 0-4 16,-4 3 0-16,6-3 3 0,-1 9 2 0,2-8 17 16,1 3-13-16,-3 0 11 0,3 2-7 0,-1-6 9 15,1-1-4-15,-1 1 2 0,1-3 3 0,-1-2-2 16,1 3 2-16,-1-6-3 0,-1 0 0 0,1-1 3 16,-4 1 4-16,4-8-4 0,1-4-1 0,-3 4 3 15,2-5-7-15,-6-2 2 0,6 3-6 0,1-8 4 16,-3 1 3-16,-3-1-1 0,4 1-3 0,3-4-5 15,-9 4 0-15,5-2-12 0,-4-6 12 0,4 0-3 16,-1-1-1-16,-3-1-4 0,3 2 9 0,-3-6-9 16,4 4 6-16,-3 1-7 0,1-3 5 0,-3 0 7 15,3 0-16-15,-1 1-1 0,-2-2 7 0,0 1-3 16,5-1 18-16,-5 1-23 0,0 0 6 0,2-1-2 0,-2 4-3 16,0-2 1-16,0-1-2 0,0 3 2 15,0 1 2-15,0-1-2 0,1 5 2 0,3-4 1 0,-4 7-4 16,0-2 6-16,1-2 1 0,1 4-1 0,0-1-3 15,1 1 2-15,-1-3-11 0,-1 4 11 0,-1-2-12 16,4-4 12-16,-3 1-7 0,-1 0 4 0,2 0 1 16,0 1-3-16,-2-8 4 0,3 4-2 0,-3-4-3 15,2-1 4-15,-2 1 1 0,0-1 1 0,1-2 0 16,-1-5-4-16,0 9 0 0,0-9 6 0,0 10 12 16,0-10 11-16,0 0 2 0,0 8 1 0,0-8-5 15,5 3 1-15,-5-3-1 0,0 0-4 0,0 6 1 16,0-6-4-16,0 0-2 0,0 0-1 0,0 0-3 15,0 0-4-15,0 0 2 0,0 0 0 0,0 0-1 16,0 0-6-16,0 0-3 0,-6 6 7 0,6-6-3 16,0 0-5-16,0 0 3 0,0 0 4 0,0 0-3 0,0 0-7 15,-5 6 6-15,5-6 0 0,0 0-10 16,-9 5 11-16,9-5-1 0,-10 1 3 0,2 1-3 0,8-2 3 16,-20 2-4-16,5-2-2 0,0 3 6 0,-1-3-6 15,-6 2 3-15,1-2-6 0,-9 2 1 0,-5-2 3 16,2 0 2-16,-10 1-1 0,-5-2-7 0,2 2 8 15,-5-2-2-15,-2 1-1 0,-4 0 2 0,6 0 0 16,-7 0-3-16,3 0 5 0,-9 1-2 0,6-2-9 16,-2 1 5-16,-21-2 5 0,20 0 0 0,-4-1 0 15,6 1-10-15,-6 2 8 0,-16-7 3 0,20 6-2 16,-2-5 0-16,0 3 2 0,-1-6-8 0,2 9 1 16,0-3 0-16,4-2 6 0,1 4-10 0,1-5 11 15,-2 0-12-15,8 3 12 0,2 0-2 0,4 0-3 16,-1 3 2-16,10-1 3 0,4-4 1 0,-4 5-7 15,7-2 3-15,0 1 1 0,-4-7 2 0,8 5-3 16,2 3 3-16,4 0-12 0,1-1 8 0,-3-2 3 16,4 2 0-16,-1-1 9 0,6 1-11 0,-4 1-1 0,0-4 1 15,3 4 15-15,-1 0-19 0,13 0 1 0,-21 0 0 16,7 0-2-16,14 0 4 0,-21 0 3 0,13 0-10 16,8 0 10-16,-22 0-4 0,12 0 1 0,-3 0-5 15,13 0 6-15,-20 0-2 0,12 0-3 0,-4 0-1 16,12 0 0-16,-21 4 6 0,9-4-4 0,2 1 6 15,-3-1-2-15,0 2-2 0,1-2 1 0,0 1 2 16,12-1-3-16,-19 0 3 0,7 0-4 0,2 0 1 16,-2 0 12-16,12 0-10 0,-19 0-4 0,10 0 3 15,9 0-3-15,-20 0 3 0,11 0 2 0,9 0-1 16,-10 0 2-16,10 0-1 0,-12-1-4 0,12 1 1 16,-10 1 8-16,10-1-2 0,0 0 2 0,0 0 16 15,-11-3 9-15,11 3 10 0,0 0 14 0,0 0 35 16,0 0 7-16,0 0 8 0,0 0-1 0,0 0-2 15,-10-1-4-15,10 1-2 0,0 0 4 0,-5-7-6 16,-2 2-3-16,5-2-3 0,1 0 2 0,-4 1 4 16,3-3-10-16,-3-1 1 0,-2-4-1 0,6-1-3 0,-6-2 0 15,6-2-9-15,-6-1-3 0,2-8-5 16,2-3 2-16,-4 2-5 0,2-14-4 0,-3-3-8 0,6 0-3 16,-4-1-5-16,-1 1-5 0,5-6-2 0,-6-2-12 15,0 3 4-15,3 1 15 0,-2-3-23 0,7-2-8 16,-7 5-6-16,6-2-18 0,-1 4-14 0,2-3-21 15,0 1-28-15,0 3-28 0,2 3-35 16,-2-1-41-16,8 0-51 0,-5 1-58 0,2 1-47 0,2 13-56 16,0-2-64-16,1-6-413 0,-1 7-942 0,9 1 416 15</inkml:trace>
  <inkml:trace contextRef="#ctx0" brushRef="#br0" timeOffset="144264.21">14865 16608 199 0,'-20'-4'234'0,"3"-1"-6"0,4 2 0 16,-2 3-10-16,2-3-16 0,5 2-15 0,8 1-16 15,-15-2-17-15,15 2-16 0,0 0-2 0,0 0-4 16,0 0-9-16,31 6-11 0,5-3-8 0,19-3-10 16,8 1-10-16,30 3-7 0,13 0-9 0,46-2-7 15,-3-2-5-15,3 1-7 0,-5-4-2 0,2 3-6 16,4 3-6-16,-51-2-2 0,41 4-5 0,-42 1-4 15,1-6 1-15,-2 0-2 0,-4 1-1 0,-7 1-5 16,-3-1-14-16,-5 3-13 0,-25-4-17 0,-11-4-18 16,1 4-25-16,-16 0-20 0,-8 0-24 0,-6 0-36 0,-6-1-34 15,-7-1-23-15,-3 2-23 0,0 0-141 16,0 0-403-16,-28-9 179 0</inkml:trace>
  <inkml:trace contextRef="#ctx0" brushRef="#br0" timeOffset="144680.26">14717 17100 244 0,'0'0'311'15,"-11"0"-25"-15,11 0-24 0,0 0-11 0,0 0-16 0,33 3-19 16,-10-6-21-16,10 3-15 0,10 0-22 16,10 0-16-16,5-1-10 0,28 1-16 0,3 1-7 15,6-2-13-15,-1 1-8 0,4 1-7 0,8-1-10 0,-4 0-9 16,6 4-6-16,-2 3-10 0,-4-6-1 0,-6 3-4 15,0-2-7-15,-9 2 0 0,-1-2-7 0,-27 0-7 16,2 2 4-16,1 0-5 0,-6 4-2 0,-5-5 0 16,2-2-12-16,-20 4-2 0,0-5-9 0,-3 3-9 15,-5 3-5-15,-7-5-1 0,0-1-4 0,-3 4-12 16,4-4-10-16,-13 0-21 0,6-4-22 0,-12 4-31 16,16-3-38-16,-14-2-37 0,6 2-35 0,-8-4-201 15,0 7-467-15,0-17 208 0</inkml:trace>
  <inkml:trace contextRef="#ctx0" brushRef="#br0" timeOffset="145213.51">15785 15825 95 0,'2'-18'281'0,"6"2"-5"16,-8 4-8-16,6-2-12 0,-4 5-8 0,5 1-9 15,-7 3-22-15,6-3-19 0,-6 1-20 0,2 4-20 16,3-2-19-16,-5 5-16 0,0 0-8 0,10 13-17 16,1 1-6-16,-7 4-6 0,7 14-7 0,-2 5 10 15,-1 16-18-15,5 2-7 0,2 26-2 0,-7 1-4 16,-1 6-6-16,0 0-10 0,-7 6 4 0,1-2-4 15,4-1 4-15,-2 4 2 0,7-5 20 0,-8 0 4 16,5 2 0-16,-6-6 8 0,11 6 1 0,-4-2 0 0,2-6-2 16,0-2-7-16,0 3 1 0,2-11-10 15,-6-15 4-15,6 16-18 0,-6-24-1 0,1 2 0 16,-2-5-8-16,2-2-9 0,-6-3 0 0,6-12-7 0,-2-3 2 16,-2-10-7-16,0 2-22 0,4-2-22 0,-4-5-10 15,1-4-26-15,-1-2 0 0,-1-2-27 0,4-2-30 16,-6-3-13-16,9 0-29 0,-9 0-37 15,16-5-37-15,-8 0-37 0,2-5-49 0,4 0-211 0,-11 1-576 16,10-3 255-16</inkml:trace>
  <inkml:trace contextRef="#ctx0" brushRef="#br0" timeOffset="145713.39">16763 16047 211 0,'2'-16'276'16,"1"0"-11"-16,2 1-1 0,-5 2-14 0,2 2-18 16,1 4-13-16,-1-2-16 0,-1 0-9 0,-1 4-19 15,2-2-17-15,-2 7-16 0,5-6-15 0,-5 6-14 16,0 0-11-16,0 0-10 0,2-3-10 0,-2 3-12 16,0 0-6-16,9 18-5 0,-5-1-4 0,1 3-1 15,-2 6-2-15,0 13 2 0,2 4 4 0,-5 7 8 16,4 4 9-16,-8 1-5 0,9 25 1 0,0 1-2 0,-5-2-4 15,4-1-3-15,-4 2 2 0,3-2-4 0,0 4 5 16,2-1-4-16,-2-5-5 0,4 3-2 0,1 1-1 16,-1-1-5-16,0-6-5 0,-6-16 0 0,6-2-10 15,-5 2 0-15,4-2 8 0,2-1-14 0,-8-4-5 16,5 1-3-16,-5-6-4 0,2-6-1 0,3 1 12 16,-10-13-13-16,5-6-5 0,-2 0-8 0,2-5-19 15,0-2-26-15,0-1-26 0,0-6-16 0,0 0-26 16,0-1-41-16,0-6-47 0,0 0-61 0,0 0-60 15,0 0-274-15,-13-16-645 0,11 0 286 0</inkml:trace>
  <inkml:trace contextRef="#ctx0" brushRef="#br0" timeOffset="147096.9">16243 16782 129 0,'0'0'222'0,"0"0"-1"0,0 0-5 0,0 0 0 16,-1-6-6-16,1 6-6 0,0 0-6 0,0 0-16 16,0 0-7-16,0 0-19 0,0 0-5 0,0 0-13 15,0 0-10-15,0 0-10 0,0 0-13 0,0 0-7 16,0 0-12-16,0 0-7 0,0 0-5 0,0 0-6 0,16-5-12 16,-16 5-6-16,15 3-2 0,2-3-4 15,-7 2-6-15,0 0-6 0,-2-1-4 0,12-1-4 16,-12 0 0-16,5 3 0 0,-3-2-7 0,-2 2 2 0,6-3-3 15,-4 2-1-15,-5-1-1 0,-5-1 5 0,11 5-12 16,-8-2-2-16,-3-3 1 0,5 8-2 0,-5-8 0 16,-3 10 2-16,3-4-4 0,-5-2 2 0,0 3-1 15,0-2-1-15,0 3 1 0,-1-3-2 0,-1 0 8 16,4 0-7-16,-6 1 0 0,6-1 2 0,3-5-4 16,-5 7 1-16,5-7-2 0,-6 6-1 0,6 0 3 15,0-6-3-15,3 8 4 0,-3-8 6 0,3 7-5 16,-3-7-6-16,12 5 4 0,-6-1 1 0,-1 0 0 15,4-1 0-15,-6 2 0 0,4-2 0 0,-4 1 0 16,2 1 1-16,1-3-4 0,-6-2 3 0,9 5-2 16,-9-5-1-16,5 3 0 0,-5-3-2 0,5 7 1 15,-5-7 4-15,0 0 0 0,0 5 1 0,0-5 0 16,-9 7-1-16,9-7-1 0,-15 4-1 0,6-3 0 16,-5 1 3-16,-2-2-4 0,-2 0-1 0,-1 1-8 15,-2 1-9-15,-1 1-22 0,1-3-23 0,-1 0-13 16,1 0-19-16,-1 3-27 0,6-2-24 0,-6 2-31 0,7-3-37 15,0 2-39-15,2 0-165 0,6-2-454 0,7 0 202 16</inkml:trace>
  <inkml:trace contextRef="#ctx0" brushRef="#br0" timeOffset="147614.19">15411 16287 277 0,'-5'-5'305'0,"5"5"-14"16,-8-4-26-16,8 4-24 0,0 0-18 0,0 0-21 15,0 0-13-15,0 0-20 0,0 0-20 0,0 0-14 16,0 0-11-16,29 6-13 0,-15-3-11 0,2 0-14 15,6-2-19-15,1 4-25 0,5-3-35 0,0 2-44 16,2 0-50-16,6-4-48 0,-1 3-67 0,1-3-219 16,-2 2-455-16,12-2 202 0</inkml:trace>
  <inkml:trace contextRef="#ctx0" brushRef="#br0" timeOffset="148114.22">17046 16255 166 0,'0'0'351'0,"0"0"-7"15,0 0-28-15,0 0-24 0,0 0-15 0,0 0-23 16,7-3-17-16,-7 3-20 0,0 0-25 0,10-4-25 16,-10 4-11-16,13 0-15 0,-13 0-13 0,13 0-17 15,-3-3-12-15,3 3-26 0,2-1-28 0,0-1-29 16,5 0-24-16,-2 2-34 0,2-3-33 0,-3 2-33 15,4 1-34-15,-1 1-33 0,-4 2-28 0,4-6-29 16,-3 10-9-16,-4-6-152 0,0 2-426 0,-1 1 189 16</inkml:trace>
  <inkml:trace contextRef="#ctx0" brushRef="#br0" timeOffset="148547.57">17132 16980 100 0,'0'0'283'16,"0"0"-22"-16,0 0-21 0,0 0-18 0,0 0-17 16,0 0-21-16,0 0-20 0,0 0-16 0,0 0-17 15,30-8-12-15,-14 7-12 0,-1 1-19 0,2 0-28 16,3-3-26-16,-5 2-27 0,5-4-32 0,-4 5-34 0,-1 0-31 16,7-2-26-16,-6-1-25 0,-8 3-32 15,2-1-119-15,-10 1-316 0,17 0 140 0</inkml:trace>
  <inkml:trace contextRef="#ctx0" brushRef="#br0" timeOffset="149113.79">15191 16871 236 0,'-9'-5'309'0,"3"2"-11"16,6 3-16-16,-12-4-21 0,12 4-25 0,-8-4-24 16,8 4-18-16,0 0-13 0,0 0-17 0,0 0-12 15,0 0-6-15,0 0-19 0,20 12-7 0,-7-8-19 16,4 3-11-16,6-3-9 0,2 0-21 0,-2 3-24 15,3-1-31-15,6 0-38 0,-3-1-51 0,1 2-54 16,0-3-60-16,1 1-56 0,-9-2-177 0,3 5-467 0,-7-5 207 16</inkml:trace>
  <inkml:trace contextRef="#ctx0" brushRef="#br0" timeOffset="149397.6">15470 17599 119 0,'0'0'258'0,"2"7"-26"0,-2-7-8 15,0 0-10-15,10 1-14 0,-10-1-14 0,10 3-16 16,0-2-17-16,5-1-12 0,-2 2-15 0,8-1-15 16,9-2-3-16,-8 1-32 0,8-2-39 0,-1 2-41 15,6-1-53-15,-3-2-62 0,4 0-58 0,9-3-156 16,-16 3-361-16,3-1 159 0</inkml:trace>
  <inkml:trace contextRef="#ctx0" brushRef="#br0" timeOffset="149647.12">16377 17564 9 0,'0'0'269'0,"0"0"-11"0,0 0-13 0,0 0-13 16,0 0-16-16,27 1-21 0,-27-1-19 0,13 0-17 16,-13 0-15-16,17 0-16 0,-1 0-18 0,2 0-41 15,1-3-54-15,-3-2-58 0,6 4-60 0,7-2-53 16,5 0-165-16,-5-2-347 0,-7 3 153 0</inkml:trace>
  <inkml:trace contextRef="#ctx0" brushRef="#br0" timeOffset="149863.82">17175 17564 74 0,'5'1'356'0,"5"3"4"0,0-2 4 16,0 2-21-16,10 0-24 0,3-3-24 0,-3 2-24 15,8 1-32-15,2-4-23 0,0 2-18 0,-2-2-18 16,-2 2-21-16,4-4-25 0,-5 0-38 0,1-2-43 15,-4 1-50-15,-1 0-51 0,-6-2-53 0,0 2-63 0,7-1-73 16,-14 1-61-16,0-2-171 0,4 1-508 0,-9 1 225 16</inkml:trace>
  <inkml:trace contextRef="#ctx0" brushRef="#br0" timeOffset="150914.97">15154 14296 152 0,'2'-1'233'0,"-2"1"-20"0,0 0-9 0,0 0-3 0,0 0-11 16,0 0-11-16,-20 24-11 0,2-12-4 15,-4 7-2-15,-6 5-4 0,-5 7-2 0,-5 0-5 0,-7 0-16 16,-3 4-2-16,-18 15-5 0,-2-5-11 0,-5 7-8 15,-3-1 1-15,-3 3-11 0,-2 2-5 0,-4 0-14 16,-4 5-1-16,6-6-12 0,-5-2-7 0,11-1-5 16,-6 2-4-16,12-8-2 0,1 3-11 0,26-17 2 15,-1 4-5-15,-1-2-2 0,9-3-16 0,1-3-20 16,14-5-40-16,1-2-43 0,4 0-52 0,4-6-65 16,11-4-83-16,-1-3-232 0,3-1-559 0,5 2 248 15</inkml:trace>
  <inkml:trace contextRef="#ctx0" brushRef="#br0" timeOffset="153214.96">11907 16158 174 0,'-47'0'299'0,"19"-3"-14"16,2 2-21-16,6 2-12 0,0-2-19 0,4 1-23 15,2 0-18-15,3-2-23 0,11 2-12 0,-10 6-2 0,10-6 3 16,0 0-2-16,0 0-8 0,59 3-10 0,-11-6-17 16,15 3-9-16,25-4-10 0,8 1-18 15,10-5-6-15,43-7-6 0,-50 6-5 0,49-9-5 16,-46 14-11-16,44-15-3 0,-49 15-5 0,6-4 12 0,1 0-18 16,-4-3-10-16,-6 3 2 0,-10 1-7 0,-19 4-4 15,-5-4 9-15,-9 2-9 0,-5 3 2 0,-13-2-4 16,-8 3-2-16,-3 1-3 0,-7-5-3 0,-7 5-9 15,0 0-1-15,5 0-8 0,-13 0-6 0,15 3 5 16,-8-1 0-16,-7-2 0 0,2 4 1 0,3-1 0 16,-5-3 2-16,1 12 1 0,-1-12 0 0,-1 9 5 15,1-3-6-15,0-6 3 0,0 10 9 0,0-5-11 16,0-5 3-16,-5 7-2 0,5-7 6 0,5 8-2 16,-5-8-4-16,0 0-2 0,1 4 5 0,-1-4 3 15,0 0-1-15,0 11-1 0,0-11 1 0,0 0 0 16,0 0-3-16,0 8 3 0,0-8-1 0,2 3 0 15,-2-3-2-15,5 8 2 0,-5-3 2 0,0 1-1 0,1 2 0 16,4-4 6-16,-5 8-4 0,-5-3 8 0,10 3-13 16,-3 2 6-16,-2 2-4 0,0 0 4 0,0 2-4 15,0 2 0-15,7 7 15 0,-7 0-7 0,0 4-5 16,0 1 1-16,1 9 3 0,-1 1 1 0,5 2 16 16,-5-6-2-16,0 9-14 0,2-7 2 0,-2 2-1 15,0-1-4-15,7 1 1 0,-7-5 4 0,6 7-1 16,-6-7 0-16,2 5 3 0,-2-7-2 0,8 2 2 15,-5-7 1-15,-1 3 1 0,0 6-1 0,-2-12 1 16,6 3 2-16,-6-3 0 0,0 1 0 0,0-1 3 16,5-1-3-16,-3-6 6 0,0-3-5 0,-2 2 3 15,-2-8-3-15,4 5-1 0,-6-8-1 0,4 4-2 16,0-1-1-16,0-7 3 0,0 3-1 0,0-7-2 16,2 13 8-16,0-10-2 0,-2-3 3 0,0 4-7 15,0-4-1-15,0 0 1 0,-4 8-3 0,4-8-4 16,0 0-2-16,0 7 1 0,-5 0 1 0,5-7 20 15,0 10-19-15,0-10 2 0,7 7-4 0,-7-4 1 0,2 4 12 16,-2-7-18-16,0 0 1 0,0 12-2 0,0-12-1 16,3 7-4-16,-1-4 11 0,-2 4 8 15,1 1-16-15,-1-1 1 0,0-2 2 0,0 2 0 0,0 3 3 16,0-5-1-16,-1 5-7 0,1-5 20 0,1 3-16 16,-1-8 7-16,-1 15-9 0,-1-7 0 0,2-3 6 15,-3 6-10-15,1-7 5 0,0 4 5 0,4 1-11 16,-2-2 1-16,-2-4 5 0,-3 4 5 0,5-7 2 15,0 7-1-15,-6 2-1 0,6-9-5 0,0 8 3 16,-2-4 4-16,2-4-6 0,-5 12 4 0,5-8 0 16,0-4-10-16,-8 8 9 0,8-2-1 0,0 0 1 15,-2 1-4-15,2-7 19 0,-5 11-16 0,4-7 5 16,1-4 0-16,0 11-7 0,0-3 2 0,0-8-9 0,-7 8 12 16,7-3 1-16,0 1 12 0,0-6-21 15,-7 9 5-15,7-2-3 0,0-7-1 0,-1 10 2 16,1-5 14-16,-7 0-12 0,7-5-1 0,-7 9 2 0,6-3 4 15,1-6-5-15,0 4-4 0,0-4 4 0,-5 10 1 16,5-5-3-16,0-5 4 0,-3 9-2 16,3-6-1-16,0-3 1 0,-5 12 1 0,3-5-3 0,-1 0 1 15,-1-2-3-15,4-5 3 0,0 8-2 0,-3-1-3 16,3 0 4-16,0-7-1 0,0 6 2 0,-3 1 3 16,3-7 1-16,0 8-1 0,0-8 2 0,-9 7-4 15,9-7 4-15,0 5-12 0,0-5 10 0,0 0-2 16,-5 6 0-16,5-6-1 0,0 0 0 0,0 0-2 15,0 6 0-15,0-6 11 0,0 0-11 0,0 0 7 16,0 0-10-16,0 0 4 0,-1 9-2 0,1-9-2 16,0 0 5-16,0 0 2 0,0 0 0 0,-4 5 2 15,4-5 0-15,0 0-6 0,0 0 5 0,0 0-2 0,0 0 0 16,-9 3-5-16,9-3 2 0,0 0 1 16,0 0 4-16,-10 0 0 0,10 0-2 0,-10 1 6 15,0-1-2-15,10 0-4 0,-18 0-1 0,4 0 1 0,-2 1-2 16,-4 5 4-16,0-4-8 0,-6 3 12 0,-8-3-6 15,-4 1-7-15,-6 4 5 0,-6-2 6 0,-3-1-2 16,-5 2 0-16,0-2 2 0,-26 2-2 0,19-4 4 16,-23 0-8-16,1 1 4 0,4 2 1 0,-11 1-4 15,9-5 18-15,-1 4-18 0,-2 0 3 0,7-4 11 16,15 0 8-16,-15 2-1 0,16-3-4 0,4 4 5 16,5-3 3-16,-5-1-7 0,3 0 6 0,3 4-2 15,4-4 0-15,3 0 0 0,2-1 0 0,17 2-3 16,0-1 1-16,7 0 0 0,6 0-2 0,1 0-1 15,1 0 0-15,-1 0 1 0,15 0 2 0,-14-1 11 16,5-2 2-16,1 2 4 0,8 1-2 0,-13-2-2 16,13 2 1-16,-8-5-3 0,8 5-3 0,-9-4-1 15,9 4-5-15,-5-8-1 0,5 8-1 0,-3-2-1 0,3 2 1 16,-7-8 4-16,7 8-2 0,-6-9-1 16,4 4 9-16,-1 0 10 0,3 5 2 0,-4-13 2 15,-2 9 3-15,4-4 27 0,-3-2-2 0,5 0-3 0,0-4-2 16,-6-3 0-16,2-3-1 0,-1-6-1 0,0-1-1 15,2-1-5-15,-2-1-5 0,2-13-4 0,-1 0-6 16,1-7-4-16,-3-1-3 0,-1-1-2 0,7 1-4 16,-5-8-6-16,0-17 3 0,-7 18-6 0,6 2 0 15,-2-1-4-15,-1-3-3 0,1 5 3 0,0 0-6 16,-4 3-3-16,4 1 2 0,0 3-3 0,-4 2-9 16,9-2-15-16,-9 8-15 0,5 8-22 0,6-9-22 15,-6 13-24-15,6-2-45 0,1 2-41 0,0-2-43 16,0 11-35-16,0 2-27 0,0 3-60 0,0 2-55 15,8-3-347-15,-7 10-816 0,6-2 361 0</inkml:trace>
  <inkml:trace contextRef="#ctx0" brushRef="#br0" timeOffset="153747.82">12364 16423 295 0,'0'-13'311'0,"0"1"-8"0,0 0-8 16,0-2-8-16,1 9-16 0,-1-2-23 0,5 3-22 15,-5-4-24-15,0 8-19 0,9-3-17 0,4 14-17 0,-5 0-21 16,9 13-6-16,1 4-8 0,-2 13-15 0,8 3-13 16,-3 6 3-16,-8 6-11 0,9 19-1 15,-7-2-10-15,0-1-5 0,-7 4-8 0,0 2-3 0,-6 2-11 16,4-1 5-16,-2 1-11 0,1-2 0 0,-5-21-3 16,0 18 0-16,5-19-6 0,-4 17 0 0,4-21-2 15,-1 4 8-15,2-3-14 0,1-7 1 0,1-4-11 16,4-3 4-16,-9-12-5 0,4-3 4 0,-1-1-3 15,1-10-9-15,1 2-1 0,-1-8-7 0,3 1-14 16,-5-5-24-16,5 0-28 0,-4-3-37 0,-6 0-39 16,22-9-30-16,-7 0-47 0,-2-4-50 0,2-2-261 15,0-12-585-15,0 0 258 0</inkml:trace>
  <inkml:trace contextRef="#ctx0" brushRef="#br0" timeOffset="154030.4">13137 16333 2 0,'0'-10'347'0,"5"1"-35"0,-2 6-33 0,-3 3-21 16,0 0-9-16,11 27-8 0,-2 2-11 0,-3 15-17 15,4 9-17-15,2-2-8 0,-1 24-14 0,-1-3-22 16,5 8 4-16,-8-1-33 0,1-2-11 0,-4 7-13 15,-3 4-11-15,-1-4-4 0,-1 3-9 0,-8-8-8 16,3-5-9-16,-3 3 9 0,4-25-31 0,0-4-5 16,-1 3-29-16,1-13-14 0,-3-6-6 0,1-5-21 15,2-5-26-15,2-7-28 0,-4-1-37 0,0-6-54 16,4-4-58-16,-4-4-51 0,7 0-168 0,0 0-499 16,-11-13 221-16</inkml:trace>
  <inkml:trace contextRef="#ctx0" brushRef="#br0" timeOffset="154681.48">13150 13863 104 0,'-2'-6'287'0,"2"6"-28"0,-13-5-26 0,13 5-20 16,-28 11-11-16,6 1-11 0,-7 6-6 15,-11 14-7-15,-2 2-3 0,-22 16-6 0,1 5-1 0,-10 7-4 16,-36 27-10-16,26-28 1 0,-48 36-8 0,1-1-12 15,-6 10-14-15,-10-5 2 0,-8 1-8 0,5 1 9 16,-6-2-7-16,1-6 7 0,-7 2-1 0,14-10 0 16,0-3-6-16,13-10-1 0,9-5-15 0,31-25-5 15,0 6-6-15,4-2-14 0,6-3 0 0,6-4-14 16,5-4-4-16,24-8-15 0,1-4-33 0,5-6-48 16,18-7-52-16,5 2-31 0,5-8-34 0,8 0-48 15,1-5-60-15,6-1-67 0,0 0-293 0,0 0-674 16,21-13 298-16</inkml:trace>
  <inkml:trace contextRef="#ctx0" brushRef="#br0" timeOffset="155265.45">12759 13155 46 0,'0'0'217'0,"-11"-9"-21"0,2 7-16 0,-4 2-6 0,-3 0-1 16,-13 6-4-16,-4 3-3 0,-16 5 2 0,-9 7-3 16,-17 10 2-16,-6 4-4 0,-5 10-1 0,-36 25 6 15,-7 3-3-15,-12 0 5 0,-6 11-5 0,-1-1 12 16,-7 8-23-16,-19 8-2 0,-10-6 5 0,-10 1-5 16,-6 10 6-16,-12-7-3 0,0-6 3 0,-11-1 2 15,-4-8 4-15,7 3-5 0,-10-5-5 0,3-6-11 16,4-4-14-16,4-1-14 0,13-9-7 0,7 1-13 0,14-5-10 15,2-2-7-15,16-5-8 0,10-2-5 16,10-6-11-16,44-17-10 0,2-1-26 0,5-6-28 16,13-2-51-16,22 1-38 0,7-10-51 0,6-4-48 0,14 4-54 15,3-10-63-15,16 2-93 0,2-3-297 0,11 1-762 16,2-2 337-16</inkml:trace>
  <inkml:trace contextRef="#ctx0" brushRef="#br0" timeOffset="162297.89">23423 2037 320 0,'0'-6'336'16,"0"6"-19"-16,2-7-29 0,-2 7-32 0,0-7-16 0,0 7-35 15,0 0-20-15,0 0-20 0,0 0-15 0,0 0-15 16,-7 20-9-16,2-8-10 0,4-2-11 15,-4 9-6-15,-2-1 2 0,4-1-14 0,5 3 1 0,-7 6-13 16,3-6-10-16,-5 0-1 0,7 1-14 0,0-3 5 16,-3 9-10-16,3-8-4 0,0 11 9 0,0-13-15 15,3 4 3-15,-3-1-11 0,0-5-21 0,7 2-22 16,-7-6-29-16,7 7-38 0,-2-9-38 0,-2 2-47 16,-3-3-57-16,5-3-61 0,-4-1-202 0,9 1-529 15,-10-5 235-15</inkml:trace>
  <inkml:trace contextRef="#ctx0" brushRef="#br0" timeOffset="162564.5">23473 1951 47 0,'7'-7'301'0,"1"2"-22"0,-5 0-17 0,2-3-18 15,7 5-20-15,-4-1-20 0,0-3-16 0,1 2-19 16,4 3-16-16,2-3-18 0,5 4-14 0,-1-1-10 16,1 1-24-16,10 4-9 0,2-3-8 0,-4 5-8 15,2-4-4-15,3 5-10 0,-2-3-11 0,1 6-25 16,1-6-14-16,-9 6-20 0,5-3-26 0,-6 0-25 16,-5 0-35-16,-1 0-21 0,-1-2-26 0,-4 3-24 15,-6 0-19-15,-1-3-132 0,-5 1-357 0,0-1 158 16</inkml:trace>
  <inkml:trace contextRef="#ctx0" brushRef="#br0" timeOffset="162764.35">23523 2186 64 0,'-4'4'192'0,"4"-4"1"0,-3 9-3 15,3-9 3-15,3 9-15 0,1-6-5 0,-3 4-4 16,-1-7-7-16,7 11-8 0,0-3-14 15,1 0-11-15,0-3-8 0,7 2-11 0,3 0-13 0,2 0-11 16,7 4-6-16,4-1-8 0,-4 0-5 0,2 2-16 16,3-4-27-16,1 0-36 0,0 0-41 0,-3-1-50 15,5-6-55-15,-6 2-57 0,-1 0-136 0,1 2-380 16,-3-4 168-16</inkml:trace>
  <inkml:trace contextRef="#ctx0" brushRef="#br0" timeOffset="162998.62">24110 2235 138 0,'0'0'210'0,"5"10"-12"0,-5-2-15 0,0-4-10 15,4 4-16-15,-3 4-16 0,4 2-11 0,0-7-12 16,0 13-12-16,-3-7-10 0,4 5-6 0,1 1-13 15,0-2-5-15,-1 2-7 0,3 0-5 0,-3-3-24 16,-3 2-28-16,11-2-36 0,-14 1-37 0,8-7-39 16,4 4-38-16,-9-5-145 0,8-3-310 0,-1 1 137 15</inkml:trace>
  <inkml:trace contextRef="#ctx0" brushRef="#br0" timeOffset="163997.82">24438 2269 27 0,'0'0'206'0,"0"0"-20"15,0 0-18-15,0 0-13 0,0 0-9 0,0 0-8 16,0 0-4-16,0 0-1 0,8 23-5 0,-3-11-13 0,-3 3-10 16,5-4-10-16,1 5-9 0,-2-4-9 0,1 6-8 15,1-3-5-15,-1 1-7 0,0-7-5 16,1 8-3-16,0-4-6 0,-5-2-5 0,2-2-3 15,2-2-1-15,0 4-3 0,1-7-4 0,-8-2 5 0,6 3 4 16,-6-5-4-16,0 0-2 0,15-2 4 0,-15 2 2 16,14-9 7-16,-8 0 6 0,-4 2 9 0,6-3 15 15,-1-5-9-15,4 5 4 0,-7-4 15 0,7 2 2 16,1 0 1-16,-6 4 2 0,4-6-10 0,-5 5-2 16,5 2-9-16,-5 2 0 0,7-1-7 0,-6 1-7 15,1 1-4-15,1 1-4 0,-1 0-10 0,-7 3-4 16,20 3 10-16,-9 4-15 0,-1-3-3 0,5 4-2 15,3 4-7-15,1 2-8 0,4 2-18 0,-10-4-8 16,9 8-11-16,-1-1-15 0,4-2-12 0,-7 4-16 16,4-3-12-16,-1 0-9 0,-3-6-10 0,-1 0-5 15,-4 0-7-15,7-5-1 0,-5 1-6 0,-7-3-4 16,5 0 1-16,-1-3 0 0,-2-2 4 0,-10 0 8 16,22-6 8-16,-14 5 5 0,2-4 8 0,-4-3 13 15,3 3 8-15,-3-3 11 0,3 1 3 0,-3-4 7 16,1 3 3-16,-4-1 11 0,2-1 8 0,2-2 8 15,-6-4 24-15,6 5 33 0,-7-1 15 0,3 1 2 16,1 2 1-16,-4 2 6 0,0 3-7 0,0-7-7 16,-4 5-2-16,4 6-8 0,-11-6-4 0,1 5-4 0,-2 1 2 15,12 0-6-15,-21 1-8 0,6 5 2 0,-3-1 1 16,3 0 4-16,1 6-7 0,1 0-2 16,0-3-2-16,5 0-2 0,-1-2-1 0,1 2 1 15,3-3-1-15,3 6-2 0,1-7 4 0,1 4-5 0,3-4 3 16,2 1-4-16,5 1 0 0,2-5 0 0,-2 1 0 15,3-2 1-15,0 0-1 0,0 0-3 16,5-2 2-16,-1 4-1 0,1-8-7 0,-5 3 7 0,-1 2 1 16,-4-3 1-16,6 0-4 0,-1 1-3 0,-5 0 9 15,-1 1-2-15,-7 2-1 0,10-1-2 0,-10 1-3 16,11-2 2-16,-11 2-1 0,0 0 0 0,0 0-2 16,10 5 2-16,-10-5 1 0,5 7-2 0,-3 0 4 15,-2 0-1-15,6-3-1 0,1 5-1 0,1-1 1 16,1 3-2-16,2-4 5 0,4 5-1 0,2-4 1 15,2-1 2-15,0 1-4 0,4-4 4 0,7 0-6 16,-2 0 4-16,-7-8-2 0,11 8 2 0,-6-4-4 16,4-5 2-16,-7 3-1 0,5-5 3 0,2-5-2 15,-2 4 0-15,-1-4-1 0,-2-3-1 0,-1-1-1 16,-4-4 6-16,-3-3-6 0,1-1 1 0,-6-3 5 16,2-12-6-16,-5 10 0 0,-3-10 1 0,1-3-2 15,-10 2 4-15,-1-3-1 0,1 13-2 0,-2-13 13 16,-2 4 22-16,-2 9 22 0,4 3 11 0,-4 0 11 15,3 7 10-15,4 1-3 0,-5 2-1 0,1 6-4 16,2 0-7-16,3-1-13 0,-4 8-6 0,0-3-9 0,-2 3-7 16,7 4-1-16,0 0-3 0,-21 11-8 15,16-3 0-15,-5 6-2 0,2 2-2 0,1 4 1 16,0 7-2-16,2 0 2 0,0 4 0 0,4 12-3 16,-3-1-5-16,3 0 4 0,2 2-1 0,-1-2 4 0,4-10-9 15,2 17 6-15,-4-10 0 0,5 7-6 0,-1-9 0 16,-2-5 1-16,2-3 1 0,2 3-8 15,-1-5-10-15,1-5-20 0,-3-3-21 0,-1-4-31 0,-1-2-32 16,0-6-43-16,1 1-63 0,-1-4-51 0,2-1-197 16,-5-3-499-16,0 0 221 0</inkml:trace>
  <inkml:trace contextRef="#ctx0" brushRef="#br0" timeOffset="164164.43">25289 1792 33 0,'-5'-4'64'0,"5"4"-66"0,0 0-15 0,0 0-16 16,0 0 8-16</inkml:trace>
  <inkml:trace contextRef="#ctx0" brushRef="#br0" timeOffset="164581.29">26826 1629 88 0,'15'-27'329'0,"-3"-3"-4"0,-1 3-15 16,-1 3-22-16,-5 8-16 0,-3-6-13 0,0 3-10 15,1 6-18-15,-3-6-20 0,0 6-13 0,0 2-22 16,-5 4-23-16,3-1-22 0,2 8-10 15,-11-1-20-15,11 1-4 0,-22 13-18 0,7 2-2 0,-10 17-7 16,-3 5-6-16,-3 14-5 0,-7 11 5 0,-10 10-8 16,10-1-6-16,-5-1 0 0,5 7 2 0,5-6-7 15,-5 1-4-15,8-1-5 0,12-17 0 0,-9 16-2 16,2-17 12-16,5 2-19 0,5-2-6 0,-1-3 3 16,3-3-5-16,-1-3-6 0,0 0-6 0,-1-4-25 15,6-13-34-15,3 0-40 0,-3-7-41 0,4-4-54 16,-3-1-48-16,7-6-55 0,-4-2-56 0,3 0-180 15,-5-2-571-15,4 1 253 0</inkml:trace>
  <inkml:trace contextRef="#ctx0" brushRef="#br0" timeOffset="166014.71">27409 1931 154 0,'-7'-14'254'0,"-1"2"-32"0,-4 0-17 0,-2 0-15 15,-1 3-12-15,0 2-13 0,-7 3-11 0,6 0-15 16,-4 1-13-16,-3 3-13 0,4 3-9 0,-2 1-10 0,4 1-10 16,1 1-8-16,-1 6-6 0,4-4-3 0,0 5-1 15,8-4-7-15,-2 4-5 0,2-4 1 0,4 8-5 16,2-2-3-16,1-3-6 0,5 1-3 0,4 2-2 15,1 1-3-15,1-5-5 0,5 5-2 0,5-3 0 16,-6-1-5-16,4-5-2 0,3 8-1 0,-8-4-4 16,4-8-1-16,-3 5-3 0,2-4-1 0,-10 2 0 15,-1-6-2-15,-1 3 2 0,1 0-4 0,-8-3-4 16,0 0-3-16,0 0-2 0,0 0 3 0,0 0-5 16,0 0 1-16,0 0 0 0,0 0 0 0,-40-4-1 15,24 8 3-15,-3-3 2 0,-2 6-1 0,-1-4 3 16,2 2 1-16,-3 6 1 0,0-3-1 0,7 0 5 15,-6 7 4-15,6-1 0 0,1-1 10 0,0 3-3 16,3 2 4-16,4-2 4 0,-5 9 2 0,9-3 0 16,4 5 12-16,0-2-8 0,4 2-1 0,1-5-4 15,8 1 0-15,2 1 0 0,-2-3-2 0,5-3-3 16,4 1 1-16,6-2 5 0,-2 1-16 0,1-6-8 16,4 0-22-16,1-5-17 0,-1-5-13 0,-1-1-17 15,0-2-9-15,1 1-25 0,-9-3-15 0,6-5-15 16,0-8-20-16,3 7-5 0,-4-11-17 0,-2-1 5 0,5-7 3 15,1-2 8-15,-11 6 29 0,-4 2 4 16,3-2 15-16,-5 2 28 0,-2 0 26 0,-2 5 23 16,-3 5 31-16,-4-4 3 0,2 9 24 0,-3-2 24 0,-1 1 52 15,3-1 10-15,-3 4-10 0,1 0-10 0,-2 5-10 16,0-8-11-16,0 8-10 0,0 0-3 16,0 0-6-16,0 0-7 0,0 0 0 0,-17 13 0 15,12-8-2-15,4 4-3 0,-6 1-3 0,2 8 0 0,0-1-4 16,0 1 2-16,-1-3-7 0,6 6-6 0,-7-3 2 15,7-2 3-15,-3 3-12 0,-2-2-1 0,5 1 0 16,0-1 0-16,0-7-4 0,0-1 0 0,0 2 1 16,0-4-2-16,-7 1 9 0,7-8-3 0,7 9 0 15,-7-9-6-15,5 0 3 0,-5 0-5 0,0 0 5 16,16-9-6-16,-6 1-2 0,2-5 1 0,-4 4 1 16,5-7 0-16,-5-1 10 0,7 0 7 0,0-3 2 15,-2 1 8-15,4-5 9 0,-5 12 15 0,-1-4 14 16,2 1 11-16,1 0 1 0,-4 0 2 0,-2 0-2 15,3 6-2-15,-7 1-3 0,4 2-13 0,-6 2-3 16,1-1-7-16,-3 5-15 0,8-4-2 0,-8 4-5 16,0 0-5-16,0 0 7 0,15 9-14 0,-8-5-6 15,-7 4 1-15,6-1-16 0,-4 5-12 0,5 2-12 16,-1-1-21-16,3 9-11 0,-1-9-12 0,3 2-15 16,-1 0-17-16,4 0-17 0,7 6-22 0,-1-6-18 15,3 0-8-15,2-1-12 0,3-7 2 0,2 5 4 16,1-3-7-16,3-5 9 0,-3 0 1 0,4-4 10 15,-2 1 4-15,-5-1 10 0,2-3 5 0,-2-2 8 16,0 1 12-16,-3-4 13 0,-4 1 8 0,-1-2 10 0,-5 0 13 16,0-3 21-16,-7 5 16 0,-1-3 0 15,-2 2 23-15,-3-1 15 0,-2 1 9 0,0-1 19 16,-7-3 15-16,0 4 22 0,-3-4 56 0,-3 0 33 16,0 5-5-16,-4-2-9 0,-1 2-7 0,0 2 0 0,-10 2-4 15,-2 0-6-15,0 3-12 0,0 0-7 16,-1 3-8-16,3 0-9 0,-2 3-9 0,0 8 1 15,5-6-18-15,-1 9-5 0,8 1-5 0,-4-2-1 16,4 4-4-16,5-1 6 0,3-1-16 0,-2 2-2 0,9-4 9 16,-2 10-12-16,5-6-3 0,0-1 0 0,7-5-5 15,-1 2-1-15,7 4-1 0,-3-8 1 0,5 1-4 16,5-3-6-16,-2-2 1 0,4-4 3 0,11 3-6 16,-7-3-1-16,3-7-6 0,2-5-2 0,4 3-5 15,-5-5-12-15,-1-3-4 0,-2-5-6 0,11-3-6 16,-7-8-8-16,-11 4-5 0,8-9-7 0,-1-4-3 15,-1-1 4-15,-1-1 2 0,-3 2 5 0,-7-4 5 16,-1 3 6-16,1-1 10 0,-8 2 31 0,0 8 24 16,-1 6 18-16,-4-6 15 0,3 6 16 0,-5 1 12 15,-5 6-1-15,5-1 2 0,0 4-9 0,0 5-2 16,-2-3-7-16,-1 4-14 0,0 1-9 0,3 3-12 16,0 4 0-16,-9-4 4 0,9 4-21 0,0 0-5 15,-20 19 3-15,14-7-4 0,-2 1-2 0,-1 9-11 16,3 5 8-16,-4-1-12 0,1 7-11 0,3 6-7 15,-2-9-27-15,6 3-14 0,2 9-13 0,0 0-26 16,0-8-31-16,3-4-19 0,1 1-17 0,9 0-27 16,5 5-16-16,0-15-12 0,5 3-26 0,-1-11-13 15,-1 4-137-15,3-7-426 0,4 1 189 0</inkml:trace>
  <inkml:trace contextRef="#ctx0" brushRef="#br0" timeOffset="166348.13">29617 2016 276 0,'-10'-13'331'0,"2"-2"-21"0,-2 1-20 16,3 3-28-16,2 2-22 0,-5 2-24 0,2 1-24 0,1 0-9 16,1 3-32-16,-2-2-15 0,8 5-16 0,0 0-10 15,0 0-8-15,-22 12-12 0,15-4-9 0,7 6-4 16,0-1-7-16,0 6-10 0,0 1-4 15,7 4-2-15,1 6-8 0,1 1-5 0,-1-1-1 0,3 1-2 16,-1 0-6-16,-3 7-2 0,6-1-1 0,-5-7-3 16,1 0-7-16,-3 2-2 0,1-4 2 0,0-2 0 15,-6-3-1-15,1 0 10 0,-2-5-16 0,0 0 0 16,-3-3-5-16,-2 0 2 0,-4-3 2 0,1-4-2 16,-7-2-3-16,-1 3 0 0,-3-5-5 0,-2-4 8 15,-2 0-29-15,-7 0-27 0,0-6-23 0,0-3-22 16,2 0-20-16,2 3-14 0,8-3-18 0,-1 0-28 15,8 3-48-15,4-2-27 0,-1-2-194 0,8 4-476 16,0-3 210-16</inkml:trace>
  <inkml:trace contextRef="#ctx0" brushRef="#br0" timeOffset="166597.91">29953 1974 14 0,'3'-6'326'0,"-1"1"-18"0,-2 5-27 0,2-5-22 16,-2 5-31-16,0 0-20 0,0 0-26 0,0 0-6 16,0 0-30-16,0 0-13 0,-10 16-15 0,8-4-10 15,-5 0-8-15,4 6-8 0,0 8-8 0,1 2-10 16,0 3-2-16,-3 0-9 0,5 11-3 0,-5-2-5 0,5 2 0 16,0 0-10-16,2 6 0 0,3-6-6 15,0 4-6-15,-3-5-11 0,1-1-10 0,4-8-23 16,1-2-22-16,-3-2-25 0,2-2-29 0,-6-10-33 15,1 1-32-15,4-8-25 0,-1 0-30 0,-5 0-31 0,2-6-139 16,-2-3-406-16,0 0 180 0</inkml:trace>
  <inkml:trace contextRef="#ctx0" brushRef="#br0" timeOffset="167582.94">30077 2291 56 0,'22'4'104'16,"2"-1"-17"-16,1 3-2 0,3 4-7 0,-9-2-2 0,4-7-7 16,3 7-7-16,2 2-8 0,-9-5 10 0,0 1-11 15,0 4-1-15,1-4-5 0,-4-1 11 0,-3 1-4 16,-1-5 7-16,-1 4-1 0,1-3 11 0,-2-4-1 16,-10 2 0-16,8-5-8 0,-1 4-5 0,-7 1-7 15,0-9-2-15,0 9-7 0,-8-8 1 0,1 3 1 16,-1 0 0-16,-2 3-3 0,-8 2-6 0,3-4 4 15,-4 4-4-15,0 4-7 0,-6-2-1 0,3-1-6 16,1 8 0-16,-7-1 2 0,6-2-1 0,4 5-3 16,-2 1 0-16,5-4 3 0,2 8-2 0,-2-5 5 15,7 1 3-15,-1 2-2 0,3-4 3 0,3 5 4 16,3-4 7-16,0-2-2 0,0 0 5 0,4-1-3 16,6-3 1-16,2 0-6 0,-4-1 0 0,12-2-2 15,-3-2-4-15,3 3-4 0,1-6 0 0,-3-3-1 16,2 1-5-16,7-5-2 0,-9 4-1 0,-2-5-2 15,3-1 1-15,-1 1 3 0,-3 2 5 0,0-5 9 16,-7 1 7-16,5-1 9 0,-6 6 9 0,-1-7 9 16,-1 8 9-16,-1 2-6 0,2 0-8 0,-4-2-6 15,3 3-9-15,-5 4-5 0,0 0-7 0,3-4-4 16,-3 4-2-16,0 0-1 0,0 0-3 0,-8 20-1 16,8-9-2-16,0 0-6 0,0 2-6 0,0 3 5 15,8 2-1-15,-8 2-6 0,5-4 1 0,-3 1-2 16,6 1-1-16,-1-6 0 0,6 6-4 0,-5-6-4 15,-1-1 4-15,8-4-3 0,-4-1 5 0,4 4-16 16,-5-8-11-16,5-2-9 0,2 0-12 0,-4-5-13 0,2-2-8 16,1-1-4-16,-1-5-4 0,-3 1-5 15,1-3-14-15,-1 0-6 0,6-6 1 0,-5-3 4 16,2-3 6-16,-2 3 14 0,-6-4 8 0,3-3 6 16,0-8 6-16,-2 8 10 0,-1 1 2 0,4-12-7 0,-8 10 19 15,6-7 14-15,-9 9 24 0,5 2 22 16,-5-3 25-16,0 0 20 0,-5 0 29 0,10 4 22 15,-10 1 23-15,5-1 20 0,0 10 8 0,-7-5 22 16,5 5-14-16,2 2-6 0,-3 1-10 0,0 2-11 0,3 3-17 16,0-3-18-16,0 6-10 0,0 1-16 0,0 5-12 15,-7-10-12-15,7 10-15 0,0 0-5 0,0 0-5 16,0 0-6-16,-5 25 0 0,2-8-10 0,3 5 3 16,0 1 2-16,-2 5-9 0,2 1-3 0,-5 10-4 15,4 3-8-15,1-5 3 0,0 7-3 0,0-3-1 16,0-1-2-16,1 1-2 0,6-2-5 0,-4-8-4 15,9 15-5-15,-4-8 0 0,5-10 3 0,-3 4-8 16,2-10 0-16,-4-2 3 0,5-4 0 0,-4 1-6 16,4-7 10-16,0 2-4 0,4-1 1 0,-2-8 2 15,1 3-4-15,4-6 5 0,2-5 4 0,-3 1-3 16,6-5-4-16,0-2 2 0,5-1 0 0,-5-7 4 16,-1 4-3-16,0 0 2 0,-3-5 2 0,-1 4 7 15,-5 1-2-15,-5 3 3 0,5-3 1 0,-7 3 13 16,-1 1-5-16,-2-1-3 0,0 5 2 0,-4-1 0 15,1 1-7-15,-2 7 0 0,-5-8-7 0,-3 7-4 16,8 1 3-16,-19 0 0 0,6 8-1 0,0-1 10 16,3-1-17-16,-2 0 2 0,3 3 4 0,-3 5-1 15,2-6 2-15,0 7 1 0,0-4 3 0,7-2-2 0,-2 7 2 16,5-6 5-16,0 2-11 0,0-4 3 16,6 1-7-16,1 2 1 0,3-2 5 0,5-2-8 15,3 1-2-15,-1-1-26 0,4-5-29 0,2 1-28 16,-3-3-46-16,10-2-44 0,-8 1-58 0,6-5-54 0,-2-2-59 15,-6 3-236-15,5-3-640 0,-2-2 283 0</inkml:trace>
  <inkml:trace contextRef="#ctx0" brushRef="#br0" timeOffset="167766.95">30898 1963 259 0,'-7'-2'266'0,"2"-5"-20"0,5 7-24 0,0 0-22 0,10-10-20 16,-5 7-18-16,9 1-15 0,0-2-14 0,6 3-14 16,2 1-15-16,8 1-5 0,-4-1-37 0,4 1-50 15,-2 2-58-15,2-3-71 0,0 2-67 0,-1-1-127 16,-7 1-337-16,-1 1 150 0</inkml:trace>
  <inkml:trace contextRef="#ctx0" brushRef="#br0" timeOffset="168032.03">31340 1713 318 0,'-7'-3'339'0,"7"3"-8"0,0 0-24 0,0 0-22 0,0 0-30 15,0 0-16-15,0 0-18 0,0 0-10 0,0 0 0 16,0 0-20-16,14 24-15 0,-3-10-10 0,4-1-13 15,7 8-14-15,-1 0-20 0,2 0-5 0,5 12-12 16,4-2-12-16,-4 4-9 0,2-4-7 0,0 8-4 16,-11-1-11-16,1 2-31 0,-1 1-31 0,-5-1-33 15,-5 1-40-15,-3 4-48 0,-2 6-55 0,-18-6-55 16,1-3-62-16,-12 5-260 0,-3-4-601 0,-7-5 266 16</inkml:trace>
  <inkml:trace contextRef="#ctx0" brushRef="#br0" timeOffset="169333.63">23801 1150 110 0,'-4'-9'268'0,"1"5"-30"0,-5 1-23 15,8 3-22-15,-25 4-19 0,8 4-18 0,-11 7-1 16,-11 8 2-16,-4 7 2 0,0 4-3 0,-2 10 2 16,-10 11-3-16,-3 6-5 0,2 4-6 0,-2 6-1 15,-3 2 7-15,8-3 1 0,-2 1 0 0,2 7-14 16,4-6-14-16,7 0-1 0,1-1-11 0,11-1-14 16,9 3-4-16,11-14-10 0,5 18 4 0,16-3-13 15,11 0-5-15,9-3-5 0,9-3-5 0,15-4-20 16,6-5-30-16,5-5-57 0,5-4-67 0,4 2-77 15,2-8-93-15,3-8-334 0,-1 3-670 0,-26-12 297 0</inkml:trace>
  <inkml:trace contextRef="#ctx0" brushRef="#br0" timeOffset="170181.53">24244 1800 76 0,'0'0'230'0,"0"0"-21"0,0 0-23 0,0 0-12 15,0 0-7-15,0 0-9 0,0 0-6 0,-21 11-10 16,14-10-12-16,7-1-14 0,-5 10-6 0,2-3-6 16,-2-2-11-16,5-5 5 0,-2 8-16 0,2-8-4 15,-3 9-4-15,3-9-9 0,-3 6 4 0,3-6-4 16,0 6-2-16,0-6-1 0,0 0 2 0,0 0-1 15,0 0 1-15,0 0 7 0,0 0-6 0,0 0-4 16,6 6-4-16,-6-6-7 0,0 0 5 0,0 0-17 16,0 0-1-16,17-12-10 0,-12 8 5 0,-2-3-9 15,2 4 5-15,0 2 5 0,-5 1-10 0,3-6-3 16,-3 6-9-16,0 0-16 0,0-6-32 0,0 6-47 16,0 0-52-16,0 0-60 0,0 0-70 0,-23 0-202 15,23 0-505-15,-15 8 225 0</inkml:trace>
  <inkml:trace contextRef="#ctx0" brushRef="#br0" timeOffset="-174810.29">20873 10639 18 0,'0'0'337'16,"-13"-1"-8"-16,6-2-20 0,7 3-12 0,-17 0 1 16,17 0-6-16,-15 3-2 0,15-3 12 0,-9 0-9 15,9 0-24-15,0 0-23 0,-12 1-7 0,12-1-3 16,0 0-7-16,-2 6-15 0,2-6-12 0,2 8-10 15,-2-8-15-15,15 6-15 0,-4-3-14 0,6 1-14 16,-2-1-14-16,6 2-23 0,4 0-13 0,3-3-12 0,2-2-35 16,0 3-29-16,0-3-24 0,-2-3-33 15,2 2-31-15,-1 0-29 0,-2-1-26 0,-9-1-28 0,4-2-36 16,-7 2-31-16,-4-1-41 0,-1-1-47 0,0 0-40 16,-5-2-260-16,0 0-668 0,-3-1 295 0</inkml:trace>
  <inkml:trace contextRef="#ctx0" brushRef="#br0" timeOffset="-174560.38">21146 10517 118 0,'0'0'218'0,"0"0"-2"0,0 0-7 0,0 0-3 0,0 0-1 16,0 0 8-16,0 0 0 0,0 0 2 15,0 0 21-15,13 16 1 0,-13-16-17 0,15 4-6 16,-7 3-12-16,2-6-17 0,5 10-6 0,3-6-35 0,-1 2-6 15,-2-2-7-15,5 5-18 0,-2-2-9 0,5 1-13 16,-10 2-4-16,7-4-21 0,-3 2 3 16,-6-1-20-16,-1 1-29 0,2-1-20 0,-2 2-13 0,-4-3-13 15,-2 4-7-15,-4-3-12 0,0-1-20 0,-2 2-9 16,-6 0-13-16,-4-2-26 0,-1 1-18 0,1 2-42 16,-8 2-46-16,4-4-48 0,-1 4-242 0,1-1-552 15,-2-7 245-15</inkml:trace>
  <inkml:trace contextRef="#ctx0" brushRef="#br0" timeOffset="-173576.8">22220 10515 227 0,'15'-25'238'0,"-8"2"-2"0,1 4-5 0,-6-7-4 15,4 2 0-15,-1 4-13 0,-8 0-2 0,6-6-16 16,-6 10-5-16,-1-4-12 0,0 2-3 0,-5 6-12 16,1-4-11-16,0 5-17 0,-1 0-12 0,-1 4-15 15,-6 1-7-15,1 3-12 0,-2 0-6 0,-4 7-12 16,1 3-9-16,-10 6-3 0,2 1-6 0,2 6-4 0,3 3-6 16,-11 11-8-16,6-2 0 0,7-1-4 15,-6 8-3-15,12-10-4 0,2 3-2 0,-3-1 3 16,4 2-4-16,10-4-1 0,1-2-1 0,1-2-8 0,3 0-6 15,9-2 3-15,-4-3 2 0,7-5-11 16,1 4-3-16,1-4 0 0,9-6-14 0,2 7-2 16,-9-9-4-16,14-6-1 0,-3-1-7 0,1-1 5 0,-1-3-3 15,-2 0 7-15,0-7 2 0,-6 6 0 0,-4 2 5 16,2-8 0-16,-2 0 1 0,-3 2 2 0,0-1 1 16,0-2 2-16,-5 6-2 0,-1-3 11 0,-2 2-1 15,-2-3 3-15,5 6 0 0,-8 0 0 0,-2 4-1 16,6-8 2-16,-6 8-1 0,2-3-11 0,-2 3 7 0,0 0 2 15,0 0-1-15,0 0-1 0,0 0-1 16,7 18 4-16,-7-9-3 0,4 0 4 0,-2 0-1 16,6 4 1-16,-1 6-4 0,5-8 2 0,-2 5-2 0,1-1-2 15,1-3-1-15,1 0-3 0,-1-1-6 0,-1 1 5 16,4 0 0-16,-5-2 2 0,0-5 1 0,-2-1 4 16,0 3-7-16,-1-4 9 0,1-2 0 0,-8-1 0 15,12 2 1-15,-12-2-2 0,0 0-1 0,12-5 0 16,-12 5-2-16,-5-15 4 0,5 15 3 0,-5-16-1 15,0 5-2-15,-4-1 0 0,8-4 0 0,-6 5 0 16,0-2-1-16,6-1 2 0,-4-1 2 0,3 5 1 16,1-1-2-16,1 0-3 0,0 0 2 0,1 2 0 15,-1 2 1-15,2-1-4 0,4 0 3 0,1 3 6 16,8-2-7-16,-8 6-3 0,6-4 2 0,-3 5 0 16,8-1 0-16,-6 2-2 0,2 4 0 0,6 1 2 15,-5-3-6-15,2 5 6 0,-2-1 1 0,0 2 1 0,-1-2-4 16,0 1 11-16,-3 0-13 0,1-2 11 15,-6 3 0-15,-1-1-16 0,5 1 1 0,-8-3-1 16,5 3-4-16,-2-2 4 0,-4-6 1 0,1 5 2 0,-2-6 0 16,5 8 3-16,-5-8 3 0,0 0-2 0,0 0 5 15,0 0 1-15,0 0 11 0,0 0 1 0,0 0-5 16,0 0 4-16,0 0 0 0,2-19-3 0,1 12-2 16,0-1-4-16,4 3 3 0,3-2 0 0,-9 0-3 15,9 4 0-15,-1-3 3 0,-1 3-6 0,-2-5 1 16,1 7-3-16,1-5 1 0,-1 5-5 0,6 1 4 15,-13 0 3-15,15 1 1 0,-7 2-11 0,1 0-9 16,-3 2-13-16,3-1-8 0,-3 0-11 0,6 1-16 16,-7 2-13-16,1 0-19 0,1-4-21 0,1 2-15 15,-1 3-8-15,1-2-19 0,-1 0-13 0,4-4-9 16,-1 2-5-16,2 1-1 0,-1-2-6 0,3-2-138 16,-4 2-360-16,3-3 160 0</inkml:trace>
  <inkml:trace contextRef="#ctx0" brushRef="#br0" timeOffset="-173275.5">23231 10689 121 0,'12'-10'5'0,"1"-4"21"0,-5-4 8 0,1 3 27 16,-3 0 22-16,1 1 14 0,-5-1 22 0,-2 3 20 0,1-1 17 16,-2 1 2-16,-4 3 3 0,3 0-4 0,-3 1-5 15,0 0-9-15,0 5-4 0,-1-4-10 0,-3 3-6 16,4 3-9-16,5 1-2 0,-18 0-6 0,5 0-11 16,13 0-7-16,-15 7 1 0,7-1-11 0,-1-3-5 15,-2 9-4-15,6-1-8 0,2-7-7 0,-4 12-1 16,5-1-7-16,2 0 1 0,2 1-10 0,-2 0 3 15,7-1-7-15,1 0-5 0,-2 5-1 0,3-7-3 16,4 2 1-16,2 0-5 0,-7-1-3 0,5-1 5 16,1-1-6-16,-6-1 0 0,0-1-2 0,-1-2-3 15,-1 1 1-15,-2-6 0 0,1 2-4 0,-4-2 2 16,-1-3-7-16,5 7 6 0,-5-7-4 0,0 0-11 16,-23-2-11-16,23 2-5 0,-21-6-13 0,7 3-19 0,-2-3-14 15,-4-3-23-15,5 1-16 0,-3 1-29 0,1-2-27 16,7 2-20-16,-3-9-38 0,5 5-175 15,-2-1-429-15,7-2 190 0</inkml:trace>
  <inkml:trace contextRef="#ctx0" brushRef="#br0" timeOffset="-173009.11">23591 10185 254 0,'5'-8'252'0,"-5"3"-7"0,1-2-14 15,-1 7-9-15,-1-7-13 0,1 7 8 0,0 0-14 16,-5-6-26-16,5 6-14 0,0 0-18 0,0 0-11 0,-7 18-8 16,-1-7-13-16,6 7-10 0,4-1-10 15,-2 10-9-15,-2-1-6 0,2 7-8 0,-5-3-7 16,5 9-4-16,0 2-12 0,0 0-2 0,0-11-2 0,0 12-1 16,0-11-6-16,0 0-16 0,5-3-19 0,-5 1-19 15,0-4-23-15,-5 2-21 0,10 0-28 0,-5-7-21 16,2-6-30-16,-2 3-22 0,0-6-26 15,5 0 1-15,-5-6-18 0,3-2-10 0,0 2-126 0,-3-5-370 16,0 0 164-16</inkml:trace>
  <inkml:trace contextRef="#ctx0" brushRef="#br0" timeOffset="-171576.85">23665 10711 5 0,'0'-7'48'0,"0"-2"14"0,0 2 12 0,0-1 17 16,3 2 1-16,-3 6-5 0,-3-9-1 0,3 3 2 15,0 6-7-15,-3-7 7 0,3 7 7 0,0 0-4 16,-4-8 4-16,4 8 0 0,0 0-6 0,0 0 4 15,0 0 5-15,12-2 3 0,-12 2-4 0,0 0-11 16,26 8-10-16,-14-4-5 0,1 4-6 0,4-1-4 0,-1 4-6 16,8 1-8-16,-8-3-1 0,2 3-4 15,4 2-4-15,-7-7-9 0,5 5 2 0,-5-3-1 16,-1 2-7-16,0-1-1 0,-4-2-4 0,-4 1-5 0,1-5 2 16,-4 2 0-16,4 0-2 0,-4-4 0 0,-3 3 1 15,0-5-2-15,0 0-2 0,0 0 1 0,-20 0-1 16,20 0-3-16,-21-5 3 0,7 0-2 0,6 2 1 15,0 1 0-15,-5-3-5 0,6-5 0 0,4 9-18 16,-2-3-6-16,5 4-1 0,0-12-11 0,8 4-11 16,-1 2-13-16,6 5-4 0,3-6-7 0,4 0-8 15,10 1 3-15,0 0-1 0,5 1 3 0,9-3 11 16,-1 4 9-16,2 0 5 0,-7 1 0 0,-5 0 7 16,0-2 5-16,-1 4 2 0,1 1 11 0,-2-6 7 15,-11 6 4-15,-2-1 6 0,-1-1 5 0,1 2 15 16,-8 0 13-16,-10 0 9 0,15-2 7 0,-15 2-5 15,3-4-6-15,-3 4 1 0,0 0 9 0,0 0 1 0,0 0 0 16,-34 0 0-16,17 0 4 0,-1 1 3 16,1 2-1-16,-4-6-5 0,-1 8-2 0,1-2-3 15,2 4-6-15,0 1-3 0,-3-1-2 0,7-3-7 0,0 4 1 16,2-1-6-16,3 3 5 0,4-1-8 0,-1-1 2 16,0 4-1-16,7-5-1 0,0 1-1 0,5 1-1 15,-3-2 1-15,6-3 0 0,0 3-4 0,9-2-3 16,1 2-4-16,2-3-4 0,-3-1 3 0,2-3 2 15,3 0-3-15,-4-3 1 0,5-1 0 0,-1 2 0 16,-4-7-2-16,-1 6-1 0,3-5 2 0,-6 1 2 16,-2-2-5-16,-4 1 3 0,2 0 2 0,-6 0-1 15,4 2 8-15,-5-2 6 0,0-4-1 0,-1 7 4 16,-4-2-1-16,2 0-5 0,-3 2 1 0,3 5-1 0,-3-11 0 16,-4 7-5-16,7 4-2 0,0 0-1 15,-10 0 2-15,10 0-7 0,0 0 4 0,-15 10 4 16,9-3-8-16,-1 0 3 0,5 0-1 0,1-2 2 0,1 6 1 15,0 0-1-15,1-4-1 0,1 2 0 0,1 3-2 16,2-8 4-16,2 7-1 0,0-2 0 16,1-2 1-16,-1 1 0 0,4-2-1 0,-1-2-1 0,-2-2 4 15,6 3-9-15,-6-4 10 0,0-1-6 0,-8 0-1 16,22-6 3-16,-14 4-1 0,7-2 3 0,-9-5-6 16,1 3 0-16,1-3 1 0,4 2 3 0,-4-7-3 15,0 5 4-15,-3-3 13 0,-1 1 12 0,2 1 3 16,-6 0 0-16,7 2 6 0,0-3 3 0,-4 6 2 15,0-5-4-15,-1 3-9 0,-1 4-2 0,-1 3-3 16,4-9-4-16,-4 9-9 0,0 0 3 0,0 0-5 16,0 0-2-16,0 0 1 0,0 0 1 0,0 0-2 15,6 23-4-15,-4-15 0 0,1 4 1 0,4 0 4 0,-2-1-6 16,2 0 4-16,3 4-4 0,4-3 2 0,-5 0-2 16,2-2 0-16,1 0 0 0,-1 0 0 15,3-5-1-15,-3 0-3 0,3-2 4 0,2 0 0 0,4-2-6 16,-5-1-2-16,-4-1-4 0,8-2-5 0,-4-3-7 15,-1-1-6-15,3-4-12 0,1 0-8 0,-3 3-7 16,0-8 2-16,-7-3 1 0,7 7 3 0,2-14 1 16,-6 1 0-16,3-1 9 0,-5-1 0 0,3-1 4 15,-2-3 1-15,-3-8 5 0,-1-2 4 0,-2-2 0 16,-1 2 5-16,-2 0 10 0,-2 3 12 0,1 11 14 16,0 1 9-16,0 1 8 0,0-1 7 0,-3 5 7 15,3 6 21-15,0 3 4 0,0 1-1 0,0 4-4 16,0-1-11-16,0 1-9 0,0 7-6 0,0-8-2 15,0 8-17-15,0 0 9 0,0 0-7 0,-12 18-3 16,9-6 1-16,3 4-2 0,-2 4-7 0,-3 3 1 16,2 8 0-16,-4-2 1 0,2 3-8 0,-2-2 4 0,4 7-8 15,-2 2 5-15,2-7-6 0,0-3 7 0,1 3-12 16,-1-3-10-16,1-2-6 0,-1-3 0 16,1 1-20-16,-1 0-6 0,6-8-10 0,-3-2-11 0,0-3-12 15,0 0-7-15,0-3-10 0,2-3 2 0,-2 1 0 16,0-7-19-16,3 8-12 0,-3-8-10 0,0 0-7 15,0 0 3-15,0 0 5 0,13-16 8 0,-9 4 13 16,-1 3 2-16,2-5 10 0,3 1 12 0,-6-1 14 16,3-1 6-16,-2-1 7 0,2 2 21 0,0-1 25 15,-3 6 17-15,-2-3 13 0,0 1 9 0,1 2 12 16,-1 2 3-16,-1-5 2 0,1 8 7 0,-5-3 2 16,3 2 8-16,2 5-1 0,0-12 1 0,0 12 1 15,0 0-2-15,0-7-8 0,0 7-2 0,0 0 0 0,0 0-6 16,0 0-6-16,25 5 0 0,-12-1-6 0,2 7-3 15,3-4 0-15,0 1-2 0,6 3-3 16,0-4-5-16,8 3-1 0,-7 1-3 0,8-4 5 0,-8 1-6 16,3 0 0-16,-8-1-2 0,1-3 0 0,-3 3-2 15,2-5-2-15,-3 3-1 0,-4-2 3 0,-3 0 19 16,-2-2 2-16,-8-1 2 0,12 0-2 0,-12 0-4 16,0 0 1-16,0 0 5 0,0 0 7 0,0 0 3 15,-33-7 0-15,21 7-3 0,12 0-3 0,-20-2-8 16,7 2-1-16,5 2 0 0,-2 0-4 0,1-1-2 15,9-1 3-15,-18 7-7 0,12-5-5 0,-3 4 8 16,8-2-7-16,-1 3-1 0,2 1-1 0,0 2 1 16,3-1-3-16,1-1 1 0,1 3 2 0,1 4-6 15,4-3-23-15,0 3-20 0,0-6-23 0,2 7-31 16,-2-6-32-16,-2 3-44 0,-2-6-42 0,3 0-44 16,-9 0-185-16,0-1-473 0,0-6 210 0</inkml:trace>
  <inkml:trace contextRef="#ctx0" brushRef="#br0" timeOffset="-171208.86">26020 10863 73 0,'-6'-3'218'0,"-3"1"-13"0,9 2-19 15,-21-1-9-15,13 1-7 0,1-3-2 16,7 3-8-16,-10-3-11 0,10 3-16 0,0 0-15 16,0 0-11-16,-18 6-10 0,18-6-8 0,-2 3-9 0,2-3-6 15,2 7-9-15,-2-7-6 0,5 11-5 0,-5-11-7 16,6 9 0-16,-4-3-7 0,3 0-7 15,-5-6 2-15,3 7-2 0,4-4-8 0,-7-3-4 16,7 5-3-16,-2-2-2 0,-5-3-7 0,0 0-6 0,0 0-9 16,14-11-14-16,-14 11-12 0,2-7-25 0,3 2-13 15,-5-2-21-15,2-1-44 0,-1 1-28 0,-1-5-32 16,7 3-129-16,-7-2-350 0,5 1 155 0</inkml:trace>
  <inkml:trace contextRef="#ctx0" brushRef="#br0" timeOffset="-170876.87">25969 10563 136 0,'0'0'221'0,"0"0"-18"0,-7-6-10 16,7 6-14-16,0 0-13 0,0 0-12 15,0 0-16-15,0 0-11 0,0 0-10 0,0 0-9 0,0 0-9 16,0 0-7-16,0 0-9 0,0 0-7 0,0 0-9 16,0 0-5-16,0 0-6 0,0 0-3 0,0 0-7 15,0 0-3-15,0 0-1 0,0 0 0 0,0 0 6 16,0 0 2-16,0 0 0 0,0 0 2 0,0 0 3 16,0 0-3-16,0 0 5 0,0 0-6 0,0 0-5 15,0 0-8-15,0 0-5 0,0 0-5 0,0 0-2 16,0 0-19-16,-16-1-17 0,9-4-27 0,7 5-26 15,-13-2-40-15,13 2-46 0,-8-4-51 0,8 4-54 16,-9 0-126-16,9 0-412 0,0 0 182 0</inkml:trace>
  <inkml:trace contextRef="#ctx0" brushRef="#br0" timeOffset="-165440.61">26573 10242 227 0,'0'0'324'0,"3"-7"-6"0,1 0 3 0,-4 7-33 16,0 0-32-16,0-7-28 0,0 7-22 0,0 0-23 15,0 0-20-15,0 22-6 0,0-5-6 0,0-2-6 16,0 6-18-16,0 4-9 0,0 4-5 0,0 4-11 15,0-3-6-15,0 12-7 0,0-10-18 0,0-4 3 16,0 2-12-16,1 3-5 0,4-4-3 0,-5-2-8 16,4 0-3-16,1-4-4 0,-5-3-1 0,0-2-6 0,3-5-4 15,0 6 2-15,-3-12-33 0,0 5-24 0,4-3-27 16,-4-5-13-16,3 6-30 0,-1-6-54 0,-2-4-63 16,0 0-48-16,0 0-45 0,0 0-194 0,8-15-543 15,-10 6 240-15</inkml:trace>
  <inkml:trace contextRef="#ctx0" brushRef="#br0" timeOffset="-165158.61">26414 10332 245 0,'0'0'261'15,"-6"-4"3"-15,6 4 19 0,-4-7 21 0,4 7-5 16,0 0-13-16,-3-8-26 0,3 8-7 0,2-8-20 15,-2 8-7-15,6-8-35 0,3 7-20 0,2-1-17 16,4-2-14-16,3 1-15 0,2 0-8 0,7 1 0 16,1-5-26-16,8 7-9 0,-4-1-6 0,2-3-15 0,3 1-1 15,-1 3-3-15,-1-4-12 0,1 3-6 0,-4 1-15 16,-1-2-10-16,-3 0-26 0,-8-2-19 0,-2 8-25 16,2-2-29-16,-10-2-31 0,2 3-23 0,-4 0-25 15,0 0-20-15,-3 3-24 0,-5-3-12 0,0 8-28 16,-5-3-22-16,-1 0-188 0,1 4-496 0,-7 0 220 15</inkml:trace>
  <inkml:trace contextRef="#ctx0" brushRef="#br0" timeOffset="-164226.37">27071 10551 202 0,'-23'12'202'0,"23"-12"-4"0,-6 6-5 0,2-3 8 16,1 3-18-16,3-6-11 0,-7 13-13 0,6-5-5 16,-3 0-8-16,4 2-6 0,-3 0-14 0,3 2-10 15,3 1-13-15,-6 1-8 0,3 0-9 0,0 1-10 16,3 3-3-16,-3-3-7 0,0-3-9 0,4 3-7 15,-3-1-2-15,-1-2-3 0,10 1-2 0,-6-4-7 16,-3 1-5-16,7-2 0 0,-1-2-3 0,1 0 3 16,1-3-3-16,4 0-6 0,-7-2-1 0,6-1-2 15,-12 0-3-15,23-4-11 0,-6-1-1 0,-1 1-3 16,6-5-7-16,-6 0-2 0,1-3-5 0,6-1-5 16,-6 2 0-16,6-7-10 0,-2-3-1 0,1 0-3 15,1-3 1-15,-8 1 0 0,5-1 4 0,0-1 0 0,-9-1 7 16,4 3 0-16,-2-4 4 0,-4 1 7 15,2-2 15-15,-2 2 5 0,-4 4 6 0,-2 0 9 16,-2 0 8-16,3 5 7 0,-4-2 7 0,0 1 18 0,-4 1 15 16,3 2-4-16,1 7 1 0,0-3-13 0,-2 3 2 15,2 1-5-15,0 1-8 0,0 6-7 0,-5-7-6 16,5 7-2-16,0 0 2 0,0 0-16 16,0 0-1-16,-25 13-2 0,20 1 0 0,-5 1 10 0,6 2-23 15,-5 2 4-15,3 4 2 0,-3 4-5 0,1 0 0 16,3 2 0-16,-2-2-2 0,6 6-1 0,1-5 1 15,0-1-5-15,-2-1-8 0,2 1-1 0,2-9-5 16,-1 2-6-16,11-4 0 0,-9 2-1 0,4-3 0 16,0-1-5-16,1-2 2 0,0-5-1 0,-1 2-5 15,8-2-8-15,-4-2-9 0,4 1-1 0,0-5-2 16,2-2-1-16,-1-2 2 0,4 0 3 0,-3 2 7 16,1-7-1-16,0-3 8 0,0 6 0 0,-6-3 3 15,3-1 6-15,-2 2-3 0,-1 2 4 0,-1-1 2 0,-4-1 5 16,8 0 0-16,-10 5 7 0,-2-3-1 0,4 0-1 15,-7 5 0-15,0-3 2 0,0 3 1 16,0 0-1-16,0 0 2 0,0 0-2 0,0 0 1 0,-24 15-1 16,18-7 2-16,-1 3-5 0,-4 2 8 0,1 1-2 15,3-3-1-15,-8 5 1 0,15-8-4 0,-8 7 5 16,6 1 1-16,4-3-2 0,-2 2 1 0,8-5 3 16,-8-1 2-16,7 5 0 0,3-5-1 0,0-2-2 15,-2-3 2-15,5 1-1 0,4 2 0 0,-9-7 5 16,10 0-5-16,-1 0 3 0,-1-4-2 0,4 0 0 15,-3-2 1-15,-1 0-3 0,-1-3 0 0,-2-3 1 16,1 3 2-16,0 0 8 0,0-5 7 0,-1 4 6 16,0-7 4-16,-8 8 12 0,5 1 2 0,-5-4 2 15,2 9 1-15,1-5 10 0,-5-3 8 0,1 4-2 16,2 6-15-16,-4-4 4 0,4-1-12 0,-6 6-2 16,5-5-9-16,-5 5 0 0,0 0-4 0,0 0-2 0,10 12 12 15,-10-3-16-15,0-1-7 0,2 2 0 16,5-3-3-16,-7 9 4 0,0-5-8 0,0 5-13 15,0-3-8-15,0 2-7 0,0 0-16 0,0-3-12 0,0-2-19 16,0 0-25-16,0 2-27 0,0-2-29 0,-9-1-25 16,9 2-31-16,-6-7-21 0,2 1-36 0,-1 1-162 15,5-6-464-15,-3 3 206 0</inkml:trace>
  <inkml:trace contextRef="#ctx0" brushRef="#br0" timeOffset="-163426.25">28801 10578 154 0,'10'-14'281'0,"1"4"-1"0,-1-2-8 0,2-3 19 16,-7 2-21-16,2-6-22 0,-4 4-4 0,0 2-28 0,2 1-3 16,-2-2-17-16,-3 2-15 0,0 5-20 0,-3-2-14 15,-2-2-16-15,2 4-12 0,-4 4-11 0,-1-3-13 16,-4 5-10-16,-4-1-14 0,1 5-3 0,-5 3-13 16,-1 0-4-16,4 3-4 0,-6 6-3 0,1 2-5 15,-4-1-7-15,9 5-4 0,-4-2-2 0,1 4-1 16,3 1-6-16,2-3-1 0,4 3 1 0,6-6-5 15,-2 2-1-15,2 2-1 0,4-3 0 0,6 1 5 16,3 5-1-16,2-8-8 0,8 9-2 0,2-6 1 16,5-1 3-16,6-6-21 0,6 8-10 0,1-8-8 15,5 1-7-15,-9-11-4 0,3 0-5 0,4 3-3 16,-4-5-3-16,-1-1 6 0,-6-1-4 0,5-2 0 16,-6-2 1-16,1 1-1 0,2-7 5 0,-6 4 3 0,-1-2 2 15,-5-2 4-15,-4 1 11 0,-1 0-3 0,-1-1 3 16,-6 2 7-16,-2-1 5 0,1-1 8 15,0 3-1-15,-12-4-1 0,3 4 8 0,0-3 6 0,-4 2 6 16,-2 2-6-16,1-1 2 0,-5 0-5 0,2 4 4 16,-6-2 5-16,4 5 4 0,-9-3-8 0,3 3-4 15,-2 2 2-15,5 9 1 0,-7-9 0 16,6 5-6-16,-4 3 2 0,-2 0 2 0,7 0-1 0,1 5-3 16,-1-6-1-16,0 6 3 0,5-5-3 0,-2 7 0 15,6-5-1-15,1 5 5 0,1-5-5 0,3 1 4 16,2-5 2-16,4 1 0 0,-1 0 0 0,2-1-2 15,6-3-1-15,1 3-3 0,-1-5 10 0,3-2-15 16,3 0 11-16,2-1-12 0,-7 0 4 0,8-6-4 16,-6 3 2-16,5-5 0 0,-3 2-3 0,-2-1 7 0,-1-1-4 15,0-1 2-15,1 0-7 0,-7 3 8 16,0-2 9-16,-1 0 16 0,-2 2 0 0,1-4 3 16,-2 7 6-16,1-4-3 0,-4 0 5 0,4 5-4 0,-5 3-5 15,2-7 0-15,-2 7-14 0,0 0-1 0,0 0 1 16,0 0 18-16,0 0-22 0,0 0 3 15,0 0-5-15,-13 22-6 0,11-14 3 0,0 4 1 0,2-5-1 16,-1 10-1-16,1-7-6 0,0 2-4 0,1 2-9 16,3-4-5-16,2 5-11 0,1-4-15 0,0-2-11 15,2 3-17-15,0-5-17 0,1 4-18 0,1-3-18 16,1-1-22-16,-1-3-20 0,3-2-16 0,-3-2-11 16,1 0-9-16,1-2-7 0,2-3 1 0,-7-1 0 15,9-5-120-15,-6 6-360 0,3-6 159 0</inkml:trace>
  <inkml:trace contextRef="#ctx0" brushRef="#br0" timeOffset="-163043.06">29523 10692 31 0,'-5'-6'104'16,"1"-1"-6"-16,-1 1 3 0,-1 1 1 15,-3 2 6-15,0-3 2 0,-3 4 4 0,5-1-1 16,-8 3-3-16,15 0-3 0,-14 3-11 0,5 1 3 16,3 0-6-16,1-1 2 0,1 3-8 0,-2 1-8 0,6 4-3 15,0 1-7-15,0-3-7 0,0 1-3 0,1 1-8 16,4 1-2-16,2-3-1 0,0 5-11 15,1-2-1-15,-6-7-2 0,11 6-3 0,-12-5-2 0,14-3-1 16,-8 2-4-16,5-3-4 0,-3 1 0 0,0-3-3 16,-9 0 0-16,21-4 2 0,-9 1 4 0,-2-2 11 15,-4 2 8-15,4-2 1 0,-5-6 1 0,5 7 6 16,-3-4 4-16,-1-3 0 0,1 4 6 0,0 1-2 16,-1-3 7-16,1 4 0 0,-4-2 16 0,4 2 4 15,-7-2 0-15,5 2-1 0,-5 5-11 0,3-5-8 16,-3 5-7-16,7-6-6 0,-7 6-8 0,1-5-6 15,-1 5-8-15,0 0 0 0,0 0-2 0,7 16-2 16,-4-7-8-16,-3-2 2 0,2 1-1 0,1 4-3 0,-3-2 1 16,4 2-1-16,-1 3-12 0,0 1-11 15,1-4-8-15,1 0-11 0,-2 2-12 0,3-2-11 16,-2-2-10-16,1 0-11 0,1-2-13 0,1 0-9 0,-2-2-21 16,-2-4-30-16,4 3-30 0,-7-5-19 0,16 0-9 15,-16 0-22-15,20-5-172 0,-11 3-429 0,-1-3 190 16</inkml:trace>
  <inkml:trace contextRef="#ctx0" brushRef="#br0" timeOffset="-162776.36">30027 10407 168 0,'-5'-8'289'15,"2"-1"-6"-15,1 4-3 0,2-5-6 0,0 10-14 16,-1-10-6-16,1 10-19 0,-2-7-31 0,2 7-19 15,0 0-25-15,0 0-13 0,0 0-14 0,0 0-12 16,0 0-14-16,-13 14-9 0,8 0-13 0,-2-1-4 0,4 5-10 16,-4-1-9-16,2 9-9 0,-1 1 1 15,4 1-5-15,1-1-10 0,-6 2 3 0,2-1-1 16,5 0-7-16,0 2 4 0,-2-3-14 0,4 0-2 0,1 2-6 16,-1-8-20-16,5 3-9 0,-6-3-22 0,4 0-16 15,3-5-27-15,-3-1-31 0,4 1-24 0,-1-4-34 16,4-4-29-16,-8-1-39 0,8-3-28 15,0 0-175-15,-2 0-474 0,0-6 210 0</inkml:trace>
  <inkml:trace contextRef="#ctx0" brushRef="#br0" timeOffset="-162626.37">30001 10688 109 0,'-15'-9'174'0,"3"3"1"0,3-1 0 15,-5 0 29-15,4 1 31 0,2 0-11 0,-2 4-8 16,7-1-14-16,3 3-7 0,-5-7-19 0,5 7-18 15,0 0-17-15,0 0-13 0,0 0-28 0,18-5-40 16,-1 9-53-16,4-3-71 0,11 6-88 0,12 1-259 0,8-5-444 16,6 5 196-16</inkml:trace>
  <inkml:trace contextRef="#ctx0" brushRef="#br0" timeOffset="-162026.22">31160 10603 126 0,'-7'-4'236'0,"4"1"-23"0,3 3-3 0,-22 2-4 0,9 0-15 15,-2 5-8-15,-7 1-12 0,4 2-7 0,-2 4-10 16,-4 0-9-16,4-2-14 0,0 4-6 0,3 4-12 16,-4-1-12-16,6 4-10 0,5-8-5 0,-2 4-8 15,7 0-4-15,-5-3-6 0,10 2-4 0,0-1-11 16,5 1 2-16,0-4-7 0,4 0-2 0,1-1-2 16,3 1-6-16,3-5-2 0,-1 2-2 0,7-6-4 15,-1-2-5-15,7 0 1 0,-6-3-1 0,4-3-5 16,8-1 1-16,-13-4-7 0,6-2 4 0,1-3-10 15,-13 1 0-15,8-5-6 0,-5-4-3 0,-3-2-7 0,-5-1 4 16,-2 2-5-16,-3-6 1 0,-5-3-2 16,-5 7 7-16,-2-6-3 0,2 3 2 0,-6 5 1 15,-2-3 1-15,1 5 0 0,-6-3 0 0,3 10 4 16,0-1-5-16,-1 2 2 0,-4 2 0 0,3 4 1 0,-4 0-4 16,6 5-11-16,-2-3-16 0,6 8-16 0,-1 0-18 15,0-1-20-15,4 3-22 0,3-2-27 0,-1 10-32 16,6-5-38-16,3 3-36 0,0-5-147 0,4 5-419 15,1 3 187-15</inkml:trace>
  <inkml:trace contextRef="#ctx0" brushRef="#br0" timeOffset="-161642.83">31439 10580 147 0,'0'0'211'15,"0"0"-17"-15,0 0-9 0,0 0-7 0,-18 11 1 16,13-4-14-16,-2 2-13 0,1 2-8 0,1 5-12 0,0 0-12 16,0-1-5-16,5 1-8 0,-3 4-9 15,3-1-10-15,3 1-1 0,2-3-17 0,-3 3-1 16,3-1-8-16,1-3-5 0,1 2-7 0,1-1-1 0,2-1-5 16,-2 0-3-16,-1-5-2 0,1 0-3 0,2-1-4 15,2-7-1-15,-6 2-2 0,8-4-6 0,-3-2 4 16,-1 1-6-16,-10 0-1 0,18-6-2 0,-4-2-2 15,-1 0-1-15,-5-3 0 0,0-1-1 0,4-2-2 16,-4 1 0-16,0-4 5 0,1-1 5 0,-3 3 1 16,1-6 4-16,0 0-10 0,1 4 0 0,0-1-1 15,-1 2-3-15,-4-2-3 0,4 1 1 0,-2 7-1 16,0-4-1-16,0 4-1 0,0 1-7 0,-4 1-20 16,3 4-26-16,-4 4-12 0,0 0-16 0,0 0-18 15,0 0-18-15,0 0-17 0,0 0-14 0,0 0-13 16,0 0-9-16,0 25 0 0,3-17-5 0,2-1 2 15,-2 5 7-15,2-4 6 0,2 2-94 0,1-2-265 0,2 0 118 16</inkml:trace>
  <inkml:trace contextRef="#ctx0" brushRef="#br0" timeOffset="-161142.85">31828 10755 174 0,'0'0'-5'0,"15"0"12"16,-15 0 10-16,0 0 23 0,8-8 5 0,-3 7 5 0,-5 1 10 16,4-11 15-16,-4 6 8 0,5 2-1 0,-5 3 24 15,-5-14 11-15,5 7 6 0,0 1 3 0,-9-2 21 16,9 2 11-16,-6 0-9 0,4 0-11 0,2 0-12 15,-6 0-4-15,6 6-11 0,-2-8-13 0,2 8-9 16,-7-4-12-16,7 4-7 0,0 0-7 0,-13 0-9 16,13 0-4-16,0 0-9 0,-12 4 1 0,12-4-6 15,-8 11 0-15,8-7-7 0,-3 7-1 0,3-5-5 16,0 3 2-16,0 2-4 0,0-2-1 0,0 3-3 16,0-5-1-16,6 5-2 0,-4-3-9 0,-2 2 0 15,7 0-4-15,-6-2 1 0,4 5-2 0,2-8-2 16,-5 4 1-16,4-3 0 0,1-2 0 0,1-2 0 15,-1 2-1-15,3-2 2 0,-5-2 2 0,1 2-3 0,-6-3 1 16,15 0 3-16,-15 0 3 0,17 0 7 16,-6-3-2-16,-1 2 4 0,-3 0 3 0,3-4 3 15,0 3 0-15,0-1 5 0,-2 2 6 0,0-2-8 0,4 2 2 16,-12 1-4-16,10-5-2 0,-10 5-3 0,11 0-5 16,-11 0 2-16,0 0-4 0,15 0-6 0,-12 5 2 15,-3-5-1-15,10 5 0 0,-10-5-2 16,2 5 1-16,0 0 2 0,-2-5-1 0,0 7 0 0,0-7-6 15,0 9 2-15,0-9-2 0,-2 4 1 0,2-4 0 16,-2 7-4-16,2-7 1 0,0 0 0 0,0 0 4 16,-5 5 1-16,5-5-3 0,0 0 2 0,0 0 1 15,0 0-9-15,0 0 1 0,0 0-5 0,-8-19-3 16,5 15-9-16,3 4-6 0,0 0-10 0,6-11-6 16,-2 5-12-16,1 3-7 0,0-1-7 0,3-3-10 15,0 4-21-15,4-1-14 0,3-1-16 0,-2-2-7 16,5-4-10-16,4 7-12 0,1-5-14 0,5-3-4 15,0 1-97-15,0-1-299 0,4 1 132 0</inkml:trace>
  <inkml:trace contextRef="#ctx0" brushRef="#br0" timeOffset="-160592.78">32492 10515 44 0,'0'-17'84'0,"0"1"14"0,-5-5 22 0,2 1 16 0,-4 5 9 16,0-4 7-16,7-1-2 0,-8 4 2 0,2 1-3 15,4-1-9-15,-5 0-4 0,1 3-15 0,4 3-12 16,-6 2-9-16,-1-1-14 0,3 2-7 0,-1 5-9 15,7 2-7-15,-15 0-7 0,5 7-7 0,0 1-5 16,0 6-5-16,-1 3 0 0,-4 6-7 0,3 0 0 16,-1 5-4-16,2-1-4 0,-1 12 1 0,4-9-1 15,3 6-5-15,-2 1 1 0,4-8-2 0,0 4-7 16,3 6 6-16,0-9-3 0,6 2 0 0,2-4 0 16,4-1-4-16,3-5 0 0,0 2-1 0,3-5 0 15,4-1-4-15,2-1-8 0,0-5-2 0,-1 3-3 16,5-5-12-16,0-5-5 0,-2 0 1 0,3-2-2 15,-8-3 2-15,2 1 5 0,0-8-3 0,-1 1 2 0,-2-1 1 16,-2-5-2-16,-3 1 10 0,0 0 6 16,-2-2 4-16,-8 4 13 0,5-5 8 0,-7 4 2 15,-1 1 0-15,-2-3-3 0,0 3-1 0,-2 0-6 16,-4 0 1-16,-1 5-1 0,-1-3-1 0,-2 2-1 0,-2-2 0 16,-1 6-2-16,1 1 1 0,-6 0-1 0,5 1-1 15,-2 6-2-15,7-3 0 0,-7-1 0 0,2 2-1 16,3 7-1-16,-2-8 1 0,6 2-1 0,-3 0 1 15,3-2 0-15,4 4 2 0,-1-5-5 0,3-3 4 16,0 9 1-16,0-9-1 0,5 7-1 0,1-4 1 16,-6-3 1-16,15 2-2 0,-3-2-1 0,-12 0 1 15,23-2 2-15,-15 2 8 0,0-3 3 0,7 2 15 16,-3 1 9-16,0-3 12 0,-3-2 6 0,0 2 9 16,-1 2 2-16,-1-3-3 0,-7 4-1 0,15-5-6 15,-12 0-6-15,-3 5-9 0,10-2-1 0,-10 2-9 16,0 0-6-16,0 0 1 0,0 0-6 0,11 7-5 15,-11-7 2-15,4 6-12 0,-4 0-23 0,3 0-16 16,-3 3-22-16,3-3-22 0,1 0-16 0,1 0-12 16,3-2-28-16,-2 4-30 0,4-4-26 0,5 4-8 15,-6-3-9-15,2-4-16 0,-1-1-140 0,2 4-388 16,-12-4 172-16</inkml:trace>
  <inkml:trace contextRef="#ctx0" brushRef="#br0" timeOffset="-160109.56">32939 10762 81 0,'0'-5'138'0,"0"5"-12"16,0 0 6-16,-3-3 11 0,3 3-3 0,0 0 1 16,0 0-4-16,0 0 6 0,-10 22 2 0,10-13-7 15,-2 3-9-15,-1 4 1 0,-2 2-4 0,-2 9 1 16,2 1 0-16,-2 0-6 0,4 11-10 0,-2 3-4 16,5 3-10-16,0-14-5 0,5 13-10 0,-10 1-5 15,5-5-7-15,-1 2-2 0,1 0-8 0,-5-8-6 16,5-5-5-16,-2 1-6 0,2-1-4 0,0-4-3 15,-3-5-3-15,-1-4-3 0,4-2-3 0,-1-2-1 16,1 0-4-16,0-4 0 0,-5-4 9 0,5 3-2 16,0-7-4-16,0 0-2 0,0 0-5 0,0 0 3 15,0 0-4-15,6-18 2 0,1 8-5 0,0-8 0 16,-6 3-4-16,7-3 0 0,-1-7-12 0,0-1-6 16,6-11-12-16,2-2-6 0,-7-2-9 0,0-1-3 0,-1 0 5 15,1 2 3-15,-4-3 6 0,-3 1 1 0,1 10 2 16,-2-9 7-16,0 13 16 0,0 1 1 15,0-4 16-15,0 1-8 0,0 5 10 0,-2-1 8 0,2 4 3 16,7-2 5-16,-4 4-3 0,-3 5 11 0,7-2 4 16,1 2-11-16,-1 4 1 0,3-1 0 0,-2 4-6 15,0 1 0-15,2-1-5 0,2 7-6 0,-1 1-3 16,4 0-1-16,-2 5-2 0,6-1-5 0,-3 3 12 16,1 1-14-16,-1 1-3 0,-1 3 2 0,-8 2-1 15,3-1-2-15,-5 2-4 0,1 4 2 0,-4-7 4 16,3 8-7-16,-10 1 0 0,0-3-6 0,2 0-2 15,-12 3-15-15,0 1-19 0,-7-2-21 0,-1 1-23 16,-15 4-33-16,-3 0-41 0,-1-1-46 0,-1-5-62 16,-6 1-231-16,-3-2-540 0,1-5 238 0</inkml:trace>
  <inkml:trace contextRef="#ctx0" brushRef="#br0" timeOffset="-158875.45">23354 10333 267 0,'-17'0'262'0,"17"0"-13"0,-13-1-18 16,13 1-15-16,0 0-18 0,-13-1 0 0,13 1 4 16,0 0-15-16,0 0-18 0,0 0 3 0,0 0 8 15,0 0-20-15,0 0-19 0,35 10 0 0,-6-4-26 16,3-2-8-16,17 3-17 0,-1 0-31 0,0-1-40 15,2 0-46-15,1 0-52 0,-4-4-59 0,2-1-73 16,-15-1-274-16,2 0-526 0,-6 1 234 0</inkml:trace>
  <inkml:trace contextRef="#ctx0" brushRef="#br0" timeOffset="-145373.56">21763 11590 119 0,'0'0'256'0,"-5"-5"-22"16,5 5-24-16,0 0-25 0,0 0-13 0,0 0-8 16,0 0-12-16,-6 19-11 0,-3-4-6 0,9 0-14 15,-6 4-5-15,6 7-7 0,-9 2-9 0,3 6-6 16,4-6-5-16,-3 1-9 0,-3 11-3 0,1-9-10 16,2-7-4-16,-5 6-8 0,2-1-6 0,-3-2-2 15,1-5-3-15,0 7-6 0,-4-9 1 0,1 5-7 16,5-8-1-16,0-3-5 0,-1 0 0 0,1-1-3 15,2-1 0-15,2-4-1 0,-1-2 18 0,0-2 21 0,4 0 31 16,1-4 2-16,0 0-7 0,0 0-5 0,0 0-7 16,0 0-3-16,-2-22-6 0,7 8-7 15,3-4-10-15,-3 1-1 0,7-9-6 0,-1 3 8 0,3-9-15 16,0 3-7-16,1-10-3 0,4 3 0 0,-1-2-5 16,-10 9 2-16,4-3-2 0,-2 4 5 0,-2 1 11 15,2 0 18-15,-5 0 1 0,1 9 2 0,-2-2 2 16,1 1 2-16,0 2 1 0,-4 5-3 0,4 2-1 15,-3 0-1-15,-2 0-7 0,0 3-7 0,3 2-5 16,-3 5-12-16,4-8-1 0,-4 8-8 0,0 0-2 16,0 0 1-16,14 19 10 0,-5-3-17 0,4 1 2 15,-5 5 2-15,5 4-5 0,-3 1-1 0,4 0-2 0,1 1-9 16,-2 4-14-16,0-2-4 0,-5 3-5 0,4 3-11 16,3-9-8-16,-2 0-9 0,-5 0-6 15,4 0-15-15,-9 0-3 0,2-6-6 0,-3-2-4 0,3 5-13 16,-5-7-8-16,1-7-17 0,-1 1-8 0,0 1-9 15,-1-5-13-15,1 1-14 0,-7-4-24 0,1-1-23 16,6-3-21-16,-10 2-12 0,10-2-195 0,-15-8-483 16,5 4 213-16</inkml:trace>
  <inkml:trace contextRef="#ctx0" brushRef="#br0" timeOffset="-145191.36">21699 11950 59 0,'-7'-4'191'0,"7"4"-2"15,0 0-14-15,-8-4-11 0,8 4-10 16,0 0-9-16,0 0-9 0,0 0-10 0,0 0-8 16,0 0-12-16,0 0-4 0,0 0-13 0,30 5-7 0,-16-2-12 15,5-1-3-15,2 4-8 0,6-3-28 0,2 2-33 16,0-2-48-16,7 1-33 0,7 2-35 0,-7 0-42 16,9-5-115-16,-12 2-299 0,2 2 133 0</inkml:trace>
  <inkml:trace contextRef="#ctx0" brushRef="#br0" timeOffset="-144458.61">22472 11916 33 0,'0'0'257'0,"-9"-5"-18"15,6 1-12-15,3 4-12 0,-10-6-13 0,10 6-8 0,-11-1-9 16,11 1-14-16,-12-2-8 0,2 0-13 15,10 2-7-15,-18 4-9 0,10-3-10 0,-2 2-9 16,-2 0-6-16,-3 1-8 0,0 4-8 0,0 1-6 0,0 2-5 16,-4-3-11-16,4 4-3 0,-2-1-4 0,4 4 0 15,3-3-16-15,-3 6-6 0,3-3 16 0,-3-2-18 16,6 3-3-16,5 0-6 0,1-1 3 0,2 0-1 16,1 0-3-16,11-2 2 0,-5-1-9 0,7-1-1 15,7-4 1-15,-2 1-6 0,10-4-2 0,1 0-4 16,0 0-4-16,-1-4-10 0,5-1-7 0,-2-1-6 15,0-3-11-15,2 1-8 0,-4-7-15 0,4-2-11 16,-3-1-13-16,6-6-8 0,-2-1-9 0,2-6-8 16,-3-5-11-16,-5 2 3 0,-1-3 6 0,0 2 9 0,-6-7 18 15,-10 10 1-15,-5-1 9 0,2-8 12 16,-5 3 12-16,0 3 13 0,-10-4 14 0,0 7 17 16,0-3 13-16,-6 2 10 0,6 5 12 0,-5 4 11 0,8 3 8 15,0-5 4-15,-4 10 6 0,1 2 2 0,5 2 0 16,-7-1-9-16,6 2-8 0,1 7-8 15,-7-4-3-15,7 4-8 0,0 0-2 0,-7 19-1 0,7-7-4 16,5 6-2-16,-10 3-4 0,10 8-2 0,-3 12-3 16,5 0 4-16,-7-8-7 0,1 9 0 0,-1-4 7 15,0-6-8-15,5 9-2 0,-5-2 0 0,0-6-1 16,-5 4 0-16,5-10-7 0,-1 0 4 0,1 4 0 16,-7-8 2-16,5-3-7 0,4-5-6 0,-2 0-6 15,-2-3-7-15,-3-3-1 0,5-2 7 0,0 3 2 16,0-8-6-16,0-2-3 0,0 0-1 0,0 0 3 15,0 0-1-15,7-19-4 0,0 9 1 0,-7-3 1 16,1-1-2-16,6-6 6 0,-2 5 0 0,-2-6 1 0,2 3 2 16,-3 0-1-16,3-5 5 0,-4 4 15 15,3 3 2-15,-4 1 9 0,1-1 8 0,1 6 6 16,-2-2-2-16,2 2 8 0,-2 5 5 0,0-3 9 0,5 3-13 16,-4-2-7-16,-1 3 0 0,5-1 5 0,-5 5-13 15,0 0-3-15,9-4-3 0,-9 4 0 0,16 6 0 16,-4 0-5-16,-2 0-1 0,3 4 1 0,2 1 2 15,0 1-6-15,0-1 0 0,-2 2-5 0,2 1 2 16,0-1-4-16,-1 1-16 0,0 3-19 0,-3-6-12 16,-2 7-20-16,-1-8-19 0,-2 8-27 0,3-2-12 15,-4 0-30-15,1-4-25 0,-4 0-16 0,-2-2-29 16,0-1-5-16,0 4-148 0,0-6-407 0,-2 2 181 16</inkml:trace>
  <inkml:trace contextRef="#ctx0" brushRef="#br0" timeOffset="-143841.31">23407 11969 54 0,'0'0'159'0,"0"0"-2"0,0 0-21 0,-15 17-4 15,8-9-10-15,7 1-7 0,-3 3-2 0,3-2-5 16,-3 5-5-16,1 0 0 0,4-1-6 0,1 1-2 15,0 0-1-15,4-1-4 0,0 2-10 0,1-4-5 16,0-2-8-16,5-1-5 0,-1 3-1 0,0-4-1 16,1-1-6-16,-5 0-4 0,7-2-2 0,-8-5-7 15,6 2-4-15,-2-2 0 0,-11 0-2 0,14-6 12 16,-3 3-1-16,-9-6-4 0,6 1-5 0,-8 1-2 16,0-2-4-16,0-3-2 0,0 1 0 0,0-1 3 15,-2-3 1-15,-4-1 0 0,4 0 4 0,-3 4-6 16,5-5-3-16,0 5-2 0,-1-3 2 0,-4 6 0 15,3-6-5-15,2 6 0 0,2 3 0 0,-2-3-6 0,-2 2 2 16,4 0-2-16,-2 7-5 0,0-5 0 0,0 5-2 16,0 0 0-16,0 0-1 0,0 0-2 15,21 8-2-15,-14-3-4 0,1 2-4 0,-1 4 0 0,1-3-3 16,4 0-2-16,-3 6 2 0,-2-6-2 0,6 5-1 16,-3-2 4-16,-1 1-3 0,2-1 2 0,-1-2 0 15,-5 2 0-15,5-4 0 0,-5 1 4 0,-2-4-1 16,5 1 2-16,-3-1 1 0,-5-4 1 0,9 8 2 15,-9-8 4-15,11 0 9 0,-11 0 7 0,0 0 4 16,10-6 2-16,-5-1 5 0,-1 0 2 0,2 3 5 16,2-2 3-16,2-3 4 0,-1-1 1 0,1 0 0 15,-1 0 1-15,3-4 1 0,-4 7-4 0,6 1 5 16,-6-1-10-16,0-1 0 0,-1 6-5 0,1-2-1 0,4-2-2 16,-7 4-6-16,-5 2-8 0,18 0-5 15,-18 0-1-15,13 8 1 0,-6-2-2 0,-4 0 0 16,9-2-5-16,-9 10 1 0,5-3-2 0,-5-1 2 0,4 4-2 15,-2-4-10-15,-2-1-22 0,1 3-11 0,-1-3-23 16,0-2-21-16,2 3-23 0,-3-1-28 0,3-2-26 16,-3 2-15-16,1-5-25 0,-3-4-23 0,5 5-41 15,-5-5-168-15,0 0-464 0,0 0 205 0</inkml:trace>
  <inkml:trace contextRef="#ctx0" brushRef="#br0" timeOffset="-143625.28">23774 11706 28 0,'-13'-11'307'16,"5"3"-19"-16,1 1-17 0,1 0-25 0,-3-1-23 0,1 4-18 16,5-1-16-16,-4 1-12 0,7 4-14 15,-8-8-19-15,4 2-12 0,-1 2-14 0,5 4-13 16,0 0-11-16,0 0-15 0,0 0-19 0,0 0-28 0,-11 10-33 15,11-10-39-15,2 16-44 0,3-8-40 0,1-1-50 16,2 5-53-16,-4-5-142 0,7 6-399 0,-1 2 176 16</inkml:trace>
  <inkml:trace contextRef="#ctx0" brushRef="#br0" timeOffset="-143175.03">24309 11920 208 0,'0'0'275'0,"0"0"-21"16,-5-5-17-16,5 5-20 0,0 0-15 0,0 0-9 0,0 0-11 15,0 0-10-15,0 0-14 0,0 0-14 0,0 0-10 16,0 0-17-16,0 0-13 0,0 0-9 0,0 0-6 16,0 0-12-16,0 0-4 0,-22 10-5 0,21-4-6 15,-4-3 1-15,1 3-9 0,0 0 5 0,-3-2-4 16,5 1-1-16,-4 1-8 0,4-1-1 0,-3 2 1 16,3-1-1-16,-3 0 2 0,5-2-1 0,0 4-2 15,0-8 0-15,7 16-11 0,-2-9 6 0,3-3-1 16,-6 5-6-16,9 0-1 0,-2-3-1 0,1 3-3 15,-4-3-7-15,4 0 2 0,-5 0-8 0,2 1 3 16,1-3-4-16,-1 3-1 0,-1-3-4 0,-1 3 0 16,-3-5-6-16,-2-2-8 0,0 11 3 0,0-11 7 15,-7 7-21-15,-4-2-10 0,-1-1-21 0,2 1-19 0,-6-2-12 16,-7 3-20-16,6-2-16 0,-3 3-17 0,5-5-27 16,-6 3-19-16,6-3-29 0,2-1-29 15,4 2-29-15,-2 1-139 0,1 0-437 0,8 0 194 0</inkml:trace>
  <inkml:trace contextRef="#ctx0" brushRef="#br0" timeOffset="-142791.28">24944 12180 137 0,'0'0'252'16,"-6"-5"-16"-16,6 5-16 0,0 0-16 0,0 0-20 16,-15 0-10-16,15 0-18 0,0 0-12 0,-8 7-10 15,8-7-4-15,0 0-6 0,-7 4-7 0,7-4-4 0,-7 8 0 16,7-4-15-16,0-4-7 0,-6 9-9 0,4-6-2 16,2 8-9-16,0-11-2 0,0 7-2 15,0-7-4-15,-5 6-4 0,5-6-1 0,0 0-2 0,5 6 5 16,-5-6 5-16,0 0 10 0,0 0 5 0,0 0 15 15,0 0 4-15,0 0-10 0,0 0-14 0,0 0-1 16,0 0-9-16,8-14-8 0,-1 7-3 0,-5 1-9 16,-2-1-5-16,8-4-3 0,-8 3-2 0,0 1-10 15,0-2-11-15,0-2 6 0,0 2-35 0,3 2-17 16,-6-4-7-16,3 2-28 0,-3 3-18 0,-4-1-20 16,5 2-15-16,-3 1-19 0,-3-2-23 0,2 3-18 15,6 3-20-15,-15-3-20 0,8 0-25 0,7 3-21 16,-15 3-151-16,15-3-451 0,-11 0 200 0</inkml:trace>
  <inkml:trace contextRef="#ctx0" brushRef="#br0" timeOffset="-142457.56">24908 11889 29 0,'-7'-5'203'0,"7"5"-15"0,-14-3-17 0,14 3-15 16,-17 5-5-16,10-2-8 0,1 0-5 0,-1 1-7 16,-1 0 4-16,5 1-9 0,1 1-4 0,-3 2 0 15,5-2-4-15,0-6-4 0,0 14-2 0,5-11-3 16,0 2-4-16,-4 3-7 0,6-4-2 0,0-1-3 16,-6 2-1-16,6-2 0 0,-7-3-5 0,13 3 3 15,-13-3-6-15,9 0-2 0,-9 0-4 0,14-6-4 16,-14 6-1-16,7-8-7 0,-7 3-8 0,7-3-4 15,-4 2-3-15,-3-2-16 0,0 1 2 0,0-3-1 16,-3 3 6-16,-2 0-15 0,1-1-10 0,-1 1-12 16,-3-1-19-16,2 1-20 0,-3 2-19 0,1 1-19 0,-4-1-23 15,4 2-30-15,-5 1-28 0,-2 2-38 0,0-2-30 16,3-1-54-16,-2 3-160 0,2 3-470 16,-5-1 207-16</inkml:trace>
  <inkml:trace contextRef="#ctx0" brushRef="#br0" timeOffset="-132807.89">16425 12515 155 0,'-3'-10'169'0,"3"10"-13"0,0 0-5 15,0 0-7-15,0 0-8 0,0 0-7 0,0 0 0 16,0 0-8-16,0 0-3 0,0 0-4 0,0 0-7 0,0 0-7 16,0 0-3-16,0 0-9 0,0 0-4 0,0 0-2 15,0 0-5-15,0 0-4 0,0 0-6 0,0 0 0 16,0 0-6-16,0 0-8 0,-8-2-1 0,8 2-6 16,0 0-4-16,-13 0-2 0,13 0 1 0,-14 0-1 15,14 0-1-15,-21-2-9 0,8 1 2 0,-2 2-3 16,-2-2-1-16,4 1-1 0,-5 0-3 0,1 0-2 15,2-4 4-15,0 4-5 0,-6 0-3 0,8 4-4 16,-2-3 2-16,5 1-2 0,-5-1-3 0,2 0 1 16,-2 2-3-16,5-1 0 0,-2 1-4 0,6-1-1 15,-3 2-8-15,9-4-16 0,-16 4-21 0,7 1-19 16,5-3-22-16,-3 0-28 0,0 3-26 0,7-5-26 16,0 0-18-16,-5 6-31 0,5-6-144 0,-5 4-382 0,5-4 169 15</inkml:trace>
  <inkml:trace contextRef="#ctx0" brushRef="#br0" timeOffset="-132257.24">16031 12434 62 0,'0'0'131'0,"0"0"-2"0,0 0-10 0,0 0-9 16,0 0-1-16,0 0 0 0,-11-2-8 0,11 2-6 15,0 0-5-15,0 0-8 0,0 0 7 0,0 0-4 16,0 0-8-16,-20 2 2 0,20-2-6 0,-8 4 1 16,8-4-6-16,-9 1-2 0,5 2-3 0,4-3 0 15,-12 5-3-15,12-5 2 0,-12 3-8 0,6 0-1 16,6-3 0-16,-4 8-4 0,-2-7 4 0,-6 3-1 15,11-1-1-15,1-3-3 0,-14 5 1 0,6-2 0 0,1 1 3 16,1-1-1-16,-2 2-1 0,1-1-4 0,-1-2-3 16,1 3-4-16,7-5-3 0,-7 3-5 15,1-1-4-15,6-2 0 0,-9 10-1 0,9-6-3 0,0-4 3 16,-8 4 0-16,8-4 3 0,0 8 2 0,2 3 1 16,4-6-2-16,1 3-1 0,1-4-2 0,-1 4 0 15,8 4-5-15,0-2 0 0,0-2 5 0,6 1-16 16,6 5-14-16,-2-2-24 0,-4-5-28 0,-1 2-35 15,-2-3-39-15,2 3-42 0,-3-5-40 0,1 1-225 16,-10-2-471-16,4 3 209 0</inkml:trace>
  <inkml:trace contextRef="#ctx0" brushRef="#br0" timeOffset="-131523.86">15502 11874 117 0,'0'0'226'0,"0"0"-6"0,-8-5-6 15,8 5-9-15,0 0-17 0,0 0-16 0,0-7-19 16,0 7-16-16,0 0-15 0,0 0-10 0,0 0-13 15,0 0-10-15,0 0-9 0,0 0-10 0,0 0-2 16,0 0-10-16,-7 19-5 0,7-8-4 0,-2-2-5 16,2 1-1-16,0 6-2 0,0-4-3 0,0 4-9 15,-3 3 2-15,0 0 2 0,6 0-6 0,-3-6-3 16,0 9-1-16,0-4-4 0,0-4-2 0,0 3 0 16,0 0 0-16,0-4-3 0,0 2 0 0,0-3-5 0,0 2 1 15,-3-2-21-15,3-5-28 0,0 2-19 0,0-2-22 16,-2 0-33-16,2-7-25 0,0 12-26 15,-5-7-43-15,5-5-139 0,0 3-374 0,0-3 166 0</inkml:trace>
  <inkml:trace contextRef="#ctx0" brushRef="#br0" timeOffset="-131272.89">15674 12141 154 0,'0'0'159'0,"0"0"-5"16,0 0-5-16,0 0-5 0,0 0-12 15,0 0-10-15,-20 12-9 0,13-7-9 0,1 0-3 16,-1 0-14-16,-3 1-7 0,5 2-9 0,-3-4-3 0,0 2-7 16,-2 0-6-16,-2-2-8 0,4 3-2 0,1-2-4 15,-8 2-7-15,9-2-27 0,-2 2-30 0,1-3-27 16,-1 2-32-16,3 3-35 0,-5-6-36 0,2 2-98 15,1-4-271-15,7-1 120 0</inkml:trace>
  <inkml:trace contextRef="#ctx0" brushRef="#br0" timeOffset="-131074.41">15394 12175 52 0,'-5'-3'177'0,"5"3"-24"15,0 0 8-15,0 0-9 0,0 0-11 0,0 0-7 0,0 0-15 16,12 18-6-16,-12-18-15 0,5 9-7 16,0-1-7-16,-4-2-14 0,8 3-2 0,-9 2-6 15,5-3-7-15,3 4-2 0,-5-4-16 0,2 1-22 0,2 3-29 16,-1-4-35-16,3 2-28 0,-3-1-42 0,3-1-144 16,-3 1-285-16,1 1 127 0</inkml:trace>
  <inkml:trace contextRef="#ctx0" brushRef="#br0" timeOffset="-130491">14537 12439 43 0,'0'0'199'0,"-12"2"-2"0,12-2-9 16,-11 0-2-16,11 0-11 0,0 0-6 0,-15-2-8 16,15 2-7-16,0 0-7 0,0 0-7 0,0 0-6 15,0 0 0-15,-8 2-7 0,8-2-12 0,0 0-6 16,0 0-6-16,0 0-5 0,0 0-5 0,0 0-4 16,0 0-8-16,0 0-6 0,0 0-5 0,28 5-8 15,-20-4-9-15,2 1-5 0,1-4-5 0,6 2-1 16,0 0-8-16,2 0 0 0,1 2-6 0,-2-2-14 15,4-3-23-15,0 3-30 0,6 0-27 0,-7 0-27 16,4 0-33-16,-3 0-37 0,6-4-34 0,-7 4-37 16,1 0-169-16,-6-1-438 0,6 2 194 0</inkml:trace>
  <inkml:trace contextRef="#ctx0" brushRef="#br0" timeOffset="-130207.7">14927 12423 8 0,'-9'-3'192'0,"9"3"-10"15,0 0-7-15,0 0 2 0,0 0-2 0,0 0-6 16,0 0 1-16,0 0-2 0,0 0-2 0,0 0-7 16,0 0-8-16,13 19-4 0,-5-19-2 0,-6 3-9 15,9 2-12-15,-2 1-6 0,1-5-17 0,1 4-9 16,-3-2-10-16,2 3-5 0,2-1-12 0,-2-2-5 15,-2 2-3-15,4 3-6 0,-6-2-5 0,3 0-8 16,-3-2-3-16,1 4-10 0,-4 2 0 0,-1-3-1 0,-4 5-8 16,2-4-18-16,-5 1-28 0,-5 8-23 0,0-4-28 15,-3 2-35-15,-2-1-36 0,2 1-48 0,0-1-57 16,-7 6-155-16,5 2-444 0,-5 3 197 0</inkml:trace>
  <inkml:trace contextRef="#ctx0" brushRef="#br0" timeOffset="-129207.53">15325 13296 8 0,'0'0'243'0,"0"0"0"0,0 0-17 15,0 0-7-15,0-9-13 0,0 9-13 0,-4-8-12 16,4 8-8-16,4-7-13 0,-4 1-4 0,3 0-10 16,-3-4-5-16,2 5-5 0,3-5-9 0,-2-2-4 15,2 4-7-15,-2-7 9 0,2 4-35 0,-3 1 2 16,3-2-8-16,-2-3-11 0,0 0-3 0,2-2-8 15,0 2-3-15,2 1-11 0,-5-1-5 0,1 1-1 16,0 1-10-16,-3-1 3 0,0 2-5 0,2 0-1 0,-2 4-3 16,3-2 9-16,1 1-16 0,-4 1 0 15,0 4-5-15,0-2-7 0,0 6 4 0,0-10 4 16,0 10-6-16,0-8-1 0,0 8 0 0,0 0 4 0,0 0-7 16,0-7 0-16,0 7 0 0,0 0 2 0,0 0-5 15,0 0-1-15,0-8 6 0,0 8 0 0,0 0-4 16,0 0-1-16,0 0 0 0,0 0 1 0,0-6-2 15,0 6-3-15,0 0 3 0,0 0 0 0,0 0 3 16,0 0-2-16,0 0-4 0,0 0 6 0,0 0-8 16,0 0 2-16,0 0 2 0,0 0-4 0,0 0-1 15,0 0 4-15,0 0 0 0,0 0-2 0,0 0-3 16,0 0 4-16,0 0-1 0,0 0-2 0,0 0-3 0,-24 10 0 16,19-6 10-16,5-4-2 0,-13 5-3 15,7-2-1-15,-6 2 1 0,2-1 5 0,-2 2-5 16,4-1 0-16,-12-1-1 0,10-1 1 0,-3 1 4 0,5-1 2 15,-2-2 11-15,3 2-12 0,7-3-4 0,-11 5 2 16,11-5 0-16,-15 0 3 0,15 0-4 0,0 0-4 16,0 0 11-16,0 0-5 0,0 0-2 0,0 0 5 15,15-20 0-15,-9 14-6 0,6-2 2 0,4-2 4 16,-2 1-5-16,2-3-1 0,-7 3-2 0,5-3 11 16,1 0-6-16,-3 3 0 0,-2 2-1 0,1-6 5 15,-1 8-3-15,-3-3 0 0,-2 2 2 0,3 3 2 16,-4-2-4-16,-4 5 4 0,8-5-6 0,-8 5-2 15,5-4 1-15,-5 4-6 0,0 0 3 0,0 0 6 16,13 12-4-16,-10-4 1 0,4-1 0 0,-2 5-26 16,2 3-24-16,1-3-34 0,-5 7-34 0,10-2-35 0,-4 0-53 15,4 1-57-15,3 0-239 0,-2 1-546 0,7 1 242 16</inkml:trace>
  <inkml:trace contextRef="#ctx0" brushRef="#br0" timeOffset="-122923.96">16980 16221 63 0,'0'0'137'0,"0"0"0"0,0 0 0 0,0 0-11 16,0 0 7-16,0 0 1 0,0 0-6 0,0 0-8 16,0 0-5-16,0 0-6 0,0 0-10 0,0 0-3 15,0 0-10-15,0 0-4 0,0 0-6 0,0 0-5 16,0 0-2-16,-22-6-5 0,22 6-2 0,0 0-3 16,-15 0-1-16,15 0-1 0,-14 0-4 0,14 0-2 15,-14 3 1-15,4 0-4 0,-3 1 4 0,5-2-2 16,-7-1-4-16,0 3 0 0,2-4-4 0,1 4 5 15,-6-4-6-15,6 1-1 0,1 2-2 0,-9-1-2 16,10-2-4-16,-3 0-4 0,1 2 0 0,-1-2-8 16,1 1 5-16,2-1-3 0,-1 3-5 0,1-3-2 0,10 0 5 15,-10 2-7-15,10-2-1 0,-12 0-3 0,12 0-12 16,0 0-18-16,0 0-24 0,-13 0-35 0,13 0-46 16,0 0-54-16,0 0-37 0,0 0-189 15,0 0-438-15,0 0 194 0</inkml:trace>
  <inkml:trace contextRef="#ctx0" brushRef="#br0" timeOffset="-122523.34">16694 16131 64 0,'-2'-4'213'0,"2"4"-12"0,0 0-7 0,0 0-12 0,-5-3-11 16,5 3-10-16,0 0-16 0,0 0-7 15,0 0-6-15,-8-5-5 0,8 5-5 0,0 0-3 0,0 0-10 16,-24 6-4-16,24-6-8 0,-13 2-11 0,5 3 3 15,0 2-10-15,-1-3 1 0,3 0-3 0,-7 3-4 16,4 0-3-16,3 2-7 0,-9 0-4 0,6-2-8 16,1 4-1-16,-3-2-3 0,6-2-5 0,-7 4-7 15,5-2 1-15,1 2-3 0,4-1-3 0,-3 0-2 16,5 1-2-16,-1 1 0 0,7-5 1 0,-4 5-3 16,8-2-1-16,1-1-5 0,4 3-18 0,5-8-31 15,-3 3-48-15,4 1-44 0,1-4-47 0,-1 1-38 16,-1-3-46-16,0-2-178 0,0 1-467 0,0 3 208 15</inkml:trace>
  <inkml:trace contextRef="#ctx0" brushRef="#br0" timeOffset="-121073.7">15720 16254 61 0,'-8'-4'179'0,"8"4"0"0,-12-2-6 16,12 2 2-16,-9-6-2 0,9 6 2 0,-9-2-8 16,9 2-3-16,-8-4-9 0,8 4-10 0,0 0-8 0,-12-1-7 15,12 1-7-15,0 0-11 0,0 0-12 0,-8-2-9 16,8 2-3-16,0 0-5 0,0 0-5 0,0 0-1 16,0 0-11-16,0 0 1 0,0 0-6 0,0 0-6 15,35 3-6-15,-19-3-5 0,6 1-3 0,-2 2-3 16,8 1-3-16,-2 0-7 0,4-4 0 0,-2 2-1 15,-3-2-6-15,3 2-1 0,-1 1-8 0,-6-1-7 16,-1-2-10-16,0 3-19 0,-3-1-12 0,-3-2-25 16,-2 2-23-16,1 1-17 0,-4-1-20 0,1 0-28 15,1-2-19-15,-1 4-13 0,-2-4-19 0,1 1-13 16,-3 1-124-16,-6-2-365 0,13 3 163 0</inkml:trace>
  <inkml:trace contextRef="#ctx0" brushRef="#br0" timeOffset="-120707.09">16096 16189 144 0,'0'0'187'0,"0"0"-7"0,0 0-10 0,0 0-10 16,0 0 0-16,0 0-8 0,0 0 2 0,0 0-5 15,0 0-7-15,0 0-1 0,0 0-8 0,22 9-6 16,-13-6-13-16,-5 4-9 0,2-2-12 0,-2-1-4 16,2 3-9-16,-1-3-11 0,-1 4-7 0,2-2-5 15,-4 2-6-15,3-3-5 0,-3 3-4 0,-2 0-4 16,0-1-2-16,0 4-1 0,3-2-6 0,-6-1-7 15,3 2 4-15,0-1-4 0,-7-1-1 0,5 2-1 16,1-1-5-16,-4 3 2 0,1-5-5 0,-1 5 1 16,2-3-12-16,0-3-22 0,-6 3-33 0,4-2-27 15,-4 1-37-15,0 3-36 0,-2-6-43 0,6 2-219 0,-7-3-448 16,4 4 198-16</inkml:trace>
  <inkml:trace contextRef="#ctx0" brushRef="#br0" timeOffset="-111989.97">25520 11853 222 0,'0'-7'293'0,"4"0"-3"0,1 3-2 15,-5-5-10-15,0 3-2 0,0 6-5 0,5-9-6 0,-5 5-10 16,0 4-4-16,0-9-12 0,0 9-16 0,0 0-22 16,1-7-23-16,-1 7-20 0,0 0-9 0,0 0-25 15,0 0-12-15,0 0-4 0,0 0-18 0,-6 28-7 16,-3-12-1-16,3 1-21 0,4 0-4 0,-4 0-5 16,2 2-4-16,-1 3-9 0,5-3 1 0,-1 5-7 15,1 2-9-15,1-7 9 0,-1-3-2 0,9 3-3 16,-3 1 0-16,11 2-7 0,-1-3-1 0,-1-4 2 15,2-3-3-15,6 3-2 0,2-5-3 0,0 1 2 16,3-5-6-16,-10 0 4 0,7-6 1 0,-5-3 0 0,-1 2-4 16,3-6 1-16,-2 3-2 0,-4-4 1 15,3-2-3-15,-5 1-4 0,5-4 8 0,-8-4-3 16,3 2-7-16,-6 0 2 0,-2-4 3 0,3 1-7 0,-3-4 9 16,-6 6-4-16,7-4-2 0,-5 1-3 0,3 4 10 15,-5 0-17-15,1 0-4 0,-1 5-20 0,-1-1-22 16,1 3-24-16,0 1-25 0,-5-2-36 0,5 9-37 15,0-7-15-15,0 7-21 0,0 0-23 0,0 0-23 16,0 0-21-16,0 0-23 0,-9 23-10 0,11-15-162 16,3-1-511-16,-3 1 226 0</inkml:trace>
  <inkml:trace contextRef="#ctx0" brushRef="#br0" timeOffset="-111690.08">26191 11874 143 0,'0'0'240'0,"0"0"-28"0,6-5-25 16,-6 5-5-16,0 0-3 0,0 0-9 15,7 15-3-15,-5-6 0 0,1 6-9 0,0 0-4 16,-3 4-7-16,0 0-15 0,0 6-14 0,0 4-6 0,0 3-10 16,4 11-8-16,-4-15-10 0,0 2-8 0,-4 2-8 15,1 1-4-15,6 9-5 0,-3-10-8 0,0-2-3 16,0-1-4-16,-6 1-9 0,4-6-1 0,2 2-1 15,0-6-6-15,0-1-6 0,0-4 7 0,0-2-5 16,-3-3-3-16,-1-3-4 0,4 5-2 0,0-7 1 16,0-1-9-16,0-4-16 0,0 0-15 0,0 0-17 15,15-1-19-15,-15 1-24 0,23-11-25 0,-18 0-21 16,4-2-29-16,4-2-19 0,-3-8-35 0,5 4-189 16,3-8-435-16,-6 1 193 0</inkml:trace>
  <inkml:trace contextRef="#ctx0" brushRef="#br0" timeOffset="-111423.39">26345 11913 213 0,'-9'-17'234'0,"4"-2"7"15,2 4 6-15,-3-1-3 0,6 4-1 0,-2-2 3 16,-1 1 2-16,3 4-10 0,-4-5-6 0,8 6 6 0,1 1-28 16,0-2-16-16,-1 3-18 0,1-2-15 0,9 7-16 15,-4-8-10-15,3 9-7 0,0 0-19 0,4 5-19 16,-1-4-13-16,2 3-1 0,-1 3-10 0,-2 3-7 15,1-1-8-15,-1 0-5 0,0 6-9 0,-2-3 2 16,2 3-1-16,-1 0-10 0,-6 4-9 0,0-3 4 16,-5 2-5-16,1-2 1 0,-4 4-7 0,-4-4-6 15,1 0-15-15,-3 4-15 0,-3-3-13 0,-2-1-20 16,-3-4-17-16,-4 4-17 0,-2 1-28 0,2-5-22 16,2 1-30-16,-4-3-44 0,2 0-40 0,-1-1-40 15,3-2-222-15,7 4-559 0,-4-4 248 0</inkml:trace>
  <inkml:trace contextRef="#ctx0" brushRef="#br0" timeOffset="-110905.71">26942 12126 47 0,'0'0'279'0,"0"0"-20"0,0 0-22 16,0 0-21-16,0 0-12 0,0 0-5 15,0 0-4-15,0 0-6 0,0 0-8 0,0 0-8 0,0 0-14 16,5 18-16-16,2-14-12 0,-6 1-19 0,3 1-5 16,1 0-13-16,0 0-9 0,1 3-12 0,-4-2-2 15,5 4 2-15,-6-2-15 0,-1 1-6 0,0 1-1 16,5-2-9-16,-10 6-1 0,5-7-15 0,-6-3-17 16,4 9-24-16,-5-6-24 0,-1-3-29 0,0 6-34 15,-4-4-43-15,4 0-39 0,1 0-41 0,-1-4-230 16,-4 1-493-16,6 2 219 0</inkml:trace>
  <inkml:trace contextRef="#ctx0" brushRef="#br0" timeOffset="-110573.23">27475 11940 18 0,'0'-5'305'0,"2"1"-14"15,3-2-7-15,-5 6-21 0,1-6-16 0,-1 6-19 16,2-6-15-16,-2 6-21 0,0 0-25 0,0 0-14 16,0 0-9-16,0 0-23 0,8 14-14 0,-8-2-8 15,-1 1-12-15,1 2-7 0,-2 4-8 0,2-2-6 16,-2 10-8-16,4-2-3 0,-2 2-9 0,0-7-1 15,0-4-5-15,2 10-6 0,-2-2-6 0,1-5-18 16,-1 1-26-16,-1 6-24 0,1-10-18 0,-2-2-20 16,4-2-21-16,-4 0-17 0,2-8-8 0,0 4-8 15,0-8-17-15,2 10-20 0,-2-10-25 0,0 0-19 16,0 0-132-16,0 0-372 0,0 0 164 0</inkml:trace>
  <inkml:trace contextRef="#ctx0" brushRef="#br0" timeOffset="-110271.33">27449 11859 228 0,'-2'-12'248'16,"2"3"-4"-16,0-3-6 0,0 1-8 0,2 3-8 15,1 1-13-15,2 0-18 0,-2 2-11 0,6 0-9 16,-1 2-11-16,3 3-6 0,-11 0-16 0,27 1-9 16,-9 6-14-16,2 1-10 0,0-1-15 0,8 9 1 15,-5-1-5-15,4-2-7 0,7 13-6 0,-5-8-8 16,-8-1-11-16,1 3-1 0,-1 2-10 0,-4 1 1 15,1-3-6-15,-5 2-3 0,-1 2-6 0,-6-6-4 16,1 2-1-16,-4-1 7 0,2-2-10 0,-5 2-2 16,-5-3-4-16,2 4 1 0,-4-1-1 0,-6 0-2 15,-2-4-1-15,0 0 1 0,-6 2-5 0,3-7-2 16,-9 3-5-16,-1-2-6 0,-2-7-6 0,2 5-12 16,-2 0-10-16,0-1-16 0,6-3-14 0,2 0-13 0,5-2-18 15,3 1-12-15,2-2-13 0,2 1-13 16,5 0-20-16,5-3-15 0,0 0-11 0,0 0-27 0,0 0-21 15,0 0-161-15,23-8-420 0,-9 4 186 0</inkml:trace>
  <inkml:trace contextRef="#ctx0" brushRef="#br0" timeOffset="-109923.2">27972 12124 5 0,'-15'14'175'0,"7"-8"-2"15,1 1-2-15,-1 0-9 0,3 0-7 0,0 2-8 16,3 7-5-16,-3-5-5 0,5 2-7 0,-3-1-5 16,6-2-5-16,-3 6-11 0,5-4-3 0,0 3-9 15,3-6-7-15,2 3-6 0,0-2-8 0,0-3-2 16,3 3-10-16,2 0-4 0,3-3-7 0,1-5-5 16,-6 3-6-16,2-2-1 0,1-3-5 0,-1-1-1 0,0-3-6 15,0-3-1-15,0-4-8 0,-2 2 4 0,-1-4-3 16,-1-1-1-16,1 1-1 0,-4-1-1 0,-1-1 6 15,-4-5 1-15,0-3 3 0,-1 5 0 0,-2 0 5 16,-2 0 0-16,-3-2-5 0,-3 4-3 0,0 1-2 16,-4 0-1-16,6 2-5 0,-9 1 0 0,5 2-3 15,-5 2 1-15,2 0-6 0,-2 0-1 0,7 7-20 16,-6-4-27-16,8 5-22 0,-9 5-30 0,15-5-26 16,-10 9-32-16,3-5-25 0,7 1-26 0,0 2-21 15,0-7-133-15,7 14-383 0,1-6 170 0</inkml:trace>
  <inkml:trace contextRef="#ctx0" brushRef="#br0" timeOffset="-109390.12">28420 12025 11 0,'-8'-4'202'0,"8"4"-4"15,0 0-4-15,-15-1-11 0,15 1-11 0,-15 4-8 16,9 2-10-16,-8 0-8 0,6 1-8 15,1-2-13-15,1 4-10 0,-4-3-8 0,-3 8-15 0,6-5-2 16,4 1-7-16,-2 0-1 0,-2 2-9 0,5-1-2 16,2 1-5-16,0 0-7 0,2-2-3 0,5 1-4 15,-2 1-2-15,-4-6-3 0,8 0-7 0,-3 2-1 16,3-7-5-16,4 5-3 0,-5-2 0 0,7-2-8 16,-7 0 1-16,12-4-1 0,-7 0-2 0,-1-2-3 15,0 1 0-15,-4 2-4 0,5-6 0 0,-5 4-3 16,6-2 0-16,-6-2-2 0,0 2 5 0,0-2 15 15,-1 3 5-15,-2 0 10 0,2 2-1 0,-7 2 4 16,8-6-13-16,-8 6-4 0,6-3-12 0,-6 3 3 16,0 0-3-16,0 0 0 0,0 0 7 0,0 0-11 15,5 9-7-15,-5-9 6 0,5 9-2 0,0-1-2 16,0 0-1-16,0 1-3 0,2 2 9 0,0 0 0 16,2 1-3-16,-2-4 0 0,6 4-1 0,2-4-2 0,-2 1 3 15,2 1 3-15,-5-7-1 0,5 4 1 16,0-5-2-16,-5 5 5 0,2-6 2 0,3-1 1 0,-2-1-2 15,-3-3 0-15,3 1 3 0,-5-1 6 0,4-1 2 16,-4-3-3-16,-1-3 2 0,-4 2 6 0,4-5-3 16,-1 1 0-16,-1 2-1 0,-5 0 9 0,0-1-7 15,-3-2-4-15,1-3-5 0,2 2 14 0,-6 0-14 16,2 3-2-16,-1 4-5 0,-1-1-1 0,-1-2-10 16,0 0-17-16,-2 6-22 0,2-3-28 0,-6 2-27 15,4 2-31-15,1 0-27 0,0 0-27 0,8 4-23 16,-20 0-27-16,20 0-20 0,-5 6-23 0,5-6-181 15,0 0-484-15,-10 6 214 0</inkml:trace>
  <inkml:trace contextRef="#ctx0" brushRef="#br0" timeOffset="-109023.25">28932 12021 49 0,'3'-5'160'0,"-3"5"-7"0,0 0-4 0,0 0-4 15,0 0 3-15,8 9-2 0,-8-9-7 0,4 14-11 0,-4-10-1 16,0-4-9-16,1 12-12 0,3-4-10 0,-8 3-9 16,8-1-8-16,-8-1-7 0,4 4-3 0,4-1-9 15,-4 1-5-15,3 1-5 0,-3-3-6 0,3-2-2 16,-3 0-6-16,0-1 0 0,0 0-2 0,0-3 11 16,4 2 10-16,-4 0 16 0,0-7 9 0,4 4 9 15,-4-4-9-15,0 0-8 0,0 0-6 0,0 0 1 16,0 0-3-16,17-12 7 0,-14 6-3 0,6-2-9 15,-3 3 1-15,-1-5-5 0,5 3-2 0,-2 0 0 16,-1-3-2-16,6 3-5 0,-3-3 8 0,3 0-7 0,2 3-4 16,0-1 10-16,5 4-14 0,-3-2-7 15,-6 2-6-15,1 2 1 0,8-1 8 0,-12 3-15 16,5 0-2-16,-3 3 6 0,2 0-15 0,-4 3-5 0,2 0-19 16,-3 0-23-16,1 1-20 0,0 1-22 0,-1 2-22 15,-2-1-28-15,1 2-27 0,-4 1-32 16,3 3-23-16,-2-4-33 0,-3 4-212 0,0 2-494 0,0-2 219 15</inkml:trace>
  <inkml:trace contextRef="#ctx0" brushRef="#br0" timeOffset="-108853.47">29337 12435 25 0,'4'11'163'0,"-4"-8"-2"0,1 5-9 16,-1 1-12-16,0-1-10 0,0 2-6 0,0-1-9 15,0-1-10-15,0 4-10 0,-1 2-5 0,-3 2-8 16,-2-7-14-16,1 1-1 0,0 4-15 0,-7-1-29 0,1 1-52 16,-1-4-45-16,0 2-63 0,-1-1-89 15,-2 0-244-15,4 2 109 0</inkml:trace>
  <inkml:trace contextRef="#ctx0" brushRef="#br0" timeOffset="-107656.04">30008 11881 234 0,'0'-8'258'15,"0"-1"-5"-15,0-1-15 0,0 3-12 0,0 7-19 16,5-10-26-16,-5 8-21 0,0 2-17 0,0 0-13 15,0 0-15-15,0 0-6 0,-12 17-12 0,12-5-8 16,-5 2-5-16,5 6-1 0,-3 1-6 0,-1 3-5 16,1 6-1-16,-2-3-6 0,5-2-7 0,0 5-2 15,-2-3-7-15,2 2-2 0,0-4-5 0,0 2-4 0,0-8 0 16,2 6-8-16,1 1-3 0,-1-7-4 0,1-7 2 16,4 7-3-16,-4 4 0 0,2-12-4 15,5 2 3-15,-2 1 0 0,2-7-8 0,2-1 2 0,5 1 0 16,-1 1 0-16,-1-2-8 0,6-3-7 0,1-4-3 15,1-1-5-15,-1-3-7 0,7 1-1 0,0-4-3 16,-3 0-5-16,1 0-2 0,2-3-2 0,0-6 1 16,-3 7 2-16,-1-6 1 0,-10 7 2 0,0-9 3 15,1 9 0-15,-4-5 4 0,-2 1 1 0,-4 6 6 16,-1-4 3-16,-3 0 4 0,0 4 0 0,-2-2-2 16,0 1-1-16,-2 1 2 0,2 7 3 0,-8-8-2 15,1 6 2-15,-1 0 1 0,-4-1-3 0,12 3 1 16,-20 3 0-16,9 1-1 0,1-1 2 0,-2 2-2 15,-3 2 1-15,5 4 1 0,-1 1-2 0,-1 0 2 16,6 4 1-16,1-6-1 0,-2 9 0 0,5-6 3 16,1 6 0-16,4 0 0 0,4-3-2 0,-2 1 1 15,6 2 4-15,4 1-2 0,3 0-2 0,-1-6-3 0,-2-3-6 16,6 1-11-16,4 0-18 0,-3 2-26 16,6-2-14-16,0-8-16 0,-8 0-12 0,0-1-18 15,1-1-11-15,2-7-17 0,2 0-15 0,-2-3-17 0,-3 1-16 16,3-8-115-16,-1-1-338 0,-1 0 149 0</inkml:trace>
  <inkml:trace contextRef="#ctx0" brushRef="#br0" timeOffset="-107389.89">30996 11988 78 0,'1'-15'185'0,"-1"0"4"0,0 3 9 0,4 0 3 16,-4 5-8-16,0-4-7 0,-4 3-11 0,4 4-18 15,0 4-16-15,-3-8-14 0,3 8-12 0,0 0 0 16,-18 11 0-16,8-2 0 0,-2 2 0 0,4 8-3 15,-4 4-7-15,1 5-6 0,1-1-4 0,-2 6-2 16,2 9-12-16,2-3-4 0,2 3-3 0,-1-12-11 16,2 13-5-16,-3 3-9 0,1-3 1 0,-1 2-8 0,8-5 1 15,-2 1-5-15,2-4-5 0,0 7 0 0,-5-16-2 16,5-1-5-16,5-4-5 0,-10-2 0 0,5-3-7 16,0-3-19-16,-6 1-16 0,4-7-21 15,2-1-26-15,-7-1-24 0,6 0-37 0,1-7-33 0,-14 1-38 16,14-1-25-16,-6-12-47 0,-1 4-137 0,5 0-441 15,-4-6 196-15</inkml:trace>
  <inkml:trace contextRef="#ctx0" brushRef="#br0" timeOffset="-107206.48">30666 12334 2 0,'0'-7'207'0,"0"7"-14"0,5-10-6 0,-5 10-19 15,15-5-5-15,-7 3 0 0,6-5 3 0,4 3 0 16,3 0-10-16,-1 8-9 0,0-3-13 0,5-2-15 15,3 1-10-15,0 0-10 0,0-4-13 0,-8 1-11 16,8 2-6-16,-4 0-16 0,-3 2-32 0,2-2-30 16,5-1-23-16,-8 1-26 0,-2-3-26 0,4 0-25 15,-7-10-21-15,6 5-12 0,-4 2-20 0,4-6-132 0,1-4-317 16,-1-4 142-16</inkml:trace>
  <inkml:trace contextRef="#ctx0" brushRef="#br0" timeOffset="-106989.83">31361 11908 51 0,'0'-15'165'0,"0"3"10"15,0 2 13-15,0 3 5 0,-3-4 3 0,2 2 0 16,-1 2 5-16,-3-1-3 0,2 2-7 0,1 0-25 16,2 6-15-16,-3-9-18 0,3 9-10 0,0 0-13 15,0 0-2-15,-17 12-2 0,10-3-7 0,-1 4-3 16,2 2-3-16,1 2-8 0,-2 5-7 0,5 2-5 16,2 3-8-16,-1 5-5 0,1 2-4 0,1 3-1 15,6-3-7-15,-5-4-9 0,-1 1-3 0,3 3 0 16,2-11-11-16,-1 9-15 0,0-6-14 0,5 1-31 15,-8-7-34-15,3-3-38 0,0-2-38 0,-2 0-35 16,2-8-44-16,0 1-44 0,-3-1-162 0,2-3-464 16,-4-4 206-16</inkml:trace>
  <inkml:trace contextRef="#ctx0" brushRef="#br0" timeOffset="-106822.8">31234 12051 104 0,'0'-4'258'0,"0"4"-13"0,0 0-15 0,-2-5-17 16,2 5-6-16,0 0-12 0,0 0-14 0,19 1-18 16,-19-1-15-16,23 5-17 0,-8 2-9 0,1-3-16 15,1 2-32-15,1-1-39 0,-1 2-46 0,4 2-48 16,-1 1-41-16,8 0-53 0,-15 1-196 0,5-2-376 16,7 6 166-16</inkml:trace>
  <inkml:trace contextRef="#ctx0" brushRef="#br0" timeOffset="-106639.79">31731 12399 70 0,'-7'9'170'0,"2"-3"-2"0,-2 5 4 0,2-1 0 0,-1 1-10 16,-1-4-14-16,-1 8-8 0,5-3-14 0,-6 3-10 16,3-5-13-16,-1 7-10 0,4-7-9 15,-9 10-7-15,7-5-6 0,-6 2-35 0,2-3-43 0,-4 0-51 16,3 1-62-16,2-2-38 0,1-1-104 0,1-1-282 15,-1-2 125-15</inkml:trace>
  <inkml:trace contextRef="#ctx0" brushRef="#br0" timeOffset="-105939.61">31976 12129 205 0,'-7'-3'245'15,"7"3"-12"-15,0 0-7 0,0 0-6 0,0 0 2 16,0 0-11-16,0 0-16 0,0 0-21 0,0 0-11 0,36 12-8 16,-29-6-23-16,1-2-13 0,5 6-12 15,1 0-11-15,-4 1-8 0,3 0-9 0,-3-2-10 16,-4 2-7-16,6 5-9 0,-5-5-1 0,-4 4-5 0,5-4-7 15,-4 6-2-15,-1-7-7 0,-3 6-1 0,0-5 8 16,0 3-15-16,-7-1-1 0,4 0-5 0,-4-1-4 16,2-5 4-16,-1 1-2 0,-1-4 1 0,4 6-2 15,-6-5-1-15,1-1-2 0,2-3 1 0,6-1-2 16,-12 4 5-16,12-4 2 0,0 0 8 0,0 0 3 16,-12-9 2-16,12 9 8 0,2-10-13 0,-2 10 6 15,8-13 3-15,-1 5-8 0,3-4-4 0,-2 5-3 16,5-7 0-16,2 2-7 0,4 0 4 0,-1 0-4 15,-3-1 0-15,8-1-3 0,-2-1 0 0,-1 9-4 16,-3-6 2-16,3 3-2 0,-10 4-3 0,3 2-10 16,-5-2 3-16,7 3-3 0,-3 0-8 0,-1 2-2 15,2 2-12-15,-1 5-7 0,0-7-6 0,-1 2-3 16,-1 3-3-16,5 3-4 0,0 0-4 0,3-2-2 0,0 0-11 16,-3-3-1-16,3 8-2 0,4-4 4 15,-2-2 3-15,8-2-18 0,-5 6 4 0,5-5 4 16,2 0-2-16,-7-2 9 0,5-1 4 0,-5-2 7 0,-1-1 6 15,-2-5 6-15,10-1 4 0,-14 3-2 0,-1-3 10 16,-3-7 7-16,-2 6 4 0,0 0 9 0,-9 0 8 16,2 1 4-16,-3 1 2 0,0-2 4 0,-3 2 5 15,-3-1 1-15,1 2 4 0,0 1 9 0,-5 1-1 16,-4 1-2-16,5 3 4 0,9 0 3 0,-29 2-3 16,14 6 6-16,2-3 1 0,-2 1 3 0,0 3 4 15,6 7-3-15,-8-6 3 0,4 6 3 0,1 0 1 16,2 7 2-16,-3 3 0 0,6-4 4 0,-1 5-8 15,1-1-3-15,4-4-4 0,-2 6-2 0,4-1 0 16,-4-1-7-16,5 1 1 0,5 1-6 0,-5-1 3 16,1 0-1-16,-1-3-3 0,8 0 2 0,-8-2-5 15,5-7-1-15,-5 2-8 0,2 3-22 0,-2-6-27 0,0-2-25 16,0-2-33-16,-2-2-29 0,-3-1-42 0,5-2-43 16,-3 0-213-16,3-5-464 0,-6 3 206 15</inkml:trace>
  <inkml:trace contextRef="#ctx0" brushRef="#br0" timeOffset="-105472.35">32988 11973 54 0,'0'0'213'0,"0"0"-21"15,0-7-17-15,0 7-13 0,0 0-1 0,0 0 4 16,0 0-6-16,0 0-14 0,4 23-9 0,-3-12-15 16,-1 2-5-16,4-1-11 0,-4 10-7 0,-4-4-3 15,3 1-4-15,-1 10-7 0,2-4-10 0,0-5-2 16,0 1-13-16,-2 2 0 0,-1 3-6 0,3-2-7 0,0-11-2 16,0 9-6-16,-3-6-3 0,3-4-4 15,-5-3-2-15,5 1-1 0,0 1-4 0,0-5 1 16,0-6 27-16,0 9 8 0,0-9 22 0,0 6 1 15,0-6-6-15,0 0-1 0,0 0-4 0,11 0-9 0,-11 0-6 16,0 0-4-16,12-17-2 0,-9 12-9 0,6-5-1 16,1 0-6-16,1 3-3 0,-1 0 1 15,3 3 1-15,2-10-6 0,-5 10 0 0,7-1-8 0,-7 4-3 16,0 1-1-16,1-3-4 0,1 3-1 0,1 4-1 16,-5 0-2-16,2 1-1 0,-2 3-4 0,2-2 1 15,-1 3 3-15,-3 2-6 0,1 0-2 0,1 3 4 16,-1-5 3-16,-1 4-7 0,3-2-20 0,-9 1-8 15,6-3-17-15,-4-2-9 0,3 0-11 0,-2 1-12 16,-3 0-11-16,0-2-12 0,7-1-25 0,-7-5-25 16,8 3-32-16,-8-3-8 0,12-2-23 0,-12 2-17 15,10-9-174-15,-4 1-439 0,1 3 194 0</inkml:trace>
  <inkml:trace contextRef="#ctx0" brushRef="#br0" timeOffset="-105205.67">33493 11850 149 0,'-3'-16'239'0,"-2"1"2"0,3 4-3 15,-3 3-13-15,5-1-23 0,-3 1-18 0,0 5-19 16,3 3-21-16,-5-5-13 0,5 5-5 0,0 0-15 0,-3 16-2 16,3-4-8-16,-7 2-8 0,5 6-10 0,2-3-6 15,0 10-4-15,0 0-5 0,0 4-7 0,0-3-4 16,2 2-7-16,-2 4-5 0,7 9-2 0,-7-12-3 15,-4 0-6-15,4 1-1 0,-3-2-5 0,6-2-2 16,-6 1-7-16,1-2-23 0,-1-10-14 0,-2 1-29 16,0 1-22-16,0-2-25 0,-2-1-20 0,2-7-40 15,-1-2-16-15,3 0-34 0,-2-3-184 0,0-1-418 16,1 1 185-16</inkml:trace>
  <inkml:trace contextRef="#ctx0" brushRef="#br0" timeOffset="-105037">33440 12182 28 0,'0'-10'226'0,"0"5"4"0,2-3 0 0,-2 2-1 16,0 6-1-16,0-12-6 0,0 7-14 15,3 0-16-15,-3 5-14 0,7-5-22 0,-7 5-15 16,8-5-8-16,-8 5-18 0,12-1-7 0,-12 1-18 16,21 4-18-16,-12-2-28 0,4 5-31 0,5 0-37 0,-3 0-42 15,3-1-58-15,4-1-36 0,-7-3-57 0,-1 5-159 16,6-3-406-16,-10-1 179 0</inkml:trace>
  <inkml:trace contextRef="#ctx0" brushRef="#br0" timeOffset="-76788.15">21624 9895 43 0,'0'-4'178'0,"0"4"-7"0,0 0-11 15,2-6-11-15,-2 6-16 0,0 0-10 0,0 0-11 16,0 0 0-16,0 0-1 0,0 0 7 0,0 0 3 15,-2 21 2-15,2-9 2 0,-5-3 3 0,2 9-3 16,-2-3 3-16,-3 5-8 0,1 0-4 0,2 0-4 0,-5 2-5 16,0 2 0-16,-1 2 2 0,2 1-9 15,1-3 7-15,-7 5-6 0,5-2-2 0,-1-2 0 16,-4 5-9-16,7 0-5 0,-6 7-5 0,-1 2 0 0,2-12 14 16,5 5-25-16,1-3-7 0,-1 3 5 0,3-2-5 15,-5 2 0-15,5-5-5 0,-5 3 2 16,4-2-6-16,-3 4-8 0,4-3-3 0,2-1 4 0,-4-1-8 15,2 0-1-15,4-1-4 0,-6 1-1 0,7-10 1 16,-3 9-7-16,0-6 14 0,1 0-1 0,-1 0 1 16,-1-1-4-16,1 3-3 0,0-6 0 0,1 0-1 15,0 2-3-15,-1-6-2 0,3 2-1 0,0-5-7 16,-5 3-2-16,5-3-2 0,-3-4 6 0,3 2-10 0,0 0 4 16,-2-1 1-16,2-6-4 0,0 9-4 15,0-2 3-15,0-7 3 0,0 0-2 0,0 10-11 16,0-10 9-16,2 6 0 0,-2-6-1 0,0 0-5 0,0 0 0 15,-2 4 1-15,2-4 3 0,0 0-10 0,0 0 5 16,0 0-1-16,0 0 2 0,0 0 11 0,10 5-12 16,-10-5-2-16,3 7 0 0,4-2 1 0,-4-2-3 15,4 3 2-15,1-2-1 0,5 1-1 0,-4-1 4 16,9 3-5-16,-3-3 1 0,3 0 2 0,4 1-4 16,1 1 6-16,-2 2-4 0,9-1 2 0,-2-1 10 15,0-3-17-15,0 4 6 0,4-2-1 0,-4-1 2 16,2-1-3-16,-4 1 1 0,6 0-1 0,-1 0 5 15,-1-1-3-15,5 1 1 0,-6-4-2 0,3 3-2 16,-2-6 0-16,0 4 6 0,1 1-6 0,2 0 4 16,-1-2-7-16,4 2 4 0,-5-4 5 0,4 4-1 0,-5-1 0 15,6-1 0-15,-4 4-4 0,3 0 5 0,-6-1 3 16,3-3-7-16,3 1 1 0,-4 1 2 0,0-1-5 16,3 1 14-16,2 1-12 0,-6-1 2 0,5-1-2 15,-2 2-2-15,-2-3-2 0,2 0 5 0,0 1 2 16,0 6-5-16,-3-6 4 0,5 3 2 0,-4-1-7 15,2 2-4-15,-1-2 8 0,-1-3 2 0,2 8-7 16,-1-8 10-16,-1 1-4 0,2 1-4 0,1 0 1 16,-5-3 3-16,6 5-10 0,0-2 5 0,-4-1 5 15,4 4 4-15,-2-3-3 0,12-1-1 0,0 0 2 16,-2 2-1-16,-9 2-5 0,3-2 4 0,7-2 1 16,0-1 8-16,-13 3-11 0,4 1 0 0,1-3 6 0,-3 2-6 15,4 0 0-15,7 1 0 0,1 1 0 0,-2-2 0 16,-10 1 4-16,12 0-4 0,-12 0 0 15,3-1 3-15,-1-2-2 0,-2 4-1 0,15 1 2 0,-16-5-2 16,4-2-1-16,1 5 0 0,-8-2 3 0,8 1 0 16,-7 1-4-16,-1-2 3 0,1 2 0 0,0 0-2 15,-2-3 0-15,2 2 4 0,-2-2-2 0,-3 1 0 16,8 3-1-16,-8-4 0 0,4 2 3 0,-4-2-2 16,2 1 0-16,3 2-3 0,4-4 7 0,-2 2-3 15,1-2-1-15,-2 2 1 0,-1-1-6 0,5 2 6 16,-5-3-1-16,1 1-2 0,4-1-1 0,-4 2 7 15,1 3-2-15,4-5-5 0,1 1 7 0,-6 2-5 0,4-2 2 16,0-2-2-16,8 1-3 0,-12 1 5 0,5 2-2 16,-1 1 2-16,10-3 0 0,-12-1 10 15,3 3-10-15,1 0-2 0,6 0 3 0,-8-2-10 0,-4 4 7 16,9-8 2-16,-7 6-3 0,2 0-1 0,6-2 5 16,-6 2-2-16,-4 2-3 0,4-2 11 0,-5-3-9 15,5 6 0-15,1-5 2 0,5 4 0 0,7 1 2 16,-8-6-3-16,3 0 3 0,-6 5-11 0,-6-4 7 15,4 5-1-15,0-3 1 0,-2 0 4 0,3-3-3 16,-3 3 4-16,-1 0-6 0,4-3 5 0,0 0-9 16,7 0 5-16,-6 8 2 0,9-16-3 0,-3 12 3 15,-11-4-10-15,6 4 9 0,5-4-1 0,0 3 2 0,3-2-3 16,-13 0 2-16,5-1-2 0,2 5 2 0,3-5 2 16,-8 2-8-16,8-2 0 0,-10 0 10 15,2 4-5-15,-1-7 1 0,0 6 0 0,2-3 2 0,-6 2 2 16,8 3-1-16,5-1-1 0,-5-4-2 0,3 0 3 15,-9 0-3-15,4-4-1 0,-1 8 1 0,-2-3-2 16,2 1 4-16,-5-1 0 0,6-1 3 0,-6 0-5 16,6 1 1-16,1-1 1 0,-1 0-3 0,-1 3 1 15,-2-1 1-15,3-2 0 0,1 0-3 0,-1 0 1 16,7 2 3-16,2-1-3 0,-10-1-4 0,-1 5 2 16,3-5 3-16,-4 0 1 0,3 0-4 0,7 0 5 15,-10 1-10-15,17-1 9 0,-17 1-3 0,2-1 0 16,10 3 2-16,-12-1-14 0,0 1 14 0,3-1-1 15,-4-1 9-15,3 0-7 0,-6 4-1 0,8-5 7 16,1 2-16-16,-3-2 11 0,-1 5-1 0,-1-5-2 0,2 0-2 16,-3 2 6-16,1 4-7 0,0-6 5 0,-3 3 5 15,8-3-6-15,-7 3 4 0,1-2-6 0,-4-1-6 16,3 0 10-16,1 3-4 0,-3-6 2 0,6 3-2 16,-3 0-1-16,-3 3-2 0,6-3 5 0,3 2 5 15,-10 0-8-15,9-2 0 0,-4 1-2 0,0-1 12 16,5 0-9-16,-5 3-2 0,4-3-5 0,-3 0 5 15,9 0-5-15,-10 3 6 0,4-3-5 0,-4 0-3 16,12 1 9-16,-11 2-4 0,0-1-2 0,7-4 5 0,-10 4 2 16,4-2-1-16,2 2-1 0,-6-1-2 15,2-1 2-15,12 3-5 0,-14-6 3 0,6 3 1 16,-6 0 3-16,4 0-5 0,-5 0 2 0,1-1-4 0,-3 1 7 16,9 0 1-16,-8-2-5 0,6 0-1 0,-2 2 1 15,-5 0 10-15,7-3-14 0,-7 2-3 0,5 2 4 16,4-4 3-16,-9 3-14 0,2-1 13 0,8-2-2 15,-5 3 1-15,-2-1 2 0,6 1-2 0,-6 4-6 16,6-7 7-16,-4 3 9 0,0 0-10 0,-3 3 0 16,4-6 1-16,-4 6-2 0,2-6-5 0,-3 3 6 15,1 0 1-15,2 0 4 0,-6 3-9 0,-4-2 8 16,7-1-6-16,1 0 1 0,-8-1 0 0,-1 4-6 0,9-3 11 16,-8 4-5-16,-1-4 2 0,7 2-6 15,2 0 12-15,-7-2-7 0,-1 1 3 0,3 2-2 16,1 1 5-16,-4-4 4 0,2 0-7 0,0 2 1 0,0 0 3 15,1-1-8-15,-3 2 8 0,6-2 0 16,-7 6-4-16,4-7 2 0,-5 0 5 0,8 0-3 0,-1 1-6 16,-1 1 3-16,2-1-5 0,4-1 14 0,-4 3-15 15,3-2 1-15,-4-1 4 0,-1 0-3 0,6 2-1 16,-6-2 0-16,1 0 7 0,1 0-5 0,-5 0 5 16,4-3-3-16,4 3-2 0,-11 0 7 0,10-3-3 15,-1 3-7-15,-4 0 6 0,0 0 1 0,-3-1-1 16,-1-1-5-16,-4 2 8 0,4-1-3 0,1 1 0 15,-1-4 3-15,-1 3-4 0,0 2 1 0,-2-2 17 16,-1-1-18-16,-1 4 4 0,2-4-4 0,1 1-6 16,-4 1 4-16,-1-3 5 0,-4 3-8 0,4 0 11 15,1-3-6-15,-2 3 0 0,-5 0-6 0,5 2 3 0,7-4-6 16,-10 4-1-16,3-4 9 0,6 4-8 0,-8-2 4 16,4 0 4-16,5 0-9 0,-10 1 5 15,6-1 6-15,3 0-6 0,-10 3 0 0,5-3 4 0,2 1-3 16,-1-1 6-16,-3-1 1 0,1 1-1 0,-1 0-2 15,-12 0 5-15,18 0 0 0,-7-3-5 0,-4 3 2 16,-7 0 3-16,18-3-1 0,-10 3 3 0,2-2-8 16,-1-2 3-16,-9 4 1 0,20-4 13 0,-14 0-18 15,2 0 8-15,1 1-5 0,-3-1-4 0,4-3 2 16,-10 3 7-16,12-1-7 0,-6-1 7 0,3 1-4 16,-1-2 2-16,-1 5-3 0,1-8 7 0,0 6-3 15,-1-2 2-15,4-1 2 0,-6 0-5 0,5 2 0 0,-1-1-1 16,-1-2 0-16,-2 0-1 0,4 1 6 15,-3 1-6-15,1-3 22 0,4 3-23 0,-5 0-3 16,1-2 3-16,3 1-5 0,-6-1 8 0,5-1 3 0,-3 1 2 16,0 0-8-16,-1 2 5 0,2-6 7 0,-8 3-14 15,7 2 2-15,-5-5 1 0,4 1-2 0,1 0 4 16,-5-5 0-16,4 4-7 0,-6-1 6 0,7 3 7 16,-4-6-8-16,0 2 2 0,2 0-4 0,2-4 20 15,-2-1-21-15,3 4 2 0,-3-4-1 0,4 2 1 16,-1 1 1-16,5-7-2 0,2 1 6 0,-8 6 0 15,1-3-1-15,5 3 2 0,2-7-3 0,0-1 0 16,0 4-6-16,1-3 13 0,-4 8-8 0,3-9 4 16,-7 3-6-16,7 0 1 0,-7 2 4 0,5-4-2 15,-3 0-3-15,2-1 5 0,-2 2-2 0,0 2 7 16,-4-3 1-16,-1-4-3 0,0 1 2 0,-3 8 3 16,3-4-1-16,-2-1-4 0,-3 0-4 0,5 4-1 0,-3 1 9 15,0-8-7-15,1 7-5 0,0 1 5 0,-3-2 3 16,4 1-17-16,-1-5 22 0,-3 12-11 0,6-7 5 15,-4 0-1-15,1 4 0 0,-3 2 0 0,4-1 2 16,-1 2-5-16,2 2 6 0,-5 0-4 0,3-1 2 16,1-1-8-16,-1 1 5 0,2 2 2 0,-5 1-1 15,7-3-3-15,-7 3 6 0,3 1 0 0,0-1 1 16,-3 1-4-16,3 1 20 0,2-1-22 0,-5-1 1 16,4 2 2-16,-4 6-2 0,3-9 2 0,-3 5-2 15,0 4-2-15,2-11 5 0,3 8-4 0,-5 3 1 16,0 0 3-16,0-6-1 0,0 6 0 0,0 0-8 15,0 0 7-15,0 0 3 0,-5-9 2 0,5 9-4 16,0 0-4-16,0 0 5 0,0 0-9 0,-5-6 7 0,5 6-3 16,-12-4 19-16,12 4-21 0,-13-2-1 15,5 1-1-15,-4-3 2 0,12 4-2 0,-25-4 4 16,7 4-4-16,1 0 8 0,-2-6-3 0,-3 4-9 0,1-1 9 16,-8 3 8-16,1-1-9 0,3 1 2 0,-4-1-6 15,-6-4 10-15,5 0-4 0,0 4 0 0,-4 1-2 16,4-2 1-16,-3 2 6 0,3 0-15 0,0 0 11 15,-3 2-3-15,2-2 14 0,-4 0-21 0,5 1 7 16,-1-1 0-16,-1 3 2 0,-1-3-1 0,-3 0-4 16,6 2-3-16,0-2 10 0,0 3 0 0,2-1-12 15,2-1 8-15,-8-1 8 0,5 4-5 0,7-2 2 16,-8-2-2-16,2 6-1 0,2-6 0 0,1 0 1 0,0 1-4 16,-3-1 2-16,-3 3-1 0,1-4 1 15,-5 1 2-15,5 0 4 0,0 0-3 0,-4 0-11 16,2 0 8-16,-3 0-1 0,4-2 2 0,-15 1-3 0,1 1 1 15,9 0 0-15,-8-6 1 0,0 1 4 0,-4 3-2 16,5 0 1-16,-5-6 0 0,1 5-8 0,-1-1-5 16,-1-4 11-16,1 6-1 0,-8-3 5 0,4 3 3 15,-2-4 1-15,1 2-17 0,3-1 4 0,-3 1 2 16,-3-4 3-16,4 7-3 0,-2-5 8 0,-4 3-5 16,3-5 1-16,1 4 0 0,-4-1 0 0,0 1 0 15,3-2 0-15,-3-2-5 0,5 4-6 0,-3-2 9 16,3 6-1-16,-3-3 5 0,4-1 1 0,-1 4-6 15,4-7-8-15,-3 3 6 0,6 1 2 0,-7-3 14 16,2 0-21-16,1 3 8 0,-1 0 9 0,6 0-8 16,-6-4 3-16,5 3-9 0,3 1 9 0,-5 2-4 15,0-5-1-15,0 0 2 0,1 2-2 0,1-4 2 0,-4 6 3 16,4 1-1-16,-4-11-6 0,15 9 2 0,-11-2-2 16,-4 2 2-16,2 0 1 0,4 2 2 15,-1-7-3-15,-3 4 0 0,3 1 1 0,9-2 5 0,-10 2-2 16,4 0-5-16,-4-4 4 0,1 2-8 0,10 3 7 15,-11-5 13-15,-4 4-8 0,7 1-9 0,10 0-3 16,-11 2-3-16,7-4 6 0,-6 0 3 0,-2 1 3 16,2-1 12-16,9 3-18 0,-4-6 5 0,3 3-5 15,-7 1 7-15,-6 2-2 0,4 1 0 0,12-4-6 16,-12 1 1-16,7-1 2 0,-6 3 0 0,-3-4-3 16,9 3 3-16,-6-2 19 0,0-1-17 0,7 5 1 15,-9 0-5-15,9-3-1 0,-7 0 14 0,6 2-16 16,8-2 4-16,-9 2 4 0,3-6-6 0,2 6 2 15,-2-2-1-15,2 0 0 0,-2 6 3 0,0-9 6 16,-1 3-13-16,4 0 5 0,-2-1-3 0,1-1 5 0,-2-1-1 16,0 1 3-16,4 4-2 0,1-2-4 0,0 0 1 15,0-1 3-15,0 0-3 0,4 3-1 0,-4-2 3 16,0-1-1-16,1 2 3 0,0-3-5 0,3 0 8 16,-4 5 11-16,10 0-16 0,-9-2 5 0,-1 1-6 15,2 1 7-15,-2-4-3 0,3 3-4 0,-4 1 9 16,1-2-6-16,0 2-2 0,-1 2 5 0,-2-4-1 15,6 1-7-15,-6-2 5 0,2 2 0 0,1-1-4 16,-5 2-2-16,5-2 6 0,1-2 0 0,-6 1 10 16,3 2-18-16,-2 1 7 0,2 0 1 0,-3-2-4 0,4 0 3 15,-5-2 2-15,-9 2-5 0,13 1-4 16,-16-2 9-16,12 2-5 0,-9 1 4 0,1-2 2 16,7-3-6-16,-6 4 3 0,-2-3-1 0,1 4 5 0,-1-2 0 15,9 0-5-15,-12-2 5 0,3 1-8 16,2 3-4-16,-5-3 12 0,3 3-1 0,1-5-1 15,-1 1-6-15,2 4 8 0,6-1-9 0,-7-4 5 0,1 3 4 16,-4 2-2-16,3-4 0 0,9 3 0 0,-10 1 3 16,9-2-6-16,-9-2-4 0,-1 2 5 0,1 0-2 15,-3-1 0-15,5 2 3 0,-10 0 1 0,8-1-4 16,-6 1 8-16,6-3-14 0,-3 4 13 0,0 5-2 16,2-6 0-16,-4 1 2 0,6 0-10 0,-6-4 2 15,2 1 0-15,0 6 4 0,0 1 1 0,0-8-6 16,0 4 1-16,0 0 2 0,-2 0 3 0,4 0-2 15,0 0 4-15,1-3-9 0,-3 6 6 0,7 1 2 16,8-4 3-16,-12 1-11 0,10-1 5 0,5-1 2 0,-4-3-3 16,0 9-1-16,-2-5-3 0,1 0 7 15,4 0-4-15,-6 0 9 0,6 0-9 0,-4-1-1 0,5 1 6 16,-4 0 1-16,2 0 1 0,2-4-6 0,2 9 7 16,2-5 1-16,-6 0-3 0,9 0-5 0,2 0-2 15,-6 0 2-15,7 0 16 0,-1 0-22 0,-2 0 9 16,-5-1-1-16,-2 1 6 0,8 0-8 0,1 1 1 15,-1-1 0-15,-1-1 0 0,1 2-3 0,-1-1 4 16,2 0 4-16,-1-5 0 0,6 5 6 0,-7 0-9 16,3 0 0-16,-2 4 0 0,6-8 2 0,-6 8-10 15,2-4 5-15,4 0 1 0,-4 1-3 0,3-1-2 0,2 2 9 16,2-1 9-16,2-1-13 0,-4 1 1 16,3-1 3-16,-1 0-12 0,1 0 8 0,12 0-6 15,-21-1 8-15,9 2 5 0,1-2-5 0,1 2-3 0,-5 2 5 16,3-1-6-16,1-2 21 0,-1 2-21 0,-3-2-1 15,2 0 5-15,-5 1 2 0,1 2 3 0,1-3-11 16,-1 0 3-16,-1 2 4 0,0-1-1 0,-1-1-9 16,6 0 12-16,-3 0-8 0,-1 1 2 0,-1-1 7 15,0 0-8-15,-2 3 3 0,3-1 3 0,1-2 2 16,-3 3 8-16,5-1-11 0,-3-2 11 0,4 0-9 16,-4-2 3-16,4 4 1 0,3-1 6 0,-10 0 6 15,7-2-7-15,-2 2-1 0,7-1 5 0,-6 3-4 16,8-1-1-16,-7-2-1 0,3 3-8 0,10-3 10 15,-17-3-1-15,11 6 0 0,6-3-7 0,-15 0 3 16,8 4 0-16,-3-1 1 0,10-3-10 0,-13 3 12 0,8 1-6 16,-3-3 5-16,1 3 2 0,2 1-5 0,-5-3 0 15,7 2 2-15,3-4 0 0,-15 1-3 0,3 2 5 16,4 2-5-16,0-3 5 0,-1-1 5 0,1 6-8 16,8-7 6-16,-18 4-1 0,8-6 2 0,2 5-1 15,-5 0 2-15,3-2-4 0,-2-1-1 0,12 0 1 16,-23 2 6-16,10-2-11 0,-2 0 2 0,6 1 1 15,-4-1-4-15,3 5 4 0,-1-5-5 0,-4 0 4 16,15 0-4-16,-22 0 0 0,14 0-3 0,0 2-1 0,8-2-1 16,-15 0 7-16,15 0-9 0,-15 0 4 15,8 4-2-15,7-4-5 0,0 0-6 0,0 0-14 16,-13-4-22-16,13 4-28 0,0 0-35 0,0 0-25 0,0 0-25 16,0 0-38-16,0 0-51 0,0 0-61 0,0 0-57 15,0-8-251-15,0 8-669 0,0 0 297 0</inkml:trace>
  <inkml:trace contextRef="#ctx0" brushRef="#br0" timeOffset="85590.45">5394 4598 371 0,'0'-8'380'0,"0"8"-4"16,-5-12-12-16,0 6-21 0,5 3-11 0,0 3-19 15,-5-7-8-15,0 2-29 0,5 5-20 0,0 0-31 16,0 0-21-16,0 0-21 0,0 0-5 0,0 0-10 15,0 0-8-15,-12 18-16 0,12-9-4 0,2 1-12 16,-2-1-10-16,0 9-10 0,0-6-9 0,-2 7-11 16,2-9-6-16,5 7-6 0,-5-2-3 0,2 2-15 15,-2 0-5-15,0-2-6 0,2 0-13 0,1 7-26 16,2-6-39-16,-5-5-47 0,0 1-58 0,5 5-48 16,-3-7-60-16,-2 2-62 0,8 0-72 0,-8-4-345 15,0 6-782-15,0-6 347 0</inkml:trace>
  <inkml:trace contextRef="#ctx0" brushRef="#br0" timeOffset="86157.13">5319 5668 234 0,'-3'5'343'0,"3"-5"-16"0,0 0-14 0,0 0-18 15,0 0-20-15,0 0-16 0,0 0-19 0,0 0-21 16,0 0-15-16,25-2-12 0,-25 2-8 0,15-4-28 15,-4 0-7-15,1 0-17 0,3 3-9 0,-5-1-6 16,1 0-23-16,3 2-8 0,-1 0-5 0,-5 2 8 16,0 0-27-16,-1 3-2 0,3 0-6 0,-5 3-3 15,2-2-1-15,-4 6-1 0,-3 0 8 0,0 0 1 0,-3 0-8 16,-4 5 12-16,2-3 0 0,-3 1 2 0,-1 0-4 16,-4 0 0-16,10-3-7 0,-9 0-6 15,6 0 1-15,4-4-10 0,0 2 3 0,-4-5-5 16,6 2 0-16,-4 0-4 0,1-2-4 0,3-5 4 0,0 0-10 15,15 3-1-15,-2-4-21 0,4-6-45 0,16-1-51 16,-2 1-58-16,-3-1-62 0,4-3-82 16,-1 3-75-16,4-3-322 0,-5 3-750 0,1 4 331 0</inkml:trace>
  <inkml:trace contextRef="#ctx0" brushRef="#br0" timeOffset="86990.32">5437 7402 73 0,'0'-9'281'0,"-2"3"-18"0,-3 2-20 16,5 4-6-16,5-12-14 0,-3 6-10 0,-2 6-20 15,6-10-16-15,-6 1-18 0,7 2-15 0,1 3-16 16,-1 0-6-16,3-3-19 0,-5 3-7 0,5 0-8 15,1 0-10-15,3 3-4 0,-4-2-9 0,3 0-6 0,-5 2-12 16,5-2 1-16,-1-1-8 0,1 8-7 16,-1-1-1-16,-2-3-2 0,-4 4-4 0,4-3-1 15,-10-1-7-15,13 7-1 0,-11 1 2 0,3-1-7 0,-5 0 2 16,2 1-3-16,-2-3 2 0,3 6 6 0,-3-7 7 16,0 8 2-16,-3-4-1 0,-1 1-1 15,1 1-1-15,6 2-4 0,-6-4-5 0,6 1 10 0,-1 3 1 16,-2-6 1-16,2 5-4 0,4-3 2 0,-4 0 2 15,1 1-6-15,4 1 6 0,-2-5-8 0,2 1 4 16,2 2-3-16,0-1-5 0,1-1 6 0,-4 0 8 16,3 2-14-16,-1-3-1 0,2 2-7 0,0-2 2 15,-5 2-1-15,-2 0 3 0,4-4 1 0,-7 6 4 16,3-5 6-16,0 7-6 0,-9-5 3 0,-1 3-4 16,-1 0 2-16,-6-2 2 0,0 5-4 0,-8-3 1 15,-1 4 0-15,-2-1-3 0,-3-3-13 0,0-3-31 16,8-4-38-16,-12 6-43 0,3-4-41 0,9-1-79 0,2-7-71 15,-4 1-252-15,1-2-599 0,6-2 266 16</inkml:trace>
  <inkml:trace contextRef="#ctx0" brushRef="#br0" timeOffset="87573.61">6178 3564 10 0,'0'0'308'0,"0"-7"-27"16,0 7-27-16,0 0-30 0,0 0-13 0,0 0-2 15,0 0-7-15,0 0-11 0,0 0-18 0,7 27-6 16,-5-15-20-16,4 3-12 0,-4 0-15 0,3 2-4 16,-3 3-17-16,6 2-12 0,-3-2-6 0,3-2-10 15,-1 8-15-15,-1-7-29 0,1 1-38 0,1-3-45 0,-1 3-58 16,1 2-70-16,0-6-81 0,-1 0-159 0,3-1-458 16,1 0 203-16</inkml:trace>
  <inkml:trace contextRef="#ctx0" brushRef="#br0" timeOffset="88040.15">7210 3523 273 0,'-7'-5'307'0,"7"5"-25"0,0 0-15 15,0 0-25-15,0 0-14 0,0 0-20 0,0 0-3 16,0 0-10-16,0 0-16 0,0 0-11 0,28 5-14 16,-20 0-19-16,1-2-3 0,2 0-14 15,-1 0-7-15,-2 1-4 0,1 0-23 0,2 4-8 0,-1-4-9 16,-3 4-8-16,1 3 3 0,-5-3-14 0,2 0-4 16,4 4-1-16,-8-1-5 0,3 0-5 0,-4 2 0 15,3 2-7-15,-1 0-3 0,-2-6-1 0,-2 1-1 16,2 1-2-16,0-1-4 0,-3-2 1 0,3-1 0 15,3 3 2-15,-3-5-1 0,2 0 13 0,4 0-17 16,1-4 11-16,3 3-24 0,6-7-24 0,6 3-50 16,-1-1-56-16,9 0-68 0,8-7-71 0,-5 3-74 15,-1 1-177-15,17-5-564 0,-2 0 250 0</inkml:trace>
  <inkml:trace contextRef="#ctx0" brushRef="#br0" timeOffset="88607.94">8327 3453 254 0,'0'0'265'0,"-7"-6"-22"0,7 6-21 0,0 0-21 16,2-9-20-16,-2 9-22 0,15-8-11 0,-2 1-19 15,-5 2-8-15,2 1-17 0,10 0-3 0,-5-3-15 16,5 6-8-16,-5-5 1 0,1 6-6 0,-3-2-10 16,1 2-5-16,-4 0-6 0,5 0-8 0,-6 2-4 15,-9-2-7-15,20 6-4 0,-11-2-2 0,-3 1-4 16,1-2-1-16,-4 3-4 0,-3-6 1 0,5 12-3 16,-5-6-1-16,-2 1 2 0,2 3 2 0,-3-1 3 0,0-4 7 15,3 3 2-15,0-1 0 0,-5 4 0 0,3-5 4 16,2 0 8-16,2 1-1 0,3 1 10 0,-5-2 7 15,3 1-1-15,2-1 10 0,2-1 4 16,1 2 0-16,-1-2-3 0,8 2-1 0,-7 5-2 0,7-5 6 16,3-2-9-16,-8 3 9 0,3-1-19 0,-3-2-3 15,2-2-4-15,-2 3-9 0,-2-1 2 0,0 2-12 16,-1-3-2-16,-1 4-5 0,-4-7 2 0,5 9-2 16,-7-3-3-16,-7 5-6 0,-1-2-2 0,-2 5-41 15,-7-3-44-15,-9 6-58 0,1 2-72 0,-16 4-70 16,2 0-332-16,-4 5-659 0,-6-2 292 0</inkml:trace>
  <inkml:trace contextRef="#ctx0" brushRef="#br0" timeOffset="90090.23">6466 5365 42 0,'-5'-4'200'0,"4"-4"-3"0,-4 1-2 0,1 4-7 15,-2-5-1-15,3 3-6 0,-1-2-9 0,-2 2-8 16,6 5-7-16,-9-10-8 0,3 6-6 0,-1 1-14 16,5-2-11-16,-8 1-9 0,10 4-7 0,-11-5-10 15,4 1-10-15,7 4-8 0,-16-2-5 0,6 4-6 16,-2-1-7-16,2 4-7 0,-1-2-7 0,1 6-4 16,-10 0-3-16,3-1-4 0,1 4-3 0,-4 0 3 15,-2 4-9-15,6 5 0 0,-2-4-2 0,-5 1 0 16,6 1 6-16,-3 2-5 0,4-2 1 0,1 1-1 15,-2 1 1-15,2 0 0 0,4 0-2 0,-4-3 3 16,3-2 2-16,2 3-1 0,4 0 0 0,-6 2-1 16,2-3 2-16,5-2 0 0,2 4 5 0,1-2-6 15,-3-2-1-15,4 3 1 0,1 0-1 0,-2 1 2 16,4-1-2-16,-1-1-1 0,4 0-1 0,0 1 5 0,-2-1-8 16,6 1 6-16,-3-2-5 0,6 2-2 15,-2-1-2-15,-2-2 3 0,10 5 0 0,-8-3-2 16,5 3-2-16,2 1 0 0,-7-5 1 0,1-2-4 15,2 0 7-15,9 4 3 0,-7-4-4 0,0 1 0 0,6-3 0 16,-1 1 3-16,0-4 8 0,0 3-7 0,5-4 2 16,-7-3 10-16,12 2-10 0,-6 0 3 15,5-3 4-15,-8-3 4 0,2-1-5 0,5 3 2 0,2-9 0 16,-2 2-6-16,2-5 1 0,0 1 0 0,0-4-7 16,-5 2-2-16,3-6 17 0,0-2-17 0,3 3 0 15,4-10 3-15,-5 6 3 0,-7-2 6 0,-1 1 14 16,7-9 11-16,-2 6 4 0,-4-2 4 0,-1-3 0 15,-8 0 9-15,3 0-2 0,-9-1 1 0,4-3-2 16,-1-1-2-16,-11 2-5 0,0-3-2 0,-8-7-2 16,2-3-1-16,-4 9-12 0,-12-6 2 0,1 3-3 15,-8 1-8-15,-2 5-4 0,-5-2-4 0,-1 4-5 16,-1 7-5-16,10 4-15 0,-10-3-22 0,-7 6-27 16,2 3-48-16,12 4-50 0,-4 1-58 0,-1 9-56 0,6 3-89 15,0-3-99-15,-2 8-254 0,8 5-758 16,-1-3 336-16</inkml:trace>
  <inkml:trace contextRef="#ctx0" brushRef="#br0" timeOffset="95939.77">1926 10350 247 0,'0'0'327'0,"-3"-6"-12"0,3 6-17 0,0 0-12 16,-5-6-7-16,5 6-13 0,0 0-11 0,-7-5-19 16,7 5-14-16,0 0-17 0,-1-4-16 0,1 4-18 15,0 0-10-15,0 0-22 0,0 0-13 0,15-8-14 16,-15 8-9-16,15-1-8 0,-9 1-18 0,9 0-5 15,-2 3-8-15,-3-2-9 0,5 3 0 0,5 0-10 16,-3 0-2-16,-4 4-4 0,7-2-2 0,-5 2-7 16,1-3-5-16,-3 3-2 0,2-1 0 0,-3 1-3 15,-1-2-4-15,-1 1-1 0,-1-1-2 0,-3 2-1 16,-1 0-9-16,2-1 0 0,-4 2 5 0,2-2-2 16,-5 4-2-16,-5 0-1 0,3-4-6 0,-4 7 7 15,4-7 7-15,-9 5-12 0,2-3 6 0,1 3-3 16,0-3 7-16,-1-1-4 0,5 2 14 0,-5-3-18 0,3 1 3 15,2-4-7-15,-1 3 4 0,0 0 2 0,4-4-1 16,-1 3-2-16,2-6-7 0,8 7 5 0,2-5-2 16,8 1-17-16,4-3-9 0,8-1-51 15,1-1-38-15,-1-3-35 0,6 3-46 0,-1-3-39 0,10-4-47 16,-14 3-40-16,2 0-227 0,-3 2-597 0,0-1 264 16</inkml:trace>
  <inkml:trace contextRef="#ctx0" brushRef="#br0" timeOffset="96174.03">2712 10564 74 0,'0'0'215'0,"0"7"-10"0,0-7-12 0,5 5-5 15,-5-5-14-15,0 12-15 0,-5-7-10 0,10 1-16 16,-10 2-10-16,4 0-9 0,-4 2-11 0,3-1-13 15,1 2-6-15,-11 6-8 0,5-2-9 0,1 0-4 16,-6 0-6-16,-1 5-4 0,0-7-6 0,4 2-18 0,-4-1-32 16,7-2-37-16,4-7-42 0,-5 5-41 0,6-3-38 15,-3-1-171-15,4-6-359 0,0 0 160 16</inkml:trace>
  <inkml:trace contextRef="#ctx0" brushRef="#br0" timeOffset="96424.07">2860 10297 268 0,'0'0'279'0,"0"0"-21"0,0 0-27 0,0 0-14 15,0 0-6-15,0 0-11 0,0 0-12 0,0 0-17 16,0 0-18-16,15 14-5 0,-14-8-14 0,4 1-13 15,-3 0-11-15,5 2-9 0,-1 1-11 0,1 0-8 16,-2 2-13-16,3 2-3 0,-1 1-7 0,-2-2-9 16,3 2-25-16,-3-3-31 0,-3 2-39 0,7 2-44 15,-4-5-49-15,0-5-51 0,2 4-63 0,-2-1-167 16,-2-1-454-16,6-5 202 0</inkml:trace>
  <inkml:trace contextRef="#ctx0" brushRef="#br0" timeOffset="96706.36">3103 10155 124 0,'5'-3'292'15,"-5"3"-16"-15,8-2-13 0,-8 2-14 0,14 0-10 0,-14 0-18 16,16 2-18-16,-1 1-16 0,-7 1-16 0,7-1-9 15,0 5-29-15,3-1-13 0,-1 1-10 0,-2 1-7 16,0-2-14-16,0 7-5 0,-1-2 0 0,1 3-16 16,0 1-12-16,0 1 1 0,0 5-6 0,-7-2-5 15,1-1-14-15,-4 1-6 0,-5 1-32 0,0 3-24 16,-2 0-25-16,-5-5-25 0,-6 5-27 0,-4-1-29 16,-1 1-36-16,2-3-39 0,-2-3-46 0,-7 0-142 15,2 0-432-15,-1-1 191 0</inkml:trace>
  <inkml:trace contextRef="#ctx0" brushRef="#br0" timeOffset="97340.02">1956 10104 90 0,'0'-4'310'0,"-10"-3"-25"15,4 6-22-15,-3-2-25 0,9 3-25 0,-15 0-16 16,5 0-22-16,-1 3-12 0,4 3-14 0,-6 4-3 0,1 2-6 15,1 6-5-15,3 3-8 0,-9 6-15 16,-3 8-2-16,12 6-12 0,0-1-6 0,1 2-13 16,2 1-6-16,0 4-5 0,2-2-7 0,3-5-7 15,0 5-2-15,3-2-2 0,2-3-6 0,2-1-8 0,4-9-15 16,4 9-22-16,0-9-20 0,6 8-30 0,6-6-38 16,-2-12-52-16,0 2-65 0,18-2-73 15,-12-8-187-15,17 4-505 0,0-8 225 0</inkml:trace>
  <inkml:trace contextRef="#ctx0" brushRef="#br0" timeOffset="98656.23">3917 10446 56 0,'0'0'212'0,"0"0"-4"15,0 0-6-15,0 0-6 0,0 0-7 0,12 9-8 16,-7-4-8-16,-5-5-5 0,8 7-13 0,-1-3-8 0,-1 1-11 16,3 1-13-16,-3-1-7 0,4-2-15 15,-6 2-11-15,7 3-4 0,-6-2-12 0,-3 0-2 16,4-2-14-16,1 7-2 0,0-4-9 0,-6 1-5 0,4 4-4 15,-10 0-1-15,5-1-12 0,-1 0-20 0,-13 3-30 16,8-1-33-16,-1 1-53 0,-8 1-33 0,0-3-40 16,5 2-229-16,-3-6-445 0,0 6 198 0</inkml:trace>
  <inkml:trace contextRef="#ctx0" brushRef="#br0" timeOffset="102673.69">4728 10000 175 0,'0'-7'239'0,"0"7"-21"0,-5-9-26 15,5 9-17-15,0 0-20 0,0 0-17 0,0 0-2 16,0 0-3-16,0 0-8 0,-4 26-2 0,4-13 0 16,3 2 0-16,-6 3-7 0,3 3 0 0,0-5-13 15,-4 14-3-15,4-1-11 0,0 0-12 0,4 3-6 16,-4-5-4-16,3 3-7 0,-3 11-3 0,6-12-6 15,-4-1-4-15,3 2-10 0,-3-3 1 0,4 1-5 16,3 2-2-16,-3-10-5 0,4 6-3 0,2-10-9 16,-4 0-16-16,14 3-27 0,-8-6-35 0,1-1-41 15,0-2-44-15,7-2-44 0,-2-5-63 0,-9-2-147 16,7 2-435-16,1-1 193 0</inkml:trace>
  <inkml:trace contextRef="#ctx0" brushRef="#br0" timeOffset="103172.53">5046 10154 154 0,'0'0'237'0,"2"-8"-11"16,-2 8-15-16,5-11-17 0,-2 4-13 0,2 2-16 15,2-2-11-15,1-1-17 0,-1 0-9 0,8 0-11 16,-1 0-10-16,1 4-12 0,-3-3-8 0,4 0-7 16,-7 3-9-16,6 3-8 0,-4-4-7 0,1 2-4 15,-1 0-8-15,-2 3-2 0,-9 0-5 0,16 0-9 16,-7 3 0-16,-9-3-1 0,11 4-4 0,-8 1-3 16,2 2-1-16,-5-3-3 0,2 6-3 0,-2-2 2 15,0-1-4-15,-2 3 0 0,2-2-3 0,-5 1 4 16,2 0-5-16,1 2 3 0,-1-2-5 0,1-2 1 15,2 2-2-15,-1-2-2 0,1 2 3 0,0-2-1 16,1 1 3-16,1 3 3 0,3-8-5 0,3 3 4 16,-3 0 0-16,5 3 1 0,-5-2-4 0,4-2 1 15,0 1-1-15,-2 2 1 0,1-3 0 0,2-3 0 16,-1 4-2-16,-1-3 0 0,2 6-1 0,-4-3-2 0,-1-2 1 16,2 1-1-16,-2 2 1 0,0-3-3 15,0 4 3-15,0-1-2 0,-5 1-1 0,5 0 2 16,-5-1-1-16,-5 1 1 0,-3 1-1 0,6 1 2 0,-11 2-1 15,4 0-3-15,-6 3 3 0,2-3-1 0,-2 3 1 16,4-3-2-16,-2 0-9 0,-1 3-24 16,-1-3-25-16,2 2-29 0,2-5-40 0,4 2-43 0,0-4-43 15,2 1-179-15,2-7-423 0,3-1 187 0</inkml:trace>
  <inkml:trace contextRef="#ctx0" brushRef="#br0" timeOffset="103372.46">5644 10455 151 0,'0'0'202'0,"-7"11"-7"16,2-4-17-16,0 2-18 0,0-1-15 0,2 0-11 16,-10 4-13-16,4 3-12 0,1-3-10 0,2-4-13 15,-1 4-2-15,2-1-14 0,-3-1-13 0,4 0-35 16,-1-2-36-16,2-1-43 0,-2-2-34 0,5-5-43 15,0 9-120-15,0-6-273 0,0-3 122 0</inkml:trace>
  <inkml:trace contextRef="#ctx0" brushRef="#br0" timeOffset="103855.77">5731 10110 202 0,'0'0'253'0,"0"-9"-15"0,0 9-12 15,7-3-12-15,-7 3-16 0,7-7-17 0,1 5-7 16,-1-3-19-16,1 2-14 0,-1-1-9 0,1 1-14 16,0 0-13-16,5 1-8 0,-4-1-9 0,-9 3-9 15,14-2-8-15,-7 2-8 0,-7 0-5 0,15 0-8 16,-15 0-4-16,12 1-6 0,-6 0-5 0,-6-1-4 15,8 5-7-15,-6-2 1 0,-2-3-3 0,7 7-2 16,-7 0-2-16,0-7-2 0,1 10-3 0,1-2 2 0,-2-1-5 16,-2 0 5-16,2 0-6 0,0 0-3 15,-1 4 3-15,2-4-5 0,-2 0 1 0,1-1 0 16,0 2-1-16,0 0 2 0,3-3-3 0,-3 3 0 0,5-1 1 16,-5 4 5-16,7-8-3 0,-4 5-3 0,4 2 5 15,-4-4-4-15,5-2 6 0,-1 4-1 0,1 3-2 16,2-6 0-16,-2 2-1 0,2-6 0 0,0 6 1 15,-2 0 1-15,-1 0-3 0,1-1 5 0,1-2-8 16,-6 1-2-16,0 1 3 0,2 0-1 0,0 2 2 16,-5-3 0-16,0 0 4 0,0-5 5 0,-3 12 1 15,-4-6 4-15,4-2 0 0,-9 4-4 0,4-2 2 16,-5 0-1-16,-2 1-2 0,0-2-3 0,0 2 2 16,-1 1-3-16,-1-5-1 0,2 3-14 0,2-3-23 15,-2 1-28-15,2-2-39 0,6-1-57 0,0 3-50 16,7-4-74-16,0 0-173 0,-14-5-487 0,14 5 215 15</inkml:trace>
  <inkml:trace contextRef="#ctx0" brushRef="#br0" timeOffset="104155.9">5995 9887 171 0,'0'0'324'16,"13"-2"-11"-16,-13 2-18 0,10-5-19 0,-10 5-10 15,20 7-21-15,-10-3-10 0,5-1-13 0,-4 3-11 16,6 1-27-16,-2 4-12 0,1-4-11 0,12 7-19 16,-13-1-11-16,2 1-13 0,8 1-9 0,-9 7-15 15,7 1-10-15,-8 0 17 0,2 1-30 0,-4 3-11 16,0 1-9-16,-5 2-1 0,-1 11-7 0,-5 0-14 15,-4 1-16-15,-3 5-30 0,-7-5-45 0,-2 0-43 16,-11 5-39-16,0-4-42 0,-5-1-42 0,4 3-48 16,-12-1-250-16,0-4-570 0,-14 16 253 0</inkml:trace>
  <inkml:trace contextRef="#ctx0" brushRef="#br0" timeOffset="105339.02">2246 11915 45 0,'-5'-8'335'0,"0"5"-10"0,5 3-22 15,0 0-18-15,0 0-21 0,-2-6-22 0,2 6-20 16,0 0-19-16,0 0-20 0,0 0-17 0,0 0-8 0,0 0-12 16,17-5-22-16,-17 5-3 0,20 3-8 15,-9-1-17-15,1 0-15 0,3 3 5 0,-2-2-17 16,0 2-6-16,-3-2-1 0,3 6-10 0,2-3 4 0,-7 2-17 16,4-1-6-16,0 5 1 0,-7-1 8 0,1-1-15 15,-1-1-4-15,-3 4-1 0,-4 1-3 0,-3 1 10 16,-1 2-6-16,4-1 4 0,-8-2 2 0,2 1 5 15,-1-2 2-15,6 0-2 0,-2 0 3 0,-1-4-14 16,-1-1 9-16,4 0-8 0,-2-4-5 0,5 4 10 16,0-8 0-16,0 7 7 0,0-7-2 0,13 7 16 15,-5-6-21-15,12-4 1 0,-3 2-6 0,12-7-15 16,1 2-10-16,3-1-43 0,-5-4-37 0,9 2-26 16,-12 0-37-16,1-3-40 0,2 4-56 0,4-2-55 15,-19 3-299-15,8-1-643 0,-6 3 285 0</inkml:trace>
  <inkml:trace contextRef="#ctx0" brushRef="#br0" timeOffset="105589.16">2764 11919 61 0,'0'0'287'0,"0"0"-14"0,1-8-16 15,-1 8-12-15,0 0-15 0,0 0-12 0,0 0-7 16,0 0-8-16,14 0-15 0,-6-3-10 0,-8 3-22 16,20-3-17-16,-4-1-11 0,1 1-11 0,3-2-9 15,1 3-13-15,1-5-13 0,3 0-10 0,-1 3-11 16,-2-3-40-16,-4 6-37 0,5-2-39 0,-9-2-48 16,1 2-55-16,-1 1-56 0,-2 0-250 0,-9-1-503 15,-3 3 222-15</inkml:trace>
  <inkml:trace contextRef="#ctx0" brushRef="#br0" timeOffset="105872.31">3254 11638 56 0,'0'0'320'0,"0"0"-21"15,3-5-20-15,-3 5-23 0,0 0-22 0,0 0-20 16,0 0-22-16,0 0-17 0,0 0-10 0,17 15-13 16,-17-10-11-16,3 3-16 0,8 2 0 0,-11 4-15 15,10 3-3-15,-3-1-19 0,3 2-6 0,-2 6-8 16,-1-1-5-16,3 5-7 0,-4-1-6 0,8 0-5 16,-1 0-6-16,-3 1-6 0,3 10-1 0,-5-10-6 15,7 1-14-15,-3-1-21 0,3 3-25 0,-5-3-34 16,3-6-40-16,-5 7-55 0,2-11-63 0,2-2-76 15,-6 3-160-15,3-4-494 0,-3 0 218 0</inkml:trace>
  <inkml:trace contextRef="#ctx0" brushRef="#br0" timeOffset="106422.48">3659 11448 145 0,'-3'-8'369'15,"3"3"-11"-15,0 5-17 0,-2-11-48 0,2 7-25 0,0 4-35 16,0 0-24-16,0 0-14 0,9 19-24 0,-3-6-10 16,1 4 2-16,3 10-15 0,3 1 1 15,2 11-8-15,-2 2-11 0,2 1-17 0,0 4-4 16,0-2-15-16,-7 1-7 0,9 3-8 0,1-4-12 0,-5 2-3 15,2-3-5-15,1 7-13 0,1-11 2 0,-2 12 0 16,0-13-6-16,0 2-2 0,0 1-36 0,4-6-34 16,-10-4-33-16,-8-6-40 0,4-6-41 0,-3 3-54 15,-2-6-68-15,0-5-79 0,0 1-193 0,-2-1-583 16,1-2 259-16</inkml:trace>
  <inkml:trace contextRef="#ctx0" brushRef="#br0" timeOffset="108339.82">3073 11715 199 0,'0'0'229'0,"-1"-6"-2"0,1 6 1 0,0 0-2 15,0 0-9-15,0 0-5 0,-2-9-3 0,2 9-9 16,-5-6-8-16,5 6-9 0,0 0-17 0,0-9-10 16,0 9-10-16,5-6-17 0,-5 6-9 0,3-8-18 15,-3 8-5-15,7-7-10 0,-7 1-11 0,0 6-4 16,13-9-10-16,-6 6-5 0,1-3-10 0,-1 0-1 15,3 5-6-15,-4-3-6 0,7 1-1 0,-1 1 1 16,1 0-9-16,6-3-5 0,-10 5 5 0,5-3-6 16,-1 2-1-16,3 0-6 0,-6-1 4 0,2 2-1 15,0 0-4-15,-12 0-3 0,19 2 1 0,-10-1-3 16,-9-1-7-16,15 1-1 0,-9 4 1 0,1 0 0 16,-1 0-2-16,-2-1 4 0,1 4-2 0,-4-1-3 15,6 1 7-15,-7 0-4 0,0-1 1 0,0 2-3 0,-7 2 3 16,6-3 13-16,1 0-11 0,-5 3-8 0,3-2 2 15,-4 0 4-15,-1 1 1 0,0-2-2 16,4 1 2-16,-4 0-4 0,1-5-1 0,-1 4 3 16,0-1 0-16,3 2 2 0,-1-2 0 0,0-3 4 0,0 0-4 15,0 1-2-15,5-5 1 0,-7 9 2 0,7-4-5 16,0-5 9-16,0 0-7 0,-10 3 3 0,10-3 0 16,0 0-2-16,-5 2-4 0,5-2 12 0,0 0-12 15,0 0 3-15,0 0-4 0,0 0 13 0,17 3-13 16,-17-3 4-16,15-3-3 0,-1 3 12 0,-14 0-11 15,17-1-8-15,-5 2 11 0,-4-1-7 0,5 3 4 16,2-1-1-16,-7 0 3 0,6-1 0 0,-6 4-3 16,5 0-3-16,-5 0 4 0,6-1-3 0,-1 7 7 15,-5-4-3-15,4 1-2 0,-1 0 3 0,-2-1-3 16,-3 2 4-16,2 2-3 0,-1-3 1 0,0 3 1 16,-4-3-1-16,2 4-3 0,2-5 8 0,-4 6-7 15,2-3 2-15,-3 3 2 0,1-6-3 0,-3 7 4 16,0-5-2-16,0-1-10 0,0 4 8 0,-5-2-2 0,0-2 8 15,2 1-4-15,-4 2 7 0,0-2-4 16,-1 3 1-16,-2-4-2 0,-3 2 6 0,0-2 0 16,-2 1 1-16,0-2-2 0,0 0-1 0,0-2 2 0,2 3 0 15,-4-1-4-15,4 0-1 0,-4-2-1 0,-1 2 0 16,5-3-1-16,1-1-7 0,-7-2-22 0,7 4-29 16,-1-5-35-16,4 2-40 0,9-2-52 0,-21-7-65 15,13 6-288-15,-1-3-582 0,3-3 258 0</inkml:trace>
  <inkml:trace contextRef="#ctx0" brushRef="#br0" timeOffset="108956.16">2004 11694 108 0,'0'-11'327'0,"0"-1"-16"0,2 2-2 16,-2 1-19-16,0 3 3 0,0 0-32 0,5 0-20 0,-5 6-19 16,0-8-13-16,0 8-41 0,0 0-7 15,0 0-26-15,0 0-15 0,0 0-9 0,16 26-14 16,-7-10-5-16,-3 11-13 0,6 5-3 0,-2 10-12 15,5 1-5-15,-1 2 0 0,0 5-12 0,2-2 4 0,-3 6-5 16,4 0-2-16,5 1-10 0,-6-1-5 0,2-4-3 16,-3 4 1-16,2-6 0 0,-1 0-4 0,4-6-2 15,-3-2-8-15,3 1-1 0,-9-9-15 0,6-4-30 16,-2-4-24-16,1 0-38 0,-3-3-43 0,2-5-60 16,0-5-70-16,0-2-299 0,-2-2-614 0,2-2 272 15</inkml:trace>
  <inkml:trace contextRef="#ctx0" brushRef="#br0" timeOffset="109606.12">4293 11838 36 0,'0'0'301'0,"0"0"-16"0,0 0-9 16,18-9-16-16,-4 6-13 0,0-3-14 0,1 1-16 16,2 1-17-16,4-4-17 0,1 3-15 0,6-5-19 15,-1 3-14-15,-8 1-11 0,3 4-10 0,-2-5-16 0,3 5-12 16,-1-2-5-16,-6 0-10 0,-1-3-21 0,-5 6-28 16,1-1-26-16,-2 2-29 0,-9 0-33 15,13 0-31-15,-13 0-29 0,0 0-34 0,0 0-24 16,0 0-31-16,0 0-24 0,0 0-130 0,-30 8-400 0,20-6 177 15</inkml:trace>
  <inkml:trace contextRef="#ctx0" brushRef="#br0" timeOffset="109806.11">4399 11641 129 0,'0'0'233'0,"-2"-7"1"0,2 7-9 0,0-5-16 0,0 5-14 15,0 0-18-15,0 0-19 0,0 0-11 0,0 0-7 16,0 0-11-16,0 0-10 0,0 0-10 0,17 19-4 15,-10-7-13-15,-1 1-8 0,7 9-7 0,-6-5-8 16,-4-2-5-16,4 4-3 0,6 8-10 0,-4-4-3 16,5 1-5-16,-7-6-9 0,6 9-16 0,1-1-27 15,-5-4-47-15,6 4-43 0,-1-6-28 0,-3-6-43 16,4-1-79-16,-3 2-125 0,3-1-404 0,-1-6 179 16</inkml:trace>
  <inkml:trace contextRef="#ctx0" brushRef="#br0" timeOffset="110188.91">5021 11345 154 0,'4'-7'341'15,"-4"-1"-2"-15,0 1-11 0,3 2-17 0,-3-2-10 16,0 7-30-16,3-7-27 0,-3 7-33 0,0-4-21 16,0 4-14-16,0 0-16 0,15 16-15 0,-13-4-5 15,11 3-24-15,-5 8-10 0,6 2-10 0,-1 5-6 16,2 9-4-16,-5 3-14 0,8 0-9 0,-3-3 0 15,0 3-12-15,-5 0-2 0,10 0-6 0,-6 3 1 16,1-3 0-16,2-3-9 0,4-1-2 0,-11 0 3 0,5-9 1 16,-3 0-10-16,-1-1-3 0,1 5-21 15,0-8-24-15,-3-1-31 0,0-6-31 0,-3-1-34 16,-4 0-51-16,3-7-50 0,-3-3-44 0,1 3-63 0,-3-9-206 16,0-1-574-16,5 6 253 0</inkml:trace>
  <inkml:trace contextRef="#ctx0" brushRef="#br0" timeOffset="110489.8">5458 11463 332 0,'0'0'357'15,"0"-9"-13"-15,0 9-23 0,-6-3-29 0,6 3-35 16,0 0-23-16,0 0-27 0,0 0-18 0,0 0-4 16,0 0-23-16,11 27-10 0,-9-18-9 0,5 10-13 0,-1 1-14 15,6 4-7-15,-7 1-12 0,3-1-8 16,4 3-10-16,-4-1-12 0,7 1 1 0,-9-4-11 16,1-3-8-16,-2 3-7 0,2-8-15 0,1 1-30 15,-1-1-35-15,-1 2-34 0,-3-5-31 0,1-2-42 0,2-1-55 16,-1-2-50-16,0-1-68 0,0-4-178 0,2 1-538 15,0 2 238-15</inkml:trace>
  <inkml:trace contextRef="#ctx0" brushRef="#br0" timeOffset="110690.91">5760 11631 290 0,'0'0'332'16,"0"0"-16"-16,3-6-2 0,-3 6-11 0,0 0-4 15,0 0-11-15,0 0-12 0,0 0-18 0,0 0-24 16,7-8-18-16,-2 5-24 0,-5 3-19 0,14-4-12 16,-5 1-25-16,6 0-12 0,-9-2-11 0,2 4-21 15,6-2-28-15,1-2-58 0,4 1-48 0,-2 1-54 16,0-1-59-16,1 0-65 0,0-1-70 0,-3 2-274 16,3-2-611-16,0 2 270 0</inkml:trace>
  <inkml:trace contextRef="#ctx0" brushRef="#br0" timeOffset="111173.01">6120 11359 149 0,'0'0'278'0,"0"0"-15"0,7-13-9 15,0 10-13-15,-6-3-16 0,8 4-18 0,-3-3-16 16,3 3-17-16,2-6-21 0,-3 6-11 0,1-3-18 16,-1 2-11-16,5 1-6 0,-5 1-14 0,-8 1-13 15,17-4-7-15,-4 4-5 0,-13 0-8 0,15 4-9 16,-10-3-5-16,2 2-2 0,-2-1-5 0,-5-2-4 16,6 7-2-16,-1 3-2 0,-3-5-5 0,1 0-4 15,-3 2-2-15,2 3-4 0,-2-5 0 0,-2 5-3 16,2-1-2-16,-3-1-2 0,1 2 2 0,1-3-5 15,-4 3 2-15,5-5-2 0,-2 2 2 0,2 1 3 16,0-2-5-16,-3 3-4 0,3-2 1 0,0-2 4 16,3 6 1-16,0-7 2 0,2 0 5 0,0 3-2 15,0 0 0-15,2-1 3 0,-1-2-3 0,3 3-3 0,-1-3 5 16,-1 3-2-16,1 0-2 0,2-3-2 0,-2 5 0 16,0-5-2-16,1 1-1 0,-1 4-3 15,0-4 2-15,-3 3 1 0,3-3-6 0,-8 2 6 16,7 3-3-16,-7-1 1 0,0-2 3 0,0 2-1 0,-5 0-1 15,3-2 1-15,-4 4-1 0,2-2 0 0,-4 1-4 16,-5 1 4-16,1 1-4 0,-3-1 1 16,4-1-4-16,-2-1-11 0,-2 3-28 0,0 0-31 0,0-8-40 15,0 4-47-15,0 1-44 0,2-3-59 0,6-3-214 16,-3-3-513-16,4 5 227 0</inkml:trace>
  <inkml:trace contextRef="#ctx0" brushRef="#br0" timeOffset="111455.71">6557 11079 316 0,'0'0'314'0,"0"0"-11"0,0 0-12 16,12 24-9-16,-4-9-16 0,-1 0-12 0,-7 5-19 15,8-1-6-15,5 9-25 0,1 2-1 0,-1 9-3 0,-2 8-27 16,3-1-17-16,-1 4-15 0,-1 1-14 0,1 3-7 16,-5 6-17-16,0 12-4 0,-3-14-20 0,-5 1-10 15,2-2-34-15,-4-2-48 0,1-2-38 0,-3 1-37 16,-1-6-44-16,0-2-56 0,-1-5-62 0,-4-10-53 16,-5 5-226-16,3-4-574 0,2-5 254 0</inkml:trace>
  <inkml:trace contextRef="#ctx0" brushRef="#br0" timeOffset="113522.27">7254 11440 227 0,'0'0'302'0,"0"0"-7"15,0 0-17-15,0 0-16 0,0 0-15 0,0 0-13 16,-6-5-14-16,6 5-18 0,0 0-6 0,0 0-13 0,0 0-8 16,0 0-9-16,0 0-21 0,16-7-14 0,-16 7-9 15,18-1-16-15,-4-1-10 0,2 2-6 0,2-1-9 16,2-2-19-16,2 0-18 0,-1-2-25 0,1 4-36 15,6-5-37-15,-8 4-31 0,0-1-42 0,1 2-47 16,-4 1-38-16,-2-1-43 0,-2 2-36 0,-5-1-154 16,-1 1-482-16,-7-1 214 0</inkml:trace>
  <inkml:trace contextRef="#ctx0" brushRef="#br0" timeOffset="113689.45">7358 11661 14 0,'-3'6'208'0,"-2"2"3"15,2-4 6-15,0 2 0 0,3 0-1 0,0-6-4 16,6 8-9-16,1-5-14 0,1-2-22 0,5-1-16 0,6 0-14 16,2 0-13-16,4-3-11 0,1-3-12 15,4 0-20-15,-2 1-36 0,2-2-42 0,-2 2-50 16,-6-1-64-16,6-1-60 0,-12 1-209 0,9-2-412 0,-5 5 182 16</inkml:trace>
  <inkml:trace contextRef="#ctx0" brushRef="#br0" timeOffset="114155.16">7858 11377 154 0,'0'0'327'0,"-5"-4"-21"0,5 4-26 15,0 0-23-15,0 0-25 0,5-11-17 0,-5 11-17 16,15-5-20-16,-8 0-13 0,1 3-17 0,5-2-12 16,-4 1-15-16,11-2-16 0,-4 2-10 0,-1 0-8 15,6 2-7-15,-6 1-12 0,5 1-6 0,-3 2-7 16,-4-1-5-16,-3 1-6 0,3 0-4 0,-3 0-5 16,-2 3-5-16,4 0 1 0,-5 0-8 0,-4 0-1 0,0 1-7 15,1 1 0-15,-8 1-1 0,4 1 1 0,-3 2-6 16,0-1 1-16,-2 1 0 0,-2-3-4 0,5 3 3 15,-6-3-7-15,1 3 3 0,7-4 9 0,-4 5-12 16,2-7 2-16,0 2 2 0,2 0 2 0,0 3-1 16,4-5 8-16,0 4 2 0,3-2 1 0,1 0 1 15,2 4 6-15,4-4 6 0,-3 3 1 0,4-2-2 16,2 1-1-16,-7-2 6 0,4 0 0 0,0 0-12 16,1 0-1-16,-2 1-2 0,-5-3-3 0,0 1 2 15,-1 1-10-15,0 1 7 0,-7 2-3 0,0-1 4 16,0 0-1-16,-7 4-1 0,-1-1-8 0,-7 4 5 15,-5 0-9-15,-3-1-12 0,0-4-15 0,1 3-28 16,-6 0-33-16,-4-3-31 0,1 0-47 0,1-1-58 16,-3-7-56-16,0-1-264 0,-2-2-586 0,-1-1 260 15</inkml:trace>
  <inkml:trace contextRef="#ctx0" brushRef="#br0" timeOffset="122305.84">1564 13940 320 0,'-7'-8'321'0,"1"1"-10"0,4 0-17 0,-3 2-19 15,0 1-23-15,3-3-16 0,-1 3-23 0,3 4-10 16,0 0-25-16,0 0-5 0,0 0 13 0,15-4-12 15,-15 4-8-15,21 15 5 0,-12-4-7 0,6 2-2 16,6 9-12-16,-3-5-8 0,1 3-13 0,0 4-8 16,0-2-14-16,0 5-4 0,-5 0-7 0,1 0-11 15,-4 0-11-15,4 0-6 0,0 2-4 0,-3-2-7 0,-4 0-5 16,3 0-6-16,-2-5-4 0,-1 3-5 0,-1-5-3 16,3-3-11-16,-9 2 3 0,4-4-2 15,3-3-1-15,-6-1-4 0,3-2 5 0,0-3-2 0,0 2 3 16,-5-4 9-16,3 0 2 0,-3-4 1 0,0 0-3 15,10 0-2-15,-10 0-5 0,8-8-2 0,-1-4-3 16,-4 2 5-16,2 3-5 0,2-11-3 0,0 3-5 16,-1-3 3-16,3-2 4 0,-3 1 6 0,4-5 4 15,-10 3 3-15,7 3 3 0,1 0 8 0,-3 0 1 16,2 1 0-16,-6 1-4 0,4 4-3 0,-3 1-2 16,4 3-6-16,-6 1 3 0,7 0-10 0,-5 1 0 15,-2 0-9-15,6 1-2 0,-6 5-1 0,14-3 0 16,-14 3-4-16,16 3 2 0,-9 5-4 0,8 1-2 0,0 0-2 15,1 4-4-15,-1-1-10 0,0 3-10 16,0 0-16-16,5 5-18 0,-4 1-34 0,4-1-25 16,-10-1-33-16,3-6-27 0,9 7-15 0,-14-2-18 15,4 0-22-15,-2-3-27 0,-4-1-26 0,2 1-42 0,1-5-50 16,-1-3-261-16,-1 0-688 0,4 0 305 0</inkml:trace>
  <inkml:trace contextRef="#ctx0" brushRef="#br0" timeOffset="122654.78">2567 13838 277 0,'0'-13'305'16,"0"13"-12"-16,0-7-20 0,0 7-19 0,0 0-23 16,0 0-19-16,-8-2-22 0,8 2-13 0,0 0-4 15,-2 17-3-15,-3-7-3 0,5 6-9 0,-2 0 4 16,2 3-15-16,-6 7 9 0,4 1-21 0,0 1-11 16,-1 3-6-16,3-3-10 0,0 14-5 0,0-12-5 15,5 2-10-15,-5-2-7 0,8 1-9 0,-6-1-4 16,5 0-5-16,1-3-4 0,2 3-11 0,1-3 1 15,-1 0-4-15,2-11-2 0,3 4-11 0,6-1-10 0,-4-8-24 16,-2 0-36-16,5-4-42 0,1-2-47 0,-1-2-54 16,1-2-59-16,-1-2-68 0,7-1-314 15,-11-4-672-15,4 4 298 0</inkml:trace>
  <inkml:trace contextRef="#ctx0" brushRef="#br0" timeOffset="123405.7">1152 13467 101 0,'-10'0'286'0,"10"0"-21"15,-22 0-19-15,11 1-17 0,1 6-16 0,-2-3-12 16,2 2-16-16,0 4-14 0,-1-2-13 0,4 4-13 16,0-1-4-16,6-3-7 0,-6 7-7 0,7 1-4 15,0-3-4-15,2 2-13 0,3-1-4 0,0 3-6 16,5-3-1-16,-5-1-2 0,6-2-13 0,-1 0 0 15,2-3-9-15,3-1-6 0,0 0-1 0,-1-2-2 16,5-1-6-16,-3-7-7 0,1 2-3 0,1-3-4 16,-2 1-6-16,-1-2-5 0,0-3-1 0,0-3-13 15,0-5 9-15,-2 5-4 0,-4-5-2 0,-1 2-3 0,-2-2 0 16,3-4 0-16,-9-2-8 0,0 5 4 0,0-3-4 16,-4 2-7-16,-1-1 4 0,-1 0 0 0,-2 4-6 15,1-3 1-15,-8 3 1 0,2 4-5 0,3 1 3 16,-3-3-6-16,-6 6-8 0,8 0-11 0,-2 2-9 15,-4 3-17-15,7 2-14 0,0 0-16 0,-5 5-20 16,5-1-23-16,-1 4-23 0,3 0-42 0,1-1-32 16,4 2-38-16,1 2-227 0,-1 0-526 0,8 2 233 15</inkml:trace>
  <inkml:trace contextRef="#ctx0" brushRef="#br0" timeOffset="123938.54">1416 13360 194 0,'0'0'262'0,"2"-7"-24"16,-2 7-25-16,0 0-21 0,0 0-7 0,0 0-10 16,0 0-14-16,15 12-5 0,-7-5-8 0,-3 4-11 15,4 1-6-15,-1 0-17 0,-2 2-4 0,6 2-6 16,-2 0-10-16,2 7-8 0,-3 3-6 0,0-11-10 15,-1 2-7-15,2 2 3 0,0-6-16 0,-5 2-4 0,1 2-2 16,-1-8-9-16,2 1 0 0,0-1-4 0,-6-3-2 16,4 1-6-16,-5 0 7 0,2-2-2 15,3-2-2-15,-5-3 2 0,0 0-5 0,2 7 0 16,-2-7-2-16,0 0-4 0,0 0 9 0,0 0-11 0,-2-19-7 16,-3 9 6-16,5 1-4 0,-2-3 1 0,-3-3-3 15,4-3 1-15,-8 5-2 0,3-7-1 0,-4 1 0 16,0 0-2-16,3 2 2 0,-3 0-3 0,4-3-7 15,-3 4 8-15,3-4-1 0,-4 1-2 0,3 1 3 16,1 1 5-16,-1 2 6 0,4-1 3 0,-4 0 4 16,2 4 1-16,4-5 0 0,-1 7-4 0,2-1-3 15,0 0 7-15,2 1 0 0,-2 4-10 0,1-1 0 16,-1 0 7-16,5-2-9 0,3 6-4 0,1-1-2 16,-1 3 5-16,0-2-6 0,2-1 3 0,2 3-3 15,-12 1 1-15,18 5-2 0,-8-5 2 0,-3 1 0 16,1 2-7-16,0 0 4 0,0 1-4 0,6 3 3 15,-6-3-1-15,-2 4-3 0,1-1-1 0,0 2 1 16,1 2 1-16,-5-1-3 0,1 0 4 0,-3 5-2 16,-1-1 1-16,-1 4-2 0,-6-2-6 0,-1 2-5 15,1-2-18-15,-1-3-18 0,-5 2-19 0,4 3-29 16,-1-2-24-16,-1-2-39 0,-2 4-40 0,4-6-45 16,-1 2-232-16,-1-7-519 0,1 2 230 0</inkml:trace>
  <inkml:trace contextRef="#ctx0" brushRef="#br0" timeOffset="124171.16">1800 13371 282 0,'0'0'272'0,"7"-4"-15"16,-7 4-12-16,0 0-20 0,17-2-14 0,-11 0-25 15,4-1-20-15,-10 3-15 0,18-2-15 0,-6-3-11 16,0 0-14-16,1 2-21 0,2-4-33 0,-2 5-40 16,-3-1-47-16,3 1-40 0,-3-3-55 0,-3 2-50 15,1 1-181-15,-3-3-385 0,2 0 171 0</inkml:trace>
  <inkml:trace contextRef="#ctx0" brushRef="#br0" timeOffset="124371.18">1956 13197 60 0,'0'-9'272'0,"0"9"-3"0,0 0-13 0,-2-6-17 16,2 6-26-16,0 0-21 0,0 0-13 0,0 0-7 15,0 0-6-15,0 0-9 0,2 19-12 0,3-11-14 0,-3 4-11 16,6 0-9-16,-3 0-13 0,8 9-6 0,-5-5-8 16,1 6-8-16,6 0-6 0,0 5-8 15,-2-3-7-15,2-2-25 0,0 4-24 0,1-3-37 0,-1 4-44 16,0-2-56-16,3-3-63 0,-6 1-60 0,1 1-175 15,0-8-464-15,-5-2 206 0</inkml:trace>
  <inkml:trace contextRef="#ctx0" brushRef="#br0" timeOffset="124787.98">1314 14009 14 0,'-8'1'328'0,"1"3"-4"0,7-4-4 0,-8 4-4 15,8-4-9-15,-7 6-8 0,7-6 0 0,-7 2-2 16,7-2-9-16,0 0-6 0,0 0-3 0,0 0-8 0,0 0-12 16,0 0-21-16,22-12-20 0,-2 5-24 0,8-5-16 15,3-1-18-15,16-6-16 0,1 0-12 0,6-4-14 16,4 4-12-16,2-4-9 0,-2 7-16 0,1-7-13 15,-1 4-28-15,-3 3-35 0,1-4-37 0,-4 6-47 16,1 0-42-16,-5 0-44 0,-7 3-37 0,-11 2-43 16,-1 5-50-16,-7-2-71 0,-2 0-44 0,-5 4-215 15,0 1-677-15,-7 2 301 0</inkml:trace>
  <inkml:trace contextRef="#ctx0" brushRef="#br0" timeOffset="125954.43">3166 13843 91 0,'2'-5'288'16,"-2"5"-16"-16,0 0-13 0,0-8-14 0,0 8-14 16,0 0-21-16,-5-9-16 0,5 9-12 0,0 0-17 15,-10-5-13-15,10 5-15 0,0 0-7 0,-17 2-10 16,17-2-8-16,-20 5-8 0,15-3-6 0,-6 9-15 15,-1-7-3-15,4 4-8 0,0 1-8 0,-6 1-3 16,6-2-7-16,0 7 1 0,1-6-6 0,1 1-4 16,-1-1 1-16,5 1-2 0,2 2 10 0,-5-4-8 15,10 4 1-15,-3 0-6 0,3-2 7 0,0-2-2 0,0 3-1 16,6-2 4-16,-1-1-1 0,4 0-5 0,-6 0-6 16,8-1 1-16,1 1 2 0,-2-1-11 15,-2 0-4-15,-1-2-4 0,3 0-2 0,-2-1 6 0,-2-1-8 16,-1 2 2-16,0-2-3 0,-1-1-6 0,-3 0-2 15,3 5 2-15,-5-3-11 0,3-1 4 0,-7-3 3 16,7 6-3-16,-7-1-4 0,0 2 4 0,0-7 5 16,-12 9-1-16,6-4-5 0,-3 2-2 0,-1 1-10 15,-5-1-25-15,2 1-22 0,0-3-23 0,-2 6-21 16,-6-2-24-16,6-3-27 0,1 2-39 0,-1-1-35 16,-1-2-41-16,8-2-41 0,-6-1-176 0,6 4-524 15,2 2 232-15</inkml:trace>
  <inkml:trace contextRef="#ctx0" brushRef="#br0" timeOffset="126287.4">3317 13707 118 0,'0'0'290'0,"0"0"-10"0,13 1-8 0,-13-1-15 16,15 8-16-16,-7-5-14 0,5 3-13 0,-3 0-21 15,3 2-6-15,7-1-19 0,-3 4-15 0,3-2-11 16,5 4-14-16,-4 1-10 0,4 4-12 0,-7-6-10 16,-1 3-8-16,-1-3-7 0,4 8-8 0,-7-3-11 15,-3 1-7-15,5 5 0 0,-2 1-8 0,-4 3-2 16,-3 0-8-16,-6-4 7 0,2 4-12 0,-4-3 1 15,2 3-7-15,-6-1-2 0,1-1-3 0,-4 2-8 16,4-10-14-16,-1 3-20 0,1-1-29 0,-3-4-27 16,-1-2-41-16,4-4-48 0,5 4-44 0,-1-8-35 15,1 2-262-15,0-7-549 0,0 5 244 0</inkml:trace>
  <inkml:trace contextRef="#ctx0" brushRef="#br0" timeOffset="126522.27">3964 13866 259 0,'5'-6'360'0,"-5"6"-19"16,0 0-9-16,6-5-25 0,-6 5-17 0,9-7-25 15,-3 2-30-15,4 1-22 0,-2-2-18 0,6-2-21 16,1 1-14-16,-1 1-15 0,1 0-21 0,0-3-18 15,5 0-28-15,5-3-44 0,6 3-43 0,-12 1-41 16,5-2-50-16,-2 7-54 0,-4-1-59 0,-1 1-47 16,-4-1-212-16,-3 3-512 0,3 1 227 0</inkml:trace>
  <inkml:trace contextRef="#ctx0" brushRef="#br0" timeOffset="126688.28">4169 13992 106 0,'-5'10'223'0,"-2"-3"-12"0,2-2-8 0,0 0-9 16,4 2-2-16,-4-5-5 0,5-2-3 0,0 0-13 0,11 8-15 16,-11-8-15-16,17-2-13 0,3-3-13 15,-2 2-14-15,4-7-17 0,4 3-34 0,1-4-45 16,1 2-59-16,1 2-46 0,3-4-62 0,3 2-195 0,-7 0-385 16,7 1 172-16</inkml:trace>
  <inkml:trace contextRef="#ctx0" brushRef="#br0" timeOffset="127272.11">4594 13428 62 0,'4'-11'334'0,"1"4"-4"0,0-1-12 0,-4 1-10 15,3 2-13-15,-1-1-23 0,-3 6-22 0,2-7-28 16,-2 7-25-16,0 0-26 0,0 0-12 0,0 0-17 0,0 0-8 16,6 18-7-16,-3-9-10 0,2 6-2 0,2 0-7 15,0 3-3-15,3-5-6 0,1 12-11 0,4 2-8 16,-5-7-6-16,5 6-19 0,0-1 5 0,0-6 0 15,0 8-10-15,6 0-2 0,-6-7-3 0,0 0-6 16,0-6-4-16,-2 2-7 0,0-4-5 0,-3-3 9 16,0 0-16-16,-3 0 1 0,3-3-3 0,-5 2-5 15,1-7-5-15,-6-1-9 0,0 0-15 0,12 0-16 16,-12 0-14-16,2-9-5 0,-2 9-6 0,-5-14-9 16,0 4-5-16,-2 1-3 0,0-11-6 0,-1 5-11 15,-2-1-8-15,-1-7-9 0,-3-2-9 0,-1 0-6 16,7-1 7-16,-12 2 4 0,12-1 11 0,-7-1 13 15,2 3 4-15,5 7 11 0,-7-7 11 0,1 8 1 0,6 0 17 16,-7 0 11-16,7 2 7 0,3 1 6 16,-10 1 9-16,7 3 14 0,0 0 3 0,1 1 5 15,0 0 4-15,1 3 0 0,1-1 0 0,0 1-2 16,5 4 0-16,-3-6-1 0,3 6 0 0,0 0-3 0,0 0 1 16,0 0 0-16,0 0 2 0,0 0-3 0,0 0-2 15,0 0 1-15,18 15-2 0,-10-8 1 0,0 1 0 16,6-1 2-16,-3 1-6 0,4 1 0 0,2 1-10 15,-1 2-12-15,-1-4-22 0,7-1-26 0,-6 2-33 16,4 3-15-16,8-4-19 0,-11-1-31 0,4 0-19 16,1 0-133-16,-1-1-347 0,1-4 154 0</inkml:trace>
  <inkml:trace contextRef="#ctx0" brushRef="#br0" timeOffset="127738.28">5205 13371 160 0,'0'0'189'0,"0"0"-3"0,0 0 1 16,0 0-12-16,-20 13-14 0,20-7-4 15,-6 2-10-15,6 0-7 0,-2 0-15 0,-5 4-4 16,6 3-10-16,-4-1-8 0,3 3-10 0,0-1-11 0,-3-1-6 16,5 0-6-16,-1 1-9 0,-4-4-7 0,5 7-3 15,0-11-6-15,-2 4-5 0,2-4-4 0,0-1-2 16,0-7 0-16,0 11 1 0,0-11-5 0,2 1-3 15,-2-1-1-15,0 0-3 0,0 0-1 0,6-16-5 16,-6 16 0-16,0-20-3 0,0 7 0 0,5-4-4 16,-10 2 2-16,10 1-3 0,-5-8 0 0,0 3 0 15,-5-1 0-15,5-7-3 0,0 8 1 0,-1-1-2 16,-4-2-1-16,5 2 0 0,-2 1 1 0,-3-1 18 16,4 1 17-16,1 7 17 0,-7 1 0 0,7 3 7 15,0-3-2-15,-2 3 12 0,2 1-15 0,0 1-6 16,0 6-13-16,0-7-2 0,0 7 1 0,-5-7-6 15,5 7-5-15,0 0-4 0,0 0 5 0,0 0 12 0,7 19 2 16,-2-12 5-16,-2-1 2 0,4 8-4 0,-1-6-6 16,3 4 7-16,4 6 7 0,0-4-4 15,-1 4-2-15,3-3-2 0,3 8-6 0,-3-4-2 16,3 2-4-16,-3 0-6 0,6 0 2 0,-2-2-5 0,-1 3 0 16,-2-3-1-16,1-6-10 0,3 7-9 0,-7-8-16 15,2 3-28-15,0-3-35 0,0-1-31 0,-2-3-37 16,0-1-52-16,-1 3-53 0,-2-7-56 0,-2 1-253 15,0-1-602-15,6 0 266 0</inkml:trace>
  <inkml:trace contextRef="#ctx0" brushRef="#br0" timeOffset="128004.43">5592 13193 159 0,'0'0'316'16,"-3"-7"-18"-16,3 7-17 0,0 0-7 0,0 0-12 0,0 0-17 16,0 0-8-16,15 19-11 0,-12-15-6 15,2 3-13-15,2 4-15 0,3 1-15 0,1-1-17 16,-1 2-19-16,-1 1-10 0,2 3-13 0,2-6-15 0,-1 7-9 16,1-5-5-16,-1 4-13 0,3 5-6 0,-2-10-6 15,-1 5-17-15,-4-4-28 0,0-2-33 0,-1 6-32 16,-1-6-32-16,1 1-40 0,-5 0-34 0,4-2-41 15,-6 0-39-15,5-4-52 0,-1-3-232 0,-4 5-557 16,0-8 248-16</inkml:trace>
  <inkml:trace contextRef="#ctx0" brushRef="#br0" timeOffset="128305.15">5500 13181 32 0,'-7'-7'326'0,"4"3"-2"0,-2 0-10 16,5 4-12-16,-7-7-10 0,7 7-13 0,-3-5-20 0,3 5-8 16,0 0-6-16,0 0-6 0,0 0-6 15,20-4-15-15,-7 6-7 0,4 0-10 0,4-1-9 16,4 3-14-16,1 3-8 0,4-2-13 0,7 1-11 0,7 3-11 16,-2 2-10-16,-3 1-10 0,-1-5-10 0,4 5-13 15,-12-1-10-15,1 0-6 0,-1 1-9 16,-2 1-9-16,2-1-3 0,-7 5-8 0,-5-7-4 0,0 5-2 15,-3-3-6-15,-1 0-2 0,-6 6-4 0,-2-2 1 16,-4 3-6-16,-2 0-2 0,-5 1 1 0,0 3-4 16,-11 4-14-16,1 0-15 0,-7-4-27 0,-4 8-41 15,1-8-52-15,-5 4-50 0,4-3-52 0,1-3-83 16,-3 0-121-16,-9 2-300 0,9-4-796 0,-2-6 352 16</inkml:trace>
  <inkml:trace contextRef="#ctx0" brushRef="#br0" timeOffset="189017.33">1299 14107 20 0,'-7'-4'314'0,"1"-2"-9"0,4 0-6 0,2 6-13 16,0-6-23-16,0 6-22 0,-2-6-21 0,2 6-18 15,-5-6-29-15,5 6-15 0,0 0-18 0,0 0-15 16,0 0-11-16,0 0-3 0,22 19-7 0,-14-5-1 0,4-1-5 15,-2 2 0-15,3 8-12 0,0 1 1 0,2 2-5 16,0-3 2-16,0 6-7 0,-3 3-5 16,6 5 2-16,-3 1-7 0,6-4-1 0,-3 11-5 0,4-11 2 15,-4 3 0-15,-3-9 1 0,0 11 4 0,1-12-7 16,1 9 1-16,4 1-4 0,-6-9-2 0,5 0-5 16,-5 1-5-16,2-7 5 0,-4 5-8 15,2-9-11-15,0 5 2 0,0 4 0 0,1-5-5 0,-1-1-5 16,0-2 3-16,0-4-4 0,-5 1-3 0,5 0-5 15,-5-1 2-15,1-3-3 0,-3-1 0 0,2 5 0 16,2-9-10-16,-4 9 9 0,2-8 4 0,-3 4-8 16,1-4-2-16,-1-1 0 0,-1 0 0 0,1 1 4 15,1 1 0-15,1-3 0 0,-3-2-4 0,4 0 5 16,5-3-1-16,3-1 0 0,-1-1 0 0,4-3 2 16,6-3 0-16,4 0-2 0,9-8-2 0,1 0 1 15,6-3-5-15,-3-1 7 0,8 3-6 0,-3-6 1 16,3-2 4-16,7 5-7 0,-3-4 2 0,21-9-4 0,2 2 0 15,-4 3 2-15,4-8-2 0,5 12-5 0,-3 0 3 16,-1-6 4-16,3 7-1 0,1-5 0 16,-1 0 0-16,-2 7-2 0,8-2-7 0,-3-2 6 0,-3 5 2 15,-2-6-5-15,5 0 6 0,-6 6-2 0,-16 4 1 16,16-5-1-16,7 3 1 0,-4-3 0 0,-3 5-1 16,1-4 1-16,0 4-1 0,-2-1 1 0,1 0-1 15,-19 2 4-15,20 5-8 0,5-10 2 0,-26 5-5 16,-1-2 9-16,4 1-5 0,0 2 3 0,-3-4-4 15,4 2 4-15,-4-3-1 0,21-3 3 0,-21 4-4 16,19-7 3-16,-19 5-2 0,-2 1 3 0,-4 0 3 16,4-3-6-16,17-8 3 0,-19 9-4 0,0-5 1 15,-1 3 0-15,-2 0 0 0,5-4-1 0,-5 2 2 16,-2-3-2-16,2 0 2 0,-2-3 0 0,0 8 0 16,-1-4-1-16,1 2 4 0,-4 2-8 0,2-4 5 15,-2 2-8-15,-4 1 9 0,-7 1-4 0,6-2 1 0,-3 3 1 16,-1-2 0-16,-9 12-3 0,0-8-5 0,4 4 6 15,-8 1 1-15,3 3-1 0,-11 0 4 0,0 1-2 16,-3 5 0-16,3-3 0 0,0-3 1 16,-3 5 0-16,-5-1-2 0,-1 0 2 0,0 3 2 0,2-4-1 15,-2 4-5-15,2 0 3 0,-3-3 4 0,1 3-7 16,-1-2 4-16,1 0 1 0,-1 0-4 0,1 0-2 16,-1 0 4-16,1-2 1 0,-1 3-3 0,-6-2 3 15,8 3 0-15,-5-2 3 0,3-3-4 0,-5 4 1 16,4 0 1-16,-6-1 0 0,5-3 0 0,-5-1 3 15,2 8-3-15,-2 2-2 0,-2-15-3 0,-3 8 2 16,4 2 0-16,-6-2-1 0,0-1 1 0,3 1-2 16,0 0 1-16,-6-1-2 0,0 0 2 0,-1-4 0 15,-1 0 10-15,-3 1-11 0,2-1 1 0,1-2 2 16,3 1-1-16,-8-1-1 0,0-7 0 0,3 8-5 16,2-4 9-16,4 1-3 0,-6-7 1 0,-4 1-1 15,2 0 1-15,2-4 0 0,1 3-3 0,7-1 5 0,-3 1-5 16,-1-3 4-16,0 2-2 0,0-2 0 0,4 7 2 15,-1-2 2-15,-1-5-5 0,1 9 0 16,1-3 1-16,-3-2 5 0,3 0-4 0,1 5-2 0,2-3 3 16,-6 4 1-16,6-2-4 0,-4 1 2 0,-3-1-1 15,5 6-1-15,2-4 3 0,1 6-7 0,-4-2 6 16,1 4 3-16,3 1-2 0,-1-5 2 0,0 7 0 16,1-2-4-16,2 7 3 0,-7-8-2 0,4 4-3 15,3 4 1-15,-7-7-3 0,7 7 1 0,-5-3 3 16,5 3-1-16,-9-1-3 0,9 1-1 0,0 0-2 15,-19 3 6-15,14 1 0 0,-5 0-2 0,2 0 3 16,0 3 2-16,-5-1-6 0,-2 3 4 0,0 3-2 16,-2-4 0-16,1 5 3 0,-11-1 0 0,-3-1-3 15,7 2 2-15,-5 2-2 0,-2 0 4 0,-9 1-1 16,-8-1 2-16,3 4-4 0,-4-3 0 0,-2 3 4 16,-6 0-5-16,-4 0 1 0,1-3 2 0,-16 6 1 15,-4 3-5-15,-3-6 1 0,0 0 10 0,-1 1-5 0,-3 3-4 16,5-7 2-16,-7 4-1 0,7-1-1 0,-3 3 1 15,-3-3 1-15,1-4-1 0,4 1 1 16,-1 0-2-16,3 0 2 0,-1 2 0 0,20-9 0 0,-2 0-3 16,4 5 3-16,6-3-4 0,-5 3 8 0,1-4-4 15,6 1-2-15,6-2 2 0,4 3 1 0,8-5-4 16,0 4 3-16,-2-7 2 0,7 4-4 0,-2 3 6 16,0-4-7-16,11 1 11 0,-5 4-10 0,3-7 1 15,-1 3 0-15,2 1-1 0,2-3 2 0,-3 1 0 16,-4 4 1-16,2 1 1 0,1-3-1 0,-1 3-1 15,-5-5 3-15,0 5-2 0,-2 1 3 0,0 0 0 16,-11 8 0-16,3-3 0 0,-7-2-1 0,4-4 0 16,-4 3 2-16,-1 4 1 0,1 0 1 0,-5-7-1 15,6 6 0-15,-4 3 5 0,-2-9-5 0,2 6-1 16,-2 0-1-16,2-3 3 0,-3 5 0 0,-2-1 1 16,0-2-3-16,-2 2-1 0,4-3 2 0,-3-4-4 0,9 7-2 15,-3-4 7-15,-3-2-5 0,11 1 3 0,5-6-1 16,2 1-4-16,6 1-15 0,-2-5-24 0,2 5-30 15,7-6-37-15,-1-3-52 0,6 4-56 0,2-2-70 16,4 1-67-16,3 1-352 0,-1 0-760 0,5 0 336 16</inkml:trace>
  <inkml:trace contextRef="#ctx0" brushRef="#br0" timeOffset="190317.15">1882 15969 274 0,'-7'-3'293'0,"-3"2"-9"0,0-3-12 0,0 3-19 16,10 1-21-16,-15-3-22 0,7 3-13 0,8 0-18 16,-18 8-22-16,10-3-7 0,1 6-11 0,-3 3 1 15,-2 1-6-15,7-1-8 0,-3 12-15 0,6-5-7 16,-1 6-9-16,3-5-3 0,3 9-10 0,1-4-8 15,2-4-5-15,-1 4-3 0,7-3-8 0,3-1-6 16,3-2 3-16,0-3-3 0,10-3-9 0,-6-1 0 16,8-5-5-16,-7 3-1 0,5-9 2 0,2-2-9 15,-2-2-4-15,2-1 3 0,-5-6-8 0,3-4 5 16,-5 0-3-16,-5 0-3 0,4-6 1 0,-12 4-3 16,6-6-1-16,-9 1-4 0,-1-3 3 0,-1-1-4 15,-5 3-2-15,-5 1 0 0,-1-7 4 0,-4 5 1 0,-5 0 22 16,0 6-15-16,-7-6 1 0,-1 8-9 0,-2-4 4 15,1 9 0-15,2 6 2 0,-1-3-13 16,1 3 2-16,1 4-3 0,-1 3-4 0,-1 2-14 0,2 1-21 16,3-1-17-16,1 7-23 0,2-6-20 0,3 9-25 15,1-2-23-15,3-3-32 0,3 5-26 0,3-4-40 16,4-1-30-16,4-3-39 0,8 4-183 0,-6-1-529 16,10-1 234-16</inkml:trace>
  <inkml:trace contextRef="#ctx0" brushRef="#br0" timeOffset="190817.68">2343 16020 243 0,'0'-6'286'0,"0"6"-28"0,0 0-29 0,0 0-21 16,0 0-19-16,0 0-3 0,0 0-9 0,0 0-4 15,2 24-14-15,3-11-1 0,-3 5-14 0,6-2-1 16,-1 0-24-16,-1 7-8 0,2-4-8 0,4 4-2 0,-4-1-18 15,7-1-8-15,-7-2-8 0,9 5-8 16,-2-1-2-16,-2-2-9 0,-5-1-2 0,4-4-5 16,-2 0-7-16,-2 3 2 0,4-3-8 0,-6-7 1 0,-1-2-6 15,5 4-7-15,-6-7-1 0,2 1 14 0,-6-5-25 16,0 0-10-16,0 0-4 0,0 0-5 0,0 0-2 16,-10-21-5-16,0 10-4 0,0-4-2 0,-3 0 2 15,-5-9-6-15,-2 0 5 0,0-3-4 0,-5-7 3 16,-1-1 0-16,1-5 8 0,9 14-2 0,-11-8 7 15,12 11 2-15,-1-5 6 0,-4 4 14 0,8 3 13 16,1 4 8-16,-4-7 7 0,8 8 6 0,-1 1 4 16,3 1 8-16,3-2-2 0,-1 7-1 0,0 0 0 15,6-3 1-15,0 0 1 0,2 3-13 0,2 1-2 16,3 1-2-16,-2-4 2 0,5 6-9 0,-3-2 2 16,3 6-4-16,4-2-9 0,3 3 1 0,-5 1 8 15,5-1-7-15,-4 3-5 0,1 5 2 0,1 1-7 16,-3 1 2-16,0 1-2 0,-4 4 0 0,9 6-2 15,-12-3 5-15,4 5-4 0,-5-4 4 0,-6 4-9 16,6 2-1-16,-4-6 3 0,-3 4-1 0,-1 3-11 16,-6-2 3-16,0-4-5 0,1-1-14 0,-4 0-23 15,-2-3-13-15,2 3-22 0,-3-4-22 0,1-2-32 0,1-1-38 16,3-3-43-16,3-3-41 0,-4-2-49 0,3-2-162 16,6-2-505-16,-4 3 225 0</inkml:trace>
  <inkml:trace contextRef="#ctx0" brushRef="#br0" timeOffset="191784.28">2084 16945 188 0,'-10'3'352'15,"0"-1"-5"-15,10-2-9 0,-9 5-7 0,9-5-29 16,0 0 0-16,0 0-4 0,0 0-5 0,37-17-15 16,-11 4-16-16,16-6-12 0,4 3-9 0,4-7-10 0,3 1-12 15,3-5-20-15,20-5-15 0,-3-3-18 16,-20 11-17-16,5-2-14 0,0 3-14 0,1-2-11 16,-9-1-12-16,1 4-10 0,-3 1-11 0,2 2-5 0,-12 2-8 15,-10 3-14-15,0 4-15 0,-6 5-22 0,-9-5-21 16,4 4-28-16,-8 0-34 0,0 4-29 0,1-2-29 15,-10 4-26-15,8-3-21 0,-8 3-16 0,0 0-18 16,0 0-19-16,0 0-32 0,0 0-37 0,-23 9-46 16,13-6-257-16,0 1-649 0,2 1 288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10:14:40.47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3639 3812 168 0,'-13'-4'274'0,"-2"1"-24"0,-1 6-22 0,-4 2-17 16,2 7-12-16,-6 3-13 0,5 8-10 0,-3-1-7 0,2 14-9 15,4 3-14-15,1 0-5 0,5 3-6 0,5 0-6 16,3-2-12-16,4 2-4 0,11-1-6 0,2-4-9 15,0-7 0-15,6 5-5 0,3-11 0 16,4 7-8-16,-2-11 0 0,7-10-1 0,-1 4 3 0,12-4-13 16,-7-7 1-16,11-3-5 0,-7-7-6 0,4-5-3 15,-4-3-8-15,-3-8 0 0,0-2-10 0,-6-4-4 16,-1-5-1-16,-8 0-3 0,-8-7 6 0,0 1 16 16,-6-2 3-16,-3-4-1 0,-6 2-7 0,-6-5 1 15,-4 6-4-15,-10-7-2 0,5 11-7 0,-8-7 0 16,-4 8-1-16,-3 9-3 0,4 0-2 0,-7 2 6 15,8 7-13-15,-1 5-3 0,1 2-13 0,-2 6-22 16,2 0-20-16,4 7-39 0,-1 0-41 0,6 7-33 16,-4 1-35-16,5 4-39 0,0 5-53 0,9 0-61 15,-1 1-265-15,5 1-646 0,4 2 285 0</inkml:trace>
  <inkml:trace contextRef="#ctx0" brushRef="#br0" timeOffset="483.69">4325 3626 210 0,'0'0'263'16,"0"0"-24"-16,0 0-19 0,8 19-12 0,-2-4-5 0,-4 5-12 16,3 5-11-16,-2 1-7 0,2 4-2 15,2-2-19-15,1 14-5 0,-1 0-13 0,6 2-9 16,-5-5-9-16,1 4-10 0,4-4-10 0,-5-8-6 0,5-1-8 15,-4-3-11-15,-1-1-2 0,4 2-11 0,-9-8-5 16,4-4 2-16,-3-2-8 0,0-2-1 0,2-4-3 16,-4-1 18-16,1-1 32 0,-1-3-8 15,-2-3-8-15,0 0-4 0,0 0-7 0,0-24-11 0,0 9-4 16,0-3-7-16,-2-11-5 0,-1 1-8 0,-4-17 11 16,-2 3-12-16,2-5-4 0,-1 3-6 0,-1-5-8 15,-4 0 1-15,6-2-1 0,-2 1-3 0,-3 9 5 16,4 0-4-16,-1 9 8 0,4 5 18 0,4-1 14 15,-6 4 6-15,6-3 10 0,1 9 8 0,-5 2-1 16,5-1-6-16,5 4-6 0,-5-2-4 0,1 4-9 16,6 1-1-16,-6 2-9 0,11 1-8 0,-5 0-1 15,3 4-4-15,-4 3-4 0,9-2-4 0,-15 2-4 16,22 5-3-16,-7 0-1 0,-7-1-2 0,8 7 0 16,-2 0-6-16,-1 2 1 0,0 4-6 0,-5-4 3 15,1 6-5-15,-4 8 6 0,-2-4-3 0,-3 5 3 16,-3-2-4-16,-4 1-2 0,-5 1-3 0,-4 3-16 15,-4 4-24-15,5-8-22 0,-8 0-28 0,6 0-28 16,-3-3-29-16,-1 2-25 0,4-2-33 0,-4-3-58 0,14-8-61 16,-1 1-287-16,3-4-669 0,5 0 296 15</inkml:trace>
  <inkml:trace contextRef="#ctx0" brushRef="#br0" timeOffset="716.48">4907 3893 236 0,'0'0'358'0,"-3"5"-5"16,3-5-7-16,0 0-14 0,0 0-19 0,0 0-19 16,-5 3-24-16,5-3-22 0,0 0-15 15,0 0-24-15,0 0-15 0,0 0-17 0,31-4-21 0,-12 0-15 16,-1 5-20-16,3-2-39 0,12-7-46 0,-1 5-67 15,-2 0-64-15,-2-5-76 0,2 7-98 0,-1-2-321 16,6-1-637-16,-7-1 283 0</inkml:trace>
  <inkml:trace contextRef="#ctx0" brushRef="#br0" timeOffset="1266.45">5589 3897 104 0,'0'0'364'0,"0"0"1"0,0 0 1 16,15-18 6-16,-15 12-3 0,2-3-16 0,3 0-14 15,-2 1-15-15,2-7-6 0,-5 5-18 0,2-7-14 16,-1 1-20-16,4-2-20 0,-5-2-21 0,8 4-19 16,-8-3-22-16,2 0-18 0,1 0-13 0,1-1-17 15,-4 0-14-15,3-2-13 0,0 3-9 0,-1 4-10 16,1-5-12-16,-1 4-8 0,0 4-7 0,1 1-6 15,2 4-7-15,-3 0-6 0,-1-1-2 0,1 2-8 16,-2 6-9-16,2-4-10 0,-2 4-11 0,0 0-14 0,0 0-5 16,0 0 1-16,0 0-4 0,0 0-1 15,0 0-2-15,9 19-2 0,-5-3-2 0,2-1-2 16,3 5-2-16,-8 1-2 0,11 3-4 0,-4 1 0 0,0 2-11 16,6 2-9-16,-6 0-3 0,2-1 2 0,-5 3-6 15,3-1 3-15,-1 2-7 0,-1-5 5 0,1 3 11 16,0-2-12-16,-1 2 6 0,-2-6 2 0,-4-4 1 15,6 1 3-15,-6-5 2 0,0 0-1 0,0-1 10 16,0-7 5-16,0 0 3 0,-1 3 4 0,-4-6 8 16,1 2 3-16,-1-4 5 0,-1 5 8 0,-1-4 4 15,7-4 15-15,-15 4 7 0,5-3-2 0,-3 1 4 16,5-1 6-16,-6 3 1 0,3-3-5 0,-7 5 5 16,3-3 0-16,-3 2 2 0,-1 0 2 0,4-3 3 15,-1 6-4-15,1-6-3 0,0 3-2 0,4 1-5 16,1-2 1-16,1-1-5 0,4 2 0 0,5-5-3 15,-10 2 1-15,10-2 3 0,0 0 5 0,0 0 2 16,0 0-3-16,40-7-2 0,-10 0 0 0,15-4-6 16,-2-1-6-16,5 5-14 0,-2-10-17 0,4 13-23 15,-4-7-36-15,-3-2-51 0,2 7-49 0,-2-6-56 16,-12 8-79-16,6-3-97 0,-8 2-313 0,1 5-781 16,-15 0 346-16</inkml:trace>
  <inkml:trace contextRef="#ctx0" brushRef="#br0" timeOffset="1917.45">8002 3606 215 0,'0'-6'334'0,"0"6"-5"0,-5-9-10 15,5 9-16-15,0-6-24 0,0 6-27 0,0-5-29 16,0 5-27-16,0 0-18 0,0 0-25 0,0 0-9 15,0 23-19-15,5-10-6 0,-1 5-12 0,-3 8-13 0,6 2-8 16,0 0-15-16,1 3-3 0,-2-1-11 0,6 1-4 16,-2-2-5-16,3 4-5 0,2-5-2 15,2-4 4-15,-2 2-5 0,3-2-2 0,0-6 0 16,-3-2 1-16,0-5 1 0,3-2 2 0,0-5-1 0,-3-1-7 16,5-6 6-16,-4 1-10 0,4-8 0 0,5-5 0 15,-5 0-1-15,-5-1-4 0,1-8 6 0,-2-2 7 16,-1 1 4-16,-1-1 3 0,-1-16-4 0,-4 11 2 15,1 1-2-15,-5 1 9 0,1 2 6 0,-1 8-7 16,-3-5-1-16,-2 5-1 0,2 2 1 0,2 3-15 16,-4 6-3-16,1 0-6 0,-3-3-20 0,3 8-31 15,-1-2-54-15,2 5-22 0,0-7-11 0,0 7-23 16,0 0-18-16,0 0-17 0,0 0-24 0,2 26-32 16,4-17-21-16,3-5-23 0,2 7-23 0,4 0-209 15,2-6-545-15,-1 3 242 0</inkml:trace>
  <inkml:trace contextRef="#ctx0" brushRef="#br0" timeOffset="2450.42">9014 3503 130 0,'0'-7'223'16,"0"7"6"-16,-7-5 0 0,-1 1-4 0,8 4-9 0,-15-4-10 16,2 5-12-16,13-1-16 0,-24 7-20 0,16-4-10 15,-7 2-21-15,4 3-8 0,2-4-14 0,3 6-11 16,-3-5-9-16,1 4-9 0,8 1-3 0,-5 6-8 15,10-1 0-15,-5-2-7 0,12 7 2 0,-2-10-7 16,5 9-5-16,6 3-2 0,-4-10 1 0,4 3-11 16,7 2-1-16,-4-4-4 0,-1 1-3 0,0-1-2 15,-3-1-3-15,-5 0-4 0,0-2 2 0,-2 2-6 16,0-1 2-16,-8-2-7 0,2 1 2 0,1-5 0 16,-8 6 0-16,0-3 7 0,-5 0 9 0,-5-1 8 15,0 7 9-15,-7-4 5 0,-9 1 12 0,4-4-13 16,-1 2 0-16,-6-1-6 0,4-4-3 0,3 3-4 15,2-3-3-15,7-1-3 0,3-2 6 0,-3 1-2 16,5-2-3-16,8 0 0 0,0 0-8 0,0 0-2 16,0 0-3-16,23-17-8 0,5 7-3 0,2-1-8 15,21-5-7-15,-5 9-5 0,6-13 0 0,6 1-8 16,-7 4 1-16,7-4 0 0,-5 2 3 0,-5-3 3 16,5 1-3-16,-7 2 1 0,-3 1 1 0,-13 5 5 15,1-7-1-15,-9 3 1 0,-1 0 4 0,-6 1 7 0,-3 5 3 16,-4 2 5-16,-4-2 0 0,-4 2 5 0,0-1 0 15,-5-3 1-15,-7 7-1 0,2 0 10 16,-10 2 8-16,5 0-1 0,-3 2 5 0,2 0 11 0,-6 4 3 16,2-3 0-16,2 5-4 0,3 0-8 0,0 1-8 15,0 4 5-15,0-3-5 0,7 2-2 0,0-1 6 16,3 2-19-16,2 2-1 0,1 1 11 0,2-1-6 16,3 2-1-16,5 0-4 0,4 3-17 0,8 0-22 15,5-2-28-15,1-3-37 0,4 0-45 0,11-1-50 16,4 0-68-16,5-5-80 0,-4 0-283 0,-3-6-666 15,3 3 294-15</inkml:trace>
  <inkml:trace contextRef="#ctx0" brushRef="#br0" timeOffset="2817.38">11001 3313 226 0,'0'0'374'0,"2"-4"-30"16,-2 4-37-16,0 0-33 0,0 0-34 15,0 0-20-15,0 0-24 0,5 12-21 0,-5-3-14 16,0 5-18-16,0 1-13 0,2 1-15 0,-2 11-12 0,8-1-11 15,-8 1-11-15,7 1 1 0,-1 3-11 0,8 8-7 16,-1-3-6-16,-3-9-1 0,5 2-3 0,-4-2-10 16,-3-2-4-16,1-6-3 0,4 4 0 0,-5-8-9 15,1-1-3-15,-6-4-4 0,2 1-10 0,1-5 2 16,3-4-5-16,-4 2-11 0,-5-4-19 0,0 0-34 16,10-12-27-16,-10 1-23 0,0 1-25 0,0-4-26 15,-4-4-16-15,-1-2-7 0,4-8-10 0,-4 0-11 16,-2 1-22-16,0-15-162 0,4 9-416 0,-5-4 185 15</inkml:trace>
  <inkml:trace contextRef="#ctx0" brushRef="#br0" timeOffset="2983.69">11104 3406 985 0,'-2'-23'-22'0,"-4"3"36"0,1 1 39 0,-3 3 32 16,8 1 37-16,-4 3 19 0,1 2 9 0,0 1 1 15,-2 1 8-15,5 1 3 0,-7 3 0 0,7-3-10 16,0 7-14-16,5-7-7 0,-5 7-19 0,0 0-9 16,0 0-11-16,0 0-12 0,0 0-4 0,0 0-13 15,0 0-5-15,22 15-6 0,-8-5-4 0,-2 2-1 16,0 0-9-16,4 5-10 0,6 1-8 0,-2 1-19 15,3 1-26-15,0 2-21 0,3 2-27 0,-1-4-24 0,5-2-26 16,0 0-20-16,-2 0-20 0,2-6-8 0,0 2-31 16,-2-1-6-16,3-3-151 0,-1-5-388 15,1 2 172-15</inkml:trace>
  <inkml:trace contextRef="#ctx0" brushRef="#br0" timeOffset="3349.82">11702 3528 147 0,'8'-7'28'0,"-2"0"26"0,3 0 21 0,-9-1 34 15,0 3 8-15,0-5 14 0,0 10 4 0,0-10-2 16,0 10 8-16,-9-9-4 0,9 4-5 0,0 5-10 15,-6-4-7-15,6 4-20 0,0 0-8 0,0 0-7 16,-23 9-8-16,14-5-10 0,-1 1-5 0,6 3-6 16,-6 1-5-16,-2 1-1 0,5-1-6 0,-8 2-3 15,7-1-4-15,-5 2-3 0,5-2 1 0,1-8-7 16,-1 5-1-16,4-4 4 0,0 2-2 0,0 1 25 16,4-6 18-16,0 0-3 0,-8 4-4 0,8-4-4 15,0 0-5-15,-3-22-6 0,3 17-3 0,1-7-5 16,1 2-1-16,6-7-5 0,-4 2 2 0,0-2-4 15,0 0-1-15,4-6 2 0,-3-1 6 0,3 0 2 16,2 1 11-16,0-3 20 0,2 3 5 0,-12 6 8 16,8 0 8-16,-3 3 5 0,3 3-1 0,-4 2-7 15,-1-2-4-15,0 5-10 0,1 1-21 0,0 1-12 16,-4 4 4-16,0 0-4 0,0 0-9 0,19 12-1 16,-13-3-5-16,3 5-5 0,-1 1 10 0,-2 2-12 15,3 1 2-15,2 11-4 0,-2-4-3 0,6 2 1 0,-1 0-8 16,1 2 8-16,2 8-30 0,4-2-12 15,-2-12-22-15,-5 2-16 0,3 1-33 0,0-4-28 16,-6-2-42-16,4-5-43 0,0-5-53 0,2 4-63 0,-11-11-175 16,9 4-544-16,0-4 241 0</inkml:trace>
  <inkml:trace contextRef="#ctx0" brushRef="#br0" timeOffset="3566.32">12210 3403 35 0,'0'0'266'0,"0"0"-12"0,0 0-4 0,0 0-11 0,0 0-9 16,6 20-16-16,-6-10-14 0,2-1-22 0,-2 6-15 15,5 4-17-15,-5-1-10 0,5-2-12 0,-2 5-13 16,2 6-11-16,-1-5-9 0,4 1-8 0,2 0-11 16,-7-6-5-16,2 0-8 0,-3-7-19 0,1-2-22 15,2 1-22-15,-5-6-30 0,3 2-61 0,-3-5-73 16,0 0-73-16,0 0-182 0,9-17-458 0,-13 5 204 15</inkml:trace>
  <inkml:trace contextRef="#ctx0" brushRef="#br0" timeOffset="3817.45">12048 3244 184 0,'0'0'303'0,"0"0"-11"0,-9-2-3 0,9 2 3 16,0 0-5-16,0 0-10 0,0 0-3 0,30 9-32 15,-20-5-11-15,2 0-19 0,2 0-18 0,1 2-13 0,15 1-15 16,-10 0-17-16,-2 4-17 0,10-2-5 0,0 5-21 16,1-1-8-16,2 1-9 0,-8 2-8 15,5-1-5-15,-3 0-11 0,2-2-4 0,-2 5-14 0,-6 2-4 16,-4-5 17-16,0 3-23 0,0 7-5 0,-7-1-11 16,-3 2-16-16,-5 2-2 0,0 1-11 0,-11 3-25 15,-1-7-24-15,-9 11-34 0,-8-3-26 0,10-11-35 16,-13 9-28-16,-1-6-45 0,8-7-66 0,2 1-293 15,-5-8-633-15,3 4 281 0</inkml:trace>
  <inkml:trace contextRef="#ctx0" brushRef="#br0" timeOffset="4750.28">13747 3565 281 0,'19'-7'304'0,"-1"-2"-5"0,-3-3-9 0,0 3-9 0,1-5-4 16,-3-1-4-16,2 0 8 0,-8 0-8 0,3 3 1 16,-5-4 4-16,3 3-11 0,-6-4-16 15,-2 0-16-15,0 6-15 0,-4-8-19 0,-2 6-15 0,1 6-23 16,-5-1-16-16,2-3-15 0,-7 4-18 0,-7 4-11 16,1 3-13-16,-7 2-8 0,-2 3-10 0,0 10 18 15,-1-4-10-15,4 5-10 0,1-2-15 0,-3 7-15 16,8 1-14-16,-2-2-9 0,3 3-19 0,3-3-10 15,4 5-10-15,5-6-14 0,4-1-1 0,0 1-6 16,4 1 0-16,4 1-2 0,0-9-2 0,4 3 5 16,7-5 2-16,-2 4 15 0,5-10-9 0,2 1 3 15,0-2-1-15,0-6 6 0,8-3-6 0,-6 3 3 16,4-11 6-16,1 1-2 0,1-2 7 0,0 0 5 0,-7-1 0 16,3-3-1-16,-11 7 0 0,-3-6 2 15,5 1 1-15,-9 3 5 0,6 2-2 0,-7 0 5 16,0 1 5-16,1 2-7 0,-4 2 22 0,5-1 1 15,-6 3-2-15,-1 5-7 0,-1-8-1 0,1 8-11 0,0 0 0 16,0 0 3-16,0 0 2 0,0 0-3 0,-7 24-1 16,5-11-2-16,4 0 4 0,-2 1-7 0,2 0 2 15,3 6-5-15,-4-4 5 0,4 2-3 0,2 2-5 16,0-8 0-16,-1 4-5 0,2-9 10 0,-1 7-2 16,3-4 12-16,-2-2-11 0,4-5-4 0,-1 0 9 15,3-2-5-15,-3-2 3 0,-1-6 4 0,5-1 2 16,0-4 0-16,0-3 1 0,-7 0 2 0,10-3-4 15,-1-7 6-15,-2 3 10 0,-5-2 4 0,3 5 4 16,0-5 2-16,-5 6 6 0,7-4 0 0,-1 0 13 16,-3 6-7-16,-1-2-5 0,0-2 4 0,3 10-5 15,-4-7-4-15,4 9-4 0,0 0-1 0,0-4-12 16,-6 6 3-16,5 3-7 0,1 1 6 0,-2 2-2 0,4 4-2 16,3 0-3-16,-1 3 0 0,-2 2 1 15,1-2 7-15,4 0-9 0,-3 6 1 0,-4-1-7 16,2 2 4-16,0-5-1 0,-7 6-3 0,5-3-11 15,-4 2-14-15,-1-1-14 0,-1-2-8 0,-2-3-37 0,-2 2-19 16,-3 0-22-16,-3-1-21 0,-2-1-24 16,1 1-27-16,-7-4-35 0,-4 3-39 0,7-3-51 15,-7-3-282-15,-4 3-656 0,3 0 291 0</inkml:trace>
  <inkml:trace contextRef="#ctx0" brushRef="#br0" timeOffset="5483.57">15694 3066 284 0,'0'-10'374'0,"0"2"6"16,0-2-13-16,-3 3-11 0,3 0-20 0,0 7-33 16,0 0-32-16,0-8-36 0,0 8-27 0,0 0-21 15,0 0-18-15,0 0-15 0,4 32-19 0,-2-14-20 16,1 9-3-16,7-1-18 0,-5 2-3 0,7 3-9 16,-4 7-6-16,4 5-10 0,-1-1-4 0,-2 1-5 15,4 3-5-15,-5-3-7 0,5 1-2 0,-1 0-4 16,0-3-8-16,2-11-15 0,-7 1-11 0,6-1-14 15,2-2-25-15,-6 0-28 0,5-2-23 0,-7-11-27 16,8 3-32-16,-8-3-35 0,2-1-40 0,-2-7-39 16,6-1-50-16,-1-3-249 0,-4-3-601 0,2 0 267 15</inkml:trace>
  <inkml:trace contextRef="#ctx0" brushRef="#br0" timeOffset="5749.5">16237 3058 216 0,'0'-8'367'0,"0"4"-8"0,0 4-19 0,0-12-13 15,0 8-47-15,0 4-28 0,0 0-32 0,0 0-21 16,0 0-20-16,0 0-18 0,20 16-14 0,-12-1-14 16,0 2-11-16,4 5-18 0,-2 5-5 15,5 2-10-15,4-2-12 0,-7 3-3 0,10 8-12 0,1 1-3 16,-5-4-11-16,-2-8 2 0,4 14-6 0,-2-4-2 15,1 0-4-15,-3 0-14 0,-7-10-8 0,4 0-37 16,-5-1-26-16,-1-6-26 0,-6-5-26 0,6 5-28 16,-5-2-32-16,-2-6-26 0,0-3-42 0,0-5-40 15,-2 2-221-15,2-6-528 0,0 0 234 0</inkml:trace>
  <inkml:trace contextRef="#ctx0" brushRef="#br0" timeOffset="6499.61">16008 3414 18 0,'-13'3'216'0,"13"-3"4"0,0 0-8 15,-3 3-2-15,3-3-6 0,0 0-8 0,15 10-8 16,0-3-9-16,6-6-21 0,4 6-14 0,5-5-15 16,4 1-13-16,3 0-11 0,8-1-9 0,6-7-9 15,0 5-9-15,-1 3-3 0,6-3-12 0,-1-5-7 16,-1-1-4-16,4 4-6 0,-5-6-7 0,-3-1-4 15,3 0-6-15,-2 1-7 0,-6 1-11 0,-9-2 0 16,7-6-5-16,-13 6 2 0,0-8-5 0,-4 10 0 0,-7-5 1 16,-5 0 1-16,0 3-1 0,-6-2 0 15,-3 4 3-15,-3-1-4 0,-4 3 1 0,-1-3 1 16,1 2-1-16,-11 3 1 0,1-2 6 0,-1 8-1 16,-2-3 0-16,-7 2-1 0,6 4 5 0,-6-2 3 0,-6 8 0 15,0 3 2-15,5 0 3 0,-2-3 0 0,4 7-4 16,1 4-1-16,7-6 3 0,3 2 11 0,-2-1-9 15,7 6 2-15,0-4 1 0,5-3 2 0,5 2-1 16,0 3 1-16,5-7-1 0,0 5 0 0,10 2 3 16,1-6-3-16,4-3-5 0,-2-3 1 0,7 2 2 15,5-5-5-15,-5-7 0 0,4-4-7 0,-2 3 1 16,11-6-2-16,-12-3-1 0,4 0 5 0,-4-5-8 16,-4 1 1-16,-1-5-7 0,3 4 4 0,-1-5-2 15,-5 4-4-15,0-7 1 0,-5 6-1 0,-4 3 2 16,-3-1-3-16,1 3 2 0,-7-1 7 0,0 3 8 15,0 0 2-15,-2 3 6 0,-1-4-4 0,-2 8-10 16,0 3-2-16,0-6-4 0,0 6 1 0,0 0-1 16,0 0-3-16,0 0 2 0,-25 17-3 0,20-9 4 15,0 4-2-15,-2 2-2 0,2-1 2 0,2 2 6 16,3 0-8-16,-3 2 1 0,3 1 1 0,3-2-2 16,-1 3 9-16,4-3-2 0,2-1 1 0,1 0 3 15,6-3-2-15,-7-8 4 0,5 7 0 0,2-5-5 16,-2-3 8-16,4 0-1 0,-2-6 0 0,1 0-3 0,6-3-2 15,-7-6 3-15,3 3 0 0,-2-8 0 16,-1 5-4-16,2-11-1 0,-4 4 6 0,-3 3 1 16,3-2 12-16,-6 1 9 0,1-2 21 0,-1-1 12 15,-1 2 18-15,1 2 23 0,-5 1 1 0,3 2 1 0,-5 2-1 16,1 5-4-16,-1-6-8 0,0 7-15 0,0 5-14 16,0-8-7-16,0 8-6 0,0 0-10 15,0 0-8-15,0 0-9 0,-8 16-6 0,1-5-21 0,7-4 5 16,0 9-11-16,0 1-6 0,2 2-18 0,3-1-22 15,2 6-25-15,-1-4-21 0,3-2-14 0,2 3-21 16,-6-2-16-16,8 1-20 0,1-2-21 0,-3 5-33 16,1-10-39-16,3-1-31 0,-2-9-46 0,-3 3-211 15,0 2-594-15,1-4 264 0</inkml:trace>
  <inkml:trace contextRef="#ctx0" brushRef="#br0" timeOffset="6916.69">17923 3411 31 0,'0'-9'250'0,"5"3"3"0,-3 1-2 0,1-2-3 16,1 1-10-16,-4 6-24 0,0 0-19 0,0-7-21 16,0 7-18-16,0 0-15 0,8-4-14 0,-8 4-14 15,0 0-10-15,15 8-13 0,-15 0-7 0,11-5-8 16,-1 5-6-16,5 1-10 0,0 2-5 0,-2-2-5 16,4 5-6-16,-2-4-1 0,3 3-6 0,-6-1-1 15,2 0-8-15,0-1-5 0,-1-2-14 0,-3 3-14 16,-4-6-4-16,4 3-18 0,-6-3-3 0,2-5-3 15,-1 6 2-15,-3 1 0 0,-2-8 4 0,0 0 5 16,0 0 1-16,-13 2 4 0,13-2 0 0,0 0 3 0,-17-9 6 16,17 9 4-16,-6-11 9 0,4 2 2 15,-5-6 9-15,9 5 4 0,-2-4 0 0,0-4-1 16,2 2 1-16,6 0 0 0,-5 0-1 0,5 1 1 16,2 0 2-16,2-1 4 0,0 5 4 0,1-4-1 0,-2 5 1 15,1 1-2-15,3 1 2 0,-9 3-2 0,8 1 1 16,1 4-5-16,-7 0-2 0,7 0-3 0,-2 4-2 15,-3 0-2-15,5 0-3 0,-4 7-1 0,3-2 2 16,1 5-2-16,-1-1-1 0,8 8-2 0,-7-4 2 16,-4-4-5-16,9 5 4 0,-5 5-4 0,-2-10 0 15,2 2-12-15,0 0-10 0,-2-4-12 0,-1 1-10 16,0-7-11-16,-2 3-37 0,4-5-44 0,-5 4-44 16,11-14-32-16,-5 4-26 0,6-5-8 0,-4 3-130 15,4-4-402-15,-1-2 179 0</inkml:trace>
  <inkml:trace contextRef="#ctx0" brushRef="#br0" timeOffset="7133.46">18908 3318 106 0,'5'-8'177'0,"-2"-1"22"16,-3 2 6-16,0 1 9 0,0 0 2 0,-6-2 9 15,6 8 1-15,-12-4-3 0,2 3-1 0,-1 1-2 16,-4 0 4-16,-3 2-11 0,-4 5-3 0,4-2-33 16,1 6-19-16,-3-4-16 0,4 5-12 0,1-3-10 15,0 5-11-15,4-2-12 0,1 3-6 0,-2-2-10 16,12 2-3-16,-5-3-5 0,8 5-7 0,-1-5-5 0,3 3-2 15,3 3-11-15,1-3-8 0,2-1-3 16,1 1-16-16,3-2-23 0,-2-1-24 0,0-1-33 16,-3-1-31-16,-2-3-33 0,-1 1-30 0,0-1-32 15,-6 0-46-15,-1-7-65 0,5 0-255 0,-5 0-596 0,0 0 264 16</inkml:trace>
  <inkml:trace contextRef="#ctx0" brushRef="#br0" timeOffset="7267.29">18385 3267 77 0,'0'-11'162'0,"0"2"-13"16,0-1-21-16,5 1-14 0,-2 5-7 15,-1-4-22-15,3 2-29 0,2 4-45 0,-1-1-50 0,-6 3-103 16,13-4-153-16,-13 4 67 0</inkml:trace>
  <inkml:trace contextRef="#ctx0" brushRef="#br0" timeOffset="7566.07">19004 2597 312 0,'0'0'297'0,"0"0"-31"16,0 0-20-16,8 23-10 0,1-6-20 0,-6 1-15 15,0 8-15-15,9 3-12 0,-4 3-14 0,9 13-12 16,-6 0-14-16,-1 2-7 0,7 4-15 0,-6-4-12 16,4 6-9-16,0-1-7 0,0-2-7 0,2 1-6 15,-4 0-6-15,7-3-7 0,-10 3-6 0,6-1-5 16,2-10 7-16,-1 2-26 0,-5-4-13 0,1-10-19 16,-7-4-26-16,1 3-28 0,0-9-32 0,-6-2-33 15,4-1-34-15,-5-3-16 0,7-5-32 0,-5-4-29 0,-2-3-181 16,0 0-447-16,0 0 198 0</inkml:trace>
  <inkml:trace contextRef="#ctx0" brushRef="#br0" timeOffset="7782.86">19312 3511 487 0,'-5'-16'16'0,"3"-3"44"16,-3 3 31-16,4-2 24 0,1 4 22 0,0-1 12 15,0 4 12-15,1-1 17 0,4-2-6 0,-3 4-1 16,3 3-2-16,-3-4-10 0,4 5-5 0,3-3-6 16,-3 1-12-16,2 4-1 0,7-2-13 15,-8 4-5-15,3 2-13 0,1 0-8 0,3 0-11 0,-4 2-10 16,5 4-9-16,-1 1-5 0,1 4-5 0,-1-2-10 15,0 3 1-15,1 0-7 0,0 2-3 0,2 3 2 16,-6 0-11-16,9 4 0 0,-3 2 0 0,-1 0-5 16,1 0-3-16,4 1-6 0,-1-1-20 0,2-3-15 15,1 0-23-15,-2-2-22 0,3 0-36 0,2-1-48 16,1-4-37-16,4 1-40 0,1-10-30 0,-1 3-195 16,-5 0-490-16,-1-7 218 0</inkml:trace>
  <inkml:trace contextRef="#ctx0" brushRef="#br0" timeOffset="7969.31">20146 3352 8 0,'-6'-7'287'0,"-3"1"-8"15,-1 0 5-15,2-2 9 0,-4 5-19 0,4 2-25 16,-7 1-23-16,2 0-21 0,5 3-20 0,-5 1-22 16,3 4-11-16,-4 0-16 0,1 4-14 0,7-1-11 15,-4 0-7-15,0 5-15 0,5 3-11 0,1-4-1 16,1 2-11-16,3 2-3 0,3-3-13 0,2 0-9 15,5-2-15-15,4-1-21 0,-3-2-36 0,4-2-59 16,7 1-68-16,1-1-86 0,6-7-265 0,1-4-550 0,0-2 243 16</inkml:trace>
  <inkml:trace contextRef="#ctx0" brushRef="#br0" timeOffset="8567.7">21568 2784 199 0,'23'-35'339'0,"-5"-4"-20"0,-1 0-24 0,-2 0-13 16,-9-1-10-16,-1-2-8 0,-5 14-6 0,-3-13 0 15,0 14-7-15,1 3-16 0,-3-2-14 0,-2 2-20 16,-1 9-17-16,0-4-18 0,-4-1-17 0,4 10-12 0,-5-4-20 16,3 7-13-16,0 3-16 0,-3 4-6 15,0 1-12-15,-4 2-8 0,-6 11-6 0,5 8-3 16,-6 0-8-16,3 17-5 0,4 3-4 0,1 5-5 15,-2 7-2-15,1 19-2 0,4 1-1 0,6-1-6 0,1 10 1 16,6 0-1-16,11-1-4 0,4-1 11 0,5 5-11 16,5-5 3-16,-2 1-6 0,13 3 1 15,-1-2-2-15,3 0 1 0,-3-6-1 0,-2-3 1 0,3-7-6 16,-11-14 5-16,2 1 1 0,-6-7-8 0,2-2 6 16,-1-4-19-16,-2-3-26 0,-10-12-40 0,3-2-40 15,-5-5-25-15,-1-7-12 0,-6-3-2 0,4 0-18 16,-1-3-62-16,-4-6-74 0,0 0-323 0,-17-16-682 15,2 7 302-15</inkml:trace>
  <inkml:trace contextRef="#ctx0" brushRef="#br0" timeOffset="9082.86">21530 3535 77 0,'0'-13'278'0,"3"1"-5"0,-1 1-6 0,0-5-6 15,4 2-12-15,-4 0-13 0,3 1-22 0,1 1-11 16,3-4-24-16,2-2-16 0,-1 5-18 0,3-4-18 16,-1 2-12-16,3 3-11 0,3-2-10 0,0 4-11 15,0-2-10-15,1 4-6 0,2 1-7 0,-4-2-9 16,3 4-2-16,-4 2-8 0,4 2-2 0,-7 1-7 16,4 4-7-16,-7 0 0 0,1 0-7 0,-2 4-4 15,4 0 1-15,-5 4 0 0,0-1-2 0,1 4-2 0,4-3-1 16,-5 7-1-16,-3-3-4 0,2-3 2 0,-2 4-1 15,5-2 1-15,-7-2-3 0,4-1 3 16,-1 0-3-16,1-1 1 0,1-4 0 0,0 4 3 0,1 2 3 16,-1-9-2-16,7 3 7 0,-9-2-1 0,8 0-3 15,2-2-1-15,4 1 0 0,3-1 1 0,-6-4 1 16,3-2-1-16,0-1 0 0,-4 0 1 0,-1-4 10 16,5 1 3-16,-9-1 1 0,3 0 7 0,4-3 6 15,-8-1 10-15,0-3 12 0,3 5 11 0,-1 0 12 16,-4-7 2-16,-1 3 17 0,-4-1 15 0,3 7 8 15,-1-8 10-15,-3 5 12 0,0-1 1 0,1 5-2 16,-1-2-6-16,-2 2-10 0,1 3-12 0,1 0-21 16,-2 4-11-16,0-10-13 0,0 10-10 0,0 0-10 15,0 0-7-15,0 0-5 0,0 0-8 0,0 0-7 16,0 0-5-16,10 22-9 0,-7-10-3 0,-1-4-10 16,5 6-13-16,-1-1-16 0,2 2-27 0,-1-3-15 15,3 2-27-15,-2-6-22 0,4 8-25 0,-6-6-22 16,9 0-20-16,0 1-24 0,-2-3-38 0,2-4-52 0,-3-1-51 15,6-2-51-15,-3-1-244 0,5-2-699 16,-4-3 310-16</inkml:trace>
  <inkml:trace contextRef="#ctx0" brushRef="#br0" timeOffset="9433.69">22707 3240 101 0,'0'0'205'0,"-17"7"-5"0,17-7-4 0,-11 8-13 15,7-2-13-15,-2 2-11 0,1-1-11 0,3 0-7 16,-3 4-2-16,3 0-11 0,4 2-8 0,-2-3-5 16,3 4-6-16,-1-5-5 0,5 3-7 0,-6-3 1 15,6-3-8-15,1 3-1 0,-1-2-1 0,1 1-4 16,4-4-2-16,-4 1-4 0,2-3-7 0,5-2-7 16,-2 1-5-16,-3-2-4 0,5 1-7 0,0-7-1 15,0 3 13-15,-2-4 5 0,0 1 8 0,2-2-5 16,-2 2 3-16,0 0 9 0,-3-5 17 0,-1 5-6 15,4-2 3-15,-5-5 7 0,-1 5 1 0,1 5-9 16,-1-7-3-16,-2 7-6 0,0-2-21 0,1 1 1 16,-1 1-8-16,-5 4-8 0,10-3 5 0,-10 3-19 15,12-2 0-15,-12 2-4 0,13 8-16 0,-10-2-16 16,4 1-10-16,1 1-12 0,-1 2-22 0,8-1-24 16,-7 5-24-16,4-2-23 0,-1 0-28 0,2 0-36 15,-1 3-45-15,3 1-53 0,0-5-57 0,1 3-215 16,-1-1-596-16,8 2 264 0</inkml:trace>
  <inkml:trace contextRef="#ctx0" brushRef="#br0" timeOffset="9682.69">23665 3315 195 0,'-15'-2'434'0,"15"2"4"16,-15-3-33-16,15 3-27 0,-15-5-32 0,15 5-19 15,-16 4-32-15,3-3-33 0,6 2-28 16,-1 1-23-16,1 1-17 0,-1 1-24 0,1 3-11 0,1-2-18 16,4 1-14-16,2 4-9 0,-2-1-17 0,4 1-9 15,4 4-8-15,3 1-15 0,4-4-18 0,2 1-25 16,3 3-35-16,0-5-42 0,5 4-34 0,2-1-26 16,2 0-41-16,-2-7-37 0,3-1-49 0,-2-3-59 15,1 1-70-15,-7 2-193 0,1-5-607 0,-4 0 269 16</inkml:trace>
  <inkml:trace contextRef="#ctx0" brushRef="#br0" timeOffset="10682.54">3990 7098 272 0,'-30'-15'278'0,"-3"1"-8"0,5 2-15 0,-3 4-10 16,-2 0-11-16,-2 5-20 0,7 6-14 0,-4-2-7 15,-1 7-26-15,7 6-22 0,-1 1-5 0,6 5-17 16,3 6 1-16,-1 2-15 0,4 7-9 0,6 10-7 15,4-3-9-15,3 7-3 0,5-2-13 0,9-1-5 16,4-4-6-16,6 1-5 0,-1-3-3 0,9-4-2 0,2-1-3 16,9-7-7-16,-5-2-2 0,6-4 1 15,-1-3-8-15,-8-8 3 0,9-4-6 0,-8-3 3 16,4-4-9-16,-1-7 15 0,-6 0-15 0,-3-5 13 0,6-4-18 16,2-10-4-16,-11-9 4 0,-4 10-4 0,-4-13-1 15,-1-2-1-15,-9-1 1 0,-4-10-6 0,1 4 7 16,-6-2-3-16,-8-2-3 0,-2 1-2 0,-7 0 0 15,0 0 2-15,-7 13-1 0,4 1 1 0,-9 3 6 16,9 10-3-16,4 1-1 0,-3 6-4 0,1 4-1 16,-2 1-2-16,1 8-2 0,-1 2-2 0,-9 2 0 15,9 4-8-15,-2 5-8 0,-1 7-13 0,5 5-8 16,2-3-9-16,1 7-16 0,9 1-19 0,0 0-7 16,4 1-16-16,8 4-17 0,-1-2-18 0,7-1-28 15,5 0-32-15,5-3-40 0,1-2-215 0,6-9-497 16,4-2 221-16</inkml:trace>
  <inkml:trace contextRef="#ctx0" brushRef="#br0" timeOffset="11182.68">4707 6920 154 0,'0'0'257'0,"7"-5"-27"0,-7 5-21 0,0 0-15 0,0 0 0 16,-5 19 1-16,3-8-11 0,2 4-2 0,0 1-5 15,0 10-8-15,0-1-14 0,0 2-13 16,2 3-10-16,-2 2-10 0,10 5-7 0,-7 2-12 16,10 8-8-16,-5-4-8 0,1-1-7 0,7 0-13 0,-9-3-6 15,4-10-4-15,-1 1-4 0,-3-3-3 0,6 3-7 16,-5-7-3-16,1-6 0 0,-4-2-11 0,1-1 1 16,-2-2-3-16,1-6-5 0,-4 3-1 0,-1-8-4 15,0-1-16-15,0 0-13 0,0 0-5 0,0 0-11 16,-1-23-4-16,-4 7-7 0,-4 0-8 0,1-10-6 15,-5-2-9-15,5 1-12 0,-9-14-13 0,-3-2 1 16,0 3-3-16,4-6-7 0,-6 1-8 0,-1-6 11 16,2 9 9-16,-1-6 7 0,4 5 6 0,0 1 12 15,1 0 18-15,2 3 24 0,4-1 26 0,2 13 25 16,3 0 22-16,2 9 19 0,3-2 20 0,-3 1 22 16,4 3 0-16,0-2-5 0,4 5-3 0,-3 1-14 15,1 3-6-15,3 2-11 0,-2-1-7 0,4 3-1 16,0 1-14-16,1 3-11 0,3-1-6 0,-11 2 0 15,17 3-7-15,-2 3-3 0,-5 0-1 0,10 1-4 16,-5 5-3-16,1 1-2 0,1 3 0 0,-2 0-4 16,3 3-2-16,-3-3 2 0,4 5-6 0,-7-4 11 15,-7 2-4-15,3 2-13 0,-1 2-1 0,0 2 5 0,-7-5-5 16,0 5 11-16,-7-1-14 0,0 2 0 0,-3-3 0 16,-5 1-16-16,-4 3-21 0,-5 5-28 15,-4 0-31-15,-1-3-31 0,-1 3-40 0,7-7-42 16,6-1-54-16,0 0-248 0,1-1-553 0,1-8 244 0</inkml:trace>
  <inkml:trace contextRef="#ctx0" brushRef="#br0" timeOffset="11433.69">5271 7192 290 0,'0'0'354'0,"10"4"-2"0,-10-4 6 16,0 0-25-16,0 0-11 0,0 0-15 0,0 0-10 16,0 0-38-16,10 0-19 0,-10 0-20 0,0 0-16 15,0 0-18-15,7-7-17 0,4 6-14 0,-1-2-19 16,2 0-16-16,4-2-26 0,4 1-29 0,-1-4-38 16,2 1-47-16,7 1-45 0,0-3-45 0,-1 0-52 15,-1 1-58-15,4-3-77 0,2-3-306 0,-8 2-653 16,0-1 290-16</inkml:trace>
  <inkml:trace contextRef="#ctx0" brushRef="#br0" timeOffset="11749.7">5629 6878 145 0,'0'0'251'0,"0"0"-2"0,0 0-3 15,0 0-6-15,23 8-9 0,-16-3-9 0,4-2-4 16,-1 1-11-16,2 4-12 0,-2-2-14 0,5 2-13 15,-7-3-13-15,5 7-13 0,-3-4-9 0,-3 1 0 16,6 3-17-16,-6 1 4 0,1 3-4 0,0-1-14 16,-3 2 2-16,2 1-5 0,-6 5-7 0,-1 1-1 15,-1-1 3-15,-4 0-12 0,3 4-2 0,-3-3-9 16,5 2-3-16,-2-2-7 0,2-6-8 0,2 3-8 16,-2-3 1-16,5-3 1 0,2 2-4 0,3-7 5 15,1 3 10-15,4-2 2 0,7-7-5 0,9 1-7 16,14-3-2-16,1-2-4 0,7-7-7 0,-3 3-2 15,1-2-9-15,5-6-10 0,-6-1-13 0,-4 2-19 16,-1-4-32-16,-2 3-40 0,-10 0-37 0,-5 1-38 16,-6 4-44-16,-7-5-53 0,-2 4-50 0,-7 1-54 15,-4-1-220-15,-4 3-633 0,-9-2 280 0</inkml:trace>
  <inkml:trace contextRef="#ctx0" brushRef="#br0" timeOffset="11982.69">4103 8179 249 0,'-43'24'315'0,"15"-1"-15"15,4-7-12-15,11-4-1 0,2 2 25 0,7-6 34 0,4-1 23 16,7-2 11-16,11-2-8 0,15-5-23 0,25-3-20 16,32-10-27-16,6-7-30 0,43-14-28 15,6-2-23-15,-4 2-23 0,-40 11-20 0,-2 4-17 0,4-9-20 16,-9 10-11-16,4-4-16 0,-14 4-8 0,-1 1-18 15,-2 3-26-15,-21 10-31 0,4-4-43 0,-6 5-62 16,-3-1-60-16,-4 4-65 0,0 2-75 0,-13 2-90 16,4-2-112-16,-11 0-293 0,-1 4-833 0,-2-4 370 15</inkml:trace>
  <inkml:trace contextRef="#ctx0" brushRef="#br0" timeOffset="18183.08">7673 7446 8 0,'0'0'431'0,"-12"-12"13"15,7 10-7-15,-5-2-4 0,1 3-21 0,0-1-21 16,9 2-28-16,-16 0-22 0,4 0-34 0,12 0-28 16,-15 0-26-16,15 0-28 0,-15 2-21 0,9 0-26 15,-1 3-10-15,0 5-16 0,4-5-15 0,-2 1-10 0,-1 6-17 16,4-3-11-16,2-2-11 0,0 4-9 0,2-2-8 15,3 1-7-15,-4-1-4 0,6-1-12 16,-6-1 6-16,6 0-15 0,0-2-4 0,-1-2-5 16,-4 2-1-16,6-1-1 0,-8-4-1 0,0 0-4 0,0 0-4 15,15-1 4-15,-15 1-3 0,5-9-5 0,-5 2 1 16,0 7-7-16,0-14-7 0,-2 6-9 0,-1 1-28 16,-2-1-35-16,-1 1-38 0,1-2-57 0,-4 0-39 15,3 3-40-15,-3-2-45 0,1 3-57 0,2-2-71 16,-3 5-316-16,3-4-792 0,-1-1 350 0</inkml:trace>
  <inkml:trace contextRef="#ctx0" brushRef="#br0" timeOffset="18515.47">7534 6988 129 0,'-15'-1'282'0,"15"1"-26"15,0 0-20-15,-13 1-22 0,13-1-14 0,-7 5-11 16,7-5-11-16,-5 7-12 0,2 1-12 0,6-1-9 16,-6 4-10-16,11-2-9 0,-8 0-8 0,0 0 0 0,5 0-16 15,3 0-9-15,-4 3-6 0,1-4 9 0,6-4-17 16,-2 0-4-16,-1 3 5 0,0-7 8 0,4 5 1 16,-2-5 0-16,-4 4 5 0,-6-4-10 15,15-8-2-15,-8 5 1 0,-1-3 0 0,1-3-2 0,-4 1-6 16,2-1 3-16,-3-1-5 0,-2 1-4 0,0-3-11 15,-2 0 6-15,-3 0-6 0,2 3-6 0,-4-3-4 16,-6-1-9-16,8 4-4 0,-5 3-13 0,5 2-19 16,-5-3-40-16,4 6-37 0,6 1-27 0,-22 1-31 15,14 3-34-15,0 4-51 0,-2 4-70 0,0-5-65 16,8 7-205-16,-3 6-603 0,5-5 267 0</inkml:trace>
  <inkml:trace contextRef="#ctx0" brushRef="#br0" timeOffset="18898.8">9052 6700 383 0,'0'-6'369'0,"3"1"-22"0,-3 5-38 16,0-8-36-16,0 8-29 0,0 0-22 0,0 0-26 16,0 0-21-16,3 24-16 0,-1-13-12 0,3 5-19 15,-3 2-9-15,4 10-9 0,-6-1-14 0,5 4-7 16,2-1-13-16,-2-1 0 0,1 5-9 0,4 5-9 15,-1 1-4-15,-1-10-4 0,0 9-6 0,2-12-1 16,0 0-12-16,-5-3-9 0,5 3-15 0,-2-1-23 16,-1-10-21-16,-1-4-26 0,-2 0-29 0,-3-3-16 15,4 0-12-15,-3-5-36 0,-2 1-48 0,0-5-40 16,0 0-27-16,0 0-160 0,0 0-466 0,0-27 206 0</inkml:trace>
  <inkml:trace contextRef="#ctx0" brushRef="#br0" timeOffset="19265.43">9073 6756 15 0,'-3'-9'286'0,"0"-2"1"0,1 4-10 0,0 1-14 0,2 0-19 15,0 6-19-15,-3-12-20 0,3 12-22 0,0 0 11 16,13 0-8-16,-13 0-2 0,17 11-22 0,-4-1-5 16,7-1-19-16,3 6-8 0,5 3-10 0,5 4-11 15,10 4-16-15,-6 2-4 0,-1-4-10 0,1 3-10 16,-1 7-5-16,4-6-9 0,-1 2-1 0,1-2 2 15,-2 1-17-15,5-2 1 0,-6-2-5 0,6 4 0 16,-5-5-2-16,-2-6-6 0,-9 0-7 0,-4-7 2 16,-5-1 1-16,2-2-5 0,-5-1-2 0,-2-4-2 15,-1-3 3-15,-2 0-1 0,-10 0-3 0,16-8 5 16,-14 6 5-16,4-6 3 0,-9-2 6 0,3-1 0 16,-5-7 10-16,-2 3 6 0,3-6 5 0,-11-4 4 15,6-2 5-15,-2 1 4 0,-2-4-7 0,-2-9 5 16,-5 0-3-16,2-1-4 0,3-6 1 0,0 7-18 15,-3-4 0-15,-1 2-1 0,8 2-8 0,2 11-2 16,0-2-8-16,-3 2 2 0,9 5 1 0,-4 4-8 0,-5 0-17 16,11 4-23-16,-1 6-48 0,-3 2-75 15,5-2-58-15,0 9-35 0,0-6-40 0,0 6-55 16,0 0-56-16,0 0-212 0,30 22-654 0,-17-6 289 0</inkml:trace>
  <inkml:trace contextRef="#ctx0" brushRef="#br0" timeOffset="19631.71">10303 6728 255 0,'-15'8'339'15,"0"7"-24"-15,2 2-10 0,0 4-15 0,-4 2-19 16,2 4-12-16,4 0-22 0,-3 0 7 0,8 0-26 15,1 0-17-15,3 2-14 0,4-2-6 0,3 0-11 16,3-3-12-16,7 1-7 0,0-3-12 0,3 0-7 16,7-7-6-16,-2 0-17 0,5-3-1 0,0-3-4 15,-3-6-14-15,3 1-5 0,2-3-9 0,2-2-10 16,-11-3 1-16,2-3-5 0,-6-2-7 0,-1 1-4 16,1-3-5-16,-2-3 1 0,-7 1 12 0,0-4-9 15,-3-9 4-15,-5 8-8 0,0-1-2 0,-5-1 6 16,-6 1-7-16,-2-3-4 0,-1 5-5 0,-1 2-3 15,-1-2-3-15,1 5-6 0,-7 5-4 0,6-4-15 0,-4 9-18 16,2 0-17-16,-4 2-44 0,4 2-43 16,0 3-50-16,-2 6-37 0,5-7-48 0,0 12-77 0,2-4-69 15,5 1-278-15,-1 5-733 0,9-2 324 0</inkml:trace>
  <inkml:trace contextRef="#ctx0" brushRef="#br0" timeOffset="19983.07">11458 6882 231 0,'-15'3'322'0,"9"0"-14"0,-2 2-21 0,1 0-26 15,-3 3-12-15,3-1-13 0,-6 1-8 0,8 1-16 16,-5 6-15-16,5-6-11 0,2 6-18 0,-2-1-7 15,5-2-16-15,5-1-10 0,-2 1-8 0,1 0-9 16,2 0-3-16,-1-1-11 0,0-2-9 0,7-2-11 16,-4 0-2-16,2-2 0 0,-3 2-6 0,4-6-11 15,-3 1 2-15,1-2-4 0,-9 0-9 0,16-3 8 16,-11-2-13-16,2-1 11 0,-4-2-4 0,-1 3 2 0,-2-5 1 16,0 0-9-16,-2 1-6 0,-1 0 0 15,-4-2-2-15,1 2-6 0,-1-1-13 0,-1 2 4 16,-1 3-8-16,1-4-14 0,3 4-26 0,-6 2-40 15,1-3-50-15,3 3-39 0,7 3-44 0,0 0-45 0,-15 3-54 16,15-3-49-16,0 0-272 0,0 0-665 0,0 0 295 16</inkml:trace>
  <inkml:trace contextRef="#ctx0" brushRef="#br0" timeOffset="20648.7">12820 6627 5 0,'-8'4'356'16,"2"4"-6"-16,-9-4-22 0,0 4-22 0,0 4-25 16,2-2-10-16,3-2-26 0,-5 5-14 0,2 0-18 15,8 1-18-15,-10-1-8 0,10 1-5 0,0-1-13 0,5 0-7 16,0 2-16-16,1-2-6 0,8 2-7 15,-3-1-12-15,8-2-9 0,-1 1-7 0,3-2-13 16,4-2-2-16,-3 0-8 0,4-1-9 0,1-3-8 0,-1 2-6 16,1-7-6-16,-1 1-13 0,-2-2 4 15,0-4-2-15,-2 0-5 0,-2 1 0 0,-4-1 8 16,-2 2-18-16,1-5-9 0,-7-1 8 0,-1-1-7 0,-4 2 4 16,-1-4-2-16,-4 1 0 0,0 0-7 0,-4-1 18 15,-1 0-21-15,-3 4 0 0,-1-3-4 0,-6 2 0 16,6 2-4-16,-2 0-1 0,-1 3-4 0,1-1 5 15,7 1-1-15,-3 3-3 0,6-1-22 0,0-1-23 16,-4 2-27-16,12 1-22 0,0 0 5 0,0-7 4 16,0 7-9-16,22-7-15 0,-1 0-24 0,14-3-15 15,6-7-14-15,9 0-13 0,1-1-9 0,7-4-5 16,2-4-4-16,14-10-7 0,6-3-12 0,-7 5-9 16,-4-5-1-16,-11 4 10 0,7-4 18 0,-14 4 28 15,-5 1 18-15,-8-1 30 0,4 5 30 0,-11-1 48 16,-9 7 47-16,-7 1 38 0,-7 4 32 0,-2 2 16 15,1 1 7-15,-7 1 11 0,0 0 10 0,-7 7 10 16,1-3 8-16,3 4 14 0,-7 0-10 0,0 5-12 16,-4 2-9-16,6 0-7 0,-8 8-4 0,-4 3-9 15,3 8 5-15,-3 5-3 0,5 3-7 0,1 13 5 16,-1-1-2-16,5 3-4 0,3 5-1 0,2 2-2 16,3 2 1-16,11 6 12 0,-3 17 4 0,8 0-2 0,-1-20-8 15,5 20-1-15,9 0-5 0,-3-1-7 0,0 0-6 16,2-2-11-16,-3 1-1 0,7 6-5 0,0-4-7 15,-2-1-3-15,2-2-5 0,-17-12-5 16,2-6-3-16,-2 3-4 0,-1-2-4 0,-1-6 0 0,-4 0-9 16,1-4-22-16,-6-13-21 0,3-7-45 0,-4-5-44 15,4-2-40-15,-1-3-16 0,-8-6-26 0,1-3-57 16,3-5-70-16,0 0-71 0,0 0-254 0,-16-27-694 16,9 10 307-16</inkml:trace>
  <inkml:trace contextRef="#ctx0" brushRef="#br0" timeOffset="20815.91">13602 7167 214 0,'-7'-2'287'0,"7"2"-31"0,-10-4-14 16,10 4-9-16,0 0-2 0,0 0-14 0,0 0-17 16,38-3-22-16,-8-2-18 0,6 4-16 0,12-1-15 15,7-6-26-15,3-1-53 0,23-1-58 0,-20-2-68 16,20 0-64-16,5-4-81 0,-24 2-146 0,19-1-397 0,-2-1 176 15</inkml:trace>
  <inkml:trace contextRef="#ctx0" brushRef="#br0" timeOffset="21131.81">15535 6096 266 0,'2'-18'512'15,"-1"2"-9"-15,6 0-12 0,-7 5 0 0,0 0-40 16,0 3-46-16,0 1-47 0,0 7-43 0,5-6-36 16,-5 6-30-16,0 0-22 0,1 21-23 0,4 6-21 15,5 3-15-15,-3 10-19 0,1 4-15 0,-1 5-14 16,6 1-8-16,-3 4-14 0,3 3-9 0,10 17-6 15,-3-2-10-15,-8-21-5 0,3 4-17 0,-2-2-19 16,2-1-17-16,0-6-21 0,0 0-30 0,-2-4-27 16,2-2-39-16,-7-12-31 0,5-2-39 0,2-5-32 15,-3-2-30-15,-7-8-38 0,1 0-51 0,1-7-70 16,1-3-305-16,-8-1-757 0,0 0 335 0</inkml:trace>
  <inkml:trace contextRef="#ctx0" brushRef="#br0" timeOffset="21382.39">15197 6180 242 0,'-23'-7'387'0,"3"2"14"16,2 0 13-16,15 1-6 0,-12 0-10 0,7 0-15 0,1 0-17 16,7 4-19-16,-3-8-35 0,3 8-34 0,18-12-27 15,5-4-24-15,10 9-20 0,12-8-24 0,6-1-16 16,7 0-18-16,20-2-17 0,-15 3-12 0,18-5-11 15,-22 10-13-15,1-4-7 0,1 4-14 0,-3 1-22 16,0 1-27-16,-8 5-32 0,-6 1-49 0,-7 0-56 16,-6 2-67-16,-8 2-41 0,-1 0-51 0,-4 6-60 15,-1-4-69-15,-7 7-310 0,1 1-768 0,-2 3 340 16</inkml:trace>
  <inkml:trace contextRef="#ctx0" brushRef="#br0" timeOffset="22315.33">16478 6492 125 0,'0'0'299'0,"-1"12"-10"0,-3-1-10 0,4 0-3 15,-1 5-17-15,-3 0-6 0,-2 3-11 0,-1 5-9 0,2 2-5 16,-1 0-21-16,2 1-16 0,3 0-3 0,-3 2-22 15,8-2 3-15,-1 0-14 0,5 0-9 16,4-1-10-16,-2-2-11 0,5 0-9 0,6-2-9 0,2-1-11 16,-1-6-3-16,6 4-6 0,2-6-9 0,-7-1-9 15,7-5-2-15,-7-1-12 0,7-4 6 0,-2 0-16 16,2-6-4-16,-9 0-3 0,7-5-11 0,-1-3-5 16,-7-1-8-16,1-7-10 0,2 1-4 0,-4-1-8 15,-3-6-2-15,-1-1-6 0,0-1-6 0,1-11-6 16,-4-3-1-16,3-3-15 0,-5-3 2 0,1 2-11 15,-1-5 2-15,-3 1 2 0,-2 0 5 0,-3-2 7 16,-2 3 0-16,0 3 3 0,-5 0 4 0,3-2 11 16,-5 3 21-16,-1 9 17 0,1 5 19 0,-1 0 11 15,0 1 16-15,1 6 4 0,-1 5 0 0,1 1-1 16,-1 3 4-16,1 1-18 0,1 4-25 0,6 1 13 16,-8 1-5-16,-1 7-7 0,3-1-6 0,6 2 0 15,-17 7-1-15,6 1-9 0,2 3 7 0,4 5-9 0,-5 8-11 16,5 8 10-16,4 10 2 0,-6 0-7 0,5 0-4 15,4 4 0-15,6 2 0 0,-3-1 2 16,2 1-1-16,1-1-4 0,7 2 1 0,0-1-5 16,0-5-8-16,6-1-8 0,-6 2-11 0,14-5-13 0,0-2 0 15,-1-1-11-15,4-9-9 0,3 2-2 0,-1-5-6 16,-5-8-2-16,0-4-4 0,6-1-1 16,-5-3 3-16,5-4 2 0,-6-5 1 0,3-1 5 0,-2-4 3 15,-1-1 14-15,1-1-4 0,0-8 7 0,-5 1 5 16,0-4 4-16,-4 2 9 0,-4-5-2 0,3-1 4 15,-7 0 3-15,-3 0 3 0,-4-4 4 0,3 8 8 16,-9-1 22-16,5 0 9 0,-4 5 4 0,-1-4 13 16,-1 6-4-16,-4 2-2 0,3 1-2 0,-6 4-2 15,-4 0-1-15,4 3-7 0,-7 3 5 0,0 0-10 16,2 6-3-16,-9 2 9 0,-1 5-10 0,2 4-5 16,-1 3 3-16,6 3-3 0,-4 4 4 0,3 0-9 15,4 1 7-15,3 1 1 0,2 0-6 0,1-1 4 16,5 3 0-16,4-6 11 0,0 3-14 0,6-1 4 15,-1-8-5-15,8 7 10 0,3-4-4 0,-2-2 3 16,8-5-1-16,-3-3-8 0,9 0 6 0,0-5 1 16,-2-5-1-16,3-2-3 0,6-2 1 0,-11-3 0 15,4-7-4-15,0 1-1 0,-2-5-1 0,-2-1 2 0,-1-7 4 16,-2 2 0-16,2-4 2 0,3-5-7 16,-11 4 11-16,3 0-7 0,1-8-2 0,-11 8 8 15,12-12 6-15,-7 12 5 0,-2 1 27 0,0 2 23 16,-5 8 13-16,-1-2 6 0,1 3 1 0,0 3 3 0,-3 3-19 15,-1-2-10-15,2 7-8 0,-4-4-11 0,-2 8-4 16,13 0-6-16,-13 0-3 0,12 12-5 16,-7-1 2-16,0 2-4 0,3 4-5 0,0 3-5 0,-1 5 5 15,0-1-8-15,-6 1 0 0,4 4-8 0,-3-2-17 16,-2-5-5-16,0 1-33 0,0 1-32 0,-3-3-26 16,-2-3-14-16,-5-1-22 0,-2 0-17 0,-1-2-27 15,-9 0-40-15,-1-3-50 0,-3-1-57 0,-7-8-287 16,3-3-672-16,-7-2 297 0</inkml:trace>
  <inkml:trace contextRef="#ctx0" brushRef="#br0" timeOffset="22515.71">16447 5749 334 0,'-8'-2'314'0,"-2"-1"-25"0,6-1-27 0,4 4-28 16,-6-6-21-16,6 6-43 0,-5-4-35 0,5 4-40 15,0 0-45-15,0 0-68 0,0 0-68 0,13 18-76 16,-5-10-143-16,4 3-331 0,-2 1 146 0</inkml:trace>
  <inkml:trace contextRef="#ctx0" brushRef="#br0" timeOffset="22999.42">20201 6225 276 0,'-15'4'267'0,"-5"8"-19"0,-3 1-18 0,1 1-7 0,-1 4-13 16,-3-1-9-16,4 2-12 0,-1 4-8 0,1-2-16 15,8 4-12-15,-1 2-7 0,5-3-13 0,5 3-2 16,0-1-8-16,5-5-6 0,10 5-5 0,0-7-7 15,0-4 15-15,5-2-24 0,3-1-2 0,5 2-13 16,5-5-6-16,-5-5-1 0,7 1-10 0,-2-5-7 16,-6-2-5-16,-1-1 9 0,-4-1-12 0,-1-4-10 15,-1 0 6-15,0-4 0 0,-8-2-6 0,-4-3 3 16,-1 1-8-16,-4-5-10 0,-8-3 7 0,-5 0-5 16,-1 1-6-16,-9-1-3 0,-2 2 5 0,4-1-8 15,-5 10-2-15,-8-11-2 0,4 6-3 0,4 3 0 16,-7 2 13-16,9 3-12 0,-1 3-7 0,9 1-22 15,-2 0-17-15,7 5-24 0,3-4-25 0,3 3-26 16,-1 1 1-16,8 1 5 0,0 0-16 0,0 0-30 0,0 0-39 16,43-8-33-16,-8 3-32 0,15-5-30 15,1 3-167-15,5-2-490 0,-1-3 217 0</inkml:trace>
  <inkml:trace contextRef="#ctx0" brushRef="#br0" timeOffset="23249.31">20757 5779 96 0,'-8'-10'256'0,"1"1"11"0,5 1 6 0,-4 0 9 16,1 1 8-16,3 3-31 0,-4-4-15 0,6 8-24 15,-2-5-22-15,2 5-26 0,-7-5-8 0,7 5-24 16,0 0-8-16,-5-6-12 0,5 6-12 0,0 0-15 16,0 0-6-16,0 0-4 0,14 16-11 0,-10-12-9 15,-2 1-7-15,5 3-1 0,-7-1-8 0,6 0 7 16,-4 0-15-16,-2 2-2 0,5-2-5 0,-3 1 0 15,-1-4-11-15,6 3-1 0,-7-2 0 0,0 2-15 16,0-2-19-16,0-5-24 0,0 10-27 0,0-10-29 0,0 7-30 16,0-2-44-16,0-5-45 0,0 0-83 15,0 0-209-15,0 0-545 0,0 0 241 0</inkml:trace>
  <inkml:trace contextRef="#ctx0" brushRef="#br0" timeOffset="24265.01">20507 6324 171 0,'-7'-15'313'0,"2"4"-6"0,0 3-8 0,0 1-2 15,4 0-18-15,-6-1-14 0,4 4-30 0,3 4-20 16,-5-5-25-16,5 5-22 0,0 0-18 0,0 0-9 16,-2 17-13-16,4-3-22 0,5 1-3 0,-1 2-3 15,2 6-14-15,2 7-10 0,5-6-3 0,3 3-8 16,-1-3-2-16,5 2-4 0,-6-3-9 0,7 1-5 16,-3-4-3-16,2-5-3 0,1 3-5 0,5-6-1 0,-13-3-2 15,6-2-5-15,1 0 2 0,-6-3-9 0,4-3-5 16,-5-2 1-16,2-3 0 0,-2-3 3 0,-2-1-6 15,0-3 1-15,-3-2 0 0,-2-1-6 0,1-1-3 16,-3-2 5-16,1-1-4 0,-1-1-2 0,-1 2 15 16,-1-2 16-16,-4 1 13 0,1 6 13 0,-2 0 12 15,1 3-5-15,1-5 4 0,-1 10-12 0,0-2-10 16,0 6-7-16,5-3-4 0,-5 3-10 0,0 0 1 16,0 0-5-16,-5 20-3 0,5-7-2 0,0 5-3 15,5-4-6-15,-5 5-2 0,10 3-2 0,2 1-3 16,1 3-4-16,2-6-5 0,0 2-4 0,3-3-11 15,4-1-3-15,6-3-14 0,-5-1-28 0,7-9-19 16,3-2-13-16,-2-1-12 0,1-4-12 0,1-1-6 0,-2-2-9 16,-3-10-14-16,4-4-23 0,-9 0-27 15,15-5-20-15,-10-9-18 0,0 0-16 0,1-5-10 16,-8-1-5-16,-4-4-141 0,-1-2-444 0,-4-2 196 16</inkml:trace>
  <inkml:trace contextRef="#ctx0" brushRef="#br0" timeOffset="24465.7">21530 5832 39 0,'-23'-41'121'0,"8"4"28"0,-2 1 32 0,-3 9 24 15,6 2 19-15,-1 3 17 0,3 3-1 0,2 4-5 16,-5 6-6-16,9-2 7 0,-3 6-28 0,3-2-19 16,-1 6-5-16,7 1-30 0,-8 9-23 0,6 2 2 15,-3 4-13-15,5 4 1 0,0 8-2 0,7 1-5 16,1 16-14-16,5-2-1 0,-1 0-12 0,6 1-1 16,-3 8-3-16,0 2-11 0,11-5-9 0,-7 5-1 15,7-3 2-15,-9 1-14 0,11-1-6 0,-2-7-21 16,-6 3-11-16,3-8-23 0,-1-2-33 0,-1-9-31 15,-6-1-37-15,-7-8-46 0,6-5-46 0,-8-4-51 16,3-6-47-16,-3-1-242 0,-6-2-587 0,0 0 260 16</inkml:trace>
  <inkml:trace contextRef="#ctx0" brushRef="#br0" timeOffset="24631.75">21351 6092 117 0,'-13'-7'273'0,"3"4"2"16,2-4-12-16,1 5-15 0,0-2-16 0,7 4-16 15,-6-4-22-15,6 4-16 0,0 0-15 16,20-7-16-16,-2 7-13 0,18 0-15 0,9-1-29 0,6 1-45 16,1 1-43-16,7 3-54 0,4-4-48 0,0-4-57 15,23 4-65-15,-26-3-140 0,4 5-390 0,24-2 173 16</inkml:trace>
  <inkml:trace contextRef="#ctx0" brushRef="#br0" timeOffset="24965.67">22738 6001 108 0,'-21'20'304'0,"-6"2"-13"16,-6 5 6-16,16-5-22 0,3 2-21 0,-1 3-14 16,8-4-19-16,0 4-8 0,6 2-12 0,2-7-17 15,6 5-3-15,1-3-13 0,7 2-8 0,3-3-7 16,1-6-10-16,7 0-11 0,1 0-11 0,1-7-11 0,5-1-3 15,2 0-14-15,-9-3-15 0,4-3-5 16,0-5-2-16,-9 1-6 0,6-5-10 0,-9 1 0 16,-3-5-3-16,3 4-3 0,-8-10-6 0,0 2-6 15,-4-6-7-15,-2 4-9 0,-11-11 0 0,2 0-1 0,-5 0-1 16,-3 0-10-16,-7 0-6 0,5 4 0 0,-10-2-5 16,2 4-10-16,-7 5 8 0,2-1-26 15,-5 2-3-15,10 6-16 0,-7-1-19 0,9 7-19 0,-1 3-20 16,4-7-25-16,6 7-20 0,3 0-10 0,9 0-14 15,-14 3-13-15,14-3-25 0,0 0-27 0,23 11-30 16,1-10-185-16,4 2-493 0,8-3 219 0</inkml:trace>
  <inkml:trace contextRef="#ctx0" brushRef="#br0" timeOffset="25248.44">23604 5679 183 0,'0'-6'253'15,"0"6"-26"-15,0 0-6 0,0 0-7 0,0 0 20 16,-20 18-2-16,12-3 2 0,1 1-5 0,-3 11-5 16,-3 11 11-16,5 4-7 0,1 6-9 0,0 8-7 15,2 20-1-15,5 4-18 0,4 2-6 0,4 6-12 16,0 1-11-16,5 3-16 0,-4 2-10 0,6-1-8 0,5 0-11 16,-4-4 4-16,1 2 3 0,2-1-8 15,-2-3-10-15,0-2-9 0,1 4-4 0,3-9-12 16,-4-2-8-16,-2-24-3 0,-4 1-9 0,-1-4-6 15,-1-5-7-15,-6 0-8 0,-3-18-9 0,3-2-13 0,-3-10-17 16,0 0-14-16,-6-6-23 0,1-6-42 0,-5-4-48 16,10 0-50-16,-24-14-46 0,3-3-60 15,-1-5-66-15,-2-18-70 0,-5-2-267 0,1-3-740 0,4-6 328 16</inkml:trace>
  <inkml:trace contextRef="#ctx0" brushRef="#br0" timeOffset="25415.68">23271 6814 216 0,'2'-9'245'0,"-2"9"2"16,13-7-17-16,-3 2-19 0,6 1-20 0,13-7-12 15,-1 4-21-15,2-3-17 0,4-1-14 0,13-3-13 16,4-2-14-16,2 1-40 0,3-1-49 0,-4-1-50 16,2-7-53-16,1 3-55 0,1-5-179 0,-6 2-352 15,3 2 156-15</inkml:trace>
  <inkml:trace contextRef="#ctx0" brushRef="#br0" timeOffset="25748.91">24526 5940 319 0,'0'0'331'0,"6"-6"-21"0,-6 6-29 15,0 0-29-15,22 12-27 0,-12 3-20 0,-4 1-14 16,1 10-18-16,6 10 9 0,-3 6-22 0,3 4-10 16,-4 5-12-16,6-1-2 0,-2 5-13 0,7 18-7 15,-9-18-7-15,9 23-13 0,0-22 5 0,0 14-23 16,-9-13-10-16,6-8-2 0,3 4-6 0,-2-3-1 15,2 1-10-15,-4-11-15 0,4 2-18 0,-3-4-24 16,-4-15-28-16,2 1-30 0,-8-4-32 0,-1-5-44 16,3-1-34-16,-3-6-22 0,1-1-51 0,-4-3-36 15,-3-4-177-15,0 0-500 0,0 0 221 0</inkml:trace>
  <inkml:trace contextRef="#ctx0" brushRef="#br0" timeOffset="26031.64">24628 6043 21 0,'-15'-22'366'15,"7"5"6"-15,-5 5 55 0,6-4-17 0,4 2-22 16,-2 2-30-16,5 2-28 0,0 0-26 0,5-1-31 16,-2 0-31-16,9 2-22 0,4 5-20 0,11-5-22 15,-1 2-16-15,9 4-16 0,-3-1-20 0,1 8-12 16,0-3-6-16,5 8-19 0,5 1-9 0,-8 2-10 15,-6 1-6-15,1 0-7 0,-3 3-2 0,-4 3-14 16,-7-6-11-16,6 6-6 0,-14 1-19 0,1-2-12 0,-6 1-12 16,-2 4-9-16,-2 1-23 0,-9 3-23 15,0-3-18-15,-5 3-35 0,-11 4-20 0,-6-2-24 16,2-1-30-16,-6-2-32 0,0-1-34 0,7-5-28 0,8-5-24 16,-9 4-220-16,12-7-583 0,3 3 259 0</inkml:trace>
  <inkml:trace contextRef="#ctx0" brushRef="#br0" timeOffset="26783.64">25239 6366 196 0,'0'0'240'16,"8"-6"-1"-16,1 3-14 0,-3-2-7 0,1 1-7 15,-4-2-16-15,2-3-9 0,2 1-11 0,1 0-10 16,4-6-5-16,-2 1-13 0,3-1 4 0,2 1-8 15,1-9-4-15,-1-3-5 0,3 2 1 0,-3-4 5 16,2 0 14-16,-2 0-8 0,5-8-7 0,-9 4-5 0,2-6 5 16,2-2 4-16,-6 2 2 0,-1-7 0 15,-2 12 3-15,3-10-3 0,-9 2-6 0,0-1-1 16,0 9-12-16,-5-11-11 0,1 4-11 0,-4 8-11 16,2 0-5-16,-1 0-9 0,-1 4-6 0,-1 8-9 0,3 1-5 15,-3 6-9-15,3 0-7 0,-1 4-8 0,1 3-7 16,-6-2-2-16,4 7-13 0,-4 8-4 0,-1 1-9 15,-2 6 1-15,3 7-1 0,-2 7-7 0,0 12 6 16,1 1-4-16,13 2 1 0,-7 9-1 0,6 1 1 16,2 5-3-16,6-2 2 0,10 24 0 0,-1-3 7 15,2-4-7-15,9 0 3 0,-7-20 0 0,13 16-4 16,-8-17-1-16,8-5 3 0,15 13-3 0,-10-22 3 16,-10 3-1-16,12-10-3 0,-6-2-4 0,3-3-2 15,-4-16-3-15,-2 1-10 0,1-7-1 0,4-5-4 16,-1-1 0-16,-5-8 1 0,0-1-5 0,-4-5-1 15,-1-5-2-15,-2-3 2 0,-8 0-1 0,3-8-1 16,-10 1 0-16,2-9 0 0,-3 5 7 0,-7-3-2 0,2 3 10 16,-4 6-1-16,2-5 1 0,-8 9 6 15,-1-3 6-15,1-3 6 0,-5 8-3 0,1 8 3 16,1-6-1-16,-2 13 1 0,-2-5-3 0,-5 8-1 16,-3-1-1-16,1 5 2 0,6 5 0 0,-16 0 1 0,14 9 6 15,-12-3-6-15,2 6 3 0,3 2 1 0,2 0-2 16,1-3 2-16,4 7-3 0,7-2 0 0,-3-4 2 15,8 0-3-15,1 1 2 0,5-2 4 0,-3-1 2 16,6-3 7-16,0-4-14 0,0 3 3 0,6-2 2 16,-3-2 1-16,6-2 2 0,4 2-1 0,3-7 3 15,-1 0 0-15,-2-4 0 0,6-4 0 0,-1 3-4 16,1-3 3-16,-4 1-5 0,9-7 2 0,-4 2 15 16,-2 0-12-16,-2 1 11 0,-3-1 3 0,4 4 11 15,-10-3 8-15,2 6 0 0,-3 0-2 0,1 0 0 16,-5-1-9-16,0 3-11 0,-5 3-1 0,0 0 1 15,15 0-6-15,-10 4 5 0,-2 3-6 0,1 1-3 16,-1 1 3-16,7 5 2 0,-8-1-14 0,8 1 1 16,-7 2-17-16,2 3-9 0,2-6-27 0,2 5-15 15,1-7-6-15,7 2-19 0,-1-4-23 0,1 3-23 16,0-5-24-16,4-1-27 0,1 1-25 0,-1-7-35 16,7 0-18-16,0-7-19 0,-3-3-25 0,2 0-178 0,-2 0-535 15,-2-7 236-15</inkml:trace>
  <inkml:trace contextRef="#ctx0" brushRef="#br0" timeOffset="27214.71">26742 5997 25 0,'0'-9'256'0,"-2"-2"-1"0,1 4-9 0,-4-1 16 0,0 4 8 16,0-4-17-16,-7 6-21 0,12 2-8 0,-23 2 5 16,3 1-1-16,5 9 0 0,-15-4-8 0,7 7 0 15,-5 0-11-15,2 6-10 0,-7 9-8 0,11-7-18 16,-3 4-14-16,5 0-12 0,5 1-11 0,2-1-6 15,3 1-7-15,5 2-11 0,4 2 1 0,1-5-2 16,6 0-3-16,9-1-6 0,5-4-9 0,2 2 0 16,6-8-15-16,13-1-4 0,10 2-10 0,-6-7-6 15,15-3-8-15,-4-5-6 0,3-2-4 0,-2-4-4 16,2-4-3-16,-4-4-5 0,1-3 0 0,-9-2-10 16,2 0-5-16,-6-4-4 0,2-3-5 0,-9-3-9 15,-6-3-7-15,-12 3-10 0,-3 0 1 0,7-11 0 0,-9 11 6 16,-3-2 3-16,-5 3 5 0,-5 10 17 0,2-6 8 15,-9 10 0-15,7 4 3 0,0-3-6 16,-8 3 1-16,-1 3-5 0,-4 2-3 0,-2 3 1 0,0 0 2 16,0 3 3-16,1 1-2 0,-8 5 3 0,1 9 1 15,7 2 0-15,-9 0 3 0,8 6 3 0,5-5 7 16,4 6 3-16,-1 0 7 0,5 0-2 0,-3 0-1 16,12 0 1-16,0 0-2 0,6-1-3 0,3 2-1 15,9-4-2-15,-5-2-7 0,10-5-12 0,6 8-25 16,-1-9-35-16,5 0-54 0,5-4-76 0,-2-1-49 15,1-5-56-15,-9 1-70 0,11-5-109 0,-1-4-328 16,-2 5-857-16,-6-4 380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2-05T10:18:44.4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5021 2460 346 0,'-3'-7'349'0,"3"7"-12"0,-2-7-21 15,2 7-31-15,0 0-24 0,0-7-21 0,0 7-29 16,0 0-21-16,0 0-21 0,0 0-15 0,0 0-17 15,0 0-11-15,0 0-15 0,12 24-6 0,-9-14-9 16,4 7-12-16,1 1 0 0,-1 6-14 0,3 6-4 16,1-3-8-16,-2 1-2 0,4 10-7 0,-5 4-5 15,0-4-8-15,6 3 0 0,-6 0-3 0,0-1-2 16,-1 1-7-16,4-1 3 0,-7-11 0 0,1 1-3 16,1 2 2-16,-2-5-11 0,2-2-14 0,-1-2-21 15,-1-4-15-15,1-6-26 0,-2 4-18 0,-3-5-34 16,3 0-14-16,-3-3-16 0,2-2-20 0,-2-2-69 15,0-5-32-15,0 0-235 0,0 0-538 0,0 0 238 16</inkml:trace>
  <inkml:trace contextRef="#ctx0" brushRef="#br0" timeOffset="265.88">5076 2318 255 0,'-2'-11'277'0,"2"2"-10"0,0 3-16 0,0-2-18 16,-5 4-22-16,5 4-19 0,7-9-20 0,-7 9-15 16,0 0-23-16,13-2-3 0,-13 2-16 0,23 14-8 0,-8-1-8 15,7 7-10-15,-2 2-11 0,1 4-5 0,6 7-11 16,-1 4-1-16,-1-1-4 0,2 2-5 0,-3 4-5 16,0-3-7-16,7-3-1 0,-6 6-6 15,-2-1-7-15,-3-7-16 0,-4-5-9 0,6 3-18 16,-7-5-19-16,13 7-24 0,-12-12-27 0,-4-5-27 0,3-2-35 15,0-2-36-15,0-4-45 0,0 0-169 0,-7-1-431 16,0-7 190-16</inkml:trace>
  <inkml:trace contextRef="#ctx0" brushRef="#br0" timeOffset="749.24">5849 2423 143 0,'0'19'127'0,"0"-8"-3"15,-2 4-3-15,1 2-8 0,-4 9-9 0,-2-1-6 16,5 2-8-16,-3 7-11 0,-9 4-6 0,5-7-5 16,-4 9-9-16,5-1-11 0,-7-9 0 0,7 0-1 15,-7-2-6-15,5 3-2 0,-2-3 3 0,4-2-15 16,-5-4-1-16,4-4-4 0,-1-6 4 0,6-2 2 15,-1-1 26-15,1-3 21 0,1 2 27 0,3-8-5 16,-5 1-8-16,5-1-5 0,0 0-4 0,-3-17-11 16,6 0 7-16,-1 4-13 0,4-14 4 0,1-4-5 15,3 0 0-15,-4-11-3 0,4-5-8 0,7 1-6 16,-2-4-2-16,-5 2-1 0,5 3 5 0,0-2 16 16,-2 0 21-16,-3 9 6 0,-4 10 11 0,3-2 18 15,-3 6 13-15,2 5 10 0,-8 3 3 0,5-2 2 16,-3 9 1-16,3-6-7 0,-5 8-19 0,2-1-7 15,-2 4-12-15,5-2-7 0,-5 6-19 0,3-9-10 0,-3 9-8 16,0 0-10-16,0 0-5 0,13 17-5 16,-6-1-4-16,1 4-1 0,0-4 0 0,4 14-7 15,0-2-4-15,6 11-3 0,-5 0-3 0,4 2 8 0,-1-1-18 16,-1 2-8-16,2 2-16 0,-7-7-12 0,1 4-15 16,2-2-17-16,2-2-13 0,-5-5-20 15,2 5-13-15,-2-6-4 0,0-3-26 0,0-1-9 16,-2-5-18-16,-2 4-27 0,3-11-37 0,-3-1-43 0,1-6-43 15,1 3-216-15,-6-3-573 0,11-4 253 0</inkml:trace>
  <inkml:trace contextRef="#ctx0" brushRef="#br0" timeOffset="1349.87">6402 2710 71 0,'0'0'207'0,"-8"23"-5"0,1-14-15 16,4 6-8-16,-1 0 0 0,1 3-17 0,1 2-15 16,1 0-16-16,-3 2-13 0,9 1-9 0,-5-2-11 15,2-3-5-15,1 2-6 0,2-1-9 0,0-2-6 16,3 2-7-16,4-1-4 0,1-4 1 0,2-1-9 16,2 1-7-16,3-5-3 0,-5-3-1 0,6 0-3 15,-1-3-5-15,6-3-7 0,-6 0-1 0,-3-3-4 16,4-5-2-16,-1 3-2 0,-5-8 1 0,2 4-3 15,-4-2 5-15,-5-3-9 0,0-1 2 0,-4-2-4 16,-3 4-2-16,1-5 5 0,-5 2-6 0,-1-4-4 16,-6 2 6-16,-1 3 0 0,-1-2 5 0,-1 5 0 15,-3-3 1-15,-3-1 0 0,3 7-1 0,1 3-3 16,0-6-2-16,2 5-1 0,3 0 1 0,-2 2-3 16,4 1 1-16,1 0-3 0,4 1 0 0,3 3-9 15,-12-11-2-15,12 11 1 0,-1-4-4 0,1 4 8 16,13-5 0-16,-10 1-5 0,9 1 2 0,-2-2-1 15,3 2 1-15,2-1 3 0,0 1-2 0,0 0 1 16,5 1-2-16,-4-2 3 0,-1 3-1 0,2-1 0 16,1 4-3-16,3-1 3 0,-4 3 1 0,1 1-1 15,2 1 1-15,1 0-2 0,-1 1 1 0,-1 4 0 16,9 3 2-16,-5 0-1 0,-2 4 8 0,3-2-6 16,-3 3 2-16,-4 0-1 0,4-2 1 0,-1 5-3 15,2-2 0-15,-8 3 1 0,-4-10 2 0,2 5-4 16,0-3 3-16,-9-2-4 0,0 2 2 0,5-4 3 15,-8-3 2-15,0-1 9 0,-3 1 19 0,3-3 25 16,-5 0 18-16,5-5 18 0,-6 6 14 0,6-6 11 0,-17-3 9 16,17 3 3-16,-13-9-7 0,4-2-13 15,3 3-2-15,3-3-13 0,-6-4-11 0,4 0-5 16,5-3-12-16,5-3-13 0,-1 0-17 0,4-3-27 0,5-3-39 16,2-2-48-16,3 3-48 0,5-11-61 0,2 2-52 15,5-1-74-15,-10 11-257 0,3-6-614 16,7-2 272-16</inkml:trace>
  <inkml:trace contextRef="#ctx0" brushRef="#br0" timeOffset="1632.64">7363 2148 247 0,'-8'-1'264'16,"8"1"-26"-16,0 0-26 0,0 0-19 0,0 0-9 15,0 0-8-15,8 27-13 0,-4-14-7 0,2 3 1 16,-1 2-16-16,4 11-6 0,-1-4-10 0,3 16-8 16,-2-11-14-16,1 9-6 0,0 7-8 0,-2-2-10 15,0 1-8-15,2 0-6 0,-3 3-3 0,1 2-3 16,-1-5-10-16,-1-5-1 0,4 2-4 0,-5 0-3 16,3-10-6-16,-1 0-4 0,0-5-1 0,-6-4-10 15,4-4-11-15,-3-2-13 0,5-4-21 0,-6-4-9 16,-1-1-8-16,7-4-38 0,-7-4-53 0,0 0-44 15,0 0-31-15,21-13-30 0,-11-1-179 0,0 0-451 16,0-1 199-16</inkml:trace>
  <inkml:trace contextRef="#ctx0" brushRef="#br0" timeOffset="1933.48">7865 2517 128 0,'0'-5'204'0,"0"5"-14"0,0 0-9 0,-7-7-15 16,7 7-2-16,0 0-1 0,0 0-11 0,-28 9-6 15,20-3-16-15,0-3-4 0,-7 3 2 0,5 3-12 16,-5 0-4-16,-3 2-6 0,4-3-7 0,0 7-2 16,-1-6-13-16,-2 5-6 0,2-1 1 0,-1-1 0 0,2 2-5 15,-2-2-4-15,3 3-4 0,-4-4-3 16,2 2-4-16,-3-4-4 0,3 8-3 0,5-7 1 16,-3 2-7-16,-2-2-6 0,8 1-4 0,-1-3-2 15,3 2-5-15,-3-1 0 0,1 0-1 0,6 0-5 0,-4-1 7 16,5 2-2-16,0 1 6 0,6 2-6 15,1-3 7-15,1 5-4 0,5-4-1 0,9 1-4 16,1 0-3-16,4-1 2 0,1 1-2 0,11 3 2 16,-7-5-31-16,11-1-25 0,-8-1-33 0,11-3-34 0,-13 2-46 15,0-5-48-15,17-2-57 0,-14 0-47 0,-4-1-162 16,-1-2-495-16,2-2 220 0</inkml:trace>
  <inkml:trace contextRef="#ctx0" brushRef="#br0" timeOffset="2283.71">8176 2718 42 0,'-16'7'211'0,"6"-4"1"0,3 6-2 15,-1 3-9-15,-5 3-2 0,4 2-7 0,-1 1-12 16,7 0-6-16,-2 2-8 0,-2 2-9 0,6-2-2 16,2-1-12-16,4 5 2 0,-3 2-23 0,5-7-9 15,1-1-9-15,5 1 10 0,-5-2-24 0,7-2-9 16,0-1-3-16,-2-6 3 0,4 3-19 0,3-5-3 15,-4-4-4-15,6-1-11 0,-1-2-2 0,1-4-8 16,-2 3 2-16,-2-10-5 0,-5 4 2 0,12-8-8 16,-10 1-4-16,-2-4-5 0,-4 1-3 0,-4-3 0 15,-4-6-5-15,4 6 3 0,-3-5-2 0,-2 3-6 16,-7-4 6-16,6 8 0 0,-6 3 2 0,-1-5 3 16,-4 4 6-16,2 2 4 0,-3 2 6 0,5 2-9 15,-7-1-4-15,0 2 0 0,0 4-2 0,5 0-2 16,-5 1-2-16,3 2 1 0,-2 2-4 0,-1 1-20 15,1 1-23-15,5 2-32 0,-3 4-35 0,2-2-30 16,5 0-48-16,-3 1-49 0,8 3-61 0,-2-2-189 16,2-2-518-16,2 2 230 0</inkml:trace>
  <inkml:trace contextRef="#ctx0" brushRef="#br0" timeOffset="2616.34">8514 2610 164 0,'6'-5'279'0,"-6"5"-24"0,0 0-23 0,0 0-16 16,0 0-15-16,15 8-7 0,-6-4-9 15,-6 3-11-15,7 6-5 0,-2 2-8 0,-1 0-4 16,6 4-9-16,-5 1-8 0,7 2-8 0,-7 4-6 0,7-1-14 16,7 12-6-16,-7-15-8 0,1 4-9 15,-1 1-3-15,7-4-13 0,-4-3-5 0,0-1-1 16,-3-4-7-16,-2-3-2 0,-3 2 3 0,0-6 22 15,-2-1 27-15,-1-1 29 0,0-2 38 0,-4-2 27 0,-3-2-8 16,0 0-9-16,15-9-19 0,-12 1-15 0,-1-1-2 16,-1-1-12-16,-1-2-10 0,5-4-8 0,-5-3-10 15,0 2-10-15,4-12-5 0,-4 5-8 16,0-3-14-16,0 2-9 0,1-2-6 0,4-2-16 0,-5 4-12 16,5-1-17-16,-1 0-28 0,2 2-31 0,1 5-48 15,-6-1-38-15,8-3-53 0,-4 7-44 0,5-2-38 16,-10 11-57-16,6-5-62 0,1 3-55 15,0 3-284-15,-1-3-784 0,-4-3 347 0</inkml:trace>
  <inkml:trace contextRef="#ctx0" brushRef="#br0" timeOffset="3433.51">10237 2277 264 0,'-4'-29'287'0,"1"6"-8"15,3 1 11-15,0 5-10 0,0 5-5 0,-6-5-9 16,6 4-4-16,-2 1-22 0,2 4-20 0,0-4-14 16,0 9-36-16,0 3-18 0,0 0-26 0,0 0-8 15,0 0-11-15,0 0-13 0,2 31-7 0,4-8-9 16,-6 5-10-16,7 16 2 0,-7 4-13 0,6 0-7 15,-1 1-4-15,-1 4-13 0,2-2-16 0,-4-3-20 0,5 3-23 16,-1-2-21-16,-4-2-20 0,3-5-25 16,-5 0-26-16,1-11-27 0,-1 1-43 0,0-5-39 15,5-8-40-15,-5-4-227 0,0-3-535 0,-5-4 236 16</inkml:trace>
  <inkml:trace contextRef="#ctx0" brushRef="#br0" timeOffset="3767.9">10045 2059 108 0,'5'-8'298'16,"-4"-3"-16"-16,6 0-21 0,-4 4-17 0,2-2-19 16,9 3-22-16,-1-4-16 0,5 3-8 0,2 5-22 0,10-1-15 15,1 3-17-15,14 1-8 0,-1 3-15 0,0 9-9 16,7 0-10-16,-3 3-8 0,0 7-8 15,-5 0-5-15,7 4-9 0,-4 1-3 0,-1 6-8 16,-1 0 7-16,-2 2-15 0,-6 2-3 0,-5 5 11 0,1-3-12 16,-6 5-5-16,-1-6 0 0,-3 4-4 0,-1-5-1 15,-12 2-6-15,0-11-1 0,-4 3 1 0,-5-2-2 16,-1-1 11-16,-6-2-11 0,-4 0 1 0,-6-2-2 16,-6-4 1-16,-5-2-4 0,-5 5 2 0,-9-8 1 15,-2 2 5-15,-1-7-3 0,3-2-5 0,-4-2 2 16,0-3 0-16,13-3 2 0,1-1-5 0,2 0 2 15,7 0-11-15,2-1-23 0,4-4-35 0,-3-2-49 16,14 0-60-16,-4-1-68 0,5-3-275 0,11 2-553 16,4-3 244-16</inkml:trace>
  <inkml:trace contextRef="#ctx0" brushRef="#br0" timeOffset="4166.35">11341 2670 17 0,'15'-6'213'16,"1"1"-5"-16,-4 0-8 0,3-2-9 0,6 3-12 16,-4-4-8-16,-2-2-6 0,-2 2-6 0,2-4-4 15,-2-1-9-15,0 2-7 0,-3-5 0 0,-2 2-8 16,4 1-1-16,0-2-2 0,-7 0-6 0,-2 0 0 15,0 3 3-15,-1-3 12 0,1 3-17 0,-3 1 0 16,-5 2-9-16,0 1-13 0,0-2-9 0,-5 6-8 16,-3-2-9-16,-3 6-7 0,-4 1-5 0,0 3-7 0,-8 0-6 15,0 5-13-15,1 0 3 0,2 4-6 16,-3 2 0-16,5 2-8 0,-2 1 1 0,7 1 1 16,0 2-11-16,3 2 6 0,3-6 1 0,2 8-8 15,5-6-3-15,-1 5 6 0,6 2-2 0,6-2-5 0,1-5 3 16,6 3-2-16,5-3-6 0,4 2-5 0,6-5-14 15,2-2-25-15,20-1-29 0,-4 1-32 16,2-8-46-16,-2-2-47 0,6-2-40 0,2-5-36 16,-3-1-27-16,7-3-183 0,-6-5-518 0,-4 2 230 0</inkml:trace>
  <inkml:trace contextRef="#ctx0" brushRef="#br0" timeOffset="4665.8">12291 2415 67 0,'-3'-11'253'0,"-1"-1"21"0,-4 0-18 15,3 5 0-15,-5-2 0 0,2 2-30 0,-5-1-21 16,3 4-19-16,-4 2-17 0,-2 0-17 0,-2 4-10 16,3 0-13-16,-4 2-17 0,5 0-5 0,-6 8-10 15,3 0-15-15,2 3-2 0,-5 5-10 0,6 1 0 16,-8 3-9-16,7 3-3 0,4-3 4 0,-1 4-10 16,-1-1-5-16,4 2-1 0,1-1-6 0,2 6 0 15,6-7-3-15,0 1-6 0,1-1 0 0,4-1-2 16,3-4 1-16,1-4-2 0,4-2-6 0,2-2-3 15,6 2 2-15,3-7-8 0,-5-2-9 0,11-3-12 16,0-1-15-16,5-6-7 0,-4-1-13 0,4-3 0 16,-4 0 5-16,1-5-5 0,13-8 1 0,-4 4-2 15,-1-7-1-15,-1-1-3 0,-14 5-2 0,3 1-2 16,-3-3 1-16,-5-3 5 0,0 2 4 0,-9-4 4 16,3 6 8-16,-4 5 3 0,-4-1 3 0,1 1 14 15,-4-1 15-15,-3 2 12 0,0 2 5 0,2 7 6 16,-1-3 2-16,-2 0 16 0,-1 0-8 0,2 8 4 15,-3-7 6-15,3 1 4 0,0 6-3 0,0-7 7 16,0 7-14-16,-3-7-7 0,3 7-2 0,0 0 0 16,0 0-4-16,0 0-4 0,0 0-1 0,0 0 2 0,0 0-2 15,0 0 4-15,0 0 3 0,0 0-9 16,8 23 1-16,-5-17-1 0,4 4 1 0,-7 2-6 16,5 0-2-16,-4 2 1 0,1 6-1 0,1-7-8 15,1 6 9-15,-4 1-2 0,0-1-2 0,0-1 3 0,5 5-1 16,-4-7-3-16,-1 4 4 0,0-1-13 15,2 0-5-15,1-3-16 0,-1 0-19 0,6-1-18 0,-1-1-27 16,-2-3-28-16,5-1-47 0,0-4-58 16,1-5-55-16,4 3-254 0,0-3-569 0,2-2 251 0</inkml:trace>
  <inkml:trace contextRef="#ctx0" brushRef="#br0" timeOffset="5015.72">13252 2380 69 0,'-4'-4'306'0,"-3"-2"0"0,-1 1-5 16,-1 2-14-16,-4-2-11 0,-2 0-14 0,-3 3-6 15,-2 1-25-15,4-2-10 0,-6 3-24 0,2 0-22 16,4 3-14-16,-4-2-19 0,3 6-16 0,1 0-8 16,1 2-11-16,3-2-13 0,-1 10-7 0,5-3-12 15,4-1-4-15,1 2-2 0,6 3-6 0,4 0-7 16,1 0-9-16,4 4 3 0,9 1-5 0,-6 1 0 15,7-1-9-15,1 0 3 0,-2-2-7 0,6 1-7 16,-4-2 4-16,0 0-6 0,0-2-4 0,-4 3-1 16,-4-6-12-16,-5 2 7 0,1-7-12 0,-3 5 6 15,-1 0-8-15,-5-6 14 0,-2 3-1 0,-2-3-1 16,-3-3 1-16,-2 6 4 0,-3-5-4 0,-4 0 4 16,-1 0-9-16,-13-1 4 0,6-3 1 0,-3 0 7 15,-3-3-18-15,2 0-19 0,4 0-23 0,-3 0-26 16,5-4-27-16,-1 2-24 0,6-3-35 0,3 4-46 15,2-6-53-15,7 0-45 0,1-2-41 0,2-2-172 16,4 0-551-16,7-4 244 0</inkml:trace>
  <inkml:trace contextRef="#ctx0" brushRef="#br0" timeOffset="5217.01">13562 2466 211 0,'0'0'245'15,"0"11"-3"-15,0-3-3 0,-2-3-3 0,2 10-8 16,0-3-9-16,0 3-12 0,0-4-23 0,0 8-13 16,0 0-11-16,0 1-15 0,2 3-13 0,1-1-12 15,6 5-13-15,-6-2-10 0,8 1-4 0,-6-1-7 16,9-2-12-16,1 1-13 0,-5-6-18 0,1 0-30 0,-1-6-35 16,2 3-37-16,-2-3-60 0,-2-4-66 15,5-4-59-15,2-1-204 0,-7-5-484 0,10 1 214 16</inkml:trace>
  <inkml:trace contextRef="#ctx0" brushRef="#br0" timeOffset="5849.01">13982 2571 34 0,'0'0'279'0,"-1"-9"-17"0,1 9-22 0,0 0-22 16,-5-3-18-16,5 3-9 0,0 0-11 0,0 0-13 15,-17 22-13-15,12-13-10 0,2-1-8 0,-4 10-11 16,2-3-6-16,-1 0-8 0,2 3-11 0,1 1-3 15,0 1-8-15,3 1-13 0,3-3-5 0,0 7-3 16,1-8-7-16,2 2-5 0,6 1-4 0,-7-5-6 16,7 4-3-16,-3-8-1 0,5 4-5 0,-1-6-1 15,0-2-5-15,-1 0-3 0,-1-3-7 0,4-3 1 16,-5-2-2-16,-3-3-3 0,1 1 2 0,0-8-7 16,-3 2-3-16,2-3 1 0,-4-3-4 0,-6-3 6 15,-2 3-6-15,3-3-4 0,2 2-2 0,-5-4 0 16,0 3 4-16,0 0 0 0,-1 0-2 0,-1 0 5 15,-1 2 1-15,1 2-2 0,1-1 4 0,2 2 7 16,-1 5 2-16,-1-4 5 0,2 2 1 0,4 5-3 16,-1-4 5-16,-3 1-2 0,4 7-6 0,0-11 0 15,0 11-1-15,7-9 0 0,1 9-3 0,-8 0 2 16,12-10-5-16,-2 10-6 0,-10 0 8 0,23 3-7 16,-8 4-1-16,0-3 2 0,5 0-5 0,-5-1 13 15,-1 3-13-15,8 4-2 0,-2 1-3 0,-2-1-4 16,-1 1-5-16,2 1 3 0,-2 2-12 0,1 3 4 15,0 3 10-15,-4-3-2 0,1-1-3 0,-2 0 12 16,2 7-10-16,-4-7-2 0,1 3-2 0,-4 0 3 16,5-4 3-16,-4 5-1 0,-3-7 4 0,3 1 9 15,-1-1-10-15,-2-6 2 0,1 1 2 0,-4-4 4 16,1 3 12-16,-3-4 2 0,-1-3 10 0,0 0 14 0,0 0 11 16,20-19 11-16,-16 15 22 0,1-7-5 15,3-1 4-15,-2-4 10 0,3 2 8 0,2-2 6 16,1 1-11-16,1-1-11 0,2 0 1 0,5-3-9 15,-9 6-5-15,8-4 2 0,-6 7-4 0,-2 0-8 0,3-2-7 16,-1 2-4-16,-3 4-8 0,-2 0-2 0,2 1-8 16,0 1-8-16,0 4-6 0,-10 0-10 0,21 4-23 15,-11 3-14-15,2 0-20 0,1 3-23 16,-3 4-37-16,5-3-23 0,-8-1-32 0,6 5-31 0,-5 0-30 16,-1 0-25-16,1 0-38 0,5-3-56 0,-4 3-278 15,-3-6-671-15,3 0 298 0</inkml:trace>
  <inkml:trace contextRef="#ctx0" brushRef="#br0" timeOffset="6015.6">14836 2338 182 0,'-8'-16'382'0,"2"-7"-29"0,-6 7-33 0,2-7-33 16,5 8-29-16,-11-1-29 0,1 5-30 0,0-4-50 15,-3 6-49-15,-11 1-60 0,-4-2-63 0,-8 8-85 16,-7-5-97-16,-3 4-156 0,-6 3-391 0,-4 2 174 16</inkml:trace>
  <inkml:trace contextRef="#ctx0" brushRef="#br0" timeOffset="6666.01">2969 1444 55 0,'-13'-24'337'0,"5"5"-7"0,-2 3-8 0,0 0-12 16,-2 1 0-16,4-4-4 0,3 4-4 0,0 6-4 15,-2-2-8-15,6-1-16 0,-6 2-25 16,4 5-23-16,-2 1-26 0,3-7-18 0,0 9-23 0,2 2-18 16,0 0-19-16,0 0-12 0,0 0-10 0,0 0-10 15,12 14-9-15,-5 4-6 0,-1 2-10 0,6 7-7 16,-4 4-11-16,2 0-23 0,2 9-25 0,1 5-13 15,-2-2-19-15,1 4-21 0,0-2-20 0,2-3-27 16,-7 0-22-16,6 2-30 0,-11-16-37 0,5 3-47 16,-1-5-56-16,3-2-55 0,-9-6-226 0,6 0-621 15,-6-8 274-15</inkml:trace>
  <inkml:trace contextRef="#ctx0" brushRef="#br0" timeOffset="7066.01">2727 1230 148 0,'0'-9'310'15,"-8"3"-22"-15,1 2-27 0,6-5-28 0,1 9-23 16,-5-5-22-16,5 5-16 0,0 0-20 0,0 0-17 16,36 14-14-16,-9-4-10 0,11 11-11 0,0 2-7 15,12-3-8-15,-4 12-6 0,5 1-9 0,1 2-8 16,15 7-7-16,-2 4-5 0,-17-9-5 0,8 16-1 0,4-3-4 15,-17-13-4-15,0-4 0 0,-7 5-6 0,4-2-3 16,-4-4-1-16,-6 1-4 0,-3-10-2 16,-11 1-4-16,-1-12 1 0,-2 3 1 0,-4-3-4 15,-3-3 2-15,3-3 42 0,-8-2 54 0,4 0 20 0,-5-4-5 16,0 0-4-16,0 0 4 0,-5-24 17 0,4 9-9 16,-8-12-1-16,3 0-8 0,-3-2-3 15,-4-15-8-15,5 5-9 0,-9-7-6 0,4 3-9 16,3-8-13-16,-5 1-5 0,2-4-8 0,0 7-12 0,3 2-1 15,-3-3-9-15,1 2-3 0,2 6-6 0,3 8-2 16,-1 8-5-16,7 4-5 0,-4 7-15 0,1-1-13 16,-1 2-30-16,-1 4-45 0,6 0-58 0,-2 2-54 15,2 6-14-15,0 0-14 0,0 0-20 0,0 0-43 16,0 0-44-16,2 26-55 0,3-11-199 0,-4 2-630 16,6 0 279-16</inkml:trace>
  <inkml:trace contextRef="#ctx0" brushRef="#br0" timeOffset="7434.1">3896 1518 49 0,'8'5'209'0,"0"-4"-6"0,1 0-3 0,2-1-6 0,-1 3-4 16,3-1-10-16,1-2-15 0,-3 3-10 0,6-3-9 15,1-3-14-15,-1 1-9 0,2-1-8 0,-2 1-8 16,5-3-3-16,-8 0-7 0,6 0-7 0,-3-2-7 15,-4-5-1-15,2 4-2 0,5 0 3 0,-4-4-4 16,-9 5 3-16,5-4-1 0,-2-1 0 0,-4 1-4 16,-3 3 2-16,-1-4 2 0,1 2 7 0,-3 3-7 15,-5-2 2-15,-1 1-7 0,3 1-16 0,-9 6-4 16,-3-6-4-16,2 6 0 0,-5 5-10 0,-1 1 2 16,-7 5-7-16,-2 1-2 0,6 6-2 0,1-2-11 15,-2 4-1-15,1 4 5 0,4-3-8 0,1 2 2 16,2 0 1-16,5 2-7 0,4-2-1 0,4 1-3 0,2-5-4 15,4 9 9-15,9-12-2 0,-2 3-2 16,14 1-16-16,5-4 2 0,8-1-9 0,10-4-17 16,0-3-29-16,2-6-20 0,-1-1-42 0,3 0-35 15,1-8-35-15,-7-4-41 0,9-4-26 0,-9-5-11 16,-1 6-6-16,1-6-162 0,-6-3-473 0,1 4 209 0</inkml:trace>
  <inkml:trace contextRef="#ctx0" brushRef="#br0" timeOffset="7616.01">4816 1464 932 0,'2'-13'-31'0,"4"-4"38"16,-6 0 52-16,7 7 23 0,-14 1 28 0,7 1 7 15,-1 4-4-15,-4-2-5 0,5 6-8 0,-15-9-4 0,8 11-4 16,7-2 0-16,-23 7-10 0,8-1-2 0,0 6-2 16,2-2-2-16,-2 7-6 0,-6 2-5 15,9 1-3-15,-8 5-6 0,7-1-5 0,-2 0-5 16,0 2-3-16,4-2-3 0,-3 3-4 0,3-3-4 0,3-6-2 16,-1-2-7-16,1 3-7 0,3-6-16 0,-5 4-22 15,2-4-28-15,3-2-32 0,-3-7-26 0,3 0-43 16,-2-2-27-16,7-2-17 0,0 0-135 0,0 0-357 15,-12-17 159-15</inkml:trace>
  <inkml:trace contextRef="#ctx0" brushRef="#br0" timeOffset="7798.77">4510 1605 300 0,'3'-21'29'0,"1"4"23"0,2-2 39 0,1 1 39 15,-1 3 24-15,-2 5 27 0,1-1 17 0,-4 0 4 16,4 6-9-16,-3-2-17 0,0 3-15 0,-2 4-18 16,6-9-14-16,-6 9-14 0,0 0-8 0,0 0-11 15,22 13-11-15,-11-2-10 0,1 1-3 0,0 4-8 16,4 4-6-16,1 1-3 0,4 3-5 0,1 0-6 15,7 6-3-15,6 0-1 0,-5 2-2 0,0-4-10 16,5-1-3-16,-7-9-18 0,-2 2-18 0,1-1-26 16,1-7-19-16,-2 2-54 0,2-7-56 0,2-4-59 15,0 0-198-15,-8-7-458 0,1 0 204 0</inkml:trace>
  <inkml:trace contextRef="#ctx0" brushRef="#br0" timeOffset="8082.24">5132 1025 222 0,'-11'-17'380'0,"2"3"2"15,1 1-1-15,3 4-4 0,4-1-9 0,-1 0-15 16,-5 3-19-16,2 1-31 0,4 0-30 0,1 6-32 16,-5-8-23-16,5 8-32 0,0 0-20 0,0 0-15 15,0 0-12-15,11 26-15 0,-4-10-15 0,1 7-10 16,9 5-15-16,-4 16-2 0,2 0-9 0,0 0-5 15,6 0-6-15,-4 3-8 0,3-3-3 0,0 7-7 16,-4-1-14-16,2-2-11 0,4 0-17 0,-4-2-22 0,0-2-21 16,4-3-14-16,1-1-15 0,-8-10-27 0,-2-6-20 15,2 3-15-15,0-6-20 0,-2-6-28 16,2 0-33-16,0-3-46 0,0-5-66 0,0-2-36 16,-2-5-199-16,-5-5-604 0,5-2 267 0</inkml:trace>
  <inkml:trace contextRef="#ctx0" brushRef="#br0" timeOffset="8266.01">5301 1230 285 0,'-15'-8'314'0,"2"1"-1"16,1 4-3-16,2-2-3 0,4 2-11 0,6 3-28 16,-10-7-22-16,3 5-23 0,7 2-30 15,0 0-17-15,0 0-16 0,0 0-16 0,0 0-11 0,33 0-14 16,-4 0-18-16,0 5-21 0,1 1-37 0,7 0-42 15,12-4-48-15,1 2-57 0,-4 2-72 0,7-1-67 16,-5 0-281-16,-3 0-568 0,1-1 252 0</inkml:trace>
  <inkml:trace contextRef="#ctx0" brushRef="#br0" timeOffset="9499.69">16495 2097 163 0,'0'-15'440'0,"-2"4"2"0,2-2-20 0,-5 7-28 15,10 1-28-15,-11-5-45 0,6 10-38 0,0-6-28 16,0 6-30-16,0 0-17 0,-15 24-5 0,11-5-3 16,1 5-8-16,0 10-14 0,-1 9-10 0,3 3-14 15,1 4-13-15,0 1-12 0,1-1-13 0,3 2-9 0,-1-6-14 16,5 4-7-16,1-4-10 0,2 5-4 0,6-9-12 16,-4 0-22-16,2 1-31 0,0-6-21 15,0-8-29-15,0-6-30 0,-2 3-36 0,-5-10-34 16,5-4-33-16,-4-1-36 0,4-5-62 0,-3-4-82 0,3-4-335 15,-1-4-746-15,-4-5 330 0</inkml:trace>
  <inkml:trace contextRef="#ctx0" brushRef="#br0" timeOffset="9782.17">16429 1927 185 0,'-7'-15'332'0,"5"-4"-2"0,1 4-9 0,1 0-9 15,0-3 1-15,0 4-9 0,0-2-22 0,3 5-18 16,4-5-24-16,3 3-23 0,1 1-21 0,4-1-20 16,3 8-20-16,1-6-16 0,9 3-14 0,-7 4-11 15,1 3-16-15,3 1-5 0,-6 1-18 0,10 5-8 16,-6 6-3-16,2 1-15 0,-4 4 2 0,2 1-9 16,-5 3-3-16,-1 4-7 0,-2-2-4 0,0 1-14 15,-7 3 6-15,4 0-9 0,-6 1-2 0,-2 2 0 16,-4 1-8-16,-4-3-4 0,-2 2-14 0,-6-2-13 15,4-2-5-15,-7 2-13 0,-10 6-13 0,4-12-28 16,-1-1-15-16,-4 2-24 0,1-4-27 0,-5-3-35 0,2 4-53 16,0-5-56-16,4 0-259 0,3-11-603 0,-7 7 267 15</inkml:trace>
  <inkml:trace contextRef="#ctx0" brushRef="#br0" timeOffset="10415.37">17111 2468 24 0,'18'1'222'0,"0"-2"-12"16,-1 1-13-16,-3 1-18 0,-2-1-15 0,-2 1-17 15,5 4-14-15,-7-3-13 0,0 5-10 0,4-3-8 16,-9 5-7-16,4 2-6 0,0-2-8 0,-7 1-3 16,0 7-8-16,0 1-2 0,0 1-8 0,-7-3-2 15,-1 4-3-15,-1 2-9 0,-4 2-5 0,0-5 0 16,3-1-5-16,0 0-5 0,-2-3 1 0,-1 0-5 16,5-1-3-16,0-5 1 0,1-1 0 0,0-3-4 15,4 0 15-15,3-5-2 0,-8 1-3 0,8-1-3 16,0 0-3-16,0 0-4 0,2-18 0 0,1 9-4 15,8-2 1-15,-4-5-5 0,8 1 0 0,3-6 1 16,2 3-4-16,3-1-1 0,-1 0-5 0,-1 0 2 16,2 6 0-16,-1 2-2 0,-7 0 0 0,5 2-1 15,-4-1-2-15,-1 4-1 0,0 3 2 0,2 3 5 16,-6-3-10-16,2 6-1 0,1-2 1 0,1 6 0 16,-2 4 1-16,0 0 4 0,2 2-2 0,-4 1-3 15,1-1 3-15,1 1 0 0,6 6 0 0,-8-4 6 16,4 0-4-16,-2-4-1 0,4 6 3 0,3-4 0 15,-5-1-1-15,-1-5 2 0,1 0 17 0,-1-4 10 16,-3 0 9-16,7-2 2 0,-1-2-2 0,-4-2 6 0,0-2 1 16,-1-4 18-16,1-2-12 0,-1-2 7 0,-4 0 3 15,0-3-2-15,-4-3-3 0,2 0 4 16,3 2-1-16,-6-4 4 0,-3-1-4 0,0-6-15 16,-5 10 5-16,3-8-2 0,-3 4-10 0,-1 1-1 0,1 2 7 15,-5 5-13-15,3-5-11 0,-3 6-2 0,4-3-18 16,-4 6-9-16,-4-2-26 0,0 4-21 0,4 6-20 15,-4 1-11-15,1-4-27 0,13 4-17 16,-30 0-24-16,17 5-32 0,-2 2-32 0,7-2-19 0,1 4-18 16,-1-3-188-16,6 1-480 0,-1 4 213 0</inkml:trace>
  <inkml:trace contextRef="#ctx0" brushRef="#br0" timeOffset="11648.69">18435 2291 39 0,'3'-8'293'16,"2"0"-6"-16,-5 2-10 0,0 6-15 0,0-9-15 15,-7 5-20-15,7 4-19 0,-10-1-27 0,10 1-14 16,0 0-15-16,-26 7-13 0,11 2-10 0,0 2-11 16,-8 3-3-16,5 6-8 0,-7 1-10 0,3-1-8 15,1 3-5-15,3 3-5 0,0 1-9 0,3 1-8 16,0-1-6-16,6 2 1 0,3 1-8 0,-1 0-7 15,11 1 4-15,-9-2-6 0,10-2-7 0,0 0 3 16,8-3 2-16,-2-3-8 0,8 0-2 0,-6-7-5 16,10 2 0-16,0-7-11 0,7-2-8 0,-2 0-2 15,5-9-19-15,2-1-9 0,-2 0-4 0,7-9 2 16,-4 1-4-16,-6-1 3 0,10-7-7 0,-15-1-2 16,13-5-4-16,-10-5-6 0,2-3-4 0,-9 9-2 15,-4-3 2-15,2-13 6 0,-5 14 8 0,-4-2-1 16,-4 8 13-16,1-7 22 0,-5 6 21 0,-1 5 14 15,-1-3 5-15,0 4 15 0,0 0-3 0,-1 5 10 16,-3 1-5-16,1 0-11 0,0 0-9 0,-4 6-4 0,-1-1-5 16,-1 2-2-16,9 2-9 0,-19 2 2 0,7 2-1 15,4 0-2-15,-2 11-2 0,-3-4 0 16,4 1 0-16,1 3-3 0,1 1-1 0,1 0-3 16,4-1 2-16,-3 0 2 0,5 1-3 0,0-3 0 0,5 4-4 15,0-4 8-15,0 2-16 0,2-3 1 0,1-1 3 16,7 0-3-16,0-1 1 0,0-6 1 0,4 3-1 15,-2-3 1-15,3-2-1 0,-2-1 0 0,4-2 4 16,2-1-1-16,6-2 10 0,-3-1-9 0,1-1-3 16,0 3 0-16,-5-4 1 0,5 1-2 0,-6-1-3 15,3 0 7-15,-4 5-1 0,-3-2 2 0,-1 1-4 16,-1-5-2-16,-2 7 8 0,-4-5 7 0,3 5-12 16,-2-1-4-16,3 0 0 0,-14 2 2 0,20 2-3 15,-7 0 1-15,-7-1 4 0,4 5 1 0,-3-2-2 16,1 3 0-16,-1 0 1 0,8 0-1 0,-9 4 2 15,3-2-1-15,-1 1-1 0,2 5 4 0,-7-4 1 16,5 2-1-16,-1-2 2 0,-5-2-1 0,4 5 0 16,-6-6 1-16,0 1-2 0,0 2 1 0,-8-4 3 15,0 1 2-15,1 1 0 0,-8-3-1 0,2-3-1 16,0 0 2-16,-4 0-3 0,6-1-1 0,-8-2 6 16,3-2-3-16,3-1-4 0,-1 0 5 0,3 0 0 15,1-3-4-15,5-2 3 0,-5-1-5 0,8 1 4 16,2-2-1-16,2 0-7 0,3-4 3 0,5-1-3 15,6 2 1-15,3-6-2 0,4-4-1 0,10-4-3 16,-7 6-14-16,11-6-3 0,1 0-4 0,2 0-1 16,-4 5 10-16,0-2-6 0,-11 7 3 0,3-1 3 15,-6 4 4-15,-7-1-1 0,1 8 5 0,-1-2 13 0,-6 1 13 16,0 4 12-16,1 0 1 0,-5-3 4 0,2 5 0 16,-4-3-2-16,-3 5-7 0,0 0 0 15,9-2-8-15,-9 2 3 0,0 0-4 0,0 0 0 16,0 0-1-16,-9 20-1 0,6-13-3 0,0 5-1 0,3-4 3 15,0 4 0-15,0 0-4 0,3 4-4 0,2-1 6 16,2 0-1-16,1 4 1 0,0-3 0 0,4 3-1 16,4 3 4-16,-4-5-3 0,3 3-3 0,1 2 3 15,-2-6 0-15,-5 3-3 0,6-4 3 0,-3 0-4 16,-4-2-2-16,-4-1-4 0,2-4 7 0,-1 4 0 16,0-3-1-16,-5-1 12 0,-5 1-9 0,0-2-1 15,-1-3 2-15,-4 3-5 0,-5-2 1 0,0 2 0 16,-2-3 6-16,2-1-4 0,-3 0-1 0,2 0 3 15,-6-1-1-15,9-1 0 0,-2 3-3 0,7-4 5 16,-6 0-3-16,14 0 5 0,-14 2-5 0,14-2 3 16,0 0 0-16,0 0 0 0,0 0-4 0,0 0 1 15,0 0-7-15,28-9-5 0,-10 4-5 0,8 1-3 16,4-3-5-16,13-4 0 0,0 2-7 0,4-2-2 16,-3-2-2-16,6 2-7 0,1-5-12 0,-6-5-5 15,0 6-8-15,-1-9 1 0,-1 6-4 0,-5-6 7 16,-1 3 3-16,-1-6 3 0,-14 9 10 0,-6-3 10 15,-1 6 18-15,-5-1 12 0,-3-3 12 0,-4 9 12 16,-3-8 0-16,0 7 11 0,0 0 5 0,-7 3 2 16,4 2 0-16,-7-1 3 0,2 0-1 0,-7 3 1 0,0 2 0 15,0 2-2-15,-1 0-4 0,-4 3-4 16,3 5-2-16,1-1 1 0,1 1-1 0,0 4-3 16,2 3-1-16,1 1 0 0,0-1 3 0,6 5-4 0,-1-1-3 15,2 1 5-15,9 1-1 0,-1 6 3 0,5-2-3 16,-1-2-2-16,4 1-3 0,4-2-2 0,3-2-8 15,-3-4-21-15,9-1-15 0,4-1-39 16,-2-4-46-16,-1 1-56 0,5-5-65 0,5-6-63 0,-6 1-226 16,6-5-562-16,-2-2 249 0</inkml:trace>
  <inkml:trace contextRef="#ctx0" brushRef="#br0" timeOffset="11949.7">20888 2152 121 0,'-19'3'285'0,"6"-3"-15"0,3 4-14 16,0 0-15-16,0 4-14 0,-3-3-20 0,0 6-18 15,-4 1-6-15,6-1-23 0,-4 5-13 0,7-1 1 16,-1 1-21-16,-2 9-8 0,9-8-4 0,0 6-2 16,4 4 4-16,-2-8-11 0,2 5-2 0,4-2 0 15,1-5-10-15,0 3-7 0,1-2-6 0,7-2-5 16,-9-1-7-16,9-1-5 0,-3 1-7 0,-2-1-3 15,1 1-6-15,-1-10 0 0,-5 6-12 0,0-2-2 16,2-2-2-16,-4-4-1 0,1 8-5 0,-3-7-4 16,-1-4-1-16,-5 11-10 0,2-10 6 0,-9 8-4 15,-3-1-27-15,-4-2-23 0,-10 2-41 0,-2 0-50 16,-12 7-62-16,-2-6-84 0,-8 5-317 0,-3-1-638 16,-5-2 282-16</inkml:trace>
  <inkml:trace contextRef="#ctx0" brushRef="#br0" timeOffset="13381.71">4133 3011 247 0,'-9'1'272'0,"9"-1"-11"0,-20 3 0 15,12-3-15-15,2 1-13 0,6-1-8 0,-9 3-19 16,9-3-18-16,0 0-12 0,0 0-19 0,0 0-14 16,-13 2-15-16,13-2-8 0,0 0-10 0,0 0-14 15,0 0-9-15,0 0-3 0,0 0-4 0,0 0 0 16,18 10-1-16,-9-7-11 0,0-1 1 0,11 0-8 16,-1-2 1-16,5 0-9 0,6-2-4 0,3 2-4 15,10-5 5-15,-6 4-13 0,9-5-6 0,2 3-34 16,-3-6-18-16,1 6-33 0,-1-6-37 0,-2 3-47 15,0-3-43-15,-12 0-50 0,4-2-55 0,-5 3-215 16,0-3-541-16,-14 2 241 0</inkml:trace>
  <inkml:trace contextRef="#ctx0" brushRef="#br0" timeOffset="13750.01">4619 2787 14 0,'0'0'252'0,"0"0"-22"0,0 0-14 0,0 0-23 16,0 0-14-16,4 7-12 0,-4-7-5 0,0 0 7 16,4 8-7-16,-4-8 0 0,14 8-7 0,-6-7 0 0,0 4-6 15,6 2-9-15,2-1-5 0,1-3-12 0,1 3-12 16,-3-2-6-16,6 4-13 0,1-2-5 0,-6 2-7 15,6-4 1-15,-1 3-22 0,-1 1-7 16,-3-4-3-16,-1 1-6 0,-1 6-4 0,-2-7-5 0,-3 0-3 16,0 3-4-16,0-3 0 0,-3 4-7 0,-1-1 5 15,-2-1-9-15,-1 1 3 0,-3 4 2 0,-3 1 5 16,-1 4-4-16,-7-1-7 0,-1 2 9 0,-6 4-5 16,-3 0 1-16,-4-2-7 0,-2 3 0 0,2 0-2 15,-6 3-16-15,-4 1-29 0,7-5-39 0,2-4-42 16,-3 0-52-16,3-2-74 0,1-3-63 0,-1 0-198 15,7-4-542-15,5-1 240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D02F1-FFF2-4BA4-48C0-5DCA120DE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385C9-D4D5-A529-8E9D-C22DEB623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A73A9-6767-E0C5-2705-4C940183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87E79-BC62-3CA6-3C17-13AD15F3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3AD3D-EB99-63A9-42D8-E0A92FE1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C007-235C-4024-E233-7C7E6201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AD0FB-544A-7637-FB1A-C9B0939FD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19DBA-D25C-F694-14A1-DB3CC6FA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8679F-6318-BC5C-93A4-7876809F1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31067-C3DD-028D-DB27-AB6008C1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9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267A-EDF2-870A-B9EA-3FD7D288C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C5B86-BCBD-45FC-445C-84D59BDF5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1F876-8CA8-6CA9-32E1-FF5B5673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7AA4-348C-5EF7-20A3-5CD455D4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D06E2-F92C-BB6A-DC79-96004309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CAD4-4D5C-4AFA-C510-B69B7635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35397-1120-0A5D-22D2-182B5C98D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B8789-64F3-0523-CB33-02CF97E02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32CEF-7FAA-C794-93A8-1253C0FE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23660-9BDC-6238-680A-FAE6C66B9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EF0FB-72BA-5ECB-8675-F30E931EF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4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9055-FF12-E1C6-F84F-078FF10D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81713-2B92-FB2A-A735-4680D3246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C5BB3-5FD6-113B-82F6-64C4E1908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2D098-9F81-A5BC-48CB-75ADE3A19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06FDD0-E7E4-8C55-86BA-C23B6B365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0E64D-4DB8-7773-3580-7B835B1D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75766-2EAF-6CF5-08E7-6104C0BC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21992-8216-FDCB-C04B-147A26C5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3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C227B-D319-40DA-A216-9776BEFDB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BEF3-3241-A660-5C64-F51DB07CD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C4C0E-2B66-23DE-4CCA-D43762C5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E3928-EFEF-51B6-DD01-6788293F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0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1C59B-A611-1AF9-F6B0-C1A28072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506C41-40AB-211E-4DF3-29DE69A3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E916-1A90-BF90-D44C-2740C234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8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E9A8-8A0B-8799-BEC8-D3DB1039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BBBD9-15EE-0BCC-E828-EAD50DD36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DEEFE-7424-F57C-DDFA-57737BBC2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9523A-B889-509A-4250-46751ECC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6693F-13EB-485D-AB3E-899A04C9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AB221-697C-C43F-0A89-130EB138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7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EC17-C93C-D768-0A8F-73DF2082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59B99-197A-2BE5-DE8C-8FFAF56F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8BAE7-A2FB-FD4A-03FF-A9394DFF9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5E680-58AA-905B-A888-0C9B36E6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5C20A-220D-E4A9-3354-850C0FE81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E09DA-C796-BBB8-ECF9-FAC6BF55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8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BA5A-7043-E256-6270-CF22E4CF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5C257-EED3-58B5-173C-F2ADE110A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D9563-D55B-E8BB-DCF1-7E842299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DCC10-6FF8-7140-F909-94682BE9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0E98F-C334-5660-DA46-AE080215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0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75B6E2-7915-A449-6EB7-3DB89E6B6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26E94-DF43-77C0-8D73-551F305C6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5794-EF82-4849-287E-ACA84895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550C1-96F3-3D9E-31DE-35B6A8F2F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DBE7B-B9DD-B608-D003-9B1D76EC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ACA6D-7E0B-06A4-2395-D172B3C5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40B18-010A-5D3E-1ADF-9377CD7DC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AB93-EFF1-A7FB-CDAF-FECF62F94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8C1F5-7B50-488D-B694-A024F23221D2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77757-532E-8312-A0EB-E011D1548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334DB-1F04-B9BC-BA3D-336EDC287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BE918-1631-4520-AA74-4E0F3A411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5F36-B83D-EFE8-B43D-A6C626B90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B699B-09F9-E894-C66B-8A2A7E9AF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Search Problems</a:t>
            </a:r>
          </a:p>
        </p:txBody>
      </p:sp>
    </p:spTree>
    <p:extLst>
      <p:ext uri="{BB962C8B-B14F-4D97-AF65-F5344CB8AC3E}">
        <p14:creationId xmlns:p14="http://schemas.microsoft.com/office/powerpoint/2010/main" val="190308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F388-3D37-25E0-52E4-D48DFB07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D056E-CC86-D669-96AB-8B22C2BB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148C57-F8FA-6086-1048-33936F963E7E}"/>
                  </a:ext>
                </a:extLst>
              </p14:cNvPr>
              <p14:cNvContentPartPr/>
              <p14:nvPr/>
            </p14:nvContentPartPr>
            <p14:xfrm>
              <a:off x="490320" y="376200"/>
              <a:ext cx="10857960" cy="5807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148C57-F8FA-6086-1048-33936F963E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0960" y="366840"/>
                <a:ext cx="10876680" cy="582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395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E5EE-B02D-2748-CEB3-A7BF189A7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091A-5DD1-8EAC-80D4-97EB8251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1D968-9DF7-0364-2E50-7CCD98604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41E9CC-59F8-2BEE-4D09-BE6E6F98313B}"/>
                  </a:ext>
                </a:extLst>
              </p14:cNvPr>
              <p14:cNvContentPartPr/>
              <p14:nvPr/>
            </p14:nvContentPartPr>
            <p14:xfrm>
              <a:off x="723960" y="101520"/>
              <a:ext cx="8451720" cy="4354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41E9CC-59F8-2BEE-4D09-BE6E6F9831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600" y="92160"/>
                <a:ext cx="8470440" cy="437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8656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CA378-27CD-80BC-219A-284AFC280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C9F5-C398-9DE5-905D-953F6895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A534-598E-8BBE-AE5A-0EB4D4FED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5E0C76-904E-18B1-3E8C-5189EF205B43}"/>
                  </a:ext>
                </a:extLst>
              </p14:cNvPr>
              <p14:cNvContentPartPr/>
              <p14:nvPr/>
            </p14:nvContentPartPr>
            <p14:xfrm>
              <a:off x="678600" y="313200"/>
              <a:ext cx="10084320" cy="4383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5E0C76-904E-18B1-3E8C-5189EF205B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240" y="303840"/>
                <a:ext cx="10103040" cy="440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905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DB9F-D075-E77A-527E-A06BFAE9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BEF2-43F6-E5E7-92A6-8B90EC84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50BFC-19F6-31DA-A5C0-F93548850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DC9154-C7DD-92D4-9984-47931230575E}"/>
                  </a:ext>
                </a:extLst>
              </p14:cNvPr>
              <p14:cNvContentPartPr/>
              <p14:nvPr/>
            </p14:nvContentPartPr>
            <p14:xfrm>
              <a:off x="720000" y="221760"/>
              <a:ext cx="11158920" cy="404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DC9154-C7DD-92D4-9984-4793123057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640" y="212400"/>
                <a:ext cx="11177640" cy="40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515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128C3-B3BB-9961-70C5-7729356C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6147-DE85-58F0-136E-335681E4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BB552-128E-4316-8E3B-3E912263A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40C869-F45A-5BC1-5BD2-9F3068C4151F}"/>
                  </a:ext>
                </a:extLst>
              </p14:cNvPr>
              <p14:cNvContentPartPr/>
              <p14:nvPr/>
            </p14:nvContentPartPr>
            <p14:xfrm>
              <a:off x="731880" y="177120"/>
              <a:ext cx="8229240" cy="5130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40C869-F45A-5BC1-5BD2-9F3068C415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2520" y="167760"/>
                <a:ext cx="8247960" cy="514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843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F337C-D13A-4C27-6AEF-C559E9142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A426-1F70-C056-61C5-63C478F4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3B4B-E710-B352-A687-7174D66B5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CB663E-953F-B734-D0D2-E51AB3F84D4D}"/>
                  </a:ext>
                </a:extLst>
              </p14:cNvPr>
              <p14:cNvContentPartPr/>
              <p14:nvPr/>
            </p14:nvContentPartPr>
            <p14:xfrm>
              <a:off x="351000" y="206280"/>
              <a:ext cx="10864440" cy="634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CB663E-953F-B734-D0D2-E51AB3F84D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640" y="196920"/>
                <a:ext cx="10883160" cy="63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4232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228C-1EEA-3256-166D-D0AD9123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A8C8-C5F7-806D-94B2-E338AE25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0128-DF6B-C094-EBE8-121B97A1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983A55-95B7-A9DB-2B32-E032AD6B19DC}"/>
                  </a:ext>
                </a:extLst>
              </p14:cNvPr>
              <p14:cNvContentPartPr/>
              <p14:nvPr/>
            </p14:nvContentPartPr>
            <p14:xfrm>
              <a:off x="456840" y="182520"/>
              <a:ext cx="11701080" cy="597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983A55-95B7-A9DB-2B32-E032AD6B19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480" y="173160"/>
                <a:ext cx="11719800" cy="599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239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9DBC8-6E17-C7A2-DA3F-AF4734EA7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6F75-6365-1B75-AA0A-DCD817CED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E9D94-5B95-C5D3-549D-19D1F07ED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81BED1-8716-F2B0-6B00-DB327ACB8A3F}"/>
                  </a:ext>
                </a:extLst>
              </p14:cNvPr>
              <p14:cNvContentPartPr/>
              <p14:nvPr/>
            </p14:nvContentPartPr>
            <p14:xfrm>
              <a:off x="539280" y="428760"/>
              <a:ext cx="11433960" cy="5391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81BED1-8716-F2B0-6B00-DB327ACB8A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920" y="419400"/>
                <a:ext cx="11452680" cy="541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924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EB84-AF7A-14B5-B5F9-D70D8418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67CB-8034-7923-5056-23B6E23E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E6A31-8E6C-1389-837F-CD2BF1B84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D9DE4C-7AEA-BF6B-4F5A-FFB8CB707C19}"/>
                  </a:ext>
                </a:extLst>
              </p14:cNvPr>
              <p14:cNvContentPartPr/>
              <p14:nvPr/>
            </p14:nvContentPartPr>
            <p14:xfrm>
              <a:off x="1416240" y="502920"/>
              <a:ext cx="9639000" cy="5805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D9DE4C-7AEA-BF6B-4F5A-FFB8CB707C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6880" y="493560"/>
                <a:ext cx="9657720" cy="582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894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0C97-69D0-25A1-5A91-25E71050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07BF-10E5-18B7-5D77-FFDDED7BC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69D6D-DB95-248A-ECCE-61E595824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F73D93-6370-F4CF-B985-96C25988B5E6}"/>
                  </a:ext>
                </a:extLst>
              </p14:cNvPr>
              <p14:cNvContentPartPr/>
              <p14:nvPr/>
            </p14:nvContentPartPr>
            <p14:xfrm>
              <a:off x="680400" y="109800"/>
              <a:ext cx="11013120" cy="6191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F73D93-6370-F4CF-B985-96C25988B5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040" y="100440"/>
                <a:ext cx="11031840" cy="621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528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A311-7354-0F0D-F4B5-68B24F23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8E53-4D86-75A0-F81C-F65BD53C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F25DA-7E22-3CA6-4CF5-FB433D745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7197EB-B6D6-9D03-456C-1FAB275BE470}"/>
                  </a:ext>
                </a:extLst>
              </p14:cNvPr>
              <p14:cNvContentPartPr/>
              <p14:nvPr/>
            </p14:nvContentPartPr>
            <p14:xfrm>
              <a:off x="1870200" y="485640"/>
              <a:ext cx="9201960" cy="4457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7197EB-B6D6-9D03-456C-1FAB275BE4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0840" y="476280"/>
                <a:ext cx="9220680" cy="447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5220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180E-6E18-2DC3-F5CD-9473EB67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EE68-8DE0-7B70-32A7-7FADB9BF5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B6C47-866F-500E-A4EE-2D40002D8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493AE4-A0E2-BDBC-66C2-323D172F0BC9}"/>
                  </a:ext>
                </a:extLst>
              </p14:cNvPr>
              <p14:cNvContentPartPr/>
              <p14:nvPr/>
            </p14:nvContentPartPr>
            <p14:xfrm>
              <a:off x="237960" y="498600"/>
              <a:ext cx="9976320" cy="526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493AE4-A0E2-BDBC-66C2-323D172F0B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0" y="489240"/>
                <a:ext cx="9995040" cy="528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6983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AAC0A-5FF6-CC03-F4E8-57770B7A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70C5-1F27-31CF-E364-977262E6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CFB58-5731-DC97-5602-5D5824858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A98F97-484D-3D7E-7E1A-14D7E612102B}"/>
                  </a:ext>
                </a:extLst>
              </p14:cNvPr>
              <p14:cNvContentPartPr/>
              <p14:nvPr/>
            </p14:nvContentPartPr>
            <p14:xfrm>
              <a:off x="802440" y="390960"/>
              <a:ext cx="9456840" cy="5521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A98F97-484D-3D7E-7E1A-14D7E61210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3080" y="381600"/>
                <a:ext cx="9475560" cy="554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3292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66A2-E730-31EE-2447-F4DC1DEA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89964-DD94-52C9-172F-9B7ADBED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2FA1-2F54-75EC-8C55-F13618D2B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C26B00-46F2-8946-3AFD-CADDFA5E3FE9}"/>
                  </a:ext>
                </a:extLst>
              </p14:cNvPr>
              <p14:cNvContentPartPr/>
              <p14:nvPr/>
            </p14:nvContentPartPr>
            <p14:xfrm>
              <a:off x="785520" y="84240"/>
              <a:ext cx="11067840" cy="6371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C26B00-46F2-8946-3AFD-CADDFA5E3F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6160" y="74880"/>
                <a:ext cx="11086560" cy="63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3736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0F60-ED3C-978F-7D04-A044F03C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9B87-165D-2B57-467A-C104004D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4F3F-925F-FBB4-34A9-24C62901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DA542D-29E6-39A9-DFE8-30CFE2AE5DDF}"/>
                  </a:ext>
                </a:extLst>
              </p14:cNvPr>
              <p14:cNvContentPartPr/>
              <p14:nvPr/>
            </p14:nvContentPartPr>
            <p14:xfrm>
              <a:off x="1175040" y="166680"/>
              <a:ext cx="7584840" cy="514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DA542D-29E6-39A9-DFE8-30CFE2AE5D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5680" y="157320"/>
                <a:ext cx="7603560" cy="51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6748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44D8-512E-37EA-30CC-7E828094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B4B4-B4C1-2031-DB1B-B662DCB6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7E5D-6748-AC7F-8F36-8190AEC24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372997-617E-9915-3AAB-CEB2CDBC6F20}"/>
                  </a:ext>
                </a:extLst>
              </p14:cNvPr>
              <p14:cNvContentPartPr/>
              <p14:nvPr/>
            </p14:nvContentPartPr>
            <p14:xfrm>
              <a:off x="695520" y="192600"/>
              <a:ext cx="9119520" cy="5927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372997-617E-9915-3AAB-CEB2CDBC6F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160" y="183240"/>
                <a:ext cx="9138240" cy="594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3881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7094-0444-CECF-C42D-300518D4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5CC3-B179-F3CD-7BF5-90E2BC4C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AF705-7DB6-7439-1B73-220EB85B7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A6C0DA-5BFD-474F-53E4-FE8F35CB92B6}"/>
                  </a:ext>
                </a:extLst>
              </p14:cNvPr>
              <p14:cNvContentPartPr/>
              <p14:nvPr/>
            </p14:nvContentPartPr>
            <p14:xfrm>
              <a:off x="139320" y="264240"/>
              <a:ext cx="9292680" cy="503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A6C0DA-5BFD-474F-53E4-FE8F35CB92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960" y="254880"/>
                <a:ext cx="9311400" cy="505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638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B3E9-26E5-6DAD-B04D-ABA4ED47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A4E1-85D7-0725-8F9F-7E945E44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01CC9-3F1A-4429-CFCF-78277011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91AC30-99D2-42F4-C7C2-87BCDED4F850}"/>
                  </a:ext>
                </a:extLst>
              </p14:cNvPr>
              <p14:cNvContentPartPr/>
              <p14:nvPr/>
            </p14:nvContentPartPr>
            <p14:xfrm>
              <a:off x="914040" y="273600"/>
              <a:ext cx="10312560" cy="305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91AC30-99D2-42F4-C7C2-87BCDED4F8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4680" y="264240"/>
                <a:ext cx="10331280" cy="307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991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8D4B-763C-0F98-3262-D16827BB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895D-F837-3FE0-33EB-B267BB7E5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DA5A2D-CE20-54D2-1F30-880BB2CA0931}"/>
                  </a:ext>
                </a:extLst>
              </p14:cNvPr>
              <p14:cNvContentPartPr/>
              <p14:nvPr/>
            </p14:nvContentPartPr>
            <p14:xfrm>
              <a:off x="1105920" y="247680"/>
              <a:ext cx="8525880" cy="2693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DA5A2D-CE20-54D2-1F30-880BB2CA09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560" y="238320"/>
                <a:ext cx="8544600" cy="271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0492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07D35-5F74-01EB-9D6F-AC7B603F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4DCC-B5D8-809B-6CB9-6EE260DB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EB71C-01A9-05E3-E22C-F6A76A9A1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D9A0D4-CE4D-E040-978C-CA62F5696DA2}"/>
                  </a:ext>
                </a:extLst>
              </p14:cNvPr>
              <p14:cNvContentPartPr/>
              <p14:nvPr/>
            </p14:nvContentPartPr>
            <p14:xfrm>
              <a:off x="792360" y="483120"/>
              <a:ext cx="11005920" cy="421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D9A0D4-CE4D-E040-978C-CA62F5696D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00" y="473760"/>
                <a:ext cx="11024640" cy="423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3242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DA17-D499-4B17-A6BE-471C4425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F6F5-6842-8F5A-F37D-8AB9FF25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E3A3-DE72-AAA0-F375-8DCC726CA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A31AF2-C235-881D-BA7A-E0F2E691F2F6}"/>
                  </a:ext>
                </a:extLst>
              </p14:cNvPr>
              <p14:cNvContentPartPr/>
              <p14:nvPr/>
            </p14:nvContentPartPr>
            <p14:xfrm>
              <a:off x="1627200" y="874800"/>
              <a:ext cx="10490760" cy="5124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A31AF2-C235-881D-BA7A-E0F2E691F2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7840" y="865440"/>
                <a:ext cx="10509480" cy="514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1950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BB2F-225D-5FE4-5146-E215AEE5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CDA5-EC56-F23D-0BB3-C884281C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CF474-DCA1-3B2E-6A47-43B02D785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B0D9B1-8A78-91CC-3E8C-1D45C145810F}"/>
                  </a:ext>
                </a:extLst>
              </p14:cNvPr>
              <p14:cNvContentPartPr/>
              <p14:nvPr/>
            </p14:nvContentPartPr>
            <p14:xfrm>
              <a:off x="739440" y="257040"/>
              <a:ext cx="11117880" cy="6466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B0D9B1-8A78-91CC-3E8C-1D45C14581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0080" y="247680"/>
                <a:ext cx="11136600" cy="648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2275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72BDD-63D1-BBCE-5EE5-3B8D9FF3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CDEE-14D4-8167-B076-83FF9AC5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5A854-0ABB-F2F8-2D3A-78A96340B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F29A9D-269A-69ED-530D-E1425DD33DDC}"/>
                  </a:ext>
                </a:extLst>
              </p14:cNvPr>
              <p14:cNvContentPartPr/>
              <p14:nvPr/>
            </p14:nvContentPartPr>
            <p14:xfrm>
              <a:off x="542160" y="690120"/>
              <a:ext cx="11640240" cy="533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F29A9D-269A-69ED-530D-E1425DD33D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800" y="680760"/>
                <a:ext cx="11658960" cy="535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8578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3AF1-7354-B98A-5178-D5745643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53D8-4D67-24EB-9AEE-38B90FC1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FE41-C441-51C4-B0E6-5B8018DF6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6523E0-0DE0-2774-B84D-D7A50AC70B1E}"/>
                  </a:ext>
                </a:extLst>
              </p14:cNvPr>
              <p14:cNvContentPartPr/>
              <p14:nvPr/>
            </p14:nvContentPartPr>
            <p14:xfrm>
              <a:off x="492120" y="400680"/>
              <a:ext cx="11583720" cy="5123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6523E0-0DE0-2774-B84D-D7A50AC70B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760" y="391320"/>
                <a:ext cx="11602440" cy="51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5924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D188-D03C-C667-64F9-268356B7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27F2-657C-8153-90C4-FD663F30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5956-0D97-8FF8-A270-09D8B3CC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0F7D4C-55FF-096C-E330-23AF09AB96D1}"/>
                  </a:ext>
                </a:extLst>
              </p14:cNvPr>
              <p14:cNvContentPartPr/>
              <p14:nvPr/>
            </p14:nvContentPartPr>
            <p14:xfrm>
              <a:off x="1072440" y="453960"/>
              <a:ext cx="10790640" cy="5968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0F7D4C-55FF-096C-E330-23AF09AB96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3080" y="444600"/>
                <a:ext cx="10809360" cy="59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956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E7F2-9037-9DAD-0560-04DE3B81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07F96-5636-CA02-30E5-8975C0BDD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43F9AC-4AA7-A5E4-8E69-FD7E9CD521F1}"/>
                  </a:ext>
                </a:extLst>
              </p14:cNvPr>
              <p14:cNvContentPartPr/>
              <p14:nvPr/>
            </p14:nvContentPartPr>
            <p14:xfrm>
              <a:off x="372240" y="408240"/>
              <a:ext cx="11838960" cy="6088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43F9AC-4AA7-A5E4-8E69-FD7E9CD521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880" y="398880"/>
                <a:ext cx="11857680" cy="610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3515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F6BFC-2F80-BAF4-662B-4B7A272EA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E399-B41F-E6D5-828F-E8A84F36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6011-DB46-A2CF-AFEB-3F17A82DA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8A012A9-4851-570A-7625-ECD301A75F24}"/>
                  </a:ext>
                </a:extLst>
              </p14:cNvPr>
              <p14:cNvContentPartPr/>
              <p14:nvPr/>
            </p14:nvContentPartPr>
            <p14:xfrm>
              <a:off x="1232640" y="824760"/>
              <a:ext cx="8744760" cy="2160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8A012A9-4851-570A-7625-ECD301A75F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3280" y="815400"/>
                <a:ext cx="8763480" cy="217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9148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4B1B-6268-DA6A-8CE9-274297E50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A162-6721-A594-AD9C-E6DB6346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E62FD-75E8-D672-B562-92DF11CAE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63ABC3-83C4-58BF-DA62-BFD0C8FC3BF0}"/>
                  </a:ext>
                </a:extLst>
              </p14:cNvPr>
              <p14:cNvContentPartPr/>
              <p14:nvPr/>
            </p14:nvContentPartPr>
            <p14:xfrm>
              <a:off x="974160" y="333000"/>
              <a:ext cx="6545880" cy="85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63ABC3-83C4-58BF-DA62-BFD0C8FC3B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4800" y="323640"/>
                <a:ext cx="6564600" cy="86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182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4</Words>
  <Application>Microsoft Office PowerPoint</Application>
  <PresentationFormat>Widescreen</PresentationFormat>
  <Paragraphs>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Week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Ayyaz Hussain</dc:creator>
  <cp:lastModifiedBy>Ayyaz Hussain</cp:lastModifiedBy>
  <cp:revision>5</cp:revision>
  <dcterms:created xsi:type="dcterms:W3CDTF">2024-11-19T09:13:33Z</dcterms:created>
  <dcterms:modified xsi:type="dcterms:W3CDTF">2024-12-05T10:35:33Z</dcterms:modified>
</cp:coreProperties>
</file>