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2T09:17:14.97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2773 1400 158 0,'-3'-7'185'0,"3"7"-4"0,-4-3-9 0,4 3-3 0,-3-3-10 16,3 3-5-16,0 0-12 0,-9-2-17 16,9 2-7-16,-6 0-11 0,6 0-10 0,0 0-12 0,-16 2 3 15,8 1-15-15,1-2-2 0,-4 1-7 0,-1 2-4 16,0-1-2-16,2 2-9 0,-6-1-6 0,-2 3-4 15,5 1-2-15,-4 1-4 0,-3 2-6 0,2 1-1 16,0-1-4-16,-6 7 3 0,4 0-5 16,3-4-3-16,1 2 6 0,-3 2-9 0,4-1 6 15,0 1-6-15,3 1 4 0,1-1-4 0,-2 5 4 0,0 5-6 16,9-10-1-16,1 2 3 0,3-2-5 0,3 0 0 16,0 0 0-16,5 0-1 0,4-4-1 0,3 0 1 15,1-3 5-15,6-1-6 0,0-2-16 16,6-2-20-16,2-1-26 0,3-4-22 0,-3-1-27 15,1-3-21-15,-1-1-33 0,-1 0-28 0,-8-3-163 16,0 1-376-16,-2 1 166 0</inkml:trace>
  <inkml:trace contextRef="#ctx0" brushRef="#br0" timeOffset="374.95">2588 1757 194 0,'0'0'262'0,"0"0"-6"16,0 0-20-16,0 0-22 0,0 0-24 0,0 0-19 15,0 0-21-15,0 0-17 0,0 0-16 0,12-11-8 16,-4 9-14-16,5 1-10 0,-4-3-5 0,5 0-14 15,-2 2-3-15,4 2-7 0,-1 0-8 0,0-2-3 16,-1 1-7-16,-1 2-4 0,6-1-3 0,-4 0-2 16,-4 3-4-16,3-3-7 0,-3 4 1 0,-3-1-5 15,-3-1 1-15,5 1-3 0,-5 0 1 0,2 4 0 16,-1 2 8-16,-5 1 10 0,3 2 5 0,-4-2 5 16,1 1-4-16,-2 4 2 0,1-3-9 0,-4 5-5 15,3-1 1-15,-4 1-6 0,3 0 5 0,-1 0-8 16,0-1 0-16,2-2-1 0,1-2-6 0,0-3-31 15,0 0-24-15,1-2-40 0,-1-1-34 0,3 0-24 16,1-2-56-16,0-2-50 0,-4-2-145 0,0 0-427 16,22-6 190-16</inkml:trace>
  <inkml:trace contextRef="#ctx0" brushRef="#br0" timeOffset="765.53">3000 1769 180 0,'0'0'187'16,"0"0"-17"-16,0 0-1 0,0 0 13 0,0 0-9 15,0 0-12-15,25 2-12 0,-25-2-8 16,17 5-13-16,-10-1-11 0,1 0-13 0,4-1-9 16,-2 2-10-16,-1 1-6 0,5-1-7 0,-5-1-9 0,2 4-6 15,-1-3-7-15,2 1-3 0,-6 2-8 0,2-3-1 16,-3 2-4-16,2 0-1 0,-3 0-4 0,0 1-3 15,-1-1-3-15,-6 1 0 0,2-2-1 16,-3 4 8-16,-2-1 3 0,-2-1 12 0,0-3 12 16,1 0 13-16,-4 0 11 0,2-1 16 0,2-1 13 15,7-3 5-15,-12 0-5 0,12 0-13 0,0 0-2 0,-14-9-9 16,14 2-13-16,-1-2-8 0,2-5-9 0,2-4-4 16,5 1-11-16,0-1-3 0,3-2-9 15,7-3-4-15,-3 0-20 0,1 0-23 0,0 9-19 16,-1 0-21-16,0 0-21 0,3 3-19 0,-2 0-14 15,2 0-19-15,-2 3-16 0,2 0-19 0,1 1-14 0,-4 4-2 16,5-2-19-16,1 2-11 0,-4 1-8 0,2 2-155 16,-5 1-405-16,5-2 180 0</inkml:trace>
  <inkml:trace contextRef="#ctx0" brushRef="#br0" timeOffset="1171.74">3608 1658 130 0,'12'-1'11'0,"-4"0"29"0,-8 1 18 15,11-1 38-15,-11 1 35 0,9-4 16 0,-9 4 5 0,0 0 9 16,6-4-3-16,-6 4-12 0,0 0-9 0,0 0-7 15,0 0-3-15,-24-2-5 0,24 2 0 16,-25 6-5-16,4-1-7 0,3 3 1 0,-1 1-4 16,-7 2-5-16,5 0-11 0,-3 5-1 0,-2 2-15 15,3-1-7-15,4 2-4 0,0-7-8 0,5 4-3 0,-1-1-9 16,4 2-4-16,2-3-5 0,1-3 1 0,4 3-8 16,0-5-1-16,4 1-7 0,1-3-8 15,2-1-1-15,1-1-6 0,9-4-14 0,1 0-19 16,5-3-14-16,0-3-14 0,0-2-8 0,6-1-6 15,-2-6 1-15,4 1 13 0,-8 1 5 0,0-1 2 16,0-8 10-16,-4 7 3 0,0 2 3 0,-3-3 8 0,-2 5 20 16,-2-1 18-16,-3 3 17 0,2-1 10 0,-6 1 13 15,2 3 6-15,-3 0 2 0,0 5 3 16,3-7-8-16,-3 7-4 0,0 0-8 0,-3-7-7 16,3 7-4-16,0 0-8 0,0 0 5 0,0 0-6 15,0 0-2-15,-17 15 0 0,14-11-4 0,0 5 0 0,2-3-2 16,-1 2 1-16,2 1-4 0,2-1 0 0,2 2-6 15,-1-4-11-15,3 5-13 0,5-7-26 16,0 2-28-16,4-1-28 0,7-2-33 0,-2-4-33 16,10-5-17-16,0 2-24 0,-3-1 0 0,4-3 2 15,-1 0 8-15,-8 1-101 0,7-2-322 0,-2-3 143 16</inkml:trace>
  <inkml:trace contextRef="#ctx0" brushRef="#br0" timeOffset="2374.73">3981 1713 926 0,'13'-6'-57'0,"5"-2"35"16,-9 2 27-16,-3 1 32 0,-2-1 31 0,-4 6 22 15,5-7 9-15,-5 2 5 0,0 5 8 16,0 0 6-16,-12-5 9 0,12 5-6 0,-18 1 3 15,6 1 3-15,-3 1 6 0,3 0-2 0,-7 2-3 16,4 0 4-16,-4 1 3 0,4 6-13 0,-5-3-11 0,2 3-9 16,3 0-8-16,0 1-7 0,0 1-6 0,7 1-8 15,-7 2-13-15,9-5-2 0,-2 0-7 16,4 1-6-16,-2-1-1 0,3-1-7 0,0-1 0 16,3-1-6-16,3-2 0 0,0 1-8 0,2-3-5 15,0 0-2-15,2-5-19 0,3 1-6 0,-10-1-4 16,27-6-8-16,-10-2-3 0,1-1 1 0,1-2-2 15,7-7 3-15,-8-3-10 0,1 0-2 0,1-2-14 16,-1-8-6-16,-4 5-13 0,4-2-14 0,-8 1 6 16,6-3 8-16,-5 2 12 0,-6 8 3 0,1-6 11 15,-3 7 29-15,-2 1 21 0,-1 0 18 0,-1 2 13 16,-3 1 1-16,3 2 13 0,-1 0 9 0,-2 3 7 16,3-2 9-16,-2 4 12 0,0-3-5 0,2 6-4 15,-3-1-16-15,2 1 0 0,1 5-16 0,-1-6-9 16,1 6-8-16,-3-4 3 0,3 4-10 0,0 0-3 15,0 0 5-15,0 0-9 0,-8 18-6 0,4-9 2 16,1 3-3-16,3 1 13 0,-3-1-16 0,2 5 1 0,-2 10 0 16,2-8-8-16,-1 1 8 0,7 6-10 0,-5 1-15 15,0 2-9-15,-2 1-8 0,4-1 3 16,-1 0-11-16,2-9-5 0,1 5-1 0,0-5-3 16,1 0 7-16,1-1-3 0,-1-2 4 0,2-1-1 15,-3-7 2-15,0 2 7 0,1-5 6 0,1-1 3 16,1-2 0-16,-2-1 10 0,-5-2 2 0,19-2 0 0,-9-3-1 15,-2-3 5-15,4 0 0 0,1-5-1 16,-1 1 2-16,0-7-2 0,-2 2 2 0,0 0 1 16,1-1 3-16,-1 1 2 0,-1 1 0 0,-2 1 3 15,1-2-4-15,-5 7 13 0,1-2 12 0,0 2 1 16,-2 4 6-16,0-3-2 0,-1 5-4 0,-1-1-5 0,0 5-8 16,3-8-3-16,-3 8 0 0,0 0 0 15,0 0 1-15,0 0-5 0,0 0 3 0,3 24-2 16,-3-16 3-16,4 5 6 0,-3 3-7 0,1 1-4 15,1-4 1-15,1 0-1 0,1 1-1 0,0 1-2 16,4 0-1-16,0-4-4 0,-2-1 1 0,2 0-7 16,5-2 3-16,0-3-7 0,-2-3-1 0,3-1-7 15,3-2-6-15,5-2-5 0,-5 0 0 0,3-6 3 16,-2 2 2-16,-2-6-1 0,4 0 2 0,-6 0 4 16,3-2-13-16,1-6-6 0,-7 5-6 0,-4-2 1 15,3 2 8-15,-7 4 2 0,3-6 6 0,-7 4 6 16,3 4 5-16,-3-2 9 0,-3 8 19 0,3-4-3 0,-4 2-3 15,-3 2 2-15,1 2-2 0,-3 2 0 16,9 0 4-16,-21 1 2 0,7 3 3 0,3 3 2 16,-5 4 5-16,2 2 1 0,-2-1-6 0,1 0 1 15,0 7 4-15,4-2-5 0,-2-1 1 0,3 3-1 16,3-1-2-16,1-2 0 0,1 2-4 0,4 0 2 0,1-7 2 16,5-1-3-16,-2 3-1 0,4-4 3 15,-2 0-2-15,8-1 0 0,0-3-5 0,1-4-13 16,5-2-11-16,2-2-12 0,1 0 3 0,6-8-8 15,-5 2-3-15,2-5 3 0,4 2 5 0,-7-4-1 16,-2 3 10-16,2-5 0 0,-4 4 3 0,-5-2 2 16,1 1 3-16,-2 2 5 0,-4 2 1 0,0 1 0 0,-2 1 8 15,0 1 3-15,-3 2 6 0,-1 1 1 16,2 1 0-16,-3-1-6 0,-1 5 2 0,0 0-5 16,0 0 3-16,0 0 0 0,0 0-3 0,0 0 2 15,-19 14 3-15,15-8-5 0,0 2 4 0,1 2 1 16,-5 3-1-16,8 1-1 0,-4-1 0 0,-1-2 1 0,3 1 1 15,1-2-3-15,2 0 1 0,-1 1 0 16,3-3-1-16,-2 2-4 0,3-5 4 0,-1 1-7 16,5-2 9-16,-1-3-5 0,-7-1 2 0,22-1-7 15,-13-4 7-15,3 0-5 0,2 0 1 0,4-8 4 16,-3 4-2-16,1-5 2 0,-1-1-2 0,-4 3 2 16,5-2-2-16,-2-3 3 0,1 3-2 0,-3-1-1 15,0 2-2-15,-2 2 6 0,-6 0 1 0,4 4 8 16,-3 0 9-16,-1 2-2 0,-1 1 2 0,1 2-3 15,-1-4-8-15,-3 6 0 0,0 0-1 0,0 0 1 16,0 0-3-16,0 0 8 0,0 0-9 0,3 17 1 0,-3-9-2 16,1 1-1-16,1 2 2 0,2-1-1 15,-3 1 1-15,-1 0-2 0,4-3-2 0,0 1 4 16,3 1 2-16,-2-2-3 0,4-2-2 0,4 1 0 16,-2-4 2-16,0-1-19 0,1-2-11 0,3-3-7 15,4-1-6-15,0-2-13 0,-1-2 5 0,2-1-11 16,-1-3-2-16,10-3-5 0,-7 0-13 0,-1-3-13 0,0-1-18 15,1-7-25-15,-5 2-41 0,1-6-23 16,-2 2-102-16,-2-1-325 0,-1-3 144 0</inkml:trace>
  <inkml:trace contextRef="#ctx0" brushRef="#br0" timeOffset="2546.59">5441 1375 628 0,'3'-20'28'0,"0"1"43"15,-2 1 29-15,-2 2 2 0,-1 3 13 0,1 2 12 16,-2 1 14-16,0 5 5 0,0-3-7 0,0 3 4 0,-1 1 4 16,1 1-4-16,-1 1-16 0,4 2-12 15,0 0-13-15,-14 10 4 0,8-2-20 0,-1 4-8 16,1 3-4-16,1 4-9 0,1 1-2 0,0 6-4 15,1 2-4-15,2 2-3 0,1 0-5 0,-3-1-9 16,10 6-2-16,-6-4-5 0,3 3 0 0,3 2 0 0,-2-5-26 16,2-1-25-16,1 0-20 0,0-1-17 15,-2-9-33-15,2 1-34 0,-2-3-30 0,4-3-37 16,-4-7-31-16,2 2-168 0,-4-3-421 0,3-5 188 16</inkml:trace>
  <inkml:trace contextRef="#ctx0" brushRef="#br0" timeOffset="2734.07">5304 1486 152 0,'-11'0'282'16,"11"0"-21"-16,-16 0-17 0,9 0-26 0,7 0-20 16,0 0-16-16,0 0-20 0,-7 2-14 0,7-2-16 15,0 0-5-15,25 5-13 0,-12-5-23 0,8 3-49 16,2-3-72-16,-1-1-58 0,10-4-70 0,-2 3-189 15,-9-1-375-15,11-4 167 0</inkml:trace>
  <inkml:trace contextRef="#ctx0" brushRef="#br0" timeOffset="2905.97">5180 1323 2538 0,'-54'3'296'0,"17"2"-39"0,-1-5-39 16,4 2-55-16,1 0-20 0,9 0-20 0,2-3-4 15,4 1-2-15,4 0 1 0,4-1-17 0,2 1-6 16,8 0-15-16,-15 0-49 0,15 0-89 0,-7-2-105 16,7 2-96-16,0 0-115 0,0 0-218 0,0 0-639 15,0 0 283-15</inkml:trace>
  <inkml:trace contextRef="#ctx0" brushRef="#br0" timeOffset="3265.31">6950 1337 1 0,'-2'-4'359'0,"-3"1"-13"15,5-2-16-15,-4 2-29 0,4 3-35 0,0-5-29 16,0 5-24-16,0 0-21 0,0 0-31 0,0 0-14 16,-8 16-17-16,5-4-1 0,-1 0-8 0,1 6-13 15,2 2-9-15,-3 5 0 0,4 4-17 0,-3 0-6 16,-1 2-10-16,5 2 0 0,-1-4-8 0,0 4-10 15,3-2-37-15,0-1-31 0,-2-3-29 0,3-9-36 16,-1-2-43-16,-2 1-49 0,-1-4-49 0,3-3-50 16,-3-4-172-16,3-1-485 0,-1-2 215 0</inkml:trace>
  <inkml:trace contextRef="#ctx0" brushRef="#br0" timeOffset="3843.47">6796 1338 228 0,'-7'-12'336'0,"-1"1"-5"0,3 1 3 0,1 0-5 16,-1 0-12-16,3 3-27 0,-1 0-18 0,2 2-38 15,1 0-22-15,2-1-24 0,1 4-19 0,5-1-23 16,5 2 1-16,1 0-31 0,8 4-6 0,1 1-18 16,6 7-6-16,1 1-34 0,4 1 18 0,-4 3-13 15,1 0 0-15,-2 4-18 0,-1 4-17 0,-2-1-10 16,0-2-7-16,-2 2-7 0,-10 3 0 0,5-3-2 15,-9 3 1-15,-5-6-1 0,-1 6-1 0,-7-6 0 16,-5 1 6-16,-4-3-2 0,-6 8 3 0,-5-1 4 0,0-4 8 16,-6-1 17-16,-2-1 20 0,-3-3 3 15,2-4 15-15,3 1 4 0,-1-8 11 0,-2-1-1 16,11-2 0-16,-1 4 3 0,5-5-1 0,4-1 4 16,5 0-4-16,-4 0-1 0,5-1-10 0,0-2-9 15,6-5-9-15,0 6-11 0,1 2-7 0,8-10-8 0,5 4-12 16,-2-1-17-16,18-6-18 0,-1 3-11 0,2 1-14 15,4-1-15-15,0-1-9 0,3 1-2 16,-3 2-17-16,2 0 1 0,0-2-1 0,-2-1-2 16,0 1-5-16,0 0-7 0,-1-2 3 0,-2 1-5 0,-4-5 3 15,-1 3 1-15,-8 1 4 0,-2-1 10 0,-1 1 13 16,-3 2 6-16,-1-3 8 0,-4 3 26 0,-1 1 27 16,-1 1 25-16,-4 0 37 0,-1 2 4 15,0-1 12-15,-1 0 9 0,-1 1-6 0,-6 1 2 0,6 1 2 16,-4 0-9-16,-2 2-7 0,0-1-9 0,-3 6-1 15,-1 0-1-15,1 2-9 0,-4 4 4 0,0 2-7 16,0 1-3-16,4 2-3 0,-1-1-3 0,2 2-5 16,1-1 1-16,1 4-1 0,5-1-5 0,0 0-1 15,2-7 5-15,2 3-10 0,2 1 0 0,4 4-7 16,4-4-15-16,-2-5-35 0,6-4-28 0,4-1-36 16,4-3-42-16,7 0-39 0,1-6-36 0,2 0-37 15,-3-4-27-15,8-2-17 0,-4-1-17 0,-1-3 8 16,-2 1 12-16,-1-3-155 0,0 2-489 0,-3-2 218 15</inkml:trace>
  <inkml:trace contextRef="#ctx0" brushRef="#br0" timeOffset="4155.93">7722 1528 1590 0,'14'-12'-118'0,"2"1"36"16,-6 2 47-16,-2-1 48 0,1 2 36 0,-5 0 36 16,2 3 17-16,-6 0 19 0,1 1 8 0,-1-2-1 15,0 6 36-15,-1-4 34 0,-3 2 14 0,-2-1-1 16,6 3 7-16,-13 1 4 0,0-1 2 0,0 3-10 16,-1-1-2-16,-3 2-8 0,3 2-10 0,-2 0-17 15,5-2-17-15,-3 2-17 0,1 0-19 0,2 1-10 16,-1-1-10-16,2 3-10 0,3-2-10 0,0 0-6 15,2-1-11-15,2 3-7 0,1-1-2 0,3-1-6 0,0-1-11 16,6 4 0-16,1-2-1 0,2 1-2 0,6 0-3 16,3 2-8-16,3-3-10 0,0 0-13 15,-3 1-10-15,4-3-7 0,-6 3-9 0,0-1 5 16,-4-3-11-16,0 1-5 0,-2 0-2 0,-5-3 4 0,1 1-1 16,-3 0 8-16,-1-2 1 0,-6 5 4 0,-1-1 5 15,-3 0 0-15,-6 0 2 0,-2-3 4 0,-4-2 2 16,0 0-2-16,-2-1-1 0,-2 0-8 0,3 0-8 15,6-2-5-15,-5-1-16 0,8 1-29 0,0-2-26 16,-1 2-13-16,4-3-22 0,1 1-33 0,4-1-40 16,2-3-38-16,2 0-40 0,8-2-42 0,3 0-284 15,-3-1-663-15,16-6 294 0</inkml:trace>
  <inkml:trace contextRef="#ctx0" brushRef="#br0" timeOffset="5046.46">8155 1410 59 0,'0'0'298'16,"1"-4"-23"-16,-1 4-23 0,0 0-13 0,-7-5-18 15,7 5-22-15,-15 0-17 0,6 0 1 0,-6 4-4 16,0-1-10-16,-4 2-13 0,-2 1-12 0,2 3-6 15,-1 0-4-15,1 1 0 0,-1 3-11 0,1-4-7 16,2 7-12-16,1-3-7 0,1 2-11 0,3-1-7 16,1 1-12-16,4 0-2 0,4-2-13 0,-1 5 3 15,4-4-5-15,4 4-6 0,6-1 3 0,-2-2-7 16,6-1 9-16,5 6-22 0,0-11-21 0,9 7-26 16,-1-6-28-16,6-3-25 0,0-4-27 0,-2-1-16 15,2-4-10-15,-2-3-5 0,-1-3 2 0,0 1-6 16,0-3 19-16,-2-2 12 0,-1 2 11 0,-7 0 12 15,-3-3 3-15,1 0 13 0,-2-1 7 0,-1 0 4 16,-8 4 8-16,0-2 23 0,0 1 19 0,-5-2 28 16,1 2 17-16,-1 1 19 0,-4 2 9 0,-1 1 22 15,-2-3 17-15,-2 1 2 0,2 1-4 0,-1 3 1 16,-2 0 10-16,3 1-12 0,-5 0-12 0,-2 2-10 16,1 2-3-16,-3 4-13 0,2-2 0 0,3 3-5 15,-5 1-8-15,0 0-7 0,1 4-4 0,-1 1-6 16,3-2-4-16,-1 4-1 0,3-1-6 0,2-1 1 15,1 2-1-15,1-3-6 0,1 2-6 0,3 1 5 16,2-4-10-16,4 2 7 0,1-2-13 0,-1-3-14 16,6 0-11-16,2-2-9 0,7-1-13 0,0-1-7 15,0-1-5-15,10-4 0 0,-5 0 3 0,-2-2 13 16,-4-2-6-16,4-2 6 0,3 1 3 0,-6-2 6 0,-1 4 2 16,1-5 6-16,-10 5 4 0,1-3 11 15,0 1 14-15,-3-1 11 0,0 5 15 0,-4-1 18 16,2 2 0-16,-2-2 1 0,-1 0-6 0,1 3-1 15,-4 2-15-15,4-3-12 0,-4 3 5 0,0 0-7 0,0 0 1 16,0 0-2-16,-4 13-3 0,0-6 0 0,4-1 5 16,0 3-8-16,-3-1 3 0,3 3-1 15,0 2-4-15,0-1-1 0,3-1-1 0,1 2-1 16,-3-1 4-16,6-4-4 0,-4 2-3 0,4-2 3 0,-2-1-2 16,4-1 2-16,-3-3-5 0,-6-3 4 0,18-5-2 15,-8 1-6-15,1-3 8 0,0 1-11 0,0-3-3 16,4-4 3-16,-3 0-2 0,1-1 3 15,-2 0 3-15,2-1 1 0,-3 1-1 0,-1 0-1 16,3 0 4-16,-5 3 1 0,-1 1 0 0,-1 3 13 0,0 1 7 16,-2 0 3-16,1 2 3 0,-1 0-6 0,0-1 0 15,-2 4-10-15,-1 1-6 0,4-4 4 0,-4 4-5 16,0 0 1-16,0 0-4 0,4 13-2 0,-1-8 10 16,1 1-7-16,-1 5 7 0,2-4-7 0,1 4 7 15,0-1 7-15,0 0-15 0,9 1 0 0,-3-1-3 16,4-2-16-16,1 2-14 0,2-5-13 0,4 0-9 15,-4 0-19-15,4-3-4 0,-1-2-13 0,2-4-4 16,-2-1-5-16,0 2-5 0,5-10-11 0,-8 3-10 16,6-7-9-16,-8 3-17 0,5-7-23 0,0-2-13 15,-2-1-24-15,0-3-22 0,-2-4-134 0,-3-2-400 16,0-1 177-16</inkml:trace>
  <inkml:trace contextRef="#ctx0" brushRef="#br0" timeOffset="5233.93">9335 1282 999 0,'6'-31'-57'0,"-2"3"45"0,-4 0 56 0,-4 8 32 15,3 2 30-15,-5 1 28 0,2 4 27 0,0 3 18 16,-3-2 4-16,2 3-10 0,-2 4-18 0,-3 0-8 15,2 4-12-15,-4 1-3 0,1 3-12 0,-1 4-10 16,-5 3-8-16,5 8-5 0,-7 3-14 0,3 5-5 16,5-1-3-16,1 2 2 0,-2 1-13 0,8 1-10 15,1 2-1-15,6 0-1 0,-1 1-6 0,2-1-3 16,2 1-6-16,3-1-5 0,2 0-2 0,3-1-1 16,3 0 6-16,-1 0-11 0,3-3-14 0,0 4-29 15,0-9-35-15,-1 0-36 0,-3-10-37 0,-2 1-35 16,4-4-61-16,-4-4-49 0,-3-4-205 0,1-3-516 15,-2-2 228-15</inkml:trace>
  <inkml:trace contextRef="#ctx0" brushRef="#br0" timeOffset="5390.17">9307 1415 292 0,'-8'-6'352'0,"-2"-1"5"15,4 1 3-15,0 1 0 0,3 2-40 0,-1 0-27 16,3 0-20-16,1 3-23 0,-3-7-34 0,3 7-21 15,4-4-20-15,0 1-29 0,6-1-62 0,1 1-59 16,2 1-66-16,9-2-66 0,-2 0-76 0,12 2-105 16,-12 1-226-16,16-1-555 0,-3 2 246 0</inkml:trace>
  <inkml:trace contextRef="#ctx0" brushRef="#br0" timeOffset="7078.99">10621 1219 318 0,'1'-19'365'0,"2"1"-1"0,-3 6-19 0,1-3-3 16,-1 4-8-16,-1-3-24 0,-2 7-25 0,2-4-27 15,-1 2-31-15,2 4-28 0,-4 1-21 0,0 3-19 16,4 1-14-16,-11 12-18 0,6 0-15 15,-5 6-10-15,-2 9-10 0,1 0-6 0,3 4-9 0,-7 3-7 16,6 1-9-16,0 1 4 0,-3-2-12 0,4-1-17 16,1-1 7-16,-6-5 3 0,7 0-11 0,-2-7-4 15,4-3-1-15,-2-4-6 0,4-2-11 16,-1-4 0-16,2 0 1 0,-1-2 3 0,2-2 4 0,0-3-12 16,0 0-1-16,0 0-8 0,8-22 1 0,1 7 0 15,0-4 0-15,5-8-9 0,-1-2 8 0,4-4-16 16,-5-14 12-16,10 0 1 0,-3-2-2 0,-6 13 1 15,1-1-1-15,-2 2 4 0,2-3 0 0,-2 7 4 16,-4 3 12-16,0 1 11 0,-1 9 21 0,-4 3 12 16,1 4 4-16,-3 3-6 0,3 0-6 0,-4 3-10 15,4 1-21-15,-4 4 3 0,0 0-2 0,0 0-2 16,7 20 0-16,-7-2-3 0,4 3 3 0,1 7-2 16,-1 4-6-16,-3 1 4 0,3 3-1 0,4 3-4 15,-1-1 6-15,-4-1-3 0,2 2-3 0,-2-1 2 0,2-4-2 16,2-1-1-16,0-1-9 0,0-4-23 15,-2-1-18-15,-1-9-25 0,0-6-29 0,-1 1-30 16,1-1-29-16,-4-4-20 0,4-2 1 0,-4-2-15 16,0-4-34-16,0 0-32 0,0 0-17 0,0 0-9 0,0 0-4 15,-8-21 7-15,4 11 23 0,-3-2 25 0,2 1 25 16,-4-3 35-16,0 0 45 0,-2 4 50 16,0-6 30-16,-1 3 43 0,3 3 26 0,-3 2 27 15,0-2 28-15,4 5 17 0,-3-3 8 0,-1 3 10 0,4 2 9 16,0 0-1-16,2 0-10 0,0-1-14 0,-1 3-12 15,7 1-6-15,-6-1-9 0,6 1-2 0,0 0-3 16,0 0-12-16,0 0 7 0,0 0 9 0,15 6-1 16,-4-3 1-16,4-3-8 0,7 0-4 0,-1 0-14 15,9-3 2-15,2 1-5 0,-1-2-7 0,2-2-3 16,-2-4-4-16,4 2-2 0,-2-3 1 0,-2-1-18 16,-2-4-20-16,-2 1-25 0,0-6-23 0,-4-2-20 15,-4-2-12-15,0 2-6 0,-3-2-2 0,1 1 9 16,-6 0 12-16,-7 7 14 0,3 2 23 0,-5-2 21 15,-2 3 27-15,0 7 14 0,-2-4 9 0,-5 1 16 16,6 5-1-16,-3 0-5 0,-5-1 0 0,1 5-1 16,-4 0-6-16,-2 3-2 0,-5 5 3 0,2 2-2 15,-2 2 1-15,-3 7 0 0,8-2-2 0,-5 6-12 16,4 2 3-16,3 0 2 0,1 4-2 0,6-1 9 16,1 4-14-16,4-7 0 0,2 4 1 0,5-1-3 15,3-1 4-15,3-3-2 0,4 1-1 0,6-2-7 16,5-3-18-16,-2-5-16 0,7 2-17 0,4-5-19 15,-1-3-22-15,3-2-13 0,1-2-2 0,-2-3-1 16,-1-2 11-16,1-1 8 0,-1-5 8 0,-3-1 9 16,-2 1 8-16,-2-4 1 0,-3-2 10 0,-9 2 8 15,3 0 20-15,-6-5 18 0,-6 6 26 0,1-3 20 16,-5-3 16-16,-1 4 10 0,-4 2 13 0,-4-2 3 16,0 1 0-16,-3-1-17 0,-5-2-5 0,-3 2 2 15,-4 2-5-15,5 0-1 0,-6 4 1 0,1-1-8 16,-10 1-22-16,6 4 11 0,2 2-1 0,0 0-10 15,-1 1 0-15,2 1-4 0,6 2-10 0,-1-1 1 0,7 2 1 16,-1 0-23-16,2 0 16 0,4 3 1 0,2 0-7 16,2 0 10-16,4 2-6 0,2 1-15 0,3-1 7 15,6 3 4-15,-1 1 0 0,12 4 0 0,-2 0-2 16,1 1-1-16,-2 0-8 0,2 1 4 0,-2-1 1 16,2 3 3-16,-3-2 2 0,-3 3 0 0,1 0-15 15,0 1 14-15,-6 1-5 0,-1-2-1 0,-4 6-7 16,1 0 10-16,-4 0 1 0,1-1-4 0,-4 0 0 15,-3 1 7-15,2-10 1 0,-6 1-9 0,1-1-2 16,-3-2 12-16,-1-6 0 0,-1-1 3 0,0 2 20 16,-2-7 17-16,-5 2 12 0,5-2-2 0,-5-4 6 15,3-2 7-15,-3-3 4 0,5-1 7 0,-5-3-9 16,3-4-7-16,2 2-2 0,2-3-12 0,3-2-7 16,1-6 0-16,6-8-15 0,3 0-11 0,8-2-32 15,0-4-29-15,13-10-38 0,3 2-38 0,0 4-15 16,-3 8-10-16,0 2 2 0,10-9 9 0,-8 14 16 15,-5 2 12-15,1 1 8 0,-8 8 13 0,-1 0 5 16,0 1 7-16,-5 4 9 0,-2 3 6 0,-4 0 0 16,1 1 5-16,-2 4 5 0,-4 0 1 0,7 6 6 15,-4-1 5-15,-2 1 5 0,4 4 2 0,-5 3 4 16,2 1 4-16,-2-1 3 0,2 6-2 0,1-1 10 16,1-2-5-16,3 0 5 0,0 2 0 0,2-4-1 15,4 0 9-15,-1-2 1 0,0-3 5 0,3 0 6 16,1-1 5-16,6-2 0 0,-5-5 1 0,4-1 11 15,2-2 8-15,-3-4 3 0,-4-1 12 0,2-4-8 16,-4 0-6-16,0-5-2 0,-2 2 1 0,-2-2-12 16,-2-2-7-16,-2-1 20 0,-3 0 6 0,-4-1 5 15,-1 2 8-15,0 0 0 0,-5 2 1 0,-1-1-13 16,-3 3-5-16,-1 0-6 0,-2 2-6 0,-9 4 3 0,2 1-28 16,-11 2-45-16,2 1-41 0,-2 4-52 0,-4 3-46 15,-2 3-86-15,1 1-98 0,-17 8-207 16,16-1-616-16,-18 4 273 0</inkml:trace>
  <inkml:trace contextRef="#ctx0" brushRef="#br0" timeOffset="10284.2">1592 1742 177 0,'0'0'329'0,"0"0"-22"0,-4-1-19 0,4 1-8 15,0 0-9-15,-9-2-9 0,9 2-13 0,0 0-22 16,0 0-19-16,0 0-9 0,0 0-34 0,-6-5-13 16,6 5-18-16,0 0-20 0,0 0-10 0,0 0 3 15,0 0-30-15,15-3-1 0,-15 3-12 0,18-1-3 16,-3 1-2-16,4-4-6 0,4 1-11 0,7 0-2 15,-2-4-22-15,2 5-32 0,-1-3-32 0,2 3-30 16,-8-4-28-16,-1 2-41 0,3 2-44 0,3-2-57 16,-8 3-43-16,0 0-204 0,-6-2-533 0,-1 3 236 15</inkml:trace>
  <inkml:trace contextRef="#ctx0" brushRef="#br0" timeOffset="10581.05">1841 1586 125 0,'0'0'166'16,"0"0"-18"-16,0 0-10 0,0 0-12 0,0 0-3 0,0 0-1 15,15 8 11-15,-6-3-12 0,0 0-11 0,2-3-7 16,2 3-15-16,-2 0-7 0,3 3-5 0,2 0-10 15,-4-1-8-15,6 1-1 0,-7 1-11 16,0-4-1-16,0 4-6 0,-3 0-1 0,1-1-2 0,-3-1 2 16,-1 4 13-16,-5 1 12 0,0-3 11 0,-1 3 3 15,-3-2-8-15,-2 3-7 0,-7 1-3 0,2 0-9 16,-7-1-4-16,3 2-22 0,-5-2-33 0,-3 5-34 16,-3 0-63-16,7 0-83 0,1-6-197 0,3 0-417 15,2 4 185-15</inkml:trace>
  <inkml:trace contextRef="#ctx0" brushRef="#br0" timeOffset="15519.98">4288 2975 257 0,'0'-4'337'0,"3"0"-8"0,-3 4-14 16,0-8-5-16,0 8 1 0,1-6-11 0,-1 6-6 16,-1-5-14-16,1 5-17 0,1-4-16 0,-1 4-35 15,3-3-26-15,-3 3-21 0,0 0-29 0,0 0-10 16,0 0-20-16,0 0-6 0,0 0-7 0,6 12-7 16,-4-4-12-16,2 0-9 0,0 2-5 0,0 0-5 15,0 2-2-15,-1 3-7 0,5 0-2 0,-4 2 1 16,3-1-12-16,-1 0-34 0,-1 0-37 0,3 0-30 15,0-1-27-15,-2-1-25 0,-1-2-29 0,-2 2-41 16,1-3-34-16,3 1-44 0,-3-3-44 0,-3 1-266 16,2-4-625-16,-2 1 277 0</inkml:trace>
  <inkml:trace contextRef="#ctx0" brushRef="#br0" timeOffset="15943.32">4507 3024 110 0,'0'0'163'0,"0"0"-5"0,0 0-4 0,0 0-7 16,1 13-13-16,2-9-9 0,1 2-3 0,-3-1-6 16,2 1-11-16,1-1-10 0,-1 4-12 0,0-3-9 0,1 1-2 15,-1-1-7-15,2-1-9 0,-2 0-4 0,1 2-7 16,-2-3 3-16,1 0-7 0,0-1-2 15,1 0-7-15,-4 1-1 0,0-4 2 0,4 3 26 16,-4-3 14-16,0 0 5 0,6 1-6 0,-6-1-8 16,5-8-4-16,-2 3-5 0,-2-1 13 0,3-2-2 0,2-1 6 15,-4 0-2-15,2 1-4 0,6-1 15 0,-6 0-12 16,4 3 3-16,-5 0-4 0,1 0-1 16,-1 1-11-16,-1 0 3 0,1 2-21 0,2-1 1 15,-2 1-14-15,0 1 0 0,2 1 10 0,-5 1-15 0,10 4-4 16,-3-2-2-16,2 4 1 0,-3-1-5 0,3 1-3 15,-2 3 3-15,5 0 1 0,-5 2 0 0,3-1-5 16,-1 0 2-16,-2 1-2 0,1 1 13 0,-1 1-14 16,0-4 2-16,-2 3 1 0,1-3-5 0,-1 1-5 15,2-6-10-15,-6 3-33 0,4-1-23 0,-3-2-27 16,-1 1-19-16,1-2-20 0,-2-3-30 0,1 4-57 16,-1-4-52-16,0 0-159 0,0 0-466 0,0 0 207 15</inkml:trace>
  <inkml:trace contextRef="#ctx0" brushRef="#br0" timeOffset="16224.54">4926 2773 12 0,'0'-6'340'0,"0"0"-11"0,0 2 0 0,0-1-10 16,0 1 19-16,0 4-41 0,1-6-29 0,-1 6-34 15,0-4-22-15,0 4-36 0,0 0-15 0,0 0-14 16,0 0-20-16,8 10-9 0,-5-2-12 0,0 2-8 16,6 5-12-16,-2 5-5 0,0-2-7 0,-1 2-11 15,1 0-5-15,4 6-2 0,-5 0-11 0,2-6-3 16,0 6-6-16,-1-7-1 0,-2 3-26 0,1-3-41 0,2-1-27 16,-5 0-26-16,2-1-30 0,1-4-34 15,-5-1-40-15,3-1-35 0,-4-5-25 0,4 0-35 16,-1 0-185-16,0 0-507 0,-1-4 225 0</inkml:trace>
  <inkml:trace contextRef="#ctx0" brushRef="#br0" timeOffset="17094.87">4994 3022 130 0,'-1'-4'200'16,"-5"0"-3"-16,5 2 6 0,-2-3-9 0,0 3-4 0,3 2-15 15,-4-4-16-15,4 4-17 0,-4-3-15 0,4 3-13 16,0 0-13-16,0 0-9 0,12-5-11 0,2 2-5 15,-1 3-8-15,7-1-6 0,0 0-6 16,14 0-5-16,-11 1-11 0,10 0-15 0,-2-5-17 16,3 4-19-16,-3 0-18 0,-1-4-17 0,3 1-4 0,1 4-22 31,-11-2 13-31,-1 0-3 0,0-1 11 0,-3 2 3 16,-6-1 5-16,1-2 8 0,-2 4 16 0,-4-1 21 15,-1-1 20-15,-3 2 15 0,-4 0 5 0,0 0-10 0,0 0-5 0,0 0 2 0,0 0-10 16,0 0 4-16,-23 10-4 0,9-5 2 0,-2 0-3 15,-2 3 2-15,-2-1 1 0,4 2-1 0,-2-2-1 16,4 1 0-16,3-2-2 0,2 1-1 16,-5-1-4-16,6-1 2 0,-1 0-1 0,4 0-3 0,-1-2 0 15,5 1-3-15,-4-1 0 0,5-3 3 0,-1 2 0 16,1-2-1-16,0 0-4 0,11 1-1 0,-11-1 4 16,16-2 1-16,-6-1 3 0,3-2-7 0,1 0-1 15,1 1 0-15,-3-1 1 0,-1 0-2 0,3 0 2 16,-1 0-1-16,-1 1-3 0,2 0 1 0,-6-1-4 15,2 4 1-15,-3 1 0 0,-2-2 0 0,2 2-3 16,-1 2-1-16,4 2 4 0,-4-1-3 0,2 1 1 16,-4 1 2-16,4 3-2 0,0-2 4 0,-2 1-3 15,3 1 3-15,-1 0-2 0,-1-2 1 0,0 0 6 16,5 2-4-16,-4-2 2 0,3-2 0 0,3 0-2 16,-1-3 4-16,2-1-3 0,3-1 3 0,2 0-3 15,-2-4-1-15,1-3 1 0,-4 0 0 0,3-1 2 16,-6 0-2-16,3-6 0 0,0-1 2 0,0 0-2 15,-3-3 2-15,3-5-3 0,-4-4 0 0,-1 3-4 16,-1-2 3-16,-2 1-6 0,-2 1 3 0,-5 4 6 16,2 3 14-16,-4 0 16 0,2 7 8 0,-2-2 10 15,0 1 12-15,-2 2 5 0,1 1 2 0,-1-1 2 16,1 5-6-16,-2 0-12 0,4 2 7 0,-6 2-17 16,7 1-9-16,-11 4-5 0,4-1-2 0,-1 5-7 15,0 1 11-15,-2 2-12 0,1 5 2 0,2 1-3 16,0 3-5-16,3-2-2 0,3 4-3 0,-1-2 6 15,2 1-3-15,2-1-5 0,-1 1 2 0,6 0 1 16,-3-5-2-16,2 3-3 0,0-2-1 0,5-4 7 16,-4-1-18-16,4-4 1 0,-3 0-4 0,0-1 3 15,2-3 0-15,-1-1-1 0,1-1 4 0,1-3 3 16,-1-1 0-16,0 0 3 0,0-1 8 0,0-3 7 16,-1 1 0-16,0-2 7 0,-2-1 15 0,2 1 19 15,-3-1 15-15,1 0 11 0,-3 2 7 0,0-1 8 16,0 3 8-16,0 0 2 0,0 1-7 0,-3-1-11 15,2 1-15-15,-3 3-13 0,4-2-13 0,-4 2-6 16,0 0 0-16,0 0-12 0,7 9 3 0,-4-4-7 16,2 3 1-16,-4-2-2 0,5 6-13 0,1 0 13 15,-3 1-10-15,1-1-25 0,2 1-32 0,-3-1-3 16,0-1-40-16,3 0-28 0,-3 0-26 0,3-2-28 16,-4-2-23-16,5 2-15 0,-1-4-21 0,-2-3-19 0,-1 0-23 15,6-2-6-15,-10 0-1 0,13-7 4 16,-7 4-147-16,1-5-447 0,2 0 198 0</inkml:trace>
  <inkml:trace contextRef="#ctx0" brushRef="#br0" timeOffset="17641.68">6166 2988 716 0,'3'-12'-37'16,"1"1"24"-16,0 2 20 0,-4 1 15 0,0-2 14 0,0 2 13 15,-1 3 12-15,1-2 20 0,0 1 7 0,0 1 3 16,-3 0 2-16,3 5-1 0,0-7-8 16,0 7-8-16,4-6-11 0,-4 6-6 0,0 0-13 15,3-3-1-15,-3 3 3 0,0 0 17 0,9 7 1 0,-3-3-3 16,2-1-4-16,0 2-1 0,3 3 1 0,0 0-1 15,2 0 0-15,3 2-3 0,0 2 0 0,-4 1-11 16,3-3 3-16,0 4 2 0,0-2-14 16,-3 1 1-16,-1 2-8 0,3-1 1 0,-5 2 2 0,6-1-8 15,-8 1-1-15,1-1 3 0,-1 2 1 0,2 3 14 16,-2-3 10-16,-3 1 1 0,2 0-1 0,-2 1 7 16,1-2 10-16,-5 2-2 0,2 0 6 15,-2 0 12-15,-2-1 2 0,-3 2 0 0,1-9 8 16,-2 7 8-16,-1-5 17 0,1-2 7 0,-5 1 13 0,3-6 13 15,-7 4-4-15,-3-2 2 0,6-2-6 0,-10-2-5 16,2 0-2-16,0-3-3 0,2-3 1 0,5-1-10 16,-7-3-4-16,1-2-5 0,5-5-13 0,2 2-6 15,1-5-16-15,7 5-9 0,0-9-10 0,7 0-13 16,5-8-20-16,5-2-34 0,4 0-33 0,7-1-30 16,12-10-29-16,3-1-22 0,3 5-10 0,2 6 14 15,-13 5 1-15,12-5 12 0,-11 10-11 0,0 2 4 16,2-3 6-16,-4 4 6 0,0 1 8 0,-5 3 8 15,-6 4 9-15,0 2 12 0,-3-1 5 0,-5 1 8 16,-4 6 7-16,-3-2 10 0,0 1 14 0,0-1 5 16,-1 1 10-16,-3 3-17 0,0 0 1 0,0 0 2 15,0 0 22-15,0 0 12 0,-30 9 14 0,19-4 16 16,1 3 9-16,1-1 6 0,-9 1-1 0,6 0 4 16,-3 6-10-16,7-4 0 0,-3 1-4 0,-1 2-5 15,6-2-3-15,2 2-2 0,0-3-9 0,4 3 0 16,4-1-5-16,-2-1 0 0,6 1 0 0,0-1-3 15,2-3-1-15,4 3-24 0,2-2-38 0,-2-3-49 16,7-1-41-16,-8-2-51 0,9-1-55 0,-4 0-60 16,1-4-54-16,-4 0-271 0,-2-3-668 0,0 1 296 15</inkml:trace>
  <inkml:trace contextRef="#ctx0" brushRef="#br0" timeOffset="17813.55">6587 2726 14 0,'-11'-4'313'0,"-1"-2"-30"0,2 1-23 0,2 1-24 16,-3 0-7-16,5 0-7 0,1 2-8 0,1-1-17 15,0 1-25-15,0-1-35 0,4 3-64 0,-7-3-107 16,7 3-115-16,0 0-213 0,0 0-391 0,0 0 174 16</inkml:trace>
  <inkml:trace contextRef="#ctx0" brushRef="#br0" timeOffset="18516.59">7550 2826 58 0,'1'-4'335'16,"-2"-1"-14"-16,-1-2-19 0,2 4-20 0,0 3-18 16,-3-9-41-16,3 9-26 0,-1-2-24 0,1 2-14 15,0 0-15-15,0 0-18 0,4 21-10 0,-4-11-12 16,3 3-11-16,0 4-8 0,-2 2-10 0,3 0 5 16,0 2-16-16,0-1-10 0,0 1-4 0,0 2-3 15,1-3-7-15,-1-1-6 0,1 1 6 0,-1-2 2 16,0-2-14-16,0 1-2 0,-1-6-1 0,1-1-5 15,-1-2 2-15,-2 0-2 0,2-4 1 0,-3-1 3 16,3-1-3-16,-3-2-2 0,9 0 0 0,-9 0-8 16,12-9 3-16,-5 1 8 0,4 1-13 0,1-6 2 15,1 0-5-15,-1 0-1 0,0-1 3 0,4 0-1 16,-5 1-4-16,0 4-2 0,-2 2 1 0,0-1-1 16,-1 4-6-16,-1 0 0 0,-1 0 0 0,0 1 2 15,1 3-4-15,0 0 1 0,-1 3 0 0,0-1 3 16,2 0 0-16,-4 2-2 0,0-1 3 0,4 3 0 15,-1-1-1-15,-2-1 0 0,0 3 1 0,0-4-2 16,-1 1 2-16,1-1 5 0,-2-1 1 0,0 1 16 16,-3-3 32-16,5 0 15 0,-5 0 6 0,10-5-25 0,-6 1-1 15,3-2-4-15,0-4-8 0,-2-1-2 16,2 1 4-16,1-6-11 0,3 1-1 0,-3-4 0 16,-1 0-5-16,-2 1-4 0,3-1 7 0,-1 1-11 15,0-2 7-15,-4 5-13 0,0 2 1 0,-1 1-2 0,2 2-6 16,-2 2-7-16,-2-2-22 0,1 3-33 0,-2 3-45 15,-1-1-44-15,-3 1-35 0,5 4-34 16,0 0-51-16,-14 4-46 0,7 0-195 0,2 1-554 16,0 2 245-16</inkml:trace>
  <inkml:trace contextRef="#ctx0" brushRef="#br0" timeOffset="18782.18">8342 2840 378 0,'0'0'406'16,"-8"-1"-13"-16,8 1-8 0,0 0-7 0,0 0-21 16,0 0-31-16,0 0-36 0,0 0-31 0,0 0-29 15,0 0-24-15,0 0-18 0,14-4-23 0,-3 4-9 16,1 0-23-16,3 2-17 0,0-1-31 0,3-1-46 15,2 0-47-15,0 0-50 0,1 1-42 0,-3-1-31 16,-5 2-39-16,2 1-41 0,-3-2-34 0,3 0-51 16,-7-1-250-16,-2 4-590 0,1-2 261 0</inkml:trace>
  <inkml:trace contextRef="#ctx0" brushRef="#br0" timeOffset="18922.8">8397 2922 38 0,'-14'6'187'0,"2"-1"10"0,0 0 0 0,1 0-8 15,4-1-8-15,3 0 1 0,0-2 9 0,-1 2 7 16,-1-2-13-16,6 3-5 0,0-5 6 0,0 0 2 16,8 6-12-16,-1-5-19 0,7 0-14 0,-2 1-15 15,3-2-13-15,4 1-31 0,-1-2-54 0,1 1-65 16,-4-2-74-16,4 0-95 0,-6 2-260 0,2-1-503 16,3-3 222-16</inkml:trace>
  <inkml:trace contextRef="#ctx0" brushRef="#br0" timeOffset="27052.43">9068 2579 144 0,'0'0'275'16,"3"-5"-1"-16,-1 3-6 0,-2 2-11 0,3-6-6 15,-3 6-16-15,0 0-15 0,5-2-10 16,-5 2-19-16,0 0-15 0,0 0-5 0,1-4-14 0,-1 4-13 16,0 0-11-16,0 0-11 0,0 0-14 0,0 0-16 15,0 0 5-15,0 0-17 0,0 0-13 0,0 0-2 16,0 0-14-16,0 0-9 0,0 0 9 0,0 0-12 16,0 0 2-16,0 0-13 0,-24 4 3 15,17-3-5-15,-1 0 9 0,-6 0-12 0,5 1-2 0,-2 1-5 16,-4-5-1-16,4 4 4 0,-1-4-2 0,-2 2 1 15,2 0 6-15,-2-1-12 0,6-1 6 0,-1 1 0 16,3 1-6-16,6 0 0 0,-11-2 4 0,6 0-5 16,5 2-1-16,-9 0 3 0,9 0 1 0,-7 0-2 15,7 0-9-15,0 0 16 0,0 0-14 0,0 0-5 16,0 0-4-16,0 0 0 0,-6-1-7 0,6 1 18 16,0 0-13-16,-4 5 2 0,4-5-1 0,0 6 1 15,0-1 6-15,0-2-10 0,0 2 1 0,0 2 8 16,0 1-2-16,0-1-6 0,0 4 0 0,0-1 5 15,0 3 9-15,0-2-10 0,0 3 3 0,0 3 0 16,-1 1-2-16,1 0 3 0,-3 0-3 0,3 0 1 16,0 2-3-16,3-2-2 0,-2 1 17 0,3 3-15 15,-4-4 7-15,2 0-2 0,-1 1-5 0,0-1 2 16,2-2 4-16,-1 1-2 0,-1-4 3 0,0 1-7 16,1-1 10-16,1-3-2 0,-1 1 1 0,-1 0-2 15,2-2 12-15,-2-2-17 0,-1-3 7 0,3 3-1 16,-2-4 8-16,1 2 6 0,-4-2 7 0,2-3-2 15,2 5 10-15,-2-5 4 0,1 3-3 0,-1-3-1 16,6 1 0-16,-6-1-8 0,0 0-1 0,17-4-4 16,-11 2-4-16,6-1-15 0,-1 0-34 0,1-3-37 15,2 2-38-15,3 2-36 0,0-2-37 0,-1-1-39 16,7 1-45-16,-3-1-38 0,-2 2-264 0,1-3-612 16,-5 5 271-16</inkml:trace>
  <inkml:trace contextRef="#ctx0" brushRef="#br0" timeOffset="27630.49">9353 2735 274 0,'0'0'328'16,"0"0"-24"-16,-8-1-30 0,8 1-28 0,0 0-20 0,-11 5-4 15,6 0-13-15,-1 1-18 0,-2 0-17 0,1-1-21 16,3 1-12-16,0 3-15 0,-3 1-14 0,3 0-12 16,4 1-3-16,-1 1-8 0,2-4-10 15,-1 4-6-15,4-1-10 0,2-5-5 0,2 2-1 0,3 0-10 16,-2-1 1-16,4-2-3 0,1 0-18 0,4-4-17 15,0-1-5-15,-3 0-12 0,0-4 3 0,3 0-6 16,-5-2 2-16,-2 1 1 0,1-3 1 0,-1 1 1 16,-7-4 2-16,3 3-2 0,-3-3 4 0,0 0 9 15,-4 0 8-15,-4-1 5 0,0 0 2 0,-1 1 5 16,-4-1 5-16,4 2-5 0,-6 1 1 0,3 1-1 16,1 0-8-16,-4 2-6 0,0 1 10 0,2 0-9 15,-1 2-1-15,-1 2-31 0,2 1-28 0,1 1-29 16,-2 0-43-16,3 3-52 0,0 0-59 0,2 0-55 15,2 0-232-15,2 1-559 0,4 3 248 0</inkml:trace>
  <inkml:trace contextRef="#ctx0" brushRef="#br0" timeOffset="27802.35">9735 2882 274 0,'4'6'296'0,"-2"-2"-2"0,-2-1-18 0,1 2-2 15,1 0-5-15,-4 1-15 0,2 0-25 0,-3 2-22 16,1-2-15-16,-1 3-20 0,-1 2-19 0,-3-3-17 16,0 4-10-16,2-1-16 0,-1-1-13 0,0-1-7 15,0 2-38-15,1-2-50 0,-5-2-41 0,6 0-49 16,-1-2-53-16,0 2-65 0,4-5-45 0,1 2-212 16,0-4-503-16,0 0 223 0</inkml:trace>
  <inkml:trace contextRef="#ctx0" brushRef="#br0" timeOffset="28146.06">9916 2775 114 0,'-4'5'286'0,"1"3"-6"15,-1-2-18-15,3 3-16 0,-3-2-15 0,4 3-17 16,-1-1-20-16,1 2-17 0,1 1-16 0,3-5-10 15,0 5-18-15,1-3-8 0,4 0-16 0,-1-3 4 16,3 2-22-16,1-1-5 0,0-2-7 0,2-3-6 16,-2-1-13-16,3-1 0 0,-1 0-7 0,-2-3-2 15,0-2-6-15,0-1-1 0,-2-1-9 0,-1-2-5 16,-2-2-8-16,1 1-2 0,-4-1 2 0,-1-1-2 16,1 1-3-16,-4-1-3 0,0 1 8 0,-4 2 9 15,-1-3 2-15,3 2 5 0,-6 1-3 0,3 1 0 0,-1 1-2 16,-5 2-8-16,5 0-1 0,-3 3 0 15,3-1-8-15,-4 3-25 0,2 0-41 0,8 0-39 16,-15 4-48-16,8 2-55 0,3-3-70 0,0 4-271 16,3-1-577-16,6 3 256 0</inkml:trace>
  <inkml:trace contextRef="#ctx0" brushRef="#br0" timeOffset="28364.79">10335 2970 211 0,'0'0'321'0,"0"0"5"0,3 4-30 0,-1-2-30 15,-2-2-31-15,2 5-5 0,-2-5-37 0,-2 6-17 16,2-6-17-16,0 6-11 0,-2 0-18 0,-1-1-6 0,-1 2-13 16,0-1-11-16,1 1-13 0,2 0-34 0,-3-1-37 15,2 1-59-15,-2-1-51 0,2 1-67 0,0-4-59 16,-1 3-224-16,2-2-481 0,1-4 212 15</inkml:trace>
  <inkml:trace contextRef="#ctx0" brushRef="#br0" timeOffset="28567.89">10659 2810 106 0,'0'0'320'0,"0"0"-23"0,3-5-23 16,-3 5-30-16,0 0-18 0,0 0-24 0,0 0-23 16,13 0-20-16,-13 0-12 0,11 2-18 0,-4-2-35 15,0 2-50-15,2-1-57 0,-1 0-61 0,5-1-69 16,-1 0-223-16,1-1-395 0,1 2 175 0</inkml:trace>
  <inkml:trace contextRef="#ctx0" brushRef="#br0" timeOffset="28734.62">11037 2803 83 0,'0'0'348'15,"0"0"6"-15,8-2-19 0,-8 2-18 0,0 0-28 16,0 0-16-16,7 1-34 0,-7-1-27 0,0 0-19 16,0 0-22-16,8-1-18 0,-8 1-20 0,11 2-60 31,-6-1-57-31,1 0-55 0,1 1-54 0,-2 1-71 15,2-3-72-15,2 1-208 0,1 0-479 0,-2 4 213 0</inkml:trace>
  <inkml:trace contextRef="#ctx0" brushRef="#br0" timeOffset="28875.23">11344 2809 257 0,'7'-2'300'0,"-7"2"27"0,0 0 7 15,8-2-26-15,-8 2-27 0,2-2-36 0,-2 2-25 16,6-2-23-16,-6 2-23 0,0 0-34 0,0 0-47 15,6-3-55-15,-6 3-53 0,0 0-66 0,0 0-85 16,13 6-68-16,-7-3-169 0,-6-3-438 0,11 4 194 16</inkml:trace>
  <inkml:trace contextRef="#ctx0" brushRef="#br0" timeOffset="29078.34">11574 2987 53 0,'0'3'245'0,"0"3"-18"0,0 1-2 0,-3-3-4 16,3 2-14-16,-1 0-19 0,-2 1-15 0,2-1-16 15,-3 2-14-15,1-3-11 0,-1 5-17 0,-3-2-11 16,0 1-8-16,1 1-29 0,-5-1-49 0,4 0-49 16,-4-1-50-16,5-3-54 0,-1 0-55 0,1 3-133 15,1-5-349-15,3 2 154 0</inkml:trace>
  <inkml:trace contextRef="#ctx0" brushRef="#br0" timeOffset="29453.3">11891 2811 298 0,'0'0'321'0,"-7"3"-6"0,4 2-16 0,-1-2-19 16,2 1-19-16,0 4-18 0,-3-1-19 0,4 3-15 16,-2 0-20-16,2 0-16 0,-1 1-13 0,1 1-18 0,2-1-10 15,1 1-10-15,-1 0-13 0,3-2-12 0,1 0-9 16,-1 0-8-16,-1-2-6 0,3-3-12 16,-2 2-12-16,3-4-16 0,3 2-20 0,-4-5-22 15,6 2-16-15,0-3-14 0,1 0-4 0,-2-4-4 16,2-1-1-16,1 0 1 0,-5-1 3 0,6-5 3 0,-4-3 3 15,-3 5 3-15,3-5 5 0,-7 2 4 0,3 0 5 16,-2 0 15-16,-3 0 14 0,-1 0 6 16,-4 1 19-16,-1 0 3 0,0 1-1 0,0 2-5 15,-3-1-11-15,0 1 1 0,-2 0-1 0,0 4-2 0,0-1-11 16,-3 3-33-16,-2-1-28 0,2 3-31 0,-1-1-52 16,-1 4-50-16,1-2-55 0,2 1-58 0,-4 1-152 15,5 2-489-15,5-1 217 0</inkml:trace>
  <inkml:trace contextRef="#ctx0" brushRef="#br0" timeOffset="30078.23">12166 2466 146 0,'-2'-2'307'16,"1"-2"-17"-16,0-1-11 0,1 5-29 0,-2-7-19 16,2 7-31-16,3-7-20 0,-2 4-16 0,-1 3-15 15,6-5-21-15,-3 1-10 0,2 2-12 0,3-1-11 16,-1 1-10-16,-1-1-9 0,3 1-9 0,-2 0-10 15,5 1 6-15,-2 1-15 0,0-1-7 0,0 2-3 16,-3-1-6-16,1 0 5 0,3 1-12 0,-2 2-5 16,1-1 0-16,-2 0 4 0,0 0-12 0,-2 1-2 15,-1-1 0-15,2 2-2 0,0 4 1 0,-2-3-4 16,2 3 1-16,-3-2-3 0,4 2-3 0,-4 3 5 16,-1-1-4-16,1 3 4 0,1 4-2 0,-2 0-3 15,-1-1 0-15,-1 2 0 0,2 1 1 0,-2 0 8 16,0 2 9-16,3-1 3 0,-2 3 3 0,-2-3 6 15,-2 0 3-15,5 6 9 0,-2-6 6 0,2 1 9 16,-1 1 5-16,-1-4 10 0,-1 3 4 0,0-3 3 16,-1 0 7-16,2 0 2 0,-2-2 2 0,2-4 3 15,-1-1 3-15,0-1-3 0,0 0-11 0,1 1 0 16,-1-3-12-16,-1 1-6 0,1-3-5 0,0 0-4 16,0 0-3-16,0 0-4 0,0 0 0 0,-1-3-8 15,-1 2-3-15,4-1-6 0,-2-4-3 0,0 7-2 16,0-3 0-16,0-1 0 0,0-3-6 0,1 7 0 15,-1-7-5-15,0 6-3 0,1-1 6 0,-1-1-4 16,0 0 0-16,0-4 4 0,2 7-5 0,-2-4-2 16,0 1 0-16,0-4 2 0,-2 6-2 0,2-1 1 0,0-5-2 15,-2 5 7-15,2-5-7 0,-3 5 2 16,-3-3-1-16,-3 1 1 0,2 0 0 0,-5-1-20 16,-3 1-53-16,0-3-71 0,-7 3-91 0,-1-1-124 0,-5-2-447 15,4 1-859-15,4-2 380 0</inkml:trace>
  <inkml:trace contextRef="#ctx0" brushRef="#br0" timeOffset="41544.01">4266 2707 281 0,'0'0'286'0,"0"0"-17"0,0 0-13 0,0 0-10 0,-8-4-15 16,8 4-11-16,0 0-14 0,-4-1-18 0,4 1-20 15,0 0-15-15,0 0-19 0,0 0-10 0,0 0-17 16,0 0-5-16,0 0-20 0,-5 8-8 0,2-4-9 16,0-1-6-16,0 2-7 0,2-1-3 0,0 3-11 15,-3-1-3-15,2-1-3 0,2 2-1 0,-1-1-10 16,2-1-8-16,-1 0-2 0,4 1-6 0,-4-3 1 16,3 1-1-16,-2-1-6 0,3 0-1 0,-4-3 3 15,10 0-3-15,-10 0 3 0,13-3-7 0,-7-1 2 16,2 1 1-16,-2-2 0 0,-1 1 0 0,0-2 3 15,-1 1 6-15,1 0-13 0,-3-2 3 0,-2 1 0 16,0-2-3-16,3 3 4 0,-3-1-3 0,-3 1-2 16,1 1-8-1,-1 0-19-15,3 4-29 0,-8-3-36 0,4 2-42 16,-4 1-57-16,8 0-51 0,-14 5-198 0,7-1-486 16,5 2 215-16</inkml:trace>
  <inkml:trace contextRef="#ctx0" brushRef="#br0" timeOffset="46471.59">4465 4080 118 0,'0'-5'340'0,"0"5"-2"0,0-7-20 0,-2 3-7 15,2 4-8-15,0-5-18 0,0 5-40 0,0 0-34 16,0 0-22-16,0 0-21 0,0 0-19 0,0 0-14 15,6 12-10-15,1-2-18 0,-3-1-9 0,5 3-7 16,-2 6-5-16,1-2-12 0,2 5-1 0,2 4-14 16,-5-7 0-16,1 8-8 0,3-1-2 0,-3-6-8 15,-1 9 0-15,1-9-6 0,-4 0-4 0,0 1-6 16,0-4 3-16,-1 0-8 0,-3-3-26 0,0-1-16 16,0-3-21-16,0 0-21 0,0-2-23 0,0-3-18 15,-1 2-14-15,-1-3-47 0,-2 0-69 0,4-3-64 0,-7 0-211 16,7 0-552-16,-5-9 245 0</inkml:trace>
  <inkml:trace contextRef="#ctx0" brushRef="#br0" timeOffset="46737.18">4435 4056 91 0,'-3'-6'313'0,"-1"1"-34"16,3 1-25-16,-1-1-13 0,1 0-20 0,-1 1-18 16,4-2-19-16,-2 6-22 0,3-11-10 0,2 8-20 15,-1 0-14-15,5-1-15 0,-3 1-9 0,6-2-12 16,1 3-4-16,2-1-9 0,-2 3-6 0,6 0-7 16,-5 0-12-16,2 0 0 0,2 2-7 0,-2 0-14 15,-5-1-24-15,1 1-27 0,1 1-24 0,-5 2-23 16,1-3-25-16,-2 1-24 0,0-1-16 0,0 2-27 15,-3 0-22-15,1 0-173 0,-2 0-391 0,-2-2 174 16</inkml:trace>
  <inkml:trace contextRef="#ctx0" brushRef="#br0" timeOffset="46987.16">4502 4276 6 0,'-3'1'243'0,"-1"3"-6"16,4-4-7-16,-3 2-9 0,3-2-12 0,0 0-7 16,0 0-10-16,-3 3-15 0,3-3-13 0,0 0-14 15,0 0-12-15,0 0-13 0,0 0-13 0,19-8-14 16,-5 5-6-16,-3-1-8 0,8 0-12 0,-1-1-9 16,2 0-3-16,0 2-16 0,-1-1-44 0,5 0-33 15,-4 0-34-15,0 1-30 0,2 3-18 0,-2-3-32 16,9-5-19-16,-11 6-14 0,2 3-7 0,-9-2 1 0,2-1-105 15,0 5-314-15,-2-2 140 0</inkml:trace>
  <inkml:trace contextRef="#ctx0" brushRef="#br0" timeOffset="47518.35">4886 4263 4 0,'-2'4'118'16,"-5"-3"5"-16,3 1 14 0,1 1 15 0,-4-1 4 16,3 0-7-16,-1 2-1 0,-3 1-17 0,2-2-3 15,2 3-4-15,-3 0-9 0,3 0-8 16,-2 3-5-16,-1-5 3 0,3 3-7 0,1 1-10 0,-1-1 4 15,0-1-5-15,1 4-10 0,0-4-7 0,-1-1-5 16,4 4-4-16,0-3-7 0,0 1-6 0,4-2 0 16,-4 3-5-16,3-2-4 0,0-1-2 0,2 2 0 15,-1-4-4-15,3 0-4 0,1 0-2 0,2-2 0 16,-1 0 0-16,5-1-4 0,-2-2-3 0,-1 0-3 16,-2 0-2-16,1-2 0 0,1-1 0 0,0 0-2 15,-5-2-2-15,3 0 3 0,-4 0-6 0,-2 1 1 16,2-1 2-16,-5 0 3 0,3 0 3 0,-2 1 12 15,-2-3 7-15,1 2 5 0,-3 0-4 0,3-1 2 16,-5 3 10-16,5-2 1 0,-3 0 2 0,3 2-1 16,-1 0 1-16,-2 1-3 0,2-3 1 0,2 2-4 15,-1 5-10-15,1-5-6 0,-1 2-6 0,3-1 1 16,-3 4-8-16,15-2-1 0,-4 1-4 0,1 3-1 16,0-1 0-16,2 1 0 0,1 3-5 0,4-1 4 15,-3 2 6-15,2 4-8 0,0-3-5 0,-2 2 11 16,-1 2-14-16,-3-2-2 0,3 3 3 0,-4 1 9 15,0-6-9-15,-1 5-3 0,-4-2 0 0,1 2-1 16,-2-2 2-16,0 0-4 0,-4-2 5 0,0 0 2 16,-1-2 15-16,2 0 30 0,-4 0 30 0,0-2 31 0,-3 0 22 15,5-4 18-15,-6 4 13 0,0-3 10 16,6-1 3-16,0 0-10 0,-12-3-6 0,7-2 3 16,2 1-5-16,0-4-16 0,-2 1-14 0,4-2-15 15,-1-2-3-15,1 1-18 0,4-1-9 0,-2-1-10 0,7-1-8 16,-3-2-16-16,2 2-41 0,1-3-43 0,4 3-51 15,1-3-60-15,2 3-60 0,0 2-71 16,0-2-72-16,1 0-90 0,0 3-373 0,2 0-882 16,4-2 391-16</inkml:trace>
  <inkml:trace contextRef="#ctx0" brushRef="#br0" timeOffset="50462.43">5771 4027 76 0,'1'-6'301'0,"-1"-2"-11"0,0 2-9 0,4 1-5 16,-4-1-13-16,1 0-4 0,-1 3-13 0,0 3-18 0,0-7-27 15,2 5-25-15,-2 2-17 0,0 0-18 16,1-5-23-16,-1 5-14 0,0 0-4 0,0 0-15 16,3 14-5-16,-3-7-9 0,0 2 19 0,0 1-3 15,2 3-8-15,-2 0 24 0,-2 1 2 0,2 2-7 0,5 2-16 16,-6 0-7-16,-1 0-3 0,-2 2-5 0,3 0-5 15,0-1-6-15,1-1-7 0,0 0-5 16,1-1 1-16,0-1-7 0,1-2-5 0,0-1 1 0,1 0-1 16,0 0-3-16,-2 0-9 0,3-1-1 0,2 0 0 15,-1-3-4-15,2 2 7 0,0 0-4 0,1-4-4 16,1 2 0-16,-2-2-9 0,4-1-21 0,3-2-36 16,-2 0-43-16,0-4-32 0,2 3-44 0,-2-5-49 15,3-1-58-15,-1 1-64 0,-2-2-260 0,0-1-649 16,3-3 288-16</inkml:trace>
  <inkml:trace contextRef="#ctx0" brushRef="#br0" timeOffset="50785.9">5747 4188 45 0,'-9'0'303'0,"5"-1"-12"16,4 1-15-16,0 0 0 0,-10-1-7 0,10 1-7 16,-7-1-25-16,7 1-17 0,0 0-14 0,0 0-23 15,0 0-23-15,0 0-8 0,0 0-25 0,0 0-12 16,0 0-13-16,0 0-10 0,0 0-10 0,0 0 5 16,0 0-19-16,0 0-8 0,26 3-2 0,-16-1-1 15,-1-2-3-15,5 1-10 0,-2-2-4 0,2-1-4 16,-1 2-7-16,1 0 4 0,5-1-9 0,-4 0-21 0,-1 0-20 15,-2 1-20-15,1 0-14 0,1-3-25 16,-8 3-27-16,1-1-26 0,0 2-29 0,-1 2-33 16,-6-3-28-16,8-4-25 0,-8 4-22 0,4 4-151 15,-4-4-452-15,2 3 200 0</inkml:trace>
  <inkml:trace contextRef="#ctx0" brushRef="#br0" timeOffset="51145.23">6347 4203 36 0,'0'0'310'0,"0"0"-22"0,0 0-25 16,0 0-23-16,0 0-3 0,0 0-7 0,0 0-16 16,0 0-25-16,0 0-19 0,0 0-14 0,0 0-14 15,0 0-10-15,0 0-12 0,0 0-17 0,19 2-8 16,-12-1-5-16,1-1-12 0,3-1-9 0,1 1-6 15,1 1-7-15,1-1-14 0,0-2-42 0,1 1-45 16,-1 1-37-16,-1 0-64 0,1-2-46 0,2 2-39 16,-4-1-208-16,-1 0-473 0,0 0 210 0</inkml:trace>
  <inkml:trace contextRef="#ctx0" brushRef="#br0" timeOffset="51317.09">6415 4319 142 0,'-4'5'242'16,"-1"0"-15"-16,1 0-8 0,2-3-11 0,-2 2-9 16,1-2 22-16,3-2 5 0,0 5-10 0,0-5-5 0,7 1-14 15,-1-1-17-15,3 0-15 0,10 0-18 0,-4-1-16 16,7 0-14-16,0 0-49 0,-3-2-62 0,4 1-62 16,-1-3-68-16,1-1-83 0,-3 4-250 0,2-2-493 15,1-2 219-15</inkml:trace>
  <inkml:trace contextRef="#ctx0" brushRef="#br0" timeOffset="52098.25">6995 4159 106 0,'0'0'216'0,"0"0"-14"0,-3-3-20 16,3 3-15-16,4-9-2 0,-4 7 2 0,4-5 3 16,-2 1-22-16,0 0-13 0,2 0 6 0,0-4 0 0,0 2-9 15,-1 0-13-15,1-2-4 0,-1 1-11 16,1 0 0-16,0 2-14 0,1-2-3 0,-2-1 0 16,-2 2-4-16,1 2-6 0,-1-3-3 0,2 2-5 0,0 4-5 15,-1-2-5-15,-2 0-4 0,2 0-12 0,-2 5-6 16,3-5-5-16,-1 5-8 0,-2 0-8 0,0 0 1 15,0 0 3-15,0 0-5 0,0 0-1 16,3 12 2-16,-1-7-4 0,-1 1-1 0,3 5-4 0,-3-1 1 16,0 4-1-16,1-1-1 0,1 0-2 0,-1 3-2 15,2 2 4-15,-1 0-3 0,0 0 0 0,1 0 5 16,0 1-4-16,0-2-2 0,0-3 0 16,-3-1 2-16,2-1 2 0,0 1-5 0,1-1-2 0,-3 0 3 15,2-1-2-15,-3 0-1 0,2-4 3 0,-1 0-1 16,-1 0 3-16,1-1-2 0,1 1-2 0,0-4 4 15,-4 2 3-15,2 1-1 0,0-2 16 0,0-4 10 16,0 3 7-16,0-3 9 0,-4 3 2 0,4-3 1 16,-6 4-4-16,2-3 9 0,4-1-20 0,-10 2-1 15,4-2-1-15,-2 0-4 0,-1 1 2 0,-2 0-9 16,2 0-1-16,-2 1 12 0,0-1-11 0,-1 0-6 16,2 0 0-16,2 1-2 0,0-1 1 0,0 2-5 15,2-3 2-15,1 1-2 0,5-1-3 0,-8 3 2 16,8-3-3-16,0 0 6 0,-5 1-14 0,5-1 3 15,0 0 8-15,0 0 2 0,0 0 1 0,20 1 0 16,-6-2 2-16,0 0-4 0,4-3 1 0,4 0-4 16,-3 2-2-16,0 2 6 0,3-3-1 0,-5 1-7 15,1-1 5-15,1-2-5 0,-4 3 0 0,-1-2 1 16,-2 4-7-16,0 0 0 0,-1-4-46 0,-4 3-23 0,1 1-35 16,-3-1-36-16,-5 1-48 0,0 0-63 15,9-4-80-15,-9 4-229 0,0 0-608 0,0 0 268 16</inkml:trace>
  <inkml:trace contextRef="#ctx0" brushRef="#br0" timeOffset="52910.66">7498 4368 226 0,'0'0'294'15,"0"0"-14"-15,0 0-16 0,0 0-19 0,0 0-14 16,7-5-10-16,-7 5-23 0,0 0-20 0,6-3-16 16,-6 3-23-16,7 0-12 0,-7 0-15 0,0 0-8 15,9 5-7-15,-7-2-13 0,1 3-8 0,-1-1-4 16,1 2-7-16,-3 1-4 0,2-1-9 0,-2 1-6 15,1 2 0-15,-2 2-8 0,-2-3-2 0,0 2 1 16,-2 0-6-16,-2 1-5 0,2 1 1 0,-2-4-33 16,0 2-37-16,-1 1-56 0,0-3-70 0,4 0-74 15,-3-2-260-15,1 0-544 0,6-2 241 0</inkml:trace>
  <inkml:trace contextRef="#ctx0" brushRef="#br0" timeOffset="53552.73">7740 4112 350 0,'0'0'390'0,"0"0"-18"0,0-4-14 0,0 4-10 15,0 0-17-15,0 0-31 0,-1-5-31 0,1 5-29 0,0 0-26 16,0 0-27-16,0 0-21 0,0 0-17 0,0 0-12 15,17 4-15-15,-10-3-17 0,1 1-8 0,2 3-12 16,1-2 0-16,1 2-13 0,-3 0-12 0,1 3-9 16,0-1-1-16,0-1-4 0,0 2-10 0,-3 2 0 15,-2-2-4-15,3 3 9 0,-5-1-16 0,1 0 4 16,-4 2-2-16,0-1-4 0,-3 1 2 0,2 1 19 16,-7-3 8-16,0 4 6 0,-3-3 3 0,1 0 4 15,-2 2-2-15,1-3-1 0,0-3-9 0,0 4-7 16,3-4 1-16,1 3-2 0,-1-5-11 0,3-2-2 15,1 3-8-15,1-2-2 0,0-2 0 0,3-2 0 16,2 5 11-16,-2-5-11 0,12 3-5 0,1-2 1 16,7-2 0-16,0-1-2 0,0 0-32 0,10-3-43 0,-1-3-44 15,2 4-52-15,-1-1-54 0,-3 0-67 16,-4-2-93-16,0 2-390 0,5-2-820 0,0 0 363 16</inkml:trace>
  <inkml:trace contextRef="#ctx0" brushRef="#br0" timeOffset="53802.7">8227 4501 230 0,'0'0'313'0,"0"0"41"15,-1 4 18-15,1-4 4 0,0 0-31 0,0 0-7 16,0 0-29-16,-2 2-32 0,2-2-29 0,0 0-31 15,0 6-29-15,0-6-4 0,-4 5-22 0,4 0-11 16,-5 0-12-16,-5 4-23 0,-2 4-4 0,0-1-61 16,-3 1-43-16,-2 2-61 0,1 0-54 0,-7 2-51 15,7 0-61-15,-1-4-71 0,4 1-76 0,-2-1-184 16,5-4-596-16,6 0 265 0</inkml:trace>
  <inkml:trace contextRef="#ctx0" brushRef="#br0" timeOffset="54349.52">8704 4229 172 0,'-12'2'312'16,"12"-2"-19"-16,0 0-13 0,0 0-14 0,0 0-11 15,0 0-17-15,0 0-18 0,0 0-9 0,0 0-29 16,0 0-15-16,0 0-19 0,0 0-20 0,0 0-10 16,0 0-8-16,0 0-11 0,20-4-20 0,-6 4-42 15,1-1-47-15,0-1-48 0,4 2-50 0,1-1-66 16,1 1-51-16,3 0-232 0,-3-1-495 0,1 1 219 15</inkml:trace>
  <inkml:trace contextRef="#ctx0" brushRef="#br0" timeOffset="54521.37">9063 4226 14 0,'0'0'298'0,"0"0"-6"0,0 0-23 0,0 0-27 16,-2-13-23-16,3 10-22 0,5-1-21 0,-1 3-11 15,0-3-24-15,2 3-16 0,0-3-2 0,1 2-46 16,3-1-60-16,-1 2-53 0,3-2-60 0,-2 4-63 0,4-2-44 16,-3 1-108-16,1 0-336 0,4 0 149 0</inkml:trace>
  <inkml:trace contextRef="#ctx0" brushRef="#br0" timeOffset="54708.85">9393 4265 123 0,'0'0'276'0,"0"0"-16"0,11-6-21 16,-7 5-17-16,2-2-16 0,1 2-17 0,4-4-22 0,-2 0-18 16,1 1-12-16,1-1-12 0,-6 1-14 0,8 0-11 15,-8 0-10-15,3 0-11 0,-1 3-19 0,1-1-42 16,-8 2-41-16,10-3-52 0,-8 0-53 0,4 2-49 16,-6 1-181-16,0 0-389 0,9 0 172 0</inkml:trace>
  <inkml:trace contextRef="#ctx0" brushRef="#br0" timeOffset="55083.81">10100 4016 19 0,'1'-6'352'0,"-1"3"-2"0,2-1-4 0,0 0-12 16,-2-1-8-16,0 5-19 0,0-7-13 0,0 7-29 16,3-1-30-16,-3 1-25 0,0 0-27 0,1-5-17 15,-1 5-24-15,0 0-11 0,0 0-18 16,0 0-9-16,7 10-8 0,-7-4-10 0,4 0-11 0,0 0-14 15,-2 6-2-15,2-5-4 0,0 8-4 0,0 0-8 16,0 3-1-16,-1-2-6 0,5 2-2 0,-7-6-3 16,3 6 0-16,0 0-1 0,2-1-2 0,-2-1-2 15,0 2-11-15,3-3 2 0,-3-3-50 0,0 1-32 16,0-2-28-16,-4 0-31 0,1 0-31 0,4-2-42 16,-5-1-50-16,2-2-33 0,0-1-57 0,-2 1-190 15,1-2-572-15,-1 0 254 0</inkml:trace>
  <inkml:trace contextRef="#ctx0" brushRef="#br0" timeOffset="55365.03">9859 4007 380 0,'-11'-3'393'0,"4"1"3"15,-2-1 1-15,2 1-15 0,0 1-18 0,7 1-28 16,-4-2-28-16,4 2-27 0,-6-3-30 0,6 3-28 16,0 0-21-16,0 0-19 0,17-2-16 0,-1 0-26 0,5 2-7 15,10 0-15-15,-9-1-7 0,10 1-13 16,1 0-12-16,-3 1-5 0,4-1-13 0,-1 0-5 16,-2 2-2-16,-1-2-7 0,1 1-5 0,-8-1-12 0,-4 0-25 15,2 1-24-15,-5-2-21 0,-2 0-20 0,0 1-29 16,0-2-25-16,-3 2-25 0,-3 0-27 0,-1 0-41 15,-7 0-60-15,6-1-60 0,-6 1-55 16,0 0-237-16,0 0-663 0,0 0 294 0</inkml:trace>
  <inkml:trace contextRef="#ctx0" brushRef="#br0" timeOffset="93538.22">6233 5219 159 0,'-4'-5'229'0,"4"5"-11"0,0 0-10 0,-1-4-15 16,1 4-16-16,-5-2-16 0,5 2-18 0,0 0-13 0,0 0-18 15,0 0-11-15,0 0-10 0,0 0-9 0,0 0-8 16,0 0-7-16,0 0-7 0,6 14 2 16,-6-9-7-16,3 4-5 0,-3 0-6 0,0 1-2 15,1 2-5-15,-1 0-8 0,4 4 0 0,-3 0-1 0,-1 2-2 16,2 0 0-16,-2 0-4 0,2-1-2 0,1 1-1 16,-3-2-2-16,1 2-1 0,1-5-4 0,-1 0 2 15,1 1 0-15,-2 0 5 0,1-2-7 16,-1 0-3-16,0 1-1 0,0-5-1 0,1 2 0 0,2-2-2 15,-3 0 3-15,0-2-1 0,0 2-2 0,0-3 1 16,0 0 1-16,2-1-5 0,-2 0-9 0,0-1-19 16,0-3-40-16,0 0-50 0,0 0-50 0,0 0-36 15,0 0-179-15,-12-7-413 0,7 2 182 0</inkml:trace>
  <inkml:trace contextRef="#ctx0" brushRef="#br0" timeOffset="93866.24">6041 5237 155 0,'0'0'222'0,"0"0"-11"0,-1-5-17 15,1 5-14-15,0 0-17 0,0 0-15 0,0-5-14 16,0 5-8-16,0 0-16 0,0 0-2 0,0 0-12 15,11 0-5-15,-3 0-5 0,0 3 1 0,3-6-10 16,1 3-4-16,3-1-12 0,5-3-4 0,2 0-9 16,-4 0 0-16,2-1-6 0,3 1-3 0,1-2-5 15,-3-1-1-15,2 2-5 0,-2 0-2 0,-1-1-5 16,-1-1-2-16,-1 5-1 0,-4-5 8 0,-2 2-11 16,0 1-2-16,-4 2 2 0,-1-2-4 0,0 1-3 15,-3 2-4-15,3 0-5 0,-5-2-7 0,-2 3-12 16,7-1-26-16,-7 1-26 0,0 0-29 0,0 0-30 15,0 0-29-15,-9 12-35 0,3-7-155 0,1 1-377 0,2 2 168 16</inkml:trace>
  <inkml:trace contextRef="#ctx0" brushRef="#br0" timeOffset="95054.98">6414 5386 71 0,'0'0'242'0,"0"0"-18"16,0 0-15-16,0 0-20 0,0 0-21 16,0 0-19-16,0 0-16 0,0 0-7 0,0 0-19 0,0 0-8 15,0 0-7-15,8 7-10 0,-4-2-9 0,0 2-6 16,2 1-6-16,2 2-8 0,1-2-5 0,-3 2-2 15,-1 1-6-15,1 1 1 0,2-1-8 0,-4 1-2 16,3-1-5-16,-2 0-1 0,2 2-1 0,-3-3-3 16,0 1-2-16,-2-4 0 0,-1 3 2 0,4-4-1 15,-5 1 11-15,0-2 22 0,0-1 22 0,0 0 20 16,0-4 17-16,-5 5 6 0,5-5-4 0,-10 0 0 16,10 0 13-16,-11-5 2 0,2 1-14 0,5-2-14 15,-4-2-4-15,5 0-10 0,-4-4-10 0,6 2-10 16,-2 0-10-16,2-6-2 0,2 5 5 0,3-1-18 15,0 1-8-15,0 1-2 0,5-2-7 0,-4 3 0 16,4 0-14-16,-2 3-13 0,6 0-21 0,-3 1-15 16,4-1-19-16,-2 4-18 0,-1-1-10 0,4 3-15 15,-1 1-14-15,-2 1-14 0,1 0-12 0,1 2-13 16,1-1-11-16,-1 1-13 0,-3-1-18 0,2 1-7 16,1-2-2-16,-1 2 2 0,1-1 9 0,-2-1 12 15,2-1 6-15,-2 0 15 0,2-1 15 0,-1-1 18 16,2 0 13-16,-4-4 10 0,-1 4 21 0,3-2 17 0,-3-1 21 15,0-1 28-15,-4 1 22 0,2 0 27 16,-4-1 12-16,3-4 19 0,0 5 24 0,-5-3 14 16,1 1 4-16,-3 4 0 0,2-5 9 0,-4 1 2 15,2 2 2-15,0-1-5 0,-4-2 0 0,4 3 1 0,-5-1-10 16,-1 3-9-16,2-2-14 0,0 1-6 0,4 3-10 16,-14-2-7-16,4 2-8 0,1 1-5 15,-3 1-4-15,1 5-5 0,-1-1-5 0,-1 2 1 16,-1 1-4-16,3 1 0 0,0-2-8 0,-3 8 1 0,1-4 0 15,-2 4-3-15,3-2-2 0,4-2-2 0,-2 0-1 16,3 0-1-16,1-2 0 0,2 0-5 0,2 0 4 16,-2 1-2-16,4-3-4 0,0 0 0 0,0-1-4 15,4-4 4-15,-2 2 0 0,3-1 2 0,3-2-3 16,3-2 1-16,2 0-4 0,1-2 2 0,0 0-2 16,6-6-2-16,-2 4-1 0,-2-5-2 0,2 3-2 15,-6-3 2-15,4 0-3 0,-5-1 4 0,-3 1 0 0,3 0 0 16,-3-2 0-16,-1 3 0 0,-1-3 8 15,-3 3 8-15,3-2 12 0,-6 3 12 0,1 1 17 16,-1-1 14-16,0-1 1 0,0 3-1 0,0 1 2 16,0 0-8-16,0-2-8 0,0 6-7 0,0 0-10 0,-1-4-4 15,1 4-5-15,0 0-4 0,0 0-2 0,0 0-4 16,-5 13-3-16,4-8 5 0,-1 3 0 0,2-1-6 16,0 1-3-16,2 2-1 0,3 1-1 15,-4 0-1-15,-1-2-4 0,4-1-6 0,-1 2-7 0,0-2-14 16,2-1-8-16,2 2-3 0,1-4-4 0,0 2-2 15,0-2-3-15,-1-2 3 0,4-3-6 0,0 0 0 16,-1-3 2-16,2-2 4 0,-4 0 3 0,3 0 4 16,-2-2 4-16,1-1 1 0,-1 0 3 0,1-2 4 15,-2 2 1-15,-3-4 4 0,2 3 0 0,-1-1 12 16,0 1 7-16,-1 4 11 0,-4-2 9 0,3 0 5 16,-3 3 6-16,-1-1-3 0,3 2 0 0,-3 3-12 15,3-5-1-15,-3 1-6 0,0 4 1 0,0 0-5 16,0 0 2-16,0 0 0 0,0 0-2 0,3 15-2 15,-2-9 2-15,2 0 0 0,-2 1-3 0,3-1-2 16,-1 1 4-16,-1 0-1 0,1 0-6 0,3 1 4 16,-4-2-2-16,3-1-1 0,1 0 0 0,-2-2-2 15,3 1 2-15,-3-1-1 0,3-3 1 0,1-1 3 16,3 0-3-16,-5-2 2 0,6-1-6 0,-4 0 3 0,0-2 1 16,-1-1-3-16,1 1 1 0,-3-3 0 15,6 0 3-15,-5 2 2 0,-1-3 2 0,-2 4 8 16,2 0 13-16,-2 0 7 0,1 3 8 0,-2-4 1 15,0 5-9-15,0-2-2 0,-2 4 0 0,4-5-9 0,-1 3-9 16,-3 2 0-16,0 0 0 0,0 0-4 0,0 0-2 16,12 6 3-16,-8-1 2 0,1-1-2 15,1 2-7-15,2 2-27 0,1-1-26 0,2 0-28 16,-4-1-34-16,4 1-38 0,-3-1-58 0,3-2-68 0,1 1-245 16,-5-1-562-16,3-2 248 0</inkml:trace>
  <inkml:trace contextRef="#ctx0" brushRef="#br0" timeOffset="95242.43">7197 5124 78 0,'0'0'85'0,"11"3"-33"15,-4 0-52-15,-1 0-37 0,-3 1-38 0,6 0 17 16</inkml:trace>
  <inkml:trace contextRef="#ctx0" brushRef="#br0" timeOffset="95586.07">7537 5065 160 0,'0'0'262'0,"4"-3"-31"0,-4 3-27 0,0 0-22 16,0 0-15-16,3 11-14 0,-2-3-9 0,2 2-14 16,-3 3-11-16,2 0-7 0,0 3-9 0,1 4-7 15,1-2-13-15,0 2-9 0,0 1-2 0,0 0-10 16,3 1-6-16,-4-2-6 0,1 0-5 0,0-1-4 16,1 0-3-16,-1-1-1 0,-1-4-4 0,-1 0-4 15,2-3-4-15,-3 2 2 0,-1-6-2 0,0 1 1 16,0-2 7-16,0-2 19 0,0 1 21 0,0-5 6 15,-5 5 14-15,3-4 17 0,2-1 16 0,0 0-3 0,0 0-5 16,-15-4-6-16,11 2-10 0,0 0 2 0,4 2-3 16,-4-7-14-16,4 5-2 0,0 2-6 15,-3-7-13-15,2 3-5 0,1 4-11 0,4-6-5 16,2 4-3-16,-1-3-10 0,7 2-6 0,2-2-36 0,-1 2-31 16,5 2-37-16,1-3-29 0,3 1-22 0,0 1-24 15,2 0-32-15,-1-1-29 0,-1 1-34 0,-2 1-16 16,-1-1-28-16,2-1-186 0,-6 2-517 15,-3-2 229-15</inkml:trace>
  <inkml:trace contextRef="#ctx0" brushRef="#br0" timeOffset="96210.88">7924 5341 767 0,'1'-3'-14'0,"-1"3"26"16,1-6 33-16,-2 2 26 0,1 4 20 0,-4-6 18 15,-2 3 9-15,6 3 6 0,-8-3 3 0,4 2-6 16,4 1 5-16,-12 0 15 0,7-1 3 0,5 1-14 16,-13 1-13-16,10 2-10 0,-4-2-10 0,4 3-10 15,-1 1-11-15,1-2-3 0,-3 2-9 0,5 0-7 16,1 1-6-16,-3 2-1 0,3 1-7 0,3-4-4 15,-3 4-4-15,5 0-1 0,-2-3-3 0,0 1-4 16,5 1-2-16,0-2-1 0,-1-1-7 0,0 3-4 16,1-4-5-16,0-3-8 0,-2 0-11 0,-1 0-10 15,3-2-6-15,-1 0-3 0,-7 1 1 0,14-4-1 16,-10 0 4-16,1-2 3 0,-2-1 1 0,-2 0 2 16,-1-2 5-16,2 1-3 0,-1-1 3 0,-2-1 3 15,-1-2 10-15,1 3 3 0,-2-1 7 0,3 2 7 0,-4-2 3 16,3 4 5-16,-2 0 5 0,3-1 3 15,-3 0 3-15,5 1 2 0,-2 1 1 0,0 5-5 16,1-8-3-16,-1 6-4 0,3-1-3 0,2 1-5 16,-5 2 0-16,11 0-2 0,-11 0-3 0,14 2 1 0,-7 1-4 15,6 2-2-15,-2 0-2 0,0 3-8 0,-2-2-2 16,2 3-5-16,-1 1-3 0,-1-1-4 16,2 1 0-16,-4 3-3 0,4-4-3 0,-6 3 1 15,2-3 1-15,-3 1 1 0,-1-2-2 0,-3 2 7 0,0-2-3 16,1-2 4-16,-2 1 2 0,1-2 2 0,0-2 2 15,-3 1 3-15,3-4 3 0,-7 4 16 0,5-1 8 16,2-3 10-16,-7 0 7 0,7 0 10 16,-8-6 1-16,8 6-5 0,-3-7-2 0,3 1-1 0,0-2-6 15,0-4-5-15,6 1 0 0,0-1-3 0,-2-1 0 16,-1 3-6-16,8-5 1 0,-7 2 4 0,4 4-10 16,0-3 1-16,-2 4-6 0,1-2 3 0,-2 3-1 15,2 0-5-15,-2 3-2 0,-1 0 3 0,0 0 0 16,1 1-2-16,-3 1-3 0,-2 2 0 0,10-2-1 15,-10 2-1-15,9 2-4 0,-9-2 1 0,7 5 1 16,-3-1 2-16,3 0-1 0,-2 1 1 0,-1 2-3 16,-1-1 3-16,1 3 0 0,-1-1 0 0,1 1 0 15,0 1 6-15,-2-1-10 0,0-1 5 0,-1 1 3 16,-1 3-4-16,0-4 0 0,-1 0-6 0,-1-1-22 16,0 1-41-16,-2 0-37 0,0-1-43 0,3-1-50 15,-2-1-51-15,1-1-40 0,0 0-166 0,2-4-490 16,-2 3 217-16</inkml:trace>
  <inkml:trace contextRef="#ctx0" brushRef="#br0" timeOffset="96507.67">8506 5076 309 0,'3'-4'358'0,"-3"4"-10"0,0 0-7 0,0 0-22 16,-3-5-29-16,3 5-31 0,0 0-27 0,0 0-28 0,0 0-25 16,0 0-13-16,-10 13-16 0,6-7-3 0,-1 3-29 15,2 3-10-15,-4-3-11 0,2 4-9 0,-1 3-8 16,-2 0 7-16,1 2-20 0,3 4-12 16,0-3-3-16,0 2-2 0,3 0-5 0,-1-1-5 0,1 1-2 15,2-2-2-15,1 3-8 0,5-4-3 0,-3-7 3 16,5 4-5-16,-4-2-15 0,4-1-16 0,0-3-23 15,2-2-43-15,0-1-45 0,2-2-49 0,1-1-51 16,5-4-47-16,-5-1-59 0,1 0-203 0,-4-2-571 16,7-3 252-16</inkml:trace>
  <inkml:trace contextRef="#ctx0" brushRef="#br0" timeOffset="97408.21">8712 5145 187 0,'0'0'249'0,"0"0"4"0,0 0-12 16,-1-4-23-16,1 4-22 0,0 0-22 15,0 0-20-15,0 0-16 0,0 0-14 0,0 0-7 0,0 0-15 16,-4 10-11-16,4-5-8 0,0 0-9 0,-4 2-6 15,4 1-6-15,0 1-8 0,-2 0-4 0,2 1-4 16,3 1-2-16,-4 0-7 0,1-1-5 0,0 2-2 16,-2-4-3-16,4 3-1 0,-2-4-4 0,1 1 3 15,-1-3-7-15,-1 3 1 0,1-5-6 0,0 3-1 16,1-2 0-16,2-1 1 0,-2 0 2 0,-1-3-4 16,3 5-2-16,-3-5 2 0,0 5 3 0,0-5 4 15,3 4-4-15,-3-4 2 0,0 0 1 0,0 0-4 16,4 0-1-16,-4 0 0 0,0 0 3 0,0 0-5 15,10 0-3-15,-10 0 1 0,0 0-1 0,6-8 4 16,-6 8-5-16,7-5 1 0,-6 1-2 0,2 2-4 16,-3 2 4-16,4-6 3 0,-1 1-6 0,1 0 1 15,-1 1-2-15,-2-1 4 0,-1-1-2 0,4 1 0 16,-1-1 0-16,-2 1 3 0,1-2-4 0,0 2 1 16,0 1-4-16,-1-1 1 0,-1 1 1 0,0 4 0 15,3-6-2-15,-2 2 3 0,-1 4-6 0,2-2 3 16,-2 2 1-16,0 0-3 0,0 0 3 0,6-3-1 15,-6 3-2-15,0 0-1 0,0 0 1 0,8 9 0 16,-5-5 2-16,3 2-2 0,-2 1 0 0,1 0 2 16,2 2 3-16,0-1-4 0,-2 0 2 0,1 1 1 15,0-2 1-15,0-1-5 16,0 0 5-16,-1-1-4 0,0 2 1 0,-1-3-1 16,-1 0 7-16,1-1-2 0,-1 0 6 0,1-1-6 0,-4-2 1 15,0 0 2-15,0 0 0 0,0 0 5 0,9-8 0 16,-7 4 2-16,-2-1 3 0,0-3 1 0,0 2 0 15,0-2 1-15,-2-2 2 0,0 0-2 0,0 0-1 16,-1-1 2-16,0 3-4 0,1-4 2 0,0 2-6 16,-1 2-2-16,1-1 0 0,1 3-1 0,-2-3 6 15,3 5-8-15,0 1-2 0,0-2-27 0,0 5-52 16,-4-6-60-16,4 6-59 0,0 0-57 0,0 0-232 0,0 0-521 16,0 0 231-16</inkml:trace>
  <inkml:trace contextRef="#ctx0" brushRef="#br0" timeOffset="97720.62">9001 5106 210 0,'0'0'255'0,"0"0"-2"0,0 0 17 0,0 0 3 15,20 10-19-15,-13-6-16 0,0 5-20 0,2-2-19 16,2-1-13-16,-3 2-17 0,7 3-17 0,-4-1-16 16,4 4-10-16,0-2-16 0,-4 0-9 0,4 4-8 15,-4-4-9-15,-2-1-13 0,4 4 1 0,-2-1-7 16,-5-1-10-16,1-1 0 0,-3 0-9 0,-1 2-6 16,-2-3-15-16,-1 4-27 0,-2-2-30 0,-4-1-36 15,-5 1-36-15,2 3-53 0,-5-2-56 0,-5-1-64 16,-5 3-208-16,-5-2-523 0,2-1 232 0</inkml:trace>
  <inkml:trace contextRef="#ctx0" brushRef="#br0" timeOffset="99659.14">5451 5510 92 0,'0'0'231'16,"0"0"-6"-16,-6-1-6 0,6 1-5 0,0 0-7 0,-4-2-12 15,4 2-12-15,0 0-15 0,0 0-15 16,-9-1-15-16,9 1-15 0,0 0-13 0,0 0-11 0,0 0-12 16,0 0-11-16,0 0-7 0,0 0-9 0,0 0-1 15,0 0-9-15,0 0-6 0,27 1-1 0,-16-1-5 16,1 0-1-16,1 2-4 0,4-4-2 0,2 2-3 15,-1 0-1-15,5-5-6 0,-1 4-4 0,9-3-2 16,-12 3-13-16,4-2-17 0,-3 1-23 0,1-1-22 16,-3 1-8-16,-1-1-24 0,1 1-21 0,-7 1-25 15,4-3-22-15,-3 3-23 0,-4 0-6 0,-1 1-151 16,0-3-368-16,-7 3 163 0</inkml:trace>
  <inkml:trace contextRef="#ctx0" brushRef="#br0" timeOffset="99971.55">5674 5416 161 0,'0'0'150'15,"0"0"-14"-15,0 0-11 0,0 0 17 0,0 0 2 0,0 0-6 16,11 8-5-16,-9-5 0 0,4-1 1 15,-2 2-5-15,3 0-10 0,-2 1-5 0,6 0-3 16,-3 1-8-16,2-2-3 0,3 2-7 0,-3-1-10 0,0 1-9 16,0 0-3-16,0-3-9 0,0 2-4 0,0 0-9 15,-3-1-4-15,-1 1-2 0,-1 0-4 0,3-1-6 16,-4 1 0-16,0 3-4 0,-1-4 0 16,0 1-2-16,-2 4 2 0,-2-4 0 0,-2 5-1 0,-3 1 0 15,1-3-6-15,-7 3-1 0,5-1-2 0,-5 3 0 16,-3 2-26-16,3-2-62 0,-5 0-74 0,9-5-93 15,-7 3-194-15,6-2-467 0,2 0 207 0</inkml:trace>
  <inkml:trace contextRef="#ctx0" brushRef="#br0" timeOffset="102158.46">5576 6373 120 0,'0'0'226'0,"0"0"-8"0,0 0-8 16,-10 0-1-16,10 0-12 0,0 0-8 0,0 0-14 0,0 0-20 15,0 0-13-15,0 0-10 0,0 0-2 0,0 0-3 16,0 0-6-16,29-1-5 0,-17 0-7 0,3-1-11 16,4-1-9-16,2 1-4 0,0-2-13 0,0 0-2 15,-1 1-14-15,-1 0-3 0,3 0-6 0,1 1-5 16,-1-1-3-16,-3 1-4 0,0 0-3 0,1 0-2 15,-2 1-3-15,-3-1-2 0,-3 2-3 0,-3-1-5 16,4 0 1-16,-8 1-4 0,1-2-7 0,1 2-9 16,-7 0-12-16,9-2-17 0,-3 0-32 0,-6 2-42 15,2-3-43-15,-2 3-51 0,3-4-47 0,-3 4-195 16,0-6-478-16,0 1 211 0</inkml:trace>
  <inkml:trace contextRef="#ctx0" brushRef="#br0" timeOffset="102481.89">5969 6223 194 0,'-11'0'317'0,"11"0"-3"0,-5-2-13 0,5 2-6 15,0 0-27-15,0 0-15 0,0 0-21 16,0 0-25-16,0 0-21 0,0 0-24 0,0 0-16 15,0 0-17-15,0 0-12 0,0 0-6 0,0 0-15 0,16 8-6 0,-10-2-11 0,3-2-9 0,0-1-8 16,4 2-7-16,-2 1-5 0,-1 0 2 16,3 0-10-16,-2 1-4 0,-2 0 13 0,1 1-22 15,-1 0-2-15,-1 1 0 0,-1 1 0 0,-3-1-5 0,0 0-3 16,1 1 4-16,-7 1-12 0,2-3 5 0,-3 3 0 16,-1-1 2-16,0-1-6 0,-1 1-2 0,-3-3 0 15,1 3-27-15,0-3-23 0,0 1-27 16,-2 0-35-16,2-3-34 0,4 0-50 0,-2-1-46 0,1-2-55 15,-1 2-233-15,5-4-563 0,0 0 249 0</inkml:trace>
  <inkml:trace contextRef="#ctx0" brushRef="#br0" timeOffset="102966.12">6286 6177 84 0,'0'0'241'0,"0"0"6"0,0 0-14 15,-5 1-9-15,5-1-8 0,0 0-15 0,0 0-16 0,0 0-17 16,0 0-19-16,24-6-19 0,-12 2-7 0,7 1-9 15,-1 1-14-15,5-1-12 0,-3 1-9 0,5 1-6 16,-2-1-5-16,-1 2-9 0,0 2-6 0,-2-2-4 16,2 2-7-16,-7-1-3 0,4 1-6 0,-4 0-4 15,-3 1-1-15,-1-2-1 0,0 1-6 0,1 1-3 16,-2 0-6-16,-4-1-4 0,0 0-9 0,-2 0-6 16,0-1-16-16,-4-1-13 0,6 3-18 0,-6-3-28 15,0 0-32-15,0 4-33 0,0-4-36 0,0 0-37 16,0 0-159-16,0 0-412 0,-20-3 183 0</inkml:trace>
  <inkml:trace contextRef="#ctx0" brushRef="#br0" timeOffset="103294.14">6264 6275 118 0,'0'0'278'0,"0"0"-14"0,0 0-17 0,-2 2-6 16,2-2-5-16,0 0-22 0,0 0-16 0,0 0-18 15,0 0-14-15,0 0-11 0,0 0-20 0,14 4-12 16,-8-2-13-16,-2 1-5 0,3 0-16 0,5 2-8 0,-2 0-7 16,-1 1-12-16,2 1 1 0,1 0-12 0,-2 2-4 15,5 1-1-15,-2 3-2 0,2-3-10 16,-1 3-4-16,-1-1 0 0,1 1-2 0,4-4-5 15,-10 2 1-15,3 0-4 0,2 1-2 0,-3-4-3 0,1 1 0 16,-2-2-4-16,1 1 4 0,-6-3-1 0,3 0-3 16,-1-1-15-16,-3-1-17 0,3 1-19 0,-2-2-18 15,-1-1-46-15,-3-1-49 0,0 0-56 0,0 0-50 16,13-5-203-16,-9 2-499 0,-3-4 221 0</inkml:trace>
  <inkml:trace contextRef="#ctx0" brushRef="#br0" timeOffset="103606.55">6727 6181 160 0,'1'-3'253'0,"3"1"-19"15,-4 2 1-15,5-6 0 0,-3 4-24 0,-2 2-22 16,0 0-18-16,3-3-18 0,-3 3-15 0,0 0-14 15,0 0-11-15,0 12-11 0,0-7-6 0,-2 4 4 16,1 5 9-16,-5-3-6 0,1 5-1 0,0 4 3 16,-4-2-5-16,-4 6-6 0,2-6 4 0,-3 6-7 15,-2-1-6-15,2 1-5 0,-2-1-2 0,4-5-14 16,2 0-5-16,-7 4-6 0,6-8-4 0,-1 0-4 16,5-1-5-16,-3-2-4 0,7 1 0 0,-3-3-8 15,-1 1-20-15,4-5-34 0,2 3-39 0,-1-3-39 0,2-1-45 16,0 1-63-16,0-5-70 0,6 3-242 0,-6-3-567 15,12-3 252-15</inkml:trace>
  <inkml:trace contextRef="#ctx0" brushRef="#br0" timeOffset="104215.74">6788 6528 116 0,'0'0'287'15,"0"0"-20"-15,0 0-22 0,0 0-23 0,0 0-22 16,0 0-23-16,0 0-21 0,0 0-12 0,0 0-19 15,0 0-12-15,0 0-9 0,0 14-11 0,1-7-6 16,2-2-8-16,-3 3-8 0,3 0-6 0,-3 5-7 16,1-1-9-16,-1-3 1 0,3 6-5 0,-1 0-2 15,1-1-9-15,-3-1-2 0,2-3-4 0,-1 3-2 16,2-3-5-16,-2 0 0 0,2-3-2 0,-2-1-1 16,2 1-3-16,0-3 1 0,-1-2 1 0,2 0-5 0,-4-2-1 15,0 0 0-15,14-4 0 0,-9-2 0 16,2-2-4-16,0 0 1 0,1-4-2 0,-2 1 1 15,-1-1-1-15,3 1 0 0,-2-1-3 0,-1-1 3 16,2 3-2-16,-2-1-3 0,2 1 2 0,-3 2-1 0,0 0-1 16,0 3-1-16,0 0 3 0,1 1-2 0,-3-1 2 15,1 2-2-15,2 1 0 0,-5 2-4 16,6-2 2-16,-6 2 0 0,8 6-1 0,-2-2 3 0,-2 1-4 16,1 1 3-16,3-1 2 0,-2 2-1 0,-1-1 1 15,2 2-3-15,2-1 3 0,-1 2-3 0,-2-1 1 16,2-2 0-16,0 0 0 0,-1 0 3 0,-2-4 1 15,2 3 1-15,1-3 0 0,-2 0 5 0,-1-1-1 16,-5-1 3-16,11-1 3 0,-4 0 7 0,-3-2 7 16,1 1 9-16,0-2 13 0,-1-3 11 0,-3 1-3 15,3-1 3-15,-2-3-3 0,-2 1 6 0,0-3-7 16,-5-1-6-16,4 3-4 0,-6-2-7 0,3 0-5 16,0 1 4-16,-1 1-11 0,-2 0-3 0,1 1-2 15,2 0-13-15,-3 1-34 0,3 2-43 0,-1 0-55 16,0 1-64-16,2 0-69 0,0 3-311 0,2-2-613 15,1 4 271-15</inkml:trace>
  <inkml:trace contextRef="#ctx0" brushRef="#br0" timeOffset="105154.46">7298 6010 244 0,'0'-2'232'0,"1"-3"2"15,1 1-14-15,-2 4-11 0,2-9-17 0,0 5-13 16,-2 0-3-16,0 4-10 0,1-6-17 0,-1 6-15 16,0-4-14-16,0 4-11 0,0 0-13 0,0 0-11 15,3-4-6-15,-3 4-12 0,0 0-4 0,0 0-8 16,4 11-6-16,-4-6-4 0,0 1-3 0,2 1-7 16,-2 0-3-16,3-1-3 0,-3 2-3 0,0 2 0 15,0 2 1-15,2-4-7 0,-2 3-1 0,-2-2-2 16,2 4-2-16,0-3 0 0,2 1-6 0,-2-2 1 15,0 2-1-15,1-2-1 0,0 1-1 0,1-2-1 16,-2 0 1-16,1 2 0 0,2-1-1 0,-3 1-1 16,0-5-2-16,1 3-1 0,-1 1 1 0,0-3 0 15,3 2 2-15,-3-2-2 0,0 3 1 0,0-2-4 16,0 1 2-16,1-2 0 0,-1 2 2 0,2 1 1 16,-2-2 0-16,0 0-2 0,1 1-2 0,-1 0-1 15,0 1 1-15,0-3 1 0,0 2 0 0,0 0-1 0,1-1 1 16,1 1 3-16,-2-1-5 0,1-1 1 0,2-2-1 15,-3 1 3-15,0 0-2 0,4 1 1 16,-3-2 0-16,-1-2 1 0,4 2-1 0,-4-4 5 16,3 5-10-16,0-4 0 0,-3-1-23 0,8 1-47 0,-8-1-58 15,0 0-73-15,11-9-61 0,-10 5-178 0,-1 2-479 16,-1-6 212-16</inkml:trace>
  <inkml:trace contextRef="#ctx0" brushRef="#br0" timeOffset="105451.39">7093 5979 4 0,'-4'-2'271'0,"4"2"-10"0,-6-4 2 0,6 4-4 15,-4-1-11-15,4 1-13 0,0 0-22 0,0 0-18 16,10-6-20-16,-1 3-20 0,5 1-18 0,10-1-10 16,5 0-9-16,-1-2-15 0,7 4-10 0,-3-4-9 15,-1 0-8-15,7-1-6 0,-4 2-6 0,-2 1-7 16,-4-1-6-16,-5 1-7 0,-2 1-4 0,-1 0-5 16,-1-1-3-16,-5 3-14 0,-2 1-23 0,-4-2-40 15,-3 2-47-15,1 1-30 0,-3 0-27 0,-3-2-39 16,-2 8-40-16,0-4-206 0,-4 0-469 0,-4 5 208 15</inkml:trace>
  <inkml:trace contextRef="#ctx0" brushRef="#br0" timeOffset="106555.16">7429 6222 99 0,'0'0'233'16,"0"0"-23"-16,0 0-19 0,8-10-20 0,-8 10-17 0,13 1-11 16,-2 0-12-16,1 1-13 0,-2 0-10 0,1 2-9 15,1-2-10-15,-1 2-9 0,-1 3-6 16,0-1-3-16,1 0-10 0,0 4-8 0,0-3-5 0,-3 1-2 15,-2 1-5-15,3 1-4 0,-5 0-3 0,0 0-1 16,2-2-2-16,-5 2 0 0,2-3-2 0,-3 0-2 16,-3 0 3-16,3-2 0 0,-4 0 10 0,1 0 11 15,-1-2 11-15,-4 1 5 0,4-2 9 0,0 0 2 16,4-2 6-16,-10 1 2 0,10-1-7 0,-8-5-5 16,3 2 0-16,1 0-7 0,0-3-5 0,2-1-7 15,2-1-8-15,0-2-7 0,2-1-9 0,0 1 6 16,5 0-15-16,0-1-10 0,5-3-21 0,-4 4-23 15,9-2-21-15,-2 1-25 0,-1 1-24 0,3 1-20 16,-1 3-15-16,2-3-17 0,1 5-12 0,1 0-2 16,-5-2 7-16,0 2-4 0,-1 1 5 0,1-1 6 15,-3 4 16-15,-1-4 11 0,1 3 14 0,-4 1 10 16,-1-1 8-16,1 1 14 0,-8 0 9 0,8-1 16 16,-8 1 13-16,9 0 23 0,-9 0 21 0,0 0 22 0,0 0 14 15,0 0 20-15,0 0 17 0,0 0 12 16,0 0 11-16,0 0 9 0,0 0 1 0,0 0 3 15,0 0-3-15,-19-4 0 0,19 4-14 0,0 0-8 16,-17 1-6-16,10 0-12 0,3 1-4 0,-2-1-2 0,-3 1-2 16,1 2-8-16,1 0-7 0,-2 1-2 0,-3 3-4 15,2-2-3-15,1 5-5 0,0-4-2 16,3 4-3-16,-1-3 2 0,-1 3-6 0,1-1-4 0,3 1 0 16,0-1-1-16,2 0-4 0,1-3-3 0,1 2 2 15,1-2 3-15,1-1-7 0,-1-1-3 0,3 0-3 16,3-1 3-16,5-1-5 0,0-3 1 0,1 0 4 15,2-3-8-15,-3-1 3 0,3 1-5 0,-1-4 5 16,2-3-4-16,-4 3 0 0,4-5 2 0,-6 4 7 16,-2-2-7-16,4-1 2 0,-4 3 5 0,2-1 8 15,-3-2 10-15,-2 5 7 0,-1-2 8 0,-1 3 0 16,0-2 2-16,-2 1 4 0,0 4 4 0,2-3 2 16,-1 1-7-16,-1 0-8 0,-1 4 2 0,3-5-5 15,-3 5-9-15,0 0-4 0,0 0-6 0,0 0 1 16,0 0-1-16,0 0 0 0,1 16 0 0,-1-10-6 15,0 0 5-15,-3 0-3 0,3 1-1 0,2 1-2 16,-1 0 3-16,0 0 2 0,2 0-5 0,-3-1 2 16,5 0-6-16,-2 0 2 0,0 0-1 0,0-1-2 0,-2-1 2 15,7-1-4-15,-5 1 0 0,2-3-4 16,1 0 2-16,-1 0 6 0,2-1-3 0,-7-1-4 16,12-1 4-16,-5-1-1 0,1 0-1 0,-4-2 1 15,3 0-3-15,1-2 6 0,-2 2-5 0,-1-2 5 0,1 3 2 16,-2-2-3-16,1 0 0 0,-1-1 1 0,0 1-2 15,0 0 3-15,2 2 0 0,-5-1 0 0,3 1-1 16,-4-1 2-16,3 0 3 0,-3 4-6 16,1-2 1-16,-1 2-3 0,0 0-2 0,0 0 2 0,0 0-3 15,0 0 4-15,0 0-4 0,0 0 2 0,10 7 2 16,-9-1 0-16,3-4-1 0,-4 3-3 0,3-1 5 16,-2 0-1-16,6 0 1 0,-4 0-1 0,1-1 3 15,-3 1-2-15,6-1 0 0,-3-1 2 0,0-1 0 16,3 1 2-16,-7-2-3 0,11 0 3 0,-11 0 0 15,12-4 5-15,-4 3-4 0,-2-2 10 0,2-1 0 16,-3 2 1-16,1 0-1 0,-2-3 4 0,4 1-9 16,-4 3-4-16,1-2 2 0,-2 0 3 0,1 1-7 15,0-2-3-15,1 3-22 0,-5 1-36 0,5-5-45 16,-1 4-61-16,-4 1-76 0,7-2-54 0,-7 2-184 16,5-2-515-16,-5 2 228 0</inkml:trace>
  <inkml:trace contextRef="#ctx0" brushRef="#br0" timeOffset="106742.6">8054 6004 192 0,'-4'-2'291'0,"0"-1"-29"0,4 3-22 0,-3-5-23 16,3 5-21-16,-1-4-20 0,1 4-22 0,0 0-18 15,0 0-23-15,0 0-55 0,0 0-63 0,0 0-69 0,16 8-69 16,-12-4-160-16,3-1-327 0,0 1 146 0</inkml:trace>
  <inkml:trace contextRef="#ctx0" brushRef="#br0" timeOffset="107148.73">8371 5897 81 0,'0'0'308'16,"0"0"-25"-16,0-7-17 0,0 7-22 0,0 0-24 15,0 0-25-15,0 0-17 0,0 0-19 0,0 0-18 16,12 13-12-16,-9-4-11 0,1 3-12 0,4-1-11 16,-1 4-8-16,-1 3-11 0,-1 1-7 0,3 2-5 15,-3-2-6-15,1 2-6 0,-2-1-3 0,2 9-6 16,-2-9-1-16,2 4-8 0,-3-2-2 0,-2-4-3 15,2 0-3-15,-2-1 0 0,-2-5-1 0,1 2-5 16,0-3-2-16,0-1 0 0,-3-3 0 0,2 1 10 16,0-2 19-16,-1-1 26 0,0 1 15 0,-1-2 18 15,0-2 13-15,1 1-4 0,2-3 12 0,-6 1-17 16,6-1-7-16,0 0-7 0,0 0 0 0,0 0-15 16,-7-6-9-16,6 2-11 0,1 4-7 0,3-7-10 15,-3 7-2-15,4-7-5 0,1 3-9 0,1 0-6 0,2 0-15 16,1 0-32-16,2 1-31 0,1-1-29 0,-1 0-23 15,3 3-21-15,1-2-21 0,-3 0-21 16,2 2-24-16,-1-1-18 0,2 0-21 0,4-1-24 0,0-1-15 16,3-2-8-16,-8 4-168 0,-1-3-484 0,0-3 215 15</inkml:trace>
  <inkml:trace contextRef="#ctx0" brushRef="#br0" timeOffset="107773.53">8729 6191 1066 0,'6'-4'-81'0,"1"0"24"0,-3 2 21 0,1-2 25 16,-4 2 18-16,3-3 17 0,-4 5 10 0,4-5 3 15,-4 5 1-15,0-3 6 0,0 3 1 0,0 0-1 16,0 0 9-16,0 0 6 0,0 0 6 0,0 0 3 15,0 0-2-15,0 0-3 0,-15 10-6 0,12-6-2 16,2 0-2-16,-2 3 2 0,0-3-2 0,1 4-5 16,-1-1 0-16,2-1-1 0,1 1-9 0,0 2-4 15,0-2-3-15,0 2 6 0,1-3-11 0,2 2-2 16,-1-2-3-16,1 2 0 0,0-3-1 0,2 0-3 16,0 0-3-16,3-3 1 0,-2 0-1 0,4 0-1 15,-4-2-6-15,3 0 3 0,-1-4-3 0,-1 3-2 16,1-3-1-16,-1 1 8 0,0-2-9 0,-2-3 1 0,2 2 1 15,-4-1 6-15,-1-1 3 0,1 3 14 16,-3-2 1-16,0 0 4 0,0 0-2 0,-3-2 4 16,-1 3-1-16,2-2 0 0,-4 1-1 0,1-2-2 15,-5 3 8-15,6-1-4 0,-1 2 2 0,1 0 0 0,-2 1 11 16,3-1 5-16,-2 0-3 0,0 2 2 0,3 0-8 16,2 3 1-16,-4-5-7 0,4 2-1 0,0 3-6 15,0 0-4-15,-4-7-1 0,4 7-6 0,0 0 2 16,0 0-1-16,12 0-3 0,-12 0-6 0,11 3-1 15,-4-1-1-15,0 2-4 0,-3-1 0 0,5 2-6 16,-1 1-3-16,2 1-5 0,-3-1-6 0,4 3-4 16,-2-1-6-16,-2 1-1 0,2 0-7 0,0 1-4 15,-4-2 2-15,3 2-5 0,-2-2 0 0,0 2 3 16,-1-4-1-16,0 1 2 0,-2-1 1 0,1-1 2 16,-4 0 4-16,1 0 8 0,2-2 5 0,-3-3 1 15,0 4 2-15,0-4 12 0,0 0 11 0,0 0 9 16,0 0 8-16,0 0 1 0,-8-14 1 0,8 9-1 15,0-3 0-15,1-2 0 0,2 0-3 0,1-2 2 16,0-5-1-16,3 5 0 0,-5-1-2 0,4 0 1 16,2 2 3-16,-4-1-2 0,4 2-5 0,-1-1 1 15,0 4-2-15,3-2-3 0,-2 1 0 0,0 5-2 16,-4-1 1-16,4-1-4 0,-2 3-2 0,0 2-4 16,2-1 1-16,-8 1-3 0,10 1 0 0,-3 3-2 0,0 0 1 15,-1 0-1-15,1 3 3 0,-1-1-4 16,-1 3 0-16,2-1 1 0,-3 1-2 0,1 1 4 15,0 0-5-15,-1-2 4 0,-2 2-4 0,1 2 1 0,-3-4 1 16,3 1 0-16,-6-3-4 0,3 2-5 0,-1 0-14 16,-1-3-31-16,0 3-30 0,-1-2-37 0,0 1-43 15,0-2-43-15,2-3-43 0,-3 3-182 16,4-5-464-16,-3 4 206 0</inkml:trace>
  <inkml:trace contextRef="#ctx0" brushRef="#br0" timeOffset="108101.56">9361 5891 172 0,'0'0'296'0,"0"0"-7"15,-1-3-12-15,1 3-30 0,0 0-28 0,0 0-24 16,0 0-21-16,0 0-16 0,0 0-12 0,-4 13-9 15,1-3-20-15,0 0-5 0,-1 1-12 0,-1 2-8 16,2 5-5-16,-2-1 3 0,-1 2 10 0,2 2-3 16,0-1-11-16,-3 2-10 0,3 3-6 0,3-4-5 15,-2 5-7-15,3 0-4 0,3-5-6 0,-2-2-7 16,2 0-1-16,4-1-9 0,-3-1 0 0,1-5-3 16,1 0-4-16,1-1-8 0,2 0-22 0,0-4-25 15,1 0-42-15,2-2-51 0,-1-1-51 0,2-3-59 0,0-2-50 16,-1 0-191-16,3-4-514 0,-3-1 228 0</inkml:trace>
  <inkml:trace contextRef="#ctx0" brushRef="#br0" timeOffset="108601.4">9603 5972 193 0,'0'0'225'0,"0"0"-21"0,-2-3-27 0,2 3-16 16,0 0-18-16,0 0-13 0,0 0-8 0,0 0-15 16,4 16-4-16,-2-11-10 0,3 4-9 0,-1 1-9 15,0 1-7-15,1 1-6 0,0 2-2 0,1 3-10 16,1 0-6-16,-4 0-3 0,2 2 3 0,2-4-11 16,-2 3-1-16,-4-5-3 0,2-2-5 0,0 2 0 15,1-3-3-15,-4-1-5 0,3-4-2 0,-2 3 6 16,2-3-3-16,-3-2-1 0,0-3-4 0,7 2-1 15,-7-2 0-15,0 0 1 0,9-7-1 0,-3-1 1 16,-2 3 3-16,1-7-1 0,3 3 9 0,-2-1 2 16,-1 0 4-16,1 1 2 0,1-2-3 0,-1 3 10 15,-5 2 1-15,6-1-1 0,-3 2-4 0,2 0-3 16,-2 0-1-16,-1 4-6 0,-3 1-2 0,8-1 1 16,-8 1-5-16,9 2-2 0,-4 3-1 0,-1-1-3 15,0 2-4-15,1 2 2 0,0-1 1 0,1 2-3 16,-2 0-2-16,2 0 3 0,-1-2-4 0,2 0-2 15,-1 1 2-15,0-3-2 0,-1-1 5 0,1 0-1 0,3-2 2 16,-2-1-2-16,4 1-3 0,1-5 0 0,-2-2 1 16,1-1 0-16,1 0 0 0,-4-1-2 0,3-2-2 15,1-5 5-15,-5 3-4 0,4-3 7 16,-5 2 0-16,0-5 0 0,2 0 2 0,-5 5-3 0,1-1 2 16,0-1-2-16,-2 1-4 0,-2-4-8 0,-2 7-11 15,1-4-24-15,-3 4-38 0,1 1-46 0,-2-2-45 16,-1 4-50-16,0 1-210 0,0 1-462 0,-1 2 204 15</inkml:trace>
  <inkml:trace contextRef="#ctx0" brushRef="#br0" timeOffset="108882.57">10158 5822 250 0,'11'2'256'15,"-4"-1"-10"-15,0 1-7 0,-2 0-5 0,2 1-14 16,0 0-15-16,2 4-22 0,1-1-20 0,-2 0-7 16,-1 2-15-16,2 0-15 0,-1 2-11 0,1 0-6 15,3 4-10-15,-3 2-13 0,1 1-4 0,2-3-11 0,-5 2-4 16,3 2-6-16,-5 0-6 0,2 2 2 0,-2 1-12 15,-2-1 0-15,-2 1-6 0,2 0-2 16,-2 7-3-16,-3-2-13 0,-4 1-41 0,1-2-52 16,-7 0-61-16,6-7-80 0,-6 2-288 0,-6 0-543 0,6-4 240 15</inkml:trace>
  <inkml:trace contextRef="#ctx0" brushRef="#br0" timeOffset="135120.41">6009 7225 249 0,'-2'-7'265'0,"2"-1"-11"0,-1 5-6 0,-2-4-11 15,3 1-8-15,0 2-6 0,-1-1-11 0,1-1-10 16,0 6-4-16,-3-8-25 0,3 5 9 0,0 3-33 0,3-6-9 16,-3 6-21-16,0 0-14 0,1-6-14 0,-1 6-13 15,0 0-9-15,0 0-5 0,0 0-5 16,0 0-10-16,0 0-9 0,4 12 2 0,-2-6-1 0,-1 2-5 16,0 2-4-16,3 1-6 0,-1 0-2 0,-1 3 0 15,0 4-2-15,-2-3-3 0,0 1-3 0,0 0 3 16,1 1-2-16,-1 1-6 0,0-1 6 0,0 0-5 15,3-5 1-15,-3 2-6 0,-3-3 0 0,6 0-1 16,-3 1-3-16,0-4 7 0,0 5-3 0,1-5-5 16,2-3 7-16,-1 2 1 0,-1-2-7 0,-1-2 1 15,0 1 6-15,1 2-2 0,-1-6-2 0,2 2 3 16,-2-2-4-16,0 0-1 0,4-10 1 0,0 5 0 16,-1-3 2-16,1-1-1 0,1-2 2 0,-1-1-11 15,3 0 10-15,-3 1 12 0,0-2-17 0,4 1 1 16,-2 0-6-16,-1 0 3 0,1 2-2 0,-1 1 3 15,1-1-1-15,2-1 3 0,-4 4-2 0,4-1-6 16,-5 2 2-16,2 2 0 0,3-1 0 0,-4 1 0 0,2 3-2 16,2-2 2-16,-4 3-3 0,-4 0 3 0,15 1 3 15,-7 3-6-15,3 1 0 0,1 0 4 16,-4 2 2-16,6 1 0 0,-5-1-2 0,7 4 7 0,-6-3-9 16,3 2 0-16,-4 0 6 0,3-1 7 0,-1 0-12 15,0-3-2-15,-1 3 4 0,-1-3 2 0,-3 0-2 16,2 0-1-16,-3-2 5 0,-1-2 7 0,3 3-8 15,-4 0 0-15,0-3 6 0,-3-2-1 0,9 1 0 16,-9-1-2-16,0 0 0 0,8-8 0 0,-4 3 2 16,-1 0-5-16,1-2 5 0,-1 0 24 0,0-4 15 15,2-1-9-15,-2 0 3 0,-2-1-4 0,3 0 1 16,-4-2-12-16,1-3 2 0,-1 5 0 0,3 0-2 16,-3 0-4-16,0 0 2 0,0 2-7 0,0 1-10 15,0-2 11-15,-3 6-1 0,3-2-7 0,-1 1 0 16,1 2-3-16,-3 0-26 0,2 1-55 0,1 4-47 15,0 0-42-15,0-4-30 0,0 4-34 0,0 0-32 16,0 0-32-16,4 13-36 0,-3-6-167 0,2 1-534 0,1-1 236 16</inkml:trace>
  <inkml:trace contextRef="#ctx0" brushRef="#br0" timeOffset="135417.19">6717 7279 204 0,'0'0'212'0,"0"0"-11"0,0 0-8 0,0 0-4 15,0 0 2-15,0 0-1 0,0 0-5 0,0 0-13 16,0 0-15-16,7 12 5 0,-3-11-5 0,-4-1-10 15,11 1-17-15,-4-1-11 0,2 0-11 0,2 0-10 16,3-1-13-16,1 2-6 0,2-1-8 0,2-1-7 16,3 1-5-16,-7 0-10 0,4-1-11 0,-1 1-30 15,-2 0-33-15,-2 0-34 0,1 0-25 0,-6 0-30 16,1 1-28-16,-1-1-25 0,-1 1-16 0,-2 2-17 16,-3-2-6-16,-2 3-142 0,-1-4-377 0,-4 8 166 15</inkml:trace>
  <inkml:trace contextRef="#ctx0" brushRef="#br0" timeOffset="135589.01">6823 7412 20 0,'-8'5'146'16,"1"0"2"-16,3-1 4 0,-4-2 2 0,1 0-1 0,5 3-6 15,-4-1 2-15,6-4-4 0,-1 2-2 0,1-2-7 16,0 0 5-16,0 0 11 0,0 0-7 0,0 0-16 16,19-2-11-16,-8-3-10 0,2 1-8 0,-1 2-13 15,6-2-9-15,0 1-7 0,2-4-15 0,-1 3-39 16,4 3-46-16,-1-2-45 0,0 0-59 0,8-3-41 15,-11 2-208-15,4 1-412 0,0 1 183 0</inkml:trace>
  <inkml:trace contextRef="#ctx0" brushRef="#br0" timeOffset="136198.21">7479 7158 279 0,'0'0'267'0,"1"-7"-19"0,-1 5-15 0,0 2-17 16,0 0-15-16,0 0-16 0,0-5-25 0,0 5-15 15,0 0-18-15,0 0-10 0,0 0-13 0,0 0-8 16,6 18-13-16,-5-9-6 0,3 1-10 0,-1 3-4 15,1 1-6-15,3 1-4 0,-1 1-7 0,-1 1-1 16,0-1-8-16,-1 0 0 0,3 1-2 0,-3 1-7 16,1-3-5-16,2-2 3 0,-4-1-4 0,4-2-4 15,-2 2 4-15,-2-5-3 0,0 2-3 0,2-4-2 16,-1-2-2-16,0-1 2 0,3-1-2 0,-7-1-3 16,9-1 0-16,-9 1-2 0,13-6 1 0,-8 0-2 15,5-2 2-15,-5 2-4 0,1-6 4 0,3 2-5 16,0 1 2-16,-3-1-3 0,2-2 4 0,-2 2 10 15,-2 1 17-15,5 1 5 0,-5 0 6 0,0 2-10 16,-1 1-7-16,0 0-2 0,1 1-5 0,-1-1-6 16,0 3-2-16,2 0 3 0,-5 2-2 0,11 0-4 15,-3 5 4-15,-1-1-1 0,1 2 0 0,3 1-4 0,-3 0 0 16,4 1-1-16,-2 1-1 0,3 1-2 0,2 2-4 16,-4-3 14-16,4 2-8 0,0-2-3 15,-3 0 1-15,-1-1-8 0,-1-2 8 0,2-1 2 16,-4 1 3-16,2-1-5 0,-5-4 3 0,4 0 3 0,-3-2-6 15,-6 1 5-15,12-4 16 0,-8-2 9 0,2 1 3 16,-2-4 3-16,-3 1 9 0,1-3-9 0,-1-2-6 16,-2 0 4-16,1-4-3 0,-3 1-4 0,0-1-3 15,2 3-5-15,-2-3 0 0,-1 5-7 0,3-3 5 16,-2 4-5-16,0 1-2 0,3-2-4 0,-4 2-6 16,3 1-27-16,1 2-42 0,-3 1-52 0,3 2-66 15,0 4-80-15,3-4-62 0,-3 4-220 0,5-4-590 16,-5 4 261-16</inkml:trace>
  <inkml:trace contextRef="#ctx0" brushRef="#br0" timeOffset="136635.57">8304 7257 259 0,'0'0'291'0,"0"0"-12"16,0 0-17-16,0 0-20 0,0 0-22 0,0 0-15 16,0 0-4-16,0 0-9 0,0 0-23 0,0 0-14 15,0 0-20-15,0 0 5 0,21 2-11 0,-8-2-13 16,1-2-10-16,5 2-14 0,0-1-6 0,3 0-14 16,1 1 1-16,0-3-14 0,7 0 0 0,1 3-9 15,-7-1-3-15,-3 1-2 0,2-2-5 0,0 1-5 16,-2 0-6-16,-2-2 3 0,1 1-7 0,-6 1-5 15,-2-1-3-15,0 2 5 0,-5-1-9 0,3 1-8 16,-10 0-18-16,8-2-16 0,-8 2-30 0,5-1-40 0,-5 1-46 16,0 0-56-16,0 0-41 0,0 0-49 0,0 0-184 15,0 0-512-15,0 0 227 0</inkml:trace>
  <inkml:trace contextRef="#ctx0" brushRef="#br0" timeOffset="141217.25">9114 7079 175 0,'0'-6'220'0,"0"6"-25"0,0 0-21 15,0 0-18-15,0-3-22 0,0 3-9 0,0 0-12 16,0 0-9-16,7 14-10 0,-5-9 12 0,1 2 4 0,0 1-8 16,2 2-8-16,-1 0-9 0,0-1-7 0,-1 1-9 15,2 0-6-15,1 0-2 0,-2 1 13 0,1 0 8 16,-2-1-13-16,1 2-5 0,-1-4-8 0,-2 0-3 16,2-1-4-16,0-1-6 0,-2 1-1 0,-1-1-6 15,2-3-2-15,-2 2-5 0,0-5 0 0,2 7-1 16,-2-4-1-16,0-3 10 0,0 5 10 0,0-5 7 15,2 3 15-15,-2-3 6 0,0 0 1 0,0 0-4 16,0 0-15-16,0 0-4 0,0 0-2 0,10-12-2 16,-7 6 5-16,-2-1-16 0,4 0 6 0,-3-3-16 15,4 3 5-15,-2-5-11 0,1 5 5 0,1-5-15 16,-1 1 2-16,-1 0 0 0,4 0-6 0,-5 0 1 16,5 1 3-16,-4 0-2 0,-1-2-1 0,4 1-6 15,-6 2 2-15,5 2 0 0,-5 0-3 0,2 0 6 16,1 0-5-16,0 1-5 0,-3-1 2 0,3 2-4 15,0 1 0-15,-1 2 3 0,4-5 3 0,-3 4-1 16,3 1 4-16,0-1-6 0,-1 2 1 0,0 1 1 0,3 0-6 16,-2 1 11-16,0 1-5 0,-2-1 7 0,1 4-14 15,3 0-1-15,0 0 3 0,-4 0 8 16,2 5-9-16,1-5 4 0,-4 6-4 0,0-2 2 0,0 2-3 16,0-2 5-16,-1 3-3 0,1-2-2 0,-4 1 12 15,0 1-7-15,0 1 2 0,0 0-4 0,-3 0 0 16,3 1 2-16,-1 3-2 0,-3-6 4 0,1 3 5 15,-2 4-3-15,1-1 0 0,1-1-9 0,-4 2 8 16,5-1 2-16,-3 1 13 0,4 1 3 0,-2-2-3 16,-1 1 2-16,3 0-3 0,1 2 3 0,-3 7 5 15,2-8 22-15,1 0-2 0,1 0-6 0,-1 2 5 16,1-3 4-16,1 1 21 0,-1-2 4 0,3-1-4 16,-1 1 2-16,-2-1-11 0,4-3 2 0,-3 0 13 15,2 0 2-15,0 0-2 0,0 0-4 0,2-3 0 16,-1 2 6-16,2-5 5 0,1 5-5 0,-1-4-5 15,0 1 1-15,0-3-7 0,-1 1-4 0,4-1 2 16,-5 0-3-16,4-2-4 0,-4-1-4 0,6-1-4 0,1 0-2 16,-5 0-4-16,1-1-2 0,3-2-4 0,1-1-4 15,3 1-4-15,-4-2-3 0,1 1-2 0,-4-1-1 16,2 0-2-16,2-1-3 0,-2-2-1 0,1 1-1 16,-1 0-3-16,-1-3 1 0,0 2-3 0,-2-1-14 15,5-4-24-15,-6 3-32 0,2-4-36 0,-3-1-61 16,6-3-46-16,-4 0-60 0,0 1-63 0,1-3-73 15,-6 1-385-15,4 2-848 0,-1-4 375 0</inkml:trace>
  <inkml:trace contextRef="#ctx0" brushRef="#br0" timeOffset="142623.06">9909 6966 180 0,'0'0'273'0,"-5"-4"0"0,5 4-11 16,-7-3-4-16,7 3-15 0,0 0-11 0,-4-4-15 16,4 4-17-16,-3-2-23 0,3 2-26 0,0 0-10 15,0 0-12-15,0 0-9 0,26 2-14 0,-12 0-11 16,9-1-5-16,4 3-15 0,-4 0-7 0,6-2-7 16,-7 2-3-16,1 0 1 0,7 0-11 0,-9 1-4 15,1-2-6-15,-3 2-5 0,4 0-2 0,-4-2-4 16,-5 2-5-16,2-2 0 0,-4 2-2 0,1-2-4 15,0 1-20-15,-3-1-19 0,-6-1-25 0,4 1-17 16,-4-1-16-16,2 1-15 0,-6-3-31 0,5 2-24 0,-5-2-33 16,0 0-30-16,0 0-18 0,0 0-192 0,0 0-460 15,0 0 204-15</inkml:trace>
  <inkml:trace contextRef="#ctx0" brushRef="#br0" timeOffset="142919.85">9936 7096 25 0,'-7'1'245'16,"7"-1"-9"-16,0 0-19 0,0 0-14 0,0 0-18 16,-6 2-18-16,6-2-14 0,0 0-22 0,0 0 21 15,8 7-2-15,0-5-14 0,-1 3-12 0,4 0-13 16,-3 1-7-16,3 0-12 0,1 0-8 0,-1-1-7 15,8 4-2-15,-3-1-11 0,-2-2-8 0,1 2-2 16,3-1-9-16,-6 1-4 0,0-1-6 0,3-1 1 0,-4 2-6 16,1-3 0-16,2 1-5 0,-3 2-8 0,-3-3-25 15,0-1-24-15,-1 1-32 0,-3-1-24 16,2 0-33-16,-2-2-38 0,1 2-28 0,-2-3-33 0,1 2-151 16,-4-3-401-16,0 0 178 0</inkml:trace>
  <inkml:trace contextRef="#ctx0" brushRef="#br0" timeOffset="143247.87">10335 7006 141 0,'-1'-5'279'0,"1"5"-18"0,0 0-25 16,0-5-24-16,0 5-26 0,0 0-19 0,0 0-17 16,0 0-19-16,0 0-11 0,0 0-13 0,-3 17-8 0,2-9-13 15,1 1 0-15,-4 2-12 0,1 1 7 16,-1 2 5-16,-2 3-5 0,2-2-11 0,-1 1-2 16,-2 1-11-16,-1-1-2 0,1-1-4 0,0 0-6 15,-2 1-4-15,1-3-2 0,1-2-6 0,-3-1-1 0,4 3-2 16,0-5 4-16,-2 4-10 0,0-5-1 0,1 2-1 15,2-3-4-15,0-1-24 0,1 0-36 0,3-1-33 16,-2 2-37-16,2-4-44 0,1-2-53 0,0 0-229 16,4 4-474-16,-4-4 210 0</inkml:trace>
  <inkml:trace contextRef="#ctx0" brushRef="#br0" timeOffset="143966.4">10418 7282 50 0,'0'0'254'0,"0"0"-14"0,0-5-19 0,0 5 5 16,0 0-4-16,0 0-17 0,0 0-24 0,0 0-20 15,0 0-15-15,0 0-17 0,0 0-10 0,0 0-13 16,0 0-11-16,0 0-10 0,0 15-5 0,0-11-9 16,-1 3-6-16,1-1-5 0,-3 1-7 0,6 1-5 15,-6 0-8-15,3 4 0 0,0-2-6 0,0 1 2 16,3 1-7-16,-2-2-2 0,-1-1-1 0,0-1 4 16,3-1-8-16,-2 1-3 0,3 0 0 0,-1-2 1 15,0-2-6-15,2 0 2 0,-1 0-4 0,4-1-3 16,-2-1 1-16,2-2 0 0,0-2 0 0,-1 0-1 15,4-3-3-15,-3 3-1 0,0-7-1 0,-1 6 3 0,2-3-4 16,-2-4 0-16,1 5 0 0,-3-2 1 16,0 1 0-16,0 1 4 0,-1-1-2 0,2-1 0 15,-5 2 0-15,1 3 6 0,0-4 9 0,1 1-4 0,-2 3 2 16,-1 2-7-16,3-5-3 0,0 2-6 0,-3 3 0 16,0 0 5-16,0 0-1 0,0 0-3 0,0 0 1 15,12 9-2-15,-9-5-1 0,1 4 1 16,0-4-2-16,-1 1 5 0,4 3-3 0,-1-2 2 0,0-1-2 15,2 2 0-15,-4-4 5 0,5 1-7 0,-2 2 2 16,-4-3-2-16,4 1 1 0,-3-3-2 0,0 1 9 16,-4-2-2-16,12-2-2 0,-12 2 2 0,7-3 1 15,-6-2-4-15,4 0 8 0,-5 0 12 0,1-2-1 16,-2 1-1-16,-1-2 0 0,-2-3-3 0,4 1-4 16,-3 0 1-16,0-2-2 0,-1 1-2 0,-4-1-4 15,7 2 0-15,-3-2-9 0,0 2-34 0,-2 1-35 16,5 3-51-16,-2-2-63 0,2 1-66 0,-2 0-259 15,3 2-552-15,0-4 245 0</inkml:trace>
  <inkml:trace contextRef="#ctx0" brushRef="#br0" timeOffset="145231.64">10963 6820 67 0,'-1'-9'279'0,"-2"1"-4"0,2 3-4 0,1-1-9 15,-1 3-20-15,1 3-19 0,0-9-26 0,0 6-21 16,0 3-20-16,0 0-12 0,0 0-18 0,5 12-10 16,-2-2-12-16,-2 2-9 0,5 7-8 0,2 0 23 15,-3 2-9-15,2 4-11 0,0 4-6 0,1-3-18 16,0 1 2-16,0 0-6 0,-2-1-4 0,-1-6-12 16,3 6 0-16,-5-6-4 0,1-2-1 0,0 0-8 15,-1-5 1-15,-3 0-6 0,1-2-4 0,-1 1 1 16,0-4-5-16,3-2-12 0,-6 2-39 0,2-3-24 15,1-1-28-15,-3-2-52 0,3-2-35 0,-4 3-48 16,4-3-47-16,0 0-211 0,-5-9-513 0,3 3 227 16</inkml:trace>
  <inkml:trace contextRef="#ctx0" brushRef="#br0" timeOffset="145481.56">10811 6840 226 0,'-4'-2'297'0,"0"-1"-1"16,1-1 1-16,2 1-25 0,1-3-27 0,0 6-6 15,4-9-34-15,0 3-13 0,4-1-29 0,3 1-13 16,-1 0-15-16,1 0-11 0,6-1-11 0,1 1-12 16,-2-4-14-16,3 6-3 0,2-3-10 0,-1 3-8 15,-2 2-8-15,-3 0-7 0,1 0-10 0,-1 3 0 16,-3-1-3-16,3 1-21 0,-1 2-31 0,-1 0-32 15,0-1-32-15,-4 3-35 0,3 0-47 0,-1 1-42 16,-2 1-32-16,1-1-228 0,-6-1-499 0,5 3 222 16</inkml:trace>
  <inkml:trace contextRef="#ctx0" brushRef="#br0" timeOffset="146559.35">11119 7073 5 0,'0'0'223'0,"0"0"-1"0,0 0-17 0,17-5-18 16,-13 3-14-16,3 2-7 0,1-1-16 0,-1 1-12 15,-7 0-14-15,20 2-12 0,-8-1-14 0,0 1-7 16,-4 1-10-16,1 2-9 0,-1 0-5 0,2 1-8 15,-2-1-4-15,0 2-3 0,0 1-7 0,-1 1-5 16,-3-1-6-16,-1-2-1 0,1 2-4 0,-1-2-1 16,-1 2-1-16,-2-2-3 0,-2 1-1 0,2-1-2 15,-3 0 1-15,2 0 1 0,-5-1 7 0,2 0 8 16,0-1 7-16,-1-1 6 0,-1-1 2 0,0 1 6 16,0-2 3-16,6-1-4 0,-10-5-3 0,5 4-4 15,2-5-14-15,1 2 1 0,0-1-7 0,2-3 0 16,2 2-7-16,2-5-2 0,1 0-8 0,2 0-7 15,1-3-20-15,7 0-20 0,-1 2-19 0,6-2-21 0,-3 4-10 16,3-1-6-16,0 0-15 0,-1 4-4 0,3-4-3 16,-3 5 7-16,0 1 1 0,-1-2 7 15,-5 3 12-15,2 1 1 0,-4-1 17 0,0 1 2 0,1-1 9 16,-5 3 1-16,0-2 17 0,-3 2 20 0,1 0 8 16,-5 1 5-16,2-4-4 0,-2 4 21 0,0 0 9 15,0 0 10-15,0 0 23 0,-16-5 16 0,16 5 6 16,-14 3-4-16,3-2 6 0,-1-1 5 0,2 2-2 15,-2 1-4-15,0 2-6 0,0 0-4 0,-1 0-6 16,2 0-6-16,-1 2-5 0,1 1-6 0,3-2-2 16,-3 4-7-16,6-3-2 0,-1 2-6 0,2-2 3 15,0 4-7-15,3-1-2 0,1-2-2 0,1 2 1 16,-1-3-4-16,4 1 0 0,-2 1 3 0,6-3-10 16,-3 2 5-16,6-3-10 0,-3-1-10 0,3 0-8 15,3-2-7-15,-3 0-6 0,-2-4 1 0,3 0-3 16,-2-2 4-16,0-1 3 0,0 0 0 0,-3-2 5 15,4 0 2-15,-4-3-3 0,-2 3 8 0,-1-2 4 0,3 1 11 16,-5 0 10-16,0-3 6 0,-2 2 9 0,3 1 14 16,0 0 7-16,-3 4 1 0,1-4 4 15,-1 4 5-15,0 0-5 0,0 1-8 0,0 3-15 16,0-7 0-16,0 7-3 0,0 0-2 0,0 0-2 0,0 0-5 16,0 0-7-16,0 0 9 0,3 19-6 0,-3-11-3 15,2 1 1-15,0 1-2 0,0 1-2 0,0-1-1 16,2 0-5-16,0 0 1 0,0-2-5 0,2 2-6 15,-1-4-7-15,-1 1-12 0,-3-2 4 0,5 0-2 16,-2-1 0-16,0-2 5 0,0 0 3 0,-4-2 2 16,14-3 0-16,-14 3-1 0,11-5 3 0,-6 0-1 15,-1 0 5-15,4-3-1 0,-2 0 1 0,1-2-7 16,-2 2 8-16,1-2-1 0,-1 2 2 0,-1-1 0 16,-1 2 8-16,-1 1 1 0,0 0 5 0,-1 0 0 15,3 2 4-15,-2 1-1 0,-1 0-11 0,-1 3 4 16,1-5-9-16,-1 5 6 0,0 0-2 0,0 0 0 15,0 0-3-15,0 0 6 0,0 14-2 0,0-9-4 16,0 3 0-16,2-3 3 0,-2 3 2 0,0 1 2 0,1-2 0 16,0-1-5-16,1 2 0 0,0-2-4 15,0-1 3-15,0 1 8 0,1-2-6 0,-1-1 2 16,-1 1 0-16,-1-4 0 0,5 1-1 0,-5-1 2 0,0 0-1 16,13-6-3-16,-9 1 2 0,1 0 0 0,-1-2 11 15,0 0-14-15,-1-1 6 0,1-2-2 0,0 3-3 16,-1-4 6-16,1 5 8 0,-3-3 13 0,2 2 4 15,0 2 7-15,-2-3 3 0,3 5-5 0,-4-2-2 16,3 2-1-16,-2-1-5 0,-1 4-8 0,4-4 0 16,-4 4 0-16,6-1-6 0,-6 1 3 0,0 0-9 15,13 7 5-15,-7-2-3 0,-2-4-2 0,3 3-22 16,-2 1-11-16,3 0-24 0,-1-1-26 0,0 0-30 16,1-1-36-16,-1 2-47 0,0 0-42 0,4-4-36 15,-3 0-246-15,-3 0-555 0,3-1 246 0</inkml:trace>
  <inkml:trace contextRef="#ctx0" brushRef="#br0" timeOffset="146746.79">11698 6744 90 0,'0'0'259'0,"-6"-5"-24"0,6 5-20 16,0 0-23-16,0-5-20 0,0 5-16 0,0 0-20 15,0 0-12-15,11 10-31 0,-4-6-56 0,-3 1-53 16,7 0-58-16,-3 1-68 0,3 1-105 0,0-1-266 16,-1 3 118-16</inkml:trace>
  <inkml:trace contextRef="#ctx0" brushRef="#br0" timeOffset="147590.29">12022 6694 78 0,'0'0'288'0,"0"-5"-24"16,0 5-28-16,0 0-25 0,0 0-21 0,0 0-20 15,0 0-15-15,0 0-16 0,0 22-12 0,0-8-11 16,0-1-7-16,0 4-7 0,0 2-8 0,1 0-5 16,-1 1-9-16,0 2-6 0,4-1-8 0,-3 8-3 0,3-7-9 15,1-3-5-15,-3 2-2 0,1-2-7 0,1 0-1 16,3 0-8-16,0-2 2 0,-2-4-1 15,2 0-4-15,0-5-3 0,-2 3-1 0,5-5-4 0,-1 1-3 16,-2-2 1-16,1-1-3 0,2-4-1 0,-1 0 1 16,2-2-5-16,1 0 1 0,-1-4-5 0,4-1 0 15,-5 1-10-15,-1-5-11 0,1 2-13 0,2-5-6 16,-1 4-9-16,-2-2 5 0,-3 2-1 0,-1 0 5 16,1 1 1-16,1-1 4 0,-6 0 5 0,4 4 1 15,-3 0 5-15,-1 0-1 0,3 4 8 0,-3-2-1 16,-1 4-2-16,0-3 0 0,0 3 0 0,0 0 3 15,0 0 3-15,0 0 4 0,0 0-5 0,-8 11 2 16,8-6 4-16,-1 1 1 0,-3 3 2 0,4-1-1 16,-1 0-1-16,1 2 2 0,1 0 2 0,3-1 2 15,-3 0-2-15,1 2 1 0,3-5-1 0,1 4 2 16,-1-5 0-16,1 2-6 0,3 1 5 0,-2-5 0 16,-3 1-1-16,0 0-3 0,4-2 3 0,0-1 1 0,-4-1-3 15,5 0 2-15,-9 0-6 0,8-3 3 0,-3-2-5 16,-2 2 2-16,2-2 1 0,-3-1 1 15,3-2 0-15,-5 0-2 0,0 1 3 0,4-2-3 0,-4-2 4 16,0 3 4-16,0 1 5 0,2-1 6 0,-4-2 9 16,2 2-3-16,0 2 5 0,0-1-4 0,-3 2 4 15,3 0-2-15,-1 2-3 0,1-3 1 0,0 6-5 16,0-6-3-16,0 6 1 0,0-5-5 0,0 5-1 16,0 0-3-16,0 0-1 0,0 0 1 0,0 0-1 15,0 0-3-15,12 9 2 0,-4-7 2 0,-2 4-3 16,-1-1 0-16,2 0 2 0,-1 3-2 0,3-2 0 15,-3 1-4-15,2 1 2 0,-1-1-1 0,1 1 2 16,-3-1-3-16,2 2 0 0,-3-2-5 0,3-2-8 16,-2 1-1-16,-1-1 2 0,-1 2-7 0,1-6 5 15,0 4 4-15,0-3-1 0,-2 1 3 0,-2-3 4 16,0 0-1-16,0 0 0 0,0 0 2 0,0 0 2 16,0 0 1-16,9-8 2 0,-9 5 7 0,1-4 1 0,2-1 3 15,0-2 4-15,0 0 2 0,1-1 3 0,-3 1 4 16,3 1 1-16,2 0 3 0,0 2 5 15,-3-1 2-15,1-1 2 0,-1 2 1 0,1 1-2 0,0 1-3 16,-1 0-5-16,2 3-4 0,1-4-4 0,-1 5 2 16,-1-1-6-16,3 2-2 0,-7 0 0 0,12 1-2 15,-5 1-4-15,0 4 2 0,-3-2 0 0,4 3 2 16,0 0-4-16,0 3-1 0,-1-2-4 0,0 3 2 16,1-2-3-16,-1 2 1 0,-3-1-15 0,3 2-18 15,-3-3-22-15,0 0-18 0,3-3-27 0,-6 2-31 16,2-4-27-16,-2 1-34 0,2 1-24 0,-2-3-27 15,2 0-149-15,-3-3-421 0,7 1 186 0</inkml:trace>
  <inkml:trace contextRef="#ctx0" brushRef="#br0" timeOffset="147902.69">12936 6663 354 0,'-2'-3'379'0,"2"-1"-8"16,0 4-18-16,-4-6-17 0,4 6-23 0,-3-5-26 15,3 5-37-15,0 0-24 0,0 0-28 0,0 0-22 16,0 0-15-16,-10 11-18 0,7-2-13 0,0 2-14 16,-1 6-15-16,3 1-1 0,-2 1-16 0,0 1-8 15,3 1-5-15,0 5 12 0,-3 0-25 0,3 2-7 16,3 0-4-16,-3-1-2 0,3 0-10 0,0-7 2 15,-2 0-4-15,3 1-4 0,2-1-4 0,2-2-7 16,-6-1-13-16,5 1-24 0,0-7-15 0,-3 0-37 16,4-3-25-16,-1-1-35 0,3-1-33 0,-2-2-40 15,1-3-48-15,2-1-34 0,2-2-21 0,-1-2-215 16,-1-2-564-16,5-5 249 0</inkml:trace>
  <inkml:trace contextRef="#ctx0" brushRef="#br0" timeOffset="148340.06">13171 6789 40 0,'0'0'192'0,"0"0"-25"0,-7-1-6 0,7 1-1 15,0 0-9-15,-8 9-9 0,7-3-11 0,-1 1-3 16,-3-1-10-16,3 1-5 0,1 4-14 0,0-1-6 16,1 2-9-16,0 1-7 0,1-2-8 0,0 2-5 15,-1 0-7-15,3-2-6 0,0 0-5 0,1 0 0 16,0-2-6-16,-2-3-3 0,0 2-3 0,6-3-4 15,-5 0-1-15,1-1-7 0,3-2 2 0,0-2-2 16,-2 2-6-16,-5-2 1 0,15-3-2 0,-5 1-1 16,-4-1-2-16,4-3 0 0,-2-1-3 0,0 1 3 15,-1 1-4-15,0-3-1 0,-2 4 0 0,1-1 2 16,-1-1 9-16,0 2 19 0,0 0 10 0,-4-1-8 16,3 3 0-16,0 0-5 0,-4 2-6 0,3-2-4 15,-3 2-3-15,0 0-1 0,0 0-2 0,11 2-1 16,-6 1-4-16,-1 2-1 0,3-2-1 0,-1 2-2 15,1 0 2-15,0-1 1 0,3 0 3 0,-2 1-5 16,3 1-4-16,0-2 0 0,-3-2 1 0,3 1-2 0,1-2 4 16,-5-1-1-16,0-1-1 0,0-2 0 0,1 1-3 15,-3-1 3-15,-1-4 1 0,1 2-5 0,-3-2 5 16,1-1-3-16,-3-3 0 0,4 0-2 0,-8 0 4 16,3-2 1-16,1 0-2 0,-3 1-1 0,-3-5 0 15,2 1-3-15,0 4 0 0,0 0 1 0,-1 0-9 16,-1 0-27-16,4 1-30 0,-4 2-34 0,2 3-51 15,1 1-40-15,-1-1-65 0,0 1-139 0,3 2-423 16,1 3 187-16</inkml:trace>
  <inkml:trace contextRef="#ctx0" brushRef="#br0" timeOffset="148652.47">13589 6617 343 0,'0'0'358'0,"0"0"-15"0,0 0-32 0,0 0-33 15,0 0-31-15,0 0-27 0,0 0-19 0,0 0-24 16,0 0-9-16,14 7-9 0,-5 1-20 16,0-3-10-16,2 2-15 0,0 5-13 0,1-2-6 0,0 4-10 15,-1-1-18-15,1 4-1 0,1-2-5 0,-4 2-5 16,2 0 7-16,-3 1-19 0,-2 2-1 0,1 6-9 15,-5 2 0-15,1-2-5 0,0 3-2 0,-6 0-4 16,0 3 4-16,-5 0 13 0,4-1-27 0,-3 2-39 16,-3-2-48-16,-4 2-51 0,-4-2-63 0,3-2-64 15,-1-1-61-15,-2-2-207 0,1-4-563 0,4-6 249 16</inkml:trace>
  <inkml:trace contextRef="#ctx0" brushRef="#br0" timeOffset="-169007.99">9843 5197 150 0,'-11'-2'219'0,"5"-1"-12"0,6 3-11 0,-12 0-8 16,6 0-2-16,6 0-12 0,-10 2-17 0,10-2-15 15,-10-2-11-15,10 2-16 0,-8 2-9 0,8-2-10 16,-8 1-10-16,4 1-4 0,4-2-5 0,0 0-5 0,-3 3-9 15,3-3-5-15,0 0-4 0,-3 4 0 16,3-4 3-16,0 0 9 0,11 5 17 0,0-4 8 16,7 3-2-16,6 0-8 0,9 0-8 0,-2 0-8 0,6-3-9 15,2 2-2-15,0-1-4 0,-1 2-10 0,1-2-3 16,0 4-4-16,-2-2-4 0,-3 1-1 0,0 0-3 16,-1 0-5-16,-4 3 2 0,-8-4-4 15,0 1-1-15,-1 1 4 0,-1 0-9 0,-8 0-1 0,5 0-5 16,-5-1 2-16,0 0-1 0,1 0-1 0,-2 0-2 15,-5-1 2-15,2-3-5 0,-4 2-9 0,5-1-9 16,-4 0-15-16,-4-2-11 0,4 2-11 0,-4-2-15 16,4 1-34-16,-4-1-53 0,0 0-47 0,0 0-45 15,0 0-218-15,-8-11-506 0,5 5 224 0</inkml:trace>
  <inkml:trace contextRef="#ctx0" brushRef="#br0" timeOffset="-168180.12">9889 5048 116 0,'-11'7'119'0,"7"-2"-3"0,-4 1-10 16,1-1-7-16,-1 4-9 0,1 0 1 0,-5-2-8 0,2 1 0 15,2 1 1-15,-4 2-7 0,4-2-8 0,-6 2-4 16,2-4 3-16,0 8 3 0,1-8-1 0,-3 2-6 16,3-1-1-16,2 2-2 0,-1-3-4 0,1-4 0 15,-5 5 1-15,3-3 2 0,2-1-1 0,-1 1 0 16,1-1-5-16,2-2-4 0,1 1 3 0,1-1-6 16,1-1-3-16,4-1 1 0,-5 2 1 0,5-2-5 15,-6 4-4-15,6-4-1 0,-3 3-10 0,3-3-5 16,0 0 0-16,0 0-2 0,3 7-1 0,-2-4-1 15,2 0-3-15,0 0-1 0,2 2 2 0,3 0-5 16,-1 2 0-16,4-1 1 0,-3 2-3 0,3 1 0 16,4 1 1-16,0 0-1 0,-7-1 0 0,7 2-4 15,0 0-1-15,-1-3 2 0,-2-1 1 0,-1 1-2 0,1-1 0 16,0 0-1-16,-2 0-2 0,-1-2 2 16,-2-1 0-16,0-1 0 0,-1 0 5 0,0 0 2 15,0-1 21-15,-2 1 20 0,-2-2 38 0,-2-1 26 16,0 0 0-16,0 0-12 0,0 0-6 0,0 0 6 0,7-10-1 15,-8 6 0-15,-2-2 6 0,2-1 0 0,-1-1-2 16,-2-2-10-16,0-3-11 0,0 5 0 0,2-5-6 16,-1 1-9-16,0-1 8 0,2 0-11 0,-2 2-11 15,3-2-5-15,-1 0 7 0,-1 1-13 0,4 0 1 16,-2-1-13-16,0 3-4 0,0 0-5 0,1 0-1 16,-1 2-4-16,1-1 1 0,2 4-3 0,-3-4-7 15,0 1 0-15,3 1-18 0,-3 1-41 0,4 0-41 16,-4-1-48-16,1 2-51 0,3-1-59 0,-1 1-77 15,0-1-322-15,-1 3-698 0,4-1 308 0</inkml:trace>
  <inkml:trace contextRef="#ctx0" brushRef="#br0" timeOffset="-128685.37">3608 9902 197 0,'0'0'216'15,"-3"-3"5"-15,3 3-1 0,-5-3 0 0,2 0-8 16,3 3-6-16,-4-4-2 0,4 4-17 0,-8-2-12 16,8 2-12-16,-7-2-15 0,2-1-13 0,-1 1-12 15,6 2-11-15,-8-1-12 0,8 1-8 0,0 0-17 16,-11-1-6-16,11 1-12 0,0 0-6 0,0 0-2 15,0 0-3-15,0 0 1 0,12 8-11 0,-1-5 2 16,3 0-8-16,8 2-2 0,1-3-2 0,8 2-4 16,0 0-2-16,2-2 0 0,-2 1-5 0,-1 0 2 15,-8 0-6-15,-3 0 0 0,4-1-1 0,-11 0 0 16,3-2-3-16,-4 3-3 0,1-1-5 0,-5-2 4 16,-3 1-2-16,-4-1 1 0,7 0-2 0,-7 0 0 15,0 0-5-15,0 0-7 0,0 0-11 0,-27-1-14 16,13-1-23-16,3-3-21 0,-5 4-34 0,4-1-39 0,-3-2-43 15,4 0-35-15,3-1-222 0,-3-2-490 16,7 3 217-16</inkml:trace>
  <inkml:trace contextRef="#ctx0" brushRef="#br0" timeOffset="-128326.11">3820 9775 208 0,'-4'-3'216'15,"4"3"-22"-15,0 0-20 0,0 0-16 0,0 0-15 16,0 0-15-16,12-2-14 0,-12 2-11 0,15 0-10 16,-8 0-17-16,3 4-3 0,0-2-1 0,3 3-11 15,-4-2-8-15,1 1-4 0,-1-1-2 0,1 5-9 16,2-1-6-16,-5-4 1 0,-3 3-9 0,7-1 4 0,-6 1-5 15,3-1-1-15,-5 2 4 0,1-1 4 16,-1 0 3-16,-3 1 10 0,0-1 17 0,-3 2 4 16,-1 0 9-16,0 0 3 0,-3 2 3 0,-4 3-5 15,-1-3-8-15,-3 1-3 0,1-1-6 0,-3 5-7 0,2-2-5 16,-3 0-5-16,3 0-5 0,-2-1-2 0,3-1-23 16,-2 0-25-16,6-2-35 0,0-1-40 0,1 0-31 15,4 0-35-15,2-2-26 0,3-1-42 0,3-1-157 16,2-3-411-16,7 2 182 0</inkml:trace>
  <inkml:trace contextRef="#ctx0" brushRef="#br0" timeOffset="-127982.46">4382 9708 145 0,'0'-6'319'0,"0"0"-9"0,0-1-12 0,1 1-7 16,2 2-13-16,-3-1-16 0,0 0-18 0,0 5-27 15,0-5-27-15,0 5-22 0,1-4-21 0,-1 4-14 16,0 0-14-16,0 0-9 0,0 0-16 15,0 15-6-15,0-7-16 0,4 0-4 0,-4 4-6 0,2 5-9 16,-2-1 9-16,0 2-14 0,1-2-8 0,-1 2-7 16,0 1 5-16,0-2-2 0,3 2 6 0,-2-1-20 15,2 0 2-15,-2-1-13 0,1-4-35 0,2 6-26 16,-2-7-29-16,1 1-31 0,0 0-30 0,2-5-30 16,-1 2-43-16,-1-5-24 0,1 0-44 0,-4-2-173 15,7-3-491-15,-7 0 218 0</inkml:trace>
  <inkml:trace contextRef="#ctx0" brushRef="#br0" timeOffset="-127410">4404 9660 134 0,'-2'-11'299'0,"-2"1"-8"16,4 0-7-16,-1 2-16 0,1-1-16 0,0 3-21 0,0-3-18 15,1 2-17-15,-1 1-25 0,4-1-18 16,3-1-13-16,-3 1-19 0,4 3-12 0,2-2-10 15,-2 2-11-15,-1 1-6 0,4 1-9 0,-2 1-7 16,2 1-10-16,1 1-3 0,-1 2-9 0,0 0-16 0,1 1-19 16,1 2-6-16,-1-1-17 0,0 1-8 0,-1 2-2 15,-2-2 5-15,1 2-3 0,0 0 9 16,0 0-5-16,-3-1 5 0,0 3-3 0,-2-4 2 0,3 5 2 16,-2-4-2-16,-2 1 4 0,0-1-3 0,-2-1 4 15,-1 2-2-15,-1-2 6 0,0 0 1 0,-3 1 1 16,-1-1 1-16,0 0 4 0,-7 3 3 0,3-2 6 15,-3-2 7-15,-2 2 0 0,3-4 1 0,-2 2-1 16,1 0-2-16,1 0-2 0,3-3-5 0,1 1 3 16,-1-2-3-16,1 1-1 0,4 2 5 0,-2-3-7 15,4-1 3-15,-3 2-3 0,3-2 8 0,0 0-9 16,0 0-1-16,12 5 0 0,0-4-2 0,2 2 3 16,1 1 0-16,0-2-2 15,4 2-3-15,-1 0 0 0,-3 2 5 0,1 1-2 0,-3-4-2 16,1 4 0-16,-3 1-1 0,3-3 0 15,-5 3 2-15,0 0-2 0,1 0 0 0,-3 2 1 0,0-2 1 16,-6 0 0-16,2-1 0 0,-3 1 0 0,0 3 5 16,-3 0-1-16,-1 0 5 0,-3-2 11 0,-2 3 1 15,-5-1 8-15,-1-2 9 0,-1 0-1 0,-5 0 3 16,1-2 2-16,1 0 0 0,-3 0 0 0,-1-2-13 16,0-2 10-16,0 0 9 0,4 0-16 0,-2-2-6 15,8 0 2-15,-2-1-6 0,4 0 5 0,-1 0-9 16,2-2 5-16,5 1-3 0,-1-1-9 0,2-1-13 15,4 3-34-15,-5-6-26 0,6 2-27 0,6 1-27 0,-3-2-27 16,8 1-39-16,-1 0-29 0,7 0-30 0,4 0-21 16,-3 2-18-16,2-1-149 0,1-1-462 15,1 3 204-15</inkml:trace>
  <inkml:trace contextRef="#ctx0" brushRef="#br0" timeOffset="-126722.7">5085 9861 65 0,'3'-5'274'0,"-2"-2"-8"0,-1 1-6 16,0-2-8-16,0 2-15 0,-1-1-17 0,-2 1-17 15,-2-1-22-15,-1 4-17 0,-1-2-18 0,-5 0-18 16,0 2-10-16,0 1-14 0,-2 1-8 0,-1 1-12 16,-4 1-6-16,0 2-6 0,1 4-10 0,-1-4-2 15,2 4-11-15,0 2-6 0,2-4-5 0,6 3 1 16,-1-1-10-16,1 2-3 0,3 0 2 0,1 1-5 15,2 1 1-15,2-3-6 0,-1 3 2 0,5 0-1 16,0 0 2-16,4-1-3 0,2-5-2 0,3 4-1 0,-1-5-3 16,11-2-1-16,-3 1-3 0,0-2-10 15,0-1-1-15,0-2 1 0,-1-1-2 0,2-2-4 16,-7-1 5-16,4-2 1 0,-6 1 1 0,1 1 1 0,-2-2 0 16,-2 2 0-16,-2-3 12 0,-1 4 10 0,-1 0 19 15,-1 0 5-15,-2 0 11 0,-1 0 6 0,0 1 0 16,4-1 5-16,-4 5-13 0,-3-5-6 0,3 5-6 15,-1-5-8-15,1 5-3 0,0 0-4 0,0 0-2 16,0 0-7-16,0 0 1 0,0 0-9 0,-9 12 8 16,9-8-3-16,0 1-3 0,1 3-1 0,-1-1-6 15,4 1 7-15,-1 1-4 0,2 1 5 0,1 0-29 16,2 1-9-16,-3 1-13 0,3-2-9 0,-1 1-13 16,3-2-8-16,2-1-12 0,-4 1-14 0,2-3-11 15,3-1-8-15,-5-1-8 0,1-1-8 0,0-3-15 16,-1-2-4-16,0 1-3 0,2-2 7 0,-1-4-3 15,1-2 3-15,-3 1 5 0,1-4 5 0,0-1-3 16,0-4-1-16,-1-1-4 0,-6-3-5 0,9-5-13 0,-5-3 5 16,-3 0-79-16,3-3-251 0,1 0 111 15,-4 1 963-15,2 1-631 0,2 1 35 0,-5 3 26 16,3 2 27-16,-4 5 29 0,0-2 18 0,0 5 12 16,3 0 16-16,-2 4 9 0,-1 3 13 0,3 1-3 0,-2 2-11 15,-1 0-16-15,2 0-11 0,-2 6-17 0,1-4-10 16,-1 4-7-16,0 0 9 0,0 0 6 15,3 16 5-15,1-4-3 0,-1 0-7 0,-2 5 0 0,3 2-7 16,-1 4-3-16,2-3-5 0,-2 5-7 0,1-2-3 16,0 4-4-16,-1-5-10 0,1-2-4 0,3 7-2 15,-3-7-3-15,0-1 3 0,0 4-6 0,1-4-8 16,0-2-29-16,-3-1-27 0,2-3-25 0,-3 0-29 16,2-3-19-16,-1-3-31 0,-1 0-33 0,-1-3-16 15,1-1-47-15,-1-3-156 0,0 0-424 0,0 0 188 16</inkml:trace>
  <inkml:trace contextRef="#ctx0" brushRef="#br0" timeOffset="-125879.21">5316 9744 107 0,'0'0'220'16,"-5"-2"-18"-16,5 2-23 0,0 0-17 0,0 0-14 0,0 0-16 15,15-3-14-15,-7 4-15 0,7 1-6 0,-1 0-10 16,7 1-11-16,-3-1-20 0,5 1-24 15,2 0-30-15,3-1-19 0,-5 1-19 0,7-1-7 0,-7-1-14 16,-1-1 0-16,1 3-9 0,1-3 7 0,-1 1 3 16,-5-1 4-16,3 1 8 0,-8-2 6 0,4 1 10 15,-5-1 0-15,-1-2 15 0,-2 2 9 0,1 0 27 16,-5 0 27-16,1-1 29 0,-2 0 18 0,0 0 17 16,-4 2 7-16,1-7 5 0,-1 7 8 0,-5-5-1 15,1 1-8-15,-3 2 1 0,0 0-8 0,-5-1-7 16,4 2-11-16,-2 0 0 0,-3 2-8 0,-1 0-11 15,2 2-7-15,-2-1-9 0,1 2-8 0,-1 1 5 16,2 0-16-16,-6 5-4 0,3 0-5 0,3-1 8 16,0 1-14-16,-2 4-8 0,2-1 3 0,-1 0 0 15,8-2-4-15,1-1-5 0,0 2-1 0,4-1 6 16,-1 0-11-16,2 1 6 0,3-3-7 0,1 2-1 16,5 0 1-16,0 2-1 0,4-3 4 0,-1-1 0 15,6-2-5-15,-3-2 12 0,3 0-18 0,4-4-7 0,-4-2-6 16,3-4-13-16,1 1-4 0,-4 0-9 15,3-3-1-15,7-3-6 0,-12 0-1 0,1-3-12 16,5-2-13-16,0-3-12 0,-4-4-14 0,-4 6-4 0,2-7 5 16,0 0-1-16,-6-2 9 0,1 0 16 0,1 1 4 15,-5 6 23-15,-4 0 31 0,2-1 27 0,0 1 15 16,-3 1 13-16,1 0 11 0,-3 3 13 0,-1 1 9 16,2 3 4-16,-1-2 3 0,0 1-2 0,2 0 1 15,-3 5-8-15,1 0-2 0,1 1-5 0,-1 1-8 16,-1 0-9-16,0 4-8 0,2-4-8 0,-2 4-2 15,0 0-5-15,0 0 0 0,0 0-3 0,0 0-4 16,0 0-1-16,2 16-6 0,-2-10 2 0,1 0-1 16,-1 5-3-16,0-1-3 0,-1 3 3 0,1-2 1 15,1 6-5-15,2-1 0 0,-2 5 2 0,2-3 0 16,-1 1-2-16,0 0 1 0,0 0-3 0,-1-1 0 16,-1 3-1-16,0-3 4 0,0-1-4 0,4-1 0 15,-4-3 1-15,3-1 0 0,-3-1 1 0,3-1 1 0,-2-2-2 16,-1-1-1-16,2-3 2 0,-2 1 8 15,1-2-3-15,-1-3 0 0,0 0 1 0,0 0-1 16,0 0-1-16,16-9-3 0,-10 4 4 0,0-4 1 0,2 0 18 16,-1-2 3-16,3-3-3 0,-3 3 2 0,2 3 15 15,2-3 4-15,-4 1 9 0,-3 1-5 0,8 0 8 16,-4 4-3-16,-1-3 1 0,0 2-5 0,-2 4-13 16,-1-3-2-16,-1 3-8 0,4 0-1 0,-7 2 8 15,8 4-16-15,-4 1-1 0,0-1 0 0,0 1-2 16,3 4-3-16,-1 4-2 0,-2-4-5 0,2 4 4 15,-2 0-2-15,5 2-1 0,-4-2-3 0,3 2 14 16,-1-3-12-16,0-1 0 0,0 0-32 0,-2-3-38 16,4 0-37-16,-2 0-35 0,2-1-49 0,-1-2-64 15,4-4-77-15,-4-1-309 0,3-3-682 0,3 0 302 16</inkml:trace>
  <inkml:trace contextRef="#ctx0" brushRef="#br0" timeOffset="-125129.45">7071 9669 45 0,'2'-12'210'0,"1"1"-3"0,-1-4-2 0,-1 4-7 15,0-2-8-15,2-1-7 0,-6 1-5 0,3 0-9 16,0 2-5-16,-1 0-7 0,-2 0-1 16,0 2-5-16,-3 1-14 0,3 1-16 0,-5 2-13 0,1 1-11 15,-4 0-7-15,-4 3-7 0,0 2-8 0,-2 3-6 16,-5 2-5-16,-4 5-1 0,8-1-5 0,-9 4-4 15,3 3-6-15,-1 0 1 0,3 0-10 0,5-2 3 16,-1 6-4-16,3-6-7 0,3 3-1 0,1 2-2 16,3-5-1-16,2 3-7 0,3 1 2 0,2-3-2 15,2 2-3-15,5-1 3 0,-2-6-2 0,10 2-3 16,-2 2 0-16,4-2 2 0,10-2-6 0,0 1 3 16,4-4 14-16,0-1-16 0,-3-2-1 0,4-5-5 15,-1 1-3-15,0-3-11 0,-6 1-2 0,-1-3-2 0,-2-2 2 16,-1 1-4-16,-2-1 2 0,0-1 2 15,-6 1 1-15,2-1 2 0,-6 0 0 0,0-1 3 16,-4 2 4-16,0-1 3 0,2 2 6 0,-5 0 9 0,-1-1 4 16,3 1 5-16,-3 1 2 0,0-2 3 0,0 2 22 15,0 4-15-15,-3-7 2 0,3 7-13 0,0-5 0 16,0 5-5-16,0 0-9 0,0 0 3 0,0 0-2 16,0 0-5-16,0 0 4 0,0 0 2 0,0 0-5 15,3 19-2-15,-2-11 3 0,-1-1 7 0,3 5-12 16,-2 0 2-16,2-1-5 0,-2 1 0 0,1 0 4 15,0-1 6-15,0 3-6 0,-1-2-4 0,1 0-11 16,0 0-12-16,-2 2-29 0,1-5-26 0,2 1-27 16,0 2-29-16,-3-5-37 0,3 1-21 0,-2-3-31 15,2-2-40-15,1-2-34 0,-4-1-167 0,4 2-496 16,-4-2 220-16</inkml:trace>
  <inkml:trace contextRef="#ctx0" brushRef="#br0" timeOffset="-124426.53">7416 9789 119 0,'0'0'206'16,"7"-1"-15"-16,-1-1-9 0,-6 2-7 0,12 0-16 16,-6 2-15-16,1-1-14 0,2-1-11 0,0 0-12 15,-2 2-9-15,0 0-11 0,0 1-14 0,-2 0-5 16,3 0-3-16,-3 1-6 0,1-2-6 0,-2 1-7 15,2 2-2-15,-1-2-4 0,-3 0-4 0,3 0-1 16,-5-3-2-16,1 5 6 0,-1-5 3 0,-1 5 4 16,-1-1-1-16,2-4-3 0,-9 3 1 0,2-2-2 15,7-1-4-15,-8 2-3 0,2 0-3 0,6-2-3 16,-10-3 1-16,10 3 1 0,-10-2-6 0,10 2 2 0,-1-5-7 16,-2 1 1-16,3-2-5 0,4 3-4 0,0-4-1 15,0 1 1-15,7 1 0 0,-1-2-4 0,1-2-3 16,6 4-4-16,2-4 0 0,-2 3-3 0,1-2-3 15,0 2 4-15,5-1-4 0,-4 0 0 0,2 2 1 16,-1-2-2-16,-1 3 0 0,-2 2 2 0,-4-1 1 16,1 0 1-16,-2 0-1 0,-3 0 1 0,-2 2-1 15,-1-1 2-15,-6 2-2 0,9 0-3 0,-9 0 0 16,7-1 2-16,-7 1 2 0,0 0-3 0,0 0 3 16,0 0 1-16,0 0-1 0,-15 8 0 0,10-5 0 15,-2-1 4-15,-4 2-2 0,-1-2 0 0,2 3-2 16,-1 3 2-16,0-3 1 0,3 2 0 0,-4-1 1 15,1 3 1-15,4-1-2 0,-2 1 0 0,4-2 2 0,-4 5-1 16,5-6-2-16,0 5 3 0,3-2-2 16,-1 0 0-16,2-2 4 0,0 1-1 0,3-1-1 15,0-4 6-15,2 3-4 0,2-1-4 0,0 0 3 0,4-4-1 16,1 1 1-16,0-3 0 0,7 0 0 0,-3 0-2 16,2-3 3-16,-4-3-2 0,0 2-1 0,3-2 1 15,-2-2-1-15,-3 0 2 0,1 0 0 0,-4-1-1 16,2-1 2-16,-3 2 1 0,-1-1-1 0,0 0 3 15,-1 1 6-15,-3 1 7 0,0 3 11 0,1-3 5 16,-4 4-1-16,1-1-4 0,2 2-3 0,-3 3-3 16,2-6-6-16,-2 6-3 0,-2-4-2 0,2 4-3 15,0 0 1-15,0 0-2 0,0 0-1 0,0 0 2 16,-12 9-2-16,9-6-2 0,3 1-3 0,-1 2-6 16,-3-1-6-16,8-1-17 0,-3 1-13 0,0 2-13 15,2-2-13-15,3 1-19 0,1-1-32 0,-1-2-22 16,5 4-16-16,0-2-11 0,4-2-10 0,1 2 0 0,-1-3-10 15,4 3-124-15,3-4-334 0,-3 2 149 0</inkml:trace>
  <inkml:trace contextRef="#ctx0" brushRef="#br0" timeOffset="-122909.86">8183 9821 385 0,'10'-1'0'0,"1"-2"21"15,0 2 26-15,-5-1 29 0,0-3 9 0,-1 4 29 16,2-1 8-16,-4-1 6 0,-2-1 3 0,0-1 2 16,-1 5-4-16,0-5 2 0,0 5-7 0,-5-6-5 15,1 4 1-15,-4-1-2 0,2 0-1 0,-2 0-1 16,-4 2-4-16,0 0-4 0,-3 1-4 0,1 0-7 15,3 0-6-15,-4 5-8 0,-2-1-3 0,0 3-13 16,4-4-4-16,-5 6-6 0,7-3-8 0,-2 1-3 16,3 3-5-16,0 0-5 0,1-2-1 0,2 3-4 15,3-1-3-15,0-1-2 0,-1 1-1 0,5 0-4 16,1-1 3-16,3-2-7 0,0 0 0 0,0 1 0 16,6-1 0-16,2-4-5 0,0-2-7 0,3 1 1 15,0-2-9-15,6-5-3 0,-1 2-4 0,0-1-4 0,1-2 0 16,-2-2-8-16,0-1-4 0,1-2 2 0,-2-1 1 15,1-1-7-15,-4-1-7 0,1-3 0 0,-6 0 1 16,6-8 2-16,-5 6 3 0,-4 3 6 0,2-11 0 16,-2 8 3-16,-3 0 2 0,-1 1-1 0,0 6 7 15,-3-5 15-15,0 0 8 0,-3 3 4 0,2 1 1 16,-1 3 5-16,-2-1 9 0,4 0-2 0,-3 4-2 16,2 0-6-16,-2 1 7 0,3 1-11 0,-1 1-5 15,1 0 3-15,0 4-3 0,-4-5-2 0,4 5 0 16,0 0-4-16,0 0-2 0,0 0 4 0,-11 10 1 15,10-3-1-15,-2-1-2 0,3 4 1 0,-1-1 3 16,-2 3-5-16,0-1 1 0,2 3 8 0,-1-1-9 16,2 5-1-16,-1-1-4 0,1 0 5 0,0 0-2 0,0 1-1 15,0-1 3-15,0 1-2 0,3-2 0 0,-2 1 0 16,2-3 2-16,1-1-1 0,-4-1 0 0,4-2-1 16,0-1 1-16,-1 1 1 0,2-4-1 0,-1 0 1 15,0-1 1-15,5-3 0 0,-4-1-1 0,2-2 3 16,-7 1 0-16,13-4-3 0,-3 2 1 0,-2-5-2 15,3 1 0-15,0-3 0 0,-1 0 1 0,2-2 0 16,-3-1 0-16,1-2 3 0,3 0-3 0,-7 2 1 16,2 2-2-16,-1-2 0 0,1 1-2 0,-4 1 4 0,0 0 0 15,2 2-1-15,-5 2-1 0,0-1-1 0,2 2 5 16,2 1-5-16,-3 0-1 0,-1 1-5 0,-1 3 2 16,0 0 1-16,0 0 0 0,0 0-2 0,0 0 3 15,-1 16 1-15,1-9-1 0,-2 0-1 0,2 5 2 16,2-2-3-16,-1 2 3 0,3-3-1 0,0 3 4 15,-1 1 0-15,0-2-2 0,5-1 0 0,-2 2 2 16,4-4 3-16,-3 2-2 0,5-1 1 0,0-2-1 16,-2-1-3-16,3 0 6 0,4-2-3 0,-2-2-3 15,-2-1 2-15,2-4 1 0,-1 2-3 0,1-2 3 16,-1-2 0-16,-2-1-1 0,0-2-1 0,3-2-1 16,-6-1-3-16,1 1 0 0,0 0 1 0,0-5 0 15,-6 3-1-15,2 0 2 0,-2 1 1 0,0 1 1 0,-1 1-2 16,-3 1-2-16,0-1 1 0,0 3-5 0,-3-1-1 15,3 2 2-15,-4 3-2 0,0-1 2 16,-3 2 3-16,7 1-1 0,-15 0-2 0,7 3 2 0,-2-1-1 16,1 4 3-16,-2 1-2 0,0 1-4 0,3 1 5 15,-3-1-3-15,4 0 5 0,0 2-1 0,0-1 2 16,1 4 2-16,2-3-2 0,1 2-2 0,2-2 4 16,1-1 2-16,1-3-4 0,2 5 5 0,1-4-2 15,3 3 3-15,-1-5-2 0,4 1 1 0,-2-1-3 16,3-2 3-16,1-2-2 0,2 0 2 0,0-2 2 15,1 0-4-15,4-6 0 0,-3 2-2 0,-3 1 0 16,7-5 0-16,-3 0 4 0,1 1-2 0,-3-4 0 16,1-1-1-16,-5-1-1 0,0 6-1 0,0-2 2 15,-6 0 1-15,2 2-3 0,0-1 1 0,-3 1 5 16,1 2 0-16,-5 1 7 0,3 0 2 0,0 1-2 16,-3 0-6-16,0 4-2 0,-3-5 2 0,3 5-3 0,0 0-1 15,-8-2 1-15,8 2-5 0,0 0 6 0,-11 9-6 16,8-6 2-16,1 2-1 0,-3 1 2 15,4 0-1-15,0 1 8 0,-2 2-10 0,2-3 4 0,2 4-2 16,2-2 0-16,-2 2 2 0,3-2-6 0,-1-1 6 16,2-3-4-16,5 6-7 0,-3-5 1 0,2 0-6 15,1 1-3-15,1-4 4 0,1 1-5 0,-1-3-5 16,1-1 3-16,-1-1 0 0,2-1 4 0,0-2 2 16,-2 0 1-16,1-3 0 0,-3 0 4 0,2-1-1 15,-1-2-1-15,-2 1 1 0,2-1 1 0,-1 1 4 16,-1-6 1-16,2 0-5 0,-5 0 3 0,3 1 7 15,-1 2-5-15,-3-2-2 0,0 2 4 0,2 4 4 16,-5-3 5-16,-1 6 3 0,3-2 7 0,-3 0-1 0,0 5 6 16,1-4-6-16,3 5-6 0,-4 2-4 15,0-4 0-15,0 4-2 0,0 0-1 0,0 0 4 16,0 0-5-16,0 0 0 0,0 15 4 0,0-10-5 0,0 4 4 16,0-1-4-16,3 4-2 0,0-2 4 0,-2 3 1 15,3 0-1-15,2 3-4 0,0-6 5 0,0 1-3 16,0 0 2-16,4 0 0 0,-3-3 1 0,4 2-2 15,-2-3 2-15,1 0-4 0,1-1-4 0,0-1-13 16,0 0-7-16,1-5-8 0,0 0-10 0,-1-3-9 16,1 0-11-16,-1-2-7 0,5-1 2 0,-8-3-6 15,6-2-1-15,1 0-3 0,-1-4-1 0,-1 1 0 16,-2-1 0-16,0-3-16 0,1 1 8 0,-1-9-9 16,0 2 0-16,-2-1-4 0,4-2 2 0,-4-1 14 15,-2 0 4-15,1 0 11 0,-1 4 6 0,-3 4 12 16,1 0 8-16,-3 4 25 0,-1 3 21 0,-1-3 27 15,2 5 12-15,-2 1 13 0,0 2 7 0,1 2 6 0,-1 0 1 16,0-1-9-16,0 3-16 0,0 4 0 0,0 0-3 16,0 0-8-16,0 0 0 0,0 0-1 15,-15 13-5-15,8-3 1 0,-1 2-2 0,5 1-2 0,-2 3 2 16,-2 2-2-16,2 1-4 0,1 0-1 0,2 11 1 16,-1-3-6-16,-1-5 1 0,4 5 0 0,-1 0-6 15,1-1 0-15,1-5 0 0,2-1-26 0,1-1-6 16,2 2-8-16,2-3-17 0,1-3-15 0,-2-3-21 15,0-2-12-15,1 1-12 0,-1-4-17 0,-2-3-22 16,2-1-8-16,0 1-6 0,1-4-110 0,-3-2-290 16,-5 2 129-16</inkml:trace>
  <inkml:trace contextRef="#ctx0" brushRef="#br0" timeOffset="-122753.58">9559 9531 163 0,'-10'-6'240'16,"4"1"1"-16,-2-3 2 0,3 5-10 0,1-1-10 0,1 0-18 15,-1 2-19-15,0-1-17 0,4 3-19 0,-1-5-16 16,1 5-15-16,0 0-14 0,9-3-5 0,-9 3-17 16,22 1-3-16,-3 2-14 0,0-2-32 0,3 0-43 15,-1 1-40-15,1-1-45 0,1 1-49 0,2-2-48 16,-5 1-191-16,3-2-413 0,0-1 183 0</inkml:trace>
  <inkml:trace contextRef="#ctx0" brushRef="#br0" timeOffset="-122597.37">9259 9244 37 0,'-23'-7'224'0,"4"2"-21"0,0 0-24 0,4 1-18 0,0 3-39 16,4 0-62-16,4 1-70 0,2 0-32 15,5 0-114-15,-8 1-169 0,8-1 75 0</inkml:trace>
  <inkml:trace contextRef="#ctx0" brushRef="#br0" timeOffset="-122191.24">10609 9367 225 0,'2'-12'241'15,"2"-1"4"-15,-2 3-4 0,0 0-4 0,-2 3-13 0,0 1-12 16,0-2-21-16,2 4-25 0,-2 4-17 0,0 0-14 16,0 0-16-16,0 0-12 0,0 0-6 15,-10 22-9-15,5-7-10 0,4 5-4 0,-2 0-12 0,3 9-9 16,1-3-2-16,1 4-6 0,-2 0-9 0,4 0-6 16,2-2 4-16,-2-1-7 0,-1-1-5 0,3-5 0 15,-5-1-19-15,3-4-28 0,-3-4-22 0,2 1-31 16,-1-4-34-16,-2 0-32 0,3-2-23 0,-1-2-11 15,-1-1-30-15,-1-1-188 0,0-3-424 0,0 0 188 16</inkml:trace>
  <inkml:trace contextRef="#ctx0" brushRef="#br0" timeOffset="-121707.02">10547 9232 142 0,'6'-7'191'0,"2"2"-10"15,-3 0-11-15,5 2-9 0,3 0-5 0,0 1-12 16,2 4 9-16,2-1-1 0,1 4-12 0,2 0-10 16,-5 2-13-16,6 3-12 0,-5 2-9 0,3-1-9 15,-4 3-6-15,5 7-10 0,-3-5-6 0,-5 1-6 16,-1 1-5-16,4 6-6 0,-3 0-6 0,-6-4-4 16,3-1-3-16,-5 0-2 0,0 3-4 0,-4-3-2 15,0-1-4-15,-3 0-1 0,-1-1-3 0,-2-1 3 16,-4-1 2-16,-2-3 6 0,-3 4 6 0,-1-6 5 15,-3 4-3-15,-2-4-2 0,1 0 1 0,-7 0-2 16,5-2-3-16,4 0-1 0,-1-3-2 0,0 0 4 16,7-1-5-16,-2-2-3 0,2 3-1 0,4-3-4 15,2 0 0-15,-2-1 1 0,3 0 2 0,1 2-1 0,4-3 2 16,0 0-4-16,0 0-4 0,0 0-2 0,13 3-1 16,-5-3-1-16,3 1-5 0,4-1 5 15,3 0-1-15,-2 0-2 0,2-1-5 0,1 1 0 0,-4-1 5 16,1-1-8-16,-2 0 1 0,-1 1 4 0,1-1-2 15,-3 0 3-15,0 1-3 0,-4 0 6 0,-2 0-6 16,3-1 1-16,-1-1 1 0,-3 1-1 0,-4 2 0 16,6-4-2-16,-5 2-1 0,-1 2-4 0,4-4 3 15,-4 4-3-15,5-3-1 0,-5 3-1 0,0 0-2 16,0 0-5-16,0 0-12 0,0 0-11 0,0 0-11 16,0 0-14-16,0 0-19 0,0 0-14 0,0 0-18 15,0 0-18-15,0 0-27 0,0 0-30 0,0 0-27 16,-20 5-31-16,20-5-125 0,-1 4-399 0,1-4 177 15</inkml:trace>
  <inkml:trace contextRef="#ctx0" brushRef="#br0" timeOffset="-119587.6">11014 9576 72 0,'11'-9'96'0,"1"4"4"0,0-1 0 0,5-3 5 16,-5 3-5-16,0-2 4 0,-4 0-1 0,3 0 4 0,-4 1 0 16,1-2 3-16,-4 2 3 0,4 1-2 0,-5 0 3 15,0 1 3-15,-2-3 0 0,-1 3-7 16,-3-1-4-16,0 0 3 0,-2 2-5 0,-3 1 4 0,-2-1-7 16,1-2 6-16,-6 4 0 0,1 1 0 0,-6 1-6 15,6 0-4-15,-5 2-6 0,-1 1-4 0,1 2-3 16,4 0-6-16,1-2-7 0,1 2-3 0,2 1-6 15,-3 2-11-15,6-2-2 0,-1 3-9 0,3-1-1 16,2 1 6-16,-1 0-9 0,3-1-5 0,4 2 1 16,6-1-7-16,-1 0 0 0,4-2 1 0,3 4-11 15,4-4-4-15,1 1-29 0,3 1-19 0,-2-5-26 16,3 2-21-16,7 1-25 0,-7-5-26 0,-2 1-26 16,2-3-28-16,-3 0-18 0,5 0-25 0,-6-3-24 0,0 1-129 15,-1-3-417-15,-1-1 185 0</inkml:trace>
  <inkml:trace contextRef="#ctx0" brushRef="#br0" timeOffset="-118494.1">11377 9466 118 0,'0'-3'122'15,"0"-2"6"-15,4-1 8 0,-1 2 6 0,-3 2 0 16,2-2 9-16,0 0-1 0,-2 4 6 0,1-6-6 16,-1 6 6-16,4-3 7 0,-4 3 1 0,3-1-9 15,-3 1-4-15,3-5 2 0,-3 5-15 0,0 0-17 16,0 0-12-16,0 0-10 0,0 0-11 0,0 0-10 15,0 0-2-15,-26 5-3 0,16-3-1 0,-2 3-6 16,0 1-6-16,0 0-4 0,0-1-4 0,-2 6 4 16,-4-4-14-16,4 5-6 0,5-3-2 0,-2 1-6 15,2 0 1-15,-1 1-7 0,3 0 3 0,3-1 9 16,-4 3-15-16,8-2 0 0,0 2-4 0,0-1 5 0,8-1-4 16,-2-1-1-16,7 3-3 0,2-2-5 0,4 0 2 15,0-3-10-15,7 1-8 0,7-3-9 16,-13 1-11-16,9-3-8 0,-5-3-2 0,-1 0-5 0,-2-2-2 15,3-2-4-15,-1-2 0 0,0 1-1 0,-3-2 7 16,1-2 2-16,-2 0 4 0,-4-2 6 0,0-1 1 16,-5-1 5-16,-1 4 0 0,-2-4 3 0,-4 3 7 15,3-2-3-15,-3-1 3 0,-1 0 14 0,-4 2 8 16,-1 1 3-16,1-1 8 0,-5 2 1 0,3 2-2 16,-1 1 13-16,-4-2 2 0,1 2 8 0,-4 0-2 15,1 4-4-15,3-1-2 0,-3 2-3 0,3 0-5 16,-3 3 0-16,0-1-2 0,3 3 1 0,-2 0-4 15,1 1-3-15,2 0 1 0,0 2-1 0,2 2 1 16,1-1-10-16,1 0 4 0,3-2 3 0,-2 4 3 16,4 0-5-16,3-3-2 0,1 1 0 0,-1 3 4 15,5-6-7-15,-1 1 0 0,2 0 0 0,3-3-15 0,5 4-6 16,-1-4-6-16,1-3 3 0,0 0-5 0,0-2-1 16,1 0-1-16,-1-2 3 0,-2-4-2 0,-3 5 6 15,-1-2 0-15,0-3 3 0,0 1 6 0,-2 0-4 16,-1 0 5-16,-3-2-4 0,1 0 4 0,-1 2 2 15,-3 0 1-15,0 1 5 0,-1 0 5 0,-2 1-2 16,-1-1-1-16,3 3 4 0,-3 2-1 0,-3-5-5 16,3 5 1-16,-4-4-2 0,4 4 0 0,0 0 3 15,-8 7-2-15,8-7 1 0,-8 9 1 0,5-5 1 16,2 3-1-16,-2 0-1 0,3 0 2 0,-1-1 1 16,1 1-3-16,0 3-2 0,1-6 2 0,3 2 1 15,-1 1 4-15,1-4-3 0,4 0 2 0,-4 1-1 16,4 0-2-16,-1-3 4 0,4-1-1 0,-3-1 2 0,2-3-1 15,3 0 0-15,-5 3 2 0,2-6-3 16,1-1-4-16,1 2 2 0,-1-4-3 0,1-3-1 16,-4 1 6-16,2 2-3 0,-2-4 4 0,3 4-1 0,-7-1 9 15,2 2 7-15,-1-2 6 0,-1 3 10 0,0 1 10 16,0 2 11-16,0 0 7 0,-2 0 3 0,-1-1-9 16,0 4-6-16,2-2-2 0,-3 4-10 0,2-5-9 15,-2 5-4-15,0 0-2 0,0 0-6 0,0 0 14 16,0 0-12-16,6 11-5 0,-3-1-4 0,2-3-1 15,-1 1-1-15,2 1 0 0,1 0 3 0,-2-1-7 16,3 0-5-16,-1 2-8 0,4-2-8 0,0 2-17 16,0-4-11-16,1 1-12 0,3 0-7 0,-3-2-13 15,3 1-7-15,-3-5-9 0,5 2 3 0,-4-3 3 16,1-1 1-16,2-2-1 0,-3 1 5 0,1-5-2 16,3-2 4-16,-1-1-1 0,-1-3 1 0,-3 1 3 15,-1-4 8-15,0-2 1 0,1-6 0 0,-1-3 0 0,-4 3-2 16,1-4 10-16,-4-3 1 0,-1-1 11 0,2 0 2 15,-2-3 4-15,0 2 7 0,0 2-1 0,-2 3 5 16,4 0 14-16,-5 9 23 0,3-2 9 0,0 4 17 16,-2 4 20-16,-2 3 10 0,4-3 1 0,-3 7 2 15,1 0-7-15,-2 0-15 0,1 3-6 0,0 3-3 16,0 0-7-16,0 0 3 0,0 0-7 0,0 0 2 16,-3 26-3-16,0-10 8 0,2 4 9 0,-5 9 4 15,4-1 5-15,-1 3-1 0,2 2-2 0,-1 0-4 16,-2 2-6-16,0 1 2 0,3-2-7 0,-2 2-6 15,3 0 0-15,-2-3 9 0,4 0-11 0,-1-3-4 16,1-1-2-16,-1-8 0 0,-1-1-1 0,4 1-6 16,-3-5-14-16,2 2-23 0,-1-7-24 0,0-2-15 0,0-3-16 15,0-1-18-15,2-1-30 0,0-1-35 16,-4-3-40-16,0 0-37 0,10-9-203 0,-9 2-477 16,4-2 211-16</inkml:trace>
  <inkml:trace contextRef="#ctx0" brushRef="#br0" timeOffset="-118306.66">12439 9339 98 0,'-3'-8'265'16,"-1"-1"-1"-16,-2 2-7 0,2 1-7 0,0-2-14 15,-1 2-2-15,3-1 2 0,0 1-8 0,0-1-24 16,0 2-18-16,2 0-21 0,0 0-1 0,2 0-30 16,3 4-15-16,1-3 2 0,0 3-24 0,5-1-9 15,0-1-21-15,1 3-54 0,3 1-36 0,-1 1-45 16,1 0-47-16,-3 0-62 0,7 1-62 0,0 2-229 15,-7 1-506-15,2-2 224 0</inkml:trace>
  <inkml:trace contextRef="#ctx0" brushRef="#br0" timeOffset="-117172.89">4571 10333 184 0,'-8'-1'262'16,"1"-1"-7"-16,-1 0-1 0,1-1-4 0,0 1-7 16,2-2-8-16,1 3-5 0,2-4-23 0,2 5-16 15,-5-4-23-15,5 4-18 0,0 0-15 0,11-5-11 16,1 1-16-16,8 0-10 0,10 2-8 0,7 0-15 15,5 0-3-15,14 2-6 0,5 1-11 0,7 2-5 16,1-1 1-16,29 2-6 0,-28 0-5 0,33 1-4 16,-5-1-3-16,-27 1-3 0,26-1-8 0,-31-1 8 15,5 4-7-15,-6-2-4 0,-1 0 4 0,-1 1 2 16,-5-3-6-16,-2 1-2 0,-18 0-5 0,-1-4 1 16,-1 3-1-16,-4-3-4 0,-9 2 2 0,0-2 0 0,-5 1-1 15,-5-2-1-15,-1 1 1 0,1-2-6 0,-5 1 8 16,0 0-7-16,-4-3-27 0,-1 2-40 15,1-3-49-15,-4-1-45 0,-3 1-46 0,1-1-53 0,-3-1-279 16,1 1-581-16,0 0 257 0</inkml:trace>
  <inkml:trace contextRef="#ctx0" brushRef="#br0" timeOffset="-94820.33">5467 7372 186 0,'-6'-2'235'0,"6"2"-9"15,0 0-12-15,0 0-10 0,0 0-10 0,0 0-17 16,0 0-9-16,0 0-14 0,0 0-15 0,0 0-18 15,0 0-2-15,0 0-7 0,0 0 0 0,0 0-1 16,0 0-4-16,0 0-7 0,32 0-6 0,-21 2-12 16,1-1-3-16,3 0-12 0,0 0-8 0,0-2-4 0,3 1-5 15,-2 0-5-15,2 0-3 0,-3-1-14 16,-3 2 3-16,4-1-2 0,-5 1-2 0,0-1-4 16,1 2-1-16,-4-2 1 0,-1 0-9 0,0 0 0 15,1 0-19-15,-2 1-26 0,-6-1-26 0,8 0-28 0,-4 3-22 16,-4-3-27-16,0 0-33 0,9-1-46 15,-9 1-42-15,0 0-147 0,6-5-435 0,-6 5 193 16</inkml:trace>
  <inkml:trace contextRef="#ctx0" brushRef="#br0" timeOffset="-94507.91">5776 7244 8 0,'0'0'239'0,"0"0"-16"0,-11 0-24 0,11 0-15 15,0 0-12-15,0 0-4 0,0 0-10 0,0 0-8 16,0 0-9-16,0 0 11 0,3 7-1 0,-3-7-2 16,9 8-11-16,-1-5-10 0,-2 1-5 0,4-2-8 15,0 2-11-15,0-1-15 0,-2 3-4 0,1-4-10 0,-2 1-5 16,0-1-8-16,0 3-9 0,-3-2-8 0,4 2-1 15,-4 0-1-15,-1 2-3 0,-4-1 2 0,-2 2-6 16,-3 1-1-16,-4 1-6 0,-3 3-1 0,-4-2-1 16,0 5-1-16,1-5-16 0,-3 1-46 0,-4 6-53 15,-3-2-72-15,7-6-82 0,3 2-259 0,1 1-545 16,5-3 241-16</inkml:trace>
  <inkml:trace contextRef="#ctx0" brushRef="#br0" timeOffset="-49757.18">5897 4967 12 0,'-4'-3'171'16,"4"3"-11"-16,0 0-8 0,-4-2-3 0,4 2-12 15,0 0-4-15,0 0-6 0,0 0-8 0,0 0-14 16,-1-5-9-16,1 5-9 0,0 0-8 0,0 0-6 16,0 0-13-16,0 0-4 0,0 0-12 0,0 0-2 15,0 0-3-15,0 0-8 0,0 0-3 0,0 0 0 16,0 0-5-16,0 0-1 0,0 0-2 0,16 6-3 16,-16-6 5-16,12 3-2 0,-6-2-2 0,7-1-1 15,1 3-4-15,-1-3-2 0,8-1 6 0,-2 2-7 16,11-1 2-16,-2 2-2 0,2-2-1 0,-8 1 2 15,13 1-3-15,-2-5-6 0,2 6 4 0,-1-3-1 0,-1 0 0 16,4-2-2-16,-3 4 3 0,0-2-1 0,-2-2-3 16,2 5 4-16,-3-4-5 0,2 2 2 15,-3-1 3-15,1 2-1 0,-1-2-4 0,-2 3 4 0,-4-2-3 16,-1 0-1-16,-1 1 3 0,0 1-5 0,1-3 4 16,1 0 1-16,-2 1 3 0,0 0-7 0,1 0 5 15,-1 2-4-15,-3-3-1 0,1 0 0 0,2 2 2 16,-3 0-3-16,0-1 5 0,4-1-1 0,-4 4-3 15,3-7 1-15,-2 6 1 0,1 0 1 0,2-2-3 16,3-1 1-16,-5 1-1 0,4-1 0 0,-2 0 4 16,6 0-4-16,-1 0 0 0,4 1-2 0,-9 1 5 15,5-2-1-15,-5 2-2 0,-1-4 1 0,8 0-2 16,-10 2 0-16,3-1 4 0,-1 0-2 0,0 0-1 16,-2 2 0-16,0-1 4 0,-2 0-1 0,0-1 1 15,-6-1-1-15,10 1-2 0,-4-2-4 0,-1 6 3 16,-3-3 2-16,5 0-1 0,4 0-1 0,-9 1 0 15,8-2 2-15,-3 1-2 0,1 1 3 0,-1-2-3 0,3 2 5 16,-2-2-10-16,3 1 1 0,0 0 2 0,-2 3 3 16,1-5-2-16,1 4 4 0,-1-2-1 15,8 1-2-15,-7-1 0 0,1 1 0 0,-1-1 1 0,1 0 1 16,4 0-2-16,-4 0 0 0,-2 0 0 0,1 0-1 16,7 0 0-16,-8 0 4 0,0-1-1 0,4 0-2 15,1 2 0-15,-8-4-1 0,7 3 3 0,-6-1 2 16,4 2-3-16,-4-2-4 0,3-2 6 0,1 1-3 15,-3 0 0-15,0 0 0 0,1 2-1 0,-4-1 0 16,5 1 0-16,-1 1-2 0,2-2 3 0,-2-2 3 16,1 3-3-16,0 0 2 0,0 0-4 0,-1-1 1 15,1 0-1-15,7 1-1 0,-7 1 3 0,6-1-2 16,1-1 4-16,-8 2-2 0,-1-2 0 0,4 1 0 16,-1 0 0-16,5 0 0 0,1 0-4 0,-7-3 4 15,-1 0-1-15,-1 2 0 0,1 0 1 0,1-1 1 16,-2-1-3-16,0 1 4 0,1 1-3 0,-3-1 2 15,1-2 2-15,-6 1-1 0,5 0-3 0,-4 2 0 0,0 0 2 16,3-4-2-16,2 3-2 0,-7 2 1 0,3-4 3 16,0 1-3-16,5 0 1 0,-8 1 1 15,3-1 1-15,-2 2-13 0,1-1 11 0,7-1-1 0,-4 1 6 16,-4-1-4-16,4 0 0 0,2 1 0 0,-6-1 0 16,1 3-1-16,-1-2 1 0,-1 0-3 0,0 1 7 15,0-1-3-15,-5-1-2 0,3 2 1 0,-1 1-2 16,3-2 2-16,-6 2-1 0,3-2-1 0,2 2-2 15,-1 0-7-15,-3-2-3 0,3 2-5 0,-3 0 5 16,2-1 2-16,3 2-1 0,-5-1 1 0,2 0 0 16,2 0 4-16,-2 0-3 0,-2 0 2 0,2-1 4 15,-1 2-1-15,-1-2 0 0,1 1 1 0,-1-1 0 16,2 1 1-16,2-1 0 0,-4 2 0 0,6-1 0 0,-2 0 3 16,-1 0-3-16,2-1 2 0,1 1 1 15,0 0 1-15,2-2-6 0,-2 1-6 0,5-1 0 16,-5 2-3-16,0-2 3 0,-1 2-1 0,2 0 2 0,-3-2-3 15,-1 2 4-15,4 0 0 0,-6 0 2 0,3 0 2 16,-3 0-1-16,-1 0 4 0,-3 0-3 0,2 2 1 16,0-2-2-16,-7 0 0 0,9-2-12 15,-9 2 14-15,6 4-1 0,-6-4 4 0,5 1-1 0,-5-1-2 16,0 0 1-16,7 2-9 0,-7-2 11 0,4 5-1 16,0-3-1-16,-1 2 3 0,-3 0-2 0,1-1 1 15,5 4-1-15,-3-2-1 0,-2 4 5 0,4 1-1 16,-3 0 1-16,3 0-2 0,-2 2-1 0,1 3-5 15,0 2 10-15,3 2-8 0,-2 2 5 0,2-3 0 16,-2 7-1-16,1-4 6 0,1-1-2 0,1 7-2 16,-1 1 1-16,0-1-2 0,-3 0 5 0,1-6-5 15,-1 6 5-15,3 0-3 0,-4 2 5 0,-1-9-3 16,1 1 2-16,-3 1 3 0,1-3-2 0,-2 1 0 0,2 2 4 16,-1-3 1-16,-1 2 29 0,2-2-5 15,-1 0-4-15,0-1-1 0,-1-1-5 0,1 1-3 16,0-5-4-16,1 3 1 0,-1-2-1 0,2-1 2 0,-1 6 15 15,1-6 5-15,-1 1-1 0,2-3-7 0,-2 4-1 16,2-1-4-16,-2 1 4 0,3-2-3 0,-1 0-3 16,2 4-5-16,-1-5 4 0,-1 1-2 15,1 2-2-15,2-2-2 0,0 4-1 0,-3-3 0 0,1 1-2 16,-1-1 1-16,4 2 3 0,-4-5 5 0,1 2 3 16,-2 0-4-16,4 0-4 0,-4-1 0 0,1 0 0 15,1 1-3-15,0-1 0 0,-1 3-3 0,1-7-1 16,-1 4 0-16,2 0-2 0,-5-2-2 0,4 0 2 15,-2 0-3-15,-1-2 0 0,2-1-2 0,-3 0 1 16,1 1-2-16,2-2-1 0,-3 0 1 0,0 0 0 16,-3 0-1-16,3-1 0 0,3 0-1 0,-2 2 1 15,-2-2-2-15,1 1 0 0,0-2 2 0,0 1-5 16,0-1 5-16,1 1-2 0,-1-2 1 0,0-3 0 16,0 6 1-16,0-1-1 0,2-1-1 0,-2-4 1 15,0 5-1-15,2-2 0 0,-2 2-2 0,0-5 2 16,4 6 2-16,-4-2-4 0,0-4 0 0,0 7-1 15,2-2 3-15,-2-5 0 0,1 6 1 0,-1-2-1 0,0 0-2 16,0 0 1-16,0 1 0 0,3-2 0 0,-3 4 0 16,2-2 0-16,1-2-3 0,-2 2 1 15,-1-2 2-15,3 2 0 0,-1 1-2 0,-1-1 1 16,3-1 0-16,-4 1 0 0,4 0 5 0,-1-1-3 0,0 1-1 16,-2-1-1-16,2 2 1 0,-1-2 1 0,0 2-2 15,-1-3-2-15,-1 0 3 0,4 2 3 0,-4 0 0 16,2-1-6-16,-2-4 2 0,0 5 0 0,2-2 4 15,-2 2-1-15,0-5-3 0,2 6 1 0,-1-4-1 16,0 1 0-16,1 1 2 0,-2-4-2 0,0 6 5 16,0-6-6-16,0 6 2 0,0-6-2 0,0 6 4 15,-2-2-2-15,4-1-3 0,-2-3 3 0,0 0-3 16,0 8 4-16,0-8-3 0,0 4 1 0,0-4 1 16,0 0-4-16,-4 5 4 0,4-5 3 0,-3 4-1 15,3-4 2-15,-8 2 0 0,1 1-5 0,0-3 2 16,2 1-2-16,-4 0 3 0,-3 1 0 0,0-2-2 15,1 2 4-15,-2-2-1 0,-2-2-2 0,0 2-1 16,-7 0 1-16,4 0 2 0,-2-2-2 0,1 2 0 0,-2 0 0 16,-3 0-4-16,4-1 4 0,-1 0 2 15,-5 0-4-15,6-1 0 0,-2 2 0 0,-4 0 0 16,-4-2 2-16,9 2-1 0,-4-3-1 0,6 3 1 0,-4-2-2 16,-1 1 2-16,2 0 0 0,0-1-1 0,-3 1 1 15,1-2-2-15,2 3 1 0,-1-3 0 0,1 2 0 16,-1 0 0-16,-1-2 1 0,3 3-3 0,-2-1 3 15,2 1 0-15,-1-1 1 0,-7 0-2 0,7 0 1 16,-1 1-2-16,4-2 4 0,0 2-2 0,-1 0 0 16,-1 0 0-16,1 0-1 0,1 0-2 0,1 3 1 15,5-3 1-15,-8 0-1 0,2 1-2 0,7 0 5 16,-10 0-4-16,3 1 4 0,4-1 1 0,-1 0-4 16,4 0 0-16,-10 2 2 0,8 0-1 0,-5-3 1 15,1 1 0-15,-2 1 0 0,4 0-2 0,-5-1 2 16,7 0-1-16,0 1-1 0,-4-1-1 0,-1 0 3 15,3 2 2-15,2-2-1 0,-1 0 0 0,0 0 1 16,-2 3-3-16,3-4 0 0,-5 1 2 0,4 0-2 0,-3-1 3 16,2 1-2-16,2 0-2 0,-2 1-1 15,2-1 5-15,2 0-4 0,-4 0 2 0,2-1-1 16,-1 2 0-16,2-1-2 0,-2 0 5 0,0 0-2 0,0 1 0 16,3 1-1-16,-5-2 4 0,0 3-3 0,3-3-1 15,-4 0-1-15,-1 0 1 0,1 2 2 0,0-1-4 16,3 0 3-16,2-1-1 0,0-1 3 15,-2 1-3-15,1 1 2 0,-2-1 0 0,-2 0 0 0,3 1-5 16,0-1 3-16,0 1-3 0,2 0 4 0,-2 0 2 16,0-1-1-16,1 1-1 0,0-1 1 0,2 1-2 15,-1 0 2-15,3-1-2 0,-6 1-3 0,4-1 2 16,-2 1 0-16,3 0 2 0,0-1 0 0,-2 0-2 16,-1-1 5-16,-1 1-6 0,1 3 3 0,4-4 0 15,-4 3-2-15,2-3-1 0,-2 3 2 0,3-3-2 16,-4 1 3-16,4 0-5 0,0 0 4 0,-1 2 0 15,1-3 0-15,-2 1 3 0,3 3 2 0,-1-3-5 16,1-1 2-16,-1 1-5 0,0-1 4 0,-3 3-4 16,3-3 2-16,2 3-3 0,-5-3 7 0,3 4-4 15,-1-2-1-15,1-1 1 0,2 3 0 0,-2 0 2 16,1-2-1-16,-2 1 2 0,3 1-3 0,-2-1 2 16,2-1-5-16,-1 2 5 0,0-1-5 0,3 1 3 0,-5 1 0 15,4-3 3-15,-3 0 0 0,3 3-4 0,-3 1 2 16,4-2 3-16,-1-1 0 0,0 0-3 15,1 1-2-15,-1-3 2 0,-2 6-1 0,0-2 0 0,0-2-1 16,3 1 2-16,-4 3 0 0,2-2 0 0,-1 1 3 16,1-2-4-16,-2 1 1 0,3 2 0 0,-1-1 1 15,0 1 1-15,2-4-3 0,-2 2 3 0,-3 0-2 16,2 1 0-16,3-1 0 0,-5 2 0 0,5 0 4 16,-4-2 0-16,3-1-1 0,-3 1-5 0,4 2 4 15,-2-2-3-15,2-2-1 0,-4 2 2 0,0 1 0 16,-1 0 1-16,3-2 1 0,-1 1 1 0,-1-1-5 15,2-2 4-15,0 2-6 0,1-1 4 0,0-1 0 16,0 1 3-16,1-1-2 0,-1 1-1 0,-1 0 3 16,3-2-2-16,-5 1 0 0,4 0 0 0,-2-2 2 15,2 1 1-15,1 0-4 0,-2 0 3 0,8-1 1 16,-16 0-4-16,8 2-3 0,-1-1 4 0,-1-1-1 16,0 1 1-16,2-1-3 0,-3 0 0 0,2 1 4 15,-1-2-2-15,-2 1 0 0,1 0-3 0,-1 1 2 0,1-1 2 16,-1 0-1-16,1-1-1 0,-3 1 1 15,1 0 1-15,-1 1-5 0,0-1 7 0,2-1-2 16,-1 0 1-16,-2 2 0 0,1-1-1 0,-2-1 0 0,2 1-1 16,-3 0 0-16,3-1-2 0,-6 2 2 0,-2-2-1 15,4 1 1-15,3 1-1 0,0-1 0 0,-1 0 0 16,1 0-2-16,-4 1 3 0,5-1 0 16,-5 0 0-16,4 0 1 0,0 0 1 0,0 0 1 0,3-1-3 15,-2 1 0-15,2 0-1 0,-8-4 1 0,6 4 0 16,1 0 0-16,-1-1 1 0,-1 1-1 0,-4-3-1 15,3 2 2-15,-5-1-1 0,3 0 2 0,-2 1 0 16,-1 1-3-16,1 1 1 0,0-2 0 0,0 1 1 16,-1-2 0-16,1 1 1 0,1 1-5 0,-2 0 0 15,1-1 0-15,0 0 5 0,-1-1-3 0,-1 2 5 16,2 2-5-16,2-2-1 0,-2 0 2 0,5 0-1 16,-3 1 1-16,3-2-2 0,0 2 2 0,0 0-1 15,-5-1 1-15,6 0-1 0,-1 0 0 0,0 1 1 16,-1-1 2-16,2 2-1 0,1-2 2 0,-1 0-4 15,-1 0-2-15,2 1 4 0,-1-2 2 0,2 2-5 16,-3-1 3-16,4 2 0 0,-3-2-4 0,1 0 1 16,-1 0 1-16,-2 0 3 0,4 0 0 0,-3 0-2 0,1 0 2 15,3 0-3-15,-5-2 2 0,4 1-2 0,-2 1 2 16,3-2 2-16,-5 1-2 0,2 2-2 16,-1-2 1-16,3 1 0 0,0-1-1 0,-3 0 3 15,2-1 0-15,0 1-2 0,-1 0 0 0,2-3 5 0,0 5-4 16,2-2-2-16,0 1 1 0,-3-1-5 0,4 1 5 15,-2 0 0-15,0 0-3 0,4 0 0 0,-5 0 3 16,4 0-1-16,-2-1 2 0,3 2-1 0,-2-1 1 16,1-1-2-16,0 2 3 0,8-1-1 0,-17-1-1 15,9 1 0-15,1-2 1 0,-2 1-1 0,9 1 2 16,-12-1-2-16,2 1 1 0,3-2-1 0,-1 0 0 16,3 2 1-16,-4-2 3 0,9 2-6 0,-16-1 3 15,11 0 0-15,-5 0-2 0,2-1 1 0,0 1-3 16,1 0 3-16,2 0-1 0,-6-1 2 0,4 1-1 15,0 0 0-15,-1 0 0 0,-1 0 0 0,3-1 0 16,-2-1 3-16,2 2-2 0,2-3 1 0,-5 4 2 16,3-2-4-16,6 2 2 0,-6-4-2 0,1 3 1 15,3-4 1-15,2 5 0 0,-4-5 1 0,1 2-3 0,3 3 0 16,-4-8 3-16,4 4-1 0,0-1 0 16,0-2 0-16,0 3 0 0,0-2-1 0,4-1-2 0,-3 1 2 15,1-4 1-15,-2 0-1 0,1 1 5 0,2-1 0 16,-1 0-2-16,0-3-2 0,-2 3 4 0,3-3 1 15,-2-3 1-15,-1 4-1 0,0-2 12 0,0 1 2 16,0-5 0-16,0 6 2 0,-1-4 1 0,-1 3-1 16,-1-5 16-16,2 1-9 0,-2 1 6 0,2-1-5 15,0 3-2-15,-2-7-2 0,-1 4-8 0,3-2 9 16,-2-1 8-16,2 0-3 0,-2-7-6 0,1 6-2 16,2 0-2-16,2-9-3 0,-2 10 0 0,0-6-2 15,0-2 1-15,1 7 2 0,1-6-7 0,-2 7 0 16,0-8-5-16,0-2 2 0,1 6 3 0,2-4-3 15,-3 3 6-15,1-1 0 0,-1 5 0 0,-1 1 0 16,1-1 3-16,-2 1-6 0,1-3-2 0,-2-4 1 0,-1 0-2 16,0 1-2-16,3 1-1 0,-2 3-2 0,3 1-3 15,-4-6-1-15,1 7 9 0,-1 0-10 16,3-7 7-16,-2 6 3 0,2 2-10 0,-2-4 9 16,2 4-8-16,-2-3 0 0,1 2 0 0,2 0-5 0,2 0 3 15,-2 2 0-15,-2-1 5 0,2 1-1 0,2 0 4 16,-1 1-2-16,1 3 0 0,-2-4-7 0,0 2 4 15,1 4-3-15,-1-1 3 0,0 2 1 0,0-1-1 16,0-1-4-16,3-1 2 0,-2 3-6 0,-1-1 6 16,0-1-1-16,0 3 1 0,0 0 6 0,0-1-9 15,0 0 6-15,0 2-6 0,-1-2 1 0,1 3-3 16,-3 0 5-16,2 1 1 0,1-4 9 0,-3 3-14 16,1 1 2-16,1-3 3 0,-2 2-4 0,2-1 3 15,1 1-4-15,-3-2-1 0,3 5 1 0,-4-3-1 16,4 2 6-16,0 2-2 0,0-3-1 0,-1 4-3 15,-2-2 4-15,0 1-2 0,2 0 1 0,1 4-1 16,0-7 3-16,0 7-1 0,0-4-5 0,0 4 3 16,0-4 2-16,0 4 0 0,0 0-5 0,0-5 3 15,0 5 3-15,0 0-1 0,0 0-3 0,0-6 5 16,0 6-10-16,0 0 6 0,0 0-1 0,0 0 0 16,4-2-3-16,-4 2 0 0,0 0 1 0,0 0 2 15,11-3-2-15,-7 3 0 0,3-1 0 0,6 1 2 0,5-1 2 16,2-2-2-16,3 2-4 0,13 0 7 0,-2 2-1 15,3-2-2-15,2-2-3 0,16 2 0 16,-13 1-5-16,19-2-3 0,-7 1-11 0,8 1-16 16,-4-4-20-16,-17 4-30 0,16-1-34 0,-15 1-45 0,2-1-49 15,11 1-62-15,-15 1-236 0,3-2-560 0,-9 1 248 16</inkml:trace>
  <inkml:trace contextRef="#ctx0" brushRef="#br0" timeOffset="-30062.07">13293 9506 227 0,'0'-5'260'16,"-3"1"0"-16,0-1-1 0,-1 0 4 0,-2 0-7 0,5 1-4 15,-2-3-4-15,2 5-12 0,-2-1-1 16,3 3 0-16,-3-6-2 0,0 1-19 0,3 5-5 15,-4-5-16-15,4 5-17 0,0 0-21 0,-2-2-9 0,2 2-15 16,-4-2-18-16,4 2-8 0,0 0-17 0,0 0-1 16,0 0-14-16,21 2-6 0,-7-2-6 0,16 7-9 15,5 2-1-15,3-3-6 0,17 6-8 0,2-1-3 16,-3 0 1-16,5 2-6 0,-4-6 0 0,-2 3-4 16,-10-1-2-16,-1-3-4 0,-3 1-13 0,-2 1-21 15,-3-2-11-15,0 0-32 0,-11-3-18 0,-1 1-12 16,-3 0-16-16,-4-2-14 0,-3-2-11 0,-5 0-11 15,2 0-30-15,-9 0-39 0,7-1-38 0,-3-3-38 16,-4 4-33-16,-2-7-213 0,-5 1-575 0,0 1 254 16</inkml:trace>
  <inkml:trace contextRef="#ctx0" brushRef="#br0" timeOffset="-29765.23">13896 9371 115 0,'3'-2'266'0,"-3"2"-23"0,9-1-14 15,-9 1-5-15,12 0-10 0,1 0-8 0,2 3-13 16,2 0-14-16,2 1-12 0,0 0-7 0,-1 2-16 16,2 0-14-16,-1 3-8 0,1-2-12 0,-2 1-11 15,2 2-6-15,0-3-13 0,-9 4-6 0,5-2-7 16,-6 1-7-16,0-4-3 0,-3 4-7 0,-1 0-7 0,-5-1 0 15,2 1-3-15,-3-1-6 0,-3-3-3 16,-2 5-2-16,-1-2-3 0,-2-1-3 0,-3 1-1 16,-2 1-4-16,-4 0 1 0,2-2-21 0,-2 3-31 0,-1-2-29 15,3-1-26-15,3-1-36 0,-2-1-38 0,3 4-34 16,3-5-41-16,-3 1-214 0,3 1-490 0,4-1 217 16</inkml:trace>
  <inkml:trace contextRef="#ctx0" brushRef="#br0" timeOffset="-28066.68">15030 9362 174 0,'10'-17'187'0,"-1"-1"6"0,1 0-1 0,-5 1-4 15,-1-1 1-15,4 0 5 0,-5 2-2 0,0-1-7 16,-2 1-4-16,-1 3-7 0,-1 1-16 0,-3-1-11 0,-6 2-10 16,5 1-12-16,-2-1-14 0,-8 1-8 15,-1 1-2-15,1 3 3 0,-3 1-7 0,-2 0-11 16,2-3-7-16,-1 8-10 0,-1 0-5 0,6-2-3 0,-2 5-13 16,2-2 1-16,1 2-11 0,2 3-4 0,1-1-1 15,6 3-4-15,-3 1 1 0,3 0-3 0,4 3-3 16,4-1 0-16,4 4 0 0,1 3-7 0,3-1 0 15,5 7-1-15,5-3 0 0,-1 2-1 0,-1-1 0 16,4 0-3-16,-2 1-1 0,4-3-5 0,-4 1 5 16,-2-1-2-16,-6-5-4 0,2 0 5 0,-4 1-5 15,-2-1-2-15,-1 1-2 0,-5-5 3 0,2 0 1 16,-5-1-1-16,-2-4 0 0,-2 2 2 0,-1-2-3 16,-4 2 0-16,-3-2 5 0,-1-2-8 0,-6 3 6 15,-1-5-2-15,-1-1 3 0,-2-1 0 0,3 0-1 16,-1-1-1-16,-1 0-3 0,5-3 4 0,2 2 0 15,2 0-1-15,2 1 6 0,2-1-6 0,3 0-10 0,2 0-15 16,3 2-24-16,0 0-20 0,6-8-14 0,2 5-11 16,4 0-8-16,7 2-7 0,4 1-8 15,6-2 8-15,2 3-1 0,-1-2 8 0,1 0-3 0,1-1 3 16,-11 2 8-16,5-1 2 0,-4 0 8 0,1-2 6 16,-1 0 9-16,-2-4 13 0,-3 1 0 15,-3 1 7-15,1-6 6 0,-2 2 22 0,-4-1 14 0,1 0 9 16,-5-6 4-16,5 1 17 0,-5-3 11 0,-1 0 13 0,-1 0 6 0,-2-1 13 0,-1 0 7 15,0-2 13-15,-1 2-1 0,1 3 18 0,-3-7 1 16,3 6-2-16,0 0 4 0,-4 4-2 0,4 0-2 16,-1 2 1-16,1-1-8 0,-3 5-1 0,3-1-10 15,-1 3-7-15,1 0-8 0,-3 0-10 0,2 1-10 16,1 4-6-16,0-5-6 0,0 5-5 0,0 0-6 16,0 0 1-16,-10 14 3 0,7-9-6 0,-1 4-8 15,0 4 2-15,0 2 0 0,-4 1-9 0,1 2 18 0,2 0-22 16,1-1 1-16,-2 4 2 0,3-2-3 0,-2 2 0 15,5-3-15-15,0 1-5 0,3-2-4 16,-1 2-2-16,2-2-4 0,2 1-13 0,2-1 0 0,-1-5-6 16,2-2-13-16,2-1-6 0,-1 0-9 0,6-1-10 15,-3-1-3-15,0-2-1 0,2-2-3 0,4-1 4 16,-4-3 6-16,3-3 7 0,0 0 1 0,0-1 10 16,-4 0 5-16,2-4 3 0,-3 3 4 0,-1-2 8 15,-4-1 6-15,2 0 8 0,-4 1 18 0,1-2 11 16,-3 5 8-16,-1-4 11 0,-2 2 11 0,1 1 2 15,-1 1 10-15,-1 2-3 0,0 3-4 0,-1-7-7 16,1 7 2-16,-2-4-13 0,2 4 0 0,0 0-1 0,0 0-1 16,0 0-5-16,0 0 3 0,-11 14-4 0,11-6-2 15,0-1 5-15,4 4-8 0,-1-1 5 16,4 1-5-16,-1 1 2 0,3-2-1 0,0 6-4 0,4-5 4 16,2 1-2-16,-2-2 0 0,1-2 1 0,-2-1-4 15,0-1 3-15,1-3-6 0,0 0-1 0,2-2 0 16,-5 0-4-16,2-2-2 0,-4-1-3 0,-2-3 1 15,3-2-5-15,-1-2 0 0,-4 0 1 0,-1-1-2 16,-3-3 12-16,0 0-11 0,-6-5 4 0,1 3-2 16,0-2 5-16,-5 2 6 0,1 0-12 0,-1 4 5 15,-1-2 0-15,-3 2-2 0,1-2 0 0,2 6-4 16,0-3 4-16,3 4 2 0,1 4-4 0,0-2-1 16,3 1 4-16,-2 0-11 0,6 3 4 0,0 0-8 15,0 0-7-15,0 0-5 0,0 0-14 0,6 12-17 16,0-7-13-16,3 2-17 0,6-1-7 0,3 3-12 15,0-1-6-15,1 0-3 0,0 1-1 0,-3-4 1 16,3-1 1-16,-1 3 9 0,-5-3 8 0,4 0 7 0,-4-2 19 16,2-2-1-16,-5 3 14 0,-2-6 10 0,-1 2 23 15,2 0 26-15,-3-2 22 0,-2 1 16 16,1-4 10-16,-5 2 21 0,3 0 7 0,-3-1 4 0,0-1 8 16,0 1-1-16,0 0 10 0,-3 1-2 0,3 0-6 15,0 4-7-15,-4-5-8 0,4 5-10 0,-3-5-6 16,3 5-3-16,0 0-8 0,0 0-3 0,-8 10-4 15,5-3-5-15,1-1-9 0,2 5 6 0,0 0-2 16,5 2-2-16,-5-1-1 0,4 1-2 0,0 5-6 16,3 0 5-16,-3-2-4 0,7 0-6 0,-5-1-4 15,0-3-12-15,1-2-5 0,0 1 0 0,0-4-3 16,-2 0-4-16,-1-2 5 0,5-3 0 0,-4-1 3 16,2 1 0-16,-7-2 1 0,12-5 2 0,-5 0 2 15,-3-1-2-15,4-2 3 0,-1-3-3 0,0 0 4 16,0-2 5-16,-5 0 7 0,5 2 10 0,-2-1 3 15,0 1-2-15,-1-2 4 0,0 1 3 0,1 3 0 0,0-1 11 16,-2 2-2-16,1 3 2 0,-1 0-3 0,0 0-6 16,0 2-10-16,-1 1 2 0,-2 2-5 0,0 0-3 15,0 0 3-15,12 8-5 0,-10-3 1 0,0 1-2 16,1 3 1-16,0 2-5 0,1 2 2 0,0-1 2 16,2 4-4-16,-1 1-1 0,3-1 3 0,-4-2-1 15,5-1 3-15,-3-1-5 0,2-1 4 0,1 0-4 16,0 0 0-16,-2-4 2 0,2 0 1 0,0-1-2 15,0-2 3-15,-1-3 0 0,2 1 14 0,-2-2-16 16,0-5-6-16,4 3 5 0,-2-4-2 0,-2-1 2 16,0-2-1-16,4 0-4 0,-2-3 2 0,1-1 1 15,-2-3 2-15,-5 1 10 0,2-2 1 0,-2 2 0 0,1-2 2 16,-2 5-6-16,-3-2 2 0,-1 2-9 0,-1-1 1 16,-3 3 2-16,1-2-5 0,0 1-5 15,-2 4-26-15,-1-2-29 0,-3 3-39 0,0 1-53 16,-1 3-57-16,1 0-70 0,-4 2-264 0,0 1-585 0,2 3 258 15</inkml:trace>
  <inkml:trace contextRef="#ctx0" brushRef="#br0" timeOffset="-19172.75">3273 9693 91 0,'0'0'208'0,"0"0"6"0,0 0-1 16,-8 2 11-16,8-2 8 0,-5 2 9 0,5-2-8 0,-15 1-1 15,4 1-23-15,0-1-16 0,-3-1-10 0,1-1-11 16,-6-1-21-16,0 0-13 0,-2-3-16 0,1 2-14 15,1-2-9-15,-10-6-3 0,2 3-2 0,-2-4-5 16,-2-1-2-16,-3-3-1 0,3 0 7 0,0-3 10 16,-1-4 8-16,1-1 9 0,1 1 1 0,3-4 39 15,0-1-13-15,-6-15-8 0,11 11-14 0,1-12-10 16,-1-4-16-16,6 1-1 0,5-2-16 0,4 13-8 16,3-1-8-16,-3-13-4 0,7 13-7 0,0-1-8 15,0 1 1-15,0-2-10 0,7 0-6 0,-3 1-3 16,0 1-4-16,0 0 1 0,0 0-4 0,0 4-3 15,0-1-1-15,-1 3-1 0,5 0-3 0,-4 2-3 16,-1 4-3-16,5-2 2 0,-2 8-6 0,3 1-2 16,-2 1-4-16,1 0-14 0,3 1-2 0,1 0-7 15,6 1-12-15,0 1-11 0,6 0-7 0,3 3-10 16,3-1-6-16,-1 3-2 0,3 1 3 0,-2 1-5 16,4 0-2-16,3 2-4 0,-4 2 4 0,2-3-4 15,0 4-3-15,-2-3-7 0,1 4-8 0,0-1-8 0,-12 0-3 16,1 1-10-16,-3 0-6 0,-1-2-8 15,-4 2-2-15,-5 0-8 0,-2 2-7 0,-1-2-17 16,-2 0-39-16,-5 1-48 0,3-3-32 0,-3 3-175 16,0 0-499-16,0 0 222 0</inkml:trace>
  <inkml:trace contextRef="#ctx0" brushRef="#br0" timeOffset="-18551.22">3139 8160 144 0,'-2'-5'292'0,"0"0"-16"16,2 1-20-16,0-1-18 0,0 5-23 0,-2-5-19 15,1 0-23-15,1 5-20 0,3-5-11 0,-3 5-21 16,8-3-10-16,-4 2-10 0,7 2-11 0,0-1-12 16,1 3-4-16,4 0-10 0,2 2-1 0,1 0-12 15,1 0-3-15,1 0-4 0,0 1-6 0,1-1-2 16,-4 2-7-16,2-1-1 0,1 1 0 0,-4-1-7 0,-2-2 0 16,-1 1-1-16,-4-1-5 0,3 0 2 15,-3-1-6-15,-5 0 2 0,3 0-2 0,-2-2 0 16,-2 2 0-16,1-2-2 0,-5-1 0 0,6 1 1 15,-6-1-1-15,2 3-3 0,-2-3-4 0,0 0 6 0,7 2-7 16,-7-2 0-16,0 0-4 0,0 5 0 0,0-5-1 16,-3 6 1-16,1-1 1 0,-2 1-1 0,-2-3 0 15,1 5-1-15,-2 2 5 0,-4 0 0 0,4 1-2 16,-1 1 3-16,1-2-1 0,-5 4 1 0,1 0-2 16,3-4 4-16,-3 1-3 0,0 2-1 0,3-3 4 15,0-1-1-15,0 0 1 0,1 0-1 0,0-3 2 16,3 1-3-16,0-2 1 0,-1-1 2 0,2-1 0 15,0 1 24-15,0 0 19 0,3-4 24 0,-5 2 32 16,5-2 16-16,-3 1-16 0,3-1-2 0,0 0-14 16,-13-10-2-16,10 6-7 0,-1-7 1 0,-2 4-11 15,2-6-1-15,0 3-5 0,-1-8 0 0,-1 2-3 16,-2-2-2-16,5 0 2 0,-5 3 1 0,2-2 1 16,-1 1-3-16,0 0-5 0,3 6-8 0,-3-3-1 15,4 3-9-15,-2 1-2 0,1 1-9 0,2 1-8 16,-2 2-41-16,2-1-64 0,-3 2-75 0,0 2-88 15,5 2-87-15,0 0-76 0,0 0-225 0,0 0-691 16,3 14 307-16</inkml:trace>
  <inkml:trace contextRef="#ctx0" brushRef="#br0" timeOffset="-16317.09">3533 11222 236 0,'4'-7'259'16,"-1"1"-12"-16,-2 1-5 0,1-3-10 0,-2 2-11 16,0-2-23-16,-2 1-19 0,1 1-21 0,-2 0-16 15,-2 1-15-15,-5-3-9 0,2 4-16 0,0 1-12 16,-4-3-6-16,-2 4-11 0,3-1-8 0,-2 2-6 15,-1 1-9-15,-2 0-4 0,2 1-5 0,-1-1-4 0,3 3-8 16,1-2 1-16,-3 2 2 0,6 2-10 0,1-3-5 16,-2 0-2-16,5 0-2 0,0 2-2 15,1 0-3-15,2 1 3 0,1-5-1 0,2 8 1 16,3-2-3-16,4 2 0 0,2-2-2 0,1 2 1 0,7 2-2 16,0 1 4-16,3-2-6 0,-3 3 5 0,3-2-3 15,5 4-2-15,-8-2 0 0,0 1 0 0,0-2-3 16,-1 2 0-16,-5 0-3 0,2 0 6 15,-4-3-1-15,-4 2-6 0,1-3 1 0,-1 3 0 0,-3-2 0 16,0 1 0-16,-4-4 3 0,-3 4 0 0,1-4 0 16,-4 2 5-16,-3 0 4 0,-1-1 10 0,-2-2 7 15,-6 3 2-15,-2-2 4 0,-2-2 1 0,-5 0-2 16,2-4 2-16,5 0-6 0,-2-1 1 0,-2 0-5 16,6-2 1-16,-1-1-1 0,4 2 1 0,3-3-7 15,1 1-4-15,2-2-17 0,4 0-35 0,4-2-41 16,1-1-46-16,6 3-36 0,3-5-51 0,10-3-49 15,7-3-201-15,4 2-503 0,7 0 223 0</inkml:trace>
  <inkml:trace contextRef="#ctx0" brushRef="#br0" timeOffset="-16082.74">3869 11146 153 0,'0'-6'299'0,"-3"-1"-6"0,3 4-5 15,-4 0-6-15,3-2-13 0,1 5-23 0,-1-7-26 16,1 7-25-16,0 0-21 0,0-5-23 0,0 5-18 16,0 0-15-16,0 0-11 0,0 0-9 0,0 0-12 0,6 20-4 15,-3-11-13-15,-2 5-9 0,-1 0-2 0,3 3-7 16,0 1-3-16,0 0-6 0,2 1-4 16,-2 0-6-16,0 0-21 0,-1 2-16 0,5-2-27 0,-3 1-24 15,0-2-31-15,0 1-29 0,3-2-35 0,-4-1-38 16,1-3-22-16,4-1-49 0,-4-1-156 0,2-1-451 15,2 0 199-15</inkml:trace>
  <inkml:trace contextRef="#ctx0" brushRef="#br0" timeOffset="-15676.53">3798 11350 167 0,'0'-4'240'0,"3"-2"-22"0,0 2-23 15,5-4-15-15,-3 3-20 0,4-3-11 0,0 4-20 16,2 1-9-16,3-4-11 0,-1 6-12 0,2 0-13 16,-1 0-8-16,-2-1-7 0,0 4-12 0,3 0-1 15,-4 2-7-15,1 1-7 0,-2-3-4 0,-1 5-5 16,1-1-2-16,-2 3-5 0,0 2-3 0,0-5-1 16,-1 4-4-16,1-1-2 0,-2 1-1 0,-2 0-2 15,1 2-2-15,2-1 1 0,1 0-3 0,-2 0 1 16,1 0-3-16,-2-1 2 0,3-1-1 0,3 1 2 15,-6 0-2-15,6-3-2 0,-3 1 6 0,3-1-1 0,3-3 0 16,-6-1 6-16,3 2 13 0,4-4 5 0,-1-1 0 16,-1-1 9-16,-2-2 9 0,0-1 8 15,-2 1 4-15,1 0 10 0,-2-2 8 0,-2-2-4 0,-1 2 3 16,-1-1-3-16,0-2-1 0,-4 2-4 0,0-3-7 16,-4 2-6-16,4 0-6 0,-4-2-4 0,-5 0-6 15,3 1-10-15,-4-1-4 0,2 4-4 0,-3-1-5 16,2 0-11-16,-1 2-27 0,1 2-32 0,-1 1-30 15,3-1-31-15,-2 2-39 0,1 2-36 0,1-1-53 16,3 1-47-16,1 2-175 0,-1 0-495 0,4 0 219 16</inkml:trace>
  <inkml:trace contextRef="#ctx0" brushRef="#br0" timeOffset="-14378.28">4584 11373 261 0,'0'-5'276'0,"0"-1"-9"16,0 1-7-16,-1-2-13 0,0 3-11 0,-1 0-13 15,-2 1-22-15,-1-4-14 0,1 4-24 0,-2 1-18 16,1-1-16-16,-5 2-10 0,-2-1-16 0,3 2-9 16,-2 0-13-16,-1 2-8 0,-1 1-7 0,3-1-3 0,-3 3-13 15,1 1-4-15,1 0-5 0,0-1-2 0,3 4-9 16,-3-2 3-16,4 1-7 0,2 1-2 15,1-3-6-15,0 4-1 0,2-3 2 0,-2 1-4 16,8 1 3-16,-2-2-4 0,3 1 0 0,5 1-3 0,-1-1-8 16,9 0-10-16,-2-3-17 0,2-2-18 0,4 3-16 15,-3-6-14-15,4 2-16 0,0-2-12 0,-1-1-19 16,-2-1-7-16,5-3-1 0,-5 2-5 0,-1-5-2 16,4-1 18-16,-7-2 0 0,-2-1 6 0,4-4 9 15,-7 0 3-15,1-2 14 0,-4-1 4 0,0 0 18 16,-1-3 16-16,-4-5 30 0,-2 0 31 0,-1 7 32 15,-3-8 23-15,1 8 20 0,-1 1 14 0,0 0 15 16,-1 0 12-16,-1 1-5 0,-1 5 3 0,5 0 8 16,-2 0 7-16,2 3-3 0,-3 0-8 0,2 3-7 15,1 1-16-15,0 1-17 0,-1 1-11 0,2 0-18 16,0 4-19-16,0 0-4 0,0 0 0 0,0 0-12 16,0 0-1-16,7 12-2 0,-3-4-7 0,0 4 3 15,3 1-1-15,-3 0-6 0,0 6-1 0,2-1-11 16,-2 1-1-16,1 2-3 0,-1 0-3 0,0 0 4 15,2-1-9-15,-2 1-2 0,-3-2-6 0,2-1-6 16,-2 1-5-16,1-6 4 0,-1 0-5 0,2-3 4 16,-2 1 0-16,1-4 5 0,-2 0 0 0,0 0 7 0,2-2 4 15,-2-1 3-15,0-4 18 0,1 6 27 0,2-5 32 16,-3-1 1-16,0 0-10 0,0 0-4 16,0 0-5-16,10-8-7 0,-9 4-8 0,3-2 2 15,0 0 6-15,2 0-22 0,-1 1 0 0,3-2-3 0,-2 1 5 16,-2 1-12-16,1 0-1 0,2-2 4 0,0 5-10 15,-3-1-1-15,3 1-1 0,-3-2-3 0,5 3-8 16,-2 1 1-16,0 1 4 0,0 3-5 0,6-2-2 16,-3 3-6-16,1 3-7 0,2-1-10 0,1-1 1 15,-2 2-6-15,5-1-5 0,0 4-3 0,0-4-3 16,2 2-4-16,-3-2-8 0,3-1-3 0,0 0-6 16,-1 0-4-16,-1-3-2 0,1 1 3 0,1-3 7 15,0 1 5-15,-1-2 4 0,-3-4 4 0,0 3 12 16,0-3-2-16,1 0 3 0,-4-3 5 0,2 0 5 15,1-4 1-15,-6 3 4 0,1-2 2 0,3-3 2 16,-6 1 3-16,0-1 12 0,-3 4 7 0,-1-4 5 0,-2 3 7 16,-1 0 2-16,0 1-2 0,-2-1-6 0,-1 3-1 15,-3 1-1-15,2-1-5 0,-1 4-1 16,-6-1 0-16,3 1-2 0,-3 3 2 0,-4 2-2 0,3 0-2 16,-3 3 1-16,1 2 0 0,-1 0 3 0,0 3-4 15,0 3 0-15,6-3 1 0,0 1-3 0,1-2-3 16,2 2 1-16,-3 6-4 0,7-5-1 0,-1-2-4 15,2 1 0-15,1-2-4 0,2-1-6 0,1 1 2 16,4-2-3-16,-2-1-4 0,6-1-6 0,0-1 4 16,3-1 7-16,-2-1-3 0,0-2 0 0,3-2 3 15,-1 1 5-15,1-4 3 0,1-2 2 0,-4 1 2 16,1-1 1-16,0-1 6 0,-2-1 12 0,-1 0 3 16,-1-1 9-16,-2 0 13 0,0-1 12 0,-2 3 5 15,-2-3 18-15,1 0 3 0,-1 3 4 0,-1 0-5 16,2 2-6-16,-4 1 1 0,0-2-10 0,0 4-7 15,2-3-5-15,-2 6-4 0,0-6-11 0,0 6-8 16,0 0-7-16,0 0-5 0,0 0-1 0,0 0 0 16,0 0-2-16,0 0-8 0,-2 14 0 0,2-8 0 0,0-2 0 15,2 3-1-15,0 0-1 0,0-2-3 16,1 2 0-16,-1 1-2 0,1-3-3 0,3 1-1 16,-2-1 0-16,2-1 2 0,1 0 2 0,-3-2 0 0,3-1 4 15,2 1-1-15,0-2 2 0,-9 0 0 0,16-3-1 16,-8-1 2-16,3 1 2 0,-3-1 1 0,4-4 2 15,-1 4 0-15,-1-3 1 0,1-2 3 16,-3 4 0-16,1-3 2 0,2 0 4 0,-4 2 5 0,4-2-3 16,-4 2 0-16,4 1 0 0,-2 0 3 0,-2 1-4 15,0 1-4-15,2 0-1 0,-2 2-3 0,0 0 0 16,-7 1-3-16,16 2 0 0,-12 2 3 0,3 0-5 16,1 3 2-16,4 0 0 0,-6 2 1 0,2 1-3 15,3 3 6-15,-4 2-1 0,1-3-3 0,-3 2 0 16,6 1-2-16,-7-4-1 0,0 2-5 0,-1 0-1 15,0-3-5-15,-2 0-7 0,-2 0-3 0,1-2 8 16,-3-2-4-16,-1 1 4 0,-3-4-6 0,-1 2-6 16,-1-3-11-16,0-1-15 0,0-1-14 0,-1-1-22 15,2-1-19-15,-3-3-23 0,6 2-22 0,-1-4-39 16,1-2-181-16,2 0-407 0,3-2 180 0</inkml:trace>
  <inkml:trace contextRef="#ctx0" brushRef="#br0" timeOffset="-13835.64">5975 10903 140 0,'-2'-7'287'0,"2"4"-25"16,0 3-25-16,0 0-30 0,-3-4-24 0,3 4-22 15,0 0-17-15,0 0-14 0,0 0-13 16,0 0-9-16,6 17-9 0,-3-9-12 0,1 2-8 0,-3 2-9 15,3 1-4-15,3 5-5 0,-3 0-8 0,0 3-7 16,-1-1-4-16,-2 0-8 0,2 6-19 0,-3-4-8 16,0-2-2-16,0 9-18 0,-1-9-10 0,-2-1-8 15,0 2-12-15,3-2-8 0,-4-2-13 0,-2-1-10 16,1 2-4-16,4-5-8 0,-3-3 2 0,0 3-10 16,2-7 6-16,0 3 10 0,2-4 3 0,0-1 9 15,-2 2 4-15,2-6 9 0,0 3 9 0,0-3 2 16,0 0 22-16,0 0 10 0,0 0 10 0,0 0 30 31,3-15 0-31,-2 9 16 0,-1-4 18 0,2 4 16 16,0-4 9-16,-2 0 14 0,2-2 10 0,-2 2 15 0,0-1 4 15,0 1 0-15,1 0-8 0,-1 1-7 0,0 1-2 0,0-1 0 0,0 3-4 16,0-2-16-16,0 1-6 0,3 2-6 0,-3-1-11 16,5 1-14-16,-4 2-2 0,5-1-6 0,-2 1-6 15,2 2-6-15,2-2-4 0,1 3-6 0,1 0-2 16,1 3-7-16,-2 0-4 0,5 0-1 0,-3 0-6 15,2 2 2-15,-3 3-4 0,3-2 0 0,-3 1 0 16,-1 2-5-16,2-1 1 0,-3 2 4 0,2-2-7 16,-6 3 0-16,4-1-4 0,-1 0 3 0,-4 1 1 15,-1 0-2-15,1 0 1 0,0 1-3 0,1-5 5 16,-4 4 0-16,1-2-5 0,2 4-5 0,-3-7-10 0,2 6-4 16,0-5-17-16,2 2-9 0,0-1-12 0,-1-1-25 15,1-1-27-15,3 1-43 0,2 1-41 0,2-5-46 16,0 2-210-16,0-2-493 0,7 0 218 15</inkml:trace>
  <inkml:trace contextRef="#ctx0" brushRef="#br0" timeOffset="-13585.66">6614 11352 302 0,'-2'-5'312'0,"0"2"-8"15,0-2-2-15,-2-1-12 0,2 2-9 0,-1 2-20 16,-1-2-24-16,-2-1-18 0,1 1-22 0,1 1-9 15,-3 2-31-15,-1 0-14 0,2 0-24 0,-2 1-10 16,-7 0-12-16,7 2-7 0,-4-1-10 0,-2 5-10 16,5-1-9-16,-3 0-3 0,-1-1-11 0,1 5-10 15,4-1-4-15,-2 1-15 0,2 0-16 0,4 2-7 16,0-2-9-16,1 1-3 0,6 1-11 0,1 0-8 16,1-2-24-16,5 1-10 0,-2-1-31 0,10 0-25 15,-1-1-28-15,4-1-41 0,8-1-32 0,-6-4-39 0,1 2-187 16,-3-4-490-16,10 1 216 0</inkml:trace>
  <inkml:trace contextRef="#ctx0" brushRef="#br0" timeOffset="-13398.18">6664 11007 304 0,'-8'-8'309'0,"1"3"-16"0,2 1-21 0,2 0-17 15,-4 1-24-15,3-3-20 0,1 1-23 0,2 3-24 16,1 2-42-16,-4-2-61 0,4 2-85 0,0 0-73 16,0 0-75-16,0 0-182 0,-8 7-382 0,8-7 170 15</inkml:trace>
  <inkml:trace contextRef="#ctx0" brushRef="#br0" timeOffset="-12335.8">7842 10864 45 0,'-8'-16'216'0,"2"3"-11"0,1 2-10 16,-3-1-20-16,-3 5-16 0,0-1-17 0,-5 3-14 15,1 2-17-15,-6 3-11 0,2 3-11 0,-4 2-7 16,2 4-9-16,-7 1-6 0,9 2-7 0,-8 4-4 16,1 5-7-16,6-2-3 0,1 0-3 0,0 3-3 15,2 2-4-15,5 0 1 0,4-3-3 0,2 6-4 16,5-6-2-16,0 0-3 0,3 0-1 0,4-1-2 15,5 6 1-15,1-7 1 0,3 1-4 0,8-1-3 16,-4-4-2-16,-2-4 1 0,11 3-1 0,-1-5-4 16,-4-2-1-16,-3-5-1 0,1 2-1 0,2-4-4 15,-6 0-5-15,0-3 0 0,-3 0-5 0,-2-2 5 0,-1-2 0 16,0-1-3-16,0 0 1 0,-3-3 4 16,-3 1 1-16,-2-1 10 0,0-2 21 0,0 4 19 15,-3-3 10-15,-3 1 18 0,2 2 11 0,-1 1 5 0,-1 1 7 16,2 1 5-16,1 1-2 0,0 1 1 0,-4-1-17 15,4 1-10-15,0 4-14 0,-3-5-8 0,3 5-14 16,0-4 1-16,0 4-17 0,0 0-8 0,0 0-1 16,0 0 1-16,7 14 0 0,-6-7-3 0,2 3 0 15,0 3-3-15,2-2-2 0,-1 2-7 0,-1 1-19 16,2 3-12-16,-3-5-7 0,1 1-12 0,-2 1-9 16,2-2-5-16,-2 2-12 0,1-2-21 0,-2 0-27 15,0-1-30-15,0-1-14 0,2-2-37 0,-2-1-28 16,0 0-23-16,3-2-145 0,-3 1-429 0,4-3 189 15</inkml:trace>
  <inkml:trace contextRef="#ctx0" brushRef="#br0" timeOffset="-11679.62">8024 11096 47 0,'4'-5'206'0,"-1"0"-16"0,1 1-11 0,2 2-9 0,-2-1-11 15,5 2-18-15,-1-1-11 0,-8 2-13 0,14 2-18 16,-5-1-7-16,1 3-8 0,-2-1-6 0,3 3-12 16,-3-1-7-16,0 0-5 0,1 3-6 0,0-1-5 15,-2 4-6-15,-2-4-1 0,-1 4-2 0,2-2-6 16,-3-1-3-16,-2-1-2 0,4 4-5 0,-5-6 0 16,0 1-3-16,0-1-4 0,-1 0 2 0,1 0 1 15,-4-1 1-15,4-4-3 0,-1 5 12 0,1-5 1 16,0 0 5-16,-3 2-5 0,3-2-2 0,0 0-6 15,0 0-7-15,4-13-7 0,5 8-16 0,-2-5-22 16,4 3-15-16,8-5-3 0,1 1-5 0,5-2 0 16,5-1 0-16,-1 3 7 0,-1-1 3 0,-1 3 8 15,-5 0 1-15,-3 1 7 0,0 0 3 0,0 3 5 16,-5 0 7-16,-3 1 14 0,-3-1 23 0,1 0 14 16,0 3 17-16,-7 0 6 0,6 0-11 0,-6 0 1 15,-2 2-4-15,0 0-11 0,5-4-1 0,-5 4-5 16,0 0-2-16,0 0-2 0,-27 5-2 0,17-2-4 0,-2 0 1 15,1 1-4-15,-2 1 2 0,-1 1-1 0,-1 1-5 16,0-1 0-16,3 1-1 0,-2 1 1 16,1 0-3-16,-1 1 1 0,6-1-1 0,-3 1-1 15,4-3-1-15,-1 1 0 0,4 0 3 0,0-3-2 0,3 1 2 16,-2 2 2-16,3-1 0 0,3-5-2 0,1 5 2 16,1-2-5-16,3-3 3 0,0 0 3 0,1-1-3 15,0-2 0-15,5-2 3 0,-3 0-5 0,-2 0 5 16,2-2-5-16,0-2 1 0,-1 1 15 0,0-3 20 15,-3 4 12-15,1-4 11 0,0 2 12 0,-1-2 6 16,-3 2 14-16,-1-1 8 0,1 1 6 0,-1 2-9 16,-2-1-7-16,2 3-2 0,-3-3-10 0,1 3-6 15,1 0-16-15,-1 1-9 0,-1 3-8 0,0-5-12 16,0 5-24-16,0 0-25 0,0 0-2 0,0 0-2 16,0 0 0-16,0 0-6 0,0 0-3 0,3 17-10 15,-3-10-12-15,1 3-11 0,2 0-18 0,2 0-9 16,-1 2-23-16,5-1-17 0,-2 1-19 0,6-1-22 15,1 1-23-15,3-2-16 0,-2-1-13 0,6-2-134 0,-4-1-387 16,1-1 172-16</inkml:trace>
  <inkml:trace contextRef="#ctx0" brushRef="#br0" timeOffset="-10210.96">8850 11107 74 0,'0'-8'169'0,"0"0"1"15,-3 2 5-15,2-5-1 0,-5 4-4 0,2 1-14 16,-4-2-9-16,1 1-14 0,-1 3-6 0,0-2-12 15,-3 3-11-15,0 0-14 0,0 2-8 0,-1 1-12 16,-3-2-4-16,5 5-5 0,-3-1-6 0,2 2-8 16,-2 2 0-16,2-2-8 0,0 4-7 0,-1 1 4 15,1-1-8-15,4 1 1 0,-1 2-6 0,0 0-4 16,2 0 1-16,2 2-1 0,1-4-1 0,3 4-1 16,0-3 1-16,3 0-1 0,1 2-1 0,2-5-5 15,-1 1 2-15,6 0-4 0,-2-3 2 0,2 1-7 16,3-4-4-16,-2 2 2 0,4-3 0 0,-2-1-3 15,1-3-3-15,4-1-4 0,-1-2-3 0,-3-3-4 0,1-2-7 16,3 0 2-16,-5-2 0 0,-2-2 0 16,3-3 1-16,-6 0 1 0,3-9 3 0,-2 3 0 15,-3-3 3-15,-3 0 2 0,-3 2 7 0,2-5 2 16,-3 3 4-16,2 7 13 0,-2 0 19 0,0 1 1 0,-2 0 9 16,1 1 3-16,-2 0 3 0,2 5 1 0,1 4-1 15,-2 2-5-15,1-1 5 0,-2 0-8 0,3 3-7 16,0 0-4-16,-3 1-5 0,3 4-7 0,-1-5-7 15,1 5-4-15,0 0-6 0,0 0 3 0,0 0-4 16,-8 14 4-16,4-5-2 0,4 0 3 0,-1 3-3 16,-2 6 1-16,3-2-3 0,-1 2 1 0,-1 0 4 15,4 0-4-15,-4 3 1 0,4-1-1 0,-2 1-1 16,1-2 0-16,0 1 0 0,1 0-4 0,1-1-5 16,-1-1 1-16,1-1-1 0,-2-4 1 0,3 4-4 15,0-6-3-15,0 0 3 0,2-1 1 0,-2 0-3 16,1-5 3-16,-1 2 4 0,3-1 2 0,0-2-2 15,-2-3 2-15,2-1 3 0,1 0-1 0,-1-1-1 16,4-3-2-16,0-1 3 0,-2-2 0 0,1 1 3 16,1-3-4-16,-2-1 2 0,1-1-1 0,2 3 2 15,-2-3 0-15,-4 0 0 0,5-2-5 0,-7 4 8 16,3-1-6-16,-3 1 12 0,2 0 5 0,-5 1 1 0,6 5 0 16,-6-2-3-16,2-3-4 0,-2 5 3 0,1 1-9 15,-2 2-3-15,1-4-3 0,-1 4 0 0,0 0 2 16,0 0-1-16,0 0-3 0,0 0 2 0,-1 17 0 15,-1-12 5-15,4 2-3 0,-1 1 0 0,-1 2 1 16,5 1 0-16,1-2 0 0,1 4-2 0,2-3-1 16,-2 1-2-16,5-2 3 0,0 0-7 0,1-3-7 15,-1 2-8-15,2-3-9 0,3 3-10 0,-2-7-6 16,-1 1-7-16,1-2 2 0,-1-1-4 0,0 0-2 16,-4 0 8-16,2-6 1 0,0 1 5 0,-2-2 3 15,-1-1 7-15,-2 1 3 0,-1 0 3 0,-1-3 7 16,-2 2 10-16,0-1 5 0,-5 0 6 0,2 2 5 15,0 1 8-15,-1-1 4 0,-1 1-6 0,1 1 3 16,-2 0-5-16,-2 0-2 0,-2 0-1 0,0 4-2 16,-1-1-1-16,1 2 2 0,-1 0-3 0,-1 2-3 15,2 0 1-15,0 2 0 0,0-1 0 0,-3 4 0 16,1 1 7-16,4-1-5 0,-1 3 2 0,-1-2-2 0,2 1 0 16,4 3 4-16,-2-1-2 0,3-2 2 0,1 2 1 15,2-1-4-15,0-1 4 0,2-1-1 0,2 2 1 16,0-1 0-16,0-4 1 0,2 1-2 15,2 0 1-15,0-2 0 0,1 0-2 0,2-3 3 0,1 0-2 16,-2 0-2-16,2-2 1 0,0-1-4 0,-2-2 6 16,0-3-2-16,-2 2 0 0,1-3 0 0,-1 1 0 15,-1 0 2-15,-2 0 4 0,0 0-2 0,-3 1 17 16,2-3 7-16,-4 5 6 0,1 1-1 0,-4-3-6 16,5 3-2-16,-2 2-5 0,-3-2-6 0,0 4-3 15,0 0-2-15,0 0-1 0,0 0-2 0,0 0-1 16,0 0-3-16,0 0 1 0,-17 6-2 0,12-1-2 15,4 2 0-15,-3-1-4 0,3 1-5 0,-1 1-5 16,1 2 0-16,1-2-6 0,1 1 3 0,1-1 3 16,0 2-3-16,1-4 2 0,3 2-2 0,-1-1-4 15,4-2 10-15,-2-1-1 0,0 0 1 0,5-1 3 16,-1-3 2-16,0 0-2 0,-3-1 2 0,3-4 6 16,1 0-4-16,-5 0 0 0,5-2 2 0,-1-1 2 0,4-3 1 15,-8 1 7-15,3 0 15 0,-4-2 6 16,2 2 10-16,-1-1 3 0,-3 0 2 0,-1 0-6 15,1 0-1-15,-1 0-2 0,-3 3 5 0,1-1-4 0,1 2 0 16,-1-3-2-16,2 7-2 0,-3-1-6 0,1-1-6 16,-1 5-4-16,-1-7-7 0,1 7-3 0,0 0 0 15,0 0-5-15,0 0 3 0,0 0 0 0,0 0-4 16,0 0 4-16,-4 16-3 0,5-10 3 0,2 2-1 16,1-1-2-16,0 5-2 0,-3-6-7 0,7 5-4 15,-1-2-6-15,4-1-6 0,-3 0-2 0,3 0-7 16,1-1-9-16,2-3-6 0,1 1-8 0,-3-1-8 15,3-1-8-15,3-2-5 0,-2-1 5 0,-1 0 1 16,1-3-4-16,-2 0-15 0,6-2 5 0,-3-3-17 16,-1-2 2-16,-1-2-15 0,1 0 4 0,-1-4 3 15,-4-2-1-15,3 0 7 0,1-5 8 0,-4-4 4 16,-2-1 8-16,2 1 12 0,-4-1 15 0,-2-1 28 16,1 0 19-16,-2 2 12 0,0 2 19 0,1 5 20 0,-5 2 32 15,2-3 18-15,-1 9 18 0,-1 1 8 16,0-1 7-16,1 4-2 0,-1-2-13 0,-1 5-14 15,1 2-16-15,-1-3-12 0,1 6-11 0,0 0-5 0,0 0-5 16,0 0-5-16,-11 9-4 0,7 3-5 0,-2-2-2 16,2 7-5-16,0 1 0 0,-2 10-2 0,1 0-1 15,1 1-3-15,1 2-5 0,1-1-1 0,2 3 2 16,0 1-5-16,1-2-2 0,2-1 2 0,2 4-3 16,3-3-1-16,-1 0-8 0,3-3-15 0,0 0-17 15,0-1-29-15,0-9-20 0,-1-2-23 0,1-3-35 16,-1-4-35-16,-5-2-37 0,2-3-143 0,3-2-379 15,-3-1 168-15</inkml:trace>
  <inkml:trace contextRef="#ctx0" brushRef="#br0" timeOffset="-10039.1">10013 10854 104 0,'-10'-7'255'0,"3"2"-11"0,1-2-3 16,3 2-12-16,-2 0-15 0,3 1-20 15,2-1-22-15,0 5-18 0,4-6-20 0,3 2-31 0,5 3-41 16,-1 1-51-16,11-2-48 0,-2 1-53 0,2 1-49 16,7 0-170-16,-5 0-334 0,5 0 147 0</inkml:trace>
  <inkml:trace contextRef="#ctx0" brushRef="#br0" timeOffset="-9429.79">11327 10829 146 0,'-6'-13'210'0,"1"3"-13"0,-3-2-2 0,5 3-2 15,-1 1-11-15,1 3-14 0,-2 0-22 0,3 2-20 16,-3 0-16-16,5 3-8 0,0 0-11 0,0 0-12 16,-14 13-5-16,10-2-7 0,0 1-8 0,0 4-5 0,-1 6-7 15,3-3 3-15,0 7-10 0,0 1 0 0,2 0-11 16,0-6 4-16,2 7-7 0,-2-9-1 16,0 1-9-16,-2 0-5 0,4-2-10 0,-2-6-17 0,0 2-17 15,0-3-20-15,0-1-3 0,0 0-14 0,0-4-3 16,0 1-6-16,0-5-12 0,0-2-18 0,0 0-13 15,0 0-4-15,0 0-4 0,1-12-10 0,-2 2-1 16,1-1-72-16,-2-2-231 0,2-6 102 0</inkml:trace>
  <inkml:trace contextRef="#ctx0" brushRef="#br0" timeOffset="-8882.98">11238 10894 413 0,'-3'-34'12'0,"2"5"36"0,-2 0 30 16,1-2 24-16,-2 4 19 0,1 8 8 0,0-1 1 16,1 2 9-16,0 1 5 0,-2-1-2 0,1 6-1 15,2 1 0-15,0-2 3 0,-1 4 1 0,1-1-9 16,1 2-10-16,0 3-14 0,0 0-13 0,0 1-13 15,3 0-12-15,-3 4-8 0,5 0-8 0,-5 0-7 0,18 9-2 16,-7-1-4-16,4 2-9 0,-1 2-1 0,0 3-5 16,5-1-5-16,0 5 1 0,0 3-4 0,-1-5-6 15,-3 3-1-15,4 4 0 0,-4-1 0 0,-4-4-4 16,1 6-2-16,-5-5-3 0,-2-2-3 0,-1 0 3 16,-2 1-3-16,-8-1-3 0,2-2 2 0,-3 1 1 15,-4-2-1-15,-5 1 0 0,1-4 0 0,-2 1 2 16,-4 0-4-16,-5 1 2 0,-1-4-2 0,5-2 4 15,-5 0-3-15,5-1 3 0,-1-2 0 0,1 0 2 16,9-3 0-16,-2 0 1 0,3 0 1 0,0-1 2 16,5 1 5-16,0 0 6 0,1-1 3 0,2 0 4 15,4-1 1-15,0 0 1 0,0 0-8 0,0 0 1 16,0 0-1-16,0 0-3 0,30 0-1 0,-12 0 0 0,4 0-4 16,-1 0-11-16,11-1-5 0,-3 0-14 0,1-3-13 15,3 1-10-15,1 1-15 0,-3-4-13 16,1 1-4-16,-4 2-7 0,-6-1-6 0,8-4-1 0,-10 1-13 15,1-1 11-15,-3-4 4 0,-1 2-4 0,-2 0 10 16,1-3 3-16,-6 4 9 0,-2-4 9 0,2 4 20 16,-5-4 23-16,-2 2 21 0,-2 2 14 0,1 1 5 15,-1-1 5-15,-2 3 6 0,-1-1-2 0,2 0-3 16,-4 3-3-16,3-2-2 0,-2 1-3 0,-1 2-4 16,-3 0-1-16,7 3-5 0,-8-2-2 0,8 2-4 15,-12 1 0-15,6 3-6 0,-2-3 3 0,4 5-1 16,-3-1-1-16,-1 2 4 0,0 1 0 0,1 1 0 15,3 0-1-15,0 0 1 0,0 2 0 0,0-2 1 16,2 3-4-16,2-3 0 0,0 1-3 0,3 0-12 16,0 1-17-16,1-3-30 0,1 3-32 0,5-4-28 15,-1-1-29-15,1 0-37 0,2-1-23 0,0 0-124 0,2 0-356 16,5-4 159-16</inkml:trace>
  <inkml:trace contextRef="#ctx0" brushRef="#br0" timeOffset="-7398.76">11989 10853 139 0,'-1'-6'191'0,"-2"1"-12"0,2 0-5 15,-2 2-10-15,0-1-15 0,-1 0-11 0,-2 1-10 16,0 0-8-16,0-2-7 0,0 2-9 0,-1 1-15 16,1 2-6-16,-2 0-10 0,8 0-8 0,-12 1-7 15,5 1-7-15,-1-2-5 0,3 5-5 0,-1-2-4 16,1 0-2-16,0 1-2 0,1-2-2 0,2 4-2 0,0 0-2 15,-3-1-7-15,5 2 2 0,0-1 0 0,5 3-3 16,-5-1-1-16,6 1-3 0,-2 0 2 16,0 3-2-16,1-2-3 0,1-1-2 0,3 2 3 0,-3 0-4 15,-1-4-1-15,-1 4-1 0,2-2-1 0,-1 0-3 16,-1-3 2-16,0 0-1 0,-4 0 0 0,2-1 2 16,-1 1-2-16,-2-2-3 0,1-4 3 0,-2 9 0 15,-3-6-5-15,-2-1 6 0,0-1-1 0,1 2 7 16,-3-2 6-16,-3 0-4 0,1-1 1 0,0 1-2 15,2-1 0-15,2 0-3 0,0 0 3 0,-1-1-2 16,8 1-2-16,-11 1 1 0,11-1 3 0,-7 0-1 16,7 0 6-16,0 0-4 0,0 0-7 0,0 0-9 15,0 0-19-15,0 0-12 0,29-6-19 0,-14 5-12 16,4-3-6-16,1 2-21 0,10-2-14 0,0-2-14 16,1-3-1-16,2 2-14 0,-2-2-16 0,2 2-8 15,-2-4 6-15,-1 5 12 0,0-7 18 0,-8 5 11 0,0 0 10 16,-5 0 9-16,0-3 19 0,-1 1 20 0,-5 3 23 15,0-1 16-15,-2-1 24 0,-2-2 12 0,-3 5 26 16,-1-1 10-16,-3 0 14 0,3 1 10 0,-3 1-1 16,-3-2-2-16,-1 1-4 0,-2 1-4 0,1 1-9 15,-3-3 3-15,1 4 2 0,-3 0-5 0,2 2-11 16,-1 0 0-16,-2 2-10 0,-1-1 3 0,2 1-2 16,-1 2-7-16,-1 0-2 0,1 5-5 0,0-3-9 15,3 0 5-15,-1 6 3 0,2-4-8 0,1 2 0 16,2 3 3-16,0-2-1 0,-1 1-1 0,2 2 1 15,3-3-2-15,-1 2 0 0,4 1-3 0,3 0 2 16,-2 1-1-16,2-5-1 0,-1 5 0 0,3-4-3 16,3-1 4-16,-1 0-3 0,6 0 3 0,-4-4-3 0,1 1 0 15,4 0-3-15,1-4-4 0,-2 1 1 16,-2-3 1-16,1 0 4 0,-3-4-6 0,4 2 2 16,-3-3 0-16,0 0-2 0,-2-1-3 0,-1-2 5 0,2 2-5 15,-4-5 2-15,0 0-2 0,-4 1-3 0,3 0 3 16,-3-3 9-16,-3 1 4 0,2 1 4 0,-3 3 1 15,-3 1-8-15,2 0 0 0,1 1-1 0,-4-1-6 16,-3 1 4-16,1 2-5 0,0 0 0 0,-1 2 3 16,0 1-8-16,-1-1 4 0,1 2-3 0,-4 3 2 15,5-2-3-15,-5 4 2 0,4-1-3 0,-1 2 3 16,1-2-1-16,2 2 2 0,1 1 2 0,-2 3-1 16,5-1-1-16,-1 1 2 0,4 0 0 0,1 1-1 15,-1-2 4-15,5 1-1 0,1-4 5 0,0 2-4 16,3 0-2-16,3-3 2 0,-2 1-4 0,4 0 0 15,2-3 3-15,1 0-5 0,0-2 4 0,2 0-1 16,-3-2-2-16,2-1 3 0,-1-2-6 0,0-4 2 0,-7 4-4 16,3-5 7-16,1-2-2 0,-6 3 0 0,1-2-3 15,-5 1 3-15,1-4 0 0,-3 3 4 16,2 1 1-16,-1-3 8 0,-4 1 4 0,2 4 2 0,-3 1 2 16,0-1-5-16,0 2-1 0,0 2-4 0,0-4-5 15,0 2-1-15,-3 1-1 0,3 4-5 0,-6-1 1 16,6 1-2-16,0 0 4 0,-10 5-4 0,6-3 0 15,1 5 2-15,-1-2 0 0,3 1 0 0,-2 2 0 16,3 0 0-16,0-1 2 0,0 3-2 0,0 0-2 16,3-1 4-16,2 0-3 0,1 4 5 0,1-7-4 15,2 3-4-15,-1-1 1 0,3-5-4 0,-1 2 1 16,-1-2 0-16,4 0-2 0,-4-1 1 0,6-2-2 16,-4-1 3-16,2-1 0 0,-3-3 0 0,1-1-2 0,2 1 2 15,-3-4-4-15,2 1 2 0,-2-5 2 16,-1 1 1-16,0 1-1 0,0-4 3 0,-1 5 0 15,-4-1 2-15,2 1 7 0,0-1 5 0,-3 1 6 16,0-1 13-16,1 1 4 0,-3 2 2 0,2 2 3 0,-2 1-4 16,-1 1 4-16,3-2-7 0,-3 3-1 0,0 3-10 15,0-5-5-15,0 5-7 0,0 0 5 16,0 0-4-16,4-2-4 0,-4 2 0 0,0 0 0 0,0 0-2 16,2 13 0-16,-1-6 1 0,2-2 0 0,2 4 0 15,-1 1-5-15,2-1-5 0,-1-1-2 0,2 1-9 16,5 1 1-16,-4-2-8 0,3-2-9 0,1-1-9 15,1 0-5-15,0-1-2 0,2 0-5 0,0 0-3 16,0-4-9-16,-1 0-6 0,2-3-7 0,3 1-12 16,-1-6-3-16,-1 1-4 0,0-3-2 0,-2 1 1 15,-3-6 13-15,1 2 3 0,-3-2 8 0,0-1 0 16,-3-4-3-16,2-2 19 0,-4-3 4 0,2-1 2 16,-3 0 15-16,-1 0 8 0,-3-2 5 0,0-1 26 0,0 9 25 15,0-7 7-15,-1 6 10 0,1 3 10 16,-3 1 6-16,2 0 13 0,-1 0 5 0,-2 5 1 15,1 1 4-15,2 2 1 0,1 4-8 0,-1-3-14 0,-1 3-8 16,-1 3-10-16,2-1-6 0,1 3-4 0,0 0-6 16,-12 7-3-16,7-2-1 0,-1 4-4 0,2 2 2 15,1 2-8-15,-5 6 0 0,4 1 1 0,1 0-3 16,2 0-4-16,-3 1 0 0,5 7 0 0,-2 2-1 16,2-1 2-16,1-1 0 0,0 1-3 0,1 1 2 15,1-1-2-15,1 2 0 0,-3-4-1 0,2 0-2 16,-3-1 1-16,9-7-4 0,-7-1-11 0,2 1-2 15,3-4-14-15,-4-2-9 0,-2-1-15 0,-1-5-8 16,3 1-5-16,0-1-8 0,0-4-15 0,-1 1-9 16,2-3-3-16,1 0-17 0,-6-1-14 0,12-6-13 15,-5 1-10-15,1-5-18 0,-1 2-120 0,1-5-312 16,0-2 138-16</inkml:trace>
  <inkml:trace contextRef="#ctx0" brushRef="#br0" timeOffset="-7226.91">13300 10711 107 0,'0'-6'160'15,"-4"0"2"-15,3 2 12 0,-2 0-6 0,1 0-5 16,2 4-2-16,-2-7-8 0,2 7-1 0,-1-5-12 16,1 5-15-16,-2-5-9 0,2 5-8 0,0 0-11 15,0 0-12-15,7-2-7 0,-7 2-8 0,9 1-8 16,0 0-9-16,3 2-3 0,0-1-13 0,1-1-23 16,0 3-41-16,1-1-38 0,6 1-53 0,-1-3-54 15,-5 2-171-15,5-1-370 0,1-1 164 0</inkml:trace>
  <inkml:trace contextRef="#ctx0" brushRef="#br0" timeOffset="-244.12">13939 10840 139 0,'0'0'319'0,"-5"-4"-9"16,1 2-11-16,4 2-9 0,-3-4-12 0,3 4-5 15,-4-2-11-15,4 2-11 0,-7-3-12 0,7 3-18 16,0 0-10-16,0 0-20 0,-4-4-13 0,4 4-18 16,0 0-14-16,0 0-17 0,0 0-13 0,0-5-10 15,0 5-10-15,0 0-14 0,0 0 1 0,0 0-11 0,0 0-8 16,18 4-3-16,-3-6-5 0,4 4-5 15,11-2-6-15,5 0-3 0,3 1-6 0,3-1-1 0,-3 0-2 16,4-1-9-16,-5-3-1 0,0 3 0 0,-2-1-7 16,1-1-12-16,-6 0-32 0,1-1-27 0,-3-1-22 15,-6 2-20-15,1 0-26 0,-6 0-22 0,-4 2-40 16,-2-2-43-16,-3 1-51 0,3-4-58 0,-4 4-232 16,-2 1-615-16,-2-3 272 0</inkml:trace>
  <inkml:trace contextRef="#ctx0" brushRef="#br0" timeOffset="68.35">14555 10715 330 0,'-5'-5'337'0,"5"5"-6"0,-1-4-4 0,1 4-26 0,0 0-13 15,-4-4-37-15,4 4-19 0,0 0-24 0,0 0-29 16,0 0-21-16,0 0-15 0,0 0-15 0,0 0-13 16,0 0-7-16,20 7-18 0,-16-5-6 0,2 3-9 15,-1-3-11-15,3 4-8 0,0 1-5 0,-2-2-9 16,-2 2-2-16,1-2-8 0,2 4-9 0,-3 0 6 16,0-1-11-16,-1-2-8 0,-3 4-11 0,0 2-8 15,-3-4-8-15,-1 3-14 0,3-2-19 0,-3-2-11 16,-3 2-16-16,0-1-22 0,0 0-27 0,-1 1-35 15,3-2-44-15,-3-1-52 0,2 1-236 0,2-2-534 16,3 1 237-16</inkml:trace>
  <inkml:trace contextRef="#ctx0" brushRef="#br0" timeOffset="708.9">15249 10535 118 0,'0'-6'256'0,"0"-1"-1"0,0 1-4 15,0 1-4-15,0 0-8 0,0-1-3 0,0 2-2 16,0 4-12-16,0-8-20 0,0 8-22 0,0-4-12 16,0 4-29-16,0 0-14 0,0-5-21 0,0 5-10 15,0 0-8-15,0 0-10 0,0 0-8 0,-8 18-7 16,8-10-5-16,-3 2-7 0,-2 1-6 0,2 1-1 0,1 5-8 16,0 1 2-16,2 2-5 0,-4-2-6 0,4 1-2 15,0 8-1-15,0-8 1 0,0 0-5 16,-1 2-1-16,1-2-3 0,0 0-1 0,0 1-7 0,0-2-16 15,1 0-8-15,-1-5-10 0,0-1-34 0,0-1-21 16,0-2-35-16,0 2-29 0,0-4-38 0,4-3-27 16,-2 2-55-16,0-3-181 0,2 0-484 0,0-1 214 15</inkml:trace>
  <inkml:trace contextRef="#ctx0" brushRef="#br0" timeOffset="943.25">15228 10490 83 0,'-2'-7'310'0,"2"-2"5"15,0 3 5-15,0-6-11 0,4 5-26 0,-1-3-26 0,-2 4-17 16,6-3-23-16,-1 0-15 0,2 2-34 0,1-1 5 16,1 0-36-16,1 3-12 0,-1 1-12 0,4-2-20 15,0 3 3-15,-1 0-18 0,2 1-10 0,4 0-29 16,2 2-27-16,-4 1-27 0,0 0-27 0,-4 1-28 15,2 1-32-15,0 0-30 0,-3 2-34 0,-1-3-44 16,2 5-33-16,-7-3-200 0,1 1-481 0,0 2 213 16</inkml:trace>
  <inkml:trace contextRef="#ctx0" brushRef="#br0" timeOffset="1161.98">15261 10646 100 0,'0'0'169'0,"-6"2"18"0,6-2 1 16,-3 2-5-16,3-2-8 0,0 0 5 0,0 0-10 15,0 0-14-15,12 2-19 0,-4-2-13 0,3 0-13 0,4 1-6 16,3 2-12-16,4-1-11 0,-2 1-9 0,2-2-6 16,9 1-29-16,-8-2-31 0,10 2-40 0,-9-2-32 15,-1 2-31-15,-2-2-23 0,2 1-30 0,-3-1-14 16,0 0-124-16,-7 1-311 0,2-2 138 0</inkml:trace>
  <inkml:trace contextRef="#ctx0" brushRef="#br0" timeOffset="1536.94">15682 10665 168 0,'3'-3'17'0,"-3"3"24"0,2-5 14 16,-2 5 12-16,-4-6 10 0,4 6 2 0,-4-3 17 15,4 3 5-15,-5-5 3 0,2 1-8 0,-3 0 7 16,0 2 1-16,0 1-8 0,-1-1 8 0,-1 1-6 16,1 1-7-16,-3-2-9 0,-1 2-13 0,-3 0-4 15,2 1-7-15,-1 0-5 0,0 2-10 0,-1 0-1 16,2 4 2-16,-2-2-10 0,1 0-5 0,1 5-1 0,2-3-3 15,-1 0-5-15,5 1-1 0,-3 1 2 0,5 0 0 16,0-2-8-16,1 0 4 0,3 1 3 16,2-1-4-16,2 2-1 0,1-1 3 0,4-2-6 0,0 1-1 15,3-1 4-15,1-2-4 0,-1 0-4 0,4-2-4 16,3 0-1-16,-5-4-4 0,-1 1-1 0,1-3 4 16,1-1-4-16,-3 0 6 0,-1-3-4 0,0 0 5 15,-2-2 15-15,0 2 18 0,0 0 23 0,-5-1 12 16,0 0 8-16,-1 1 4 0,1 1 2 0,-1 0 10 15,-3 0 19-15,1 0-15 0,-1 1-2 0,2-2-13 16,-2 6 2-16,0-3-16 0,2 2-8 0,-2 3-8 16,0-7-9-16,0 7-8 0,0 0-14 0,0-3-4 15,0 3-8-15,0 0-9 0,0 0-7 0,-2 13-7 16,0-8-16-16,2 2-21 0,0 1-21 0,0 1-30 16,4 1-18-16,-4 1-33 0,3 0-33 0,5-1-20 15,-3-1-46-15,4 0-168 0,-4-2-452 0,9 1 200 0</inkml:trace>
  <inkml:trace contextRef="#ctx0" brushRef="#br0" timeOffset="1865.13">16044 10614 247 0,'0'-4'280'0,"0"4"14"0,-2-7-3 0,1 3-6 16,1 4-32-16,-2-5-22 0,2 5-4 0,-1-3-34 15,1 3-25-15,-3-3-16 0,3 3-14 0,0 0-20 16,0 0-17-16,0 0-5 0,-15 5-11 0,15-5-9 16,-4 6-6-16,2 0-8 0,-1-1-6 0,1 1-5 0,-2 6-5 15,4-7-5-15,0 4-10 0,0 0 0 0,3 1 0 16,-2-2 1-16,4 2-7 0,-1 0-2 16,-2 0-1-16,3 1-5 0,-1 0 1 0,-2-1-3 0,2-1-2 15,-4 2-2-15,3-4-3 0,-2 1 0 0,1-3 0 16,-2 1-3-16,-2 2 4 0,1-4-4 0,-2 0-1 15,2 1 1-15,-6 0 3 0,0-2-4 0,2-2-4 16,-2 0 7-16,-6-2-4 0,0 1-16 0,2-2-28 16,-2 0-26-16,-1-2-23 0,-1 3-16 0,3-2-22 15,-1 2-29-15,7-3-43 0,-2 2-35 0,2-3-48 16,2-1-148-16,-1 1-467 0,7 0 207 0</inkml:trace>
  <inkml:trace contextRef="#ctx0" brushRef="#br0" timeOffset="2146.34">16288 10310 105 0,'0'-2'314'16,"0"-2"-12"-16,0-3-24 0,0 7-26 0,0-5-31 0,0 5-21 15,0 0-29-15,0 0-16 0,0 0-14 0,0 0-14 16,-4 16-19-16,8-6-10 0,-8 0-11 0,4 3-7 15,0 6-2-15,-4 0-12 0,4 2-4 0,-1 6-10 16,-3-2-2-16,1-4-8 0,-1 7-2 0,0 0-8 16,0-2 0-16,0-6-5 0,-2 1 1 0,2 7-3 15,-1-2-5-15,1-7 0 0,1 1-2 0,0 0-1 16,2-1 2-16,-2-1-7 0,6-2-11 0,-2-3-15 16,5-1-20-16,-3-2-22 0,-1 3-24 0,2-8-35 15,4 3-34-15,-2-5-42 0,-1 0-40 0,5-2-171 16,-1-1-435-16,-1-1 192 0</inkml:trace>
  <inkml:trace contextRef="#ctx0" brushRef="#br0" timeOffset="2349.45">16341 10543 174 0,'-2'-4'278'0,"-1"2"18"15,-1-2 9-15,4 4-1 0,-1-4-7 0,1 4-11 16,-2-3-11-16,2 3-32 0,0 0-29 0,3-6-15 15,-3 6-29-15,13-2-14 0,-6 0-22 0,4 2-15 16,3-1-26-16,-2 1-30 0,8 1-32 0,-2 2-41 16,1-2-46-16,-5 1-49 0,6 3-60 0,0-1-66 15,0-1-281-15,-1 0-555 0,-2 0 246 0</inkml:trace>
  <inkml:trace contextRef="#ctx0" brushRef="#br0" timeOffset="12665.25">4499 12261 258 0,'0'-3'302'16,"-2"-2"3"-16,2 5-11 0,0-10 0 0,-1 7 0 0,1-1 4 16,0 4 2-16,1-6-15 0,-1 6-16 0,-1-6-23 15,1 6-20-15,0 0-21 0,0 0-26 0,0-5-19 16,0 5-19-16,0 0-22 0,0 0-17 0,0 0-12 15,0 0-11-15,0 0-9 0,0 0-8 0,0 0-6 16,1 21-6-16,1-12-10 0,1 2 3 0,2 0-1 16,-5 2-8-16,3 4-3 0,1 1-3 0,-3-1-2 15,2-2 4-15,1 4-22 0,-3 1-19 0,-1-1-16 16,2-2-13-16,0 0-22 0,-2 0-12 0,0-3-11 16,0-1 4-16,0-3-17 0,0 2-13 0,0-2-13 15,0-1-17-15,-1-2-21 0,1 1-25 0,-3-3-18 16,3 2-26-16,0-5-24 0,0-2-44 0,-4 3-164 15,4-3-500-15,0 0 221 0</inkml:trace>
  <inkml:trace contextRef="#ctx0" brushRef="#br0" timeOffset="12915.22">4449 12201 241 0,'-4'-5'251'0,"2"0"-8"16,1 2-15-16,-1-3-12 0,2 0-19 0,2 1-20 16,-1 1-18-16,2-3-15 0,2 4-18 0,3-1-8 15,2 0-6-15,1-3-23 0,4 4-7 0,-2-1-10 16,4 3-7-16,3-2-5 0,-1 3-7 0,1-1-6 16,5 1-5-16,-6 1-3 0,1-1-4 0,2 1-18 15,-4 1-25-15,-3-1-27 0,-3 0-27 0,3 3-26 16,-1-2-33-16,-3 2-30 0,2-1-36 0,-6 0-174 15,-2-1-389-15,1-1 172 0</inkml:trace>
  <inkml:trace contextRef="#ctx0" brushRef="#br0" timeOffset="13165.19">4484 12391 162 0,'0'0'170'0,"0"0"9"0,1 5-6 0,-1-5 0 16,0 0-16-16,14-1-8 0,-6 1-13 0,-8 0-17 15,19-4-11-15,-8 3-11 0,4-2-16 0,-1-1-2 16,2 3-11-16,-3-1-3 0,9 0-10 16,-10 1-2-16,3 1-9 0,2 0-12 0,-2 0-32 0,-3-2-29 15,0 1-32-15,-1 2-42 0,-3-1-46 0,-1 0-144 16,1 2-318-16,-1 0 140 0</inkml:trace>
  <inkml:trace contextRef="#ctx0" brushRef="#br0" timeOffset="13712.06">4805 12449 216 0,'0'0'200'0,"-13"0"-18"0,7 1-13 16,-2 1-21-16,2 0-13 0,-2-1-17 0,1 1-12 15,2 1-9-15,1 1-10 0,0 0-11 0,0 0-6 0,2 1-3 16,-1-2-9-16,1 4-9 0,-1-3 0 16,3 2-4-16,0 1-4 0,4-1-3 0,2-1-2 15,-1 0-3-15,2-1-1 0,2-1-8 0,2 0 3 0,3 1-4 16,-3-3 0-16,0 1 3 0,2-2-8 0,-5 0-4 15,6 0 2-15,-3-2-4 0,-3 2-2 0,3-3 3 16,-6 1 1-16,6-1 1 0,-7-2 15 0,-1 3 4 16,0-3 10-16,-1 2-3 0,0-1 3 0,-2 4 4 15,1-9 10-15,-2 5-2 0,1 0 5 0,0 4 0 16,-3-10 1-16,2 7-4 0,2-1 3 0,-1 4-3 16,-4-6-1-16,4 6-10 0,0-6-3 0,0 6 0 15,0-5-13-15,0 5-5 0,5-1-1 0,-5 1-4 16,10 0-2-16,-1 3-3 0,1-1 4 0,-5 2-9 15,6 1-2-15,2-1 1 0,-1 2 0 0,1 1-2 16,-3-1-1-16,3 0-2 0,-3 4-4 0,0-5 1 16,-5 1-1-16,2 1 0 0,1-2 3 0,-4 2-3 15,-3-1 2-15,2-3-4 0,0 0 0 0,-2 1 9 0,1-2 4 16,-2-2 26-16,-2 5 13 0,2-5 23 16,0 0 7-16,0 0 26 0,0 0 17 0,0 0 10 15,-18-10-4-15,14 6-2 0,3-2-5 0,-4-1-15 0,1 0-17 16,2-5-2-16,4 5-14 0,-1-6-21 0,7 0-26 15,-4 0-43-15,7-2-40 0,3 1-35 0,-2 0-43 16,3 1-41-16,5 0-58 0,-1 3-67 0,0-2-71 16,6-1-216-16,2 3-633 0,-5 4 280 0</inkml:trace>
  <inkml:trace contextRef="#ctx0" brushRef="#br0" timeOffset="15500.03">6060 11775 241 0,'2'-14'288'0,"0"1"-9"0,1 2-15 16,1-1-6-16,-1 1-15 0,-3 0-6 0,1 5-20 0,2-5-4 16,-2 5-18-16,1 0-23 0,0 2-17 0,-2 1-20 15,0 3-19-15,2-5-17 0,-2 5-13 0,0 0-10 16,0 0-17-16,1 15 3 0,-2-6-14 0,1 3 3 15,0 3-6-15,-2-3-4 0,0 8-3 0,0 1-5 16,4-1-7-16,-2 1 0 0,2-1-11 0,0-1-3 16,-2 1-3-16,1-4-2 0,0-1-9 0,1-4 5 15,-1-1 4-15,-1-1-8 0,3-1 6 0,-2-2 1 16,-1-1-2-16,0 1 4 0,3-4 2 0,0 1 0 16,-3-3 0-16,0 0-1 0,17-8 0 0,-11 3 2 15,3-3 2-15,0 0-6 0,1 0 2 0,-3-4-7 16,4 2 6-16,-3 1 1 0,2 0-4 0,-2-2 0 0,0 4 1 15,0 0-4-15,-1 1 4 0,-3 1-5 0,3 0-4 16,-3 0 2-16,1 4-5 0,3 0 2 0,-8 1-1 16,10 2 6-16,-3 1-6 0,-2 2 0 0,3-1-1 15,-2 1 3-15,5 3 0 0,-3 1-2 0,0-1 0 16,0 2 0-16,1-2 5 0,0 1 2 0,-1-1 9 16,-1-1-15-16,0 0 2 0,-1-2 2 0,0-1 1 15,-2-2 2-15,2 1 7 0,-2-3 14 0,-4 0 3 16,13-1 11-16,-9-2 3 0,2-2 4 0,-1-2-2 15,1 0 3-15,-1-2-6 0,0-3 2 0,-1 1-5 16,1-2-6-16,0-3-10 0,-1-2 2 0,-1 6-3 16,-2-2 1-16,3 1-7 0,-1 0-19 0,0-1-26 15,-2 0-16-15,2 2-29 0,-2 0-25 0,-1 1-39 16,3 2-47-16,-3 2-54 0,1 0-57 0,1 3-246 0,-1-1-589 16,6 5 261-16</inkml:trace>
  <inkml:trace contextRef="#ctx0" brushRef="#br0" timeOffset="15703.13">6708 11801 223 0,'0'0'313'0,"0"0"-9"16,0 0-26-16,9-7-25 0,-9 7-20 0,0 0-25 15,6-2-23-15,-6 2-20 0,4-4-17 0,1 1-17 16,0 1-15-16,1 0-3 0,2 1-24 0,-1 0-37 15,7 0-40-15,-1 1-43 0,6 1-44 0,-5-1-39 16,6 0-35-16,-1-1-30 0,-5 3-31 0,-3-1-135 16,1 1-372-16,-1 0 164 0</inkml:trace>
  <inkml:trace contextRef="#ctx0" brushRef="#br0" timeOffset="15859.36">6717 11905 112 0,'-4'3'186'0,"0"-2"0"0,4-1-17 16,0 0-9-16,0 0-6 0,0 0-12 0,0 0-13 16,0 0-11-16,0 0-11 0,27-1-16 15,-16 2-9-15,5-2-49 0,5 1-44 0,3-1-54 0,6-2-56 16,0 3-125-16,-7-1-266 0,7 1 118 0</inkml:trace>
  <inkml:trace contextRef="#ctx0" brushRef="#br0" timeOffset="16203.08">7231 11908 223 0,'0'0'287'0,"0"0"-20"15,0 0-26-15,0 0-28 0,0 0-17 0,0 0-21 16,37 1-15-16,-7 1-19 0,4-1-14 0,4 2-11 15,19-2-10-15,-1 4-13 0,9-1-9 0,32 5-7 0,-30-2-7 16,30 3-11-16,-29-5-6 0,36 1-5 16,-2 4-3-16,-2-1-4 0,1 0-6 0,-4-2-2 15,-29 0-3-15,31 0-5 0,-30-3 3 0,1-1-5 0,-1-3-1 16,0 0 2-16,-2-1 14 0,-6-5 1 0,-4 3-1 16,-16-1-3-16,-4-5-5 0,-2 4 0 0,-2-3-2 15,-6 1-2-15,-4 2-2 0,-8-3-4 0,4 0-9 16,-8 3 9-16,1 0-5 0,-5-1 1 0,3 1-16 15,-6-1-26-15,1 1-44 0,-5-1-57 0,0 2-72 16,0-3-56-16,-8 4-202 0,1-1-493 0,-2 1 219 16</inkml:trace>
  <inkml:trace contextRef="#ctx0" brushRef="#br0" timeOffset="17318.6">5757 12386 60 0,'0'-4'314'0,"0"4"-12"0,0-7-4 0,0 7-19 15,0-5-11-15,0 5-10 0,0-6-11 16,0 6-12-16,-3-4-11 0,3 4-10 0,0 0-13 0,0-8-15 16,0 8-4-16,-1-2-17 0,1 2-13 0,0 0-11 15,-2-4-12-15,2 4-14 0,0 0-11 0,0 0-13 16,0 0-7-16,0 0-10 0,0 0 3 0,0 0-16 16,0 0-9-16,0 0-8 0,0 0-1 0,0 0-3 15,-8-2-11-15,8 2 0 0,0 0 0 0,0 0 1 16,0 0-6-16,0 0 3 0,0 0-2 0,0 0-5 15,0 0-2-15,3-9-1 0,-3 9-1 0,0-7-2 16,0 0 1-16,0 1-3 0,0 0-3 0,1-3-1 16,-1-1 6-16,0-3-4 0,2 1-6 0,0 0 1 15,0-4 10-15,-1-1-11 0,2 1-1 0,-2 0-3 16,2 0-8-16,-2 3 10 0,5 2-4 0,-6-2 7 16,4 1-13-16,-4 5 14 0,4-4-8 0,-4 5 6 0,1 1-5 15,-1 0 4-15,2-1-4 0,-1 4-6 0,-1 2-5 16,0-5-9-16,0 5-18 0,0 0-5 0,0 0 8 15,0 0 3-15,-4 18 5 0,0-8-3 0,4 3 5 16,-4 5 4-16,1 0 4 0,3 2 2 0,-3 2-3 16,2-3 4-16,1 8 1 0,0-7 4 0,0 1 2 15,1-2-2-15,2 1 3 0,0 2 3 0,1-3-1 16,0-4 0-16,-1 3 4 0,3-3 0 0,0 1-1 16,4-1 1-16,0-1 2 0,0 1-3 0,-2-7 8 15,5 2 4-15,3-2-4 0,1 0-3 0,1-3-18 16,2-2-21-16,2-3-31 0,-4 3-30 0,2-2-38 15,-6-3-26-15,1 2-44 0,-3-3-45 0,0 0-45 0,-2-3-263 16,-2-1-603-16,-1 3 267 0</inkml:trace>
  <inkml:trace contextRef="#ctx0" brushRef="#br0" timeOffset="17506.13">5730 12346 285 0,'0'0'310'15,"-6"-3"-10"-15,6 3-16 0,-4-5-27 0,4 5-28 16,0 0-16-16,0-3-24 0,0 3-19 0,4-4-20 16,2 1-12-16,1-1-14 0,-2 0-12 0,7 1-30 15,-1 0-26-15,1-1-32 0,2 3-35 0,1-1-36 16,4 0-49-16,4-1-49 0,7 1-44 0,-7 1-218 16,-4 1-438-16,6 0 193 0</inkml:trace>
  <inkml:trace contextRef="#ctx0" brushRef="#br0" timeOffset="17724.86">6232 12380 39 0,'0'0'292'0,"0"0"-9"15,-9 0-12-15,9 0-25 0,0 0-13 0,0 0-22 16,0 0-17-16,0 0-18 0,0 0-21 0,0 0-9 15,25 0-22-15,-11 0-14 0,3-3-3 0,5 1-19 16,0 0-29-16,-1-1-28 0,3 2-29 0,-1 1-33 16,0-2-36-16,-3 1-44 0,2 1-41 0,-1-2-50 15,-9 2-166-15,0-2-397 0,-2 4 175 0</inkml:trace>
  <inkml:trace contextRef="#ctx0" brushRef="#br0" timeOffset="17896.72">6338 12483 152 0,'-7'5'194'0,"2"-2"-8"16,-1-2-17-16,3 2-15 0,1-1-13 0,-1 0-4 16,3-2-6-16,0 0 14 0,-2 6 1 15,2-6-12-15,10 1-8 0,2 1-13 0,3 0-11 0,4-1-10 16,3 2-15-16,8-1-41 0,1-2-64 0,2 3-66 16,5-2-61-16,-4-1-172 0,0 2-354 0,1 2 158 15</inkml:trace>
  <inkml:trace contextRef="#ctx0" brushRef="#br0" timeOffset="18177.94">6872 12314 369 0,'4'-10'380'0,"-1"0"-1"0,0-1 14 0,1 1-30 0,-3 2-21 16,0 1-2-16,2 0-18 0,-3 1-17 0,2 2-28 16,-1-2-34-16,0 3-27 0,-1 3-31 15,2-5-25-15,-2 5-31 0,0 0-13 0,0 0-13 0,0 0-16 16,0 16-17-16,1-6-19 0,-1 1-30 0,3 2-28 16,-2 5-28-16,-1 1-28 0,3-1-22 0,1 4-10 15,0 4-15-15,0-5-33 0,4 6-34 0,-5-6-37 16,4 0-46-16,-2-3-43 0,5 0-258 0,-5-2-606 15,6-1 269-15</inkml:trace>
  <inkml:trace contextRef="#ctx0" brushRef="#br0" timeOffset="18335.65">7110 12604 272 0,'0'0'270'0,"7"0"-18"0,-7 0-17 0,0 0-11 16,0 0-22-16,0 0-19 0,0 0-17 0,8 0-16 15,-8 0-21-15,0 0-13 0,0 0-13 0,2 5-10 16,-2-5-9-16,0 6-9 0,2-2-7 0,-2 0-7 15,-2 2-5-15,2 0-6 0,-2 2-4 0,0 2-1 16,0 2-7-16,-2-3-31 0,-3 3-40 0,0-4-58 16,2 4-67-16,0-5-68 0,-1 1-178 0,2-1-435 15,4-2 192-15</inkml:trace>
  <inkml:trace contextRef="#ctx0" brushRef="#br0" timeOffset="18694.98">7385 12332 65 0,'-3'-2'323'0,"3"2"-23"0,0 0-25 0,0 0-28 16,0 0-19-16,0 0-22 0,4-4-7 0,-4 4-17 15,0 0-18-15,18 6-15 0,-11-5-17 0,1 3-15 16,-1 0-12-16,0 1-8 0,3 0-11 0,-4 0-8 15,4 0-11-15,-4 0-6 0,-2-1-6 0,3 0-5 16,-3 4-7-16,-1-3-7 0,1 1 0 0,-4-1-6 16,4 2-2-16,-4 1 0 0,-4-1-3 0,0 1-1 15,3-2 3-15,-4 3 7 0,0 0 4 0,-2-1 6 16,2-1 2-16,-1 0-3 0,4-1-3 0,-4 2-3 16,-1-4-1-16,5 1-3 0,-2 2-2 0,1-3-4 0,2-2 5 15,1 3 2-15,0 0 9 0,1-1-1 16,3-1-4-16,5-1 0 0,1-1-15 0,4 4-24 15,6-2-36-15,0-2-44 0,0 0-55 0,3 1-66 0,-2-1-71 16,11-2-293-16,-3 2-612 0,4-1 271 0</inkml:trace>
  <inkml:trace contextRef="#ctx0" brushRef="#br0" timeOffset="18866.84">7839 12661 2 0,'-6'8'234'0,"0"-3"1"0,-1 3-15 15,-2-2-13-15,1 0-13 0,-2 2-25 0,6-3-11 16,-6 3-16-16,1 0-13 0,2-1-11 0,0-1-12 16,-1 4-10-16,0-3-9 0,-2 2-13 0,4-1-49 15,0-2-56-15,1 0-76 0,-2 1-236 0,0-1-373 16,4 1 165-16</inkml:trace>
  <inkml:trace contextRef="#ctx0" brushRef="#br0" timeOffset="19335.54">8365 12542 208 0,'0'0'313'0,"0"0"-30"0,0 0-26 0,0 0-21 16,0 0-22-16,0 0-22 0,0 0-17 0,0 0-17 15,0 0-11-15,0 0-15 0,7 0-8 16,6 1-15-16,2 1-8 0,14 3-8 0,4-4-6 0,7 1-8 15,22 2-8-15,2 1-15 0,3-1-1 0,32 4-4 16,-1-3-8-16,-3 2-2 0,6-4 3 0,-2 2-13 16,-27-2-6-16,29 4 2 0,0-2-4 0,-33-3 0 15,32 2-2-15,-36-2-4 0,-1 2 1 0,-1-5-4 16,-5 1 2-16,-17 0-3 0,-5-1-1 0,-1-2-2 16,-12 2 2-16,-7 0 3 0,-2-1 24 0,-2 2 11 15,-2-1-4-15,-3 1-11 0,0-1-4 0,-6 1-7 16,0 0-5-16,0 0-11 0,0 0-2 0,0 0-17 15,0 0-16-15,0 0-17 0,0 0-25 0,0 0-23 16,-25 5-34-16,23-3-46 0,0 2-51 0,2-4-45 16,-1 4-194-16,4 1-501 0,1-1 221 0</inkml:trace>
  <inkml:trace contextRef="#ctx0" brushRef="#br0" timeOffset="20569.9">10603 12219 284 0,'6'-9'355'0,"-4"1"-10"0,1 1-12 15,-2 1-17-15,-1-2-3 0,0 0-20 0,2 5-14 16,0-3-30-16,-2 2-25 0,0 4-28 0,0-6-24 0,0 6-25 16,0 0-21-16,0 0-17 0,0 0-10 0,0 0-14 15,-4 21-4-15,4-8-16 0,2-1 3 16,-4 5-8-16,2 2-10 0,2 0-2 0,0 3-21 0,-2 3-11 16,2-1-12-16,2-6-7 0,-1 2-1 0,-2 1-28 15,3 5-10-15,-3-6-17 0,2-1-18 0,2-1-24 16,-3-6-36-16,2 5-41 0,-3-4-35 0,-1-3-41 15,3-2-51-15,1-2-186 0,-3-1-529 0,1 1 234 16</inkml:trace>
  <inkml:trace contextRef="#ctx0" brushRef="#br0" timeOffset="20788.64">10388 12212 146 0,'0'-8'339'0,"0"1"-14"0,2 0-20 0,4 3-26 16,-2-6-35-16,7 2-26 0,4-3-13 0,4 3-17 16,2-1-11-16,0 1-16 0,8-2-9 0,1 2-10 15,0 2-16-15,3-1-14 0,-3 2-16 0,3 2-8 16,3 0-10-16,0 2-10 0,-2-1-20 0,1 2-41 16,0 2-46-16,-1-1-40 0,-3 0-55 0,2 4-66 15,1-2-56-15,-7 2-210 0,3 3-506 0,-7-3 224 16</inkml:trace>
  <inkml:trace contextRef="#ctx0" brushRef="#br0" timeOffset="24376.09">6067 13175 56 0,'0'0'184'0,"1"-5"-3"0,-1 3 3 0,0 2-1 16,2-7-3-16,-4 1-25 0,2 1 8 0,0 1-5 16,-1-1-4-16,1-2-8 0,-1 4-10 0,-1-3-9 15,0 1-6-15,0-2-14 0,1 1-8 0,-3-2-12 16,-1 1-3-16,-1 2-8 0,2-1-8 0,-2 1-7 15,-1 0-3-15,2 0-8 0,-2 1-11 0,1 0 2 16,3 0-4-16,-1 0-8 0,-3 3-3 0,0 0-7 16,7 1-2-16,-9-3-3 0,9 3-2 0,-9 4-1 15,7 0-2-15,-2-1-2 0,1 5-2 0,0 0-1 16,1 2 5-16,0 3-4 0,2 4-2 0,2-1 0 16,0 2 2-16,2-1-5 0,2 6 5 0,-4 1-6 15,3-2 6-15,-1 3-1 0,4 1-3 0,-7-5-1 0,4-1 1 16,-2 7-1-16,3-7 2 0,-5 2-1 15,-1-1-1-15,3 0 2 0,-2-1-1 0,-1-1 1 16,0-1-2-16,2 1 2 0,-2-2 1 0,1-1-2 0,3 1-1 16,-3-4 2-16,1 0-5 0,1-2 4 0,-1-1 1 15,2 1-1-15,-3-4-15 0,4 1-13 0,-3-3-23 16,1 0-20-16,1-1-20 0,-1 0-37 0,3-2-33 16,-6-2-31-16,9 0-37 0,-9 0-137 0,3-7-396 15,-1 3 176-15</inkml:trace>
  <inkml:trace contextRef="#ctx0" brushRef="#br0" timeOffset="25013.47">5874 13435 159 0,'3'-6'210'0,"-2"0"-12"15,4 1-20-15,5-3-12 0,-1 3-15 0,2-3-17 16,2 2-13-16,0 1-13 0,-2 0-12 0,7-5-7 0,-2 7-8 15,-4-1-11-15,1-2-7 0,1 0-7 0,0 5-4 16,0 0-4-16,1-1-7 0,-3 1-3 0,0-1-5 16,-4 2-5-16,2-3-4 0,-1 2-3 0,-5 1-3 15,2-1-9-15,-6 1-12 0,8 0-1 0,-8 0 2 16,0 0-1-16,7 2-1 0,-2 2 0 0,-5-4-3 16,0 4 9-16,0-4-4 0,0 3-1 0,0-3 2 15,-5 6-6-15,4-1 2 0,-2-1 4 0,3-4-2 16,-3 3 2-16,2 4-4 0,-1-3 4 0,1 1-3 15,1-1 5-15,0-4-3 0,0 8 1 0,0-5 0 16,0 1 1-16,1 1 1 0,2-2 3 0,0 1-1 16,-3-4 4-16,9 4-3 0,-5-1 0 0,0-1 0 15,1-1 0-15,1 0 2 0,-6-1-1 0,11-1 0 16,-4 0-4-16,-7 1 2 0,8-3 1 0,-2 2 2 16,-4-2 0-16,1 1-1 0,1-2 2 0,-4 4 5 15,4-7 9-15,-1 2 1 0,-2-1 7 0,-1 1 7 16,0 0 11-16,0 0 3 0,0-2 3 0,0 3 3 0,0-2 1 15,0 0-2-15,0-1-6 0,0 2-2 0,0-1-3 16,3 1-6-16,-3 0-5 0,4 0-2 0,-3 2-3 16,4-2-4-16,-1 0-4 0,1 2-3 0,-1 2-2 15,-4 1-2-15,11-2-2 0,-7 2-3 0,-4 0 1 16,15 3-1-16,-10-2-4 0,1 3 0 0,-2 0 0 16,3 0-1-16,-1 1 1 0,0 0-5 0,-5 2 2 15,5 2-2-15,-3-4-1 0,-2 5 3 0,-1-4-2 16,0-1-1-16,0 3 0 0,0-2-3 0,-1-1 1 15,1 1 5-15,0-6-2 0,-2 6 1 0,2-2 6 16,0-4 19-16,0 3 26 0,0-3 27 0,0 0 22 16,0 0-12-16,0 0-7 0,0 0-8 0,0 0-2 15,0 0-8-15,4-17-9 0,-1 8-6 0,1 2-2 16,0-3-10-16,3-1-13 0,-3 1-12 0,4-2-26 16,-2 1-29-16,2 3-38 0,-1 0-45 0,-2-1-59 15,5 1-65-15,-1 2-282 0,-4 1-577 0,8 0 256 16</inkml:trace>
  <inkml:trace contextRef="#ctx0" brushRef="#br0" timeOffset="25997.74">6844 13318 192 0,'-3'-2'266'0,"3"2"-26"0,0 0-25 16,0 0-22-16,0 0-23 0,0 0-17 0,0 0-17 15,0 0-14-15,0 0-10 0,0 0-13 0,0 0-8 0,0 0-6 16,0 0-11-16,0 0-7 0,20 6-6 15,-13-5-6-15,1-1-4 0,3 1-6 0,-1 0-3 16,-2-2-5-16,4 0-4 0,-1-3-1 0,0 3-3 0,2-3-2 16,-3 0-2-16,0 0-3 0,-1-3 3 0,-1 0-7 15,-1 2 1-15,0 0 5 0,-2-1 9 0,-1 2 11 16,2-6 6-16,-4 6 6 0,0-3-1 0,-2 1-9 16,0 1 6-16,-3-1 0 0,2 1-10 0,-5 2-1 15,5-2-3-15,-6 1-6 0,2 0-8 0,-2 1-2 16,-1 2-5-16,1 0 1 0,-4 1-6 0,3 1-1 15,-6 0 2-15,5 0-3 0,-1 5-4 0,2-2-6 16,0 1 1-16,-3 2 2 0,4 0-3 0,-2 0 2 16,3-2 1-16,2 6-3 0,3-2 3 0,1 0-2 15,0 1 2-15,3 2 3 0,1-1-2 0,5 0 0 16,5 1-1-16,1 2-1 0,2-2 5 0,5-5-4 16,5 5-2-16,2-5-7 0,-1-1 0 0,4 0-2 0,-1-5-7 15,-1 2 5-15,-3-6 4 0,-2 1-6 0,-2-2-2 16,0-1 3-16,-4 0 5 0,-1 0-2 15,-3-6 2-15,-2 6 2 0,-3-2 0 0,0-1 4 0,-3-3-1 16,0 2 2-16,-4 1 1 0,-2-2 2 0,1-1 6 16,-4 2 8-16,1 2 2 0,-2-2-4 0,-1 1 13 15,0-1-15-15,1 2-3 0,-2 2 2 0,1 0-3 16,-2-1-2-16,1 2 0 0,2 0-6 0,-1 2-3 16,0-1 0-16,4 3 2 0,-8-1-6 0,8 1 2 15,-14 2-3-15,9 2 3 0,-1 0 6 0,0 4-8 16,0 2-5-16,-1-1 1 0,3-1 3 0,0 2-7 15,0 0 1-15,0 2 0 0,1-2-1 0,2 0-3 16,0-2 2-16,1 0 4 0,0-2-3 0,0 1 2 16,1-2 2-16,-1 1 0 0,1-1 4 0,1-1 3 15,-2-4 5-15,5 2-3 0,-5-2-1 0,7 0 5 16,-7 0 3-16,7-4 0 0,-3 1 12 0,1-4 7 0,1 3 11 16,-1 0 7-16,1-3 5 0,-2-1 15 0,1 4 0 15,-2-4 21-15,2 3 8 0,1-3 0 0,-4 3 10 16,1 0-4-16,1-1 0 0,-2 2-8 0,-1 1-10 15,2-1-10-15,-1 1-10 0,-2 3-7 0,2-5-11 16,-2 5-22-16,1-4-36 0,-1 4-40 0,0 0-2 16,0 0-5-16,0 0 4 0,0 0-11 0,4 13-9 15,-1-8-3-15,-3 3-25 0,5 0-18 0,-3 1-34 16,2 1-32-16,1-2-29 0,2 2-41 0,0 0-46 16,2-2-165-16,2-1-510 0,-1-2 226 0</inkml:trace>
  <inkml:trace contextRef="#ctx0" brushRef="#br0" timeOffset="26649.55">7639 13252 109 0,'-4'-2'232'0,"0"-3"-8"0,0 4-11 0,4 1-17 15,-11-4-16-15,7 3-14 0,4 1-17 0,-11 0-20 0,11 0-10 0,-15 1-12 16,9 0-11-16,0 2-6 0,-4-1-11 0,1 2-9 0,2-2-6 15,-2 5-8-15,2-3-6 0,-4 3-9 0,6 3-1 16,-2-3 0-16,1 1-4 0,0 1-5 0,2 1-3 16,2-1-1-16,-2-2-1 0,4 0-6 0,4 4 4 15,-2-1 0-15,3 0-3 0,6-4-4 0,-3 4 4 16,4-3-2-16,7 1-1 0,-4-3-8 0,3-2-9 16,2 1-17-16,2-1-14 0,-2-3-14 0,2 0-21 15,3-2-8-15,-5-3-16 0,0 0-2 0,-1-1-8 16,-5 1 4-16,4-5 2 0,-9-1-3 0,5 0 8 15,-1-3-2-15,-3-4 6 0,0 0 6 0,-4 1 12 16,-2-2 1-16,2 1 7 0,-5 2 35 0,1-1 14 16,-2 4 35-16,0-5 24 0,-2 4 21 0,2 4 21 15,-3-3 3-15,-2 4 11 0,2 0 4 0,3 1 2 0,-1 2 0 16,1-1-7-16,-3 4-13 0,1-1-7 16,2 4-11-16,-3-8-10 0,2 6-13 0,1 2-4 15,0 0-8-15,0 0-4 0,0 0 1 0,0 0-6 0,0 0-1 16,-6 15-8-16,6-8 3 0,-3 0-6 0,2 2-4 15,1 5 2-15,0-2-3 0,-3 0 1 0,3 5-3 16,0 1-1-16,0 0 0 0,0-1 2 0,0-1-5 16,0-3 1-16,0 1-2 0,3-2-1 0,-3-1-1 15,0-2 0-15,0-1 0 0,1-3 4 0,2 3-3 16,-3-2 5-16,0-1 3 0,1-3 16 0,2 1 12 16,-3-3 0-16,0 0-1 0,8 0-2 0,-8 0-6 15,12-5-1-15,-6 0 5 0,2-2 9 0,0 0 12 16,3-1-8-16,-1 0 19 0,-1-3 15 0,1 4 27 15,-2-3-14-15,0 3 9 0,0-1 6 0,-2 3-13 16,-1 0-6-16,-1 0-2 0,0 2-12 0,-1-1-10 16,2 2-11-16,-5 2-12 0,6-4-12 0,-6 4-1 15,5 1-5-15,-5-1-5 0,4 6-3 0,-1 1 0 0,1-1 1 16,3 3-20-16,-4 0-30 0,2 3-29 16,1 1-15-16,0 1-27 0,1-3-26 0,1 2-47 15,0-3-58-15,6 3-73 0,-6-4-317 0,7 0-674 0,4 0 299 16</inkml:trace>
  <inkml:trace contextRef="#ctx0" brushRef="#br0" timeOffset="27118.25">8676 13227 211 0,'2'-5'335'0,"1"1"-15"0,-1-1-12 0,0 1-11 15,1 0-6-15,-2 0-11 0,-1 4-19 0,3-6-14 16,-3 6-28-16,2-3-21 0,-2 3-29 0,0 0-15 16,0 0-23-16,0 0-17 0,0 0-12 0,0 0-17 0,0 0-4 15,-9 11-6-15,2-4-14 0,-3 1-7 0,0-2 2 16,-2 6-10-16,-4-1 1 0,0 2-4 15,3 0-8-15,-1-1-6 0,-2 2-15 0,0-3-18 0,4 1-20 16,-2-1-25-16,1 1-13 0,3-5-19 0,0 7-15 16,1-7-29-16,2 2-25 0,-3-3-31 0,6-1-19 15,0 1-13-15,0-4-13 0,1 1-11 0,3-3-20 16,0 0-136-16,0 0-426 0,0 0 188 0</inkml:trace>
  <inkml:trace contextRef="#ctx0" brushRef="#br0" timeOffset="27461.96">8530 13277 80 0,'3'-4'227'0,"-3"-1"0"16,0 1-4-16,-3-1 2 0,6 1 3 0,-3 4-4 0,0-8-13 16,0 6-22-16,0 2-16 0,0 0-18 15,0-6-19-15,0 6-13 0,0 0-16 0,0 0-11 16,0 0-9-16,0 0-10 0,0 0-3 0,8 10-11 0,-5-7-5 16,3 3-6-16,3 0-9 0,-1 0-9 0,3 1-17 15,-3 2-28-15,3-2-24 0,5 4-23 0,1-3-25 16,0 3-26-16,2-4-10 0,-1 3-23 0,-1 0-4 15,1-7 4-15,0 5 8 0,-6-4 6 0,3 0 15 16,-1-3 8-16,-2 6 18 0,0-3 8 0,-2-3 2 16,-2 0 12-16,-1 2 13 0,-2-2 30 0,1 0 20 15,-2 2 15-15,-4-3 0 0,5 4 5 0,-5-4 4 16,3 4 10-16,-3-4 10 0,0 3 2 0,0-3 0 16,0 7-2-16,-3-4-1 0,3 2-8 0,0-5 2 15,-4 7-15-15,3-1 10 0,-3 0-7 0,-1-1 1 16,4 1-3-16,0 3 1 0,-3 0-2 0,-2 2-3 15,1-3 0-15,2 3-1 0,-1-3-15 0,0 3-41 0,4-1-50 16,-1-4-56-16,-4 0-143 0,4 0-314 16,2 0 139-16</inkml:trace>
  <inkml:trace contextRef="#ctx0" brushRef="#br0" timeOffset="27915.04">9073 13252 73 0,'0'0'253'15,"0"0"-28"-15,-4-5-23 0,4 5-24 0,0 0-15 16,0 0-18-16,0 0-13 0,0 0-12 0,0 0-15 16,-1 16-10-16,2-12-7 0,1 1-8 0,1-1-6 15,0 0-7-15,-2 1-6 0,3 0-7 0,2 0-3 16,-2 0-4-16,0-2-5 0,4 0-2 0,-2 0-7 15,-2-2-2-15,3-1-4 0,-7 0 0 0,12-2-2 0,-4-1-5 16,-4-1-3-16,4 1 1 0,-2 0-3 16,0-2 1-16,1 0-1 0,-3 0 1 0,3-1 29 15,-3 2 13-15,-1-1 11 0,1 2 8 0,0-1 2 0,-3-2 4 16,2 3 6-16,-2 0-2 0,-1 3-5 0,3-5-12 16,-3 5-11-16,3-4-8 0,-3 4-5 0,0 0-7 15,0 0-6-15,0 0-5 0,12 7 0 0,-8-4-5 16,2 1-4-16,-2 3-6 0,1 0 5 0,-2 2-3 15,4 3 0-15,-3 0 3 0,2-1-7 0,3 4-2 16,-5 1-3-16,3 0-1 0,-4-3 1 0,2 5 1 16,-4-1-3-16,3-1 0 0,-4-4 1 0,0 2-11 15,-1-2-1-15,-5 0-3 0,0 0-9 0,-1-2-2 16,0-1-8-16,-5 1-12 0,0-3-14 0,1-1-23 16,-3-2-28-16,-1-2-40 0,2-1-48 0,2 1-47 15,2-2-227-15,-1-3-506 0,4 2 225 0</inkml:trace>
  <inkml:trace contextRef="#ctx0" brushRef="#br0" timeOffset="28196.26">9428 13169 146 0,'0'0'225'0,"0"0"-9"16,4 14-12-16,0-9-13 0,4 2-2 0,-1 3-17 16,0 1-15-16,1-1-13 0,4 5-16 0,-5 2-11 15,3-3-12-15,-1 2-8 0,-1 1-14 0,-1 0-7 16,-3-4-6-16,2 0-6 0,-4 4-8 0,1-4-6 16,-3 4-4-16,-3-1-2 0,1-3-5 0,-4 0-5 15,1 2-4-15,-8-2-2 0,4-2-5 0,-5 0-21 16,-3-1-17-16,0 0-20 0,-3-2-36 0,-4 0-37 15,2-2-43-15,-7-4-60 0,-2 1-147 0,2-1-388 16,-1-1 173-16</inkml:trace>
  <inkml:trace contextRef="#ctx0" brushRef="#br0" timeOffset="28728.98">8509 13062 79 0,'0'0'323'0,"0"0"-20"0,-5-7-27 15,5 7-30-15,0 0-28 0,-4-1-25 0,4 1-22 16,0 0-16-16,-16 9-14 0,9-3-15 0,-4 2-8 16,3 2-4-16,-5 3-1 0,0 2 0 0,0 2-9 15,-1 1-7-15,-1 4-8 0,4-3-10 0,2 0-9 16,-2 10-4-16,3-1-5 0,-1 0-5 0,8 0-3 15,2 0-6-15,5-8-2 0,-2 9-2 0,9-4-14 16,-3-5-4-16,10 2-34 0,2-4-38 0,0 2-62 16,8-5-84-16,3-1-86 0,3-2-207 0,4-3-527 15,-2-2 233-15</inkml:trace>
  <inkml:trace contextRef="#ctx0" brushRef="#br0" timeOffset="29307.04">10003 13186 328 0,'3'-6'323'0,"0"0"-19"0,-2 2-12 0,-1-2-21 16,0 3-16-16,0 3-20 0,0-9-13 0,0 9-28 15,-1-6-11-15,-1 3-25 0,2 3-21 0,-8-2-15 16,0 1-14-16,8 1-13 0,-18 5-10 0,5 0-7 16,-5 2-9-16,2 4-5 0,-1-4-9 0,-2 9-4 15,3-3-6-15,-2 1-5 0,3 1-5 0,-4 7 2 0,7-5-7 16,0-1 0-16,4 1-4 0,1 0 10 0,3 0-14 16,1-1-4-16,6 0 3 0,2 1-4 15,3-1 1-15,2-6-4 0,5 3-1 0,3-4-34 0,2 0-25 16,2-2-27-16,9 0-37 0,-3-3-36 0,1-1-38 15,1-2-46-15,-8-3-44 0,0 0-218 0,-1-3-532 16,-1-1 236-16</inkml:trace>
  <inkml:trace contextRef="#ctx0" brushRef="#br0" timeOffset="29494.53">9879 13296 200 0,'-5'-3'248'16,"-3"2"-9"-16,2 1-17 0,2-2-20 0,4 2-15 15,-7-2-13-15,7 2-9 0,0 0-9 0,0 0-16 16,0 0-10-16,0 0-14 0,35 3-16 0,-15 1-3 16,-1-3-23-16,4-1-30 0,1 2-44 0,-3-1-40 15,9-1-49-15,-6 0-59 0,-1 0-63 0,-1 1-124 0,-1-1-362 16,2 0 160-16</inkml:trace>
  <inkml:trace contextRef="#ctx0" brushRef="#br0" timeOffset="29869.49">10409 13105 256 0,'4'-3'331'0,"-3"0"-9"0,2-1-17 0,-2 1-12 15,2 0-15-15,-3 3-25 0,5-3-22 0,-5 3-21 0,3-2-33 16,-3 2-21-16,0 0-20 0,0 0-16 0,0 0-14 16,0 10-9-16,0-2-9 0,0-1-7 15,0 4-5-15,1 0-10 0,1 1-9 0,-2 4-3 0,1-2-6 16,-1 4-2-16,4 1-7 0,-4 3-2 0,0-3-10 15,4-1-8-15,-2 1-20 0,3-2-8 0,-2-4-11 16,-3-1-14-16,1 0-19 0,-1 1-21 0,0-2-28 16,0 0-29-16,3-4-29 0,-3 0-20 0,2-3-32 15,4 0-34-15,-2-3-203 0,-4-1-484 0,0 0 215 16</inkml:trace>
  <inkml:trace contextRef="#ctx0" brushRef="#br0" timeOffset="30119.47">10312 13074 62 0,'-6'-2'263'0,"1"-1"0"16,-3 1-4-16,5-1-3 0,3 3-17 0,-5-2-16 16,5 2-13-16,-4-4-16 0,4 4-13 15,0 0-23-15,0 0-13 0,11-4-14 0,-2 3-9 0,6 1-18 16,0 1-12-16,4 0-6 0,4 0-11 0,0 1-5 15,7 1-6-15,-4-5-1 0,-3 5-14 0,2-3-2 16,-5-1-4-16,1 2-4 0,0 1-11 0,-2 0-33 16,-5-1-24-16,-3 0-32 0,2-1-37 0,-4 1-44 15,-4-1-51-15,6-1-62 0,-7 0-193 0,-4 1-484 16,4 2 214-16</inkml:trace>
  <inkml:trace contextRef="#ctx0" brushRef="#br0" timeOffset="31052.43">10595 13213 45 0,'0'0'217'0,"0"0"-21"16,4-3-15-16,-4 3-15 0,0 0-12 0,0 0-17 15,10 0-12-15,-10 0-11 0,0 0-9 0,10 3-10 16,-7 0-9-16,4-1-12 0,-3-1-7 0,0 2-7 16,1 1-3-16,1 1-11 0,-2-2-2 0,3 3-6 15,-3 0-3-15,-1 0-4 0,-1 1-2 0,2-1-4 16,0 1-3-16,-2-1-1 0,-1-2-3 0,2 1-2 15,-2 1-2-15,-1 0-2 0,0-2 0 0,3-1-2 16,-3-3 0-16,-3 8 0 0,3-4-1 0,-1 0 1 16,1-4 2-16,0 0-3 0,-3 7-1 0,3-7 2 15,-1 1 11-15,1-1 12 0,0 0 7 0,-3 3 12 16,3-3 10-16,0 0 5 0,0 0 0 0,0 0-2 0,0 0 0 16,0 0-4-16,0 0-10 0,0 0-1 0,-7-9 4 15,7 9-15-15,0 0-1 0,0-6-2 16,-1 0-1-16,1 6-6 0,1-4-6 0,-1 4 0 0,0-8-1 15,4 4-5-15,-4 4 0 0,0-6-2 0,3 2-3 16,0 0 0-16,-1 0-9 0,1 0-5 0,0 0-4 16,1-2-3-16,2 4-5 0,-1-2 1 0,3 0-6 15,-1-1 0-15,1 1-6 0,-1 1-4 0,4-2-5 16,-3 0-4-16,7 0-6 0,-6 1-4 0,1 0-5 16,-2 1-8-16,2-3-9 0,-4 4-1 0,1-2-1 15,0 0-11-15,1 0-13 0,-2 1-18 0,-1 1-28 16,-1-1-15-16,0 1-19 0,-4 2-148 0,8-5-351 15,-8 5 155-15</inkml:trace>
  <inkml:trace contextRef="#ctx0" brushRef="#br0" timeOffset="32364.89">10429 13050 207 0,'0'-6'281'0,"0"0"-15"16,-3-1-8-16,3 3-8 0,3-1-17 0,-3 0-15 15,0 5-14-15,1-5-13 0,-1 5-18 0,0 0-20 0,0-5-14 16,0 5-18-16,0-5-22 0,0 5-7 16,0 0-13-16,0 0-5 0,0 0-8 0,3 10-5 15,-3-10-6-15,3 9-10 0,-3-4-4 0,0 0-1 0,0 2-7 16,1-1 0-16,-1-1-7 0,0 1-2 0,0 2-1 16,0 0-4-16,0-2-3 0,-1 1-1 0,-2 0-1 15,3 0-4-15,0 0-1 0,0 1 2 0,0 0-3 16,-3-1-1-16,3 1 2 0,-4-1 0 0,4 0-6 15,0-2 0-15,-4 1 3 0,3-3 7 0,1 3-10 16,-3-4-1-16,3-2 2 0,0 5-1 0,0-5 0 16,-1 4 3-16,1-4 6 0,0 5-2 0,0-5 0 15,0 0-4-15,0 0 1 0,0 0 2 0,0 0-3 16,0 0-3-16,0 0-2 0,0-17 2 0,1 12 5 16,-1 0-2-16,3 0 0 0,-2-1-3 0,3-2 1 15,-4 0-3-15,4-1-1 0,-2 1-1 0,-1-2 4 16,2 0-2-16,-2 0 0 0,2 1-4 0,-2-1 9 0,1 0-4 15,2 3 0-15,-3 1 1 0,2-2-5 16,1 3 6-16,1-2 0 0,-1 1-5 0,-1 1 2 16,4 1-2-16,-3 0-1 0,3-1-2 0,2 2 1 0,-3 1 1 15,2-1-4-15,3 3 4 0,1-1 1 0,0 2-1 16,2 0 1-16,-2 2 1 0,4 1-2 0,1 2 2 16,0-1-2-16,1 2 1 0,2 2-1 0,-1-3 1 15,-1 3-3-15,0 0 3 0,-2 2-5 0,0-1 0 16,0 0 3-16,-3-1 1 0,-3 0 2 0,-1 0-7 15,-1 0 3-15,0 0-3 0,-1 1-3 0,0-1 5 16,-2 0 1-16,-1 1-1 0,-2 1-1 0,-2 2 4 16,0-1-5-16,-3-1 3 0,0 7 2 0,-2-5-4 15,-2-1 5-15,-1 4-3 0,0 0 1 0,-3-2 4 16,3 2-4-16,-2-5 6 0,-2 2-6 0,0-2 3 16,-3 3-2-16,1-1 2 0,-2-4 2 0,1 3-2 15,-4-4 0-15,4-1-2 0,-3 1 4 0,6-2 0 0,-1-1 1 16,-7 2-2-16,1-2 4 0,2-3-4 0,-2 2 1 15,4-1 1-15,0-1-5 0,1-2 7 0,-1 0 1 16,4-1-2-16,2 2 0 0,1-3-14 0,2 0-19 16,6 2-30-16,-11-4-44 0,7 3-68 0,4 1-47 15,0 0-59-15,0 0-192 0,11-7-506 0,0 4 224 16</inkml:trace>
  <inkml:trace contextRef="#ctx0" brushRef="#br0" timeOffset="33067.94">10989 13270 35 0,'0'-3'299'15,"2"-1"-12"-15,-2 4-11 0,1-6-9 0,-1 1-17 16,0 5-17-16,0 0-21 0,0 0-23 0,3-3-24 15,-3 3-14-15,0 0-24 0,0 0-16 0,0 0-6 16,-6 11-11-16,4-4-9 0,-1 3-12 0,0-1-2 16,-2 3-8-16,2 0-6 0,0 5-4 0,2-4-1 0,-2-1-6 15,0 6-2-15,1-5 3 0,0 4-12 16,1-5-1-16,1 5-2 0,0-3-6 0,0-2-3 16,1-1 2-16,2 1 1 0,0-2-9 0,-2 1 5 0,3-3-2 15,0-2 1-15,6 1-5 0,-3-2-6 0,2 0-17 16,2-2-19-16,1 0-36 0,-1-2-43 0,3-1-43 15,-2-3-46-15,4 0-38 0,-2 2-41 0,-3-4-169 16,2-1-480-16,1 2 213 0</inkml:trace>
  <inkml:trace contextRef="#ctx0" brushRef="#br0" timeOffset="33239.79">11044 13405 5 0,'-11'-4'218'0,"1"-1"10"0,2 4 5 0,2-3 5 16,-3 0 2-16,2 0-4 0,3 2-5 0,0-1-5 15,4 3-12-15,-9-5-12 0,5 2-8 0,4 3-19 16,-6 0-8-16,6 0-16 0,0 0-16 0,0 0-22 16,0 0-29-16,0 0-30 0,15-6-42 0,-7 6-40 0,-1 0-38 15,4 0-45-15,4 2-50 0,-4-2-39 16,2 0-46-16,1 4-178 0,-3-4-460 0,8 4 204 16</inkml:trace>
  <inkml:trace contextRef="#ctx0" brushRef="#br0" timeOffset="34052.2">11153 13405 87 0,'0'0'155'0,"0"0"-8"16,9 9-9-16,-5-6-5 0,-1-1-13 0,1 3-9 16,0 0-4-16,1 1-13 0,0 0-4 0,-1 0-9 15,2 2-2-15,0 1-5 0,-2 0-15 0,0-1-6 16,-1 1-7-16,0 1 1 0,-1-2-7 0,0-1-2 15,-1-2-3-15,0 1-6 0,-1-1-2 0,0 3-1 16,0-3-2-16,-2-1 2 0,0-1 21 0,0 2 2 16,-4-2 6-16,3-1 5 0,-2 1 2 0,-1-2 1 0,6-1 0 15,-10 0 0-15,10 0 10 0,-10-4 3 16,6 3-1-16,0-2-7 0,2-2-2 0,1 0-11 16,-3 0-2-16,4-3-6 0,4 2-9 0,0-2-12 0,3-1-14 15,0-1-21-15,6-1-28 0,1-1-27 0,5 0-21 16,2 2-23-16,4-1-12 0,-3 3-6 0,1 0 8 15,-4 2 12-15,0 1 3 0,3-2 13 0,-3 5 8 16,-4-2 6-16,-3 1 9 0,-2 1 5 0,2 1 11 16,-7 1 1-16,1-2 18 0,-6 2 6 0,8 0 8 15,-8 0 15-15,0 0 0 0,0 0 7 0,0 0 26 16,0 0 9-16,0 0-7 0,0 0-8 0,0 0 11 16,-19 7 11-16,12-4 1 0,-2 1 5 0,-1 2-4 15,-1-1-2-15,1 0-5 0,0 1-4 0,-1-1-3 16,0 3-3-16,0-2-5 0,6 2-2 0,-6-1-5 15,4 0 1-15,2 0-6 0,-1 0 4 0,2 1 1 16,-1-2-2-16,4 0 1 0,1 1-2 0,0-2 1 16,1 1-4-16,0-2 5 0,4 0 1 0,2 1-4 15,0-3-1-15,1-1 2 0,7-1-8 0,-4-1 3 16,3-3 0-16,-2 1-1 0,-1-1 1 0,4 0-3 16,-4-3 0-16,2-1 1 0,-5 2 0 0,2-2-3 0,-1 1 20 15,0-1 21-15,-4 0 10 0,-1 0 4 0,-1 3-4 16,1-1-4-16,0 1-5 0,-1 0-3 0,-2 1-4 15,-1 1-4-15,1 0-9 0,-1 3-3 0,0 0-9 16,0 0 2-16,0 0-5 0,0 0 3 0,0 0-6 16,0 0 1-16,-9 12-1 0,6-5-4 0,-1 2 4 15,1-1 0-15,2 0-2 0,-2 3-2 0,2 0-1 16,1-1 0-16,0 3-5 0,0-7 4 0,-1 3 1 16,1-2-3-16,0-1 0 0,1 2 0 0,-1-3 1 15,1-3 2-15,3 2 1 0,1-2 3 0,-5-2-1 16,7 0-4-16,-7 0 3 0,13-7-2 0,-9 2-1 15,3 0-1-15,1-2 4 0,1 1 12 0,-2-3 11 16,2 4 8-16,0-4 6 0,-5 3 6 0,3-1 0 16,-3 0-3-16,0 3 7 0,-1-2 5 0,-2 1-8 0,6 2-2 15,-6-1-15-15,2 2 0 0,-3 2-9 16,4-3-4-16,-4 3-8 0,0 0-2 0,0 0-2 16,0 0-11-16,0 0-8 0,10 8-9 0,-9-5-11 0,-1 1-16 15,4 0-26-15,-1 1-23 0,-2 1-24 0,3-1-30 16,0 1-38-16,0-1-39 0,-1 0-49 0,4-1-154 15,-2-2-465-15,1 2 205 0</inkml:trace>
  <inkml:trace contextRef="#ctx0" brushRef="#br0" timeOffset="34208.43">11701 13273 116 0,'-3'-5'234'0,"2"1"-23"0,-4 2-21 0,3-2-19 16,2 4-18-16,-2-4-18 0,2 4-29 0,-4-4-43 16,4 4-54-16,0 0-64 0,0 0-168 0,0 0-240 0,0 0 106 15</inkml:trace>
  <inkml:trace contextRef="#ctx0" brushRef="#br0" timeOffset="42052.07">6548 14054 3 0,'0'-4'303'15,"2"-1"-3"-15,-1 1-11 0,-1-2-22 0,0 6-14 16,0-5-16-16,0 5-4 0,0-8-28 0,3 5-19 15,-3 3-15-15,1-3-14 0,-1 3-16 0,0 0-14 0,0 0-18 16,2-5-19-16,-2 5-3 0,0 0-19 0,0 0-6 16,0 0-6-16,0 0-8 0,0 0-5 0,0 0-7 15,0 0-2-15,0 0-1 0,1 18-5 16,0-15-3-16,1 9 10 0,-2-6-15 0,0 7-1 0,1-3 2 16,1 2-10-16,-1 2 2 0,-1-2-1 0,0 0-2 15,0 2 2-15,3-1 3 0,-2 5-4 0,3-2-2 16,-4 2-1-16,3-6-2 0,-1 2-1 0,0-1 0 15,-1 0-1-15,2-1-5 0,-2-1 6 0,1 2 0 16,-1-2-3-16,0 0-1 0,-1-2 3 0,0 2-4 16,0-2 3-16,0 0 2 0,-2-3-3 0,0-1 0 15,-1 2 3-15,1-2-1 0,-2 0 1 0,-3 0-1 16,2 0-1-16,-1-2-1 0,-1-2 20 0,-1 2-6 16,0-1 3-16,-3-1-4 0,-1-1 2 0,2 2-1 15,1-2 2-15,0-2 7 0,2 2 3 0,0-1 0 16,1-1 9-16,6 2 6 0,-9-4 8 0,3 4 9 15,6 0 1-15,-4-5-5 0,3 2 5 0,-2-1-10 16,3 4-5-16,0-6 0 0,0 6-11 0,7-6-4 0,-2 0-5 16,2 1 1-16,1 1-4 0,5 2-6 15,0-4-5-15,-1 1-2 0,3 3-1 0,-1-1 3 16,5 2-1-16,0 0-4 0,0 0 1 0,0 2-1 0,0 0-7 16,0 0 0-16,-2 2-17 0,2 1-23 0,1-3-4 15,-2 3-19-15,1 1-14 0,1-4-19 0,-6 4-19 16,5 0-16-16,-2 0-24 0,-2-2-25 0,-1 0-25 15,2 1-20-15,-5-3-43 0,0 0-24 0,1 2-192 16,-2-2-524-16,-1 1 232 0</inkml:trace>
  <inkml:trace contextRef="#ctx0" brushRef="#br0" timeOffset="42864.48">7022 14273 5 0,'-4'-2'222'0,"4"2"-22"0,-6-2-19 16,6 2-19-16,-10 0-18 0,10 0-13 0,-10 3-15 0,4-1-10 15,1 1-9-15,-3 2-13 0,3-1-6 16,-1 1-9-16,-1 2-9 0,3 0-4 0,-3 0-3 16,3 1-6-16,3-1-6 0,-3 0-4 0,2 0 4 0,2 1-8 15,0-2-1-15,2 0-5 0,2 1-3 0,-3-2 2 16,9-1-1-16,-5 1-1 0,3-1-3 0,2 1 5 15,3-5-10-15,-3 1-1 0,2-2 1 16,-1 1-2-16,-4-1-1 0,1-2 0 0,4-1 1 0,-6-1-3 16,-1 0 9-16,2 1-10 0,-4-4 0 0,-1 2-3 15,0 0 4-15,-1-5 4 0,-2 5 2 0,-6-3 11 16,2 0 1-16,0 4 6 0,-3-3-2 0,1-1 6 16,-3 3-5-16,3-1-1 0,-3 1-4 0,2 0 5 15,0 2-1-15,0-1 5 0,2 2 7 0,2-1 4 16,-2 2 5-16,3-1-3 0,3 3-4 0,-7-4-3 15,7 4-6-15,-3-4-7 0,3 4-3 0,-1-5-3 16,1 5-2-16,0 0-3 0,0 0-3 0,15 0-1 16,-4-1-2-16,-4 1 0 0,1 0 0 0,0 1-5 15,3 2 5-15,0-2-9 0,1 2 0 0,-3-1-1 16,1 1 1-16,-3-2-1 0,4 3-1 0,0 0-5 16,-3-2 4-16,-2 1-2 0,3 2 4 0,-4-1-8 15,1 1 4-15,0-1 2 0,1 1-4 0,-2 2-1 0,1-2 0 16,-3-1-1-16,1 3 1 0,-3-2-1 0,2 1 3 15,1 1-2-15,-1-1-2 0,-2 1 6 16,-1-1-3-16,0 1-2 0,0-2 1 0,-1 0 4 0,1 3-5 16,-3-5 1-16,-1 1 0 0,1 0 1 0,3 0 0 15,0-4 2-15,-5 5 4 0,2-2 4 0,3-3 16 16,0 0 8-16,-4 1 4 0,4-1 0 0,0 0-2 16,0 0-2-16,0 0 0 0,4-14 2 0,0 9-6 15,-4 0 1-15,4-3-6 0,0 0 1 0,4-1 3 16,-1 0-9-16,-1 1 3 0,-1-2-5 0,3 3-3 15,-1-1 1-15,1 0-3 0,-1-1-2 0,-1 4-3 16,0-1 2-16,1 2 0 0,-3 0-4 0,3 0-1 16,-2 0-2-16,1 2-2 0,-2 1 2 0,1-1-4 15,-5 2 0-15,10-1 1 0,-10 1-2 0,13 3-1 16,-6-1 1-16,-4 2 1 0,2 0 0 0,2 0-2 16,1 1 2-16,-4 1-3 0,3-1 5 0,-4 2-1 15,2-1-2-15,-2 0 0 0,4 1 3 0,-2 2-2 16,-3-1-2-16,0-2 2 0,1 0 0 0,0 1 1 15,-2-1-3-15,-1 0 3 0,0-1 4 0,0 2-4 16,0-2 1-16,-4 0-1 0,1 2 1 0,1-2-1 16,-3-1-5-16,4 1-28 0,-4-3-37 0,1 1-44 15,0 1-56-15,4-4-73 0,-3 5-268 0,3-5-554 16,0 0 245-16</inkml:trace>
  <inkml:trace contextRef="#ctx0" brushRef="#br0" timeOffset="43631.49">7683 14050 64 0,'0'-11'245'15,"2"3"2"-15,1 3 5 0,-1-4 1 0,-1 3-1 16,-1-1-8-16,0 2-2 0,0 1-14 0,0-1-23 16,0 1-20-16,0 4-18 0,-3-6-24 0,3 6-15 15,-6-2-14-15,6 2-14 0,0 0-16 0,-14 8-4 16,7-4-7-16,-4 4-12 0,4-1-4 0,-4 4-6 0,-2 3-4 16,6-5-7-16,-7 6-5 0,2 2 0 0,4 1-7 15,-1 0-1-15,-1-1-6 0,5 1 4 16,-1 1-3-16,3-2-4 0,2 2-4 0,1 1 8 0,0-1-7 15,1 1-4-15,4-3 2 0,-1 0-1 0,1 0 1 16,2-3 13-16,5 1-15 0,-5-5-7 0,5 0 7 16,-1 4 0-16,5-5-4 0,-5 0-3 0,0-2-9 15,4 0-22-15,-3-3-26 0,3 1-28 0,-1-1-32 16,1-3-36-16,-3 1-37 0,2-2-43 0,-1 0-37 16,-4-2-207-16,0 1-513 0,2-3 226 0</inkml:trace>
  <inkml:trace contextRef="#ctx0" brushRef="#br0" timeOffset="43928.33">8039 14130 202 0,'3'-4'268'0,"-2"0"-8"16,-1 4-8-16,0-5-15 0,0 5-23 0,2-5-20 15,-2 5-26-15,0 0-15 0,0 0-15 0,0 0-17 0,0 0-13 16,0 0-14-16,0 0-6 0,-6 11-12 0,2-5-9 16,0 0 1-16,-2 0-9 0,0 2-8 0,-4 2-4 15,2 4-6-15,-4 2-2 0,-2-5-3 16,3 2-6-16,-1 1-1 0,-2 0-8 0,5-4 1 0,-6 3-3 16,3 1 0-16,0-1-3 0,2-3-3 0,2-1-1 15,-3 0-4-15,4-2-22 0,-1 0-28 0,1 1-32 16,1-3-32-16,1 0-33 0,4-2-24 0,-2 0-23 15,3-3-34-15,0 0-151 0,0 0-403 0,0 0 179 16</inkml:trace>
  <inkml:trace contextRef="#ctx0" brushRef="#br0" timeOffset="44147.06">7873 14183 60 0,'-3'-2'259'16,"3"2"-6"-16,-5-7-20 0,3 6-23 0,2 1-22 15,-2-2-21-15,2 2-17 0,0 0-20 0,0 0-12 16,0 0-9-16,0 0-15 0,0 0-10 0,2 11-7 0,0-4-5 16,1-4-10-16,2 4-3 0,-2 2-8 0,1 0-5 15,3 2-3-15,-3-2-2 0,3 2-3 16,1 0-5-16,0 1-1 0,-1-4-32 0,1 3-37 16,3-1-45-16,1-1-52 0,-1-2-49 0,1 0-180 0,3 1-392 15,3-1 174-15</inkml:trace>
  <inkml:trace contextRef="#ctx0" brushRef="#br0" timeOffset="44318.91">8189 14369 120 0,'0'0'177'0,"0"0"-5"16,0 0-9-16,0 0-1 0,0 0-14 0,-15 5-11 16,12-1-14-16,-1 0-10 0,0 0-12 0,1 1-9 15,-1-3-5-15,0 6-14 0,0-1-7 0,-4-1-2 16,2 1-8-16,-2 3-3 0,4-2-2 0,-4-1-15 15,0 1-37-15,2-1-38 0,2-1-49 0,0-3-49 16,1 1-152-16,1-2-311 0,2-2 138 0</inkml:trace>
  <inkml:trace contextRef="#ctx0" brushRef="#br0" timeOffset="44740.75">8368 14085 134 0,'0'0'212'16,"0"0"-21"-16,0 0-19 0,0 0-16 0,0 0-16 16,0 0-14-16,13 6-19 0,-8-3-2 0,3 1-7 15,-1 1-18-15,3 1-4 0,-2-1-6 0,4 2-19 16,0-4-31-16,-2 3-29 0,0-2-26 0,3-2-32 15,-2 3-26-15,0-4-22 0,1 0-10 0,-1-1 2 16,-2 0-73-16,-3 0-211 0,1 0 94 0,-7 0 821 16,14-2-560-16,-10 1 32 0,-1-2 29 0,1 1 28 15,-1-2 25-15,-3 4 27 0,0-7 22 0,3 5 21 16,-3 2 15-16,0-5 10 0,0 5-8 0,0 0-14 16,0 0-18-16,0 0-11 0,-7-3-10 0,7 3-11 15,0 0-5-15,-6 8-3 0,2-4 2 0,0 1 1 16,-5 4-4-16,3-1-7 0,-2 2 0 0,0 0-11 15,-3 4-6-15,4-2-3 0,-1 4-6 0,-5-2-1 0,2 4-5 16,1-1-6-16,-2-2-2 0,1 1-8 16,3-2-17-16,-1-3-26 0,-2 3-36 0,1-4-39 15,-1 2-52-15,7-6-60 0,-4 4-205 0,2-7-449 0,4 2 198 16</inkml:trace>
  <inkml:trace contextRef="#ctx0" brushRef="#br0" timeOffset="45068.83">8665 13930 48 0,'0'0'282'15,"0"0"-24"-15,0 0-16 0,0 0 5 0,0 0-12 16,11 10-9-16,-3-5-11 0,2 1-8 0,0 1-16 16,3 2-11-16,0 1-17 0,2 2-16 0,-1 0-12 15,1 0-22-15,-6 2-4 0,6-2-15 0,-5 3 6 16,-1 2-24-16,2 1-11 0,-6-2-7 0,2 2 0 0,-3 1-8 16,-1 2-4-16,-3-2-1 0,0 1-8 0,-1 1 4 15,-3 5-2-15,-2-4-10 0,-2-3-2 16,-7 6 0-16,0-1-7 0,-2 2-14 0,-4-4-35 0,2 0-30 15,-7 0-43-15,-1-2-54 0,1-1-74 0,-1-2-310 16,1-1-585-16,0-3 258 0</inkml:trace>
  <inkml:trace contextRef="#ctx0" brushRef="#br0" timeOffset="52954.51">6648 14842 34 0,'-4'-3'312'0,"4"3"-8"0,-3-3-9 0,3 3-18 0,-7-2-16 16,7 2-8-16,0 0-13 0,0 0-23 0,0 0-13 16,0 0-30-16,0 0-14 0,0 0-17 0,-2-3-14 15,2 3-11-15,0 0-16 0,0 0-10 0,0 0-6 16,0 0-4-16,0 0 9 0,0 0 1 0,18 4-4 15,-8-2-2-15,9 1-12 0,3 1-11 0,1-3 3 16,7 2-10-16,1-2 14 0,2 2-24 0,-11-2 4 16,9-1-10-16,0 1-8 0,-8 0-2 0,2 1 0 15,-3-1-5-15,-2 2-1 0,0-1-5 0,-3 2-2 16,-3-3-1-16,-1-1 11 0,-3 2-23 0,-1-1-11 16,-1-1-10-16,-2 0-18 0,2 2-6 0,-3-2-7 15,-5 0-9-15,7 3-7 0,-7-3-10 0,4 2-3 16,-4-2-16-16,0 0-4 0,0 0-17 0,4 2-15 15,-4-2-17-15,0 0-11 0,0 0-26 0,-12 5-15 16,12-5-29-16,-11-1-33 0,11 1-158 0,-11 2-453 0,6-2 202 16</inkml:trace>
  <inkml:trace contextRef="#ctx0" brushRef="#br0" timeOffset="53345.1">6646 14939 112 0,'0'0'239'16,"0"0"-16"-16,-4-1-20 0,4 1-20 0,0 0-20 15,0 0-14-15,0 0-17 0,0 0-13 0,0 0-15 16,0 0-10-16,0 0-6 0,0 0-8 0,0 0 8 16,0 0-3-16,7 11-6 0,-1-7-5 0,-4 3-8 15,4-2-6-15,3 1-6 0,-2 1-3 0,0 0-6 16,4 2-5-16,1 0-6 0,2 2-1 0,-5-2-2 16,2 0-5-16,1 5-3 0,3-3-3 0,0 1 1 15,-4 1-4-15,0-4-3 0,1 3 2 0,-2-2-2 0,-1-1-1 16,-1-2 0-16,0 3-3 0,-2-2 7 0,-1 2-1 15,1-4-4-15,-3 0 3 0,1 1-3 16,-1-3-23-16,2 1-18 0,-4-3-18 0,-1 2-16 16,0-4-16-16,4 5-18 0,-4-5-33 0,3 2-44 0,-3-2-203 15,0 0-407-15,0 0 180 0</inkml:trace>
  <inkml:trace contextRef="#ctx0" brushRef="#br0" timeOffset="53674.76">7102 14944 212 0,'0'-5'262'0,"0"5"-2"0,-4-4-11 0,4 4-7 16,0 0-17-16,0-6-17 0,0 6-19 0,0-4-18 0,0 4-18 15,0 0-15-15,0-5-15 0,0 5-17 0,0 0-10 16,0 0-15-16,0 0-6 0,0 0-10 15,0 0-6-15,0 0-8 0,-11 13-4 0,8-6-4 16,-3 1-4-16,0 1-2 0,-2 1-6 0,-4 4 1 0,3-3 6 16,-3 4 4-16,0 1 3 0,1-1 3 0,-5-2 4 15,2 5-6-15,2-2-4 0,1-1-4 0,-4-2-2 16,3 1-2-16,0-1-7 0,2-2-1 16,1-2-3-16,3 0-3 0,-3 0 0 0,5-2-2 0,0-1-5 15,1-2-15-15,0 0-8 0,0 0-12 0,3 1-21 16,0-5-45-16,0 0-60 0,6 2-74 0,-6-2-66 15,16-6-203-15,-10 2-529 0,6 0 234 0</inkml:trace>
  <inkml:trace contextRef="#ctx0" brushRef="#br0" timeOffset="54830.88">7090 15267 71 0,'0'0'255'0,"-1"-4"-12"0,1 4-15 0,0 0-19 16,0 0-18-16,0 0-20 0,0 0-19 0,0 0-19 16,0 0-17-16,0 0-12 0,0 0-12 0,0 0-5 15,0 0-11-15,-2 15-8 0,2-10-9 0,-3 1-5 16,3 3-6-16,3-2-6 0,-3 1 0 0,0-1 0 16,0 2-10-16,0 2-3 0,0-4-2 0,0 1-1 0,3 0-4 15,-2-1-4-15,-1-1 0 0,2 0 1 0,2 1 1 16,-3-4-3-16,-1 1-2 0,4 2-2 15,-3-2 6-15,-1-4-4 0,4 4 0 0,-4-4 0 16,9-1-11-16,-9 1 0 0,8-3 1 0,-3 1-3 0,2-3 0 16,-3 1 1-16,3 0-2 0,0-4 3 0,-3 4 20 15,4-1 0-15,-4 2 0 0,0-2-5 0,-1 2 2 16,2-1-2-16,-2 0-1 0,0 2-4 0,-2-1-1 16,-1 3-2-16,4-3-4 0,-4 3 0 0,4-4-2 15,-4 4-3-15,0 0 2 0,0 0-7 0,7-1 4 16,-7 1-3-16,0 0 2 0,7 5 2 0,-4-2-1 15,2 1-1-15,-1 0-1 0,1 1-1 16,0-2 2-16,0 2 2 0,-1 0 0 0,0 0-1 0,2-3 1 16,-1 3 1-16,3-1-3 0,-5-1 1 0,1-1 1 15,-1 1 1-15,2 1 2 0,-5-4 0 0,11 0-3 16,-11 0 2-16,7-2 1 0,-7 2 1 0,7-5 3 16,-3 3 25-16,0-2 1 0,-2 0-1 0,1-2-1 15,-3-1-3-15,2 2-6 0,-1-6 1 0,-2 1-1 16,-1 0-6-16,2 0-3 0,0 0 2 0,-3-2-2 15,1 4-3-15,-1-3-13 0,2 1-10 0,0 3-18 16,1 1-24-16,-3 0-31 0,1-1-33 0,2 5-53 16,0-3-41-16,0 5-49 0,2-8-152 0,-2 8-445 15,4-3 196-15</inkml:trace>
  <inkml:trace contextRef="#ctx0" brushRef="#br0" timeOffset="55409.13">7551 14873 239 0,'1'-2'224'0,"-1"2"-9"0,2-8-15 16,-1 5-11-16,-1-2-8 0,3 2-8 16,-2-1-9-16,3 0-12 0,-4 0-7 0,0 4-14 15,0-4-9-15,0 4-13 0,0 0-11 0,3-5-13 0,-3 5-12 16,0 0-11-16,0 0-7 0,0 0-8 0,0 0-3 15,0 0-5-15,0 0-5 0,0 0-1 0,0 18-6 16,1-12-4-16,-2 2 1 0,-1 2-5 0,2 2-1 16,-1-2-4-16,-3 4 0 0,4-1-3 0,-1 4 0 15,-3-5-1-15,4 5 0 0,-2-6 0 0,0 2-2 16,0 0 0-16,2 0-2 0,-4 0 2 0,4-3-8 16,0 2 6-16,-4-1-2 0,3-4 0 0,1 1 5 15,0-1-4-15,-2-2-6 0,2 1 6 0,2 0 6 16,-1-2 11-16,3-1 9 0,0 1 5 0,0 0 0 15,3-1-1-15,3-2-2 0,1 0-5 0,2 2 1 16,2-3-4-16,4 0-3 0,-3 0-6 0,5-1 2 16,-3-1 1-16,-1 1-1 0,2 0-2 0,-4 0-6 15,0-2-2-15,-4 2-13 0,0-1-13 0,1 1-20 16,-5-1-20-16,0 1-16 0,0-1-32 0,-1-1-32 16,-6 3-31-16,4-3-15 0,-2 0-7 0,-2 3-11 15,2-6-4-15,-2 3-2 0,0 3-107 0,-4-8-339 16,3 3 150-16</inkml:trace>
  <inkml:trace contextRef="#ctx0" brushRef="#br0" timeOffset="56018.44">7809 15063 827 0,'-5'-5'-56'0,"5"5"25"0,0-5 15 16,-1 2 20-16,1 3 9 0,0 0 17 0,0 0 12 0,-3-5 7 16,3 5 4-16,0 0 3 0,0-5 3 15,0 5-3-15,0 0-9 0,0 0-3 0,0 0 0 16,0 0-11-16,0 0 1 0,0 0 2 0,0 0 5 16,0 0-8-16,5 11-14 0,-1-7 7 0,-1 0 0 0,-2 0-8 15,2 1-2-15,1-1 6 0,0 3-10 0,0-2 2 16,-1 0-17-16,3-3 20 0,-1 6 0 15,-1-4-6-15,3 0 6 0,-3-1-3 0,0 1-3 16,0-1 1-16,3 1-2 0,-6-3-7 0,-1-1 23 0,7 3 22 16,-7-3 14-16,0 0 0 0,0 0-9 0,11-5 2 15,-11 1 1-15,0-1-1 0,0 5-6 0,-1-9 1 16,-2 2-1-16,3-1-3 0,0 2-5 16,-1-3 2-16,-1 3 7 0,-1-6 1 0,2 4-4 0,2-3-2 15,-2 3-1-15,1 1-4 0,1-1-1 0,-1 0-5 16,3 1-2-16,0 1-4 0,-3 0-4 0,7-3 0 15,-6 5-7-15,2 0-1 0,3 1 4 0,-3 0-10 16,3 1-5-16,-6 2 2 0,8-2 0 0,-4 1 1 16,-4 1-3-16,9 5 0 0,-5-1-5 0,2 1 1 15,-2 0 3-15,2 1-5 0,-2 3 1 0,-2-2 2 16,4-1-3-16,-5 0 4 0,2 5-5 0,0-1 5 16,-2 0 3-16,0 0-4 0,-1-3-4 0,2 1 2 15,-2-3 0-15,-2 3-1 0,2-3 2 0,-1-2 0 16,1 1 0-16,0-4 2 0,0 6 6 0,0-6-3 15,0 0 5-15,-1 5-5 0,1-5 0 0,0 0 3 16,0 0-1-16,0 0 1 0,0 0-3 0,0 0-7 16,1-16 5-16,0 11 3 0,2-2 0 0,0 4-3 15,0-4 1-15,1 0 1 0,2 1-3 0,1-4 0 16,-3 5 1-16,2-5-1 0,-1 5 1 0,1-2 1 16,2 0-1-16,-3 4-2 0,1-2-2 0,-1 1 2 15,3 0-3-15,0 2-1 0,-2 0-1 0,-1 0 1 16,-5 2-4-16,12-1 3 0,-12 1 1 0,9 2 1 15,-4-1 0-15,-1 1 0 0,0 0-1 0,0 1-2 0,3 1 0 16,-3 1 3-16,-1-1 0 0,1-1-1 16,-1 2 0-16,-1 1 0 0,1-1 1 0,-1 1 3 15,-1 0-3-15,-1 1 0 0,3-2 1 0,-2 0 2 16,3 2-6-16,-4 0 2 0,0-3 0 0,0 3-16 0,0-1-20 16,0-1-19-16,-4-1-20 0,3 0-29 0,-2 1-34 15,3-1-34-15,0-4-41 0,-4 5-151 16,1-2-396-16,3-3 176 0</inkml:trace>
  <inkml:trace contextRef="#ctx0" brushRef="#br0" timeOffset="56373.3">8389 14812 64 0,'0'-4'319'0,"0"1"-9"0,0-1-12 16,1-1-18-16,-1 5-22 0,0-6-22 0,0 6-22 15,0 0-23-15,0-3-27 0,0 3-17 0,0 0-21 16,0 0-13-16,0 0-8 0,0 0-13 0,-4 19-13 16,1-12-4-16,-1 4-7 0,0 0-6 0,-1 6-11 15,-1-1-5-15,-2 1 1 0,3 0-7 16,-1 2-4-16,-2 2 0 0,1 3-6 0,-1 1-1 15,4-6 1-15,0 1-7 0,0-1 0 0,1 0 1 16,0-2-8-16,3 0 1 0,2-1 0 0,0-3-1 16,4-2-5-16,-2 3 1 0,6-5-9 0,-1 1-15 15,1-2-22-15,2 0-30 0,0-3-36 0,3-1-30 16,0 0-33-16,0-3-40 0,3-1-34 0,-1-1-31 16,-2-2-149-16,-4 1-450 0,4-2 199 0</inkml:trace>
  <inkml:trace contextRef="#ctx0" brushRef="#br0" timeOffset="56748.25">8725 14902 221 0,'1'-6'266'0,"-1"6"-17"16,0 0-20-16,0 0-23 0,0 0-23 0,0 0-21 15,0 0-18-15,0 0-14 0,0 0-14 0,0 0-12 0,-12 11-12 16,5-5-9-16,-1 3-6 0,3-1-8 0,-2 1-7 15,-2 0-4-15,-4 4-9 0,2 0 0 16,3-2-7-16,0 1-4 0,-3 1-4 0,4 0-1 16,0 3-3-16,1-4-4 0,0 0 0 0,1-3-3 0,-2 3-7 15,4-3-21-15,0-2-26 0,-1 1-31 0,3-3-28 16,-3 2-24-16,4-5-27 0,0-2-38 0,1 4-29 16,-1-4-124-16,0 0-359 0,0 0 160 15</inkml:trace>
  <inkml:trace contextRef="#ctx0" brushRef="#br0" timeOffset="56951.35">8593 14936 1 0,'0'0'207'0,"-4"-5"-21"0,2 3-25 16,2 2-13-16,0 0-20 0,0 0-7 0,0 0 5 16,0 0 10-16,0 0-11 0,4 11-12 0,-2-7-8 15,1 1-9-15,1 0-10 0,1 3-8 0,0-2-4 16,-1 0-9-16,3 2-5 0,3 0-7 0,2 1-3 15,-2 0-7-15,-1 0-32 0,5-3-44 0,-3 3-45 16,1-3-42-16,1 1-53 0,0-2-123 0,-1-1-318 16,0 1 140-16</inkml:trace>
  <inkml:trace contextRef="#ctx0" brushRef="#br0" timeOffset="57107.59">8846 15128 167 0,'-3'4'179'0,"0"-1"0"0,-1 2-11 15,0-1-5-15,3 1-7 0,-2-2-18 0,-1 3-13 16,0-1-12-16,0 0-12 0,0 2-8 0,-3-1-8 16,4 1-8-16,-4 0-9 0,2 1-6 0,-2 0-2 0,2-1-11 15,-3 2-30-15,2-3-38 0,-2-2-45 16,1 1-42-16,3-1-54 0,-3-1-116 0,2-2-298 16,5-1 131-16</inkml:trace>
  <inkml:trace contextRef="#ctx0" brushRef="#br0" timeOffset="57529.42">8960 14868 30 0,'-1'-3'223'0,"1"3"-19"0,0 0-9 16,0 0-18-16,0 0-15 0,0 0-22 0,9 13-8 15,-6-6-17-15,1-2-7 0,1-1-12 0,-2 4-7 16,4-1-10-16,0 1-5 0,1 0-11 0,-1 0-5 16,2 2-10-16,-5-5-25 0,5 0-15 0,-3 3-20 15,1-4-21-15,-2-2-15 0,1 3-4 0,-2-5-26 16,5 1 1-16,-3 0 8 0,-6-1-5 0,11-1 7 16,-7-1 11-16,4-2 5 0,-4 0 9 0,2 2 11 15,-2-2 28-15,0 1 26 0,-1-1 22 0,-1-1 28 16,1 2 25-16,-2-1 17 0,-1 4 12 0,6-7 5 15,-6 7 2-15,1-4 1 0,0 1-9 0,-1 3-10 16,0 0-12-16,0 0-16 0,3-5-13 0,-3 5-4 16,0 0-9-16,0 0-9 0,0 0-6 0,-8 16-3 15,5-9-3-15,-1-1-6 0,0 4 5 0,-1 1-10 16,-1 1-2-16,-2 2-1 0,-1 3-3 0,2-6-2 16,-4 4-1-16,1-3-16 0,1 4-25 0,2-8-23 15,-5 4-27-15,5-3-42 0,0 3-39 0,2-6-51 16,-1-1-47-16,5 0-156 0,-3-1-437 0,3 0 193 15</inkml:trace>
  <inkml:trace contextRef="#ctx0" brushRef="#br0" timeOffset="57826.26">9237 14731 284 0,'0'0'341'0,"0"0"-24"16,-1-3-32-16,1 3-15 0,0 0 4 0,0 0-7 0,0 0-11 15,11 11-11-15,-4-6-8 0,-1 2-13 0,4 2-18 16,1 0-16-16,0-1-16 0,1 5-19 0,2 3-14 16,-2 0-13-16,-1 1-11 0,1 1-13 15,-4 3-11-15,3 3-12 0,-3 1-7 0,-4 3-3 0,0-7-7 16,-2 7-5-16,-4-1-6 0,-2 1-8 0,-5 0-12 15,2 2-26-15,-5-5-37 0,-4 0-45 0,-1-1-36 16,-5-2-25-16,1-2-28 0,-5-2-34 0,4 0-50 16,3-7-66-16,0-3-273 0,0 2-635 0,-1-3 281 15</inkml:trace>
  <inkml:trace contextRef="#ctx0" brushRef="#br0" timeOffset="59223.08">6767 15648 278 0,'3'-3'286'0,"-1"0"-7"0,-1-2-13 0,0 2-5 16,-1 3-12-16,3-7-13 0,-2 5-9 0,-1 2-33 16,0 0-24-16,2-5-21 0,-2 5-16 0,0 0-16 15,0 0-13-15,0 0-10 0,1 13-9 0,-1-8-6 16,-1 2-11-16,-1 5-4 0,2-2-11 0,0 2-4 16,0 1 1-16,-1 5-13 0,1-2-3 0,1 1 2 15,-1 0-5-15,-1-6 2 0,1 0-10 0,0 2 0 16,0-3-6-16,-1 1 5 0,5-1-7 0,-4-3 1 15,0-1 1-15,1-1-8 0,-1 0 4 0,0-1-3 16,0 0 3-16,3-2 4 0,-3-2-8 0,0 0-4 16,0 0 6-16,0 0 3 0,11-7-5 0,-10 1-1 15,3 1 1-15,0 2 2 0,-2-4-1 0,0 1-9 16,0-1 1-16,0 2 5 0,1-1 1 0,0 1-3 0,-2 0 1 16,3 1 0-16,-3-1-6 0,1 2 0 0,-2 3-2 15,4-4-3-15,-4 4 4 0,0 0 1 16,0 0 0-16,15 10-1 0,-7-6-1 0,-2 1-1 0,0 2 0 15,4 1-5-15,-3-1 8 0,2 2-3 0,2-1 0 16,-3 1 3-16,3-3 2 0,-1 1-4 0,2-1 3 16,-1 1-2-16,-6-4-1 0,4 1 12 0,-4-3-6 15,4 2 2-15,-2-3 2 0,0-1-3 0,0-2 6 16,-2-1-4-16,-1 1-3 0,2-1 11 0,-2-4 17 16,0 2 6-16,-1-6-4 0,-1 1 8 0,-2-1-15 15,3-5-3-15,-6 1-2 0,3 3-5 0,0-1 1 16,-1-3-2-16,0 5-5 0,-2-1 0 0,3 0-12 15,-1 3-9-15,1-1-9 0,-2 4-20 0,2-4-19 16,0 5-24-16,0 1-38 0,-1 1-53 0,2 0-62 16,1 0-38-16,-2 4-41 0,4-2-184 0,-4 2-538 15,0 0 238-15</inkml:trace>
  <inkml:trace contextRef="#ctx0" brushRef="#br0" timeOffset="59457.43">7306 15732 22 0,'0'0'317'0,"0"0"-12"16,-3-3-21-16,3 3-26 0,0 0-23 0,0 0-23 16,0 0-24-16,0 0-18 0,0 0-16 0,0 0-16 0,10-3-13 15,-10 3-13-15,11 1-13 0,-3 1-8 0,0-1-7 16,1 1-11-16,4-2-25 0,2 2-24 0,-4 1-32 15,2-1-33-15,5 2-39 0,-7-3-41 16,4 0-40-16,-1 2-43 0,-4 1-184 0,-2-4-419 0,-2 3 185 16</inkml:trace>
  <inkml:trace contextRef="#ctx0" brushRef="#br0" timeOffset="59613.66">7363 15812 78 0,'0'0'242'0,"-9"1"-11"0,9-1-16 15,-6 0-16-15,6 0-13 0,0 0-8 0,0 0-7 16,-5 3-6-16,5-3-14 0,0 0-12 0,0 0-15 16,19 2-7-16,-11 1-15 0,4-3-10 0,2 1-34 15,6 2-45-15,-2 1-53 0,2-3-48 0,3 0-71 16,0 2-204-16,-2-1-393 0,12 3 175 0</inkml:trace>
  <inkml:trace contextRef="#ctx0" brushRef="#br0" timeOffset="60269.84">7854 15656 58 0,'0'-4'288'16,"-3"0"-12"-16,3-1-14 0,-2 1-12 0,0 0-8 16,2 4-22-16,-1-4-21 0,1 4-21 0,0 0-21 0,0 0-20 15,0-5-17-15,0 5-7 0,0 0-17 0,0 0-9 16,0 0-3-16,3 13-12 0,-1-7-8 0,3 4-8 15,-5-3-4-15,1 4-2 0,-1 0 1 16,0 1-15-16,3 2 0 0,-2-4-5 0,-1 3-2 0,2-1 4 16,0-1-10-16,1 2-2 0,-1-3-4 0,0-3 6 15,-2 1-10-15,1-2-3 0,2-2 2 0,-2 2 1 16,-1-3 6-16,3 0-4 0,-3-3-3 0,0 0 1 16,0 0-1-16,0 0-2 0,11-6-2 0,-7 0 2 15,3-1 0-15,-3 1 8 0,3-4 15 0,0 0 4 16,-2 3 9-16,-1-2-1 0,4 2-3 0,-1-2-6 15,-3 3-4-15,4-1-1 0,-4 1-3 0,3 1-1 16,-1 1 2-16,-1 0-13 0,2 3-2 0,-2-2-2 16,2 2-4-16,-7 1-2 0,15 4-3 0,-5 1 2 15,2-1 0-15,-5 2-1 0,2 3-2 0,3-2 3 16,-1 2-2-16,1 0 1 0,-3 0 4 0,0 1-5 16,2-2 0-16,0 1-3 0,-3-3 1 0,-1 1 4 15,2-2-2-15,-3-3 1 0,-1 0 0 0,2 1 4 16,-1-1-3-16,0 0 1 0,-6-2 2 0,10-4 5 15,-6 1 26-15,0 0 9 0,-1-2-2 0,1-2 2 16,0 0 4-16,-2-3 9 0,0 0-15 0,1-1 2 16,-3-1-7-16,0-4-6 0,1 1-1 0,0 2-5 15,-1 1-4-15,0 0-3 0,2 0-10 0,-1 0-14 0,-1 1-25 16,1 1-24-16,-1 2-22 0,0 2-31 0,0 0-36 16,0 2-55-16,0 4-65 0,2-5-40 15,-2 5-38-15,0 0-192 0,0 0-573 0,0 0 253 16</inkml:trace>
  <inkml:trace contextRef="#ctx0" brushRef="#br0" timeOffset="60504.19">8466 15771 86 0,'0'0'330'0,"2"-4"-13"0,-2 4-23 0,0 0-29 15,8-1-23-15,-8 1-24 0,8-2-14 0,0 0-24 16,0 2-16-16,2 0-16 0,2-2-11 0,0 2-14 16,3-2-11-16,3 0-13 0,2 2-8 0,0 0-10 15,3-1-12-15,-2 1-26 0,2 1-34 0,-2-2-46 16,2 2-39-16,0-1-80 0,0-1-78 0,-2-1-218 16,-1 0-489-16,2-1 217 0</inkml:trace>
  <inkml:trace contextRef="#ctx0" brushRef="#br0" timeOffset="61374.8">8994 15661 25 0,'0'-4'329'0,"0"4"-13"0,0-5-14 0,0 5-9 15,3-5-21-15,-3 5-19 0,1-4-24 0,-1 4-27 16,3-4-19-16,-3 4-19 0,0 0-19 0,0 0-19 16,0 0-11-16,0 0-11 0,13 9-14 0,-7-4-5 15,-5 2-10-15,3-1-7 0,-1 2-10 0,1 2-7 16,-1-2-3-16,0 1-4 0,-1 1-4 0,1 0-4 15,-2 1-1-15,-1 2-6 0,3-3-6 0,-6-3-1 16,3 2 3-16,0-2-6 0,3-1-2 0,-3-1 2 16,0-2-4-16,0 0-1 0,0-3 6 0,-3 7 18 15,3-7 36-15,0 0 3 0,0 0-7 0,0 0 1 16,0 0-13-16,0 0-5 0,6-14-1 0,-4 6-7 16,1 2-2-16,0-6-5 0,0 2-2 0,2 0-1 15,0 0-2-15,0-1-7 0,0 1 2 0,1 0 0 16,-1 1 3-16,-1-2-4 0,4 3-1 0,-2 0-6 15,-2 1 1-15,3 1-1 0,-5 2 1 0,2 0-9 16,2 0-5-16,-4 1 1 0,2 0-7 0,1 2-1 16,-5 1 1-16,0 0 10 0,11 2-16 0,-9 2-2 15,1 1-5-15,2 2 7 0,-2 3-3 0,0 2 10 0,1-2-12 16,-1 9 2-16,1-1 9 0,-3 4-1 0,3-2 1 16,-2 6-5-16,3 2-9 0,-4-1 10 15,3 0 1-15,-1 0 3 0,1 0-2 0,2 0 2 0,-1-1 4 16,-1-5-3-16,6 4 1 0,-5-4-1 0,6 6 4 15,-4-9 1-15,9 4 3 0,0-6 4 0,-1-1 3 16,3-1 6-16,-2-1-8 16,5-1-2-16,-2-4-3 0,10 0-8 0,-5-4-10 15,-1-1-22-15,8-2-34 0,1-2-32 0,-11-3-29 16,10-2-32-16,-1-4-40 0,-1-1-58 0,-2-4-66 0,2-3-297 16,-5-3-669-16,5 1 296 0</inkml:trace>
  <inkml:trace contextRef="#ctx0" brushRef="#br0" timeOffset="62312.2">9505 15526 262 0,'-5'-3'282'0,"5"3"-13"0,0 0-6 16,0 0-22-16,0 0-13 0,0 0-13 0,0 0-18 16,0 0-10-16,0 0-31 0,9-5-16 0,-9 5-13 0,18 1-13 15,-2-1-8-15,5 0-12 0,1 1-10 0,2 2-4 16,5-2-10-16,2-1-9 0,0 2 3 16,-1-2-13-16,-10 2-7 0,4-2-8 0,-4 1-10 15,0 2-16-15,-6-2-21 0,-2 0-18 0,-1-1-25 0,-3 2-33 16,-1-2-34-16,0 1-29 0,-7-1-20 0,3 2-28 15,-3-2-21-15,0 0-176 0,0 0-428 0,-21 2 190 16</inkml:trace>
  <inkml:trace contextRef="#ctx0" brushRef="#br0" timeOffset="62546.55">9448 15592 72 0,'-4'4'185'16,"4"-4"-20"-16,0 0-7 0,0 4 11 0,0-4-5 16,4 4-11-16,0 0-18 0,0 1 10 0,5-2-14 15,-3 2-15-15,4 0-11 0,0 2-10 0,3 0-10 16,-2 0-6-16,0 1-12 0,8 2-1 0,-4-1-10 16,1 2-3-16,-5-3-5 0,7 0-6 0,-9 1-25 15,3-4-23-15,-2 2-40 0,1 1-39 0,1-4-33 16,-4 1-30-16,-1-1-27 0,0 1-113 0,-3-1-312 15,4-3 138-15</inkml:trace>
  <inkml:trace contextRef="#ctx0" brushRef="#br0" timeOffset="62796.52">9871 15582 131 0,'0'0'300'0,"0"-7"-16"0,0 7-20 16,0-3-17-16,0 3-26 0,0 0-23 0,0 0-28 16,0 0-14-16,0 0-19 0,0 0-9 0,0 0-18 15,-19 5-7-15,14 0-13 0,-1-2-8 0,-3 3-5 0,1 1-5 16,-2 1-12-16,-5 2-7 0,0 1-5 16,3 5-3-16,0-3-4 0,-3-2-6 0,4 3-6 15,-3 1-2-15,2 0-5 0,1-2-16 0,3-2-23 16,0 0-31-16,-2 5-50 0,6-4-54 0,0-4-65 0,4 4-217 15,0-2-471-15,0 1 209 0</inkml:trace>
  <inkml:trace contextRef="#ctx0" brushRef="#br0" timeOffset="63343.33">9941 15862 177 0,'0'0'284'0,"0"0"-24"0,-2-6-13 15,2 2-19-15,0 4-15 0,0 0-11 0,-1-6-22 16,1 6-19-16,0 0-21 0,0 0-18 0,0 0-8 15,0 0-15-15,0 0-4 0,0 0-11 0,-11 8-12 16,7-1-10-16,0-2-1 0,1 0-10 0,2 3-5 16,-2 1-2-16,0-2-4 0,2 5-4 0,-2-3-10 15,3-2-1-15,0 1-9 0,0 1-4 0,3-2-4 16,-3-2-3-16,1 1 1 0,2-1-5 0,-2-1 8 16,4-1-8-16,0-1 0 0,-1-1-3 0,3 1 6 15,-7-2 1-15,9-2-4 0,1 1 2 0,-6-1-2 16,4 1 0-16,-1-4-1 0,-3 1 0 0,0 2 0 15,3-2 2-15,-3 2-1 0,1-1-2 0,1 2 3 16,-3-2-2-16,-3 3 0 0,5-3-4 0,-5 3-2 16,0 0 2-16,0 0 6 0,10 2-7 0,-10-2 0 15,2 4 1-15,-2-4-1 0,4 5 1 0,-2-1 2 0,-1 1-1 16,3-1 0-16,-1 0 1 0,0-1-1 16,-1 1 3-16,2 0 0 0,-1-3 4 0,1 2-2 15,3-2 4-15,-7-1-3 0,8 0 3 0,-8 0-2 16,11-1 0-16,-7-3 1 0,1 1-2 0,1 0 0 0,-2-1 2 15,2-1 1-15,-4-2-4 0,1 1 1 0,0-2-1 16,0 1 2-16,-1-2 2 0,2-3-8 16,-4 6-28-16,0-5-25 0,0 1-37 0,0-1-45 15,0 1-48-15,0-1-53 0,0 4-167 0,0 1-438 0,0 1 194 16</inkml:trace>
  <inkml:trace contextRef="#ctx0" brushRef="#br0" timeOffset="63780.79">10350 15449 123 0,'0'-6'270'0,"1"1"-17"0,2-1-21 0,-3 1-9 16,0 1-6-16,0 4-18 0,0-9-12 0,0 9-19 15,0-4-22-15,0 4-16 0,2-4-15 0,-2 4-13 16,0 0-13-16,0 0-8 0,0 0-8 0,0 0-9 16,1 14-8-16,-1-9-5 0,-1 2-5 0,1 2-5 15,-2 1 4-15,-1 0-11 0,2 1-6 0,1 1-2 16,-3 0-1-16,1 2-6 0,0-1 1 0,-2 0-5 15,3 0 0-15,-1-3 0 0,1 3-1 0,0-1-2 16,1-3-1-16,0 2 0 0,1 1 9 0,0-2-7 16,1 1-1-16,-1-4 2 0,2 4 3 0,1-3 1 15,0 0 2-15,0-1-3 0,3-2 3 0,1-2-4 16,3 3 0-16,-5-4-3 0,7 2-9 0,-3-1-10 16,3-2-25-16,-2 1-21 0,3-2-21 0,-6-1-25 15,8-1-22-15,-5 0-26 0,3-1-33 0,-2 0-25 16,1 1-19-16,-2-4-148 0,0 1-402 0,0-1 179 15</inkml:trace>
  <inkml:trace contextRef="#ctx0" brushRef="#br0" timeOffset="64390.1">10625 15615 26 0,'0'0'105'0,"1"-7"16"15,-1 7 7-15,2-5 5 0,-2 5 0 0,0 0-6 16,0-5-5-16,0 5-7 0,0 0-10 0,0 0-9 0,0 0-7 16,0 0 1-16,0 0-1 0,0 0-4 0,-13 8-13 15,13-8-4-15,-4 8-4 0,2-3-8 16,-1 1-2-16,0 1-1 0,3 0-10 0,-1-2-4 15,-1 3-5-15,4-2 1 0,-2 2-7 0,1 1-2 0,2-1 3 16,2-2-4-16,-1 1-2 0,0 1-4 0,2-1-1 16,-2-2 0-16,4 1-3 0,0-1-8 0,-1 0-4 15,0-3-3-15,-3 1 1 0,1 2 2 16,-1-5 2-16,-4 0-5 0,0 0-6 0,14-5 1 0,-13 2 0 16,4 1 4-16,-4-4-7 0,-1 0 7 0,0 0-3 15,0-1-2-15,0-2 2 0,-1 2 8 0,-1-1-4 16,-1-2 7-16,2-1 0 0,1 1 2 0,-3 0-5 15,2 2 6-15,-1 0 2 0,2 2 4 0,0-3 0 16,0 1 2-16,0 2 1 0,0 0 1 0,2 2-5 16,-1-3-2-16,2 2-1 0,-2 3-4 0,4 1-1 15,-5 1-1-15,5-2 1 0,-5 2-4 0,0 0 1 16,15 2 0-16,-10-1 0 0,2 1 1 0,-3 5-3 16,4-4 1-16,-2 3-3 0,2 0 1 0,0 1 3 15,-1 2-3-15,-2-2-4 0,2 0 0 0,-3 0 2 16,2-1 0-16,-1 2-1 0,-1-3 0 0,-1 0-2 15,0 0 2-15,1 2-3 0,-3-2 4 0,-1-1-4 16,1-2 3-16,-1-2 2 0,0 0 0 0,-1 5 0 16,1-5 3-16,0 0 9 0,0 0 11 0,0 0 3 15,0 0 5-15,0 0 1 0,-4-15-4 0,4 10 0 16,4 0-1-16,-3-3-4 0,2 2-3 0,1-1 0 16,0 1 0-16,4-2-6 0,2 0 4 0,-2-2 2 15,6 3-4-15,-5-2 17 0,2 2 13 0,1 0-8 16,-3 2-4-16,3-1 2 0,-7 3-1 0,5-1 2 15,-5 1-10-15,2 1 9 0,-1-1-15 0,0 2-1 0,-6 1-4 16,0 0-3-16,10 3-2 0,-8 2-1 16,0 0-3-16,-4 0 0 0,2 0 0 0,-1 4-3 15,-2 0 5-15,1 1 1 0,0 1-6 0,-3-3 2 16,-2 5-1-16,4-2-2 0,-2 1-16 0,1-1-28 0,0 2-44 16,0-2-47-16,-2-5-69 0,5 2-62 0,-3 1-167 15,5-2-464-15,-1 1 206 0</inkml:trace>
  <inkml:trace contextRef="#ctx0" brushRef="#br0" timeOffset="64921.29">11291 15456 197 0,'2'-5'331'0,"0"-2"-14"0,1 1-30 15,-3 3-19-15,3-3-22 0,-2 1-12 0,-1 1-23 0,0-2-18 16,-4 3-23-16,-1 2-17 0,-2 0-14 0,7 1-14 15,-14 1-16-15,0 2-11 0,2 2-8 16,0 1-11-16,0 2-4 0,-3 2-5 0,0 3-6 0,0 1-6 16,0 0 4-16,6 3-6 0,-2-1-4 0,-1 1-4 15,3 1-5-15,2-2-3 0,3 2-1 0,0-1-5 16,3-3-4-16,2 3-1 0,3-2-2 0,2-2 10 16,5 2-14-16,2-2-7 0,1-3-12 0,3 2-16 15,1-3-19-15,3-2-27 0,3 0-32 0,2 1-29 16,-3-5-24-16,-1-3-35 0,2-1-31 0,-2-1-27 15,0-5-34-15,1 4-182 0,-4-5-488 0,0-1 216 16</inkml:trace>
  <inkml:trace contextRef="#ctx0" brushRef="#br0" timeOffset="65171.26">11618 15447 180 0,'-3'-4'275'0,"3"4"-10"0,3-6-15 0,-3 6-20 0,0-5-20 15,0 5-24-15,0 0-22 0,-3-3-18 0,3 3-17 16,0 0-12-16,0 0-12 0,0 0-9 16,-12 12-8-16,8-7-7 0,-6 2-9 0,2 1-6 15,-3 1-3-15,3 0-5 0,-3 2-10 0,-3 1-2 0,1 2-4 16,3-1-7-16,-6 0-3 0,4-1-1 0,-1 1-3 16,4-3-2-16,-2 1-13 0,0-1-10 0,3-1-21 15,0 0-27-15,0 0-32 0,-3-2-35 16,6 0-34-16,0-3-33 0,0 0-27 0,2 0-23 0,0-2-117 15,3-2-375-15,-5 3 167 0</inkml:trace>
  <inkml:trace contextRef="#ctx0" brushRef="#br0" timeOffset="65358.74">11442 15492 26 0,'0'-5'239'0,"0"0"-11"0,-2 0-7 15,2 5-18-15,-2-7-18 0,2 3-18 0,0 4-23 16,0 0-16-16,-2-2-8 0,2 2-12 0,0 0-8 15,-3 10-7-15,3-10-6 0,3 11-7 0,-1-4-10 16,2 3 0-16,0-1-8 0,2 0-7 0,-2 3-6 16,4-2-15-16,-4 2-26 0,4-1-36 0,-1-2-42 15,4 5-56-15,1-6-54 0,3 3-166 0,-4-3-375 16,5 1 167-16</inkml:trace>
  <inkml:trace contextRef="#ctx0" brushRef="#br0" timeOffset="65546.22">11709 15680 42 0,'0'0'194'0,"0"0"-3"0,1 4-5 16,-1-4-2-16,0 0-3 0,0 0-15 0,-7 8-7 0,6-4-8 15,-2-2-12-15,1 3-15 0,0-1-11 16,-2 1-11-16,-1 2-4 0,2-2-14 0,-4 3 1 16,2-3-15-16,-5 2-9 0,1 1-6 0,-1 2-8 0,-1-3-38 15,-1 0-43-15,3-1-50 0,-1 1-56 0,-1-3-61 16,6 1-130-16,-2-1-358 0,4-1 159 0</inkml:trace>
  <inkml:trace contextRef="#ctx0" brushRef="#br0" timeOffset="65936.91">11898 15464 158 0,'0'0'219'0,"0"0"-22"0,13 8-17 0,-8-3-15 15,-1 0-18-15,1 0-15 0,1 4-13 0,3-2-9 16,-4 1-14-16,5 0-9 0,-2-1-9 0,0 1-7 16,-1-1-6-16,0-2-4 0,4 0-9 0,-3-1-16 15,-3-3-12-15,2 2-11 0,0-2-8 0,1 0-8 16,0-1 2-16,-1-2 2 0,0 0-3 0,0 0 4 15,-1-2-1-15,0-1 2 0,-2 0 6 0,3 1 15 16,-4 0 21-16,2-3 21 0,-2 1 20 0,-2 1 21 16,3 0 15-16,-4 0 16 0,4 0 1 0,-4 1-8 15,2 0-10-15,-2 4-9 0,0-7-17 0,0 7-12 16,0 0-14-16,0 0-3 0,0 0-8 0,0 0-5 0,-18 11-2 16,11-5-7-16,2 3-5 0,-4 1-10 0,3 2 3 15,-8 1-6-15,7 2-13 0,-4 2-13 16,-1-3-17-16,3 4-22 0,-2-2-26 0,-3-2-31 15,3 1-38-15,1-5-46 0,3 0-51 0,-2-1-65 0,1 3-157 16,2-2-491-16,3 0 217 0</inkml:trace>
  <inkml:trace contextRef="#ctx0" brushRef="#br0" timeOffset="66233.75">12204 15354 305 0,'0'-6'337'0,"0"6"-27"16,0 0-33-16,0 0-5 0,0 0-13 0,0 0-6 16,11 10-8-16,-6-5-7 0,1 3-17 0,2 2-15 15,5 3-4-15,-3 0-11 0,4 4-14 0,6 1-21 16,-4-2-12-16,2 4-15 0,-3-2-9 0,-3 0-16 15,-2 0-10-15,2 6-11 0,-4-3-9 0,-4-1-10 16,0-2-4-16,-4 1-14 0,-1-1-19 0,-6 1-25 16,-1-1-36-16,-4 0-33 0,-5 4-28 0,-6-6-28 15,-4 2-39-15,-4-1-64 0,2-3-83 0,-7 2-288 16,-1-3-647-16,-1-2 286 0</inkml:trace>
  <inkml:trace contextRef="#ctx0" brushRef="#br0" timeOffset="77232.52">20231 2644 114 0,'0'-2'243'0,"0"2"-26"0,3-6-25 0,-2 2-21 16,-1 4-24-16,0 0-23 0,0 0-5 0,0 0-16 16,0 0-4-16,-1 23-14 0,1-13-12 15,0 6-8-15,-1 2-1 0,1 3-5 0,1 1-8 16,-4 3-6-16,2 2-6 0,1 1-2 0,-1 0-2 0,-1-1 1 15,-1 0-5-15,2 0-4 0,0-1-7 0,-4 2 2 16,3-8 0-16,-2-1-4 0,1 2-2 0,-1-2 0 16,-1 0 0-16,-1-1 0 0,-2-2-4 0,4-3 5 15,0 4-7-15,-1-5-3 0,2-1 1 0,0-2 2 16,-1 2-2-16,1-5-1 0,-1 0 7 0,4 1 21 16,-4-3 18-16,4 0 19 0,-1-1 16 0,-2 2 22 15,3-5 19-15,0 0 33 0,0 0 23 0,4 3 1 16,-4-3-17-16,16-2-17 0,-2 1-18 0,8-5-10 15,8 2-16-15,-2-1-15 0,2 2-9 0,4-3-10 16,-3 2-10-16,-1 1-6 0,0 0-9 0,0 1-33 16,-1 0-35-16,-5 2-26 0,-2-1-46 0,-2 2-32 15,1 2-40-15,-3 1-35 0,-4-1-54 0,-4-1-39 16,-2-1-42-16,0 1-175 0,-4 1-550 0,-1-1 243 16</inkml:trace>
  <inkml:trace contextRef="#ctx0" brushRef="#br0" timeOffset="78029.26">20698 3088 18 0,'-6'-5'213'0,"6"5"-19"15,-11 3-14-15,2-1-18 0,2 0-14 0,-1 2-10 16,-3 2-18-16,3 0-10 0,-3 1-13 0,2 1-9 15,-2 0-5-15,1 0-7 0,3 2-12 0,-1-1-2 16,6 2-6-16,-2-2-4 0,4 1-4 0,2 0 2 16,2 1-7-16,4-1 0 0,-1 0 1 0,8 1-9 15,0 0-2-15,0-2-3 0,4-1-6 0,-1-2 3 16,1-1-4-16,-3-1 1 0,-2-3-6 0,1 1 0 0,-2-4-6 16,-2-1 3-16,-1-2 0 0,-1 0-1 15,-5-3-1-15,2-2-2 0,-3 3-1 0,-6-5-5 16,3-1 0-16,-6-4 3 0,-2 2 0 0,-4-4-6 15,0 3 2-15,-2-1-1 0,-2 1 9 0,2 3 13 0,-1-3 4 16,3 4 5-16,-1 1 4 0,6 1 6 0,0 3 0 16,0-1 0-16,0 2-4 0,3 4-6 0,4-2-6 15,0 4-1-15,9-8-7 0,1 4 3 16,5 3-8-16,8 1 1 0,7-1-1 0,3 2 1 0,0-1-4 16,-1 2-2-16,2 0-1 0,0-1 1 0,1 0-3 15,-2-1 0-15,-6 1-1 0,-5-1 1 0,1 4-1 16,-3-4-2-16,-6 0 2 0,2 1-1 15,-3-1 0-15,-8 0 0 0,5 0-1 0,-10 0 2 16,9-1-3-16,-9 1-2 0,8 0-5 0,-8 0-2 0,5 1 0 16,-5-1-3-16,0 0 4 0,-5 8-1 0,5-8 2 15,-5 10-3-15,-2-4 9 0,3 3-10 0,-4 0 3 16,4 1 4-16,-2 2-2 0,0-1 2 0,3-1-2 16,-1 3 0-16,-1-1 2 0,0 1-1 0,1 0 3 15,3-4-1-15,-2 3-1 0,2-3 1 0,-1-2 2 16,1-1 7-16,-2 0-3 0,0-2-2 0,2 1 0 15,1-5 8-15,0 5 6 0,0-5 28 0,0 0-11 16,0 0-6-16,0 0-4 0,0 0 3 0,0 0-7 16,4-19-1-16,0 7-5 0,-1 4-1 0,1-4 3 15,0 1-4-15,2-3 10 0,0-2-2 0,-1-1 13 16,0 5 8-16,1 0 12 0,-4-1-7 0,5 1-2 16,0 1 3-16,-3 0-5 0,0 2-4 0,3 0-6 15,-4 2 3-15,-2 1-7 0,2 2-6 0,2-1-6 16,-4 2-3-16,2 1-2 0,-3 2-6 0,7-2 3 15,-7 2-2-15,8 4 0 0,-2-1-3 0,0 2 7 16,0 1-7-16,1 1-2 0,-1 1 0 0,0-1 2 16,0 2-2-16,1 0-3 0,-4-2 1 0,1 3-3 15,0 0-1-15,-1 0-2 0,-2 1 1 0,2-1 2 16,-6-1-2-16,2 0-1 0,-3 4-11 0,0-2-10 16,-2-3-17-16,-2 4-14 0,-1-1-16 0,-1-2-14 15,-1 1-25-15,-1-2-32 0,-2 2-55 0,2-2-62 16,1-1-216-16,2 0-517 0,-1 0 228 0</inkml:trace>
  <inkml:trace contextRef="#ctx0" brushRef="#br0" timeOffset="78372.97">21624 2851 140 0,'4'-6'329'15,"-1"1"-8"-15,4-1-11 0,-5 1-11 0,0 1-18 0,0-1-25 16,-2 2-33-16,0 3-30 0,2-5-20 0,-2 5-18 16,0 0-24-16,0 0-5 0,-16 13-18 15,6-4-6-15,-4 2-14 0,0 5-9 0,-8 3-14 16,1 0-3-16,1 4-2 0,-2-2-7 0,4 1-8 0,-3 1 0 15,2 0-7-15,5 1-3 0,3 0-2 0,2-5-8 16,6 1 4-16,2-1-5 0,3 1-3 0,5 8-2 16,1-10 3-16,5 0-2 0,-1 0 5 15,11 1-8-15,3 1-3 0,2-5-24 0,5-1-41 0,-2-4-39 16,3 1-49-16,0-5-43 0,3-5-65 0,0 0-52 16,-2-1-193-16,-2-4-532 0,-1-1 236 0</inkml:trace>
  <inkml:trace contextRef="#ctx0" brushRef="#br0" timeOffset="78607.32">22112 2943 208 0,'-4'-4'280'0,"3"0"-9"16,0 0-20-16,1 4-18 0,-2-5-38 0,2 5-20 16,-3-3-23-16,3 3-14 0,0 0-15 0,-14 8-12 15,8-1-13-15,-1 2-11 0,-2 0-3 0,1 2-10 16,-3 4-6-16,-3-1-9 0,1 2-3 0,-6 4-5 15,1 1-5-15,2-4-4 0,-2 3-4 0,-3 1-6 16,0-1 0-16,2-1 0 0,2-3-4 0,2-1-4 16,-1 0-29-16,2-1-28 0,-2-1-34 0,2 0-44 15,5-3-51-15,0-2-55 0,2-2-183 0,-2-2-431 16,8-2 191-16</inkml:trace>
  <inkml:trace contextRef="#ctx0" brushRef="#br0" timeOffset="78810.42">21862 3022 22 0,'-1'-8'305'16,"-2"1"-8"-16,-1 1 2 0,2 0-13 0,-1 1-32 15,0 2-26-15,0 1-26 0,3 2-12 0,0 0-31 16,0 0-16-16,0 0-20 0,0 0-6 0,-4 8-14 0,5 0-5 16,2 2-11-16,4 0-10 0,2 1-1 15,4 5-9-15,7 3-10 0,4 0-1 0,-2 1-14 16,8 1-35-16,-2-3-42 0,-3-2-48 0,7 4-52 15,-2-5-65-15,-2 2-60 0,-4-2-171 0,-4-5-466 16,0 1 206-16</inkml:trace>
  <inkml:trace contextRef="#ctx0" brushRef="#br0" timeOffset="78966.66">22266 3310 143 0,'-3'3'163'0,"3"-3"-8"0,-7 3 6 0,6 0-15 0,-2 1 1 15,-3-1 1-15,3-2-8 0,-4 3-13 0,3 1-10 16,1 0-10-16,-4 1-11 0,2 3-9 0,0 2-10 15,-1-4-4-15,-1 6-7 0,3-2-2 16,-4 0-6-16,3 2-5 0,-2-2-4 0,1 1-19 0,2-2-38 16,0 0-44-16,0-5-74 0,2 1-75 0,0 1-103 15,0-3-328-15,2-4 145 0</inkml:trace>
  <inkml:trace contextRef="#ctx0" brushRef="#br0" timeOffset="79388.49">22491 3000 328 0,'0'0'321'0,"0"0"-32"0,2-5-34 16,-2 5-29-16,0 0-28 0,0 0-18 0,0 0-18 15,0 0-16-15,3 10-16 0,1-4-3 0,-3 0-20 16,3 5-9-16,-1-5-10 0,0 2-8 0,2 3 0 15,2-1-31-15,-3 0-20 0,3 2-22 0,0-3-32 16,1-2-22-16,0 1-28 0,4 0-18 0,-2-3-36 16,3 0-6-16,-2-2-11 0,2-1-1 0,0 0 8 15,-2-2 7-15,4-2 9 0,-5-1 16 0,3-2 12 16,-2-1 17-16,-3 0 31 0,2-2 42 0,-5-1 43 16,6 0 35-16,-4 1 31 0,-3 2 32 0,0 0 9 15,0 0 14-15,0 0 8 0,-1 2 13 0,-2-1 6 16,1 2-20-16,-1 0-20 0,0-1-16 0,-1 4-22 15,0 0-11-15,0 0-12 0,0 0-11 0,0 0-6 16,0 0-10-16,-14 15-5 0,5-7-7 0,2 1-2 16,-1 1-4-16,-2 6-2 0,-1-1 3 0,0 4-11 15,0-1-17-15,1 0-12 0,-6 4-20 0,8-6-23 16,-3 2-17-16,0 0-25 0,2-1-30 0,-1 2-40 16,4-3-52-16,-1-3-53 0,1-2-219 0,3-3-517 15,2 1 228-15</inkml:trace>
  <inkml:trace contextRef="#ctx0" brushRef="#br0" timeOffset="79685.33">22873 2701 67 0,'-2'-3'310'0,"2"3"-31"0,0-4-31 16,0 4-24-16,0 0-23 0,0 0-17 0,18 8-18 0,-7-2-16 16,-2 2-10-16,5 5-18 0,2 1-9 15,-2 1-10-15,9 5-13 0,-3 3-7 0,0 1-6 16,-1 2-9-16,-3-1-7 0,-3 1-4 0,0 1-8 16,-1 0-3-16,-4 2-4 0,0 0-5 0,-3 2-1 0,0 0-4 15,-8 0 0-15,-4-1-4 0,2 1-3 0,-6 1 3 16,-3-2-4-16,-1 1 0 0,-8 15-3 15,4-15-9-15,-1 0-24 0,-2-4-28 0,-1 0-38 16,0-4-52-16,2-1-70 0,1-3-254 0,4-5-490 0,5-3 217 16</inkml:trace>
  <inkml:trace contextRef="#ctx0" brushRef="#br0" timeOffset="80154.03">23845 3016 347 0,'-4'-4'373'16,"4"4"-9"-16,-1-4-1 0,1 4-20 0,-4-1-6 0,4 1-13 16,0 0-15-16,0 0-23 0,0 0-28 15,2-7-29-15,4 5-22 0,1 0-22 0,6-1-22 16,9 0-17-16,5 1-17 0,7 1-27 0,-3 1-26 16,2 0-37-16,2 0-41 0,-1 2-46 0,1-1-44 0,-6 4-64 15,1-1-62-15,-7 1-77 0,-3-2-76 0,-3 2-196 16,-3 1-614-16,-1-1 273 0</inkml:trace>
  <inkml:trace contextRef="#ctx0" brushRef="#br0" timeOffset="80325.88">23815 3258 191 0,'-4'2'279'0,"0"-2"8"0,4 0 8 0,0 0 3 0,0 0-13 16,0 0-28-16,23 6-28 0,-4-6-7 0,3 0-33 15,7-2-23-15,5 5-21 0,1-3-12 0,6 0-39 16,-2 1-47-16,2 0-59 0,-3 1-67 0,0-2-92 16,3 1-93-16,-3-1-169 0,0 0-467 0,2-1 207 15</inkml:trace>
  <inkml:trace contextRef="#ctx0" brushRef="#br0" timeOffset="84966.09">25711 2715 77 0,'-2'-3'230'16,"2"3"-29"-16,0 0-25 0,0 0-21 0,0 0-11 0,0 0-18 15,0 0-12-15,-5 9-17 0,3-5-1 0,2-4-11 16,2 9-9-16,-2-5-9 0,0 2-2 0,2 1-9 15,-1-1-8-15,2 0-3 0,-2 0-3 16,2 0-5-16,-2-1 0 0,2 1-2 0,0-1-1 0,0 0-4 16,-1 0 2-16,1-2 28 0,2 0 1 0,-1-1 13 15,3 0-3-15,0-2 2 0,0 1-5 0,6-2-4 16,-4 1 1-16,-1-2 0 0,4 0 7 0,-4 0-5 16,3-2 9-16,1-3-8 0,-1 1-9 0,1 1 4 15,-3 1 7-15,0-4 6 0,1 3 9 0,-1 1-4 16,-3-1 15-16,-1 0-6 0,2 0 18 0,-4 1 12 15,3 1-15-15,-2 1-4 0,-1-1-14 0,-1 1-2 16,-2 2-7-16,0 0-7 0,6-6-11 0,-6 6-17 16,3-1-2-16,-3 1-11 0,0 0-13 0,0 0 7 15,0 0-5-15,7 8-8 0,-7-4 6 0,1 2-6 16,-1 1 2-16,6 4-5 0,-5 1 5 0,2 0-4 16,-1 6-1-16,1 1-8 0,4 1 5 0,-3 1 5 15,3 8-1-15,-5-1-5 0,4 0-4 0,-2 2 17 16,0-2-12-16,2 1-7 0,-1-2 10 0,2-1-9 15,-2-1-7-15,-2-4 14 0,0 0-2 0,0-1-5 16,-2-1 1-16,0 0 3 0,1 0-3 0,0-1-2 16,-2-1 3-16,-2-4 1 0,2 0-4 0,-4 0 7 15,1-6-4-15,-1 5 2 0,-2-4 0 0,3-1-3 16,0-2 18-16,-3 0 23 0,2 0 12 0,-3-4 29 0,0-1 15 16,-2 2 6-16,-1-1 2 0,1-4-1 15,-5 1-4-15,3-2-8 0,2-2-7 0,-5-1-10 16,3-1-7-16,-6-3-7 0,2 0-18 0,0-2-40 0,2 0-50 15,2 0-70-15,-2-2-66 0,3-2-73 0,-3-1-79 16,6-1-102-16,-1-7-316 0,-2 0-814 16,6 5 360-16</inkml:trace>
  <inkml:trace contextRef="#ctx0" brushRef="#br0" timeOffset="85825.37">25853 2360 67 0,'0'0'276'0,"2"-5"-16"0,-2 5-17 16,0 0-20-16,0 0-22 0,-2-7-20 0,2 7-23 16,0 0-18-16,0 0-17 0,0 0-16 0,0 0-11 15,0 0-14-15,0 0-3 0,-7 12-9 0,7-7-10 16,-3 0-3-16,3 3-6 0,-2 0 0 0,0 2-10 15,-1-1-3-15,-2 1-5 0,2 0-4 0,0 2 2 16,-2-2-6-16,1 1-5 0,0-1 0 0,-1 0 9 16,2-2-14-16,-1 2 2 0,1-3-2 0,0 0 6 15,-2 0-14-15,2-4 4 0,2 2 0 0,-2-1 0 16,3 0 0-16,-1 2 4 0,-2-2 0 0,3-4 35 16,-1 4 26-16,1-4 11 0,0 0 0 0,0 0-9 15,0 0-11-15,0-13 10 0,1 7-21 0,0-1-4 16,2 0-8-16,0-4-5 0,1-2-1 0,1 2-6 15,1-4-3-15,-1 2-3 0,-1 0 0 0,2 2 2 16,-1-1 20-16,0 1 6 0,0-1 4 0,-1 3 9 0,1-1-2 16,-3 3 4-16,0 2 3 0,1-1-1 15,0 1-1-15,-2 1-8 0,2 0-11 0,-1 1-3 16,-2 3-15-16,3-4-7 0,-3 4-12 0,0 0 1 16,0 0-5-16,0 0-1 0,7 7 8 0,-3-2-9 0,-3 0 0 15,6 4-3-15,-3-2 2 0,-1 2-4 0,5 0-5 16,-4 1-22-16,3 1-20 0,0 1-15 15,2-1-16-15,-2 5-20 0,3-1-26 0,-1-2-31 16,2 0-42-16,-7-1-54 0,6-5-75 0,-2 5-242 0,-1-2-610 16,-1-1 270-16</inkml:trace>
  <inkml:trace contextRef="#ctx0" brushRef="#br0" timeOffset="91223.2">26384 2915 275 0,'0'0'328'0,"0"0"-13"0,0 0-6 0,0 0-8 0,0 0-6 0,0 0-9 16,0 0-6-16,0 0 3 0,0 0-14 16,0 0-6-16,0 0 1 0,0 0-15 0,0 0-11 15,0 0-14-15,0 0-19 0,0 0-22 0,21-7-15 16,-2 4-20-16,4 1-17 0,1-1-10 0,8 2-19 0,2-1-11 15,0 0-7-15,-2 2-16 0,1-2-24 0,-3 1-33 16,0-2-36-16,-7 2-45 0,-2-1-43 16,0 0-53-16,-7 0-45 0,-1 1-62 0,-4 0-63 0,0 0-72 15,-3-1-248-15,-2 1-710 0,-4 1 314 0</inkml:trace>
  <inkml:trace contextRef="#ctx0" brushRef="#br0" timeOffset="92129.35">27070 2699 5 0,'0'0'350'15,"1"-3"-21"-15,-1 3 2 0,3-3-29 0,-3 3-25 16,0 0-19-16,0 0-25 0,0 0-29 0,0 0-24 16,0 0-24-16,0 0-20 0,0 0-14 0,0 0-15 15,0 0-9-15,0 0 2 0,0 0-21 0,2 13-13 16,0-8-1-16,-2 1-8 0,4 1-5 0,-1-1-3 16,2 1-6-16,-1 1-4 0,2 0-1 0,1 0-4 0,-2-2-4 15,2 0-3-15,0-3 0 0,-2 1-1 16,2 2-6-16,0-4-2 0,2-1-4 0,-2 1 3 15,1-4-1-15,3 1 1 0,-1-1-3 0,1-3 2 16,-1 0-2-16,-1 0-5 0,0-3 1 0,0 2-5 0,1-1 4 16,-2-1 4-16,-1 3-2 0,3-3 7 0,-5 3 14 15,3-2 11-15,-4 2 9 0,-1 0 8 16,3 1-5-16,0 2-2 0,-4-2 10 0,0 1-25 16,-2 3-2-16,4-3-13 0,-4 3-6 0,3-3-10 15,-3 3 8-15,0 0-8 0,0 0-5 0,4 10 2 0,-4-5 0 16,3 6-3-16,-3 0 3 0,4 4 1 0,-1 3-1 15,2 10 1-15,-1-2-6 0,0 2-4 0,3 2 12 16,-1-1-1-16,2 3 1 0,-3 1-10 16,2 1 6-16,-1-3 1 0,2 0 3 0,0 2 0 0,-3-4-5 15,1 2-3-15,-1-2 2 0,1-3 1 0,-3-1 5 16,0-4-8-16,-1-3-1 0,-2-1 0 0,0 1 4 16,-2-2-1-16,0 0 0 0,-1-4 2 0,0-2-4 15,-1 1 3-15,0-4 29 0,0 0 34 0,-3-3 48 16,-1-2 21-16,-4 2 21 0,1-2 3 0,-4-4 3 15,1 1 2-15,-6-3-8 0,0-4-10 0,-1-2-9 16,1 0-13-16,-5-6-7 0,0 3-11 0,5 0-3 16,3-1 2-16,3 1-1 0,-1-2-9 0,4 2-8 15,2-3-8-15,-1 1-5 0,5-2-30 0,2 0-40 16,3-1-52-16,4-2-64 0,7 0-70 0,7-7-81 16,5 1-89-16,1-1-102 0,6 0-486 0,8-6-1020 15,-8 6 451-15</inkml:trace>
  <inkml:trace contextRef="#ctx0" brushRef="#br0" timeOffset="93207.46">27615 2510 61 0,'0'0'240'0,"-1"-4"-27"16,1 4-24-16,0 0-22 0,0 0-20 0,0 0-12 16,-3 12-11-16,5-5 9 0,-1 6 17 0,3 4-9 15,4 2 11-15,7 8-2 0,-2 3-6 0,5 0-13 16,3 2-15-16,-1-1-5 0,10 8-11 0,-7-6-8 16,-3-2-11-16,1 4-9 0,1-3-2 0,-4 0-13 15,-5-1-2-15,0 2-9 0,-1 1-2 0,-4 0-2 16,-4 1-2-16,-7 1-8 0,-5 0-4 0,-3-2-2 15,-16 8 3-15,3-10-26 0,-16 7-24 0,-1-4-22 16,-8 0-30-16,-4-9-43 0,-4-6-69 0,-1-2-71 16,-1-2-183-16,18-5-473 0,-12 1 210 0</inkml:trace>
  <inkml:trace contextRef="#ctx0" brushRef="#br0" timeOffset="93863.64">25551 2519 264 0,'1'-4'350'0,"0"1"-26"0,-1 3-35 0,-1-6-38 16,1 6-31-16,0 0-18 0,0 0-29 0,-9 13-20 16,-1 1-12-16,-1 2-14 0,-2 12-14 0,-1 1-11 15,-1 1-11-15,-1 6-5 0,-5 11-9 0,6 0-4 16,-2 4-5-16,-4-1-8 0,6 0-3 0,2 0-2 15,-2-4 2-15,4-11-6 0,4 2-12 0,-2-1-4 16,3-1 4-16,3 1-6 0,5 0-4 0,2-1 0 16,3 1-2-16,5-1-2 0,3-2-4 0,8-4-22 15,6-2-70-15,3-3-97 0,22 3-127 0,1-2-226 16,5-5-565-16,4-7 249 0</inkml:trace>
  <inkml:trace contextRef="#ctx0" brushRef="#br0" timeOffset="94661.93">27950 2224 32 0,'0'0'161'0,"-7"5"25"0,7-5-3 15,0 0 1-15,11 11 3 0,-7-9-9 0,2 5-14 16,-1-4-19-16,2 3-13 0,-3-1-14 0,4 1-12 16,-4 0-10-16,4 2-12 0,-2-3-9 0,-1 2-6 15,1 2-9-15,-2-3-6 0,-3 3-5 0,2-2-5 16,-2 3-3-16,-1-3-7 0,0 0 0 0,-1 1-1 15,-2-1 1-15,-2-1 22 0,3 1 9 0,-1-2 5 16,-2 0-4-16,5 1-1 0,-2-3 6 0,0 0 6 16,2-3 15-16,-3 5 19 0,1-3 18 0,2-2 15 15,0 0 11-15,0 0 2 0,7 4-13 0,-7-4-17 16,17-2-9-16,-2 0-19 0,8 1-8 0,9-1-9 16,2 0-10-16,2 1-21 0,2-3-43 0,3 2-45 15,13-5-58-15,-14 5-71 0,1-2-93 0,17-1-111 16,-18 3-231-16,0-3-652 0,15-1 289 0</inkml:trace>
  <inkml:trace contextRef="#ctx0" brushRef="#br0" timeOffset="101022.7">20641 4495 121 0,'1'-13'354'0,"-1"0"5"0,3 0 10 15,-2 0 0-15,-1 2 13 0,0-1 6 0,0 5-11 16,0 0-8-16,4 1-21 0,-3 2-28 0,1-1-34 16,-4 0-29-16,2 5-32 0,2-5-28 0,-2 5-28 15,0 0-22-15,0 0-12 0,0 0-19 0,0 0-9 16,-2 23-11-16,1-7-9 0,1 4-10 0,0 6-6 15,0 3-3-15,-4 2-12 0,4 0-4 0,0 2-4 16,0-2-4-16,5 2 0 0,-3-2-9 0,-1 0-7 16,2-3-16-16,-2 1-16 0,5-3-24 0,-3-7-24 15,1 10-14-15,0-12-41 0,0 1-36 0,1 0-22 16,-2-1-22-16,0-5-18 0,1 0-24 0,-3-4-36 0,3 0-46 16,-1-3-62-16,1-1-290 0,-1-1-719 0,2-2 318 15</inkml:trace>
  <inkml:trace contextRef="#ctx0" brushRef="#br0" timeOffset="101272.67">20509 4483 19 0,'-3'-7'389'15,"3"-4"4"-15,-4 4-11 0,3-2 3 0,1 2-16 16,1 0-23-16,0-1-24 0,-1 1-27 0,3 1-30 15,0-1-26-15,2 2-24 0,6-1-23 0,1-1-20 16,6-1-18-16,1 3-16 0,4-2-15 0,0 4-12 0,7 1-20 16,-1-1-1-16,6 1-14 0,-4 1-25 0,2-1-16 15,-2 4-28-15,-1-2-27 0,2 1-35 16,-3 0-27-16,-9-2-20 0,0 3-13 0,-6 0-41 0,1-1-34 16,-4 0-53-16,1 0-59 0,-6 1-40 0,-3 3-200 15,1-4-588-15,-4 3 261 0</inkml:trace>
  <inkml:trace contextRef="#ctx0" brushRef="#br0" timeOffset="101663.25">20796 4735 113 0,'3'-3'361'0,"-2"-1"-5"0,-1 0-12 16,4 0 2-16,-4 4-15 0,1-8-31 0,-1 5-26 16,0 3-30-16,0-5-27 0,4 3-28 0,-4 2-7 15,0 0-32-15,0 0-21 0,14 5-13 0,-10 0-14 16,7 3-5-16,-2 0-14 0,2 4-11 0,3 0-7 16,-2 2 5-16,-1-1-16 0,3 1-12 0,-3 2-20 15,1 0-7-15,-3 0-17 0,0-1-5 0,1 0-10 16,-6-1 1-16,1-4-8 0,-1 2 0 0,-3-2-4 15,-1-1 10-15,-1-2-1 0,-1-1 2 0,0 1 7 16,-1-4-4-16,-3 1 1 0,0-1 9 0,0-2 10 16,-1-1 9-16,7 0 28 0,-16-5 6 0,11 2 12 15,-1 0-3-15,1-3 3 0,1 0-3 0,1-2-1 0,0 2-5 16,3-3-9-16,-1 0-14 0,5-3-13 0,3 2-36 16,2-1-36-16,7-4-33 0,10 4-33 15,4-1-34-15,1-1-33 0,2 5-39 0,1 0-31 16,0 0-32-16,0 3-28 0,0 0-161 0,-2 2-520 0,0 1 230 15</inkml:trace>
  <inkml:trace contextRef="#ctx0" brushRef="#br0" timeOffset="102393.08">21415 4762 14 0,'-6'-2'170'16,"-3"-1"6"-16,-5 1 10 0,2 0 0 0,-1 1-2 16,-1 0-11-16,-4 0-9 0,3 1-8 0,0 1-15 15,0-1-15-15,-3 4-6 0,-1 1-20 0,5 1-7 16,0-1-10-16,-2 4-10 0,3-3-6 0,2 2-9 15,1 1-5-15,-3 4-6 0,5-1 2 0,-1-2-3 16,2 1-7-16,3 3-4 0,-2-3-3 0,5 2-1 16,-2-2-3-16,3 1-2 0,0-2-1 0,4 1 1 15,2-4-2-15,-1 2-4 0,2 0 2 0,6-3-5 16,0-1-4-16,0-3-7 0,1 0-14 0,2-1-8 16,-5-3-8-16,8-2-2 0,-2-2 3 0,2 2 1 15,-6-6 6-15,6-1-5 0,-8 1 5 0,5-3 11 16,-6 3-7-16,-2 0 13 0,0-2 29 0,-1 1 22 15,-1 1 22-15,-2-1 20 0,3 1 24 0,-5 1 11 16,3 1 18-16,-3 2-9 0,-2 1-7 0,0-1-9 16,0 1-18-16,1 3-12 0,-1 2-19 0,0 0-6 15,0-5-13-15,0 5-1 0,0 0-13 0,0 0-1 16,0 0-5-16,-10 15-1 0,7-9-6 0,0 1-12 16,2 3 0-16,1-4-14 0,-2 6-2 0,0-2-2 15,2-1-5-15,1 3-5 0,0-3-8 0,1-2-5 0,0 0 2 16,1-2-2-16,1 0-2 0,3 0 0 0,-2-2-4 15,4-1 0-15,-3-2-5 0,5-1 1 16,-1-2-5-16,-1 1 3 0,3-3 9 0,-1-3-2 16,2 2 4-16,4-3 0 0,-6 0 5 0,4-3-1 0,-4 4 6 15,1-2 1-15,-2 2 8 0,-2 0 10 0,0 2 17 16,-1-1 13-16,-2 2 8 0,-1 0 1 0,1 0 4 16,-4 2-15-16,2 0-9 0,-3 3-3 0,5-2-6 15,-5 2-3-15,0 0-6 0,0 0 3 0,5 8-4 16,-2-3 4-1,0 1-3-15,-2 3 0 0,-1-3 9 0,4 4-10 0,-2-3 3 16,0 4-2-16,1-3 2 0,0 1-2 16,0-3 3-16,-2 2 0 0,6-1 0 0,-3-1 0 0,-2-2 9 0,1 0-8 15,1-2 1-15,0 1-1 0,3-3 2 0,-7 0 3 16,12-3-1-16,-6 0 4 0,-1-1 13 0,2 0 10 16,0-3 14-16,-2-3 11 0,2 1 23 0,0 0 10 15,-3 4 9-15,4-5 7 0,-1 3 2 0,-3 0 0 16,-3 0-1-16,4 4-7 0,-1-3-4 0,-3 1-11 15,3 1-5-15,-4 2-22 0,0 2-10 0,5-4-11 16,-5 4-12-16,6-2 2 0,-6 2-10 0,0 0-1 16,8 11-8-16,-4-6-13 0,0 2-7 0,4-1-14 15,-4 4-11-15,6-3-19 0,-2 3-24 0,4-1-18 16,2 3-18-16,-3-2-37 0,0-2-36 0,1-1-42 16,0-1-63-16,2-1-65 0,-3-1-340 0,2-1-749 15,-2 0 333-15</inkml:trace>
  <inkml:trace contextRef="#ctx0" brushRef="#br0" timeOffset="102549.31">21779 4441 140 0,'0'-5'164'15,"9"1"-21"-15,-6 1-15 0,6 2-14 0,-3 1-12 16,1-1-43-16,7 2-48 0,-3 2-71 15,0-1-74-15,1 3-145 0,0 2 65 0</inkml:trace>
  <inkml:trace contextRef="#ctx0" brushRef="#br0" timeOffset="103408.59">22131 4428 52 0,'0'0'229'0,"0"0"-26"0,0 0-18 0,2 9-21 15,-2-1-15-15,1 1-15 0,-1 3-11 0,0 7-11 16,-1-1-10-16,1 4-8 0,-2 4-7 0,2 1-8 16,0 0-6-16,0 0-9 0,0 1-5 0,2 0-4 15,-4-1-6-15,4-5-1 0,-1-2-6 0,-1 1-6 16,1-1-2-16,-1-2-3 0,-1-1-3 0,1-2-1 16,-1-4-4-16,-1-1 0 0,2 1-2 0,-2-3 2 15,-2-1-1-15,4-2 10 0,-3-1 36 0,2 0 22 16,-2 0 18-16,3-4 10 0,-6 1 9 0,6-1 6 15,0 0 10-15,0 0 5 0,-11-6-8 0,6 3 0 16,5 3-9-16,-4-5-12 0,3 1-8 0,1 4-8 16,0-7-10-16,1 3-14 0,3 0-13 0,3 1-8 15,-2-3-5-15,6 2-5 0,4 1-11 0,2 1-29 16,4 1-13-16,2-2 2 0,-1 1-25 0,1 0-10 16,7 1-4-16,-7 1-11 0,0 0-10 0,-1 0-12 15,1-2 3-15,-4 0 0 0,1 1 5 0,-2 1 4 0,-4 0 8 16,-2-3 6-16,-4 2 4 0,2 1 6 0,-6-1 6 15,5-1 10-15,-9 2 4 0,7-2 2 16,-7 2 1-16,7-1 3 0,-7 1-1 0,0 0-2 16,0 0 0-16,0 0 2 0,0 0 3 0,0 0-2 0,0 0 7 15,0 0-6-15,-20 3 1 0,16 1 2 0,0-1-3 16,0 2 5-16,-2 1 0 0,3-1 2 0,-1 2 1 16,3 1 0-16,-2-2 4 0,3 1-2 0,0 0-1 15,0 1 2-15,0-2 4 0,3-1 1 0,-3 2-4 16,1-1 3-16,-1-1-3 0,4 0-5 0,-1 0 6 15,0-3-5-15,4 1 0 0,-7-3-1 0,8 1-8 16,-8-1-8-16,12-3-7 0,-6 0 1 0,0-3-2 16,2 0 3-16,3 0 3 0,-4-4 0 0,4 2 8 15,-3-2-2-15,0 0 0 0,1-1 5 0,-2-1 4 16,-1 1-1-16,-1 2 9 0,1-3 11 0,2 4 14 16,-3-2 10-16,-2 2 3 0,1 1 6 0,-1 1 3 15,1 1 1-15,-4 0-8 0,4 0-3 0,-4 2-7 16,2 0-3-16,-2 3-11 0,2-2-2 0,-2 2 3 15,0 0-9-15,0 0 3 0,6 8 0 0,-6-3-3 0,2 2 1 16,-2-1-4-16,3 2 0 0,-2 2-5 16,1 1 4-16,-1-1-7 0,2 1-3 0,1 1-4 15,-4-6-1-15,4 6-2 0,-2-3-5 0,0 1-2 16,1-2 1-16,-2-2 3 0,1-1 3 0,2-1 3 0,-3 0 1 16,0 0 5-16,-1-4 4 0,3 2-5 0,-3-2 7 15,0 0 5-15,0 0 12 0,11-8 18 16,-8 3 12-16,1 2 18 0,0-2 14 0,-1-3 14 15,3-1 15-15,1 1 14 0,0-1 23 0,-3 0 13 0,4-2 9 16,-4 4 2-16,2 2-1 0,-2-3 0 0,1 2-6 16,0 3-6-16,0-4-9 0,-1 3-14 0,-1 0-13 15,-1 1-16-15,1-1-12 0,-3 4-18 0,4-2-17 16,-4 2-19-16,7 0-17 0,-7 0-26 0,0 0-29 16,9 8-38-16,-2-3-34 0,-3 1-27 0,2 2-52 15,2 0-44-15,0 2-53 0,0 3-70 0,2-5-90 16,-1 3-296-16,6 2-795 0,-1 1 352 0</inkml:trace>
  <inkml:trace contextRef="#ctx0" brushRef="#br0" timeOffset="103752.31">23500 4848 176 0,'0'0'360'0,"-3"-3"8"0,3 3 21 16,0 0-6-16,0 0-3 0,0 0-9 0,0 0-3 15,0 0-18-15,-3-4-15 0,3 4-12 0,0 0-30 16,0 0-27-16,0 0-25 0,0 0-25 0,6-7-29 16,-1 4-24-16,2 2-4 0,5-1-47 0,3 1-47 15,3-4-43-15,2 3-62 0,2 0-51 0,8 1-57 16,1 1-55-16,-8 1-57 0,2 1-67 0,5-4-71 16,-10 5-279-16,-1-2-734 0,2 4 326 0</inkml:trace>
  <inkml:trace contextRef="#ctx0" brushRef="#br0" timeOffset="103908.54">23611 4900 195 0,'-12'4'212'0,"4"-2"-14"15,-2 0-16-15,2 0-18 0,3 0-10 0,-1 1-9 16,6-3 14-16,-2 5 8 0,2-3 1 16,0-2-20-16,17 6-14 0,-3-3-12 0,16 1-12 0,1 2-14 15,10-1-46-15,12-2-70 0,3 5-84 0,-1-8-59 16,-14 1-191-16,16-1-382 0,-2 2 170 0</inkml:trace>
  <inkml:trace contextRef="#ctx0" brushRef="#br0" timeOffset="104283.5">24918 4406 157 0,'5'-12'332'0,"-1"1"6"0,-2 4 2 0,2-3 15 16,0 4-6-16,-2-1-21 0,-2 2-18 0,2 3-18 15,-4-3-27-15,2 5-36 0,2-6-21 0,-2 6-28 0,0 0-17 16,0 0-17-16,0 0-17 0,-8 11-21 16,4-2-6-16,2 1-15 0,-1 4-4 0,2 3-6 15,-1 2 3-15,2 2-17 0,2 5-9 0,-1 3-1 0,4 0-18 16,3-2 5-16,-2 4-20 0,3-2-29 0,-2 0-37 16,1-4-38-16,0 2-31 0,5 0-44 15,-7-8-46-15,-4 2-59 0,5-2-66 0,-7-1-289 0,2-6-670 16,-2 1 296-16</inkml:trace>
  <inkml:trace contextRef="#ctx0" brushRef="#br0" timeOffset="104472.49">24528 4882 177 0,'-8'0'361'0,"2"0"4"0,6 0 18 15,-8-1 9-15,8 1-1 0,0 0-7 0,0 0-14 16,31-4-21-16,2 3-23 0,8-1-33 0,20-1-29 15,3 2-26-15,8 0-26 0,-3-1-20 0,35 2-21 16,-40 0-16-16,1 0-20 0,1 0-30 0,-7-1-40 0,3 1-54 16,-7-2-63-16,5 2-69 0,-20 2-81 0,2-1-108 15,-3-1-124-15,-5 2-270 0,-3 0-761 0,-10-2 336 16</inkml:trace>
  <inkml:trace contextRef="#ctx0" brushRef="#br0" timeOffset="105269.28">25015 5563 256 0,'4'-3'270'0,"-4"3"-23"15,0 0-34-15,0 0-25 0,0 0-17 0,0 0-18 16,0 0-13-16,0 8-16 0,0-3-17 0,-1 1-12 16,-1 3-2-16,1 3-13 0,-2-1-9 0,3 2-4 15,0-2-9-15,0 3-4 0,-4 4-9 0,6-1 1 16,-2-4-6-16,2 2 0 0,1-1-8 0,-2-2-3 16,2 1-2-16,-3-3-2 0,3-4 1 0,-1 0-1 0,-2 1-3 15,3-3 15-15,-3 0 34 0,1-1 27 0,-1-3-10 16,6 2-2-16,-6-2-10 0,8-7-3 15,-2 1-9-15,2-1 0 0,-2-2-1 0,3-2-3 16,-1 0 3-16,3-5 1 0,-2 1 2 0,1-1 18 0,1 3 11 16,-2-2 6-16,2 2 0 0,-2 2-5 0,-4-1-1 15,4 3 0-15,-5-2-4 0,3 2-5 0,1 1-2 16,-4 2-9-16,-2 2-11 0,0-1-7 0,1 1-13 16,1 0-16-16,-4 4-17 0,4-1 4 0,-4 1-13 15,0 0 12-15,8 11-22 0,-6-6-5 0,2 2-3 16,-3 2-5-16,2 2-2 0,-2-1 3 0,1 1-6 15,-2-1 0-15,2 2-7 0,-2-3 9 0,0 0 2 16,0 1-4-16,0-4 8 0,0-1 13 0,2 3-15 16,1-4 11-16,-3 0 7 0,2-2 32 0,-2-2-5 15,4 3 1-15,-4-3 1 0,0 0 4 0,15-8 7 16,-8 3 10-16,0-3 14 0,5 1 18 0,-2-2 11 16,1 0 12-16,-1 0 25 0,0 0 8 0,0 0 10 15,-1 0 6-15,0 1-8 0,0-1 0 0,1 2-4 0,-6 2-14 16,2 0-7-16,-2 0-14 0,2 2-5 15,-4 0-23-15,-2 3-15 0,4-3 22 0,-4 3-14 16,0 0-8-16,8 6-5 0,-5-1-10 0,1 2-4 0,3 2-8 16,-3 3-14-16,0-1-21 0,4 5-24 0,-1 1-33 15,3 1-27-15,0 0-29 0,0 0-33 0,2 6-49 16,-1-9-47-16,3 0-57 0,-3 1-72 16,5-2-111-16,-8 0-384 0,8-1-936 0,-6-4 415 0</inkml:trace>
  <inkml:trace contextRef="#ctx0" brushRef="#br0" timeOffset="106378.53">26989 4406 90 0,'14'-11'315'0,"-3"-1"-5"15,1 5-12-15,-5-1-6 0,0 1-3 0,0 2-18 0,-3-1-16 16,-1 2-15-16,-1 0-38 0,2 3-26 0,-2-3-2 16,-2 4-44-16,0 0-14 0,0 0-9 0,-18 8-14 15,2-3-10-15,-5 6-8 0,-7 5 5 0,-3-1-20 16,-5 3-6-16,2 1 0 0,-16 6-4 0,-2-1-5 16,-1 1-6-16,0-3 3 0,-2-1-10 0,0-2-1 15,0-1-4-15,1-1-2 0,13-6-4 0,-1-1 2 16,4 2-1-16,0-5-2 0,4 3-7 0,1-5 0 15,13 0 4-15,0 1-2 0,7-5-4 0,1 2 2 16,5 0-7-16,2-2-3 0,1 0 1 0,4-1 3 16,0 0 2-16,19 5-7 0,3-2 1 0,12 0 2 15,10 3-3-15,11 1-1 0,4 1 6 0,-1 1-9 16,0-3 5-16,-2 4 20 0,-3 0-31 0,-11-2 5 16,-5-1 0-16,1 1-2 0,0 1 0 0,-7-2-1 15,2 1-1-15,-13-3-4 0,-2 1 0 0,-7-2 2 16,1 2-3-16,-2-4-3 0,-5 2-8 0,3-2 3 15,-5 1-5-15,-3 1 4 0,1-1 3 0,-1-3 1 16,-5 6 2-16,-2-2 2 0,-2 2 0 0,-4-2 7 16,-7 0-6-16,-10 6 1 0,-4-3 6 0,2 1-5 0,-4-1 5 15,-6-1-1-15,4 3 3 0,-4-1-3 0,0 0 1 16,1 0-4-16,3 4 4 0,-2 0 1 16,5-2-3-16,2 2 4 0,5 0 0 0,6-3-3 15,2-1 9-15,6-2-2 0,2 2 5 0,2-3-1 0,5 3 11 16,1-6 13-16,1 2 18 0,6 1 29 0,3 0 15 15,10 2 0-15,15 0-11 0,9-2-2 0,20 0-9 16,-1-4-8-16,6 3-4 0,2-3-7 16,2-4-3-16,-1 3-6 0,-1 0-5 0,2-1-3 0,-4-8-5 15,-5 5-3-15,0-1-43 0,-4 3-33 0,-15 2-27 16,-5-3-26-16,-3 1-31 0,-10 1-34 0,-4 2-51 16,-4-1-55-16,-5 0-68 0,-2 2-242 0,-7 1-633 15,-1-3 280-15</inkml:trace>
  <inkml:trace contextRef="#ctx0" brushRef="#br0" timeOffset="109093.63">26367 5609 250 0,'0'0'316'16,"0"0"-11"-16,0 0-17 0,0 0-15 0,1-4-17 15,-1 4-21-15,0 0-22 0,0 0-24 0,0 0-20 0,0 0-20 16,0 0-18-16,0 0-13 0,0 0-20 0,0 0-1 16,-15 8-14-16,11-4-7 0,-4 1-5 15,3-2-11-15,-1 2-7 0,-1 1 1 0,-1 1-7 16,2-2-5-16,0 0-3 0,-1 1-2 0,-1 2-6 0,1-3-5 15,0 1 0-15,2 1-22 0,-1-3-15 0,1 1-14 16,0 2-20-16,2-1-25 0,0-2-29 0,-2 1-40 16,2 0-43-16,2-2-53 0,-1 1-49 15,2-4-157-15,-1 5-478 0,1-5 211 0</inkml:trace>
  <inkml:trace contextRef="#ctx0" brushRef="#br0" timeOffset="109312.36">26270 5611 194 0,'0'0'285'0,"0"0"-24"0,0 0-26 0,0 0-29 15,0 0-25-15,0 0-19 0,0 0-15 0,0 0-15 16,0 0-15-16,0 0-7 0,0 0-15 0,3 15-3 16,-2-8-13-16,1 0-8 0,1-1-5 0,1 2-7 15,1 2-6-15,-1-2-3 0,0 2-4 0,2-3-1 16,1 5-4-16,2-3-12 0,2 2-32 0,-4-4-56 15,2 3-70-15,5-2-77 0,-3-2-188 0,2-1-425 16,-1 0 188-16</inkml:trace>
  <inkml:trace contextRef="#ctx0" brushRef="#br0" timeOffset="109501.34">26507 5802 174 0,'-2'6'189'0,"1"-2"-10"0,1-4-8 16,-1 7-8-16,-2-5-12 0,2 2-16 0,1 1-11 0,-3 0-13 16,2 0-8-16,-1 0-12 0,2 0-6 0,-1 2-8 15,-2 1-6-15,2-5-8 0,-2 7-8 0,2-7-29 16,-2 2-46-16,0-2-61 0,3 2-67 0,-2-1-139 16,0 0-310-16,2-4 137 0</inkml:trace>
  <inkml:trace contextRef="#ctx0" brushRef="#br0" timeOffset="110016.92">26647 5658 180 0,'0'0'227'0,"0"0"-24"0,0 0-22 16,0 0-18-16,-5 0-19 0,5 0-12 0,-4 7-11 15,4-7-14-15,-2 6-8 0,2-1-8 0,2 1-10 16,0 0-6-16,1-2-7 0,-2 1-7 0,2 1-3 16,1-2-5-16,3 1-6 0,-2 1-5 0,-1-3-5 0,3 1-1 15,-1-1 0-15,4-2-6 0,-5 1-5 16,0-2-3-16,3 0-2 0,-1-3-2 0,1 3-1 16,-2-4 0-16,-1 0-1 0,1 2 1 0,-2-5-1 15,1 4 15-15,0 0 24 0,0-2 15 0,-1-1 15 0,0 1 20 16,1 3 0-16,-2-3 20 0,-2 1 12 0,6 1 4 15,-6 0 7-15,-1 3 0 0,4-5-13 16,-2 3-3-16,-2 2-26 0,0 0-18 0,3-3-17 0,-3 3-6 16,0 0 0-16,0 0-20 0,0 0 2 0,0 0-5 15,0 0-8-15,0 10-3 0,-2-4-3 0,4 1-2 16,-2-2-4-16,-2 5-8 0,2-4 0 0,4 4-3 16,-6 2 3-16,2 1 16 0,2-1-20 0,-2 1 12 15,0 5-11-15,0 1 1 0,-2-2-3 0,2-5-4 16,0 5 1-16,-2 1-3 0,2-5 14 0,0-2-15 15,-1 2-4-15,-1-1-2 0,-2-2 2 0,2-4 5 16,-1 2 0-16,0 0-4 0,-1-1-1 0,0-4 2 16,0 2 3-16,-1-2-3 0,0-1 9 0,-1-1-4 15,-2-1 1-15,-1 0-4 0,-2-1-8 0,-1-1-18 16,3-2-30-16,0-1-37 0,-3-1-32 0,1 0-42 16,2-1-51-16,-2-1-65 0,7-1-72 0,-3 0-216 15,4 3-617-15,3-2 272 0</inkml:trace>
  <inkml:trace contextRef="#ctx0" brushRef="#br0" timeOffset="110548.11">27186 5551 76 0,'1'-4'306'0,"-1"2"-10"16,0 2-19-16,1-5-10 0,-1 5-12 0,0 0-21 16,-2-8-20-16,2 8-28 0,0 0-26 0,-7-2-11 15,7 2-21-15,0 0-8 0,-18 5-13 0,10 2-10 16,-3-2-10-16,2-1-5 0,0 5-9 0,-3-1-6 15,3 0-6-15,-1 2-8 0,-1-1-1 0,-1 3-4 16,2-2-2-16,4 2-3 0,-2 0 0 0,2 0 2 16,-1 2-8-16,2-2 2 0,3-1-5 0,-1 2 3 15,1 0-7-15,4-1 2 0,-2 1-1 0,5-1-3 16,-2-1-4-16,3 0 3 0,1-1-5 0,3 0-4 16,3 2 12-16,-2-5-15 0,1 0-16 0,1 1-25 15,-1-5-32-15,0 3-35 0,1-5-48 0,-1 2-45 16,-3-3-63-16,5-3-58 0,-6 1-180 0,1-5-525 0,-2 2 233 15</inkml:trace>
  <inkml:trace contextRef="#ctx0" brushRef="#br0" timeOffset="110735.58">27065 5695 184 0,'-5'0'280'0,"5"0"-1"15,-9-3-3-15,9 3-6 0,0 0-8 16,-1-3-9-16,1 3-13 0,0 0-27 0,0 0-22 0,10-2-18 15,-3 0-15-15,0 1-17 0,4 1-18 0,4-4-13 16,4 3-11-16,-5 1-37 0,5-1-31 0,0-1-41 16,1 1-39-16,-1 0-43 0,3-2-50 0,-2-1-53 15,-2 2-52-15,4 1-188 0,-3-5-472 0,1 1 209 16</inkml:trace>
  <inkml:trace contextRef="#ctx0" brushRef="#br0" timeOffset="110938.69">27458 5514 1 0,'0'0'287'0,"0"-5"-1"0,0 5-6 0,0 0-11 16,0-5-30-16,0 5-27 0,0 0-21 0,0 0-20 15,0 0-16-15,0 0-18 0,0 0-14 0,0 0-12 16,-8 11-14-16,8-3-8 0,1-3-8 0,-2 2-8 16,1 5-5-16,1 0-8 0,-1-1-4 0,1 2-7 15,1 1-4-15,-1 2-3 0,3 1-2 0,0 0-6 16,-3 3-5-16,1-7-25 0,-1 0-32 0,1 4-32 15,-1-4-48-15,2-2-59 0,1-1-55 0,-3-2-219 16,-1 0-478-16,2-2 212 0</inkml:trace>
  <inkml:trace contextRef="#ctx0" brushRef="#br0" timeOffset="111251.16">27480 5426 298 0,'-2'-11'377'0,"1"5"1"0,-2 0-10 0,0 0-18 16,3 1-24-16,-1 0-28 0,0 1-30 0,1 4-33 0,0 0-21 15,1-5-26-15,-1 5-17 0,0 0-19 0,12 8-10 16,-2-4-22-16,-1 4-10 0,2 2-10 0,7 0-11 16,-3 5-13-16,2-1 0 0,-1 2-12 0,5 3-3 15,-2 0-5-15,-6-4-6 0,-1 3-12 0,1 1-6 16,-3-2-4-16,-1 0 12 0,-5 0-19 0,0-1 8 15,-2 2-16-15,-1 0-1 0,-4-5-5 0,1 6 1 16,-4-2-5-16,-3 1 3 0,-1-2 5 0,-3-1-14 16,-2 2-9-16,0-3-7 0,-3 1-18 0,3-3-18 15,-3 2-17-15,2-3-17 0,1 1-16 0,0-1-16 16,4-4-23-16,0-2-30 0,-1 3-34 0,4-3-40 16,3-2-37-16,2-2-256 0,1 1-586 0,2-2 260 15</inkml:trace>
  <inkml:trace contextRef="#ctx0" brushRef="#br0" timeOffset="111516.76">27746 5731 129 0,'0'0'302'0,"0"-3"-28"0,0 3-28 0,0 0-25 0,0 0-24 15,0 0-20-15,0 0-16 0,0 0-13 16,-3 11-16-16,3-11-12 0,-1 9-12 0,2-3-6 15,-2 1-14-15,-2 4-4 0,2 0-10 0,-2 0-5 0,2 2-4 16,-2-1-9-16,1 0-5 0,0 0-3 0,2-1-6 16,-3 6 1-16,3-3-7 0,0-2-3 0,0-1 2 15,0 1-6-15,0 0 0 0,3 0-3 16,-3-1 5-16,4-5-8 0,0 1-1 0,-1 2-28 0,1-2-33 16,1-2-40-16,-2-2-50 0,5 2-58 0,-5-4-63 15,2 1-169-15,2 0-453 0,-7-2 201 0</inkml:trace>
  <inkml:trace contextRef="#ctx0" brushRef="#br0" timeOffset="112126.06">27665 5845 148 0,'0'0'226'0,"-7"-5"-12"0,7 5-12 0,-3-2-11 15,3 2-11-15,0 0-15 0,0 0-14 0,0 0-9 16,0 0-8-16,0 0-12 0,0 0-10 0,0 0-10 15,20 10-12-15,-10-9-8 0,1-1-8 0,2-1-7 16,1 3-8-16,-2 1-7 0,2 0-9 0,-2-3-25 16,3 1-22-16,-3 2-18 0,0-1-15 0,2-2 1 15,-6 1-6-15,0-1 7 0,1 0-2 0,-3 0 4 16,3 0 9-16,-9 0 3 0,12 0 0 0,-5 0 3 16,-7 0 8-16,5 2 3 0,-5-2 1 0,0 0 3 15,11 2-1-15,-9-2 0 0,-2 0-5 0,0 0 4 16,6 1-1-16,-6-1 1 0,3 5 2 0,-1 1 0 0,1-2-2 15,1-1 11-15,-1 1-7 0,0 4 0 16,-2-3-1-16,4 0 1 0,-2 0 2 0,-3 2 1 16,3-1-2-16,0-2 1 0,-2 3-3 0,-1-2 4 15,0-2 2-15,0 2-1 0,0 1-4 0,-1-1-1 0,-1-2 4 16,2-3 0-16,-2 5 3 0,0-2 5 0,2-3 7 16,0 0 10-16,-8 1 4 0,8-1 10 15,-5 2 15-15,5-2 6 0,0 0 0 0,-6-7 5 16,6 7 1-16,0-6-3 0,0 0-7 0,2 1-4 0,0 0-7 15,1-1-3-15,5 1-6 0,0-1-7 0,2-2 0 16,-2 0-3-16,4 2-1 0,-1 1-5 0,0-3-1 16,1 2-5-16,-2 1-2 0,-1 2-2 0,-1 1-3 15,-2-3-2-15,-1 3 0 0,0 1-4 0,-5 1-2 16,10 1 0-16,-10-1 0 0,7 2 0 0,-4 3-1 16,0-3 1-16,-2 3 0 0,0-1-2 0,-1 4 1 15,0-3-1-15,3 1 3 0,-2 2-2 0,-1 0 0 16,3-3 1-16,-1 3 0 0,0-2 0 0,2 1 7 15,-1 0-5-15,1-1 1 0,1-1 3 0,0-1-3 16,1 0 1-16,2 0 0 0,-1-4 1 0,2 1 3 16,-3-1-2-16,6 0-4 0,-1 0 0 0,-4-1 0 15,5-3 1-15,-2 1-26 0,2-2-26 0,-4 1-41 16,3 1-50-16,0-5-68 0,0 1-64 0,-3-1-142 16,2 1-445-16,-1 1 198 0</inkml:trace>
  <inkml:trace contextRef="#ctx0" brushRef="#br0" timeOffset="112309.24">28136 5773 129 0,'-8'-2'394'0,"4"0"-14"16,2-1-5-16,-3-1-15 0,1 2-25 0,4 2-35 0,0 0-28 0,-3-5-21 0,3 5-35 0,0 0-49 15,-2-2-57-15,2 2-66 0,0 0-74 16,0 0-81-16,0 0-110 0,0 0-275 0,0 0-536 15,0 0 237-15</inkml:trace>
  <inkml:trace contextRef="#ctx0" brushRef="#br0" timeOffset="114013.66">27966 4376 50 0,'3'-12'332'16,"1"-2"1"-16,-1 4 6 0,-2-3 8 0,-1 4 7 15,3 1-15-15,-3 2-8 0,1 2-18 0,-1-1-32 16,0-1-29-16,0 6-34 0,0-6-22 0,0 6-27 16,0 0-22-16,0 0-14 0,0 0-13 0,-15 11-10 15,11-2-15-15,-3 6-10 0,-3 2-10 0,-5 8-5 16,5-1-6-16,-3 4-7 0,2 1 7 0,0 1-18 15,-1 0-2-15,3-2-9 0,-1 3 1 0,4 1 0 16,3-2-8-16,2 0-1 0,1-1-1 0,4-1 5 16,0 0-3-16,6-2-5 0,-1-1 7 0,2-1-9 15,5 0-4-15,-3-6 0 0,2-1-6 0,-2 0-18 0,10 2-39 16,-8-5-43-16,2-4-36 0,1 0-59 0,0-2-62 16,-1 1-82-16,3-4-84 0,-5-2-238 15,1 0-702-15,3-3 311 0</inkml:trace>
  <inkml:trace contextRef="#ctx0" brushRef="#br0" timeOffset="114593.25">28396 4507 95 0,'0'0'336'0,"0"0"-21"16,0 0-33-16,-4-4-29 0,4 4-25 0,0 0-25 16,0 0-28-16,0 0-30 0,0 0-15 0,0 0-15 15,0 0-10-15,-1 12-10 0,2-6-9 0,3-2-10 16,-2 2-4-16,2 1-10 0,3 1 0 0,0 0-11 15,2-1-12-15,0-1-10 0,5 1-10 0,-5-1-13 16,2-1-15-16,3 0-4 0,-5-3-14 0,2-1-6 16,1-1 3-16,0-1-4 0,-2-1 7 0,3-3 1 15,-4 2 3-15,-1-4 5 0,2 2-7 0,-5 0 7 16,2-3 16-16,2-2 16 0,-6 5 14 0,1 0 17 16,0-1 12-16,0 3 20 0,-1-2 13 0,0 1 5 15,0-1 3-15,1 2-7 0,-2-1-18 0,-2 4-5 16,0 0-13-16,4-2-15 0,-4 2-2 0,0 0-1 0,0 0-6 15,0 15 7-15,0-6-14 0,2 4-4 16,-2 5 11-16,1 0-13 0,-1 2-2 0,2 1-2 16,-2 4-2-16,1 2-4 0,0 3 3 0,-1-3-9 15,2-2 8-15,0 2-2 0,1-2-1 0,-1 3 1 0,0-8-6 16,0 1 6-16,0-1-1 0,0 1-3 0,-1-2-1 16,3 0 1-16,-4-2 4 0,0-5-8 0,-4 1 7 15,4-4-4-15,-3-1 1 0,1 1 1 0,0-3 5 16,-2-3 17-16,-1-1 12 0,-1 0-2 0,-6-2-3 15,2-3 5-15,-5-1-8 0,-4-2 5 0,-1-4-13 16,2-1-10-16,-8-1-28 0,-1-4-36 0,2 0-56 16,-3-2-51-16,1 0-58 0,7-2-76 0,-1 0-269 15,8 4-607-15,2 0 268 0</inkml:trace>
  <inkml:trace contextRef="#ctx0" brushRef="#br0" timeOffset="115093.28">28532 4229 137 0,'0'-7'291'16,"0"4"-25"-16,0 3-17 0,0 0-21 0,0-5-23 15,0 5-27-15,0 0-19 0,0 0-17 0,0 0-18 0,0 0-13 16,0 0-11-16,0 0-10 0,0 0-7 0,0 0-9 16,-13 8-7-16,8-3-6 0,1 0-11 0,0 0 3 15,-1 0-8-15,2 0-10 0,-1 2 10 0,0-3-16 16,0 2 1-16,1-1-5 0,0-1-3 0,-1-1 0 15,2 1-1-15,-1-1-1 0,3-3-1 0,-3 4 7 16,3-4 8-16,0 0 2 0,0 0 1 0,0 0-4 16,0 0-8-16,0 0 3 0,11-11 2 0,-7 5-2 15,0 1 6-15,3-1 2 0,-1 1 0 0,2-3 9 16,1-2 8-16,0 3 1 0,-3 0 3 0,2-1 7 16,3 0 12-16,-7 3 2 0,3 2-2 0,-2-1-7 15,0-2-4-15,-3 3-4 0,2 0-17 0,-4 3-1 16,6-1-11-16,-6 1-9 0,4-4 7 0,-4 4-14 15,0 0 0-15,0 0-11 0,9 10 1 0,-6-3-9 16,1-1-11-16,3 4-3 0,-4 1-9 0,4 0-15 16,3 3-11-16,1 2-30 0,-2 0-38 0,1 2-38 15,0-3-47-15,4-1-69 0,-1 3-274 0,-1-3-593 16,3 2 263-16</inkml:trace>
  <inkml:trace contextRef="#ctx0" brushRef="#br0" timeOffset="115463.71">28948 4658 258 0,'0'0'336'16,"0"0"-7"-16,0 0-6 0,0 0-1 16,0 0-7-16,19 2-16 0,-12-2-19 0,-7 0-20 15,18-3-26-15,-3 3-14 0,-1 0-32 0,0-2-17 16,6 2-29-16,1-1-2 0,1-1-15 0,2 2-16 0,-2 0-17 15,8-1-42-15,-7 2-43 0,3-2-39 0,-4 2-41 16,1-1-52-16,-3 0-63 0,2 0-76 0,-3-2-67 16,-4 1-201-16,7-1-575 0,-4 2 255 15</inkml:trace>
  <inkml:trace contextRef="#ctx0" brushRef="#br0" timeOffset="116010.54">29555 4485 58 0,'0'0'221'16,"-9"0"-22"-16,9 0-21 0,0 0-20 0,0 0-10 15,-6 3-18-15,6-3-12 0,-3 6-10 0,3-2-6 16,0 1-11-16,0-5-10 0,3 10-4 0,1-4-4 15,-2-1-8-15,3-1-3 0,3 4 0 0,0-2-7 16,2-1-14-16,-1 3 11 0,2-4-12 0,-1 1-3 16,3-2-6-16,-2-1-3 0,3-2 2 0,-5 0-4 15,5-2-3-15,-1 0 0 0,-2-2-3 0,3 0-6 16,-3-1 1-16,0-3 1 0,1 2-2 0,-1-3 5 16,-1 3 20-16,0-4 29 0,0 3 8 0,-1-2 8 15,1 0 22-15,-2 3 8 0,0-2 8 0,0 1 18 16,-4 2 7-16,0 1-23 0,1 0-4 0,-4-1-7 15,3 1-14-15,-4 4-17 0,6-4-20 0,-6 4-8 16,0 0-3-16,0 0-10 0,0 0 3 0,4 13-12 16,-4-6-4-16,4 5-3 0,-3 2 4 0,3 6-10 15,-3-1-2-15,-1 9-4 0,0-2 0 0,0 3 0 0,3-1-9 16,-2 1 22-16,-1-2-18 0,3 1 3 16,-3 1 6-16,0-3-14 0,0 3 2 0,0-1 1 15,0-9-1-15,-3 3 4 0,3-4-11 0,-4-2 7 16,4-4-1-16,-5-1-8 0,4-2 8 0,-3-1 0 0,2-2 7 15,-5-2 27-15,6 1 1 0,-7-4 25 0,2-1 9 16,6 0 1-16,-19-4-3 0,8 0-5 16,-2-3-10-16,3-2-4 0,-10-2-8 0,5-2-3 15,-3 1-14-15,5 1-23 0,-4-2-27 0,8 2-43 0,-2 0-48 16,4 0-46-16,2-1-64 0,-1 2-87 0,6-3-91 16,0 3-225-16,4 0-677 0,1 0 300 0</inkml:trace>
  <inkml:trace contextRef="#ctx0" brushRef="#br0" timeOffset="117813.58">30108 4278 161 0,'0'0'299'0,"-5"-3"-30"0,5 3-24 0,0 0-27 15,0 0-25-15,0 0-19 0,0 0-13 0,0 0-13 16,5 13 14-16,2-5-5 0,0 1-5 0,4 0-11 15,4 4-14-15,-1 2-9 0,2-1-15 0,-1 2-23 16,3-1-9-16,2 4-5 0,-6-3-8 0,0-1-5 16,-3 1-10-16,2 2-3 0,-3-2-6 0,-1 4-2 0,-2-1-3 15,-3 2-4-15,1-2-2 0,0 7 2 16,-5 1-3-16,0-2-6 0,-5-3 2 0,2-2-2 16,-3 6 0-16,1-5 0 0,-6 3-3 0,2-5-1 15,-2 5-3-15,0-6 5 0,1 0-29 0,-1-1-15 0,-1 0-20 16,0 0-21-16,1-6-38 0,-1 4-45 15,6-6-51-15,-3-1-50 0,4 0-190 0,-1-4-483 16,0 2 214-16</inkml:trace>
  <inkml:trace contextRef="#ctx0" brushRef="#br0" timeOffset="118313.52">30442 4066 106 0,'-1'-4'327'0,"1"4"-23"0,0 0-12 15,0 0-23-15,-2-4-27 0,2 4-21 0,0 0-22 16,0 0-25-16,0 0-20 0,0 0-19 0,0 0-11 16,0 0-4-16,0 0-22 0,0 0-12 0,12 11-4 15,-9-5-14-15,0 0-7 0,2 2-6 0,-1 2-2 16,1-2-8-16,-3 2-5 0,2-1-3 0,0 0-5 15,0 2 5-15,-4-1-14 0,0 1 0 0,0-1-7 16,0-1 1-16,-2-4-1 0,0 4-4 0,-1-4 1 16,1 1-3-16,-1 0 4 0,2-2 6 0,-2-1 14 0,3 1 9 15,0-4 25-15,-1 6 21 0,1-6 24 16,0 0 17-16,0 0 17 0,0 3 13 0,0-3 5 16,0 0-25-16,0 0-11 0,19-2-11 0,-6 1-10 15,2-4-18-15,4 3-15 0,5-1-27 0,5-2-44 0,1 2-40 16,-1 0-60-16,2 0-56 0,-2-1-68 15,-5 3-92-15,7-1-91 0,-5-1-259 0,4 1-716 16,-7 3 317-16</inkml:trace>
  <inkml:trace contextRef="#ctx0" brushRef="#br0" timeOffset="120688.26">23105 4597 5 0,'0'-5'312'15,"0"5"-22"-15,0 0-13 0,-2-4-18 0,2 4-20 16,0 0-19-16,-2-5-18 0,2 5-26 15,0 0-19-15,0 0-14 0,0 0-21 0,0 0-10 0,0 0-13 16,0 0-12-16,-8 14-7 0,5-8-8 0,-1 5-10 16,-4-1-6-16,3 2-5 0,-1 3-6 0,-1 1-6 15,-2 1 4-15,2 0-6 0,0 1-3 0,3-2-6 16,-5 0 0-16,3 1-1 0,2-1-5 0,0-1-1 16,3-2 2-16,1 3-1 0,-2-5-3 0,2 1-1 15,3 1 0-15,1-1 1 0,0 0-3 0,3 0 1 16,1-2-2-16,0-2-9 0,1-1-31 0,4 1-42 15,-5-1-48-15,7-3-60 0,-4-1-66 0,-1-1-242 16,3 0-522-16,-2-2 230 0</inkml:trace>
  <inkml:trace contextRef="#ctx0" brushRef="#br0" timeOffset="121188.2">23201 4724 53 0,'0'0'197'0,"-3"-3"-25"0,3 3-22 15,0 0-13-15,0 0-15 0,0 0-16 0,0 0-10 16,0 0-8-16,0 0-8 0,-4 8-9 0,2-4-8 0,2-4-7 16,-1 7-6-16,1-3-1 0,-3 2-5 15,3-1-5-15,0 1-5 0,0-1 0 0,0 2-5 16,0-2-3-16,0 2-3 0,3-1-1 0,-3 1-3 0,0-1-1 15,1 0 3-15,1-3-4 0,-1 2 1 0,1-1-5 16,-1 2 1-16,-1-6 3 0,3 3-4 0,-3-3 1 16,4 3-2-16,0-2 4 0,-4-1-1 15,8 0 0-15,-8 0 18 0,8-2 13 0,-8 2 6 0,8-4-2 16,-3 3 0-16,-2-2 13 0,1-2 1 0,0 2 5 16,-1 1-2-16,-3 2 0 0,7-4-8 0,-3 3-7 15,-2-2-6-15,-2 3-6 0,6-2-5 0,-6 2-5 16,0 0-3-16,1-3-5 0,-1 3-2 0,0 0-3 15,0 0-2-15,10 5-2 0,-6-3-1 0,3 0 1 16,-3 0-2-16,-1 1 1 0,2-2 2 0,2 2-5 16,-7-3 0-16,7 2 6 0,-7-2-7 0,12 0 1 15,-9 3-3-15,2-3 3 0,-5 0 0 0,11-4-2 16,-7 3-1-16,-1-3 2 0,2 1-2 0,2 0 2 16,-4-3 3-16,4 1 9 0,-3-1 10 0,-3-1 2 15,3 1-8-15,-4-1 0 0,6-1-7 0,-6 0-2 16,1-1-1-16,0-1-3 0,-1 0-23 0,-1 3-27 15,2-4-35-15,-2 2-41 0,1 0-55 0,0 0-45 16,0-1-226-16,0 4-478 0,0-1 212 0</inkml:trace>
  <inkml:trace contextRef="#ctx0" brushRef="#br0" timeOffset="121455.31">23456 4523 134 0,'0'0'241'15,"0"0"-4"-15,0 0-10 0,19 5-17 0,-15 0-14 16,7 0-17-16,-3 1-17 0,3 2-14 0,-1 0-15 16,-1-1-11-16,0 3-18 0,1 0-10 15,-3-1-9-15,1 2-5 0,-2 1-5 0,-1 0-13 0,0 0-10 16,-2 2 0-16,-3 2-4 0,0 3-6 0,-4-1-5 15,-1 2 3-15,-9 5-12 0,-1-2-32 0,-2 2-41 16,-5 0-45-16,3 0-57 0,-3 2-60 0,-1-1-176 16,1-1-414-16,7 1 183 0</inkml:trace>
  <inkml:trace contextRef="#ctx0" brushRef="#br0" timeOffset="122684.99">19768 4683 113 0,'-10'-2'279'0,"10"2"-21"16,-8 2-16-16,8-2-22 0,0 0-15 0,-7 1-9 16,7-1-6-16,0 0-11 0,0 0-11 0,0 0-9 15,0 0 19-15,0 0 8 0,0 0-2 0,34 2-22 16,-3-2-15-16,5 0-23 0,3 0-4 0,3 0-12 16,13-1-10-16,-13 1-8 0,12-1-12 0,-13 1-9 15,-4 0-6-15,1 1-16 0,-4 0-34 0,-3-1-23 16,-9 0-47-16,0 2-46 0,-7-2-45 0,-3 1-54 15,-4-1-54-15,0 0-261 0,-8 0-560 0,0 0 248 16</inkml:trace>
  <inkml:trace contextRef="#ctx0" brushRef="#br0" timeOffset="122919.33">20214 4603 14 0,'10'-1'252'0,"-10"1"-5"0,10 1-11 0,-10-1-10 16,8 0-20-16,-5 3-17 0,-3-3-22 0,9 4-17 16,-6-1-13-16,1 0-17 0,-1 1-10 0,0 0-9 15,0-1-14-15,-1 3-7 0,2-1-10 0,-4 1-7 16,2 2-5-16,-1-2-6 0,-2 3-5 0,-1 0-1 16,2 1-7-16,-4 2-2 0,-1-3-4 0,-1 4-1 15,-7 1-4-15,-2-1-11 0,-4 0-46 0,-6 1-58 16,-2 0-85-16,-3-2-254 0,-8 1-462 0,4 2 204 15</inkml:trace>
  <inkml:trace contextRef="#ctx0" brushRef="#br0" timeOffset="129216.36">19199 3044 48 0,'-14'-2'236'0,"5"2"-16"16,-2 0-21-16,2 0-16 0,4 2-18 0,5-2-16 15,-9 1-13-15,4 1-9 0,5-2 14 0,0 0 14 16,0 0 11-16,0 0 10 0,12 7-1 0,1-4-9 16,8 0-11-16,11 0-19 0,2 0-10 0,3-2-14 0,5-1-14 15,-1 1-4-15,0-2-12 0,-2 1-9 16,1-3-11-16,-4 3 0 0,-1-1-6 0,-6 0-20 15,-6 1-19-15,-1-2-34 0,-10 1-36 0,0 0-47 16,1-2-53-16,-8 2-53 0,0 0-57 0,-5 1-198 0,0-6-497 16,0 6 221-16</inkml:trace>
  <inkml:trace contextRef="#ctx0" brushRef="#br0" timeOffset="129497.58">19583 2941 145 0,'0'0'230'15,"0"0"-17"-15,0 0-15 0,0 0-19 0,0 0-7 16,0 0 6-16,0 0-5 0,0 0-6 0,2 7-7 16,1-3-11-16,-2-2-5 0,5 2-3 0,-1 2-14 15,5-1-11-15,-1 1-7 0,1 0-10 0,3 1-9 16,0 0-8-16,0 1-9 0,2 0-10 0,-4-1-8 15,0 1-2-15,0 0-10 0,-3 0-2 0,1 0-4 16,0 1-7-16,-8 2-2 0,3-4-4 0,-4 4-7 16,-1-1-9-16,-3 1-21 0,-6-1-17 0,-5 2-37 15,0 4-34-15,-11 2-51 0,2-6-65 0,-5 1-244 16,0-1-500-16,9 0 222 0</inkml:trace>
  <inkml:trace contextRef="#ctx0" brushRef="#br0" timeOffset="134449.43">30749 4087 19 0,'6'-3'124'0,"-6"3"-8"0,0 0-4 0,0 0-6 15,0 0-9-15,0 0-2 0,0 0-2 0,0 0-8 16,0 0 0-16,0 0-9 0,0 0-5 0,0 0-4 16,0 0-8-16,0 0-3 0,0 0-8 0,0 0-5 15,0 0-3-15,0 0-7 0,0 0 2 0,0 0-3 16,0 0-8-16,0 0 1 0,0 0-8 0,0 0 2 0,0 0-5 16,0 0-3-16,0 0-3 0,0 0 6 15,0 0-3-15,0 0-6 0,0 0-1 0,0 0 0 16,0 0 2-16,0 0-5 0,0 0 2 0,0 0 3 0,0 0-3 15,0 0-3-15,0 0-1 0,0 0 3 0,0 0 0 16,0 0-1-16,0 0-4 0,0 0 6 0,0 0-5 16,0 0 2-16,0 0-3 0,0 0 3 0,0 0 0 15,0 0-2-15,-19 5 1 0,19-5 6 0,0 0-2 16,-5 1-2-16,5-1-2 0,-5 1 0 0,-2 2 3 16,3-2-2-16,4-1-2 0,-9 3 0 0,5-2 3 15,-5 0-1-15,3 1-1 0,-2 0 2 0,-5-1 0 16,3 2 1-16,-1-1 4 0,-2 1-4 0,0 0-3 15,0-1 13-15,1 0 7 0,0 0-1 0,-2-1 0 16,-1 2-4-16,2-2-1 0,-2 3 6 0,4 0-9 16,-3 0 1-16,-1-2-5 0,2 2 1 0,-1-2 4 15,0 2-4-15,0 2 1 0,3-4 1 0,-4 3 6 16,2-2 11-16,-3-2 0 0,5 4 0 0,-1 2-1 16,-1-4-4-16,0 0 0 0,-2-2-2 0,3 2-1 15,-3 2 1-15,1-1 0 0,0 0-6 0,0-1 1 16,0 1-2-16,-1 0-2 0,0-1-2 0,-4 2 1 15,8-1 4-15,-3-3-4 0,0 3-3 0,-2-1 6 16,-2 0 6-16,4 1 3 0,-1 0 0 0,-2 1-2 16,2-1 0-16,0-1-3 0,2 0-1 0,0 0-1 0,-1 1-3 15,1-2 1-15,0 2 0 0,1-1-5 16,-1 1 4-16,0-4-3 0,1 3-1 0,-2 1 2 16,5-3-2-16,-5 4-1 0,3-2-1 0,-1 2-1 15,0-2 0-15,-2 0 3 0,2-1-4 0,-2 0 11 0,2 1 11 16,-3 0 3-16,2 0-3 0,-1 1-2 0,-1-1 1 15,-1 0-2-15,0 1-3 0,-1-1-1 16,2 1-2-16,0-2-2 0,1 1 2 0,0-1-3 0,0 1 0 16,-1 2-2-16,1-2-1 0,0 1-2 0,0-2 0 15,-1-1 0-15,1 2 2 0,2 2-3 0,-1-1-1 16,-1 0 0-16,3 0 2 0,-1-1-4 0,-2 2 0 16,2-2 2-16,-1 2-4 0,2-2-1 0,-2 1 1 15,1 0 2-15,3-2 2 0,-4 2-3 0,-2-1 4 16,4-1-2-16,-1 2-1 0,1 0 1 0,-1-1 0 15,-1-1-1-15,2 2 4 0,-1 0 6 0,-1-1-11 16,2 0 3-16,-2 0 1 0,2 1 0 0,-3-1-1 16,3 1 3-16,-1 0-4 0,-3-1 3 0,1 1-3 15,2-2 2-15,0 2 0 0,1 1 2 0,-4-4 3 16,1 3 1-16,0 0-1 0,0-2-3 0,-1 3 0 16,1-1 0-16,1-1 3 0,2 0-1 0,-3-1-5 15,-1 2 11-15,3 0-6 0,-1-1 3 0,-1-1 3 16,1 3-1-16,-3-4-2 0,3 3 3 0,2 0-4 15,-3 0 3-15,-1-3-1 0,2 3-1 0,-1-1 1 16,-1-1 3-16,0 1 2 0,2-1-3 0,-1 1 2 16,2 0-1-16,-2 0 0 0,-1 1-5 0,4-1-1 15,-2 0 2-15,0-1-2 0,-1 1 1 0,1 2-1 16,1-4 1-16,-3 1-3 0,3 2 3 0,-2 0-3 0,1-2 0 16,-1 0 2-16,-4 2-2 0,4 0 3 15,0-2 1-15,-2 1-1 0,-1 1 1 0,2-1-2 16,0 1 2-16,0 0-1 0,2-1 3 0,-2-1-6 15,1 0 0-15,0 1 0 0,2 1 2 0,-3-1-4 0,0-1 0 16,3 2 0-16,-3-3 2 0,4 3-2 0,-4 1-5 16,3-4 6-16,-2 2-4 0,4 0 5 0,-1 0 11 15,-4 1-7-15,3-1 4 0,2 0-1 16,-2-1-1-16,1-1 1 0,1 2-3 0,-2 1 6 0,1-2-4 16,0-1-2-16,2 2 3 0,-2-2-3 0,1 0-1 15,1 2 2-15,1-3 2 0,-1 3-5 0,3-1 1 16,-5 0 2-16,3 0-1 0,-1-1-2 0,0 1-3 15,0-2-1-15,-2 2 6 0,3-2-3 0,-2 3 0 16,3-1-6-16,-4 0 4 0,2-1-2 0,-1 0 7 16,-1 3 1-16,3-3-9 0,-5 2 4 0,7-2 5 15,-5 0-8-15,2 1 10 0,2 0 2 0,0-1-2 16,-4-1 1-16,3 0-3 0,8 0-3 0,-10 2-1 16,4-1-2-16,0 1 10 0,6-2-8 0,-8 1 1 15,8-1-8-15,-7 1 3 0,7-1-7 0,0 0 6 16,-7 3-3-16,7-3-1 0,0 0 5 0,-9 0 0 15,9 0-4-15,0 0 0 0,0 0-12 0,0 0 6 16,0 0 9-16,-5 1-6 0,5-1-2 0,0 0 4 16,0 0 3-16,-6 1-3 0,6-1-6 0,0 0 3 15,0 0 5-15,0 0 4 0,-7 1-5 0,7-1-5 16,0 0 1-16,-4 2 17 0,4-2-13 0,0 0-1 16,0 0 5-16,0 0 6 0,0 0-9 0,0 0-6 15,0 0 1-15,0 0-10 0,0 0 0 0,0 0-6 16,0 0-17-16,0 0-26 0,0 0-46 0,0 0-57 0,0 0-58 15,25-7-73-15,-3 4-292 0,1-2-634 16,7 0 280-16</inkml:trace>
  <inkml:trace contextRef="#ctx0" brushRef="#br0" timeOffset="135703.45">28074 5027 101 0,'0'0'235'16,"0"0"-13"-16,0 0-7 0,11-8-12 0,-7 5-10 15,4-1-8-15,3 1-8 0,3 2-3 0,4-7-10 16,0 6-5-16,5-1-4 0,7-3 0 0,2 2-5 16,-1 1-3-16,4-1-9 0,7-1-5 0,0 4 15 15,14-1-22-15,-14-1 2 0,18 2-7 0,0 1-5 16,-3 0-9-16,3 4-1 0,0-5 2 0,0 1-16 16,2 0-3-16,4 1-10 0,-4-2-2 0,6-1-6 15,0 2-6-15,4-1-12 0,0 1 0 0,-4-7-6 16,30 5-6-16,-36-1-2 0,2 3 6 0,-5-5-12 15,0 2-2-15,-3-4-3 0,3 2 1 0,-18-1-3 16,0 1 0-16,-3 2 1 0,3-1-7 0,-6-1 5 16,3 0 16-16,-4 1 3 0,-4 0 4 0,-8 0-2 0,0 0-3 15,-1 1 3-15,-3-2-1 0,-1 3 0 16,-6-1-2-16,1 1-2 0,-3-2 4 0,1 2-9 16,-2 2-5-16,0-2-3 0,-4 2-4 0,0-1-1 0,-4 1-4 15,8-3-4-15,-8 3-8 0,0 0-12 0,7 0-21 16,-7 0-12-16,0 0-48 0,0 0-32 0,0 0-25 15,0 0-22-15,0 0-20 0,0 0-28 0,0 0-46 16,0 0-42-16,0 0-37 0,0 0-272 0,5 3-659 16,0-2 292-16</inkml:trace>
  <inkml:trace contextRef="#ctx0" brushRef="#br0" timeOffset="136281.53">30951 4492 49 0,'0'-4'285'0,"1"-1"-3"16,0 1-21-16,-1 1-13 0,0 3-19 0,3-5-16 16,-3 5-27-16,1-5-25 0,-1 5-17 0,-4-4-20 15,4 4-13-15,0 0-14 0,0 0-11 0,0 0-6 16,-2 17-9-16,-1-9-7 0,1 2-7 0,0 1-6 15,0 4-2-15,-1-1-3 0,-2 3-9 0,3 1-1 16,-1-2-7-16,1 1-1 0,-2-1-2 0,2 1-7 16,-3-4 2-16,3 2-2 0,-1-2 0 0,2-3-2 0,-1 3 0 15,-3-3-5-15,2 2 1 0,2-2-1 16,-2-2-1-16,3 0 0 0,-1-2-5 0,-1-1-1 16,0 0 1-16,2 0-1 0,0-1 1 0,0-4 2 0,-3 5 2 15,3-5 14-15,0 5 16 0,0-5 14 0,0 4 14 16,-3-1 13-16,3-3 13 0,0 0 18 0,0 0 6 15,0 0 11-15,0 0-5 0,8 2-11 0,-8-2-8 16,0 0-14-16,0 0-10 0,15-2-5 0,-8 1-8 16,1-1-11-16,-1 1-2 0,5-2-9 0,-1 2-4 15,2 1-10-15,-3-2-7 0,4 1 5 0,1 2 2 16,-3-1-13-16,4 0-13 0,-2 0-11 0,1 0-22 16,-1 3-34-16,6-3-21 0,-6-1-41 0,0 2-24 15,4-1-35-15,-4 1-36 0,0 1-37 0,4-2-47 16,-1 1-39-16,-4 1-200 0,2-1-587 0,-3 0 260 15</inkml:trace>
  <inkml:trace contextRef="#ctx0" brushRef="#br0" timeOffset="136968.95">31356 4735 177 0,'-6'-5'247'0,"2"4"-8"0,4 1-22 0,-3-3-13 16,3 3-21-16,-5-2-29 0,5 2-14 0,-9 0-21 15,9 0-5-15,-11 2-14 0,5 1-9 0,-2 0-10 16,1-1-6-16,3 1-9 0,-1 2-8 0,-1 0-3 16,2 0-9-16,-1 0 3 0,1 1-8 0,3 1-6 15,-2-1 2-15,1 0 1 0,2 1-7 0,6 1-3 16,-3-1-3-16,-1 1-1 0,8 0 3 0,-1 0-6 16,0-5-4-16,1 2-3 0,0 3-11 0,-1-4-3 0,3-4-3 15,-3 1 0-15,-1-2 0 0,1 1-2 16,-3-1 0-16,2-2-1 0,-2-3 3 0,-2 1-4 15,6 0 5-15,-6-3 2 0,-1-1 0 0,1 0 3 16,-1-1 6-16,-2-1 8 0,-1 1 10 0,0 0 4 16,0 0 4-16,3-1 9 0,-6 4 5 0,6-1-2 0,-6-1 2 15,3 2-2-15,-1 1 1 0,-2 0 2 16,1-2-7-16,0 4-1 0,2-1-5 0,0 5-6 16,-3-7-5-16,3 4-2 0,0 3-7 0,0 0-14 15,-2-4-5-15,2 4-13 0,0 0 7 0,0 0-6 0,0 0-3 16,0 0-3-16,0 0 3 0,12 10 0 0,-8-5 3 15,-1-1-3-15,6 0 3 0,-5 3 7 16,0-2-16-16,6 3 5 0,-4-2 2 0,4 1-7 16,-1 1-2-16,0 0 2 0,-2-1-2 0,2 0 1 0,-2-1 2 15,0-1 0-15,-3 1 2 0,1-2 1 0,-2 1 6 16,0-2-5-16,1 0-1 0,-3-1 7 0,-1-2-3 16,4 5 8-16,-4-5 1 0,2 1 6 0,-2-1 2 15,0 0 11-15,0 0 4 0,0 0 4 0,0 0 10 16,0 0-3-16,0 0 5 0,7-8-3 0,-6 3 1 15,4 0-1-15,-2 0 0 0,1-1 2 0,0 1 4 16,-1 0-4-16,4-1 7 0,1-2 6 0,0 3-4 16,0-1 1-16,1-2-6 0,0 2 4 0,-4 1-2 15,6-1-1-15,-7 2-12 0,4 1 3 0,-3-2 0 16,0 2-6-16,3 1-1 0,-4 1-4 0,1 0-3 16,-5 1-3-16,10-1-5 0,-10 1 1 0,8 0-4 15,-8 0 1-15,7 2 4 0,-4 1-4 0,1 0-4 16,-4 2 1-16,4-2 0 0,0 2-1 0,-1-2-1 15,-2 4 5-15,2-2-7 0,-2 1 3 0,-1-1-3 16,4 0-8-16,-4 0 1 0,0 2-22 0,0-2-19 16,0 0-28-16,0 0-30 0,0 1-16 0,0-1-31 15,0-2-38-15,-2 1-38 0,2 1-230 0,0-5-500 16,-3 6 222-16</inkml:trace>
  <inkml:trace contextRef="#ctx0" brushRef="#br0" timeOffset="137312.66">31996 4478 109 0,'2'-5'304'0,"-1"1"-22"0,2 0-28 16,-3 4-29-16,0-5-29 0,0 5-22 0,0 0-21 0,0 0-12 15,0 0-18-15,0 0-9 0,-14 9-12 0,6 0-13 16,3 1-10-16,-3 3 3 0,-1 1-17 16,-3 2-8-16,3 0-2 0,0 3-9 0,-3-2-2 15,5 2-3-15,-2-2-5 0,2 1 0 0,-2 1-4 16,3-1-3-16,3 0-3 0,-2 0 2 0,4 0-6 0,1-6 0 16,1 1-1-16,0 0 0 0,3-3-5 15,1 2 7-15,0-2-5 0,4 1 2 0,5 0-3 16,-2-3-3-16,3-2-2 0,0-1-18 0,4 3-30 15,-3-6-35-15,4 1-37 0,-1-3-43 0,0-1-50 0,0-2-53 16,0 0-130-16,-1-3-415 0,-1 1 183 0</inkml:trace>
  <inkml:trace contextRef="#ctx0" brushRef="#br0" timeOffset="137578.26">32373 4602 208 0,'2'-6'319'0,"-2"6"1"0,2-1-11 16,-2 1-15-16,0 0-22 0,2-5-27 16,-2 5-27-16,0 0-24 0,0 0-24 0,0 0-25 0,0 0-14 15,0 0-20-15,0 0-6 0,0 0-7 0,-14 11-12 16,9-6-8-16,-5 3-9 0,2 0-6 0,-3 2-10 16,0-2 1-16,2 3-6 0,-5 3-3 15,1 0-5-15,-1-2-4 0,0 4-12 0,1-3-12 0,0 0-15 16,1 1-21-16,1-5-16 0,-2 3-19 0,2-2-26 15,3-2-16-15,-2 0-30 0,3 1-36 0,2-2-31 16,-1-1-34-16,2-1-220 0,0 1-489 0,-1-4 217 16</inkml:trace>
  <inkml:trace contextRef="#ctx0" brushRef="#br0" timeOffset="137796.99">32134 4577 162 0,'0'0'184'0,"0"0"16"0,0 0 0 15,9 14-10-15,-3-8-9 0,2 0-9 0,0 4-15 16,2-2-21-16,-4 2-9 0,7-2-12 0,-3 2-14 16,1-2-9-16,4 4-10 0,-2 0-8 0,2 0-6 15,0-1-8-15,-4-1-41 0,3 0-55 0,-3-1-75 16,3-3-59-16,-2 3-165 0,-4-2-360 0,4 0 159 15</inkml:trace>
  <inkml:trace contextRef="#ctx0" brushRef="#br0" timeOffset="138000.08">32437 4831 106 0,'0'0'178'0,"0"0"10"0,0 0-16 0,-3 7-9 16,2-4-10-16,0 1-14 0,-1-1-2 0,-2 1-9 15,4 2-15-15,-4-2-3 0,0 1-16 0,-3 2-5 16,3-1-13-16,-1 2-3 0,-1-3-7 0,-1 0-7 16,-3 1-9-16,2 0 1 0,1 1-4 0,-2-1-5 15,-1 0-1-15,1-1-30 0,0-1-32 0,2-1-48 16,2 2-30-16,1-3-37 0,1 1-46 0,3-3-115 16,-4 2-321-16,4-2 142 0</inkml:trace>
  <inkml:trace contextRef="#ctx0" brushRef="#br0" timeOffset="138422.01">32560 4638 33 0,'0'0'224'0,"0"0"-20"0,0 0-26 0,-2-4-18 16,2 4-16-16,0 0-21 0,0 0-4 0,0 0-14 0,0 0-9 15,0 0-11-15,0 13-5 0,2-9-10 16,-1 1-11-16,3-1 3 0,-2 3-2 0,1-4-11 16,-1 3-6-16,2 1-3 0,1-2-9 0,-1 0-21 15,1 3-23-15,1-3-21 0,0-2-33 0,0 0-25 0,1 1-22 16,4-1-10-16,-3-2 3 0,2 1 4 0,-1 0 12 16,-1-4 12-16,-1 1 11 0,2 0 12 0,-3-2 25 15,0 0 31-15,3-1 39 0,-3 0 24 16,-1 0 36-16,1 0 32 0,-2-1 18 0,-3 0 16 15,4 2 38-15,-1 1 8 0,-1-2 7 0,-1 0 2 0,-2 4-10 16,2-4 1-16,-2 4-23 0,3-4-17 0,-3 4-18 16,0 0-18-16,0 0-14 0,1-2-15 0,-1 2-16 15,0 0-4-15,0 0-9 0,0 0-8 16,-6 11-7-16,1-4 0 0,1-2-23 0,-2 4 14 16,2 0-2-16,-5 1-6 0,5-1-9 0,-3 3 1 0,0-2 1 15,1 1-17-15,2 1-24 0,-6-1-25 0,5 0-27 16,-2 0-33-16,0 2-51 0,0-2-53 0,3-4-75 15,0 4-241-15,-1-5-564 0,2 4 251 16</inkml:trace>
  <inkml:trace contextRef="#ctx0" brushRef="#br0" timeOffset="138750.11">32811 4487 219 0,'0'0'298'0,"0"0"-29"0,-7-4-25 0,7 4-23 16,0 0-23-16,0 0-23 0,0 0-14 0,15 8-12 15,-5-2-11-15,-1 3-6 0,2-1-5 0,2 6-6 0,-2-1-17 16,5 2-6-16,-3-1-12 0,2 1-6 0,-4 2-11 15,-3-1-4-15,3-1-8 0,-1 2-5 16,-3 0-4-16,1 1-6 0,-4-1-2 0,-2 1-7 16,-2 1-2-16,-4 0-8 0,-1-1 0 0,-3 0-4 15,-2 1 3-15,-5 3-4 0,-4 4 6 0,0-3-3 0,-6 1-31 16,2-3-26-16,-8 3-47 0,-9 11-64 0,11-15-92 16,-2 1-243-16,0 5-523 0,4-6 232 0</inkml:trace>
  <inkml:trace contextRef="#ctx0" brushRef="#br0" timeOffset="199945.98">22137 7939 272 0,'-6'1'274'16,"6"-1"-15"-16,-9 1-18 0,5 1-20 0,4-2-22 15,0 0-15-15,0 0-12 0,-10 1 5 0,10-1 9 16,0 0-1-16,26 6 3 0,-7-3-11 0,15 1 13 16,6 0-25-16,-1-2-11 0,22 2-13 0,-2 0-17 0,3-1-8 15,2-1-8-15,-4 2-10 0,0-3-10 0,0 2-12 16,0-1 3-16,-6 2-11 0,1 1-22 0,-16-2 10 16,-5-1-9-16,-2 1-9 0,-7-1 0 0,-2 1-7 15,-4-1 1-15,-1 1-6 0,-2-1-30 0,-8-1-25 16,3-1-34-16,-7 1-23 0,3-1-27 0,-7 0-35 15,4 4-51-15,-4-4-50 0,0 0-35 0,0 0-38 16,0 0-172-16,-30-1-534 0,17-1 237 0</inkml:trace>
  <inkml:trace contextRef="#ctx0" brushRef="#br0" timeOffset="200320.94">22210 7968 32 0,'0'0'304'0,"-4"-2"-15"15,4 2-24-15,-4-3-24 0,4 3-24 0,0 0-21 16,0 0-22-16,0 0-19 0,0 0-7 0,0 0-21 15,10 12-16-15,-5-7-8 0,5 2-8 0,-1 3-10 16,1-2-6-16,3 4-9 0,2 4-6 0,0 0-8 16,0 0-5-16,0 0-5 0,4 3-4 0,4 2-4 15,0-2-4-15,2 1-4 0,-2 1-2 0,-1-2-1 16,5 0-4-16,-3 4-2 0,2-5-1 0,0 3-1 16,-1-2-2-16,-1-1 0 0,1 0-6 0,-1-1 1 0,-6-5-5 15,-1 0-6-15,1 0-10 0,1-2-22 16,-5-3-25-16,2-1-31 0,-5-2-34 0,1-1-32 15,-1 1-50-15,-3-3-40 0,0-2-149 0,-1 1-425 16,-1-4 187-16</inkml:trace>
  <inkml:trace contextRef="#ctx0" brushRef="#br0" timeOffset="200649.03">23073 8057 244 0,'0'0'309'0,"2"-7"-15"16,-2 6-12-16,0 1-22 0,3-5-26 0,-3 5-24 16,0 0-27-16,0 0-20 0,0 0-15 0,0 0-15 0,0 0-17 15,0 0-9-15,0 0-10 0,-7 14-8 0,5-5-10 16,0 0-9-16,-2 3-1 0,-6 5-6 15,1 1-1-15,-2 0-5 0,-8 4 4 0,3 2-4 16,-3 0-2-16,-3 0-4 0,0 2-9 0,-4 0-1 0,6-1-4 16,-6-1 1-16,6-4-7 0,-1 1 6 0,5-6-9 15,0 2-3-15,2-1-2 0,-1-3-6 0,4-1-3 16,2-1-10-16,2-3-16 0,3-2-13 0,-2 1-26 16,4-2-18-16,0 0-43 0,2-2-76 0,0-3-73 15,7 1-258-15,1 0-562 0,2-1 249 0</inkml:trace>
  <inkml:trace contextRef="#ctx0" brushRef="#br0" timeOffset="202341.89">22942 8812 228 0,'0'-6'260'16,"0"0"-13"-16,0 0-8 0,0 1 0 0,0 0-12 15,0 5-6-15,-3-9-18 0,3 5-16 0,0 4-15 0,0-4-18 16,0 4-19-16,0 0-14 0,0-5-11 16,0 5-18-16,0 0 4 0,0 0-22 0,0 0-8 15,0 0-5-15,0 0-4 0,0 0-6 0,0 19-7 0,0-11-5 16,-1 2-7-16,1 1 2 0,0 1-4 0,0 0-6 16,0 0-2-16,1 1-7 0,-1 0-2 0,3 0-3 15,1 0-3-15,-1-2 2 0,1-1-4 16,-1 1-1-16,2-1 2 0,-1-3-1 0,0-1-1 0,0 0-5 15,-1 0-2-15,3-3 6 0,-2 2 0 0,2-3-3 16,3-1 8-16,-9-1-2 0,9-4-5 0,-1 0 4 16,-1 1-2-16,3-3 2 0,-4-1 3 0,1 0-1 15,1-3 6-15,-1 2 4 0,-1-1 13 0,0 2 2 16,2-3 6-16,-5 4 8 0,3 0 4 0,-1 0 4 16,-2 0-8-16,-2 1 1 0,3 3 9 0,-4-2-24 15,3 2-7-15,-3 2-10 0,7-5-3 0,-7 5 3 16,0 0-7-16,0 0-6 0,11 7 5 0,-6-2-3 0,-1 0-2 15,-1 0 3-15,6 3 2 0,-2-1-6 0,0 2-2 16,-1-2 2-16,-1 2 1 0,4-1-3 16,-2-2-2-16,-1 2 7 0,-1-3-4 0,1-1 1 0,0 1 2 15,0-3-6-15,-1 1 12 0,1-3-9 0,-1 0 2 16,-5 0 4-16,14-5 30 0,-6 0-19 0,-3 0 12 16,3-6 4-16,-2 4 7 0,-1-6 10 0,-2 2-4 15,1-1-5-15,3-5 3 0,-3 0-6 0,1 2-3 16,-3 1-7-16,-1 1 4 0,-1 1-8 0,-1-4-4 15,1 6-9-15,0 0-20 0,0-2-27 0,-2 5-23 16,4-3-35-16,-4 4-31 0,2 1-50 0,-2-2-93 16,-1 3-62-16,3 1-270 0,0 3-650 0,0 0 287 15</inkml:trace>
  <inkml:trace contextRef="#ctx0" brushRef="#br0" timeOffset="203029.31">23640 7908 169 0,'-2'-9'277'0,"2"4"-20"0,-3 0-14 0,6-1-15 15,-8 2-20-15,7-1-20 0,-2 5-20 16,0-6-21-16,0 6-14 0,3-3-17 0,-3 3-9 15,0 0-10-15,0 0-14 0,0 0-5 0,7 14-10 16,-4-5-8-16,-2 0-5 0,3 2-8 0,1 3-1 0,-3 3-4 16,1 1-7-16,-3-1-4 0,3 0-3 0,-3 4-3 15,1-3-2-15,-1 1-3 0,0 0 0 0,-1 1-4 16,-3 0 1-16,1-2-3 0,-1-2 0 0,-2 2-1 16,2-1-2-16,-3 0-3 0,2-5 1 0,2 1 0 15,-1-1-2-15,2-1 0 0,-1-1 1 0,1 1-2 16,0-4 4-16,0 1 1 0,1-2 1 0,1-2 4 15,0 2 1-15,0 0 6 0,1-1 15 0,5 0 21 16,-2-1 7-16,4-1 2 0,4-3-3 0,2 0-7 16,5-3-8-16,-4 2 2 0,5-2-5 0,3-2-1 15,-3-1-8-15,1 2-1 0,1 0-6 0,0 0-6 16,-2-1-1-16,-1 0 11 0,0 0-14 0,-4 3-2 16,-2-2-23-16,0 3-24 0,-2 0-34 0,-3 0-41 0,1 1-54 15,-3-2-52-15,1 1-53 0,-7 1-269 16,7-4-574-16,-3 3 255 0</inkml:trace>
  <inkml:trace contextRef="#ctx0" brushRef="#br0" timeOffset="203638.62">24115 8176 58 0,'0'0'189'0,"0"0"-20"0,0 0-16 0,0 0-11 15,0 0-12-15,-13 9-8 0,9-4-10 0,2-1-10 16,-2 2-10-16,2 2-4 0,2-2-11 0,0 1 0 16,0 0-6-16,2 0-4 0,2 0-3 0,-2 3-6 15,6-1-5-15,1 0-2 0,-1-2-9 0,1-1-3 16,2 2 0-16,-1-2-4 0,2 1-6 0,-1-4-6 16,0-1 4-16,-1 1-12 0,1-2 9 0,-4-1-1 15,1-1-2-15,0-2 2 0,-3 0-3 0,-1-1-2 16,1-2-5-16,-5-2 0 0,0 1 1 0,0-4 0 15,-1 1 4-15,-5-3 5 0,2 1 0 0,-5 1 10 16,3-1 4-16,-2 0 8 0,0 0 4 0,2 2 5 0,-3 1 7 16,5-1 9-16,1 4 3 0,-2-1 1 0,2 1-8 15,2 1-1-15,-2 1-8 0,3 0-4 16,-2-1-13-16,2 5-4 0,2-5-5 0,-2 5 0 0,8-3-6 16,-8 3-1-16,19 3-4 0,-9 2-2 0,1-1-2 15,3 1-4-15,-1 1 2 0,2 4-3 0,0 0-3 16,-6-2-7-16,6 4 2 0,-5-3-6 0,0 3 3 15,3 1-8-15,-8-3-6 0,5 0 0 0,-5 2-4 16,-1-3-1-16,0 2 2 0,2-3 0 0,-3-2 3 16,-1 0 3-16,1-1-2 0,-2-1 4 0,3 1 2 15,-2-1 5-15,-1-1 2 0,-1-3 3 0,0 0 1 16,0 0 5-16,0 0 5 0,8-9 7 0,-4 2 4 16,2 2 8-16,-1-5 9 0,5 2-2 0,-3-3 28 15,1 0-2-15,1 0 8 0,1 0 14 0,2-2 8 16,-5 3 8-16,5-1-14 0,-5 4-1 0,1-1 4 15,1 0 0-15,-2 3-9 0,-3 0-6 0,1 0-8 16,0 2-11-16,-2-1-9 0,-2 1-5 0,-1 3-9 0,5-3-2 16,-5 3-10-16,0 0-6 0,0 0-2 0,10 10 2 15,-7-4-4-15,-2 0-21 0,3 4-16 16,-2-1-25-16,2 1-13 0,-3 1-7 0,3-1-16 0,0 0-13 16,0 2-20-16,-4-2-22 0,4 0-37 0,0 1-36 15,-1-2-47-15,1 0-42 0,3-4-239 0,-2-1-585 16,4 5 259-16</inkml:trace>
  <inkml:trace contextRef="#ctx0" brushRef="#br0" timeOffset="203935.45">24918 7945 278 0,'0'-4'347'0,"0"0"-19"0,0 4-25 16,-1-9-22-16,-2 8-34 0,3 1-25 0,-2-4-30 0,2 4-19 16,0 0-22-16,0 0-18 0,0 0-7 0,-15 12-16 15,9-4-14-15,-1 2-12 0,-1 1 0 16,0 5-10-16,-4 1-6 0,5 1-10 0,-1 2 6 0,-3 4-15 16,6-2-6-16,-1-2 1 0,-1 6-9 0,6 1-2 15,1-6-3-15,0-1-3 0,1-1-6 0,3 2 1 16,3 7-8-16,0-10 1 0,2-2-6 0,2 1-12 15,2-1-26-15,3-4-32 0,2-1-34 0,2-3-48 16,0 0-58-16,10-4-49 0,-9 0-247 0,1-5-538 16,7 2 238-16</inkml:trace>
  <inkml:trace contextRef="#ctx0" brushRef="#br0" timeOffset="204185.43">25378 8012 247 0,'-3'-4'310'0,"3"4"-24"0,-2-4-20 16,2 4-31-16,0 0-25 0,-5-4-25 0,5 4-19 15,0 0-20-15,0 0-15 0,-13 8-13 16,8-3-8-16,-1 4-14 0,-2-1-6 0,-3 2-9 16,2 0-13-16,-4 4-4 0,1-1-13 0,1 3 0 0,-2 0-3 15,-1-2-5-15,0 3 10 0,1-2-20 0,3 1-14 16,-2-2-18-16,-2 2-21 0,0-3-30 0,5 0-36 15,1-4-34-15,1 2-46 0,-1-4-49 0,4 0-194 16,1-2-443-16,3-1 197 0</inkml:trace>
  <inkml:trace contextRef="#ctx0" brushRef="#br0" timeOffset="204372.91">25182 8069 123 0,'0'0'245'15,"0"-4"-27"-15,0 4-24 0,0 0-19 0,0 0-21 16,0 0-10-16,0 0-5 0,0 0-16 0,0 0-8 16,0 17-17-16,0-7-5 0,4 1-5 0,0-1-12 0,-1 0-7 15,4 2-6-15,-1 3-4 0,4 0-14 16,4 0-22-16,-3 0-46 0,2-2-58 0,6 0-67 16,-4 0-184-16,3-4-360 0,8 3 159 0</inkml:trace>
  <inkml:trace contextRef="#ctx0" brushRef="#br0" timeOffset="204560.39">25581 8306 24 0,'0'0'212'0,"0"0"-20"15,0 0-12-15,0 0-19 0,0 0-15 0,0 0 4 16,2 6-11-16,-2-6-12 0,-2 8-15 0,-1-3-8 16,0 1-16-16,-2 0-3 0,2 2-9 0,-4 1-8 15,5-3-5-15,-5 5-5 0,-1-1-5 0,1 0-2 16,0-1-6-16,0 0-17 0,2 0-34 0,-5-1-44 15,2-3-51-15,4-3-80 0,-3 2-123 0,2-2-330 16,1 0 146-16</inkml:trace>
  <inkml:trace contextRef="#ctx0" brushRef="#br0" timeOffset="204966.59">25782 8046 51 0,'0'-5'317'0,"0"5"-32"0,0-3-28 0,0 3-26 0,0 0-25 16,0 0-24-16,0 0-16 0,0 0-19 0,0 0-15 15,0 0-14-15,0 12-11 0,4-6-9 0,-2-1-9 16,0 1-10-16,2-1-7 0,0 2-4 0,-1 0-10 16,1-1-1-16,2 0-7 0,-2 0-4 0,1-2-2 15,0 1-6-15,1-1-2 0,-1-2-5 0,2 2-3 16,-4-3 0-16,4 1-5 0,-7-2-2 0,12-2-3 15,-7 0-1-15,2-2-3 0,-3 2 1 0,4-1 2 16,-5-2-2-16,1 1 2 0,2-1 6 0,-2-1 18 16,0 1 6-16,-1-1 17 0,3 0 11 0,-3 0 11 0,0 4 1 15,-2-2 7-15,1-1 3 0,0 2-7 16,0 0 1-16,-2 3-22 0,4-4-3 0,-4 4-11 16,0 0 3-16,0 0-22 0,0 0-5 0,0 0-11 0,0 0 8 15,0 0-3-15,-2 16-9 0,-2-7 5 0,2 2-10 16,0-2 3-16,-1 3-1 0,-3 4-8 0,0-3-13 15,1 4-20-15,-2-1-14 0,0 1-27 0,3-2-17 16,-7 2-23-16,4-3-31 0,1 2-38 0,0 0-51 16,-2-3-70-16,1-2-244 0,3 1-587 0,1-2 261 15</inkml:trace>
  <inkml:trace contextRef="#ctx0" brushRef="#br0" timeOffset="205450.92">25993 7788 40 0,'-3'-7'396'0,"2"3"-4"15,-1-5-7-15,2 6-26 0,-1-1-22 0,0-2-32 16,1 6-33-16,1-6-26 0,-1 6-21 0,5-1-23 0,-5 1-21 16,18 4-22-16,-7 3-11 0,6 1-19 0,-3 4-18 15,4 2-8-15,1 5 2 0,1 3-21 16,0 4-11-16,0-2-6 0,-3 0-7 0,0 7-10 0,-2-3 1 16,-4 3-12-16,0-2 0 0,-2 1-7 0,-2 1-5 15,-2 0-1-15,-2-1 0 0,-3 1 12 0,0 0-25 16,-1 1 1-16,-3-2 2 0,0 2-8 0,-5-1 1 15,0-2-22-15,-2 0-27 0,0-2-31 0,-4 1-21 16,-1-4-22-16,-2-1-34 0,1-3-31 0,4-3-57 16,-3-1-65-16,-2-3-295 0,3 0-645 0,0-1 286 15</inkml:trace>
  <inkml:trace contextRef="#ctx0" brushRef="#br0" timeOffset="206216.45">26881 8106 89 0,'0'0'294'0,"0"0"-6"16,0 0-5-16,0 0-4 0,0 0-3 0,0 0-2 16,0 0-8-16,0 0 5 0,0 0-8 0,0 0-17 15,0 0-25-15,0 0-20 0,0 0-20 0,10-10-18 16,-4 7-17-16,2 0-15 0,-1 1-25 0,8 1-4 0,4-3-10 15,0 4-11-15,-2-1-27 0,3 0-35 16,-3 1-38-16,1 0-37 0,-4 1-38 0,2 0-58 0,-5 1-66 0,4-1-62 0,-4 1-67 0,3-2-180 0,-8 5-571 16,-1-2 253-16</inkml:trace>
  <inkml:trace contextRef="#ctx0" brushRef="#br0" timeOffset="206403.94">26818 8283 223 0,'0'0'342'16,"-4"3"-14"-16,4-3-22 0,0 0-30 0,0 0-28 15,0 0-23-15,0 0-21 0,20-2-23 0,-6 2-20 16,-3 0-15-16,11 2-16 0,0 0-13 0,0-2-23 16,-1 6-36-16,8-3-63 0,-6 1-94 0,7 1-108 15,-8 2-248-15,-1-2-493 0,2 0 219 0</inkml:trace>
  <inkml:trace contextRef="#ctx0" brushRef="#br0" timeOffset="-213000.15">28502 7966 115 0,'0'0'247'0,"-5"-2"-24"0,5 2-26 0,0 0-20 0,0 0-19 16,0 0-20-16,0 0-9 0,-7 5-16 0,4-2-9 15,-1 2-11-15,3 2-13 0,-1-2-8 0,0 1-3 16,0 2-5-16,0 1-8 0,-1 0-9 0,3-3-1 15,-3 6-4-15,3-2-4 0,0 0-2 0,0 0-1 16,3 0-6-16,-3 1 0 0,0-2 0 0,0 1-5 16,7 0 1-16,-5 0-1 0,1 0-5 0,0 0 4 15,2-1-1-15,1 1-2 0,3-2-3 0,-2 1-1 16,-3-3 1-16,5 1-1 0,-4-2-2 0,4 1-1 16,1-2 0-16,0 1 3 0,-3-2 6 0,0-2 11 15,0 0 3-15,0 3 4 0,5-4 0 0,-5-4 1 16,0 4 9-16,0-2 1 0,1-2-1 0,1-1 8 15,-2 1 2-15,1-3-2 0,3 0-7 0,-5-2 8 16,2 0-5-16,-3 0 8 0,5 0 1 0,-5-2 9 16,-1 1-5-16,2 0 9 0,-2 1 1 0,1-1 18 15,2 3-25-15,-4-2 6 0,1 3 5 0,-3-3-5 16,3 4 3-16,-4 1-5 0,4-2-10 0,-2 1-5 0,-1 1-7 16,-1 4-12-16,4-3-9 0,-4 3-4 0,0 0-5 15,4-1-7-15,-4 1 2 0,0 0-6 16,7 7 0-16,-6-4 6 0,2 3-4 0,0-2 0 0,1 3-6 15,1 3-2-15,0-3-1 0,2 3 6 0,-2 0-5 16,1-1 1-16,1 1-2 0,1-2-8 0,-1 1 9 16,1 0-5-16,-2-2-3 0,3 0-5 0,1 1 7 15,-1-3 13-15,1 0-19 0,-3-1 1 0,1-2 1 16,0-2-3-16,4 4 3 0,-4-5 0 0,1 0 6 16,-2-1 5-16,6 0-2 0,-5-4-1 0,2 1 0 15,0 0-4-15,-3-1 5 0,3-3 3 0,-2 1-6 16,1-1-1-16,-3-1 9 0,-1 0 2 0,2 0-4 15,0-2 3-15,-3 1-3 0,0 0-1 0,-1-2 2 16,-2 2-5-16,1 2-1 0,-1-2-7 0,-2-1-15 16,1 3-26-16,-2 1-28 0,0-2-18 0,-1 2-30 15,0 2-30-15,-1 1-37 0,-3 0-53 0,3-1-46 16,1 4-54-16,-2-2-198 0,-1 2-583 0,4-1 259 0</inkml:trace>
  <inkml:trace contextRef="#ctx0" brushRef="#br0" timeOffset="-212609.57">29298 7635 225 0,'0'0'335'0,"0"0"-12"0,0 0-20 0,1-4-22 16,-1 4-27-16,0 0-22 0,0 0-22 0,0 0-22 16,0 0-31-16,0 0-5 0,0 0-28 0,0 0-11 15,0 0-12-15,0 12-12 0,0-7-7 0,-1 1-11 16,-2 2 0-16,3 2-13 0,-2 2-6 0,0-2-1 15,1 4-5-15,-1-3-8 0,2 2 10 0,0 2-15 16,-2-2-5-16,4 0 3 0,-2 0-5 0,0 0-2 16,0 0-2-16,2 0-3 0,-1-1-4 0,1-2-19 0,-1 0-19 15,0-2-24-15,2-1-21 0,-3 0-14 16,0 0-25-16,1-2-31 0,-1 1-34 0,0-2-47 16,3-2-65-16,-3-2-159 0,0 0-481 0,0 0 213 15</inkml:trace>
  <inkml:trace contextRef="#ctx0" brushRef="#br0" timeOffset="-212375.22">29243 7564 259 0,'0'0'317'15,"0"0"-14"-15,0 0-8 0,0 0-11 0,-2-5-9 16,2 5-23-16,0 0-20 0,8-3-20 0,-3 0-20 15,2 3-12-15,2 0-25 0,5-1-20 0,0 1-14 16,-2-1-10-16,3 1-8 0,1-1-14 0,1 2-9 16,0-1-11-16,1 1 1 0,-3 0-19 0,-1-1-38 15,-2 1-36-15,-2-1-41 0,-1 4-54 0,-1-2-48 16,-1 2-46-16,-2-2-47 0,1 1-234 0,-5 0-534 16,1 2 237-16</inkml:trace>
  <inkml:trace contextRef="#ctx0" brushRef="#br0" timeOffset="-211109.73">29631 8018 201 0,'7'-3'293'16,"-5"0"-10"-16,-2 3-9 0,6-5-11 0,-6 5-16 15,3-3-16-15,-3 3-28 0,0 0-23 0,1-4-18 16,-1 4-21-16,0 0-13 0,0 0-18 0,0 0-12 0,0 0-7 16,0 0-15-16,-12 12-2 0,5-8-11 0,0 3-5 15,-1 0-6-15,-3 1-6 0,0 0-3 16,-1 3-7-16,-3 0-4 0,-1 2 3 0,1-2-8 0,0 2-1 15,-1-1-5-15,-2-1 3 0,4 2-6 0,-1 0-5 16,1 1 4-16,4-6-3 0,-4 2 0 0,3-2 1 16,-1 3-3-16,1 0 2 0,0-4-6 0,6 0 1 15,-6 0-7-15,7-1-23 0,1-2-22 0,-1-1-24 16,0 1-35-16,3-2-43 0,-1 3-65 0,2-5-65 16,0 0-191-16,11 2-503 0,-11-2 223 0</inkml:trace>
  <inkml:trace contextRef="#ctx0" brushRef="#br0" timeOffset="-210875.39">29405 8034 32 0,'0'0'209'15,"0"0"-3"-15,0 0 22 0,-7 6-13 0,7-6 18 16,3 9 1-16,1-1-2 0,0 0-11 0,3 2-1 15,0 0-1-15,4-1-22 0,-1 2-16 0,2 1-16 16,1 0-19-16,2 1-15 0,2-2-10 0,-4-2-11 16,2 1 0-16,0 0-20 0,1 1-4 0,2-1-10 0,-2 0-16 15,2-1-40-15,-2-1-57 0,-1-2-76 16,-4 3-89-16,2-6-100 0,-1 3-213 0,1-5-558 16,-6-1 248-16</inkml:trace>
  <inkml:trace contextRef="#ctx0" brushRef="#br0" timeOffset="-206780.56">29975 8116 255 0,'-8'-2'335'16,"8"2"0"-16,0 0-3 0,0 0 3 0,0 0-4 16,-4-4-13-16,4 4-6 0,0 0-19 0,0 0-24 15,0 0-20-15,0 0-12 0,0 0-18 0,0 0-10 16,0 0-17-16,0 0-7 0,0 0-17 0,0 0-12 16,0 0-17-16,0 0-13 0,0 0-8 0,27-1-14 0,-17 2-11 15,5-1-12-15,4 0-8 0,4 6-13 16,-3-6-18-16,2 1-20 0,4 0-39 0,3 2-47 15,-1-2-37-15,-4 1-49 0,-1 1-34 0,0-2-44 0,-5 0-67 16,3 1-65-16,-3-1-339 0,-4-1-756 0,0 0 335 16</inkml:trace>
  <inkml:trace contextRef="#ctx0" brushRef="#br0" timeOffset="-206179.19">30594 8017 8 0,'0'0'344'0,"0"0"-19"0,0 0-12 16,0 0-24-16,0 0-24 0,0 0-27 0,0 0-10 15,0 0-39-15,0 0-23 0,0 0-15 0,-7 11-16 16,7-11-13-16,0 5-13 0,0-5-13 0,0 6-4 0,0-6-11 16,3 6-4-16,-3-2 2 0,0-1-19 0,4 1 0 15,0 1-9-15,0-1-3 0,3 0-3 16,0 1-1-16,0-2-5 0,1 2-5 0,1-2 13 16,5-1-21-16,-2-1-3 0,-1-1 1 0,0 0 8 0,0 0-14 15,1-2 11-15,-1-1-14 0,-2-1 2 0,3 1-2 16,0-3 9-16,-6 4 32 0,3-4 12 0,0 0 7 15,-1 0 5-15,-1 1 2 0,0 0 14 0,-2 1 7 16,1 1 3-16,-1-2-3 0,-1 2-3 0,0 0-8 16,-1 1-14-16,0-1 18 0,-3 3-14 0,1-2-11 15,-1 2-8-15,0 0-11 0,0 0-7 0,0 0-7 16,10 5 0-16,-8-2-5 0,1 4-3 0,1 2-2 16,-2 2-2-16,2 3-6 0,-3-2-2 0,2 2 1 15,4 5-2-15,-2-1-3 0,2 1-2 0,-2 0-2 16,1 1 2-16,-1 0-3 0,-2 2-2 0,1-3-1 15,1 1 4-15,1 0-5 0,-2-1 1 0,-3 0-3 16,3-1 3-16,-2-1-3 0,-2-3-4 0,0-2 3 16,-2-1 6-16,0 2-8 0,-3-6 8 0,1 3-11 0,0-4 4 15,-2 1 1-15,-5 0 2 0,0-4 9 16,-1-1-10-16,-3 3 3 0,-2-5-2 0,-1 0 1 16,-2 0 8-16,-3-1-7 0,8-4 0 0,-5 2 0 0,-1 0-6 15,8 1-17-15,-2-2-34 0,1-2-40 0,3 0-49 16,2-1-57-16,1 2-49 0,-1-1-68 0,7-1-86 31,0 2-335-31,1-2-794 0,4 0 351 0</inkml:trace>
  <inkml:trace contextRef="#ctx0" brushRef="#br0" timeOffset="-205770.17">31181 7824 162 0,'-3'-5'437'0,"3"5"3"15,0-6-11-15,0 6-45 0,0 0-26 0,-2-4-44 16,2 4-23-16,0 0-38 0,0 0-16 0,0 0-27 16,0 0-22-16,0 0-15 0,15 15-21 0,-8-7-7 15,1 5-6-15,2 3-11 0,3 1-4 0,-2 2-17 16,6 4-6-16,-2 1-12 0,1 0-8 0,-1 1-5 16,0 0-9-16,-2 1-5 0,-2-2-6 0,2 1-5 15,-5 5-5-15,1-3-5 0,-3-6-7 0,0 4-1 16,-1 3-5-16,-4 2-2 0,-2-2-2 0,-5 2-5 15,-1-4-25-15,0-5-24 0,-6 5-37 0,-1 1-42 16,-2-2-35-16,-3-3-10 0,-4-2-20 0,-3 1-23 16,-3-3-34-16,-5-2-46 0,3-5-50 0,-4-1-50 15,-7-2-192-15,2-1-617 0,-1-4 274 0</inkml:trace>
  <inkml:trace contextRef="#ctx0" brushRef="#br0" timeOffset="-205129.62">28478 7808 1814 0,'2'-9'112'0,"0"-1"-6"0,-2 2 6 0,-2 2 16 16,2-2 6-16,-4 2-11 0,-1-2-22 0,2 3-19 15,-3 1-11-15,-1 1-5 0,0 0-14 0,-7 6-4 16,3 0-10-16,-10 3 1 0,1 6 9 0,-5 5 7 16,-1 2 3-16,0 3 8 0,-2 2 6 0,0 3 0 15,1 1-1-15,5 3-1 0,-2 0-2 0,2-1-3 16,6 4-1-16,0-1 1 0,6 1-5 0,4 2 5 15,4 0-10-15,3 1-1 0,7 14 6 0,7-4-8 16,2-11-3-16,10 6-2 0,8-3 1 0,3 0-5 0,7-6-6 16,1-3-26-16,3-6-49 0,6-4-40 0,1-6-57 15,-2 0-83-15,4-7-87 0,-17-1-297 16,23-3-651-16,-11-6 289 0</inkml:trace>
  <inkml:trace contextRef="#ctx0" brushRef="#br0" timeOffset="-204395.32">31580 7491 238 0,'3'-5'361'0,"-2"-2"5"15,-2 2-1-15,2 0-4 0,1-1-14 16,-2 2-15-16,0 4-25 0,1-7-24 0,-1 7-30 0,0-4-26 16,0 4-24-16,0-3-23 0,0 3-27 0,0 0-15 15,0-5-14-15,0 5-13 0,0 0-13 0,0 0-13 16,0 0-8-16,-4 15-9 0,1-9-11 0,3 1-6 15,0 1-1-15,0 2-11 0,3 1-5 0,-3-1-2 16,1 1-3-16,2-1-3 0,-3 2-4 0,3-1-2 16,-2 1-3-16,-1-5-4 0,0 5-6 0,0-6-2 15,1 1 2-15,-1 0-5 0,-2-1 1 0,0-1-4 16,1 1 4-16,-2-1-4 0,3 1 8 0,-4-3-12 16,4 1 6-16,0-4 2 0,-4 5 1 0,4-3 4 15,0-2 1-15,-1 4-1 0,1-4 3 0,0 0 11 16,0 0 4-16,1 5-3 0,-1-5-1 0,12-1 0 15,-3 1-7-15,2-1-1 0,3-1 0 0,4 2-3 0,5-2-4 16,0-1-10-16,3 1-22 0,1-2-31 0,6 0-48 16,-5 1-35-16,2 0-33 0,-10 0-68 15,1 2-76-15,2 0-69 0,-5-2-261 0,-2 2-699 0,-2 0 308 16</inkml:trace>
  <inkml:trace contextRef="#ctx0" brushRef="#br0" timeOffset="-203487.65">26788 9393 52 0,'0'0'319'0,"-9"5"-6"0,9-5-10 16,0 0-17-16,-8-2-3 0,8 2-33 0,0 0-8 16,-8 4-17-16,8-4-15 0,0 0-18 0,-4 1-14 15,4-1-19-15,0 0-14 0,0 0-8 0,0 0-10 16,0 0-12-16,0 0-11 0,0 0-5 0,0 0-9 15,0 0-3-15,0 0-5 0,4 8 4 0,-4-8-22 16,9 0-2-16,-2 2-6 0,5-1-6 0,-2 1-5 16,5-1-7-16,-2-1-11 0,8-1-19 0,-8 1-29 0,8 2-35 15,-1-2-33-15,-2 2-47 0,2-1-50 16,-6 0-61-16,1-1-57 0,-4 2-263 0,-2-1-612 16,-1-1 271-16</inkml:trace>
  <inkml:trace contextRef="#ctx0" brushRef="#br0" timeOffset="-203289.02">26733 9610 242 0,'-2'2'281'0,"0"1"9"0,2-3-4 0,0 0 4 15,1 8 7-15,-1-8 1 0,12 3-16 0,-5-3-23 16,5 0-19-16,3-1-30 0,4 2-22 0,3-1-18 0,7 0-21 0,3 0-16 15,2-1-50-15,-1 0-54 0,1 0-61 0,0 1-76 16,0 0-99-16,1-2-100 0,-2-1-206 0,-2 0-554 16,2 0 245-16</inkml:trace>
  <inkml:trace contextRef="#ctx0" brushRef="#br0" timeOffset="-196789.72">28211 9290 112 0,'-1'-3'343'0,"-1"-2"-10"0,1 0-6 0,1 5-9 15,-3-8-22-15,3 6-18 0,0 2-16 16,0 0-25-16,0-8-21 0,0 8-30 0,0 0-16 15,0-4-21-15,0 4-17 0,0 0-14 0,0 0-19 16,0 0 0-16,0 0-23 0,0 0-1 0,0 17-5 0,-1-9-13 16,1 0-1-16,0 4-8 0,0-3-2 0,0 4-5 15,-3 1-2-15,6 1-5 0,-3 3-5 16,0-1-14-16,0 1-4 0,1-2 1 0,2 2 0 0,-2 2 5 16,1-4-20-16,-1-2 1 0,3-1-4 0,0 0 0 15,-1 0-3-15,2-2-3 0,2-1 3 0,-3 1 2 16,3-3 0-16,-3-1 0 0,4-1 2 0,2-2 10 15,-3 0-8-15,0-2-2 0,1-2 3 0,-2 0-1 16,4-1 1-16,0-1 1 0,-2-3 4 0,1 0 5 16,0-1 6-16,0 0 4 0,-1 0 1 0,-2-1 20 15,0 2 3-15,-1-1 10 0,1 2-5 0,-3-2 8 16,2 2-2-16,-2-1-6 0,1 2-5 0,0 1-5 0,-4 2-9 16,4-6 0-16,-4 6 5 0,5-2-17 0,-5 2-5 15,7 0 5-15,-7 0-5 0,10 6 0 16,-3-1-3-16,-1 2-5 0,4-1 1 0,-2 1 1 0,2 1-1 15,1 0-2-15,-2-2 1 0,2 3-1 0,1-1 4 16,-1 0-5-16,3-3-5 0,-3 0 4 0,0 1-3 16,-1-3 3-16,3 1 2 0,-4-4-4 0,2 1-7 15,1-1 16-15,-5-1-2 0,1-2 3 0,2-1-4 16,-2-1-1-16,0-3 5 0,0 1 4 0,-4-4-5 16,2 0 2-16,1-2 9 0,-2-4-9 0,-5 5-5 15,7-5 1-15,-4-1 1 0,-3 4 0 0,2 2-6 16,-2-1 1-16,0 0-8 0,0 0 2 0,-1 3-27 15,1-1-36-15,-1 1-28 0,-2 3-24 0,3-1-29 16,0 3-38-16,-3 1-49 0,1 2-55 0,0-2-54 16,2 4-232-16,0 0-623 0,0 0 276 0</inkml:trace>
  <inkml:trace contextRef="#ctx0" brushRef="#br0" timeOffset="-196508.5">29034 9329 185 0,'0'0'287'0,"4"-2"-10"16,-2-1-14-16,-2 3-27 0,1-3-19 0,-1 3-28 16,0 0-22-16,0 0-17 0,0 0-19 0,0 0-11 15,0 0-13-15,-3 12-11 0,0-6-8 0,-1 0-11 16,0 4-7-16,-1-1-3 0,-1 2-10 0,0 5-7 15,-1-4-2-15,-3 1-7 0,2 3-1 0,0 0-2 16,-2 0-7-16,1-2-1 0,2-1-7 0,-1 2 0 16,0-3 0-16,1-1-3 0,-3 1-11 0,4-2-15 15,0 1-16-15,0-2-29 0,1 0-34 0,1-1-34 0,0-4-36 16,4 1-44-16,-1-1-222 0,1-4-456 0,1 5 203 16</inkml:trace>
  <inkml:trace contextRef="#ctx0" brushRef="#br0" timeOffset="-196289.78">28918 9400 174 0,'0'-4'296'0,"0"4"-15"16,-4-4-18-16,4 4-22 0,0-4-24 0,0 4-24 16,0 0-19-16,0 0-21 0,0 0-14 0,0 0-12 15,0 0-14-15,0 0-1 0,-4 13-16 0,6-5 2 16,0-3-11-16,-2 3-8 0,4 3-8 0,1 1-4 15,-3 1-7-15,5-2-6 0,1 6-3 0,3-2-7 16,-1 1-12-16,2-2-25 0,-3 2-32 0,2-2-51 16,1 2-55-16,-2-4-72 0,2 2-73 0,-5-5-144 15,3 2-455-15,-1-4 201 0</inkml:trace>
  <inkml:trace contextRef="#ctx0" brushRef="#br0" timeOffset="-196055.42">29222 9559 28 0,'0'0'357'0,"0"-7"-27"0,2 2-23 16,1 3-26-16,6-2-36 0,-2 0-20 0,4 1-24 16,3 0-18-16,6 1-22 0,-1 1-15 0,3 1-12 15,4-1-14-15,3 2-11 0,-2-1-11 0,-3 2-16 16,-1 1-7-16,6 0-9 0,-6 1-10 0,0-2-27 15,-2 1-35-15,-2 0-40 0,2 1-47 0,-2-2-50 16,-5 0-50-16,-1 0-57 0,-4-1-167 0,-2-1-452 16,2 0 200-16</inkml:trace>
  <inkml:trace contextRef="#ctx0" brushRef="#br0" timeOffset="-195821.07">29539 9386 198 0,'-2'-3'311'0,"2"3"-19"16,0 0-33-16,-4-2-29 0,4 2-24 0,0 0-23 15,0 0-14-15,0 0-21 0,-8 8-12 0,7-3-14 16,-2 4-12-16,0 0-11 0,-1 4-14 0,2 4-5 16,-1-4-10-16,0 6-4 0,0-1-6 0,3 1-5 15,0 3-9-15,0-3-4 0,0 1-6 0,3 0-8 16,1 0-32-16,2-2-30 0,2 1-47 0,-3-2-55 15,1-5-56-15,5 3-239 0,-2-5-467 0,3-2 207 16</inkml:trace>
  <inkml:trace contextRef="#ctx0" brushRef="#br0" timeOffset="-195352.37">29812 9218 197 0,'-3'-5'324'0,"3"1"-25"16,0-1-30-16,0 5-33 0,0-6-21 0,0 6-24 15,0 0-16-15,0 0-23 0,0 0-9 16,4 20-15-16,-4-7-16 0,3 5-12 0,-3 0-9 0,0 1-7 16,3 6-9-16,-3-4-7 0,1-1-8 0,2 1-6 15,0 5-2-15,-3-6-11 0,0-1 1 0,2 2-5 16,-4-3-3-16,0-6-3 0,2 3-3 0,0-4-6 15,2-1 0-15,-2-4-2 0,-2 1 1 0,2-2 0 16,0-1 4-16,2-2-5 0,-2-2-4 0,6 3-4 16,-6-3 4-16,0 0 0 0,18-7-5 0,-11 3 0 15,2-1 7-15,2-1 0 0,0 0-2 0,1 1 3 16,-2-2 3-16,3 4-4 0,-4-2 3 0,0 1-1 16,2 1-2-16,-3 0-1 0,-1 1-1 0,1 1-8 15,0 1 3-15,1 0 0 0,-4 1-2 0,3 3 3 16,-4 0-7-16,3 0 1 0,-2 2-3 0,0 3 2 15,-1 0-8-15,0 1 6 0,-3 0-5 0,-1 3-1 16,0-3 5-16,0 1 0 0,-3-1-3 0,1 1-1 0,-2-1 6 16,-1 1-4-16,-1-4-1 0,-4 1 1 15,2-1 1-15,-3-4-7 0,0 4-9 0,-2-3-19 16,2-3-14-16,-6 2-18 0,-3-5-25 0,6 1-38 16,-3-1-44-16,3-1-40 0,1-4-48 0,0 5-191 0,7-3-488 15,1 2 216-15</inkml:trace>
  <inkml:trace contextRef="#ctx0" brushRef="#br0" timeOffset="-195008.66">30332 9519 160 0,'0'0'394'16,"0"0"-14"-16,0-4-6 0,0 4-13 0,0 0-11 16,0 0-10-16,0 0-24 0,4-3-28 0,-4 3-32 15,0 0-21-15,5-2-17 0,-1 1-29 0,-4 1-19 0,15 0-22 16,-7 0-9-16,6 0-16 0,-2 0-12 0,1 1-9 15,1 0-15-15,3 2-8 0,5 1-19 16,-4-2-26-16,4 0-34 0,-3 0-34 0,2-1-33 0,-3 2-36 16,5-1-36-16,-8-2-41 0,-1 0-43 0,7-1-46 15,-3-3-49-15,1 2-280 0,-6-1-646 0,-1-2 286 16</inkml:trace>
  <inkml:trace contextRef="#ctx0" brushRef="#br0" timeOffset="-193430.71">30893 9249 191 0,'0'0'323'0,"0"0"-19"16,-4-4-28-16,4 4-24 0,-4-2-27 0,4 2-23 15,0 0-24-15,0 0-19 0,0 0-21 0,0 0-9 16,0 0-3-16,0 0-22 0,-3 13-11 0,3-5-9 15,0-2-8-15,0 1-7 0,-1 2-7 0,1-3 4 16,3 5-14-16,-2-1-5 0,2-2-2 0,0 0-6 16,-1 0-7-16,1 0 1 0,1-2-1 0,0 2-4 15,3-3-8-15,-2 0 2 0,2-3 9 0,0 2-6 16,2-3-7-16,-2-1-2 0,4 0 15 0,-2-2-16 16,3-1-2-16,1-1-3 0,-3-4 0 0,3 1-1 15,-2-1 6-15,7-2 11 0,-4 0 2 0,-4 1 7 16,3 0 14-16,2-1 5 0,-4 1 1 0,-2-1 11 15,3 1 10-15,-1-2 2 0,-4 4 8 0,2 0-12 0,-3 3-10 16,-1-1-1-16,0 0-8 0,-1 3-5 0,-2-2-11 16,1 3 8-16,2-3-20 0,-5 4 8 15,0 0-22-15,0 0 1 0,9 7 13 0,-9 0-13 16,2 1-5-16,0 2-2 0,-1 4 1 0,3 4-2 0,-1 1 2 16,-2 2-3-16,-1-1-1 0,4 7 2 0,0 2-7 15,0-2 3-15,-2 0 2 0,-1 2-3 0,0-3 3 16,4 0 13-16,-3-5-13 0,0 1-1 0,0-2-1 15,-2-1 0-15,2 2-4 0,-2-4 2 0,0 0 7 16,0 0-10-16,-2-4-2 0,0-2 6 0,0 0 0 16,-2-2-5-16,1 2 5 0,-1-4-2 0,-4 0-4 15,4-2 7-15,-3 0 0 0,-1-1 5 0,-2-2 6 16,-1 0 11-16,-3-2 6 0,-1 0-2 0,-2-2 9 16,1 0-6-16,-3-1 0 0,0-3 0 0,0 2-2 15,0-4-3-15,0 2-11 0,0-3 5 0,3 2-8 16,2 1-24-16,6 0-28 0,-2-2-36 0,3 1-29 15,1 0-34-15,5-1-47 0,-1 2-62 0,9-4-72 0,0 0-342 16,5 0-716-16,4-2 317 0</inkml:trace>
  <inkml:trace contextRef="#ctx0" brushRef="#br0" timeOffset="-193055.75">31467 8993 231 0,'0'0'386'0,"0"-5"-33"0,0 5-27 0,0 0-34 16,0-5-26-16,0 5-32 0,0 0-12 0,0 0-35 15,0 0-18-15,0 0-22 0,0 0-10 0,9 16-16 16,-5-4-6-16,0 1-18 0,6 5-8 0,4 5-6 0,2 3-8 16,-2 5-5-16,5-2-6 0,-4 4-8 15,1-3-6-15,-1 3-2 0,2 1-6 0,-2-2-6 16,2 2 1-16,-6 1-6 0,-2 1-3 0,-2-2-5 16,-2 2-1-16,-3 0 0 0,-2-2-1 0,-5 1-7 0,-9 1-19 15,-1-3-24-15,-4-2-22 0,-11 10-16 0,3-14-21 16,-14 5-22-16,7-8-45 0,-14 2-53 15,-2-4-51-15,-1-5-48 0,-8-3-163 0,6-2-508 0,12-3 225 16</inkml:trace>
  <inkml:trace contextRef="#ctx0" brushRef="#br0" timeOffset="-192337.08">28079 8989 28 0,'-1'-3'244'0,"1"3"-27"0,-7-1-22 0,7 1-21 0,-11 4-20 16,6 0-15-16,-5 5 2 0,0 0 3 0,-3 6-9 15,-4 8 3-15,0 1-1 0,2 6-2 0,0 2-2 16,-2 4-5-16,3-2-10 0,-6 15-7 0,4-2-12 16,0-9-9-16,1 11-5 0,3-2-7 0,4 6 10 15,1-16-4-15,4 0-6 0,2 1-6 0,2-2-10 16,3 0-2-16,6 0-5 0,5-2 3 0,4-2-10 16,10 11-1-16,7-5-6 0,5-3-4 0,5-7-20 15,6-2-50-15,2-2-71 0,6 0-89 0,5-9-88 0,-2 0-213 16,2-6-534-16,3 1 237 0</inkml:trace>
  <inkml:trace contextRef="#ctx0" brushRef="#br0" timeOffset="-191545.52">31716 8686 126 0,'0'0'234'0,"0"0"-7"15,0 0-14-15,4-7-8 0,-4 7-10 0,0 0-6 16,14 7-20-16,-9-6-13 0,2 3-18 0,0-1-12 15,-1 1-5-15,-1 0-13 0,3 1-10 0,0 3-12 16,-4-3-5-16,0 2-11 0,2-1-2 0,-1 0-11 16,-2 2-2-16,-2-3-8 0,5 1-5 0,-4 2-3 15,-2-3-3-15,2 3-5 0,-4-3 2 0,4 0 12 16,-2-5 7-16,0 8 3 0,0-5 1 0,0-3 7 16,-2 7 10-16,2-4 14 0,0-3 10 0,0 0 18 15,0 0 12-15,3 3 5 0,-3-3-3 0,6 2-14 16,1-1-13-16,6 0-9 0,6-1-7 0,2 3-15 15,8 1-23-15,3-2-39 0,-2 0-52 0,5 0-56 16,-2 2-70-16,-1-3-90 0,1 2-92 0,-3 0-247 16,-6 0-647-16,6 1 287 0</inkml:trace>
  <inkml:trace contextRef="#ctx0" brushRef="#br0" timeOffset="-190423.97">29923 9915 253 0,'-5'-5'355'0,"5"5"3"0,0 0-14 0,0 0-1 16,0 0-9-16,0 0-28 0,0 0-37 0,0 0-16 15,0 0-25-15,0 0-17 0,0 0-36 0,0 0-24 16,0 0-12-16,-5 7-19 0,3-2-6 0,1 3-13 0,0-2-10 16,-1 7-4-16,0-1-14 0,2-2-5 15,-2 8-10-15,-1 2-7 0,3 0 3 0,-1 0-9 16,-2 6-10-16,2-6 3 0,0 1-4 0,-1 0-7 0,1-1 5 16,-2 0-4-16,1-1-8 0,4 1-1 0,-2-4 1 15,-2-2-6-15,4-1-28 0,1-1-17 0,-3 0-29 16,1-4-9-16,2 1-24 0,-2-4-18 0,3-1-41 15,2 0-49-15,-2 0-65 0,3-6-46 0,-7 2-279 16,15-6-638-16,-7 3 282 0</inkml:trace>
  <inkml:trace contextRef="#ctx0" brushRef="#br0" timeOffset="-189799.04">29929 9829 13 0,'0'0'160'16,"-4"-3"-19"-16,4 3-11 0,0 0-6 0,0 0-25 16,-15 5 2-16,10-2-11 0,0 1-10 0,0 1-7 15,-2-1-3-15,2 2-4 0,-2 2-3 0,0 0-13 16,0 1 0-16,-1-1-1 0,2-1-11 0,-1 2 1 16,-2-3-8-16,1 2-2 0,2-3 0 0,1 1-3 15,1 0-1-15,-3-3-1 0,3 1 0 0,1 0 14 16,-2-2 20-16,5-2 21 0,-4 3 26 0,4-3 11 15,0 0-15-15,0 0-11 0,0 0-4 0,0 0 7 16,9-11-5-16,-6 6-6 0,4-3-1 0,1 0 0 16,-2-2 2-16,5 0-1 0,-3 0-4 0,2-1 11 15,-2 1 3-15,1 1-1 0,-1 0 0 0,-1 3-1 16,4-2-9-16,-7 1-14 0,1 4 2 0,1-2-8 0,-1 0-9 16,-2 0-4-16,1 3-8 0,1-1-9 0,-5 3 12 15,5-1-18-15,-5 1-4 0,0 0-2 0,11 4-9 16,-9-2 3-16,4 4 7 0,-1-2-12 15,-1 2 5-15,2 2 10 0,-2-2-15 0,1 3 2 0,2 0-8 16,0-3 7-16,1 2-7 0,-1 0 2 0,2-2 1 16,-1 1-2-16,-1 0-5 0,1-3 4 0,-5 0-3 15,1 1 8-15,2-1-6 0,-4-2 3 0,1 1-5 16,-3-3 4-16,4 6-2 0,-1-5 8 0,-3-1 2 16,0 0 7-16,0 0-8 0,0 0-5 0,0 0 1 15,0 0-2-15,0 0-3 0,-23 0 5 0,13-1-3 16,-3-1-6-16,2 2-19 0,-2 0-18 0,-1 2-20 15,0-1-27-15,-4 1-31 0,6-2-34 0,-7 4-59 16,5-2-62-16,-2 2-265 0,5 1-582 0,-1-1 257 16</inkml:trace>
  <inkml:trace contextRef="#ctx0" brushRef="#br0" timeOffset="-185815.63">30202 9270 103 0,'0'0'193'15,"0"0"-6"-15,0 0-9 0,0 0-13 0,2-2-10 0,-2 2-10 16,0 0-16-16,0 0-7 0,0 0-15 0,0 0-13 15,0 0-9-15,0 0-8 0,0 0-10 0,0 0-2 16,-21 2-2-16,10 2 5 0,-1 2 4 0,1-1 2 16,-8 1 5-16,0 3-7 0,-4-1 1 0,-3 0 0 15,-4 4 3-15,3 0-5 0,-3-1-1 0,1 1-5 16,-3-2-3-16,2 3-8 0,-2 0 5 0,-1-1 0 16,-4 4 0-16,3-2-2 0,0-2-2 0,3 3-5 15,-2-2-4-15,3 0-2 0,0 2-6 0,3-2-3 16,-1-1-6-16,7-1-3 0,-7 0-1 0,10-2-2 15,0 2-1-15,3-3-3 0,0 1-1 0,3-1 2 16,-3-1-8-16,7-2 2 0,-2 3-1 0,2-4 3 16,0 0-7-16,4-3-3 0,-3 2 5 0,3 1 0 15,1-2-2-15,3-2 1 0,-6 4 3 0,3-3 1 16,3-1 6-16,0 0-1 0,-5 3-5 0,5-3 5 0,0 0 4 16,0 0 0-16,0 0-7 0,0 0-11 0,0 0-22 15,0 0-29-15,0 0-35 0,-2-10-41 16,2 10-59-16,10-9-51 0,-4 4-53 0,1-3-189 0,3 3-513 15,3 0 228-15</inkml:trace>
  <inkml:trace contextRef="#ctx0" brushRef="#br0" timeOffset="-185315.69">30206 9074 25 0,'0'0'120'0,"0"0"-1"0,0 0-3 0,-8-3 7 15,8 3-4-15,0 0 0 0,-20 5-5 0,12-3 0 16,-6 5 3-16,-2-2-10 0,-3 1 2 16,1 7 2-16,2-3 2 0,-6-2-4 0,2 2-2 0,-1-1-6 15,-5 4-9-15,5-4-4 0,0 1 0 0,-5 2-1 16,-1 2-8-16,1-3 0 0,-1 2 7 0,0 0-4 15,-3-2-5-15,3 1-1 0,0-2-7 0,-2 3 0 16,-1-3 4-16,3 1-13 0,-2-4-2 0,-1 4-4 16,7-5-3-16,0 2-9 0,5-3 0 0,-5 2-7 15,3-1-4-15,2 1-1 0,2-2-5 0,2 0-1 16,3 1-5-16,1-1 0 0,0 0 0 0,2-3-7 16,1 3-1-16,0-3-10 0,3 1-1 0,2-1-4 15,-3 2-1-15,5-4-12 0,0 3-15 0,0-3-46 16,7 6-54-16,0-5-71 0,5 2-70 0,-2-2-174 15,7-1-483-15,-3 2 215 0</inkml:trace>
  <inkml:trace contextRef="#ctx0" brushRef="#br0" timeOffset="-168251.13">27432 7956 191 0,'0'0'310'0,"0"0"-12"0,0 0-8 16,-4-5-14-16,4 5-6 0,0 0-13 0,0 0-22 15,0 0-22-15,0 0-20 0,11-2-19 0,-2 1-15 16,3 1-24-16,2-2-11 0,6 2-13 0,2 2-9 16,8-2-10-16,0 1-8 0,1 0-8 0,-1 2-16 15,-5 0 1-15,-2-3-9 0,1 0-7 0,-2 1 0 0,-1 0-6 16,3 0-12-16,-5 1 3 0,-5-2-4 15,-5 1-2-15,6-1-17 0,-7 1-21 0,-1-1-23 16,-3 1-22-16,-4-1-17 0,10 0-23 0,-10 0-22 0,9 0-18 16,-9 0-30-16,0 0-26 0,4 3-12 0,-4-3-13 15,0 0-12-15,0 0-175 0,0 0-440 0,0 0 195 16</inkml:trace>
  <inkml:trace contextRef="#ctx0" brushRef="#br0" timeOffset="-167969.91">27489 8004 161 0,'-2'6'179'0,"2"-1"-4"0,-3 0-17 15,1 0-11-15,2-5 7 0,5 11-8 0,-5-4-13 16,5-1-16-16,-3 2-11 0,2 3-9 0,-1-2-12 16,1 1-3-16,3 1-8 0,-3-1-6 0,6 0-5 15,-3 0-7-15,2 1-3 0,3 2-8 0,-2-3-3 0,-1-1-6 16,3 0-4-16,-1-2-9 0,0 2-25 16,4 0-52-16,-4-2-58 0,3-2-38 0,-1 0-169 15,-3 0-347-15,2-4 154 0</inkml:trace>
  <inkml:trace contextRef="#ctx0" brushRef="#br0" timeOffset="-167735.56">27900 7993 72 0,'1'-2'289'15,"-1"2"-22"-15,4-5-18 0,-4 5-29 0,0 0-24 16,0 0-21-16,0 0-17 0,0 0-17 0,0 0-14 15,-16 9-15-15,6-1-9 0,2 1-9 0,-3 1-11 16,-4 3-7-16,-1 1-8 0,-7 4-3 0,1 0-4 16,-1 0-8-16,8-4-4 0,-7 5-5 0,6-5-5 15,-7 7-5-15,0-2 1 0,6-5-14 0,-2 5-13 16,2-5-28-16,2 1-24 0,1 1-45 0,-1-2-49 16,4-1-61-16,2 1-193 0,1-4-424 0,6-1 188 15</inkml:trace>
  <inkml:trace contextRef="#ctx0" brushRef="#br0" timeOffset="-167188.75">27749 8376 135 0,'0'0'178'15,"0"0"-15"-15,0 0-12 0,0 0 8 0,0 0-10 16,-11 8-18-16,8-3-8 0,-1-3-12 0,2 3-10 16,0 0-13-16,-1 0-9 0,-1 1-4 0,0-2-6 15,1 3-11-15,1 0-7 0,0-4 3 0,1 5-12 16,-3-3 1-16,4-1-4 0,-3 1-1 0,3-1 0 15,0 1-4-15,0-5 2 0,3 6-2 0,-3-6-6 16,5 4 6-16,1-1-9 0,-6-3 3 0,9 0-5 0,-2 0-1 16,-7 0-2-16,12-4 0 0,-5 3-5 15,1-1-2-15,0 1-3 0,-2-2 2 0,-1 1 3 16,2 0-6-16,-7 2 4 0,8-1-2 0,-8 1-5 0,7-1 0 16,-3 0-1-16,-4 1 0 0,0 0-1 0,10 5-1 15,-8-1-1-15,1-2 4 0,0 3-4 0,2-1-2 16,-2 0 4-16,1 1 1 0,-3 0-4 0,5 2 1 15,-3-4 1-15,1 2 1 0,0-2-3 0,2 1 5 16,-4-1-3-16,3 0 16 0,-1-1 4 0,2-1 9 16,1-1 4-16,-7 0 7 0,13-1 10 0,-7-2 8 15,-1-1 13-15,2 2-2 0,1-3 6 0,-4-1 4 16,3-1-3-16,0-1-4 0,-2-1-10 0,1-2-3 16,-1 0 4-16,-1 3-6 0,2-3-2 0,-1 3 2 15,-2-1-20-15,-2 0-3 0,2 2-2 0,-2-1-7 16,2 1-27-16,-2 0-36 0,1 3-54 0,-2 1-70 15,0 3-85-15,0 0-300 0,-2-5-587 0,2 5 260 16</inkml:trace>
  <inkml:trace contextRef="#ctx0" brushRef="#br0" timeOffset="-166516.95">27498 9234 8 0,'3'-2'258'0,"1"-2"-1"16,-4 4-16-16,2-6-23 0,0 4-20 0,-2 2-23 0,0 0-13 15,3-6-21-15,-3 4-17 0,0 2-14 0,0 0-12 16,0 0-10-16,0 0-9 0,0 0-6 0,0 0-8 16,0 0-3-16,-9 11-11 0,9-11-4 0,-2 4-4 15,-1-2-5-15,3-2-1 0,-4 5-6 0,0-2-2 16,4-3-3-16,-3 6-4 0,3-6-4 0,-3 2 0 15,3-2-10-15,-2 4 1 0,2-4-7 0,0 0-8 16,0 0-12-16,0 0-17 0,0 0-30 0,0 0-41 16,0 0-25-16,0 0-29 0,0 0-26 0,0 0-153 15,0 0-366-15,0 0 163 0</inkml:trace>
  <inkml:trace contextRef="#ctx0" brushRef="#br0" timeOffset="-166251.35">27342 9225 90 0,'-7'-2'157'0,"2"0"1"0,5 2 1 16,-14-1-3-16,11-1-5 0,-3 0-7 16,6 2-8-16,-7-1-4 0,7 1-3 0,-7-1-1 0,7 1 5 15,0 0-2-15,0 0 6 0,0 0-1 0,0 0 3 16,0 0 10-16,0 0-8 0,0 0-13 0,0 0-11 16,27 0-12-16,-8 0-1 0,-1 1 13 0,7-2-18 15,-2 0-9-15,5 1-3 0,3-1-9 0,-3 2-8 16,-5-1-7-16,6 0-4 0,-8-1-7 0,2 1-4 15,-4 1-6-15,3-2-8 0,-3 2-1 0,-4-1 12 16,1-1-23-16,-5 2 1 0,0-4-6 0,-3 3 1 16,0 0-6-16,-8 0-7 0,12 0-26 0,-7 2-32 15,-5-2-33-15,0 0-37 0,9-2-32 0,-9 2-28 16,0 0-39-16,0 0-36 0,0 0-222 0,-14 8-518 16,9-5 230-16</inkml:trace>
  <inkml:trace contextRef="#ctx0" brushRef="#br0" timeOffset="-166001.38">27305 9233 56 0,'-5'3'176'0,"5"-3"-6"0,-8 7-3 16,6-3-5-16,-2 1-9 0,3 2-4 0,-2 1-8 15,2 0-6-15,1 4-6 0,0-2-8 0,0 2-8 16,0-2-7-16,1 2-10 0,2-1-12 0,1 2-8 16,-1-1-7-16,6 3-8 0,-1-3-4 0,-1-1-4 15,0-1-5-15,5 2-4 0,1-1-20 0,-4-1-29 0,7 1-49 16,-3-6-57-16,0-1-56 0,1-3-176 16,1 1-370-16,-2 1 164 0</inkml:trace>
  <inkml:trace contextRef="#ctx0" brushRef="#br0" timeOffset="-165767.03">27711 9237 144 0,'2'-3'303'0,"-2"3"-29"0,0-5-30 0,0 5-27 16,-2-3-19-16,2 3-24 0,0 0-19 0,0 0-12 15,-15 10-17-15,7-5-13 0,-1 4-8 0,-1 0-8 16,-5 4-10-16,-3 1-4 0,-5 1-12 0,-2 3-8 15,2-1-4-15,-3 2-7 0,-1 1-3 0,-1-4-1 16,-1 2-7-16,4 2-5 0,-3-1-4 0,3-1-6 16,1 2-13-16,1-1-18 0,6-5-26 0,-3-2-36 15,5 2-44-15,4-5-53 0,5 1-59 0,-3-2-169 0,5 0-425 16,4 1 187-16</inkml:trace>
  <inkml:trace contextRef="#ctx0" brushRef="#br0" timeOffset="-165173.34">27430 9672 127 0,'0'0'262'0,"0"0"-18"16,0 0-26-16,0 0-19 0,0 0-25 0,0 0-16 16,0 0-15-16,0 0-17 0,2 10-11 0,-4-7-14 15,2-3-6-15,-4 8-12 0,1-3-9 0,-2 0-8 0,1 1-5 16,1 4-7-16,1-3-1 0,-2 3-7 16,-1-3-6-16,1 2-12 0,-1 0 8 0,2 1-6 15,1 0 0-15,-1-1-2 0,0-1-8 0,3-2 1 16,0-1-1-16,-1 2 4 0,2-2-5 0,-2-1 2 0,2 0 24 15,-1-4 9-15,3 4-3 0,-3-4 0 0,7 1-4 16,-7-1 1-16,12-4-3 0,-8 0 0 16,3 0-2-16,0-1-3 0,3-1 1 0,-4 3 10 0,4-2 5 15,-1-2 9-15,0 1 0 0,-3 2 10 0,2-1-4 16,-4 0 4-16,3 1-2 0,-2 2-2 0,-1 0 1 16,1 0-12-16,-3-2-7 0,-2 4-7 0,7-4-10 15,-7 4-3-15,0 0-3 0,0 0-7 0,0 0-3 16,8 5 0-16,-6 0-3 0,-1-1-3 0,3 3-3 15,-3-1 4-15,2-2-5 0,-1 3 0 0,0-1-1 16,0 0 3-16,0 0-4 0,1-1 1 0,1-2-1 16,-4 0 3-16,4 1-2 0,-4-4 15 0,4 4 25 15,-4-4 7-15,7 1 2 0,-7-1 0 0,8-1 4 16,-8 1 0-16,9-7 1 0,-3 3 4 0,-2 1-6 16,2-5-6-16,-1 1-3 0,-2-1-6 0,2 1-7 15,1-4-8-15,-2 5-5 0,-3-4-12 0,3 2-44 0,0-2-47 16,1 4-59-16,-4-1-41 0,0 2-60 0,1 0-90 15,-1 2-87-15,0 0-218 0,-1 3-684 0,0 0 303 16</inkml:trace>
  <inkml:trace contextRef="#ctx0" brushRef="#br0" timeOffset="-164689.02">26723 11001 61 0,'-12'1'288'0,"9"0"-5"16,3-1-3-16,-8 0-10 0,8 0-3 0,0 0 13 15,0 0 33-15,0 0 13 0,0 0 3 0,0 0-19 16,23 9-31-16,-12-7-31 0,12 4-20 0,6-2-22 16,-1-1-20-16,6 0-21 0,-1 2-30 0,1-4-36 15,1 5-54-15,-1-3-60 0,-5 0-65 0,-5-1-58 16,-5 2-73-16,-2-2-90 0,-5 2-342 0,-3-1-695 15,-2 0 308-15</inkml:trace>
  <inkml:trace contextRef="#ctx0" brushRef="#br0" timeOffset="-164532.79">26661 11255 99 0,'-8'3'303'0,"6"-2"1"0,2-1 5 0,-7 3-1 16,7-3-15-16,0 0-29 0,0 0-24 0,23 3-29 0,-9 0-14 15,9-1-14-15,7 1-28 0,4-1-37 0,4 1-66 16,2 1-73-16,2 2-83 0,0-4-103 0,-3-1-244 16,1 1-488-16,1 1 215 0</inkml:trace>
  <inkml:trace contextRef="#ctx0" brushRef="#br0" timeOffset="-163517.28">28106 10810 9 0,'-6'0'148'0,"6"0"-14"0,-10-4-11 15,7 3-13-15,3 1 0 0,-13 1-10 0,3-1 5 16,10 0-13-16,-12 0-12 0,5 0-6 0,-2 1-4 15,2-1-1-15,-1 1 2 0,2 1 2 0,-2-2 11 16,8 0 12-16,-9 0 17 0,9 0 18 0,-6-2 5 16,2 0-2-16,4 2 9 0,-5-7-9 0,2 2 3 15,0 0-12-15,3 1-8 0,3-5-6 0,0 3-1 0,-2-6-11 16,4 3-4-16,-2 0-12 0,3-1-6 0,2 3-1 16,-3-4-5-16,1 4 0 0,-1-3-12 0,3 3 2 15,-2 0-12-15,0 2-8 0,1-1-10 0,-1 4-3 16,-1-1-6-16,2 2 0 0,0-1-5 0,-7 2-5 15,13 3 1-15,-3 2-7 0,1 3-3 0,-2 3 7 16,0-2-4-16,5 6-1 0,-4 2 0 0,1 7 5 16,2 1-8-16,-3 3 1 0,-2-1 0 0,3 1-5 15,-3 1 4-15,0 4-2 0,-3-3 0 0,0 5 3 16,-1-4 6-16,-3 2-14 0,1-2 5 0,-2 2-4 16,-3 0-4-16,-3-2 10 0,0-1-14 0,-5-2 2 15,4 0 1-15,-8-3 1 0,3 0-2 0,-3-6 2 16,4-5-2-16,-8 1 7 0,5-1 0 0,-5-1 2 0,0-1-3 15,-1-5-3-15,1 1 10 0,1-3 8 16,-1-2 15-16,0 0 25 0,4-4 24 0,-3 0 21 16,-1-2 32-16,8 1 18 0,-3-3 17 0,4-1 6 0,-1 1 4 15,3-2-8-15,1-2-5 0,3 0-6 0,0 0-8 16,4-1-11-16,-1-3-11 0,3 3-7 0,0-2-14 16,3 1-12-16,2 2-12 0,1-3-8 0,4 6-7 15,1-3-10-15,3 2-5 0,-4 3-11 0,7 1-13 16,-4 1-8-16,4 1-12 0,-4 2-13 0,4 2-21 15,0 2-19-15,-1 2-21 0,1-1-40 0,-4 4-32 16,5-2-23-16,-1-1-36 0,-1 5-24 0,0 1-39 16,0-2-64-16,0 1-61 0,1-2-363 0,-1 3-811 0,3-2 359 15</inkml:trace>
  <inkml:trace contextRef="#ctx0" brushRef="#br0" timeOffset="-162986.08">29015 10723 49 0,'0'-7'327'0,"1"1"-16"0,-1 0-26 15,-1 0-30-15,0 1-29 0,-2 0-24 0,0 4-25 16,3 1-16-16,-15 0-17 0,4 5-17 0,-1 1-10 16,-7 5-7-16,0 1 3 0,-1 8-8 0,-1 5-5 15,-3 1-6-15,1 2 5 0,-2 3-9 0,3 0-8 16,1 1-10-16,2 3 10 0,-2 7-5 0,7-6-8 15,1-1-5-15,2 0 18 0,0 1-24 0,5-1 3 16,4 0-8-16,2-2-8 0,2 0 0 0,4-2 1 16,6 1-4-16,-1-5-11 0,4 1-2 0,3-4 3 15,4 1 0-15,2-5-5 0,1 0-14 0,3-4-44 16,-6 2-46-16,5-5-59 0,3-1-73 0,-7-9-69 16,6 5-290-16,-6-6-614 0,0-2 272 0</inkml:trace>
  <inkml:trace contextRef="#ctx0" brushRef="#br0" timeOffset="-161798.71">29271 10852 208 0,'1'-5'326'16,"2"0"-8"-16,-2 2-13 0,0-1-16 0,1 0-27 16,-2 4-25-16,0 0-22 0,3-2-23 0,-3 2-25 15,0 0-19-15,0 0-14 0,0 0-17 0,0 0-15 0,-10 14-5 16,5-5-6-16,-1 3-14 0,1 2-6 0,-5 2-11 15,2 1-4-15,1 2-5 0,0 0 2 16,1 0-23-16,1 1 7 0,-2 0 2 0,2-1-5 0,1-1-4 16,2-1-1-16,0 1-6 0,2-2-1 0,0-3-5 15,4-1-1-15,-1-2-3 0,0-4 5 0,2 5-1 16,5-5-2-16,-5 1-4 0,2-4-1 0,3 2 5 16,2-5-4-16,-3 0-4 0,5-1-1 0,-1-1-6 15,-2-3 9-15,4-2-1 0,0-1 1 0,2-2-3 16,-4 1 2-16,-1-1-4 0,-1 1 8 0,0-3-7 15,1 2 6-15,-3 0 5 0,-1 2 11 0,0 0 10 16,-3 1 3-16,-1 0 1 0,1 1-5 0,-1-1-3 16,-2 4-6-16,1 0-4 0,0 0-7 0,-3 3-13 15,0 0 10-15,0 0-14 0,0 0-4 0,5 8 1 16,-4 3-1-16,-2-1 7 0,1 1-6 0,1 1 3 16,1 6-3-16,-2-2-4 0,4 2 6 0,0-1-2 0,0 1 0 15,3-1 0-15,2-2 1 0,-3-4 0 0,2 3 0 16,2-2-1-16,3 1 3 0,-6-4 0 15,5 0-5-15,-2-4 4 0,1 0-7 0,2-3 11 0,-6 0-3 16,1-4 4-16,7 1-3 0,-7-4 2 0,3-1 1 16,-2-3 0-16,5-4 1 0,-5-1 0 0,0-2 0 15,0-3-2-15,5-4-2 0,-3-2 6 0,-3-2 2 16,-1 0-2-16,-2 6 1 0,0-4-4 0,3 7 1 16,-8 0 2-16,1 0-7 0,-1-1 5 0,1 6-8 15,-2 0-12-15,1 2-3 0,-1 4-40 0,-2 1-28 16,-1-1-31-16,0 4-27 0,-2 1-26 0,6 2-31 15,-12 3-28-15,8-1-44 0,-3 3-231 0,2 2-547 16,3 4 242-16</inkml:trace>
  <inkml:trace contextRef="#ctx0" brushRef="#br0" timeOffset="-161486.25">30220 11026 55 0,'4'-4'339'16,"1"-1"-11"-16,1 1-14 0,-5 0-15 0,4 3-25 16,-3-1-19-16,-2 2-27 0,4-4-20 0,-4 4-26 15,0 0-26-15,0 0-18 0,0 0-11 0,0 0-14 16,0 0-11-16,-15 16-10 0,5-5-9 0,-4 2-12 15,-2 0-6-15,2 4-9 0,-8 2-4 0,2 3-5 16,-3-2 1-16,2 5-9 0,0-4-1 0,-1-2-6 0,5-4-6 16,0 4 3-16,0-4-3 0,4 0-11 15,-1 1-11-15,1-2-19 0,1 0-15 0,3-5-21 16,1 3-18-16,-3-3-26 0,7-1-29 0,1-4-33 16,3 1-43-16,0-1-51 0,0-4-225 0,6 2-513 0,0-1 227 15</inkml:trace>
  <inkml:trace contextRef="#ctx0" brushRef="#br0" timeOffset="-161251.9">30057 10997 151 0,'0'0'209'0,"-3"-1"-20"15,3 1 7-15,0 0-11 0,0 0-3 0,-9 7-13 16,9-2 0-16,0 2-4 0,0 2-12 0,1-1-15 15,0 6-8-15,6 2-11 0,1 0-10 0,-1 0-16 16,-2 0-6-16,6 1-8 0,-1 0-7 0,1-2-7 16,-2 0-8-16,0 2-4 0,-3-3-3 0,4-3-30 15,-2 5-37-15,-1-4-53 0,-2-2-61 0,3-1-58 16,-2 0-217-16,-1-1-440 0,1-2 196 0</inkml:trace>
  <inkml:trace contextRef="#ctx0" brushRef="#br0" timeOffset="-161017.55">30444 11196 64 0,'5'-4'312'0,"-5"4"-25"0,5-5-25 15,-1 2-22-15,4 0-17 0,2 2-15 0,-1 0-19 16,6-3-16-16,0 3-12 0,-1 1-22 0,6 0-13 15,3 0-8-15,-5 1-19 0,5 1-7 0,2 0-11 16,5 0-6-16,-7 2-7 0,-1-3-9 0,1 1-9 16,1 0-8-16,0-2-39 0,-2 1-50 0,1-2-67 15,2-1-69-15,-3 1-83 0,-3 0-145 0,1-3-444 16,-2-4 197-16</inkml:trace>
  <inkml:trace contextRef="#ctx0" brushRef="#br0" timeOffset="-160408.24">31124 10949 13 0,'0'0'273'16,"0"0"-27"-16,-9-4-26 0,9 4-24 0,0 0-21 15,0 0-17-15,-8 4-17 0,8-4-14 0,-4 5-10 16,2 0-14-16,1 2-7 0,-2-2-8 0,2 4-7 16,1-1-8-16,1 1-6 0,2 2-9 0,-2-2-3 15,2 1-8-15,0-2-2 0,2 0-6 0,-2-1-5 16,4-2 0-16,-2 1-2 0,2 0-7 0,0-4 1 16,1 1-2-16,3-1-3 0,-1-2-5 0,-1-2-3 15,5-1 2-15,-1-2-2 0,2-1 1 0,0-2-2 16,3 1-1-16,-2-3 2 0,2-1 1 0,-3 2-3 15,2-2 27-15,1-1 13 0,-1 3 14 0,-3-2 10 16,-4 2 9-16,1 1 10 0,0 0 1 0,-3 2-1 16,1-2 0-16,-3 4-3 0,3 1 1 0,-5-2-4 15,0 2-15-15,1 0-5 0,0 1-17 0,-1 0-8 0,-4 2-1 16,0 0 0-16,7 7-5 0,-3-1-5 16,-3 4-8-16,-1 1 2 0,3 3-7 0,-3 2 1 15,0 5-7-15,-3 9 0 0,1-4 2 0,3 2-3 16,-5 2-7-16,-1-1 3 0,3 3-2 0,0 2 2 0,0-4 2 15,-3 2-3-15,2-1-5 0,-3-1 5 0,6-3 2 16,-4-1-6-16,-2 0-2 0,0-7 5 0,2-1-3 16,-4-1 0-16,4-6-8 0,-2 1 3 0,-2-3 0 15,1 1 3-15,1-3 8 0,-1-2 30 0,-1-1 33 16,0-2 31-16,-2-2 29 0,-2-2 12 0,-1-5 1 16,1 3-7-16,-4-6-8 0,-2-2-12 0,-2-4-10 15,-5-2-12-15,6-3-8 0,2 1 18 0,5 4-10 16,1 0-8-16,0-3-10 0,-1 2-9 0,7-1-34 15,1 0-32-15,0-2-36 0,5-1-58 0,4 1-67 16,4-4-62-16,2 6-65 0,5-5-77 0,10 2-99 16,1 0-288-16,1 2-812 0,0 5 359 0</inkml:trace>
  <inkml:trace contextRef="#ctx0" brushRef="#br0" timeOffset="-160064.53">31745 10713 211 0,'0'0'378'15,"-6"-2"-33"-15,6 2-30 0,0 0-30 0,0 0-27 16,-4-4-23-16,4 4-24 0,0 0-19 15,0 0-15-15,0 13-16 0,4-5-10 0,4 2-5 0,-1 4-4 16,8 10-2-16,-1 2-9 0,-2 0-1 0,4-2-17 16,-2 1-4-16,1 4-14 0,0-3-11 0,-1 4-6 15,-1-2-11-15,-1 3-3 0,-3-2-6 0,0-1-4 16,-5 3-6-16,4-4-17 0,-8 4 4 0,-4-6-5 16,0 4-2-16,-4-4-6 0,-3 1 1 0,-4 1-5 15,-3-3-4-15,-3 0-24 0,-2-1-26 0,-2-2-29 16,1 0-29-16,-4-4-25 0,0 1-37 0,-1 1-43 15,-3-3-62-15,-1-3-67 0,0-2-225 0,3 3-597 16,6-3 265-16</inkml:trace>
  <inkml:trace contextRef="#ctx0" brushRef="#br0" timeOffset="-152632.35">32268 11169 205 0,'0'0'232'0,"0"0"-16"0,5-1-16 0,-5 1-16 15,0 0-13-15,0 0-14 0,0 0-14 0,0 0-17 16,0 0-15-16,0 0-11 0,0 0-8 0,0-4-12 16,0 4-10-16,0 0-12 0,0 0-2 0,0 0-6 15,0 0-4-15,0 0-6 0,0 0-8 0,0 0 1 0,0 0-3 16,0 0-2-16,0 0-5 0,0 0-3 15,0 0-1-15,0 0 1 0,0 0-3 0,-5 11-3 16,5-11 2-16,0 0-4 0,0 7-3 0,0-7 2 16,-4 4-1-16,4-4 0 0,0 0-2 0,0 4-1 0,0-4-3 15,0 0 2-15,0 0 1 0,4 3 0 0,-4-3 0 16,6 2-5-16,-6-2 3 0,7 1 3 16,-7-1-5-16,0 0 2 0,9-3 4 0,-9 3-3 0,7-2 0 15,-7 2-2-15,5-3 2 0,-3 1 1 0,-2 2 9 16,0 0 1-16,4-6 1 0,-4 6 0 0,3-3-3 15,-3 3-4-15,0-5 2 0,0 5-6 0,0 0 1 16,0 0-3-16,0 0-1 0,0 0-1 0,-3-4-3 16,3 4-1-16,0 0-15 0,0 0-26 0,-6-1-26 15,6 1-39-15,0 0-51 0,0 0-57 0,0 0-165 16,-6 8-410-16,6-8 181 0</inkml:trace>
  <inkml:trace contextRef="#ctx0" brushRef="#br0" timeOffset="-151929.3">32787 11015 242 0,'0'0'297'16,"0"0"-14"-16,0 0-21 0,4-2-21 0,-4 2-23 15,0 0-18-15,2-4-20 0,-2 4-28 0,0 0-14 0,0 0-17 16,0 0-10-16,0 0-14 0,0 0-11 0,-14 13 4 16,8-6-18-16,-1-1-8 0,0 2-6 0,-2 0-8 15,1 2-1-15,-2-2-4 0,2 1-5 0,-3 2-3 16,3-3-6-16,-7 4-1 0,3 0 0 0,2-2-5 16,-2 2-2-16,0-5-4 0,2 1 2 0,-2 1-2 15,4-2-4-15,-2 3 0 0,-2-3-1 0,5 0-11 16,-4 0-12-16,4-2-19 0,-3-1-26 0,4 2-25 15,-1-3-22-15,2 2-44 0,0 0-40 0,2-1-52 16,-2-1-187-16,2-1-458 0,3-2 202 0</inkml:trace>
  <inkml:trace contextRef="#ctx0" brushRef="#br0" timeOffset="-151616.84">32596 11009 24 0,'0'0'326'0,"0"-3"-11"0,0 3-16 0,2-5-19 16,-2 5-25-16,2-4-26 0,-2 4-21 0,0 0-23 16,0 0-20-16,0 0-17 0,0 0-17 0,0 0-9 15,0 0-14-15,0 0-12 0,0 0-11 0,4 12-7 16,-2-6-10-16,0 1-3 0,-2 1-4 0,5 0-7 15,-3 2-6-15,-2-2 0 0,4 2-6 0,-1 0-5 0,1 3-6 16,-1-2 0-16,2 2 2 0,1 4-7 16,5-2-2-16,-1 1 2 0,1 0-1 0,2-1-6 15,0-2 8-15,1 4-10 0,-1-3-9 0,4-1-13 16,-2 0-33-16,-2-1-53 0,4 0-67 0,-4-5-86 0,-2 0-291 16,1 1-579-16,-1-2 255 0</inkml:trace>
  <inkml:trace contextRef="#ctx0" brushRef="#br0" timeOffset="-149537.49">22818 10926 178 0,'-8'0'379'0,"8"0"5"16,-6-2 7-16,6 2-9 0,0 0-17 0,0 0-23 15,0 0-19-15,0 0-10 0,0 0-20 0,-9 0-20 16,9 0-15-16,0 0-17 0,0 0-24 0,0 0-17 16,0 0-19-16,37-3-19 0,-7 3-18 0,8 3-16 15,-1-1-11-15,2-1-13 0,5 2-11 0,13 1-9 16,-14-2-13-16,1-1-15 0,12 2-16 0,-16 0-32 0,0-2-45 15,-2 3-42-15,-4-4-41 0,1 0-40 0,-12 1-41 16,-2 0-43-16,1-1-47 0,-8 2-29 16,-3-4-67-16,-2 1-261 0,-5 1-702 0,-3-4 310 0</inkml:trace>
  <inkml:trace contextRef="#ctx0" brushRef="#br0" timeOffset="-149271.89">22912 10944 266 0,'0'0'311'16,"-4"-1"-20"-16,4 1-24 0,0 0-26 0,0 0-23 16,0 0-22-16,0 0-18 0,0 0-16 0,-8 6-15 15,8-6-13-15,1 4-7 0,-1-4-14 0,8 8-2 16,-2-1-18-16,1 0-7 0,3 4-8 0,1 0-9 0,8 1-7 15,-2 3-8-15,7 1-9 0,3 2-10 0,1-3-21 16,0 3-21-16,1-1-38 0,-5 1-44 16,6-5-56-16,-2 1-46 0,-8-3-57 0,8 2-182 0,-10-2-464 15,0-1 206-15</inkml:trace>
  <inkml:trace contextRef="#ctx0" brushRef="#br0" timeOffset="-149006.3">23503 10949 325 0,'2'-4'322'0,"-2"1"-27"16,2-3-28-16,-2 6-29 0,0 0-26 0,0 0-20 15,-9-4-19-15,9 4-18 0,-11 5-17 0,2 3-11 0,-5 2-11 16,1 3-10-16,-4 2-13 0,1-1-6 0,-6 4-9 15,1 5-10-15,-4-3-5 0,2 4-3 0,-2-2-6 16,2 1-8-16,0 0-3 0,2-4-7 0,-1 4-16 16,3-1-10-16,4-5-23 0,0-2-21 0,0-1-31 15,1 0-44-15,3 0-63 0,4-6-63 0,0 1-215 16,5-3-487-16,4 1 216 0</inkml:trace>
  <inkml:trace contextRef="#ctx0" brushRef="#br0" timeOffset="-148412.61">23448 11309 21 0,'0'0'318'0,"0"0"-20"16,0-5-23-16,0 5-23 0,0 0-26 0,0 0-23 16,0 0-25-16,-3-4-18 0,3 4-19 0,0 0-13 15,0 0-14-15,-8 10-10 0,5-5-18 0,-1 3 0 16,0-3-12-16,0 0-7 0,0 6-6 0,0-2-9 16,1 0-1-16,1-1-7 0,-2 3-7 0,-1-3-1 15,5 2-2-15,-2 0-4 0,0 0-4 0,2-2 3 16,-1-2-7-16,1 1-2 0,1-1-1 0,1-1-4 15,0-1 1-15,1 0-3 0,3-2 0 0,-1 1-1 16,4-1-2-16,-2-2-3 0,0 0 0 0,4-3-2 16,-2 0 2-16,0 1 1 0,3-4-4 0,0 1 1 0,-4 1 0 15,3-2 4-15,-3-1 3 0,-1 2 8 16,1-1 16-16,-1 1 8 0,-3 0 1 0,3 2 11 16,-4-2 4-16,2 3-5 0,-1-1-3 0,-4 3-3 0,3-3-14 15,-3 3-1-15,6-4-9 0,-6 4-4 0,0 0-2 16,0 0 1-16,0 0-1 0,7 8-7 0,-4-4 3 15,1 0-2-15,-4 0-4 0,6 1 4 0,-5 0-4 16,6 0 1-16,-1 0-11 0,-1 2 9 0,0-2-6 16,5 0 0-16,-2 1 2 0,4-2-1 0,-5 0 3 15,3 0-1-15,-1-2 1 0,1 0-1 0,-1-2-2 16,-2 1 3-16,2-4 7 0,0 0 2 0,-1 0 17 16,-3-2 13-16,3 1 4 0,-1-2-7 0,0-3 4 15,-1 1-12-15,0-1-6 0,-2-1 7 0,-1 0-4 16,-2-2-7-16,2 1-10 0,-3-1-5 0,0 0-32 15,0 0-41-15,-3-1-31 0,2 1-33 0,-5 2-38 16,1 0-58-16,3 0-76 0,-3 3-280 0,1-2-628 0,0 3 278 16</inkml:trace>
  <inkml:trace contextRef="#ctx0" brushRef="#br0" timeOffset="-147402.26">24150 10748 59 0,'1'-5'343'0,"1"1"-21"0,-2 0-32 0,0 4-27 16,1-5-29-16,2 3-25 0,-3 2-27 0,0 0-17 15,0 0-14-15,0 0-16 0,0 16-12 0,-3-4-14 16,3 2-8-16,0-3-11 0,-1 13-7 0,-2-5-9 15,6 6-6-15,-3-5-5 0,-2 0-8 0,5 0-6 16,-3 2-5-16,0-4-2 0,3 3-6 0,-2-3-4 0,4 0-7 16,-5-2 2-16,2-3 0 0,-1-2-6 0,2-1 3 15,-2 2-2-15,1-3-5 0,-1-1 0 0,0-3 1 16,-1 0 3-16,2 0 1 16,-2-1 1-16,0 1 6 0,2-2 4 0,1-1 4 15,-3-2-1-15,0 6-1 0,0-6 8 0,0 3 6 16,0-3-4-16,6 5 5 0,-1-3 15 0,0 0-22 0,1 1-6 15,2-2-2-15,2 2-4 0,3-2-6 0,-2 3 2 16,5-3-13-16,2 2 7 0,-3-2-2 0,4 0-3 16,0-1-10-16,3-1-14 0,-6 0-29 0,7-2-25 15,-4-2-33-15,-2 0-29 0,2 1-31 0,-1-1-24 16,-4-1-15-16,0-1-8 0,-2 1 3 0,-1 1 15 16,0-3 3-16,-2 1 16 0,-3 1 12 0,-2 2 22 15,0-1 12-15,-2 0 1 0,3 0 22 0,-4 1 14 16,3 0 26-16,-4 0 24 0,0 4 17 0,-1-5 10 15,1 5 12-15,0-3 3 0,0 3-3 0,0 0 5 16,0 0 14-16,-4-5 5 0,4 5 4 0,0 0-1 16,0 0 1-16,0 0 6 0,-7 11 18 0,7-11-9 15,-3 5-4-15,1 0-2 0,2 0-3 0,-2 1-7 0,1-1 0 16,1 2-4-16,0-2-2 0,0 3-2 0,0-3-7 16,1 0 2-16,1 1 0 0,-1 1-3 0,0-1-2 15,-1 1 1-15,3-4 0 0,-1 3-4 0,2 0 1 16,1-1 1-16,-1-4-4 0,0 3-2 0,0 0 3 15,0-2 1-15,2 0-6 0,-6-2 1 0,11 1 1 16,-11-1 0-16,6-2 1 0,1 1-6 0,-3-5 6 16,-1 2-2-16,3 1 1 0,-1-2 2 0,-1-3 7 15,-1 3 1-15,-2-2 12 0,3-1 15 0,-4 0 10 16,0 0-4-16,2-2 7 0,-2 2 3 0,0-1 3 16,0 1 5-16,-2 0-2 0,2 1-2 0,0-4 4 15,-3 4-11-15,3 0 0 0,0 0 0 0,0 2-5 16,-1 0-6-16,0 0-4 0,2 0-6 0,-1 1-5 0,0 4 10 15,0-4-22-15,0 4-2 0,1-5-7 16,-1 5 2-16,3-3-2 0,-3 3-1 0,0 0-5 16,11 2-2-16,-11-2-10 0,9 3 1 0,-4 1-7 0,-1 0-3 15,1 3-1-15,1-1-9 0,2 0-6 0,-3 3-1 16,1 0-4-16,-1-2-8 0,-1 4-1 0,0 0-2 16,2-3-7-16,-4 2-3 0,2-1-3 0,-1 1 4 15,-1 0 6-15,0-3 2 0,-2 0 5 0,0 0 5 16,0-3-1-16,2 1 1 0,0 1 10 0,-2-3 4 15,0-3 6-15,0 4 3 0,0-4 5 0,0 0 8 16,0 0 6-16,0 0 7 0,0 0 10 0,7-14 4 16,-3 10 6-16,2-2 17 0,0-3-5 0,1 1 7 15,0 1 1-15,1-4 5 0,0 2 0 0,-1 0 8 16,4 0-1-16,-3 0-3 0,3 2-1 0,-4-1 8 16,4 1-5-16,-6 3-7 0,3-1 3 0,-5-1-12 15,3 3-8-15,-1 1-1 0,0-2-10 0,-1 3-1 0,-4 1-8 16,9 0 1-16,-9 0-8 0,7 5-2 0,-5 0 1 15,1 1-6-15,2 0 10 0,-3 1-33 16,0 4-4-16,0-1-18 0,-1 1-3 0,2 0-14 0,-2 0-21 16,3 2-26-16,-1 1-28 0,-1-1-43 0,0 0-39 15,5-4-41-15,-2 2-235 0,-1-3-529 0,-1 4 234 16</inkml:trace>
  <inkml:trace contextRef="#ctx0" brushRef="#br0" timeOffset="-147136.67">25201 10859 152 0,'0'-7'368'0,"0"2"-16"0,0 0-26 16,-1 0-30-16,1-1-40 0,0 6-31 0,-3-2-19 15,3 2-18-15,0 0-20 0,-7 10-17 0,3-3-18 0,0 4-11 16,0 2-15-16,-3 2-7 0,3 4-12 0,0-1-3 15,-1 2-10-15,-1 3-1 0,3-3-14 16,-2-1-7-16,3 2-2 0,0-1-5 0,4 1-11 0,-1-2-14 16,0-1-2-16,4 0-4 0,-2-6-28 0,3 3-18 15,-1-4-28-15,3-1-40 0,2 1-51 0,-1-4-50 16,2-2-56-16,4-1-238 0,-1 0-536 0,-1-2 238 16</inkml:trace>
  <inkml:trace contextRef="#ctx0" brushRef="#br0" timeOffset="-146917.94">25573 10991 271 0,'0'-3'279'0,"0"-2"-9"0,2-2-11 15,-2 2-21-15,0 5-24 0,-5-4-24 16,2 2-11-16,3 2-26 0,0 0-13 0,-15 3-12 16,7-1-12-16,0 0-14 0,-2 3-8 0,1 4-10 0,-5-1-8 15,5 2-9-15,-6 1-8 0,0 3-4 0,1-1-9 16,-1-2 1-16,2 3-4 0,2-1-8 0,-2-1-10 15,1-2-15-15,0 3-17 0,2 2-27 0,0-6-28 16,1 2-41-16,1-2-42 0,4-2-41 0,0-4-51 16,-1 2-164-16,3 0-435 0,1 0 192 0</inkml:trace>
  <inkml:trace contextRef="#ctx0" brushRef="#br0" timeOffset="-146730.47">25386 11043 177 0,'2'-6'302'15,"-2"1"0"-15,0 0 1 0,1 2-7 0,-1 3-15 16,1-7-25-16,-1 7-21 0,4-4-21 0,-4 4-29 16,0-4-18-16,0 4-13 0,0 0-20 0,0 0-12 0,6 11-12 15,-3-5-15-15,-1 0 4 0,5 5-25 16,-3-3-14-16,2 4-12 0,0-1-44 0,4 5-32 16,2-3-45-16,-1 1-56 0,1 1-61 0,3-2-74 0,0-4-225 15,4 4-530-15,-4-3 234 0</inkml:trace>
  <inkml:trace contextRef="#ctx0" brushRef="#br0" timeOffset="-146558.61">25665 11231 156 0,'0'0'242'0,"0"0"-6"15,0 0-12-15,0 0-18 0,0 0-15 0,0 0-8 16,0 0-6-16,0 0-13 0,0 0-15 0,0 0-15 16,-18 8-12-16,14-5-11 0,-4 1-10 0,1 1-8 15,2 2-9-15,-5-1-9 0,0 2-9 0,-1 0 0 16,1 2-8-16,-1-2-22 0,3 2-13 0,-2-3-33 15,0 2-41-15,3-4-37 0,1 2-54 0,2-3-68 16,0 1-190-16,1-3-432 0,2 1 191 0</inkml:trace>
  <inkml:trace contextRef="#ctx0" brushRef="#br0" timeOffset="-146183.65">25832 11008 119 0,'0'0'245'16,"-1"-4"-24"-16,1 4-22 0,0 0-17 0,0 0-12 15,0 0-12-15,0 0-20 0,-3 17-5 0,5-11-12 16,-1 0-15-16,2 4-8 0,-1-3-9 0,3 4-10 16,-1-3-6-16,0 1-3 0,2 0-10 0,-3-2-5 15,0-1-7-15,5 1-9 0,-4-2-10 0,0-2-12 16,3 2-8-16,1-4-9 0,-1 0-4 0,1-1-1 15,-2 0-2-15,3-2 5 0,-5-1 0 0,4-1-1 16,-1-1 2-16,1 0 4 0,-2-1 4 0,-1 0 17 16,-1-3 15-16,2 4 27 0,-2-1 13 0,2-1 8 0,-3 3 5 15,1-1 14-15,-2 1-4 0,0 2-2 16,-2 2-13-16,6-5-6 0,-6 3-18 0,0 2-7 16,0 0-9-16,0 0-6 0,0 0 1 0,0 0-6 0,-3 12-10 15,2-5 13-15,-5 1-16 0,2 3-1 0,-1-1-3 16,-2 3-16-16,0 2-5 0,0 0-15 0,2-2-20 15,-3 3-22-15,0-1-35 0,0 0-26 0,3-3-37 16,-1-1-49-16,0 0-44 0,2-1-214 0,3-2-503 16,-2 2 223-16</inkml:trace>
  <inkml:trace contextRef="#ctx0" brushRef="#br0" timeOffset="-145885.3">26156 10797 56 0,'-3'-8'456'0,"3"2"-2"0,-1-1-22 0,0 3-36 16,-1 2-36-16,2 2-37 0,0-6-30 0,0 6-34 16,0 0-30-16,0 0-17 0,7 10-20 0,2 1-17 0,-2 2-17 15,2 7-15-15,-1-1-13 0,4 6-14 0,-2 1-14 16,-1 2-9-16,2 0-10 0,-4 0-6 0,-2 3-15 15,-5-1 2-15,4 3-10 0,-4-2-7 0,-4 2-1 16,-3 1-23-16,-4 0-23 0,-1-1-39 0,-4-1-51 16,-5 0-47-16,1 1-39 0,-10 5-47 0,3-10-65 15,2-2-64-15,-6-4-270 0,1 4-673 0,3-5 297 16</inkml:trace>
  <inkml:trace contextRef="#ctx0" brushRef="#br0" timeOffset="-141280.67">22681 10389 40 0,'0'0'189'0,"0"0"1"0,0 0-7 15,-4-4 0-15,4 4-6 0,0 0-8 0,0 0-8 0,0 0-11 16,0 0-8-16,0 0-13 0,0 0-12 0,-7-1-12 16,7 1-8-16,0 0-7 0,0 0-11 0,0 0-14 15,0 0 0-15,18-2-9 0,-18 2-5 0,9 2-6 16,-9-2-3-16,15 0-4 0,-4 0-5 0,3 1-1 16,1 3-5-16,-2-2-3 0,8 2-2 0,-1-1-3 15,1 0-3-15,-1-1-1 0,-1 2-1 0,4-1 0 16,-3-2-1-16,1 1-2 0,1 0-1 0,-2 1 2 15,0-1-5-15,-2-1 4 0,2 1-2 0,-7-1-3 16,3-1-2-16,-2 0 0 0,2-1 1 0,-2-1 0 16,0 1 0-16,0 0-3 0,8 0 1 0,-10-1 5 15,4 0-1-15,-2-1-1 0,5 2-2 0,-1-2 2 16,4-2-1-16,-2 3-2 0,1-1-1 0,0 2 0 0,-1-2 3 16,0 2-3-16,3-1-1 0,-4 1 1 0,0-4 3 15,1 5-4-15,-4-1 2 0,1 0-1 16,-2-1-1-16,0 2 2 0,0-1-1 0,-2 1 0 0,1-1-1 15,-2 0-1-15,0-1 2 0,3 2-1 0,-4-1-3 16,4 0 5-16,-5 0-1 0,3 1 0 0,2-1 4 16,-2-1-4-16,1 1 1 0,0-2 1 0,6 0 1 15,-2 2-2-15,1 0 0 0,3-1 0 0,-3 2 2 16,1-3 3-16,2 1-2 0,-3 2-3 0,7-2-1 16,-4 1 1-16,-2 1 1 0,6-1 3 0,-3 0-6 15,0-3 0-15,10 4 4 0,-13-1-4 0,13 2 3 16,-14-2 0-16,12 0-2 0,-1-1 1 0,0 2-3 15,-8-2-1-15,6 0 4 0,-5 2 0 0,1-1-3 0,-4 1 0 16,5 0-1-16,-1 1 1 0,-2-1 2 16,2 1-2-16,-2-1 1 0,-1 0-5 0,0 0 6 15,2 0-3-15,-5 1 2 0,4-1 1 0,1 2-4 0,-4-2 2 16,0 0 0-16,1 0-3 0,3 0 1 0,-3 0 2 16,1 1 0-16,2 0 2 0,-3 0-2 0,1 0 0 15,4 1-1-15,-2-2 3 0,-3 2-2 0,5-2 0 16,-4 1-1-16,1-1-1 0,1 2 3 0,10-2 0 15,-4 2-1-15,-1-1 0 0,-5 0 2 0,0 2-1 16,1-3-1-16,4 0 1 0,-3 1-2 0,-2-1 1 16,-3 0-2-16,3 0 1 0,-2 0 1 0,0 2 1 15,-1-2 2-15,-2 1-5 0,0 1 2 0,1-2 2 16,-5 0 0-16,5 3 1 0,1-2-5 0,-6-1-2 16,3 1 2-16,-3-1 3 0,4 0 0 0,-4 0-1 15,3 2 0-15,-2-1-2 0,5-2 3 0,-6 3-2 16,1-2-2-16,-3 1 5 0,3 0-2 0,0-1 0 0,1 2-1 15,0 0 0-15,-2-1 1 0,6-1 0 0,-6 2 2 16,2 0-4-16,2-1 3 0,-2 3-1 16,5-3-1-16,-3 4 0 0,0-3 1 0,2 1-1 0,0 0 1 15,-2 1 1-15,4-1-3 0,-1 1 2 0,-1 1 4 16,1-1-7-16,2 0 0 0,7 0 0 0,-12-1 3 16,5 1 2-16,2 0 1 0,-3 1-5 0,6-1 4 15,2 1-4-15,-8 0-1 0,1-2 2 0,9 2 5 16,-9-2-3-16,7 3 0 0,0-1-3 0,-8-2 4 15,8-3-2-15,0 2 0 0,-7 0 2 0,8 3-1 16,-1-3 3-16,0-1-4 0,0 3-3 0,0-1 4 16,1-2 0-16,-1 3-3 0,3-4 1 0,-5 1 1 15,2 2-3-15,3-3 5 0,-3 2-3 0,1 0 2 16,3 0-5-16,-4 0 5 0,0 0 0 0,1 0-1 16,-1-1 3-16,3 1-8 0,-2 1 5 0,-1-1-1 15,1 1 2-15,-1 0-1 0,2 0 1 0,-11-1-1 0,11-4 1 16,-2 5-3-16,-8 0 1 0,3-2 1 0,4 1 0 15,-5 1-3-15,5 0 3 0,-5-1 2 0,5-1 0 16,-7 0-4-16,8 2 3 0,-7-1-2 0,1 0 2 16,7-2 0-16,-1 0 1 0,-8 1-2 0,7-1 4 15,-6 1-5-15,-1 2 0 0,6-2-1 0,2-2 3 16,-8 2 0-16,8-2 0 0,1 2-4 0,-1-1 0 16,-7 0 6-16,8 0-2 0,1-1-2 0,-1 1 1 15,0-3 2-15,-1 2-4 0,3 0 2 0,-3-1 0 16,-7 2-5-16,7-4 4 0,-7 2 2 0,8 1 0 15,-9-1 0-15,8 0-2 0,-6 1 2 0,6-3-1 16,-7 4 0-16,7-2 0 0,-8-2 2 0,8-1-1 16,-9 2 1-16,2 3-4 0,1-3 3 0,-3 1 0 0,3 1 0 15,-2-3-1-15,6-1-2 0,-5 4 2 16,7-1-2-16,-8 3 2 0,12-3 1 0,-7 0-1 16,3 0 0-16,0 2 0 0,0 2-2 0,1 0 1 0,-6-4-1 15,6 2 2-15,0 0-3 0,1 0 3 0,0 2 0 16,-2-1-1-16,0-1 0 0,1 2 0 0,1-2 3 15,-4 1-2-15,2-1 3 0,1 4-4 0,-3-2 1 16,2-1-4-16,2 2 6 0,-7-1-2 0,3-1 2 16,5 3-1-16,-3-1-2 0,0 1-3 0,1-1 4 15,-3 0-3-15,4 1 7 0,-10-3-3 0,10 3 0 16,0 0-1-16,0 0-1 0,2 0 0 0,-6-2 1 16,2 2 2-16,2-2-3 0,2 3 2 0,-4-3-4 15,2 1 5-15,-2-1-2 0,0 1 0 0,-1-1-1 16,6 1 4-16,-4-1-3 0,2 0 0 0,1 0-2 15,0 1 2-15,2-3 1 0,0 1-1 0,4 2-4 16,-2-1 2-16,-1 1 5 0,-2-1-1 0,3 2-4 16,1-1-1-16,-2-2 1 0,3-1 2 0,-6 0-1 0,4 1 2 15,4 1 0-15,-7-2 0 0,3 1-1 16,-1 0-3-16,2-2 3 0,-2 3 0 0,0-3-2 16,1 2 3-16,-1 1-3 0,2-2 2 0,-5 3-3 0,4-3 3 15,1 2-4-15,-2-1 1 0,3 1 2 0,-1 0 1 16,-2 1 0-16,4-3 0 0,0 1 0 0,-2-1 0 15,-1 2-1-15,0 2 1 0,5-1-5 0,-7-2 5 16,6 2 1-16,-8-1-3 0,4-2-2 0,-2 2 4 16,-2-2 1-16,0 0 0 0,-1 1-1 0,-1-1 0 15,1 1-5-15,-1-3 7 0,0 3-3 0,-1-1 1 16,0 1 6-16,2-1-2 0,-1 0 0 0,-2 3 0 16,2-2 2-16,0-1 2 0,-2 1-7 0,2-1 1 15,-4 0 0-15,3 1 5 0,-5-2-8 0,-4 1 5 16,9 0-4-16,-8 0 2 0,2 1-2 0,3-1 0 15,2 2 2-15,-10-1 1 0,3-1-2 0,0 0-4 16,7 0 5-16,-7 0 1 0,-3 1-3 0,3 0 1 16,2-2-2-16,-5 2 1 0,1 1-4 0,0-2 3 0,-1 0 4 15,-2-2-3-15,1 2 0 0,-5 0-3 16,1-1 3-16,-1 2-2 0,-5-1 4 0,6 0-1 16,-3 0-2-16,2 0 1 0,-2 0 0 0,3-1 0 0,-3 2-1 0,-1-2-1 0,6 0 2 0,-6 0 1 15,2 3 0-15,1-2-2 0,5-1 4 0,-2 0-4 16,5 1-1-16,-3 1-2 0,-1 0 4 15,1-1-1-15,-1 1 0 0,-4-1 0 0,2-1-3 0,-4 1 3 16,0 1-1-16,0 1 0 0,-2-1-11 0,-1-1 1 16,0 0 2-16,-2-1 4 0,-7 1-6 0,14 0 7 15,-6-2-3-15,0 2 2 0,-1-2-1 0,0 2 2 16,-7 0 0-16,14-1 2 0,-9 1-2 0,2-2 1 16,-7 2 0-16,12 2 2 0,-5-4-3 0,-2 1 4 15,4 2-1-15,-9-1-1 0,9 0 1 0,-1 0-1 16,-1 0 1-16,-1 2-2 0,0-1 1 0,-6-1 2 15,11 1 0-15,-5 2-5 0,-2 0 6 0,1-2-3 16,1 3 1-16,-4-1-3 0,4 2 1 0,0 1 3 16,-3 0-3-16,1-1 2 0,2 4 0 0,-3 2 0 15,1 1 2-15,2 1-5 0,-2 5 7 0,0-2-4 16,-4 5 1-16,3 7-1 0,-3-2 1 0,0 0-4 16,-3 3 4-16,-1 1-3 0,0 3 4 0,0-1-1 0,0 2 2 15,-1 1-2-15,1-2-1 0,-2 6-2 0,1-7 4 16,0 4 1-16,0 0-4 0,1-1 0 15,-3-2 2-15,3 0-1 0,2-2 2 0,-8 0-1 0,6-4 0 16,-3 0-3-16,3-7 2 0,0 0 0 0,-3 0-1 16,-1-1 4-16,4 0 0 0,0-3 0 0,-2 0 0 15,2-3-4-15,-1-1 2 0,-2 0 0 0,3 1-1 16,3-2 7-16,-3 0-7 0,1-5 4 0,-1 2-5 16,2-2 6-16,2-1 0 0,-1 0 2 0,1 0 1 15,-3-2 3-15,3 0 1 0,0-3 2 0,-1 5-3 16,1-5 1-16,1 7-6 0,-1-4 2 0,0-3-2 15,0 0 1-15,0 0 0 0,0 7 1 0,0-7-3 16,0 6 2-16,4-3 1 0,-4-3-4 0,0 6 3 0,0-2-4 16,0 0-1-16,0-4-1 0,0 6-1 15,0-2 2-15,0 0 3 0,0 2-6 0,0 1 6 16,0-1-2-16,0-1 0 0,0-1-3 0,0 3 2 16,-1-1-1-16,-2-1 0 0,3 0 0 0,-2 2 3 0,-2-3-1 15,0 1 1-15,0 0-3 0,2 0 0 0,-5 0 1 16,5-2 0-16,-5 3 1 0,1-2 1 15,0-2-2-15,-3 2-1 0,2-2 1 0,-2 1 3 0,-5 0 0 16,3-1-1-16,-1 1-1 0,1-2 1 0,-5 0-2 16,2 1 9-16,-6-2-8 0,2 1-1 0,-1-1 1 15,-2 1 1-15,1-2 0 0,0 0-2 0,-3-1 0 16,0 4-1-16,1-1 4 0,-9-2-5 0,1 1 2 16,8-2 4-16,-4 5-3 0,-3-3 2 0,-5 1-3 15,1-1-4-15,-3 0 5 0,4 0 2 0,-2 0-2 16,0 4-2-16,-3-3 5 0,-1-1-5 0,3 4-2 15,-1-2 6-15,1-2-1 0,-5 2-3 0,3 1 4 16,2-1 7-16,-1-1-8 0,0-1 0 0,-1 3-1 16,-2-1 0-16,5 3 1 0,0-5-4 0,0 3 3 15,1-1-1-15,2 1 0 0,1-3-3 0,7 4 1 16,-8-1-1-16,2 1 4 0,6-2-1 0,-5 1 0 16,-5 1-3-16,3-2 6 0,-1 3-3 0,-1-3-3 15,2 2 9-15,3-1-6 0,-3 1 3 0,7 0-2 0,-7 0 1 16,7-1 0-16,-5-1-6 0,-2 2 6 15,-1 2 1-15,-1 0-1 0,2-5-1 0,1 3-3 16,-3-1 0-16,2 1 5 0,-4-2-4 0,3 1 0 16,1 0 3-16,-3 1 0 0,2-3 2 0,-2 1-5 0,1 1 1 15,-2-2 4-15,1 0-4 0,2 3 2 0,-5-1-2 16,1-2 0-16,-3 3 0 0,3-1 0 0,-2-2 3 16,0 0-2-16,0 2 2 0,-2-3-4 15,2 2 5-15,-1-1-4 0,1 2 1 0,2 0 0 0,-3-2 1 16,3 0-4-16,-3 1 5 0,2-1-2 0,2 0 0 15,-1 2 1-15,2-3-4 0,-2 1 2 0,2 0-2 16,-1 0 3-16,0 1 2 0,2-2-2 0,-2 1-1 16,2 3 2-16,0-4 0 0,-4 1 0 0,2-1-3 15,2 3 0-15,2-2 1 0,-10 0 2 0,6-1-2 16,-1 3 2-16,-2-1 0 0,0-2-3 0,-2 0 3 16,0 2-2-16,0-2 2 0,-3 2-3 0,-3-2 0 15,5 1 4-15,-4 2-4 0,-9-3 0 0,10 2 2 16,3-1-3-16,-1-1 1 0,-1-1 0 0,-15 2 1 15,5-2-1-15,13 1 2 0,-3 2 1 0,1-2-2 16,-1-1 0-16,0 1 1 0,-13-1-4 0,18 2 3 16,-3-2-2-16,-15 1 3 0,16-2-1 0,-2 2-1 15,0-1 1-15,2-2 0 0,-1 4 0 0,0 1-3 16,1-2 3-16,1 1 2 0,-2-1 0 0,2 0-4 16,-5 0 3-16,8-3-2 0,-4 5-1 0,-2-2 3 15,1-2 0-15,-2 4 0 0,4-2-2 0,0-2 4 16,-2 1-2-16,1 1-2 0,0-1 3 0,-2 1-1 15,1-3 2-15,2 5 1 0,-4-4-5 0,2 2 3 16,-1-1-3-16,4 1 0 0,-1-2-3 0,-2 2 4 16,1-2 0-16,3 2 0 0,-2-1 0 0,-1 0-1 15,2-2 2-15,-2 2-2 0,1 0 3 0,-1-2 3 16,0 2-5-16,-2 1 0 0,3-4-1 0,-1 4 2 16,-2-4 2-16,-1 3-3 0,1 0 1 0,-1-2-2 0,1 3 3 15,-12-2-3-15,13 0 0 0,-3-2 1 0,4 3 0 16,-1-2 2-16,-2 2-4 0,1 0 2 15,2-2 1-15,-5 1-2 0,3-1 3 0,-14 2-4 16,12-2 3-16,-11 1 3 0,13-1-7 0,-2 2 4 0,-12 1-1 16,-2-4 0-16,15 2-1 0,-10-2-1 0,9 4 2 15,2 0-3-15,-16-4 5 0,15 1-1 0,-13 2 1 16,13-2-2-16,0 2-4 0,-2 0 3 16,1-1 0-16,4-1 1 0,-16 3 1 0,14-1-3 0,0 1 3 15,-1-3 2-15,2 1-4 0,-1 0 4 0,-1-1-2 16,-1 0-1-16,2 2 0 0,0-2 0 0,0-1 2 15,0 3-3-15,-3-1 1 0,3 0 0 0,1-2-3 16,0 3 5-16,-1-2 1 0,2-2-5 0,1 3 0 16,0 0 0-16,1-2 0 0,2 1 4 0,-1-1 1 15,1 0-2-15,1 2-1 0,2-1 2 0,-3-1-4 16,4 0 4-16,-1 0-3 0,2 1 10 0,5 1-11 16,-5-3-1-16,8 2 6 0,-2 1-3 0,-1-2-2 15,2 2 1-15,0-2 12 0,1 1-12 0,-2 0-1 16,-5-2 0-16,0 2-1 0,4 0 3 0,3-1-2 15,0 0 1-15,-1 2 1 0,-8 0-3 0,10 0 3 16,-6-2 3-16,3 3-5 0,2-1 2 0,-1-2-4 16,1 2 4-16,2 1 1 0,-3-1-1 0,2 0 2 15,-2-1-1-15,2 1-5 0,0 2 10 0,-1-2-6 16,1-1 0-16,-1 3 0 0,3-1 3 0,0-1-5 16,0-1 1-16,-3 1-2 0,7 1 3 0,1 1 1 15,3-1-2-15,-5-1 0 0,5-1 0 0,-1 3 0 16,1-2 0-16,0 1 1 0,11 1 1 0,-16-1 2 15,9 0-5-15,-4-1 2 0,2 2 1 0,9 0-3 0,-15-2 3 16,4 1 0-16,11 1-1 0,-18 0-1 16,6-2-1-16,2-3 1 0,1 5 1 0,-5-1 0 15,5-1-1-15,-4 1 3 0,1 1-2 0,4-1 7 16,-3 0-9-16,-2-1 3 0,3 2-3 0,-3-3 4 0,3 3-2 16,3 0 1-16,-4 0-4 0,-1 0 1 0,5 0 4 15,-1 0-2-15,0-1 2 0,0 1-4 16,0 0-1-16,8 0 4 0,-15-1 3 0,8 0-3 15,0 1-3-15,0-3 2 0,-1 2-1 0,8 1 2 0,-9-3 0 16,2 3-1-16,1-1 2 0,6 1-2 0,-8-1-1 16,2 0 1-16,6 1 2 0,-7-2-4 0,7 2 1 15,-13-1 1-15,8 0-1 0,5 1 0 0,-14-2 1 16,9 2 3-16,5 0 0 0,-14-2-6 0,9 0 3 16,5 2-1-16,-10-1 1 0,5 0 0 0,-1 0-4 15,1-2 4-15,5 3 0 0,-8 0 0 0,8 0 0 16,0 0 2-16,-6-2-1 0,6 2 7 0,-8-3 9 15,8 3 0-15,0 0 3 0,0 0 5 0,0 0 0 16,0 0 17-16,-11-2-11 0,11 2 5 0,0 0 7 16,0 0-6-16,0 0 8 0,-5-5 2 0,5 5 6 15,0 0 3-15,-1-5 11 0,1 5 23 0,-3-6-13 16,3 6 2-16,-4-9 12 0,2 4-9 0,1-1 3 16,0-1 4-16,1-3-2 0,-2-1 8 0,-2-5-2 15,4 5-10-15,-1-6 5 0,-2-1-5 0,1-1-6 16,-3-8-7-16,1 5-1 0,3-8-6 0,-2 1-5 15,3-2-3-15,-1-2-1 0,-1-1-5 0,2-4-3 16,2 0-7-16,-2 0-7 0,1-15 1 0,2 3 2 16,-2 13-6-16,-1-17-1 0,-1 17-4 0,2-2 1 15,-2 2 1-15,5-14 2 0,-3 17 3 0,2 2-1 0,-3-1 3 16,2 0 2-16,-2 3-3 0,1 1 2 16,0 10-1-16,2-1 1 0,-2 0 2 0,2 1 0 15,-2 3-3-15,1 2-3 0,-1-4 5 0,3 6 3 16,-3 1-10-16,-1 0-5 0,2 1 0 0,-1 0-1 0,1 2-3 15,-2 0-4-15,1 2-1 0,-1 1 4 0,0 2-8 16,1-3-4-16,-1 6 5 0,2-6-6 16,-2 6 0-16,-2-4-2 0,2 4-2 0,0 0 0 0,0-6-2 15,0 6 1-15,0 0 0 0,0 0 0 0,0-5-2 16,0 5 0-16,0 0-3 0,0 0-7 0,0 0-1 16,0 0-3-16,0 0-2 0,0 0-1 0,0-4-1 15,0 4-3-15,0 0-4 0,0 0-3 0,0 0-2 16,0 0-1-16,0 0-3 0,0 0-12 0,0 0-2 15,0 0-21-15,0 0-37 0,0 0-28 0,4-4-42 16,-4 4-31-16,5-5-37 0,-3 2-60 0,2-1-76 16,0 2-328-16,-4 2-769 0,9-4 341 0</inkml:trace>
  <inkml:trace contextRef="#ctx0" brushRef="#br0" timeOffset="-137577.95">22050 11484 104 0,'-37'-7'150'0,"-5"0"-7"0,-10 3-4 0,-1-6-7 16,-4 6-7-16,3-2-4 0,-2 0 2 0,-1 0-11 15,-9 2-3-15,-3 2-13 0,5-1-10 0,-5 0-3 16,-1 3-13-16,-1-2-5 0,-27 4-6 0,28 1-5 16,-31 1-6-16,-2 1-3 0,0 1-5 0,-13 1-3 15,-1-1 23-15,1 4 6 0,-3-2-3 0,-2 5-8 16,5-4-1-16,-2 4-5 0,2 1-6 0,-9 1-3 15,0-2-3-15,-3 1-6 0,-4 4-1 0,3 4-3 0,-4-1-3 16,-1-5-2-16,0 6 1 0,1-3-4 0,-4 0 0 16,1 3-4-16,-1 0-1 0,6-3-2 0,-1-1-2 15,-1 3 5-15,1-2-2 0,0 0-4 0,2 0 0 16,2 0-3-16,7 2 2 0,0-2-2 0,-3-2 2 16,2 2-1-16,3-1-3 0,1 1 2 0,-2-3-2 15,2 0-1-15,9 2 0 0,-5-5-1 0,1-1-3 16,8 5 4-16,-2-3 1 0,-1-1 0 0,1 1-1 15,6-2 3-15,1 2-7 0,4-3 2 0,27-1 1 16,-33 2 1-16,34-4 0 0,-3 4-2 0,-28 0-2 16,31-2 2-16,-28 4 1 0,30-4-2 0,-2 2 0 15,-1-1 2-15,2-1-1 0,-5 0 1 0,5 0-3 0,-26 7-1 16,29-3 3-16,-3 3-1 0,3-5 0 0,-2 5 0 16,-1-2 3-16,0 3-2 0,3-1-1 15,-4 1 0-15,0 3 2 0,4 3-2 0,2-3-1 0,-2 1 0 16,1-4-1-16,-2 4-3 0,5 1 7 0,-1 0 0 15,1-1-1-15,0 5 0 0,2-4-1 0,3 1 0 16,-2 2-3-16,1-1 1 0,2 0 1 0,1 1-2 16,4 0 0-16,-4 1 3 0,4-3-2 0,1 1-1 15,1 0 2-15,10-4 4 0,-9 3-2 0,10-4-6 16,0 1 7-16,3 1-3 0,1-1-1 0,0 0 2 16,1-2-1-16,0 1-1 0,1-2-3 0,1 3 2 15,6-1 0-15,-3 3 3 0,3-3-3 0,3 1 0 16,-1 3 1-16,5-9-1 0,-3 8 2 0,7-6-1 0,-1 0 0 15,1 1-2-15,3 2 3 0,-1-1-1 16,2 0 0-16,-2 0-1 0,4 2-1 0,-1 0 1 16,-4 3 1-16,6-4 2 0,-5 6 2 0,0 1-4 0,2-3 0 15,3-3 3-15,-2-1-1 0,-1 1-1 0,-3 7 1 16,0-3 0-16,0 4-2 0,-2-5 0 0,2 0 0 16,-3 5 1-16,-1-3-1 0,-2 2 2 0,3 2 0 15,0-1 3-15,-1 2-3 0,-1 2 1 0,1-1 0 16,-4 2-7-16,4-1 10 0,0 0-4 0,0 2 0 15,-2-1-1-15,-3 11 2 0,4-11-2 0,-3-4-1 16,5 3-1-16,2 2 6 0,0-2-2 0,-3-2-2 16,-1-3 1-16,5 2 0 0,-4-2-1 0,4 0 3 15,0-2-4-15,3-7 0 0,-4 4-1 0,5-5 4 16,-1 1 1-16,-2-2 0 0,6 2 2 0,0-2-1 16,-1-6-3-16,0 2 1 0,4 0 4 0,-4-1-2 15,4-1 2-15,-4 0-2 0,4-3-1 0,0-1 2 0,1 0 1 16,-2-1-2-16,2-1 0 0,0 2 3 0,-1-2 0 15,1-1-3-15,0-4-1 0,0 9 1 16,-3-7 2-16,3 4-3 0,-4-4 1 0,4-2 0 0,-4 6 1 16,3-3-2-16,1-3-1 0,-5 4 3 0,3-1-3 15,-1 0 2-15,2 2-3 0,-3-1-3 0,2-1-6 16,0 3-1-16,0-2-2 0,-2 1-7 0,4 0-14 16,-3 2-18-16,2-1-21 0,1-1-38 0,-1 0-34 15,-1 1-37-15,2-1-33 0,0-5-110 0,2 6-350 16,0-2 154-16</inkml:trace>
  <inkml:trace contextRef="#ctx0" brushRef="#br0" timeOffset="-137249.86">11706 14744 27 0,'-7'-1'200'0,"7"1"-19"0,-8 0-21 0,8 0-7 16,-13 1-5-16,6 1-1 0,0 1-1 0,-5 1-6 16,1 0-8-16,0 3-9 0,-7 0-7 0,-1 1-5 15,3 2-9-15,-6 1-6 0,-2-2-9 0,7 6-11 16,-6-5-6-16,-4 5-6 0,3 1-8 0,-1-2-2 15,3-2-5-15,2 1-7 0,5-1-5 0,-3 2-4 16,5-2-4-16,-5-3-5 0,10 1-15 0,-10 0-7 16,7-2-20-16,3-2-19 0,1 0-33 0,-1-2-15 15,4 0-27-15,1 0-27 0,1-3-30 0,2-1-19 16,0 0-112-16,0 0-324 0,0 0 144 0</inkml:trace>
  <inkml:trace contextRef="#ctx0" brushRef="#br0" timeOffset="-136937.39">11155 14717 154 0,'2'-6'250'0,"-1"-2"-13"0,-1 3-9 15,3-1-9-15,-2-1-18 0,-1 2-18 0,0 1-15 0,5-1-12 16,-2 3-12-16,-3 2-19 0,0 0-11 0,3-4-16 15,-3 4 2-15,0 0-6 0,9 6-6 0,-6 0-4 16,0 2-8-16,3 1-8 0,-3 5-7 0,6-1-6 16,-5 5-8-16,1 0-4 0,2 0-3 0,0 1 0 15,-1 0-8-15,1 2-2 0,0-1-2 0,-1 6-5 16,-1-4-3-16,0-5 0 0,2 0-3 0,-3 1-9 16,-1-6-13-16,1 1-12 0,-1-3-18 0,2-1-20 15,-5-2-23-15,2 0-21 0,-1-1-23 0,0-1-31 16,-1-5-34-16,6 0-33 0,-6 0-160 0,0 0-412 0,0 0 182 15</inkml:trace>
  <inkml:trace contextRef="#ctx0" brushRef="#br0" timeOffset="-136718.66">11180 14702 93 0,'-3'-4'284'0,"3"4"-11"0,-3-4-20 15,3 4-14-15,0 0-20 0,-1-2-14 0,1 2 5 16,0 0-4-16,0 0 1 0,16 0-14 0,-4 0-15 16,6-2-16-16,3 2-21 0,8-3-3 0,3 1-24 15,-1 1-4-15,6 0-15 0,1-2-13 0,1 0-23 16,-3 0-37-16,3 1-45 0,2 0-41 0,-3-1-55 16,0 1-69-16,-4-1-81 0,-3 3-201 0,-9-1-510 15,0 1 226-15</inkml:trace>
  <inkml:trace contextRef="#ctx0" brushRef="#br0" timeOffset="-104445.6">20489 13473 75 0,'-7'-4'302'0,"0"0"2"0,3 2-12 0,-3-2-12 16,3 3-12-16,4 1-4 0,-8-4-14 15,8 4-11-15,0-4-11 0,0 4 7 0,-6-3 0 0,6 3-6 16,0 0 5-16,0 0-16 0,0 0-4 0,-3-4-9 15,3 4-5-15,0 0 0 0,0 0-2 0,0 0-6 16,21 0-18-16,-1 2-15 0,3-1-16 0,11-4-13 16,5 5-12-16,4-2-12 0,12-2-11 0,0 1-9 15,2 1-8-15,-2-2-11 0,2 2-4 0,-3-2-9 16,-12 2-9-16,14-1-16 0,-16 1-16 0,-2 1-29 16,-3-2-42-16,-2 1-47 0,-2 1-48 0,-11 1-41 15,-3-2-26-15,-5 1-31 0,0 3-34 0,-4-3-37 0,-1 0-21 16,-3 0-8-16,-4-1-38 0,0 0-201 0,-11 10-638 15,-1-8 283-15</inkml:trace>
  <inkml:trace contextRef="#ctx0" brushRef="#br0" timeOffset="-104148.76">20382 13511 102 0,'0'0'242'15,"-7"-1"-18"-15,7 1-24 0,0 0-18 0,0 0-18 16,0 0 0-16,0 0-13 0,0 8-5 0,3-2-4 16,0-1-11-16,4 0 3 0,1 5-8 0,3 1-9 15,2 0-8-15,6 2-14 0,3 4-4 0,-1-6-9 0,6 6-11 16,-3-2-6-16,3 1-3 0,2-1-10 0,-6 1-7 15,4-1-3-15,-2-2-5 0,-8 0-5 16,4-1-20-16,-3 1-16 0,-2-2-33 0,0 0-36 0,-1 0-38 16,0 1-25-16,-7-4-33 0,6 1-37 0,-6-3-175 15,-1 0-413-15,1 1 183 0</inkml:trace>
  <inkml:trace contextRef="#ctx0" brushRef="#br0" timeOffset="-103820.67">21272 13523 285 0,'4'-7'317'16,"-3"2"-2"-16,2 1-22 0,-2-1-9 0,2 2-16 15,-1 0-12-15,-2 3-26 0,2-4-35 0,-2 4-9 16,0 0-17-16,4-4-16 0,-4 4-21 0,2-3-12 0,-2 3-15 15,0 0-11-15,0 0-15 0,0 0 0 16,0 0-12-16,0 0-3 0,-3 16-5 0,0-9-8 16,1-1-7-16,-3 4-4 0,0 0-4 0,-3 4 4 0,-2 2-9 15,-2 0 3-15,-7 5-14 0,3 1 8 0,-6-2-8 16,0 0 0-16,0 2 4 0,-2-1-8 0,-2-2 0 16,0 0-2-16,-4-1 0 0,7 0-2 0,0 0-2 15,5-5-22-15,2 2-34 0,1-2-26 0,-4 0-34 16,10 1-47-16,-1-5-62 0,4 0-79 0,0-4-260 15,3 3-600-15,3-1 265 0</inkml:trace>
  <inkml:trace contextRef="#ctx0" brushRef="#br0" timeOffset="-102930.15">21083 14214 170 0,'-3'-4'308'15,"3"4"-18"-15,0-3-4 0,0 3-16 0,-1-7-12 0,1 7-13 16,-1-5-23-16,1 5-22 0,-5-3-20 0,5 3-23 15,0 0-17-15,0 0-17 0,0 0-8 0,0 0-12 16,0 0-18-16,0 0-8 0,0 0-4 0,-8 12-21 16,8-6 7-16,-3-2-9 0,-1 4-4 0,1 0-5 15,2 0-3-15,-2 3-8 0,1-2-2 0,-1 1-3 16,3 0-9-16,3-1 5 0,-3 1-1 0,0-2-8 16,2 0-3-16,1-2 1 0,1 2 4 0,-1-3-4 15,1 0-6-15,0-1 1 0,6 0-1 0,-2-3 1 16,0 3 1-16,3-3 1 0,-3-1-11 0,0 0 7 15,0-1 0-15,1 0 5 0,3-6-4 0,-7 4 3 16,5-3-2-16,-2 0 1 0,-3 2-3 0,1-1 11 16,-1 0 10-16,-1 1 14 0,1 0 1 0,-5 4-2 15,6-4 5-15,-2 0 2 0,-2 1-4 0,-2 3 2 0,2-4-13 16,-2 4-6-16,0 0-7 0,2-5 2 0,-2 5-9 16,0 0-11-16,0 0-1 0,0 0 1 15,0 0-1-15,9 9-11 0,-6-6 13 0,1 1 2 0,1 3-4 16,1-2 17-16,-1 1-25 0,1-2 5 0,2 4 5 15,1-3 0-15,2 1-10 0,0 1 7 0,1-4 0 16,-2 1-2-16,1 0 5 0,1-3-2 0,-1 0 3 16,1-2-3-16,-4 0 0 0,3 0-11 0,1-3 16 15,-5 1-2-15,4 1 9 0,-7-4 1 0,7-1 6 16,-8 1 7-16,5-4-1 0,-2 2 11 0,-4-1-5 16,0-1-1-16,-1-1 0 0,-2 0-6 0,-1 0 0 15,0-1 7-15,0 1-10 0,-2 0-11 0,1-1-25 16,-4 5-17-16,0-4-33 0,0 3-29 0,1-2-41 15,1 5-36-15,1 2-55 0,-1-4-62 0,0 3-281 16,4 2-617-16,1 2 273 0</inkml:trace>
  <inkml:trace contextRef="#ctx0" brushRef="#br0" timeOffset="-102062.95">21916 13442 222 0,'0'-9'338'0,"0"1"-1"0,3 1-9 0,-3 0-8 0,2 1-13 0,0 0 4 16,-2 0-33-16,0 4-23 0,0-2-29 15,0 4-18-15,0 0-30 0,2-5-27 0,-2 5-12 16,0 0-15-16,0 0-17 0,0 0-18 0,-4 20-5 0,4-8-9 16,-2 1-10-16,-1 5-2 0,3 1-18 0,-5 0 9 15,3 8-10-15,-1-7-4 0,1-1 3 0,2 3-3 16,0-1-3-16,0-2-18 0,2 8-5 0,1-8-4 16,-1-1-5-16,3 0-33 0,-2 0-14 0,1-5-18 15,-1 3-11-15,1-4-21 0,0-2-18 0,2 1-26 16,3-3-35-16,-5-2-43 0,2-1-31 0,2-3-50 15,-2 1-221-15,3-3-558 0,-4 0 247 0</inkml:trace>
  <inkml:trace contextRef="#ctx0" brushRef="#br0" timeOffset="-101797.35">21775 13373 119 0,'-3'-4'344'0,"-2"1"1"0,1 1-5 16,2-1-4-16,2 3-38 0,-5-6-14 0,5 6-35 0,0 0-18 16,8-7-22-16,2 6-28 0,4-1-9 0,6-2-19 15,0 2-16-15,11 2-15 0,-2-6-13 0,4 3-6 16,1 3-12-16,-2 0-13 0,5 0-14 0,-2 0 1 16,2 0-5-16,-4-3-5 0,2 3-19 0,-5-2-22 15,-11 1-23-15,3 2-19 0,-7-2-24 0,-2 1-30 16,-6 0-28-16,3 0-31 0,-1-1-41 0,-3 1-39 15,-6 0-48-15,0 0-249 0,0 0-559 0,0 0 248 16</inkml:trace>
  <inkml:trace contextRef="#ctx0" brushRef="#br0" timeOffset="-101375.52">22074 13551 47 0,'0'0'210'15,"7"-2"-15"-15,-7 2-22 0,10 2-8 0,-2 2-18 0,0 0-13 16,3 1-14-16,0 2-16 0,-2 0-3 0,2 0-15 15,-3 3-9-15,3 0-5 0,3 3-11 0,-5 1-6 16,-1 1-6-16,1-2-1 0,0 2-12 0,1-2 4 16,-5 0-9-16,-1-3-6 0,-2 3 0 0,2-2-4 15,-3-1 0-15,-1 1-5 0,-1-1-3 0,-1-3 4 16,-2-1-3-16,0-1 1 0,1-2 6 0,-4 2 15 16,-2-5 10-16,2 1 11 0,-4-2 13 0,1 1 6 15,-1-5 6-15,1 3 5 0,-1-4 4 0,3 0 1 16,0-4-1-16,2 3-10 0,-2-2-6 0,6 0-1 15,2-2-12-15,-2 1-5 0,6 0-14 0,4-1-5 16,1 1-2-16,2 0-27 0,6 2-21 0,2-2-25 16,10 4-30-16,1-1-27 0,1 3-31 0,0 2-22 15,2 2-8-15,-3 2-17 0,-6 0-12 0,9 0-11 0,-3 2-8 16,-7-1-123-16,1 2-352 0,-4-1 156 16</inkml:trace>
  <inkml:trace contextRef="#ctx0" brushRef="#br0" timeOffset="-100656.85">22625 13691 203 0,'0'0'19'16,"0"0"26"-16,0 0 14 0,0 0 16 0,0 0 22 15,0 0 11-15,0 0 7 0,-19-15 10 0,11 12 11 16,-1-2 6-16,-1-2 1 0,-1 2-3 0,0-2 4 16,-1 1-5-16,0 1-5 0,0 0-9 0,-1 1-11 15,1 0-12-15,1 2-9 0,-1-2-10 0,0 3-7 16,2-1-9-16,-4 2-11 0,1 2-7 0,1 0-5 16,-2 2 1-16,3-1-3 0,0 3-9 0,-1 0-4 15,4 3-1-15,-2 0-3 0,2 0-5 0,4 1-2 16,-1 3 0-16,1-4-7 0,4 4 5 0,-2-2-7 15,4 0-3-15,0-1 2 0,1 0-1 0,4-1-7 16,-2-3 4-16,6 1-7 0,0-2-6 0,1 0-11 16,-1-1-2-16,2-4-7 0,1 2-2 0,0-6 4 15,1 2 3-15,-1-2 2 0,3-3 2 0,0-1 5 0,-7-1 2 16,7-3 1-16,-8 4 6 0,2-3 10 16,-3 0 13-16,1 0 14 0,-3-2 16 0,0 2 22 15,-4 3 12-15,1-4 13 0,-2 4-12 0,1 0-6 0,-1 3-2 16,-1-1-2-16,0 2-8 0,0-1-6 0,0 1-12 15,0 4-8-15,0-4-7 0,0 4-6 0,0 0-1 16,0 0-3-16,0 0 4 0,0 0-15 0,-8 14 1 16,5-7-3-16,0 0-4 0,2 1-6 0,0 0 3 15,1 4-2-15,-3-4-3 0,3 3 2 0,3-4 0 16,-2 2-2-16,0-2 1 0,4 0 0 0,0-1-2 16,-2-3 10-16,1 2-8 0,4-2-4 0,-1-1 5 15,0 0-3-15,2-2 2 0,-2-3 2 0,4 1-1 16,1-5 2-16,-4 3 2 0,4-2-4 0,-2-2 3 15,-2 3 1-15,3-4 4 0,-3 3 5 0,-2-1 6 16,-2 0 10-16,0 1 6 0,1 2 0 0,-1-2 5 16,-1 4-5-16,-2-2-8 0,2 2-2 0,-3 2-12 15,4-3 0-15,-4 3-11 0,0 0 5 0,0 0-3 16,0 0 3-16,0 0 2 0,-1 11-10 0,-2-3 2 16,3-3-3-16,0 3-2 0,3 1 1 0,-3 1 7 15,0-1-7-15,1 0 4 0,2-2-9 0,0 1 1 0,2 0 4 16,-1-2 1-16,0 1-1 0,0-3-3 0,2 1 3 15,1-4 1-15,0 1 3 0,-1 0 1 0,4-4 1 16,-2 1 0-16,1-3 3 0,-2 1-3 16,3-2 1-16,-1-3 7 0,1 1 4 0,-1-3 8 0,-2 2-2 15,0 0 19-15,0 1 11 0,-1-3 8 0,1 4 16 16,-4-5 6-16,1 5-5 0,0 2-11 0,0-3-1 16,-1 4-4-16,-2-1-7 0,2 0-5 0,-2 1-14 15,-1 3-15-15,3-2-26 0,-3 2-22 0,0 0 4 16,0 0-2-16,0 0-4 0,7 10-27 0,-4-5 1 15,-2 1-17-15,1 0-12 0,3 0-12 0,-1 2-23 16,0-2-35-16,0 3-36 0,3-3-41 0,1 0-30 16,1 1-264-16,-2-2-571 0,3 1 253 0</inkml:trace>
  <inkml:trace contextRef="#ctx0" brushRef="#br0" timeOffset="-100453.75">22859 13236 173 0,'-3'-4'257'0,"2"0"-25"16,-2 0-30-16,-2 3-15 0,5 1-23 0,0 0-11 16,0 0-22-16,0 0-28 0,12 9-30 0,-5-5-39 15,2 4-33-15,2-2-34 0,3 2-53 0,-3 3-47 16,3 2-110-16,0-3-264 0,0 2 117 0</inkml:trace>
  <inkml:trace contextRef="#ctx0" brushRef="#br0" timeOffset="-100110.04">23108 13263 140 0,'0'-4'202'0,"0"4"-18"0,0 0-21 16,0 0-8-16,0 0-11 0,-1 14-13 0,1-2-10 15,0 1-11-15,-2 0-6 0,2 6-4 0,-4 1-13 0,4 7-8 16,-4-2-3-16,4 5-9 0,0-3 18 16,0-1-8-16,-1 3-4 0,2-2-7 0,-1-1-7 15,3 2-8-15,-2-8-5 0,-1 1-5 0,0-2-2 0,0-1-3 16,0-5-8-16,2-1-1 0,-2-1-1 0,2 0-4 16,-4-4 8-16,4 0 25 0,-2-2 13 0,0 1 17 15,0-3 29-15,2 1 27 0,-1-1 31 16,-1-3-7-16,8 1-20 0,-8-1-12 0,10-1 1 0,-10 1-27 15,16-6-9-15,-4 4-13 0,1-3-6 0,0 0-9 16,1 1-11-16,3-3-14 0,1 1-1 0,-2 1-1 16,2 2-23-16,0 0-8 0,1 0-29 0,-1 0-28 15,-4 2-25-15,0-3-29 0,2 2-28 0,-2 0-25 16,-4 2-34-16,4-1-34 0,-3-1-33 0,-4 2-40 16,3-3-205-16,-4 0-538 0,0 1 239 0</inkml:trace>
  <inkml:trace contextRef="#ctx0" brushRef="#br0" timeOffset="-99500.73">23493 13626 119 0,'0'0'150'0,"0"0"12"0,0 0-11 0,0 0-15 16,0 0-15-16,-12 10-1 0,10-7-12 0,-2 2-7 0,2 2-16 16,-1-2-6-16,0 0 2 0,2 4-12 0,-1-1-8 15,0 0-1-15,2 2-5 0,0 0-5 16,0-1 0-16,2 2-6 0,4 0-4 0,-1-3-4 0,1 2-8 15,3-2 2-15,-2 2-1 0,1-3-4 0,-1-1-5 16,5 0-9-16,-4-2 0 0,-1-2-8 0,1 1 0 16,-2-2 0-16,3-2-6 0,-9 1 8 0,11-5-5 15,-7 1-2-15,4-4 5 0,-5 2-3 0,1-2-4 16,0-2 6-16,-1-2 8 0,-3 1 4 0,2-2 15 16,-2 0 13-16,-2 3 10 0,2-3 3 0,-3 1 9 15,-1 1 4-15,4 2 5 0,-1-2 0 0,-2 2-5 16,0 2-6-16,-1 1-6 0,1-1-4 0,2 2-8 15,1 0-5-15,-4 1-4 0,4 4-5 0,-2-6-8 16,2 6-2-16,-7-1-6 0,7 1 1 0,0 0-7 16,0 0-2-16,-2 10 0 0,4-4 0 0,-1-1-6 15,0 3 1-15,5 1-4 0,-1 1-1 0,-1-1 2 16,-2 0-2-16,3 2-7 0,2-2-4 0,-3 2-10 0,4-1-4 16,-4-1-4-16,0 0 1 0,0-3-1 0,1 2 0 15,-3-3 0-15,1 0 1 0,-2 0 4 16,2-1 7-16,-3-1 0 0,0-3 5 0,5 4 4 0,-5-4 7 15,0 0 15-15,0 0 10 0,0 0 6 0,0 0-2 16,11-9 14-16,-8 5 1 0,0-1 12 0,1 0 6 16,0-2 9-16,0 1 7 0,5-1 0 0,-4 1-4 15,2-2 11-15,-2 1 0 0,-1 2 7 0,3-1-17 16,-2 0 0-16,1 0 0 0,1 1-7 0,-1 2-8 16,2 0-5-16,-2-1-3 0,-1 3-5 0,2-1-5 15,1 1-6-15,-8 1-3 0,12 2-4 0,-6 0 1 16,1 1-7-16,-1 1 3 0,0 4-6 0,2-1-4 15,-4 1 0-15,0 0-2 0,-1 3-3 0,2-1 6 16,-1 2-3-16,-1-1 0 0,1 0-6 0,-2 0-10 16,2 0-16-16,-3-1-17 0,-1-1-33 0,3 0-20 15,-3 0-32-15,0-2-44 0,-3-2-60 0,3 2-74 16,0-2-211-16,-1 0-557 0,-1 0 248 0</inkml:trace>
  <inkml:trace contextRef="#ctx0" brushRef="#br0" timeOffset="-99016.41">24176 13337 332 0,'5'-7'417'0,"-5"1"-13"0,3 0-17 16,-2 0-24-16,1 3-25 0,-1-1-37 0,-1 4-28 15,0-5-36-15,0 5-34 0,0 0-18 0,0 0-21 16,0 0-17-16,-7 14-16 0,3-5-12 0,0 3-10 16,-3 5-12-16,-1 0 1 0,0 9-12 0,-2-1-1 0,2 2-6 15,0 4-5-15,5-10-12 0,-1 10-6 0,0 1-8 16,4 3 0-16,0-7-4 0,3 2-2 0,2 0-5 15,1-1 1-15,6-1-8 0,-1-2-5 0,5-1 4 16,2-2-4-16,4-1-19 0,-2-2-21 0,-1-7-45 16,8 3-47-16,3 0-58 0,-3-3-61 0,-5-4-61 15,8-1-79-15,1-3-284 0,-10-3-702 0,7 1 311 16</inkml:trace>
  <inkml:trace contextRef="#ctx0" brushRef="#br0" timeOffset="-97640.65">24498 13508 95 0,'0'-3'316'0,"-2"-1"-13"0,2 4-21 0,-2-5-23 16,2 5-28-16,-3-6-28 0,3 6-26 0,0 0-14 15,0 0-13-15,0 0-19 0,0 0-12 0,-12 11-12 16,9-5-15-16,-2 0-6 0,0 4-7 0,3-3-12 16,-2 5-4-16,0-2-4 0,1 3-7 0,0-3-7 15,3 2 1-15,-2-1-11 0,0-1 0 0,2 2-7 16,0-3 1-16,2 1-4 0,-2-4-2 0,2 3-8 0,0-5 5 15,-1 0-1-15,2 2-3 0,1-2-1 16,2-2 0-16,-1-1-2 0,4-1-1 0,-3 1-1 16,4-2 3-16,-1-1-3 0,3-1-3 0,-1-2 8 15,-2 1-7-15,5-1-1 0,-3 0 6 0,-3-1 11 0,0 0 0 16,-1 3 8-16,1-3 4 0,-2 1 11 0,-1 0 9 16,-1 1 4-16,0 2-3 0,-2-1-6 15,2-1-8-15,-4 4-6 0,6-4-12 0,-6 4-5 0,0 0-7 16,0 0 3-16,0 0-4 0,0 0-1 0,9 11-6 15,-8-6 4-15,0 0-5 0,2 3-3 0,0-2 5 16,0 0-5-16,-2-1 2 0,2 3-3 0,1 0 3 16,2-1-6-16,-3-3-4 0,3 3 7 0,-1-1 0 15,2-2-3-15,2 1 6 0,-2 0 1 0,-1-2-1 16,1-2 1-16,1-1 1 0,1-1 2 0,-3-1-4 16,3-1-1-16,1-1-1 0,-1-1 4 0,-2-2 0 15,4-2-1-15,-4 1 2 0,1-3 2 0,-3 1-4 16,4-1 3-16,-3-2-2 0,-3 1-1 0,-2 2-2 15,3-2-2-15,-4 1-10 0,0 2-15 0,-1 1-13 16,-2-1-19-16,2 3-18 0,-2 1-27 0,0-2-22 16,-3 3-27-16,0 2-25 0,-2-1-39 0,1 2-33 0,7 1-39 15,-12 1-170-15,12-1-494 0,-8 5 218 0</inkml:trace>
  <inkml:trace contextRef="#ctx0" brushRef="#br0" timeOffset="-97281.31">24918 13333 250 0,'-4'-3'318'15,"4"3"-19"-15,-1-5-25 0,1 5-27 0,0 0-27 16,0 0-18-16,0 0-5 0,15 10-19 0,-6 1-10 16,1-4-11-16,7 8-9 0,-1-2-5 0,7 5-8 15,-2 2-7-15,-3 1-17 0,2-1-7 0,1 1-14 0,-1 1-7 16,2 1-6-16,-7 0-11 0,0 2-6 0,-4-6-4 16,-6 1-8-16,2 0-1 0,-2 1-10 15,-2-2 0-15,-6 2-4 0,3 0 3 0,-2-1-17 0,-8 0-16 16,5-2-18-16,-7 0-30 0,-2-1-26 0,2-2-17 15,1 1-32-15,-4-2-40 0,1 0-54 0,2-5-55 16,-2 1-230-16,4-1-539 0,0-1 239 0</inkml:trace>
  <inkml:trace contextRef="#ctx0" brushRef="#br0" timeOffset="-96859.48">25579 13548 5 0,'-6'-2'394'0,"6"2"1"0,-3-3-13 0,3 3-30 0,0 0-5 16,-3-6-20-16,3 6-16 0,0 0-20 0,0 0-14 15,0 0-24-15,0 0-22 0,0 0-26 16,0 0-17-16,25 5-13 0,-14-1-25 0,3-1-13 0,0-1-10 16,2-1-17-16,2 4-13 0,2 0-8 0,4-1-11 15,-4 1-28-15,0-1-32 0,-5-1-52 0,3 1-46 16,-3-3-49-16,-3 1-46 0,-1 2-55 0,-4-1-65 16,0 0-62-16,-2-1-259 0,-3 2-665 0,-2 1 295 15</inkml:trace>
  <inkml:trace contextRef="#ctx0" brushRef="#br0" timeOffset="-96687.63">25575 13747 50 0,'-5'4'203'0,"1"-3"0"0,0 2-3 0,0-1 0 16,1 1 0-16,3-3 11 0,-3 2 10 0,3-2 1 16,0 0-5-16,8 8-21 0,1-7-18 0,3 2-24 15,3-1-11-15,4 1-12 0,1 1-18 0,3-3-13 0,7 2-34 16,0 2-51-16,-7-3-58 0,0 1-75 15,8-2-95-15,-10-1-229 0,2 3-479 0,-3-3 213 16</inkml:trace>
  <inkml:trace contextRef="#ctx0" brushRef="#br0" timeOffset="-96031.45">26391 13397 56 0,'-4'-1'318'0,"4"1"-11"0,-10-1-6 0,5-1-12 16,5 2-18-16,0 0 4 0,-5-2-26 0,5 2-16 16,0 0-1-16,0 0-21 0,38 9-16 0,-3-5-19 15,6 2-20-15,15 2-18 0,6-1-15 0,-2 1-7 16,4 1-17-16,-4-1-4 0,0-2-13 0,-6 1-5 15,-10-4-16-15,-3 4-26 0,-6-2-34 0,-1 2-41 16,-7-2-48-16,-5 0-45 0,-10-1-56 0,0-2-48 16,-5 0-41-16,-4 2-245 0,-3-4-564 0,0 0 250 15</inkml:trace>
  <inkml:trace contextRef="#ctx0" brushRef="#br0" timeOffset="-95781.48">26384 13494 22 0,'0'0'256'16,"0"0"-15"-16,0 0-4 0,0 0-7 0,-4 6 0 16,7 1-10-16,1-1-8 0,4 5-8 0,2 4-17 15,6 1-15-15,7 6-16 0,1 1-18 0,4-2-12 16,4 1-12-16,0 1-7 0,6 0-11 0,-3-3-11 15,-1 1-6-15,13 6-16 0,-11-10-16 0,-2 0-32 16,3-1-31-16,-1-2-44 0,-4-1-46 0,0-3-61 16,-3-3-59-16,-8-4-218 0,-1 1-481 0,-2-3 213 15</inkml:trace>
  <inkml:trace contextRef="#ctx0" brushRef="#br0" timeOffset="-95531.5">27184 13494 121 0,'0'-4'375'0,"0"-3"-16"15,3 5-23-15,-3 2-35 0,0-7-31 0,0 7-39 0,0 0-21 16,0 0-20-16,0 0-21 0,0 0-17 16,-16 10-17-16,6 0-11 0,1 4-14 0,-6 1 1 15,-4 4-18-15,-5 4-11 0,3 0-11 0,-1 2-3 0,-8 1-13 16,7 0-11-16,-2 1-11 0,-2 0-24 0,3 1-27 15,-1-2-22-15,6-2-13 0,0-3-18 0,4 4-27 16,0-7-49-16,7 0-50 0,3-7-60 0,-1 3-205 16,6-1-500-16,4 1 222 0</inkml:trace>
  <inkml:trace contextRef="#ctx0" brushRef="#br0" timeOffset="-95000.31">27222 13975 227 0,'0'0'358'0,"0"0"-10"15,0 0-29-15,0 0-36 0,0 0-24 0,0 0-23 0,0 0-22 16,0 0-29-16,0 0-1 0,0 0-35 0,0 0-17 15,0 0-13-15,-17 7-11 0,15 0-8 0,-2-2-12 16,4 1-10-16,-4 0-2 0,3 2-7 0,-2 2-12 16,2-3-3-16,-1 6-1 0,1-7-17 0,1 3-1 15,1-1-5-15,-1 1-4 0,3-3-3 0,1 2-2 16,4-2-5-16,0 1 1 0,3 1 1 0,0-5-7 16,-1 0 10-16,1-3-13 0,2 0 0 0,2 0-2 15,0-1 1-15,-1-3-7 0,0-1 8 0,0-1 0 16,0 0-3-16,-1 2 0 0,-2-4 2 0,-1 3 1 15,1-2 1-15,-3 0 8 0,-1 2 5 0,-3-1 10 16,2 3 6-16,-1 1-4 0,-3-2 0 0,3 1-13 16,-3 1 3-16,-2 2-12 0,4-4 4 0,-4 4-10 15,0 0 2-15,0 0-3 0,0 0-1 0,7 7 2 0,-5-1-9 16,-1-4 8-16,2 2-2 0,2 1-6 16,-1 0 12-16,-1-2-4 0,1 1 5 0,0 2-3 15,0-1-4-15,0-1 3 0,3 0 16 0,1 0-14 0,-4 0 0 16,2-3-6-16,2 0 14 0,-3-1 15 0,-5 0 5 15,13-5 1-15,-7 1 5 0,1 1-4 0,-2-3-1 16,0 0-8-16,-1-3-6 0,-2-3-2 0,1 4-21 16,0-4-28-16,-3-1-34 0,0 2-37 0,-3-2-40 15,2 0-46-15,-2 0-59 0,-4-3-73 0,4 1-288 16,-3 4-654-16,0 2 289 0</inkml:trace>
  <inkml:trace contextRef="#ctx0" brushRef="#br0" timeOffset="-93904.8">28462 12633 138 0,'-13'-8'193'31,"-3"0"-14"-31,-5 2-9 0,2-3-3 0,-2 0-16 0,-8 2-10 16,2-5 1-16,-3 3-7 0,4 0-1 0,3 3-7 15,1-1-8-15,-1 2-4 0,7-1-10 0,-3 2-7 16,5 2-8-16,2-2-8 0,3 2-8 0,0 1-10 16,2-3-5-16,-1 3-3 0,4-2-8 0,4 3-2 15,0 0-2-15,-12 4 0 0,12-4 0 0,-3 7 4 16,2-1 3-16,1 0 1 0,0 2-4 0,1 1 0 16,2 2 3-16,-2 1 5 0,3 1-4 0,-1 4-2 15,0 0-8-15,1 1-1 0,4 2-4 0,-4 3-2 16,0 3-5-16,2 4-3 0,-2-3-3 0,-1 3 1 15,-1 3-8-15,0 1 2 0,2-1-4 0,-7 1 2 16,3 2-5-16,-3 1 2 0,3 2-1 0,-2-1-4 16,2 11 0-16,-4 2 1 0,-1-12 8 0,1 15 5 0,1-2 5 15,3-2 3-15,-2 4 5 0,-5-3-5 0,7 1 11 16,0 2 6-16,3-3 2 0,-1-2-10 0,0 1 20 16,2-12 4-16,1 10 0 0,0-12 3 0,3 12 17 15,-2-10-9-15,5 12 5 0,-4-14 6 0,0-1-17 16,4 1-4-16,-4-1-1 0,-1-3-6 0,1 0-4 15,1 0-5-15,-4-2-6 0,0 1-3 0,-2-4-5 16,-2-1 6-16,0-6-13 0,-2 0 0 0,1-4-4 16,-2 2-6-16,-1-3 1 0,3 2-1 0,-4-3-2 15,3-3-3-15,-2 1-2 0,0-1 2 0,0 1-1 16,1-1-1-16,0-1-2 0,1-2 2 0,0 2-2 16,2-4-3-16,-2 2 4 0,2-2-1 0,0 0 1 15,2 1 11-15,-2-1 20 0,4-2 5 0,2 2-5 16,4 1-7-16,4-2 4 0,4 1 24 0,5-1-9 15,7 1-2-15,4-4-9 0,0-1-20 0,5-1-29 16,-2-1-33-16,1-5-62 0,18-3-50 0,-16 1-70 16,15-6-68-16,-2-1-77 0,2-7-401 0,-1-1-832 0,3-1 368 15</inkml:trace>
  <inkml:trace contextRef="#ctx0" brushRef="#br0" timeOffset="-93029.89">29603 13080 325 0,'2'-6'306'0,"0"1"-31"0,1-1-21 15,-6-1-22-15,1 1-14 0,0 0-32 0,-1 0-14 16,-7-1-19-16,3 1-14 0,-5-4-11 0,-1 5-13 16,-6 0-11-16,-2-1-11 0,-1 2-9 0,-10 0-8 15,-4 3-8-15,-6 1-4 0,2-1-7 0,-16 2 3 16,12 0-7-16,4 0-3 0,-14 6-5 0,12 1-2 15,4-5-7-15,-3 4 6 0,7 1-13 0,1-2-4 0,6 2-4 16,4-2 0-16,4-1-7 0,10 4 2 0,1-1-1 16,1 2-3-16,3 0 9 0,8 2-5 15,5 1-4-15,2 3-2 0,16 6 1 0,3-2-3 0,4 0 2 16,15 6-3-16,-11-6 8 0,14 6-5 0,-17-6-5 16,2-3-1-16,-3 2 0 0,-4-1-8 0,-3 1 7 15,-4-4-2-15,-8-1-2 0,-2-1-9 0,-7-3 8 16,-3 1-2-16,1-2-1 0,-6 0-4 0,-5 1 8 15,-4-2-5-15,-6 1 6 0,-3-1-1 0,-6 4-1 16,-8-1 1-16,0-3-2 0,-4 1 2 0,1-2 2 16,-6 3 4-16,6-4 1 0,0 4 2 0,-1-2 5 15,1 2-2-15,1-1 3 0,3 0-2 0,5 1-1 16,9-2 1-16,0 0-1 0,3 2 3 0,6 0 6 16,2 0 12-16,4 2 18 0,2 0 34 0,12 2 17 15,2 3 4-15,13 1-10 0,7 3-9 0,14 5-9 16,6-3-6-16,5-4-7 0,7-1-8 0,0 0 6 15,7-1-14-15,-3-2-3 0,-2-2-11 0,1-3-4 0,-6-1-3 16,-2-3-16-16,-17-3-30 0,12-3-55 0,-14 0-49 16,-2-4-58-16,-4 0-81 0,1-3-104 15,-5-1-270-15,0-4-687 0,-10 3 305 0</inkml:trace>
  <inkml:trace contextRef="#ctx0" brushRef="#br0" timeOffset="-91045.64">30462 13185 173 0,'4'-13'323'0,"-4"3"-3"16,2-1-16-16,-2 5-7 0,1 0-18 0,1 0-18 16,-2 1-30-16,0 2-29 0,0 3-30 15,0-5-19-15,0 5-21 0,0 0 0 0,0 0-28 0,-6 19-11 16,1-8-9-16,0 8-6 0,3 2-9 0,-4 6-7 16,1 2-3-16,-1 1-9 0,4-2-2 0,-2 3-7 15,4 2 14-15,-2-4-23 0,4 2-4 0,0-3-9 16,2-2 4-16,-2 0-4 0,1-6 4 0,0-2-7 15,4-2-4-15,-1 1 2 0,-2-6-2 0,3 1 0 16,1-3-1-16,1-1 2 0,2-2-2 0,0-2-3 16,1 0-1-16,3-4 0 0,4-1-1 0,2-4 2 15,-3-1-2-15,5-1-10 0,-5-2-4 0,2-4-12 16,4-2-10-16,-6 2-8 0,4-7-10 0,-5 5-7 16,-2-1 9-16,0 0 7 0,-4 3 3 0,1 2 5 15,-5 1 4-15,1-1 3 0,-4 1 0 0,4 1 4 16,-5 4 1-16,1-1 4 0,-1 2-2 0,0-2 1 15,-3 4-1-15,0 2-1 0,1-4 0 0,-1 4 2 0,0 0 2 16,0 0-2-16,0 0 3 0,-10 14 1 16,10-9 0-16,-2 3 4 0,0 0 0 0,0 1 1 15,1 2 3-15,1 1 0 0,0-1-3 0,1 1 7 16,3 0-2-16,-3-1 3 0,3 0-4 0,0 1 11 0,0-3 1 16,-1 0-4-16,5 0 1 0,-2-3-1 0,-2 1 4 15,1-2 0-15,1-2-2 0,-1 0-3 0,-1-1 1 16,4-1 9-16,-8-1-8 0,10-3 3 0,-5 0-1 15,1 1-1-15,-2-2 1 0,1-1 0 0,-1-3 5 16,-1-2-1-16,0 4-6 0,0-6 2 0,-1-1 7 16,-2 2-8-16,2 0 5 0,-4 0-3 0,2 1 3 15,0 1-2-15,-2 1 4 0,0 1-7 0,1-1-1 16,-1 1 5-16,1 1-9 0,0 2 4 0,1-1-5 16,0 5 1-16,0-6-6 0,0 6 0 0,-2-5-3 15,2 5-4-15,3-3-3 0,-3 3 6 0,0 0 0 16,0 0-2-16,12 9-3 0,-7-4-3 0,5 3-3 15,-6-3-12-15,3 3-1 0,0 1-7 0,-1-2 0 16,3 4-8-16,-4-2-6 0,1 1 0 0,-1 1 0 16,0-3 3-16,-2 2-10 0,1-3 6 0,-2 0-3 15,-1 1 8-15,2-2 3 0,-2-1 2 0,-1-1 7 16,0 0 4-16,3 0 7 0,-3-4 1 0,1 5 5 16,-1-5 2-16,0 0 7 0,0 0 9 0,0 0 10 15,11-9 7-15,-7 4 9 0,2-1 0 0,2-2 4 16,0-1 3-16,2-3 5 0,2 0 20 0,-1 1 3 15,1-2 17-15,-2 2 5 0,-2 1 9 0,2 2 2 16,0 1 3-16,-2-3-4 0,-1 3-2 0,3 1 0 16,-6 0-6-16,0 1-7 0,1 1-10 0,-3 1-2 0,0 0-9 15,-2 3-15-15,5-3-10 0,-5 3-7 0,0 0-1 16,0 0 3-16,7 12-2 0,-7-7-8 16,0 3 0-16,-1 1-4 0,1 1-2 0,1 0-4 15,-1 2-5-15,0-1-4 0,0 0-5 0,3 1-9 0,-3 1-15 16,0-1-14-16,2 0-17 0,-1-1-12 0,2-1-14 15,-2 0-22-15,-1-2-35 0,1-2-36 0,-1-1-39 16,3-1-32-16,-3 1-228 0,3-2-521 0,-3-3 230 16</inkml:trace>
  <inkml:trace contextRef="#ctx0" brushRef="#br0" timeOffset="-90764.42">31587 13175 163 0,'0'-5'404'15,"0"-2"-21"-15,0 2-21 0,0-1-25 0,0 6-42 16,0-6-39-16,-1 4-27 0,1 2-26 0,0 0-23 16,0 0-19-16,-10 8-15 0,6 3-15 0,-4 5-14 15,2 0-10-15,-3 10-11 0,2-6-6 0,3 7-12 16,-1 1-7-16,-1 3-3 0,-2-2-10 0,4 3-9 15,-3 0-7-15,4-2 2 0,1-2-2 0,-2 1-8 16,4-2-13-16,0 4-10 0,-2-11-13 0,-1 0-15 16,8-1-21-16,-4-2-20 0,3-3-28 0,0-4-23 15,3 1-31-15,2-1-41 0,2-2-38 0,2 0-40 16,0-3-39-16,0-3-165 0,3 0-499 0,-1-4 221 16</inkml:trace>
  <inkml:trace contextRef="#ctx0" brushRef="#br0" timeOffset="-90530.07">31957 13391 137 0,'0'-5'302'0,"-1"1"-21"15,-2-1-22-15,0-2-28 0,3 5-26 0,-4-1-16 16,4 3-23-16,-9 0-12 0,9 0-12 16,-13 5-7-16,1 2-13 0,1-1-7 0,-1 2-17 0,3 5-7 15,-7 0-7-15,0-1-11 0,4 1-7 0,-4 1-5 16,2-1-5-16,2 1-3 0,1 2-6 0,-3-2-7 15,2 1-11-15,1-1-15 0,4-4-14 0,-2 3-21 16,3-4-26-16,-2 1-31 0,5 1-36 0,-3-3-43 16,3-1-37-16,0-2-45 0,3 0-145 0,0-1-415 15,0-4 184-15</inkml:trace>
  <inkml:trace contextRef="#ctx0" brushRef="#br0" timeOffset="-90342.59">31776 13450 48 0,'1'-8'292'0,"-1"1"1"0,2 0-1 0,-1 1-4 16,1-1-4-16,-1 3-10 0,0 0-24 0,-1 1-22 16,0 3-26-16,0-8-25 0,0 8-24 0,0 0-10 15,0 0-14-15,0 0-10 0,0 0-16 0,4 14-9 16,-4-6-13-16,3-1-12 0,3 4-15 0,-3 3-20 16,3-3-23-16,-1 6-30 0,4 0-25 0,1 1-35 15,0-2-50-15,1 2-53 0,4-4-53 0,1 2-54 16,-1-1-152-16,-3-1-476 0,7 1 210 0</inkml:trace>
  <inkml:trace contextRef="#ctx0" brushRef="#br0" timeOffset="-90155.11">32086 13665 19 0,'0'0'268'0,"0"0"-12"0,0-8-18 16,0 8-21-16,0 0-22 0,0-3-18 0,0 3-21 0,0 0-15 15,0 0-14-15,0 0-10 0,0 0-12 0,-17 8-7 16,13-4-11-16,-1 2-8 0,1-2-8 15,-5 5-3-15,1-2-10 0,-1 2-7 0,-2-3-15 16,1 2-18-16,0 3-32 0,3-3-38 0,-1 0-43 0,0-3-57 16,1 0-52-16,5-1-141 0,-1 0-372 0,1 1 164 15</inkml:trace>
  <inkml:trace contextRef="#ctx0" brushRef="#br0" timeOffset="-89764.53">32270 13336 175 0,'0'0'167'0,"5"10"-16"0,-1-5-17 16,1 2-14-16,-3 4-5 0,6 1-9 0,-1 0-13 15,0 2-14-15,-3 1-4 0,4-4-8 0,-3 2-9 16,0-1-4-16,1-1-3 0,-3-1-5 0,4-1-7 15,-3-2-7-15,3 0-1 0,-3-1 0 0,0-3-16 16,2 0-2-16,-2-2 3 0,3 0-8 0,-1-1-4 16,-6 0-6-16,8-5 5 0,-1 2-4 0,-3-3 9 15,0 0 1-15,6-2 10 0,-8 2 7 0,5-3 35 16,-1 0 19-16,-1 0 9 0,0 2 23 0,2 0 12 16,-2 1 6-16,-3 0-4 0,2 2 0 0,1 1-7 15,-5-1-10-15,0 4-16 0,5-6-14 0,-5 6-16 16,0 0-5-16,0 0-2 0,0 0-9 0,0 0-2 15,0 0-4-15,-8 20-6 0,2-10 0 0,-1-1-3 0,0 3-6 16,2-1-11-16,-2 2-15 0,-4 2-13 16,1-1-15-16,4 3-20 0,-1-1-29 0,1 1-31 15,-3-1-43-15,6-5-40 0,-2 1-54 0,3-1-186 16,-2-1-466-16,4 2 206 0</inkml:trace>
  <inkml:trace contextRef="#ctx0" brushRef="#br0" timeOffset="-89467.69">32667 13154 65 0,'0'0'321'0,"0"-4"-26"0,0-1-29 0,0 5-22 15,0 0-23-15,0 0-22 0,14 6-14 0,-9-2-16 16,4 3-18-16,-2 1-16 0,2 3-10 0,0 4-14 16,3 5-11-16,3 4-4 0,-4 1-13 0,1 1-8 15,-3 1-5-15,0 2-7 0,1-2-7 0,-6 3-9 16,1-4 0-16,-1 3-7 0,-4-3-6 0,0 3 0 16,-5 1-1-16,1-1-4 0,0-1-7 0,-6-2-2 15,-1-1-13-15,-2-1-19 0,-6 1-23 0,-1-5-31 16,0 2-36-16,-4-7-67 0,-4 0-56 0,1-2-231 15,7-3-494-15,-1-2 219 0</inkml:trace>
  <inkml:trace contextRef="#ctx0" brushRef="#br0" timeOffset="-87108.57">32996 12545 120 0,'-1'-8'334'0,"0"1"7"0,1-1-8 15,-3 1-2-15,3 2 1 0,-2 0-7 0,1-1-14 0,0 3-15 16,1 3-21-16,-2-5-18 0,2 5-22 0,0-4-20 16,0 4-24-16,2-6-18 0,-2 6-17 15,0 0-16-15,0 0-12 0,0 0-20 0,0 0-5 16,0 0-12-16,11 2-10 0,-1 3-7 0,5-1-4 0,4 2-11 15,-1 2-7-15,3-2-5 0,2 3-5 0,2 0-3 16,-3 0-2-16,7 2-3 0,-7-4-9 0,-1 1-9 16,-2 2 5-16,0-1-4 0,-2-2-2 0,-4 1 5 15,-2 0-9-15,1-1-1 0,-5 2-4 0,0 0-1 16,-1 1-5-16,0 0-2 0,-2 3 1 0,-4-2 0 16,2 6 1-16,0 3-32 0,-2 0 7 0,-2 6-1 15,-3 3 2-15,3-1 8 0,-3 2-2 0,0-1 1 16,0 2 2-16,-1 0-1 0,-2 2 2 0,0-1 6 15,6 4-8-15,-5-2 6 0,1-1 1 0,2 5-2 16,1-4 2-16,1 0 3 0,-1 5 0 0,3-3-6 16,-3 1 7-16,9-1 4 0,-5 2-4 0,2-2-2 15,-2-2 1-15,2 1 1 0,0 2 2 0,-1-7-1 16,2-2-5-16,1 0 3 0,1-1 0 0,-6-1 3 16,0-3-4-16,4-4 5 0,-8 1 0 0,8-2 12 15,-4 0-14-15,0-1 1 0,0-5 4 0,0 3-6 16,0-3 2-16,0 0-2 0,-4 1 3 0,4 1-2 15,0-3 4-15,0 2-1 0,0-3 2 0,0 3-1 16,0-1-2-16,0-2-1 0,4 2 1 0,-8-3 1 0,4 1 4 16,-4-4-6-16,4 7-2 0,0-7 7 15,0 2-4-15,0-1 0 0,-2-1 0 0,2 1 8 16,0-1-9-16,0-1 3 0,0 2-3 0,0 0 2 0,0-2 1 16,-3 1 1-16,3 1-3 0,-2 1 2 0,2-2-3 15,0 1 5-15,0-1-2 0,0-2 6 16,0 2-5-16,0 2-1 0,0 1-4 0,0-3-4 15,0 1 5-15,0-1 2 0,0 1 3 0,0-2 0 0,0-1-2 16,0 3 11-16,2 3-11 0,-4-4 0 0,2-1 3 16,0 2-3-16,0-2-3 0,0 1 3 0,0 1-2 15,0-3 1-15,0 3-3 0,0-1 0 0,0-2 6 16,0-1-1-16,0 4 1 0,2-2-3 0,-2-1-3 16,3 1 8-16,-3 0-6 0,0-1 3 0,0 0-10 15,0 0 13-15,2-1-2 0,-2-3 9 0,0 6-13 16,0-3 6-16,0-3-2 0,0 6-1 0,0-3 0 15,0-3 1-15,0 0-1 0,0 8 0 0,0-8-5 16,0 2 6-16,0-2-1 0,0 0-2 0,0 0 3 16,0 0-4-16,-2 6 6 0,2-6 7 0,-9 1-13 15,1 0-1-15,-3-1-26 0,-7 2-24 0,-6-1-40 16,-11-1-42-16,-5 1-51 0,-20 3-65 0,-1-3-107 16,-7 3-309-16,3 0-720 0,-2 0 319 0</inkml:trace>
  <inkml:trace contextRef="#ctx0" brushRef="#br0" timeOffset="-84515.1">28382 13081 301 0,'0'-7'381'16,"0"2"-2"-16,0 2 1 0,0-2-9 0,0-2-9 15,-1 2-14-15,1 1-22 0,0 4-25 0,-4-6-26 16,4 6-30-16,0-6-28 0,0 6-27 0,0 0-26 0,0 0-16 16,0 0-18-16,0 0-14 0,0 0-10 0,-7 15-11 15,5-5-7-15,0 0-13 0,-3 1-8 16,1 1-3-16,0 5-6 0,-2-4-8 0,2 4-3 15,2 0-5-15,-3 0-5 0,3 2-7 0,-2-4-23 0,2 3-28 16,1 2-33-16,1-5-44 0,1-1-41 0,-1-1-30 16,2 0-28-16,-1-2-34 0,2 0-59 0,1-2-60 15,0 1-293-15,1 1-694 0,3-3 307 0</inkml:trace>
  <inkml:trace contextRef="#ctx0" brushRef="#br0" timeOffset="-84233.89">28127 13456 25 0,'0'0'243'15,"0"0"13"-15,-5 2 9 0,5-2 6 0,0 0-3 16,8 6-2-16,-2-4-1 0,1 1-7 15,4 2-13-15,3-1-22 0,-1-3-10 0,9 3-29 16,-3 0-18-16,4-1-19 0,7-1-9 0,-5 2-19 0,5-1-12 16,-2 0-16-16,2 0-1 0,1 2-14 0,-10-2-29 15,3 0-32-15,-2 1-47 0,-2 0-40 0,1 0-41 16,-2-2-61-16,-7-1-61 0,8 4-69 0,-9-4-204 16,3 5-551-16,-3-2 244 0</inkml:trace>
  <inkml:trace contextRef="#ctx0" brushRef="#br0" timeOffset="-82870.88">28479 13936 191 0,'-1'-6'292'16,"1"6"2"-1,-2-5-13-15,2 5-8 0,0-5-24 0,0 5-8 16,2-4-15-16,-2 4-26 0,0 0-18 0,0 0-17 16,0 0-16-16,0 0-14 0,4-4-18 0,-4 4-7 15,0 0-14-15,0 0-10 0,0 0-9 0,5 10-6 0,-2-5-6 16,-2 1-15-16,2 1 3 0,0-2-10 15,0 3-3-15,-2-2-6 0,0 2 1 0,3 1-3 16,-2-2-10-16,2 2-1 0,-2-2 0 0,1 3 3 16,1-2-13-16,-4-1 9 0,3 0-3 0,-1-2-4 0,0 1-2 15,0 1-1-15,-1-3 17 0,3-2-22 0,-4 5 0 16,1-5 4-16,-1-2-3 0,0 4 1 16,0-4 4-16,8 3 0 0,-8-3-3 0,0 0-3 0,0 0 7 15,0 0 11-15,10-4 2 0,-10 4 8 0,4-5 7 16,-1 1 3-16,1-1 7 0,0 1 0 0,-3 0 1 15,5-2 5-15,-2 1 1 0,-1 1-1 0,-1-2-4 16,2-1-5-16,1 2-4 0,-2-1-6 0,1 3-5 16,1-2 1-16,-3 1-4 0,2 0-4 0,-1 2-6 15,0-1 2-15,-3 3-5 0,7-3-7 0,-7 3-9 16,0 0-4-16,9 0-11 0,-9 0 2 0,0 0-5 16,8 6 0-16,-5-4-7 0,1 3-9 0,-2-1-5 15,2 1 0-15,-3 2-5 0,4-4-4 0,-2 2 4 16,-2 2 1-16,2-2 2 0,-3-1-1 0,2 0 4 15,0 1 2-15,2-1 0 0,-4-2 5 0,2 2 0 16,-2-4 6-16,0 6 5 0,0-6 2 0,1 4 7 16,-1-4 5-16,0 0 1 0,4 1-1 0,-4-1 6 15,0 0 6-15,12-1 13 0,-12 1 11 0,9-5 7 0,-4 1 13 16,-1 2 6-16,0-1 12 0,7 0 2 16,-4 0 3-16,-2-2-2 0,2 0-1 0,1 2-2 15,-1 1-5-15,1-3 6 0,-1 2-5 0,1 0-3 0,-1 1-2 16,0 0-8-16,-2 0-3 0,3 2-7 0,-8 0-5 15,11 1-5-15,-11-1-3 0,10 3-4 0,-5 0-3 16,3 0-4-16,-2 4 2 0,-1-5-10 0,1 3 4 16,-1 1 0-16,3 2-4 0,0 0-11 0,-1-1-23 15,-3 3-20-15,6-3-44 0,-3 1-33 0,-3-2-35 16,4 3-37-16,-4-2-57 0,0-1-67 0,4 2-86 16,-4-4-241-16,0 1-698 0,3 1 308 0</inkml:trace>
  <inkml:trace contextRef="#ctx0" brushRef="#br0" timeOffset="-71824.74">24087 6074 299 0,'-15'-2'385'0,"3"-1"-19"16,1 2-5-16,2 1-4 0,2 0-41 0,0-1 1 15,7 1-1-15,-7 0 1 0,7 0 0 0,-8-1 0 16,8 1-10-16,0 0-10 0,0 0-27 0,-8-4-22 15,8 4-31-15,0 0-19 0,20-14-25 0,-1 6-20 16,3-1-15-16,11-1-16 0,5-1-12 0,0 1-11 16,15-3-12-16,-11 7-13 0,-4 0-11 0,6-2-9 15,10 2-11-15,-14 2-26 0,-2 2-20 0,0-5-25 16,-1 2-26-16,-5 0-32 0,3 2-20 0,-8-1-30 16,-6 0-20-16,-2 2-11 0,-5-1-13 0,-2 0-20 15,-2 0-27-15,-4 0-32 0,4 1-32 0,-5-2-38 16,1-1-47-16,-4 2-248 0,0-5-675 0,-1 5 299 0</inkml:trace>
  <inkml:trace contextRef="#ctx0" brushRef="#br0" timeOffset="-71547.82">24619 5760 27 0,'0'0'313'16,"-8"0"-11"-16,8 0-22 0,0 0-19 0,0 0-23 0,0 0-18 0,0 0-19 0,0 0-18 0,0 0-15 16,0 0-8-16,0 0-10 0,20 9-16 0,-10-5-17 15,1 1-2-15,5 0-20 0,-1 0-4 0,-1 1 7 16,1 2-22-16,2 1-11 0,-2 0-7 0,0 2-4 16,-5-2-8-16,-1 0-4 0,-1 0-5 0,-2 0-4 15,-1 2-7-15,-2-1-4 0,0 1-3 0,-2 1-5 16,-3 1-10-16,-3 0-38 0,0 1-24 0,-5 3-36 15,-2-1-38-15,-3-1-54 0,0 1-66 0,-8 4-231 16,1-4-522-16,-1 1 232 0</inkml:trace>
  <inkml:trace contextRef="#ctx0" brushRef="#br0" timeOffset="-70104.6">22151 6309 77 0,'2'-7'326'15,"-2"1"5"-15,0-1-4 0,0 1-1 0,0-1 5 0,-2 0-12 16,4 1-2-16,-2 0-11 0,0-4-18 0,0 8-4 16,0-3-19-16,0 1-18 0,0-1-21 0,0 5-22 15,0-4-20-15,0 4-26 0,0 0-23 0,0-5-17 16,0 5-13-16,0 0-14 0,0 0-5 0,4 19-8 16,0-6-10-16,-4 3-8 0,3 5-3 0,1 6-10 15,-4 1 1-15,0 3-9 0,1 0-5 0,1 5 0 16,-1-2-6-16,1-1-3 0,-1 5-5 0,3-1-3 15,-1-1-9-15,-2 3-4 0,-1-4 0 0,4-3-4 16,-1 1-4-16,-2-2-3 0,2-2-4 0,-2-1 0 0,2-7-1 16,-3-1-7-16,1-2-12 0,2-4-17 15,-3 0-7-15,2-2-13 0,0-2-16 0,-2-1-10 16,4-3-3-16,-2 1 6 0,-2-3 15 0,0-2-38 0,0-2-42 16,0 0-48-16,10-1-57 0,-5-6-61 0,0 2-322 15,-1-4-695-15,3-2 307 0</inkml:trace>
  <inkml:trace contextRef="#ctx0" brushRef="#br0" timeOffset="-69792.1">22416 6431 42 0,'2'-8'298'0,"0"-2"-5"0,-2 3 2 16,3 0-3-16,-2-1-3 0,-1 5-10 0,1-2-19 16,-1 0-30-16,0 5-26 0,0-6-18 0,0 6-33 15,0 0-12-15,0 0-15 0,0 0-9 0,-9 12-12 16,7-6-12-16,-2 4-9 0,3 0-12 0,-6 4-8 16,5-1-7-16,0 3 15 0,-2 0-23 0,1 2-9 15,-1-2-2-15,3 2-2 0,2 0-5 0,2-1-5 0,1-1-5 16,-3-3-9-16,2-2-8 0,0 2-5 15,3-2-29-15,-3 1-22 0,1-2-20 0,0-1-31 16,2-3-36-16,-5 0-38 0,3-1-49 0,1-4-58 0,-5-1-204 16,9 0-528-16,-9 0 234 0</inkml:trace>
  <inkml:trace contextRef="#ctx0" brushRef="#br0" timeOffset="-69478.07">22353 6397 52 0,'-1'-5'289'0,"1"5"-12"0,-3-4-14 16,3 4-13-16,-1-5-19 0,1 5-20 0,4-6-20 15,-2 5-18-15,-2 1-20 0,10-2-14 0,-3 2-16 16,-7 0-10-16,15 3-12 0,-3 1-9 0,0-1-11 16,1 0-14-16,-2 2-1 0,3 3-4 0,-1-1-11 15,3 3 0-15,-4-2-9 0,-1 2-4 0,3 1-4 16,-5-2 3-16,1 1-12 0,-4 2-5 0,1-1 1 15,-4-1-4-15,5 3-1 0,-8-1-2 0,3-1-1 16,-3 2-3-16,-3-1 0 0,-2-2-1 0,-2 1-2 16,0-3 3-16,-4 5-1 0,-2-3-1 0,-5 0 0 0,4 1 0 15,3-4 2-15,-1-1-1 0,-4 2-2 0,1-1-4 16,3-1-9-16,3 1-16 0,0-2-29 16,2-3-24-16,0 2-34 0,1 1-32 0,4-1-30 0,-3-3-37 15,5-1-232-15,0 5-477 0,0-5 212 0</inkml:trace>
  <inkml:trace contextRef="#ctx0" brushRef="#br0" timeOffset="-69071.82">22656 6733 126 0,'0'0'265'0,"0"-4"-19"0,0 4-15 0,0 0-24 16,0 0-21-16,0 0-20 0,0 0-5 0,0 0-6 15,0 0-12-15,-14 10-11 0,12-5-11 0,1-1-10 16,-2 1-8-16,-2 1-3 0,3 3-3 0,-1 0-4 16,2 2-8-16,-4-1 2 0,1-1-12 0,2 2-11 15,2 1-5-15,0 1-6 0,-2-2-5 0,2 1-3 16,0-3-3-16,2 3-7 0,-2-4-1 0,0 4-3 16,6-3 4-16,-4-1-8 0,2 1-1 0,-1-3-5 15,1 1-5-15,3-1-9 0,0-3-26 0,2 1-33 16,-2-1-41-16,4 0-48 0,1-2-46 0,-1-2-60 15,0 0-202-15,1-4-487 0,-1 1 215 0</inkml:trace>
  <inkml:trace contextRef="#ctx0" brushRef="#br0" timeOffset="-68853.06">22601 6816 103 0,'-6'0'247'0,"0"-1"-11"0,6 1-9 0,-7-3-4 15,7 3-3-15,0 0-15 0,-7 0-11 0,7 0-8 16,0 0-15-16,0 0-15 0,0 0-16 0,0 0-14 16,0 0-11-16,0 0-12 0,26-1-9 0,-17 1-15 15,3 0-12-15,-1 0-28 0,2 0-28 0,0-1-31 16,-2 1-41-16,0-2-34 0,3 2-36 0,-2-1-36 16,-3 1-46-16,-2-1-164 0,0 1-406 0,-2-2 180 15</inkml:trace>
  <inkml:trace contextRef="#ctx0" brushRef="#br0" timeOffset="-68196.81">22740 6816 92 0,'0'0'107'0,"0"4"9"0,0-4 5 0,0 0 0 0,-2 5 1 15,2-5 1-15,2 4 7 0,-1 0 2 16,3-2-8-16,-3 2-3 0,2-2-6 0,1 3-8 16,-1-2-7-16,1 2-6 0,1 0-6 0,1 3-17 0,0-4-2 15,1 4-5-15,0 1-6 0,-1-3-7 0,1 3-7 16,-2-4-3-16,0 3-5 0,-1-2 0 15,0 1-4-15,-1-2-6 0,-1-2-11 0,-1 1 6 0,0 2 3 16,-1-6-3-16,-1 6-3 0,1-6 1 0,-4 5-1 16,0-4 0-16,4-1-2 0,-10 0 12 0,10 0 15 15,-13-2 7-15,7-1 9 0,1 1 5 0,-1 0-1 16,3-1-3-16,-2-3-1 0,2 1-4 0,2 0-7 16,1 0-6-16,1-2-5 0,1 0 2 0,3 1-11 15,5-1-5-15,-1-2-5 0,3 3-5 0,1-1-5 16,4 1-7-16,1 2 2 0,-3-2-4 0,-1 4 2 15,-1-1-1-15,1 1 0 0,-2 0 3 0,3 1-5 16,-4 1 1-16,-3-2-2 0,1 2 1 0,0 0-2 16,-9 0-3-16,8 2-1 0,-8-2 4 0,8 1-4 15,-8-1 1-15,1 4 1 0,-1-4 1 0,0 5-3 16,0 0 1-16,0-5 4 0,-6 4-2 0,4-2 3 16,-2 2-2-16,0 2 5 0,3-1-5 0,-2-3 1 0,0 3 2 15,0-1-1-15,-1-2-1 0,4 3-4 0,0-5 5 16,-5 3 4-16,5-3-1 0,0 0 3 15,0 8-3-15,5-7 3 0,-5-1 0 0,7 2-2 16,-1 1 1-16,1-1-3 0,0-1 1 0,2 0-1 0,-1-1 3 16,2 2-1-16,-1-2-2 0,-1 1 3 0,-1 0-3 15,1-1 3-15,-1-1-5 0,-7 1 4 0,12 1-1 16,-12-1-2-16,6-1 4 0,-6 1 1 0,8 1-2 16,-8-1 6-16,0 0-7 0,0 0-2 0,7 1 1 15,-7-1-2-15,0 0-1 0,0 0 0 0,2 3 0 16,-2-3-1-16,0 0 0 0,0 0 1 0,3 3-2 15,-3-3 1-15,0 0 4 0,0 0-1 0,0 0-2 16,0 0 3-16,3 3-1 0,-3-3 3 0,0 0 0 16,5 2 2-16,-5-2 4 0,0 0-6 0,0 0 3 15,9-1 0-15,-9 1 3 0,10-4-1 0,-6 2-3 16,3 0-1-16,-3-1 1 0,-1 2-2 0,5-2 1 16,-4 1-2-16,0-1 4 0,0 0-6 0,2 1-16 15,-6 2-26-15,5-5-42 0,-2 4-41 0,-3 1-48 0,7-3-65 16,-7 3-185-16,2-4-459 0,-2 4 203 15</inkml:trace>
  <inkml:trace contextRef="#ctx0" brushRef="#br0" timeOffset="-68040.56">23067 6803 284 0,'-3'-5'309'0,"2"2"-26"0,-2 1-22 0,2-3-21 15,1 5-24-15,-3-7-22 0,3 7-22 0,0-5-20 16,0 5-36-16,4-5-45 0,-1 3-48 0,1 1-58 16,-4 1-61-16,10-2-56 0,-1 0-188 0,2 2-368 15,-1-1 163-15</inkml:trace>
  <inkml:trace contextRef="#ctx0" brushRef="#br0" timeOffset="-67728.05">23394 6295 224 0,'-2'-8'420'0,"2"2"0"0,-4 0-6 16,4 0-13-16,0 1-28 0,0 5-38 0,0-5-36 16,0 5-31-16,0 0-33 0,-2-5-30 15,2 5-20-15,0 0-25 0,0 0-11 0,0 0-15 0,0 16-12 16,2-5-17-16,-2 1-4 0,6 4-11 0,-4 0-11 15,1 4-8-15,1 7-12 0,0-7-3 0,2 10-1 16,-2-2-9-16,1 0-2 0,-1 4-4 0,0 0-4 16,2 3-5-16,-1 2 8 0,1-1-12 0,0 2 1 15,4 11-2-15,-3-15-4 0,-2 1-3 0,1-2-29 16,0-1-32-16,1 0-47 0,0-1-42 0,-3-3-32 16,2 0-44-16,-2-7-65 0,-2-3-78 0,0 0-326 15,-1-7-732-15,3-1 324 0</inkml:trace>
  <inkml:trace contextRef="#ctx0" brushRef="#br0" timeOffset="-64930.9">21046 6621 86 0,'0'-2'328'15,"0"2"-14"-15,0-5-30 0,0 5-32 0,0 0-26 0,0 0-26 16,-3-5-21-16,3 5-20 0,0 0-17 0,0 0-15 15,0 0-10-15,-2 15-14 0,4-9-8 0,-2 1-9 16,2 1-8-16,-2 3-7 0,1-1-7 0,2 2-8 0,-1 2-6 16,1-4 6-16,-2 0-12 0,2 0-3 15,1 0-6-15,-1 1-2 0,0-1-10 0,-2-4 5 16,-1-1-1-16,3 1-1 0,-2-2-2 0,1-1-2 0,1 0 6 16,-3-3 25-16,5 6-13 0,-5-6-3 0,0 0-1 15,0 0-5-15,11-10-4 0,-7 5 2 0,1-2 3 16,-1 0-5-16,3 2 5 0,0-3 7 0,0 1 3 15,-2-2 14-15,-1 3-11 0,-1-2-9 0,4 3-1 16,-3 0 2-16,1 0-3 0,-1 2-5 0,-1 0-3 16,0 1-4-16,-3 2-1 0,4-6-10 0,-4 6 3 15,0 0-6-15,7 0-2 0,-7 0 1 0,4 6-6 16,-2-4-6-16,0 4 3 0,1-1-5 0,-2 0 2 16,3-2-1-16,-3 2-8 0,-1 2 7 0,3-3-4 15,0-2 7-15,-3-2 9 0,1 8-7 0,1-4-4 16,-2-4 5-16,3 2 16 0,-3-2 13 0,0 0-14 15,0 0 0-15,14-5 15 0,-7 0 13 0,-3 0 4 16,3 1 12-16,-2-1 12 0,2-5 7 0,1 2 8 0,0 0 5 16,-4 2 1-16,3 1-3 0,-3 0 5 15,1 1-3-15,1-1-8 0,-3 1-11 0,2 0-2 16,-2 3-17-16,-2-3-6 0,-1 4-7 0,5-3-14 0,-5 3 3 16,0 0-7-16,0 0-3 0,8 5-5 0,-7-1-15 15,-1 0-14-15,4 1-19 0,-2 2-11 0,0 0-34 16,2 2-8-16,3 1-25 0,-3 0-13 0,2 0-26 15,-1-2-16-15,2 3-33 0,0-2-50 0,1 0-54 16,2-2-60-16,0-2-235 0,1 1-650 0,0-1 288 16</inkml:trace>
  <inkml:trace contextRef="#ctx0" brushRef="#br0" timeOffset="-64712.15">21610 6669 33 0,'0'0'348'0,"0"0"-6"0,0 0-14 16,0 0-9-16,-1-4-26 0,1 4-11 15,0 0-20-15,0 0-23 0,0 0-25 0,0 0-19 16,0 0-21-16,10-3 2 0,-5 3-34 0,-5 0-16 0,16 3-9 16,-5-2-24-16,3 1-32 0,0-1-44 0,1 0-36 15,4 0-42-15,-6 2-53 0,2 1-56 0,5 1-61 16,-6-3-67-16,-1 1-180 0,0 0-519 0,-2 2 230 15</inkml:trace>
  <inkml:trace contextRef="#ctx0" brushRef="#br0" timeOffset="-64540.27">21692 6800 155 0,'-7'4'235'16,"2"0"-1"-16,-1-1-4 0,2-1-2 0,-1 0 2 15,5-2 3-15,-4 5-2 0,4-5 4 0,0 3 7 16,0-3-9-16,9 7-14 0,-2-4-24 0,6-2-24 15,7 3-12-15,4-2-17 0,6 2-56 0,1 0-53 16,3 0-91-16,3 1-96 0,-3 1-123 0,0 0-224 0,3-3-542 16,0 4 240-16</inkml:trace>
  <inkml:trace contextRef="#ctx0" brushRef="#br0" timeOffset="-55702.85">18508 4609 151 0,'-1'-4'338'0,"2"-1"-8"15,-1 1-18-15,0 4-18 0,0-6-24 0,0 6-30 16,0-5-19-16,0 5-24 0,0 0-17 0,0 0-26 16,0 0-13-16,0 0-26 0,0 0 8 0,0 0-28 15,0 0-12-15,0 0-5 0,0 21 3 0,0-14-16 16,1 0 0-16,2 5-17 0,-1-2-4 0,0 2-5 16,-2 0-1-16,3-2-8 0,-3 2-5 0,4 1 4 15,-4-2-3-15,0-2-3 0,5 2-6 0,-5-4-4 16,0 1 1-16,0-2-6 0,3 1 3 0,-3-2-6 15,0 0 4-15,4-1-1 0,-4 1-2 0,0-5 6 16,3 5 9-16,-3-3 16 0,0-2 7 0,0 0-7 0,0 0 5 16,0 0-3-16,8-8-7 0,-4 4 6 0,2 0-15 15,-2-1-1-15,-2 0 1 0,4 0-11 16,-1-2 10-16,-2 2-19 0,4 1 14 0,-3 0-3 16,0 1 4-16,-1 0-8 0,1-1 1 0,-4 4-4 0,3-4-11 15,-3 4 4-15,5-2 0 0,-5 2-3 0,0 0-12 16,0 0 2-16,15 5-15 0,-12-1 0 0,-1 0 1 15,5 2 1-15,-5-2 11 0,3 2-8 0,-1 1 1 16,1-1 1-16,0-1 1 0,-3 2 2 0,1-2 1 16,1-2 1-16,0 1 3 0,-1-1 1 0,1 0 5 15,-2-1-2-15,1 1 9 0,-3-3-4 0,0 0 10 16,0 0 4-16,17-5 13 0,-12-1-4 0,-2 2 17 16,4-1 2-16,-2-1 7 0,2 1 14 0,-2-3 8 15,2 3 5-15,-3-4-8 0,4 4 6 0,-2-1 1 16,-1 0-7-16,1 1 2 0,-2-1-5 0,1 0-2 15,-1 1 2-15,2 2-14 0,-3 0-6 0,2-2-3 16,-4 3-5-16,5-1-3 0,-3 0-8 0,-3 3-2 16,0 0-3-16,9-1-4 0,-9 1-4 0,0 0-15 0,11 4-11 15,-8-1-15-15,2 2-20 0,2-2-20 16,-3 1-20-16,0 2-17 0,2 0-23 0,-1 3-19 16,-1-3-27-16,3 1-25 0,-5 0-44 0,4 1-32 0,-1 1-58 15,1-1-218-15,-2-1-599 0,4 1 265 0</inkml:trace>
  <inkml:trace contextRef="#ctx0" brushRef="#br0" timeOffset="-55484.1">19062 4771 346 0,'-2'-5'346'0,"2"5"-8"0,0 0-20 15,0 0-21-15,2-5-25 0,-2 5-24 0,0 0-27 16,0 0-32-16,0 0-12 0,0 0-18 0,0 0-21 15,0 0-15-15,0 0-10 0,0 0-11 0,2 13-11 16,1-8-8-16,0 0-18 0,0 3-17 0,1-3-15 16,4 2-15-16,-4 2-28 0,1-2-28 0,1 1-33 15,-1 2-36-15,5-1-41 0,-4-2-34 0,3 1-50 16,3-3-53-16,-7-2-157 0,2 2-480 0,1-3 213 16</inkml:trace>
  <inkml:trace contextRef="#ctx0" brushRef="#br0" timeOffset="-55109.09">19282 4742 242 0,'-1'-4'284'0,"1"4"-9"0,-2-5-21 0,2 5-19 15,0 0-24-15,0 0-27 0,0-5-20 0,0 5-17 16,0 0-13-16,0 0-18 0,0 0-7 0,-2 14-12 16,3-8-8-16,0-1-9 0,-1 2-7 15,0 1-6-15,0 2-8 0,3-2-7 0,-3 0-5 0,3 2-2 16,-3-2-5-16,1 2-6 0,-1-2 2 0,4-2-13 15,-4 2-2-15,0-3-5 0,5 0-2 0,-5 0 0 16,0-1 2-16,0-4-3 0,2 4 1 0,-2-4-1 16,0 0 0-16,0 0-3 0,0 0 4 0,12-8 0 15,-9 2 9-15,1 1 13 0,4 1 8 0,-4-2 12 16,2-1 10-16,3 3 4 0,-5-5 12 0,3 4 0 16,-2 1 8-16,0-2-7 0,0 1-1 0,-1 1-5 15,2 2-2-15,-1-2-16 0,0 1-2 0,-1 0-11 16,1 2-6-16,-5 1-1 0,0 0-5 0,13 4-4 15,-10-1-7-15,5 1-1 0,-4 0-5 0,2 0-3 16,-1 1-3-16,3 3 0 0,-3-1 0 0,4 1-6 16,-5-1-12-16,3 1-20 0,-3-3-18 0,0 3-22 15,1-1-17-15,-2-3-23 0,0 3-32 0,-1-2-37 16,1 0-38-16,-3-1-41 0,4 0-44 0,-4-4-224 0,4 1-566 16,-4-1 251-16</inkml:trace>
  <inkml:trace contextRef="#ctx0" brushRef="#br0" timeOffset="-54921.59">19258 4534 180 0,'-2'-6'462'0,"-2"2"-35"0,4 0-27 16,0-3-34-16,0 7-32 0,0-6-34 0,0 2-23 0,0 4-36 15,0-6-24-15,0 6-28 0,0 0-28 0,4-3-57 16,-4 3-62-16,0 0-57 0,0 0-62 0,11 8-72 15,-7-3-77-15,-1-1-93 0,0 3-167 0,-2-2-526 16,0 0 233-16</inkml:trace>
  <inkml:trace contextRef="#ctx0" brushRef="#br0" timeOffset="-39502.6">21836 7889 134 0,'0'-5'195'0,"0"1"-4"0,0 4-17 0,-2-8-7 15,0 4-6-15,2 1-14 0,0 3-7 0,-4-5-6 16,4 5-9-16,-3-4-10 0,2 0-5 0,1 4-15 16,-8-4-7-16,5 1-9 0,-1 1-9 0,-1-1-9 15,-1 2-5-15,-1 0-7 0,7 1-4 0,-16 0-5 0,5-1-5 16,-1 2 0-16,1 0-9 0,-4 2-4 16,2-1 3-16,-4 2-6 0,1-2 0 0,-3 4 7 15,1-1-10-15,-2 1 0 0,0 2-1 0,0 0-1 0,1-1 0 16,0 4 0-16,-1-2 0 0,0 4-3 0,3 1 1 15,-2-1 2-15,5 1-2 0,-2 2 3 0,1 1 3 16,-4 3 3-16,7-3-1 0,1-1-5 0,0 2 2 16,3 0-1-16,1-1 1 0,-1 1-2 0,4 0-4 15,1 0 4-15,-1 2-1 0,1-2 0 0,2 4-6 16,-2 4 6-16,2 1-2 0,1-6-3 0,0 0-1 16,1 5 2-16,-1-6-4 0,0 0 2 0,3 2 1 15,-2-1-4-15,2 7 5 0,0-2-3 0,-2-5-1 16,2 1 2-16,0 3-5 0,-2-3 3 0,7 5-1 15,-1 1 1-15,-4-1-3 0,4 0-1 0,-1 0 1 16,0-1 4-16,3 1-3 0,-3 1-1 0,3 0 3 16,-2 0-5-16,4-2 0 0,-3-1 2 0,-4 2-1 0,3 2 3 15,0-3-4-15,-2 1 2 0,3 0-2 0,-1 2 0 16,-3 2 1-16,2-2 0 0,0 3 0 16,-4 2-1-16,-1-2 2 0,1 0 0 0,2 1-3 15,-2-1 1-15,0 1 3 0,2 0-3 0,-3 1 2 0,-1-2-4 16,3-2 0-16,-3 1 2 0,5 0-1 0,-5-4 3 15,0 1-3-15,0-3 0 0,-4-1 0 0,3-5 2 16,1 0-3-16,-3 2 1 0,3-5 0 0,-2 1-4 16,-3 1 5-16,3 1-3 0,0-7 4 0,-2 4 0 15,1-3 1-15,-2-3-1 0,-2 4 2 0,3-2-2 16,-3-2-2-16,0 3 3 0,1-3 0 0,-4 1-3 16,3 0 0-16,1-1 1 0,-4 3-3 0,1-1 3 15,-4 3 2-15,-1-4 5 0,-2 1-8 0,0 1 1 16,-2-4 2-16,1 2 3 0,-5 0-2 0,3-4 1 15,-6-1-4-15,2 0 3 0,-6 0-3 0,0 0 1 16,-1 1-1-16,8-2 2 0,2-1-3 0,-3-2 0 16,3 1-1-16,2 0 2 0,4-2 2 0,3 0-2 0,2 0-2 15,0 1-1-15,1-1 1 0,8-1 0 0,-8 2 0 16,4-2 0-16,4 0 1 0,0 0 0 16,0 0 6-16,3 8-3 0,2-4-2 0,3-3 1 0,3 2 2 15,-3 2-5-15,6 1 0 0,-2-2 2 0,-1-2 1 16,5 3-1-16,-5 1-6 0,4-1 8 0,3 0-3 15,-6 4 1-15,2-4-1 0,-2 3 1 0,0-2 2 16,6 2-6-16,-7 1 0 0,3 1 2 0,0-2 1 16,0 3 4-16,1 1-4 0,-6-5 1 0,2 3 1 15,2-3-3-15,-4 4 0 0,-1-3-1 0,3 3 3 16,-3-2 0-16,-1 0 0 0,1-3-6 0,-1 2 6 16,-3-2-3-16,2 1 1 0,-2-1 0 0,0 1 1 15,-3-2 2-15,3 1-1 0,-4-1-1 0,0 2 0 0,0-2-2 16,0-2 3-16,0 3-4 0,0-1 4 15,-4 0 3-15,4-2-4 0,0 2 0 0,0 1 1 16,-1-1 1-16,-2 0-5 0,0 1 7 0,1-2-3 0,-1 3-3 16,0-1 0-16,0 1 3 0,2-2 0 0,-2 1 0 15,-1 1-1-15,3-2 1 0,0 2-5 0,-1 0 6 16,-2-2-1-16,4 4-2 0,-1-1 1 0,1-2-1 16,-3 1 1-16,2 0 2 0,1-1-2 0,-2 0-1 15,1 1 1-15,2 2-1 0,-1-1 3 0,0-2-2 16,0 2-2-16,2-1 4 0,-4-1 2 0,2 0-3 15,2 2 0-15,-4-1 0 0,4 1 2 0,-1 0-2 16,-1-1-1-16,0 1 3 0,0-1-3 0,3 3 3 16,-3-2-3-16,1 2 0 0,-1-2 0 0,0-1 2 15,2 2 0-15,0 4 0 0,1-4-6 0,-2 1 4 16,2 0 3-16,-2 0 0 0,-1 2-2 0,3 1-3 16,-3-2 4-16,1 4 0 0,2-4-3 0,-3 2 7 15,-3 0-6-15,6-1 2 0,-6 1-1 0,3 0 1 16,0-2 2-16,0 6-5 0,-1-4 5 0,-2 1-3 15,-1 1-1-15,3 1 0 0,0-5 2 0,-1 2-5 16,-2 1 5-16,3 1-5 0,-3-1 3 0,1 0 2 0,2-1 0 16,-1-1 1-16,-1 1 0 0,2 0-3 0,-2-1 1 15,2 0-1-15,-3-1 1 0,3 4 2 16,-2-5-1-16,0 1 0 0,-1 2-2 0,1 0 4 0,2 0-4 16,-2-1 2-16,1 0 0 0,-3 0-2 0,1-1-1 15,-2 1 0-15,0-1 3 0,2 2 0 0,-3-1-1 16,0 1 0-16,-1 2-3 0,2-1 3 0,0-2 4 15,1 2-4-15,-3-1-2 0,4-1 1 0,-2 1 0 16,1 0 1-16,-1 0 3 0,1 2-3 0,-1-2-1 16,1 2 0-16,1-2-1 0,-2 1 2 0,3 3 4 15,-1-1 2-15,0 0-1 0,-1 0 0 0,1 1 3 16,1 1 7-16,-1 0-7 0,1 0 5 0,-1 0-4 16,0 1 2-16,1-1-2 0,1 0-2 0,-5 0 0 0,4 0-2 15,-1-1 2-15,1 1 2 0,-1 0-6 16,0 3 2-16,0-3 0 0,0 0-1 0,-1-3 0 15,3 2 1-15,-2 1 3 0,0-2-5 0,3 1-2 16,-2-1 1-16,0 1 0 0,-1-4 0 0,4 2-2 0,-3-1 0 16,-2-2-1-16,5 6 3 0,-1-6-3 0,-3 5 3 15,2-4 7-15,0 0-14 0,0 0 8 16,-2-2-2-16,3 1-1 0,-3-1-3 0,2 1 2 0,-2-1 4 16,0 2-7-16,4-2 0 0,-1 0 5 0,-2-1-5 15,-2 2 4-15,3-2-5 0,0-1 2 0,2 2 2 16,-2 0 1-16,-1-1 1 0,3-1-2 0,-1 0-1 15,-2-1-1-15,1 0 5 0,0 4-5 0,2-3 2 16,-1 1 4-16,-2-1-4 0,3 0-1 0,-2-3 3 16,2 8 0-16,-2-3-3 0,2-1-1 0,0-1 0 15,-2 3 4-15,0-1-2 0,1-1 4 0,1 0-2 16,-2 3-4-16,2-1 1 0,0 1-1 0,-1 0 1 16,0-4 0-16,-1 3 1 0,2 3 1 0,2-4-1 0,-4 2 0 15,2 1 0-15,2-3 0 0,-4 3-1 16,4-1 1-16,-4 4-1 0,1-3-1 0,1 4 1 15,-3-1 3-15,2-5-2 0,1 6 0 0,-2-5 0 0,2 5 1 16,-1-1-2-16,-2-1-1 0,3 2 4 0,-1-1-3 16,1-1 0-16,-4 2-2 0,4 1 4 0,-3-1-2 15,3 0-2-15,-2 0 3 0,2 2-1 0,-2-2 5 16,2 1-7-16,0-1 0 0,0-2 4 0,0 3 1 16,0-1 0-16,0 0-4 0,2 0-1 0,-2 1 4 15,0 1-4-15,0-4 3 0,0 2 1 0,2 0-2 16,-2 2 6-16,0-3-5 0,0 5 0 0,2-4-2 15,-1 1 3-15,0 0-3 0,2-2 0 0,1 2 2 16,-4 1-1-16,1-2 0 0,-1 0 10 0,2-1-8 16,-2 1-6-16,1-1 2 0,2 0 2 0,-2 0 0 15,2-2 0-15,-2 0 0 0,1-2-2 0,-1 3 1 16,1-2-1-16,0 0-2 0,0-1 4 0,0 0 4 0,2 1-5 16,-1-1 1-16,1-3-3 0,-3 2 3 0,2-1 3 15,-1 1-5-15,0-1 4 0,1-1-1 16,1 4 2-16,-1-6-1 0,-2 3 1 0,4 0-1 15,-3-2-3-15,-1 2 6 0,2-3-3 0,1 1-4 0,-4-1 3 16,3 0-4-16,-2-1 3 0,-1 1 0 0,2 0 0 16,0-2 1-16,-2 1 2 0,2 0 5 0,0-2-9 15,-2 2 4-15,3 0-5 0,-3-1 0 0,0 0 1 16,0-1 2-16,3 0-3 0,-3 0 2 0,0 2-1 16,2-2 2-16,-2 0 0 0,0 1 1 0,0-2 1 15,0 1-2-15,0 0 0 0,0 0 1 0,0-1-1 16,0 3-1-16,0-4 1 0,0-3 0 0,-2 10 0 15,-1-5 3-15,3-2-5 0,0-3-1 0,0 8 4 16,0-5-2-16,0-3 0 0,-1 7 1 0,1-3 0 16,0 0 1-16,0-4-1 0,0 5 1 0,0-5-3 15,-2 4 2-15,2-4 0 0,0 6 1 0,0-6-1 16,0 5-1-16,0-5-1 0,2 5 6 0,-2-5-7 16,-2 5 4-16,2-5-1 0,0 0 1 0,0 3 1 0,0-3-1 15,0 0-4-15,-2 5 2 0,2-5 2 16,0 0 0-16,0 0 0 0,0 0-2 0,0 0-3 15,2 6 5-15,-2-6 1 0,0 0-3 0,0 0 2 0,-4 4-1 16,4-4 2-16,0 0-2 0,2 4-2 0,-2-4 4 16,0 0 1-16,0 0-4 0,2 7 2 0,-2-7-6 15,0 0 2-15,-2 3 4 0,4 2 3 0,-2-5-2 16,0 0-3-16,0 0-2 0,0 3 3 0,0-3-1 16,0 0 2-16,0 0 2 0,0 0 3 0,0 0 0 15,0 0 8-15,-2 4 7 0,2-4 3 0,0 0 8 16,0 0-3-16,0 0-2 0,0 0 2 0,0 0-1 15,0 0-3-15,0 0-1 0,0 0 11 0,0 0-18 16,0 0-4-16,0 0 0 0,0 0 4 0,0 0-4 16,5-12-4-16,-5 12 2 0,0 0-11 0,0-7-16 15,3 4-30-15,-1 0-40 0,-2-1-45 0,3 1-73 16,1-3-73-16,3 0-244 0,1-3-563 0,2 3 249 16</inkml:trace>
  <inkml:trace contextRef="#ctx0" brushRef="#br0" timeOffset="-38134.99">21001 12109 47 0,'-11'3'122'16,"7"-2"-4"-16,0 0 6 0,-1 2 2 0,-1-2 1 15,6-1 0-15,-7 4-6 0,3-2-2 0,-1 1-3 16,2 0-2-16,3-3-7 0,-7 2 3 0,5 1-3 15,2-3-3-15,-4 4-3 0,4-4-3 0,-3 3 2 16,0 1-2-16,3-4-2 0,0 4 5 0,0-4 8 16,1 5-4-16,-1-5-4 0,5 5-6 0,0-1-1 15,1-1-5-15,3 1-7 0,2-4-5 0,1 4-5 16,4-1-8-16,-2-2-2 0,8 2-9 0,-2-2-6 0,1 2-2 16,10 0-2-16,-8-2-9 0,0-1-4 15,7 1-2-15,-7-2-4 0,-4 2-1 0,3-2-5 16,-7 1 2-16,5 0-2 0,-7 0-3 0,0-2-3 0,-6 0 4 15,3 2-3-15,-4-2 1 0,1 1 3 0,-7 1 13 16,11-1 5-16,-11 1 3 0,12-1-1 16,-12 1 2-16,6-2 3 0,-6 2-5 0,5-1 5 0,-5 1-8 15,6-3-14-15,-6 3 7 0,4-2-3 0,-4 2 1 16,0 0-3-16,5-1-2 0,-5 1-6 0,0 0 5 16,8-1 2-16,-8 1-4 0,0 0-2 0,0 0-8 15,0 0 1-15,0 0 1 0,4-1-1 0,-4 1-3 16,0 0 2-16,0 0-6 0,0 0 0 0,0 0 4 15,0 0-3-15,0 0-1 0,-21 2 0 0,14-1 1 16,0-1 2-16,-5 2 5 0,-2-2-13 0,2 0-14 16,0 0-17-16,-6 0-25 0,3-2-29 0,-3 1-29 0,6 0-35 15,-2 0-44-15,-2-2-54 0,5-4-60 0,-4 1-206 16,3 2-558-16,4-4 247 0</inkml:trace>
  <inkml:trace contextRef="#ctx0" brushRef="#br0" timeOffset="-37345.41">20012 10049 171 0,'-10'-2'279'16,"-1"1"0"-16,4 1 0 0,-3-2-4 0,4 2 6 15,-3 0-7-15,9 0-3 0,-9-2-18 0,9 2-3 16,-11 0-16-16,11 0-9 0,-4-2-10 0,4 2-4 16,0 0-22-16,0 0-12 0,0 0-13 0,0 0-7 15,16-2-14-15,-1 0-10 0,15-1-13 0,0-1-14 0,6 0-10 16,1 2-10-16,1-1-13 0,2-2-2 0,-2 1-6 15,0 0-4-15,0 0-9 0,-4 0-3 16,0-2-10-16,-11 5-3 0,7-2-3 0,-7 0-5 0,-5-1 0 16,2-1-5-16,-6 4-3 0,-3-1-13 0,-3-1-19 15,-2 1-21-15,-1 2-37 0,1-1-24 0,-6 1-37 16,9 0-30-16,-9 0-24 0,0 0-24 0,0 0-19 16,0 0-19-16,0 0-18 0,0 0-27 0,0 0-36 15,0 0-205-15,0 0-578 0,-20 3 255 0</inkml:trace>
  <inkml:trace contextRef="#ctx0" brushRef="#br0" timeOffset="-36985.92">20427 9855 5 0,'0'0'353'0,"-2"-2"-3"0,2 2-18 0,0 0-13 16,-3-4-17-16,3 4-21 0,0 0-27 0,0 0-23 16,0 0-20-16,0 0-25 0,0 0-18 0,0 0-15 0,0 0-13 15,0 0-14-15,0 0-15 0,17 8-7 16,-7-2-12-16,0-2-10 0,4 4-6 0,-3-1-6 15,3-2-11-15,5 6-5 0,1-1-5 0,-3 0 1 0,-1 2-2 16,-4-3-20-16,3 2 0 0,-4-2-6 0,1 4 1 16,-4 2-28-16,1-3-14 0,-5 0-30 0,-3-1-18 15,3 2-20-15,-8-1-28 0,3 1-36 0,-9 4-60 16,2-3-70-16,-7 1-273 0,1-2-600 0,-4 0 265 16</inkml:trace>
  <inkml:trace contextRef="#ctx0" brushRef="#br0" timeOffset="-29345.16">21023 5274 132 0,'0'0'164'0,"-8"0"-1"0,8 0-4 16,0 0-7-16,-12 0-12 0,12 0-10 0,-6 0-10 16,6 0-1-16,0 0-5 0,-8-1-4 0,8 1-10 15,0 0-6-15,-9 0-6 0,9 0-9 0,0 0-8 16,0 0-7-16,0 0-5 0,0 0-5 0,0 0-4 15,-10 0-5-15,10 0-3 0,0 0-4 0,0 0 1 16,0 0 5-16,0 0-3 0,0 0-3 0,0 0-2 0,0 0 8 16,1 5 5-16,-1-5-2 0,0 0 0 0,9 6 5 15,-3-4-1-15,6-1-5 0,2 2-2 0,5-1-4 16,4 1-3-16,10-1-6 0,-2 1 0 0,6 0-5 16,-2-1-3-16,2 0-2 0,2 0-1 0,-2-1-1 15,3 0-1-15,-1 1-3 0,3 0-1 0,-2-1-1 16,2 1-5-16,-3 0-1 0,-1 0 3 0,3 0-2 15,-1 0-1-15,0 1-4 0,-3-1 4 0,1-1 1 16,2 0-4-16,-1 0 1 0,-5 1-1 0,1-1-1 16,-3 0-1-16,0 0-1 0,1 1 1 0,-2-2 1 15,-8-2-1-15,0 2 1 0,-1 2-4 0,1-2 7 16,-1 3-5-16,-5-6 1 0,2 3 1 0,-6 0 3 16,2-2 6-16,-3 2 4 0,-1 2 4 0,-3-4 2 15,-1 1 2-15,2 1-3 0,-9 0-2 0,10-1 0 16,-4 1 0-16,-6 0-1 0,7-1-3 0,-7 1-3 15,8 1 5-15,-8-1-8 0,0 0 2 0,9-1 0 16,-9 1-2-16,0 0 3 0,6-2-6 0,-6 2-1 16,0 0-2-16,0 0 4 0,0 0-2 0,0 0 1 0,0 0-8 15,0 0 7-15,0 0-3 0,0 0 3 16,6 2-6-16,-6-2-1 0,0 0-5 0,0 0-12 16,0 0-16-16,0 0-24 0,0 0-31 0,0 0-51 0,0 0-69 15,0 0-58-15,0 0-195 0,-16-7-500 0,9 6 221 16</inkml:trace>
  <inkml:trace contextRef="#ctx0" brushRef="#br0" timeOffset="70114.01">24606 14398 204 0,'1'-8'209'0,"-2"1"-1"0,-4-1 3 0,5 3-7 0,-4 3-10 16,-1-4-5-16,-2 5-4 0,7 1-2 0,-12 4-11 16,5 0 6-16,-4 1 5 0,0 6 3 0,-5 1-15 15,-2 9-2-15,-1 3-5 0,0 3-12 0,-1 0-5 16,4 2 1-16,1 3-16 0,-2 4-13 0,-2 13-17 16,2-4 1-16,1-9-5 0,3 16-11 0,-8-2-20 15,1 0-1-15,4 4-5 0,-2-5-5 0,5-14-8 16,2 3 8-16,-2 0-15 0,1-1-2 0,-1-1-5 15,3-2-5-15,-4-1-18 0,6-3-15 0,-4-3-32 16,3-2-24-16,0-6-24 0,4-3-19 0,-3 1-20 16,2-7-22-16,2-2-17 0,-3-2-38 0,6-2-49 15,-2-4-43-15,3 0-233 0,0 0-569 0,0-14 252 16</inkml:trace>
  <inkml:trace contextRef="#ctx0" brushRef="#br0" timeOffset="70818.69">24601 14315 94 0,'0'-8'196'0,"0"-3"-5"16,0 1-7-16,-1 1-7 0,0 3-9 0,-1-2-6 15,0 0-5-15,-1 2-5 0,-2-2-12 0,3 3-5 0,-2 0-15 16,1 1-11-16,1 0-6 0,2 4-14 0,-9-4-8 16,5 4-8-16,-6 0-8 0,4 3-5 15,-4 2-6-15,0 0-6 0,-3 3-3 0,2 0-5 0,1 0-5 16,-1 3-4-16,1-2 1 0,-1 0-6 0,0-2 0 16,3 2-5-16,-1-1-1 0,3-3 0 0,0 0-3 15,0-1-2-15,3 0 2 0,-3 0 8 0,3-3 14 16,3-1 1-16,0 0 0 0,0 0-5 0,0 0-2 15,0 0-8-15,-3-12 0 0,7 7-3 0,4-2-1 16,-2 0 3-16,3-2-7 0,-2 2-2 0,3-1-1 0,-4 0-1 16,4 0-2-16,-4 1-1 0,0 2-2 0,2 1-3 15,-2 1 3-15,2 1-1 0,1 0-1 0,-2 1-3 16,2 2 1-16,4 2 0 0,-2-1 0 0,1 4-1 16,0-2-3-16,2 1 3 0,5 1-3 0,-7-1 0 15,7 3 3-15,-4 1-1 0,3-1 1 0,-2-1-2 16,-1 0-4-16,-4 0 4 0,1-2 0 0,1 1 0 15,-1-1 1-15,-1-2-5 0,-3 2 4 0,3 2 5 16,-6-3-7-16,-1-3 1 0,2 3 1 0,-2-3 1 16,-3 2 1-16,-1-3-1 0,4 2 0 0,-4-2 5 15,0 0 4-15,0 0 4 0,0 0 5 0,0 0 9 16,-8 7-5-16,1-7 2 0,-1 0 5 0,-1 0 5 16,-2-1 2-16,-4 1 2 0,-3-2-6 0,-2-1-3 15,-1 1-5-15,1 1 1 0,-2 1-7 0,2 0-6 16,-1-2-34-16,0 4-25 0,2-1-28 0,-1 1-42 15,6 3-60-15,1-5-67 0,1 2-283 0,4-1-569 16,-2 1 251-16</inkml:trace>
  <inkml:trace contextRef="#ctx0" brushRef="#br0" timeOffset="-167493.11">29729 7868 89 0,'0'0'133'0,"0"0"1"0,0 0-13 16,-3-3-7-16,3 3 4 0,0 0-16 0,0 0 4 0,0 0-4 15,5-5-9-15,-5 5-3 0,0 0 6 16,0 0-9-16,0 0-9 0,0 0-10 0,-5-4 2 15,5 4-4-15,0 0 7 0,-6-3-2 0,3 0 0 0,3 3 2 16,-6-3-4-16,6 3-7 0,-5-3 1 0,5 3-2 16,-9-4-2-16,4 2-8 0,1 1-6 0,4 1-3 15,-7-3-7-15,7 3 0 0,-9-2-6 0,9 2-3 16,-5-3-2-16,5 3-2 0,-9 0-4 0,9 0-4 16,-11 1 0-16,4 0-2 0,-2 0-2 0,6 2 2 15,-5 1-4-15,1-1-4 0,-5 2 3 0,3-2-4 16,0 5 4-16,-3-1-1 0,4-1-2 0,-3 1-1 15,-1 1 1-15,2 0 0 0,1 1-1 0,-2-2 1 16,0 3-2-16,2-2-1 0,-5 2 1 0,6-2-2 16,-2 2 1-16,-4 1 1 0,5-2-3 0,-3 0 2 15,3 0 1-15,-1-1-1 0,-1 0 1 0,2 2 1 0,-2-2-1 16,1 2 0-16,-1-3-3 0,2 2 3 0,1-1-1 16,-3-1-3-16,4 1 2 0,-4 1 3 0,4-2-5 0,-1 1 2 15,1 0 3-15,-1-1-3 0,0 0 2 0,5-1-3 31,-2 1 2-31,-1-1 3 0,2 1 4 0,0-3-1 16,-1 2 0-16,2 0-1 0,1 1 3 0,-1-1-2 0,-3 1-1 16,6 1 2-16,-3-2-2 0,1 0 0 0,0 1-3 15,2 0 7-15,-1 1-2 0,0-1-2 0,-1 1 3 0,2-2-3 16,-3 1 0-16,3 2 1 0,0-2-1 0,0 4-1 16,0-2-1-16,0-4 0 0,3 4 1 0,-3-1 1 15,2-1-2-15,-1 1-1 0,0 1 1 0,1-1 2 16,-1 0 7-16,2-1 2 0,-2-1-2 0,3 4 1 0,1-3-2 15,-4 1 2-15,2 0 6 0,3 2-3 0,1-4-3 0,-3 2 3 16,0 0 1-16,5 0 1 0,-2 2 3 0,2-2 3 16,-2 0-2-16,-1 0 2 0,4-2 1 0,-1 0 0 15,-2 1 5-15,3-3-1 0,-4 0 1 0,4 1-2 0,0 0 4 16,-1-2-1-16,2 0-2 0,-1-1-2 0,3 0 7 31,-2-1-3-31,2-1 5 0,-2 0 2 0,2-1 0 0,-1 1-2 16,0-1 9-16,-1-2-4 0,0 2 0 0,1-3-3 15,0 2 2-15,1-4 7 0,0 1 3 0,-2 0 4 16,1 0 1-16,-1-3 9 0,-1 1-2 0,-1-4-2 16,3 0 1-16,2-2-3 0,-3-4-6 0,1 4-2 15,-1-5-4-15,-3 1-3 0,4 0-3 0,-1-2 2 0,-2 1 1 16,1 1-6-16,-1 1 3 0,-7-2 4 0,2 0-8 16,-1 0 2-16,1 2-3 0,-1 0 2 0,-3 2-7 0,0 0-3 15,-4-3-5-15,1 4 2 0,0 0-9 0,-1 1-5 16,2 0-6-16,-3 0-42 0,0 1-23 0,-3-1-50 15,1 3-36-15,0 0-36 0,0 1-41 0,2 3-59 0,-2-1-62 16,1 1-289-16,1 0-685 0,1 3 303 0</inkml:trace>
  <inkml:trace contextRef="#ctx0" brushRef="#br0" timeOffset="-160650.27">29848 6572 299 0,'0'0'354'0,"0"-4"-14"15,0 4-19-15,0-7-24 0,0 7-16 0,-5-6-25 16,4 2-14-16,-4 2-15 0,0-3-18 0,-7-1-16 15,1 1-15-15,-5 1-16 0,-3-1-7 0,-5 1-10 16,-11 2-11-16,3 0-10 0,-5 1-6 0,-4 1 2 0,3 1-23 16,1 2-8-16,-1 1-9 0,-1 1-10 15,2-1 8-15,5 1-18 0,3 2-7 0,9-2-4 16,-2-2-9-16,8 0-6 0,3 2-3 0,3-1-2 16,0 0-5-16,6-2 3 0,2 3 2 0,5 2-4 0,8-1 3 15,8 2-1-15,14 4-7 0,7-3 1 0,16 0-3 16,-1 0-2-16,5-2-2 0,-5 1 2 15,2-6-5-15,-18 3 3 0,-2-4-1 0,2-1-10 0,-4 2 5 16,-3-4-2-16,-5 0 6 0,-6-1-2 0,-10 1-5 16,2 1 7-16,-4-2 1 15,-2-2-7-15,-2 1 0 0,-2-1-3 0,-2 0 0 16,-4-2-2-16,-2 0-5 0,-4-3-8 0,-5 2-4 16,-4-4-14-16,-2 0-21 0,-8 0-36 0,-2-1-29 15,-4 0-26-15,1 2-29 0,1 2-24 0,-2 0-30 0,2 2-29 16,7 1-36-16,3 2-37 0,1-1-229 0,1 1-603 15,6 3 267-15</inkml:trace>
  <inkml:trace contextRef="#ctx0" brushRef="#br0" timeOffset="-160419.17">29731 6391 159 0,'-2'-3'265'0,"2"3"0"15,-3-10-6-15,-1 8-2 0,4-2-11 16,0 4-18-16,-4-4-27 0,4 4-23 0,-4-2-18 15,4 2-13-15,-5-1-19 0,5 1-11 0,0 0-16 0,-10 8-11 16,8 0-3-16,-1 1 7 16,1 6-22-16,2-1-4 0,-4 3-6 0,4 3-6 0,4 6-1 15,-2 2-8-15,1 0-6 0,1 6-4 16,4-3 1-16,-6 3-6 0,2 0 0 0,3 2-8 0,-3-3-10 16,-2 1-23-16,3-4-24 0,1 2-28 0,-2 1-44 15,-2-3-54-15,-2-3-70 0,2-6-265 0,-1-3-536 16,2-1 238-16</inkml:trace>
  <inkml:trace contextRef="#ctx0" brushRef="#br0" timeOffset="-160111.49">30154 6392 296 0,'1'-4'388'0,"-1"-1"-5"0,0 0-11 16,0 1-14-16,0 4-36 0,0-6-16 0,0 6-28 15,0-3-29-15,0 3-39 0,0-5-16 0,0 5-21 0,0 0-22 16,0 0-1-16,0 0-30 0,-4 14-13 0,2-5-8 0,1-1-11 16,-3 5-5-16,1 0-12 0,-1 0-6 0,-3 3-6 15,3 2 1-15,3 0-14 0,-3 0 0 0,0 0-7 16,2 1-2-16,-2-1 7 0,4-1-21 0,-1-1 8 15,2 2-15-15,-1 0-6 0,0-4-15 0,6 1-18 16,-1-2-28-16,-1-3-20 0,6-1-24 0,-2-1-32 0,2-3-48 16,-1 3-53-16,6-5-48 0,-1-3-34 0,7 0-41 0,-2 0-176 31,1-5-572-31,1-3 254 0</inkml:trace>
  <inkml:trace contextRef="#ctx0" brushRef="#br0" timeOffset="-159914.36">30545 6507 165 0,'2'-2'253'16,"0"-2"-18"-16,-2 4-23 0,4-5-23 0,-4 5-19 16,0 0-20-16,0 0-12 0,0 0-11 0,0 0-12 0,-20 11-9 0,13-5-15 15,0 1-4-15,-2 1-8 0,-2 0-9 0,1 3-6 16,-3 1-7-16,-1-1 0 0,1 2-10 0,0 0-4 16,1-5-4-16,-3 5-2 0,4 0-6 0,2-4-27 15,-2-1-39-15,0 0-44 0,1-2-52 0,6-1-51 16,-4-1-175-16,2-1-386 0,1-3 170 0</inkml:trace>
  <inkml:trace contextRef="#ctx0" brushRef="#br0" timeOffset="-159730.36">30375 6537 225 0,'3'-4'315'0,"-2"0"-14"0,-1 4-28 16,0 0-32-16,3-3-22 0,-3 3-27 0,0 0-16 0,0 0-18 15,0 0-17-15,0 0-13 0,8 11-13 0,-4-2-10 16,0-1-7-16,2 2-12 0,-1 1-6 15,6-1-9-15,1 6-3 0,0-2-9 0,1 3-11 16,1-2-10-16,0-1-36 0,1 1-54 0,0-2-65 0,0-3-73 16,3 1-71-16,-8-5-160 0,4 2-454 15,4-4 201-15</inkml:trace>
  <inkml:trace contextRef="#ctx0" brushRef="#br0" timeOffset="-159479.55">30645 6388 177 0,'1'-4'332'0,"-1"4"-33"16,-1-3-20-16,1 3-35 0,0 0-25 15,0 0-22-15,0 0-14 0,0 0-17 0,18 15-11 16,-9-7-11-16,0 2-13 0,3 6-8 0,-2-3-13 16,2 4-9-1,-1 0-5-15,-3-1-14 0,3 1-9 0,-1 2-4 0,-4 1-11 16,1-4-7-16,0 3 1 0,-3 1-9 0,1-2-1 15,-2 3-6-15,-3-3-5 0,0 1-6 0,-3-2-18 16,2-4-19-16,-4 1-20 0,-3-4-30 0,2 3-32 0,-3-4-53 16,3-3-62-16,1 0-60 0,-3-1-181 0,2-3-488 15,-1 0 216-15</inkml:trace>
  <inkml:trace contextRef="#ctx0" brushRef="#br0" timeOffset="-159262.89">31040 6460 310 0,'0'0'408'0,"3"-4"2"0,-3 4-35 0,1-5-27 16,-1 5-26-16,5-4-30 0,1 1-34 16,0 2-24-16,0 0-25 0,3 1-17 0,3-1-27 0,1-1-14 15,1 4-12-15,1-2-17 0,8 2-20 0,-2 1-48 0,0-1-45 16,0 4-56-16,-1-3-56 0,-1 2-60 0,-6-1-75 15,5 2-68-15,-7-3-235 0,-1 1-586 0,-5 1 260 16</inkml:trace>
  <inkml:trace contextRef="#ctx0" brushRef="#br0" timeOffset="-159095.91">31107 6586 217 0,'-4'2'286'0,"4"-2"7"0,-6 0-1 0,6 0 0 16,0 0-6-16,0 0-14 0,0 0-24 0,18 3-26 15,-3-3-26-15,-1 1-15 0,6 0-22 0,0-1-15 0,1 0-17 0,1 2-7 32,9-2-17-32,-1 0-18 0,2 0-45 0,-2 1-53 15,3-1-57-15,-3-1-63 0,1-1-64 0,5 1-60 16,-6-3-226-16,2 0-522 0,-9 2 232 0</inkml:trace>
  <inkml:trace contextRef="#ctx0" brushRef="#br0" timeOffset="-158894.93">31898 6442 183 0,'2'-4'312'0,"-2"4"-10"16,0 0-20-16,-2-5-16 0,2 5-34 0,0 0-27 15,0 0-2-15,0 0-32 0,0 0-12 0,-16 5-3 16,12-1-12-16,-4 0-14 0,-3 3-17 0,2-1-6 16,-2 0-12-16,-3 2-12 0,0 2-5 0,-3 0-7 0,2 3-7 0,-3-1-5 0,2 1-4 15,0-1-27-15,-2 0-35 0,-1 2-44 0,1 1-47 16,2-2-55-16,0-2-76 0,0-4-265 0,4-1-534 15,-1 1 236-15</inkml:trace>
  <inkml:trace contextRef="#ctx0" brushRef="#br0" timeOffset="-158708.72">31663 6474 292 0,'0'0'361'0,"0"0"-37"0,0-5-32 0,0 5-34 0,0 0-26 15,0 0-25-15,0 0-17 0,0 0-6 16,3 16-2-16,-2-5-9 0,4 2-14 0,2 2-21 0,0 4-7 16,0 0-13-16,8 5-14 0,-1 3-6 0,-1 0-7 15,6 4-15-15,4 0-34 16,-1-1-59-16,-1-1-81 0,2 0-128 0,3-1-327 16,3 1-597-16,0-5 265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2T09:33:08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3770 1628 92 0,'-11'2'144'0,"-3"2"-13"0,2 1-14 15,0 1-11-15,0-3-9 0,-1 4-15 0,5-3 10 16,1 1-11-16,-2 1-10 0,2 0-9 0,2 0-6 15,-1 0 2-15,0 1-14 0,3 0 1 0,0 1-7 16,3-2-8-16,1 2 7 0,2 1-10 0,5 0 1 16,0 0 2-16,6 2-9 0,2 2-1 0,1-1 1 15,0-2-3-15,5 0-4 0,1 4 3 0,3 1 0 16,-6-3-6-16,1-2 2 0,2 5-1 0,-1-3-9 16,-5-1 6-16,0 4-3 0,-2-4-1 0,-3 2-3 15,-2-1 1-15,0-1 3 0,-3 1 15 0,-3-1 5 16,2 0 1-16,-2 3 8 0,0-5 9 0,-4 3 11 15,0 0-4-15,-7-2 3 0,0 0 5 0,0 0 6 16,-1 1 25-16,-4-2 0 0,-3 1-5 0,3-4-4 16,-5 1 3-16,4-2 5 0,1 0-2 0,2-1 3 15,-5-3 2-15,4 2-1 0,1-3-12 0,1-2 9 16,2 2-16-16,-1-2-10 0,3 1-11 0,-1-3-19 0,1-3-25 16,4 0-40-16,2-1-46 0,-1 0-42 15,5-2-59-15,5 0-60 0,-2-2-214 0,0 1-491 16,1-1 218-16</inkml:trace>
  <inkml:trace contextRef="#ctx0" brushRef="#br0" timeOffset="1063.96">4160 1550 221 0,'2'-4'277'16,"-2"4"-12"-16,0 0-18 0,0 0-22 0,-5-6-25 15,5 6-25-15,0 0-26 0,0 0-16 0,0 0-15 16,0 0-15-16,0 0-12 0,0 0-6 0,-1 18-9 15,1-6-5-15,1-2-10 0,4 7-6 0,-1 1-8 16,1-1 0-16,-2 3-4 0,5 9-3 0,-4-9-2 16,7 7-5-16,-3-2-3 0,3-1-1 0,0 4-5 15,0-9 0-15,0 0-1 0,4 3-3 0,-2-4-2 16,1-2 4-16,-1-1-2 0,1 0-9 0,1-1 2 16,0-5-1-16,1 2-3 0,-5-6-4 0,0-1-1 15,5 3-8-15,-5-6-10 0,4-1-6 0,-3-1-3 16,2-2-1-16,-2-5-2 0,-1 5-2 0,1-7 4 15,2 0 0-15,-2 0 3 0,-1-4 3 0,-4 2 4 16,1 2 1-16,-4-3 1 0,0 0 6 0,-1 4 10 16,1-3 20-16,-4 2 4 0,-3 1 11 0,3 1 9 15,-1 1 0-15,-3 1-3 0,1 0 2 0,-4 2-10 16,3-1-7-16,0 1-3 0,-1 1-8 0,-2 2 2 0,7 1-8 16,-14 3-7-16,7-1 3 0,-1 5-5 15,-1-2 3-15,5 2-1 0,-3 4-2 0,4-1 0 16,-1 0-11-16,3 0-2 0,1 3-4 0,2-1-8 15,1-1-8-15,3 1-10 0,1-1-14 0,3-3-5 0,4 3-19 16,5-3-20-16,0-1-19 0,3-2-19 0,4-3-11 16,2-1-27-16,2-2-8 0,-7 0 0 15,7-3 6-15,-2 0 12 0,-4-2 15 0,-4 1 16 0,0-3 13 16,-2 1 20-16,-2-3 20 0,-3 3 39 0,-2 1 47 16,-2 0 25-16,-2 1 29 0,-4 0 39 0,1 1 19 15,-3 0 12-15,2 2-4 0,2-1-3 0,-5 3-14 16,4-5-12-16,-4 5-13 0,0 0-8 0,0 0-14 15,0 0-7-15,0 0 0 0,0 13-11 0,0-5-3 16,0 2-3-16,2 4-6 0,3 1-1 0,-2 7-1 16,8 1-6-16,-5-2 2 0,4 10-1 0,4-4-5 15,-5 4-1-15,5-1-2 0,2 2-3 0,-2-3 2 16,2 2-1-16,-1-3-4 0,0 0 2 0,0 0-2 16,-4-3 0-16,1-6 0 0,-1 6-4 0,0-6 1 15,-3-2 1-15,-3-1-1 0,2-3-1 0,-1-3 0 16,-2 0 5-16,1-2-5 0,-2-5 3 0,0 3 4 15,-2-4-3-15,2 0 4 0,-3-2-3 0,0 0 0 16,0 0-2-16,0 0-4 0,-6-12 0 0,3 1 2 16,-2 0-11-16,0-3-9 0,1-4-6 0,0-3-10 15,-6-5-15-15,2-3-7 0,0-1-1 0,0-5 2 16,-2 3 4-16,-1-1 4 0,-1-3 0 0,5 0 6 16,-2 4 3-16,-1-2 4 0,-1 1 14 0,-1 4 12 15,1-2 17-15,4 6 13 0,-2-2 12 0,2 9 13 16,2 1 15-16,-2 1 12 0,1-1 3 0,1 6 8 15,-1-3 2-15,4 5 4 0,-4 0-5 0,3 0-9 16,1 2-13-16,0 1-7 0,2 1-11 0,0-4-5 16,2 4-7-16,2 0-5 0,1 1-5 0,5 1-6 15,3 2-2-15,1 4-2 0,1 0-5 0,4 2-7 16,1 2-5-16,1 3-10 0,1-4 0 0,-3 7-9 16,-2 0 1-16,0 1-6 0,-3 0 0 0,3 1-5 15,-10 1 1-15,5-1 3 0,-5 1-3 0,-3-5-2 16,-3 3 3-16,-2 3 3 0,-2-3 0 0,-6 2-9 15,-3-4 0-15,-5 2-8 0,2-2-12 0,-5-1-19 16,-8 1-27-16,0-2-29 0,-2-3-50 0,0-1-57 16,-1-2-199-16,-2-4-465 0,-1-4 206 0</inkml:trace>
  <inkml:trace contextRef="#ctx0" brushRef="#br0" timeOffset="1454.58">4051 1862 115 0,'-9'0'245'0,"5"2"-26"15,0-1-21-15,4-1-16 0,0 0 19 0,0 0 3 16,19 6-2-16,3-6-14 0,10-1-23 0,6-3-11 15,2 2-13-15,2-4-16 0,14 0-14 0,2 0-8 16,-5-3-13-16,-11 2-10 0,-1 1-10 0,15-1-58 16,-18 0-58-16,-3 3-89 0,-7-2-83 0,-5 4-183 15,-3-4-435-15,-6 2 192 0</inkml:trace>
  <inkml:trace contextRef="#ctx0" brushRef="#br0" timeOffset="2173.34">6184 1482 157 0,'-7'-4'207'0,"1"0"-20"0,-3-2-14 15,-2 5-19-15,-4-3-12 0,2 4-19 16,-3 1-10-16,-4-1-12 0,1 3-9 0,1 0-13 0,0 5-6 16,3-3-8-16,1 2-11 0,-1-1-1 0,4 1-8 15,3-1-5-15,-3 2 13 0,6 2-22 0,5-3 3 16,0 3-2-16,3-2 0 0,5 3-3 0,-2-1-3 15,5-3-4-15,3 5 1 0,5 2-4 16,1-5-2-16,1 3 1 0,5 4-4 0,0-3-1 0,-1-1 7 16,-4-4-14-16,-3 3 2 0,-1 0 0 0,-2 2 5 15,-3 1-6-15,-2-4-5 0,-2 1 9 0,-1 5-7 16,-5-4-1-16,-2 1 4 0,-2 3 11 0,-5 1 20 16,-7-3 9-16,0 2 5 0,-6 1-6 15,1-3-1-15,-6 0 0 0,4-2-4 0,1-2-3 0,1-1-5 16,-2-4-1-16,2 2-1 0,10-2-3 0,-1-3 1 15,2 0 1-15,1-2-10 0,7 0-36 0,0 0-36 16,0-11-49-16,8 5-67 0,9-7-58 0,1 3-161 16,6-6-419-16,2 0 185 0</inkml:trace>
  <inkml:trace contextRef="#ctx0" brushRef="#br0" timeOffset="2376.46">6464 1805 60 0,'0'2'182'0,"3"7"-13"0,-2-2 4 0,2-1-6 0,1 6-15 16,-2-4-19-16,-1 3-7 0,-1-1-12 0,3 3-13 15,-2-2-9-15,1 1-10 0,1 1-3 0,1 3-7 16,-2-4-11-16,-1 2 2 0,2-3-11 0,-2 2-27 16,-1-2-37-16,3 0-44 0,-3-4-48 0,4 1-48 15,-3-2-112-15,1-1-285 0,1 0 127 0</inkml:trace>
  <inkml:trace contextRef="#ctx0" brushRef="#br0" timeOffset="3001.47">6604 1749 186 0,'0'-5'329'0,"0"2"-18"0,0 3-15 16,-2-8-20-16,2 4-28 0,0 4-25 0,0-5-23 15,0 5-26-15,0 0-13 0,6-4-22 16,-6 4-15-16,7 1-13 0,0 3-10 0,1-3-9 16,3 4-12-16,-2 2-8 0,3-2-9 0,5 5-9 0,-2 2 1 15,0-1-6-15,0 2-9 0,1 3-3 0,-1-3-7 16,0 3 2-16,-4 0-4 0,3 1-6 0,-2 1 5 16,-1 6-11-16,-2-6-2 0,-2 3-3 0,0 7 0 15,-2-8-3-15,2 8 3 0,-3-8-5 16,-4 10 7-16,2-9-7 0,-2 0 0 0,0 7-5 0,1-9 4 15,2 8 1-15,-1-8-1 0,-2 0-5 0,3 2 3 16,0-2-1-16,1-1 1 0,-1 0 0 0,5-3 0 16,-7 3-2-16,0-7 4 0,2 4-2 0,1-3-3 15,2-3 2-15,-5 2 2 0,-1-2-1 16,3-3-6-16,-2 2 6 0,2-3 0 0,-3 1 5 0,0 0 12 16,0-6 33-16,0 7 30 0,-3-2 25 0,3-5 15 15,-9 6 2-15,3-5-3 0,-6 1-5 0,1-2-4 16,-8 2-5-16,0-4-7 0,-1-1-5 0,6-2-5 15,-1 3-5-15,1-4-8 0,2-1-7 0,0-2-10 16,2 0-12-16,1-6-24 0,5-3-17 0,1-3-30 16,10-6-32-16,5-3-33 0,6-5-33 0,12-10-20 15,4 3-13-15,1 0-5 0,0 1 6 0,2 4 13 16,0-1 5-16,-8 9 11 0,6-6 10 0,-7 10 15 16,-3-1 7-16,-2 2 14 0,-8 9 21 0,1-7 31 15,-8 8 25-15,1 3 39 0,-4-2 26 0,-3 3 14 16,-1 0 3-16,0 5-9 0,-1 0-16 0,-1 0-5 15,-2 2-12-15,3 3-5 0,-12 8-8 0,5-4 6 16,-5 4-7-16,0 6-7 0,-2-2-6 0,3 6-5 16,0 1 15-16,2 1-11 0,2 6 0 0,0-7-2 15,4 1 5-15,2 2-4 0,4-1 1 0,-2-1 2 16,2-1-6-16,5-2-2 0,1-1-34 0,1 1-28 16,-3-5-40-16,1-2-54 0,3-2-77 0,-3-3-103 15,-1-2-254-15,-2-3-633 0,-5 0 281 0</inkml:trace>
  <inkml:trace contextRef="#ctx0" brushRef="#br0" timeOffset="3590.94">3110 2245 53 0,'-12'1'415'0,"-3"-1"-8"0,7 0-4 15,2 1-38-15,-2-1-21 0,0-1-31 0,8 1-23 16,-7-1-31-16,7 1-18 0,0 0-35 0,0 0-22 15,0 0-13-15,15-8-23 0,-4 4-14 0,8 2-10 16,3-3-19-16,9 0-33 0,2 2-52 0,-3 1-57 16,7-1-49-16,-5 3-56 0,1-3-84 0,5 2-102 15,-6 1-245-15,-2 0-620 0,3 1 274 0</inkml:trace>
  <inkml:trace contextRef="#ctx0" brushRef="#br0" timeOffset="5500.75">7873 1630 168 0,'-5'-2'235'0,"0"1"-27"0,5 1-27 15,0 0-16-15,-12 7-22 0,4-1-16 0,2 5-12 0,0 1-11 16,2 0-10-16,0 3-9 0,-2 5-4 0,6-1 0 16,-1 0-15-16,5 0-3 0,-1 1-3 0,5-1-7 15,0 1 0-15,2-2-4 0,2-2-6 16,4-3 0-16,1-1-1 0,2-2 6 0,1-2 8 0,-1 0 1 16,4-6-6-16,-2 1-5 0,-1-5 7 0,-1 1 6 15,1-4 1-15,-2-1 4 0,-2-3 4 0,-2-1 4 16,1-3 10-16,-7-2-10 0,-1 1-9 0,-3-3-3 15,-2-2-2-15,-4-2-6 0,-1-2-8 0,-5 5 3 16,3-1 3-16,-6 1-3 0,1 2-4 0,-2 0-6 16,0 1-10-16,-2 3 34 0,2 4-7 0,1-2-10 15,-3 5-15-15,2 0-22 0,0 0-24 0,1 2-29 16,3 2-28-16,0 1-22 0,8 0-29 0,-15 1-13 16,10 2-29-16,-1 2-26 0,5-2-27 0,-2 2-25 15,6-2-164-15,-2 4-441 0,3-4 195 0</inkml:trace>
  <inkml:trace contextRef="#ctx0" brushRef="#br0" timeOffset="6059.66">8215 1552 118 0,'2'-2'267'0,"0"-2"-19"16,-2 4-26-16,5-1-24 0,-5 1-27 0,0 0-20 0,0 0-16 15,7 5-15-15,-6-2-11 0,2 2-12 0,1 3-10 16,-1 2-9-16,-1 2-6 0,4 6-7 15,-5-1-3-15,3-1-10 0,-1 2-4 0,3 2-4 16,-3 0-4-16,2 0-1 0,-3 1-3 0,4-3-3 0,-5 2-3 16,3 1-5-1,-1-5-2-15,1-3-1 0,-1-3-3 16,0-2-1-16,-2 1-2 0,-1-2 4 0,4-1 3 16,-4-1 45-16,0-1 45 0,0-4 50 0,0 4-19 0,0-4-6 0,0 0-12 15,0 0-25-15,-5-13-1 0,2 5-17 0,3 0-15 16,0-7 1-16,-3-5-14 0,6 2-7 0,-3-4-12 15,-3-6-6-15,6 1-3 0,-3 9-4 0,0-1 0 16,0 1-9-16,0-1-1 0,0 1-6 0,0 5 4 16,0 2-3-16,0-4-2 0,0 5 4 0,3-1-6 0,-3 1 4 15,-3 0-6-15,6 4 4 0,-3 1-6 16,1 0-2-16,-1 0 3 0,4 2-7 0,-4 3-21 16,7-5-1-16,-3 2-5 0,1 2-1 0,-5 1 1 15,15 1-4-15,-11 0 5 0,5 3-5 0,-4 1 0 0,6 1 3 16,-6-1 8-16,2 2-8 0,0-1 6 0,0 1 5 15,-2 0-2-15,-1 0-1 0,2 0 6 0,-5 2-1 16,3 1 8-16,-4-2-8 0,2-2 6 16,-4 6 1-16,-2-5 0 0,0 1 5 0,-2 1-1 0,-3 1 4 15,4-2 6-15,-5 1 1 0,3 0 6 0,-2 0-1 16,1 3 0-16,2-4-1 0,-1 3-2 0,2-3-1 16,-2 3 1-16,4-5 4 0,2 0-2 0,1 5-4 15,-1-5 7-15,1 3 2 0,1-2-1 0,6 0 5 16,2 4 1-16,2-4 3 0,0 1-4 0,8-2-2 15,0 4-1-15,0 0 0 0,7-2 6 0,-3-1-30 16,-2-3-46-16,2-1-57 0,0 1-82 0,-2-3-101 16,-3 1-209-16,3-1-551 0,-1-4 244 0</inkml:trace>
  <inkml:trace contextRef="#ctx0" brushRef="#br0" timeOffset="6622.17">9114 1302 76 0,'0'0'295'0,"-3"-5"-55"0,3 5-27 15,-3-2-29-15,3 2-18 0,0 0-17 0,0 0-20 16,10 13-10-16,-5-4-13 0,6 1-10 0,-3 5-8 15,3 0-9-15,4 3-9 0,0 7-3 0,1 1 0 16,1-5-12-16,-1 7-5 0,-1-2-1 16,1 0-8-16,-2-2-5 0,-2-1-6 0,0 7 1 15,-5-12-3-15,0 2-6 0,1 4-2 0,-2-4 2 0,-4-2-1 16,0-6-3-16,-2 1-1 0,0 0-3 0,-2-3 4 16,0 3 21-16,-4-8 31 0,2 5 20 15,-4-2 29-15,1-4 21 0,2-3 21 0,-2 3 9 16,-1-1 19-16,-2-2 6 0,5-2 3 0,-5 1-1 15,2-2 0-15,4-2-3 0,-1-1-14 0,-1 3-9 0,6 2-16 16,-4-5-15-16,4 5-17 0,3-12-15 0,2 7-12 16,6-3-14-16,7-2-14 0,5 2-17 0,7-3-15 15,4 3-24-15,5-1-31 0,-2 2-29 16,2 0-37-16,1 2-39 0,-2-1-50 0,4 3-32 16,-3-1-42-16,0 4-48 0,-1-3-58 0,-6 2-67 0,-10 2-216 15,1-1-691-15,-2-1 306 0</inkml:trace>
  <inkml:trace contextRef="#ctx0" brushRef="#br0" timeOffset="7340.92">9784 1640 121 0,'11'3'160'15,"2"-1"-11"-15,1-2-1 0,5 1-9 0,-1-1-13 16,0 0-12-16,0 0-12 0,-1-1-2 0,1-2-12 16,2 0-8-16,-1-1-10 0,-1-4-11 0,0 5-1 15,-5-6 2-15,2 0-13 0,-5 1-3 16,-1-2-4-16,1-2-7 0,-5 2 2 0,1-1-6 0,-4 0-4 16,0 0 2-16,-2-2 13 0,0 3 12 0,-3-1 12 15,0 2 1-15,-2 1 13 0,1 1-5 0,-4-1-6 16,-1 4-8-16,0 0-4 0,-1-3-9 0,-3 5-5 15,-1 2-3-15,2 0-10 0,0 2 10 0,-2 3-16 16,0 1-6-16,5-1 5 0,-2 5-4 0,0-2 0 16,4 3-3-16,3 1-2 0,-2-1 3 0,6 6-2 15,1-1 0-15,7 0 5 0,0 1-6 0,5-1-2 16,4-2 2-16,3 5 2 0,7-3-3 0,0-4 3 16,1-1-2-16,1-3-4 0,2-2 0 0,-1-1 3 15,4-3-4-15,-3-3-3 0,2-1-3 0,-2-2-5 16,-1-3-1-16,-1-4 4 0,-8 4-4 0,11-5 3 15,-11 3-1-15,1-6-1 0,-4 0 0 0,-6 2 3 16,-3 3 2-16,0-1 10 0,-5 1 9 0,1-2 4 16,-5 2 11-16,0 2 4 0,-4 2-5 0,0-3-4 15,-1 1-1-15,-6 2-6 0,-1 0-6 0,1 2 1 16,-3 1-6-16,-1 4 1 0,-5 3-4 0,-2-1-2 16,3 2-2-16,0 2 1 0,0 3-6 0,0-1 3 15,3 3-1-15,3 1 7 0,1 1-3 0,0 0-5 16,5-3 2-16,4 2-2 0,2-1-4 0,1-1 5 15,0 0 1-15,3 0 0 0,-1-3 2 0,5-3-4 16,1 0 1-16,3 1 3 0,-4-5-3 0,8-1 4 16,-3-1 0-16,7-5-4 0,-7 1 5 0,2 0 0 15,1-5-4-15,4-2 3 0,-11 4 13 0,3 0 22 16,-3-4 20-16,3 3 16 0,-7-1 14 0,3 0 36 16,1 2-4-16,-4-1 4 0,0 3-2 0,-1-1 1 15,0 1-11-15,-2 1-18 0,-1 0-12 0,0 5-9 16,4-5-16-16,-4 5-14 0,0 0-8 0,0 0-6 15,0 0-3-15,0 0-7 0,0 0-21 0,0 0-20 16,0 21-16-16,0-14-18 0,4 3 5 0,0 0-28 16,2 0-15-16,0 2-16 0,3-2-10 0,-4 0-22 15,4-3-22-15,3 7-22 0,-4-7-36 0,1-2-57 16,2-2-29-16,-1 1-192 0,-2-3-536 0,-8-1 238 16</inkml:trace>
  <inkml:trace contextRef="#ctx0" brushRef="#br0" timeOffset="7653.42">10668 1501 74 0,'4'-5'217'0,"-8"1"12"16,8 0-2-16,-8-1-8 0,4 5-17 0,4-4-22 15,-4 4-20-15,0 0-18 0,-4-6-17 0,4 6-15 16,0 0-11-16,0 0-8 0,0 0-12 0,15 9-9 16,-8-6-4-16,0 2-8 0,2 2-5 0,-2 2-7 0,4-1-2 15,-3 2-5-15,3-2-7 0,0 0 2 16,1 5-4-16,-1-2-7 0,-1 3 8 0,-1-5-11 15,-2 1 0-15,1-1 4 0,-4-4-15 0,0 3 5 16,-1-3-5-16,2-1 4 0,-5 0 3 0,0 1 12 16,0-5 22-16,0 3 18 0,0-3 15 0,0 0 24 0,0 0 21 15,0 0 12-15,-20-11 8 0,19 7-2 16,-6-2-4-16,4-3-12 0,2-2-14 0,-2 1-12 16,2-1-14-16,-2-1-11 0,6-2-17 0,1 1-29 15,0-2-20-15,3 2-37 0,-2 0-32 0,3 0-35 0,6-2-38 16,-2 4-46-16,3-2-33 0,-3 6-44 0,5-3-44 15,-8 7-245-15,4-3-584 0,-1 4 258 16</inkml:trace>
  <inkml:trace contextRef="#ctx0" brushRef="#br0" timeOffset="8495.24">10984 1437 70 0,'0'0'211'0,"0"0"-7"16,0 0-19-16,0 0-17 0,14-3-13 0,-14 3-21 15,0 0-17-15,5 2-4 0,-5-2-15 0,4 6-11 0,-2-2-8 16,1 0-8-16,1 2-11 0,-1 1-6 0,1-2-3 16,0 5-8-16,2 0-2 0,-1 0-6 0,-1 2 3 15,0-2-1-15,-1 2-8 0,1 0-5 16,-1-1 3-16,1 2-4 0,-3-3-6 0,1 0 3 16,-1-2-2-16,2 0-1 0,0-3-2 0,-2 0-1 0,-1 0 5 15,4-1-3-15,-4-4-4 0,5 1 1 0,-5-1 1 16,0 0 1-16,11-8-6 0,-4 4 5 0,0-1 12 15,-3 0 11-15,0-3 5 0,3-3-4 16,1 1 1-16,0-2 8 0,-1 2 4 0,0-2 6 0,0 2 5 16,-2-2 3-16,2 3 6 0,-3-2 0 0,0 2 3 15,1 0 2-15,-2 4-8 0,3-2-2 0,-5 4-9 16,4-2-15-16,-5 0 0 0,3 2 0 0,-3 3-18 16,3-4 0-16,-3 4 1 0,0 0-8 0,0 0-2 15,8 12-3-15,-4-7-9 0,0 0-2 0,-1 6-9 16,2-1 4-16,-1-1-11 0,0 2-5 0,-1-2 0 15,3 2-3-15,-4-1 1 0,1 2 7 0,3-1-4 16,-1-1-4-16,-2-4-2 0,2 2 0 0,-1-1 3 16,0 1 5-16,2-4 4 0,-2-4 3 0,-4 0 1 15,8 4 1-15,-8-4 0 0,12-1 5 0,-9-2-1 16,3 1 3-16,0-4 5 0,-2 0 8 0,2 0 25 16,-5-1 1-16,6-2 8 0,-3 0 1 0,0 0 17 15,0-1 0-15,0 2 0 0,-1 0 0 0,-2-1-1 16,1 3-4-16,0-1-8 0,0 1-3 0,-1 1-9 15,2 2-2-15,-3 3-11 0,3-7 5 0,-3 7-22 16,5-4-8-16,-5 4-10 0,0 0-4 0,16 3-1 16,-7 0-7-16,3 2-7 0,0-2-8 0,4 3 0 15,2 1 1-15,2 1 3 0,0-2-13 0,11 2 1 16,-1-2-9-16,5 2-9 0,-1-5 0 0,1 0 4 16,1 1 0-16,-1-1-3 0,3-3 14 0,-2 0-3 15,-1-2 6-15,-3-1 6 0,0-2 3 0,-4-5-2 16,-6 5 8-16,-3-4 1 0,0-2 1 0,-2 0 2 15,-3 0-4-15,-1-2 3 0,-6 2 3 0,-1-2 1 0,-4 3 0 16,-4-3 2-16,-2 0 3 0,0 0 5 0,-4 3 8 16,-2 0 7-16,-4 0 3 0,1 2 1 15,-4 1 4-15,-1 1-1 16,-1 4 1-16,-1-1-4 0,0 2 0 0,-1 5-6 16,-1-2-1-16,4 3 4 0,2 5-1 0,1-2-1 15,-3 4-1-15,4 2-1 0,2 1 2 0,4 1-2 0,-3 4 3 0,3-1-3 16,3 7 4-16,2 2 1 0,2-1-1 0,5 2 3 15,1 2-1-15,2 3 0 0,7 13 4 0,-2-13-3 16,7 12 3-16,-3 2-5 0,-1-13 4 16,4 13-4-16,-4-13 7 0,5 12-3 0,-6-13 0 0,0 0-1 15,-5-1 1-15,0-3 0 0,0 0-3 0,-5-10 1 16,-1 0 1-16,-3-3-2 0,1-3-15 0,-2-4-22 16,-1 0-26-16,-3-5-43 0,-2-1-52 15,7-4-73-15,-12-2-194 0,2-5-455 0,-5-6 202 16</inkml:trace>
  <inkml:trace contextRef="#ctx0" brushRef="#br0" timeOffset="8698.37">11194 1152 141 0,'-7'-10'308'0,"1"4"-24"0,2-1-18 0,0 2-15 16,0 2-23-16,1-2-27 0,-1 0-25 0,0 2-39 16,4 3-42-16,0 0-30 0,0 0-47 0,0 0-63 15,0 0-81-15,0 16-208 0,4-8-360 0,0-1 159 16</inkml:trace>
  <inkml:trace contextRef="#ctx0" brushRef="#br0" timeOffset="10370.26">12442 1447 1529 0,'-3'-3'215'0,"0"-4"-53"15,2 2-12-15,1-1 25 0,0 1-17 0,-3 2-30 16,3-1-20-16,0 4-28 0,0-6-21 0,3 3-7 15,-3 3-4-15,0 0-10 0,10 0-4 0,-2 4-4 16,3 1-3-16,-2 0 1 0,2 4-4 0,4 4-9 16,0-3 5-16,-3 7-5 0,2 0-3 0,-3-1 2 15,6 7-1-15,-3-5-3 0,0 6 1 0,-5-4-2 16,2-7-3-16,-6 4 4 0,1-4-6 0,-5 0-2 16,2-2 4-16,-2 0 2 0,-1-5-1 0,0 5 15 15,-1-4 42-15,0 0 43 0,-1-1 49 0,1-2 24 16,1-4 18-16,0 0 23 0,-14-6-2 0,8 2-4 15,2-5-10-15,1-1-14 0,0-3-18 0,0-5-17 16,3-2-30-16,3 1-3 0,0-1-16 0,6-9-16 0,2 5-18 16,-1-3-15-16,7 4-15 0,-2 1-24 15,4 0-27-15,-5 7-34 0,2-1-43 0,2-4-26 16,1 9-41-16,-4 0-46 0,4 0-27 0,-2 4-31 16,0 1-29-16,-2 6-34 0,4-1-36 0,0 3-21 0,-3 3-215 15,-1 0-640-15,-2-2 285 0</inkml:trace>
  <inkml:trace contextRef="#ctx0" brushRef="#br0" timeOffset="10777.94">13152 1405 101 0,'-10'-9'228'0,"6"6"0"16,-4 2-6-16,1-3-12 0,-4 2-8 0,2 1-7 16,-5-2-19-16,2 3-18 0,-7 0-17 15,0 3-9-15,1 0-17 0,-2 2-15 0,2 3-8 0,2 0-14 16,-3 2-2-16,3 0-8 0,-1 3-10 0,2-3-5 15,2 2-3-15,3 1-5 0,1-2-6 0,2 0-2 16,3 3-5-16,-2-4 1 0,4 1-1 0,2 0-2 16,1-1-2-16,2-2-3 0,3 0 1 0,-2 0-4 15,3-1 1-15,3-4 7 0,6 1-8 0,-2-3-4 16,1-1 4-16,-2 0-5 0,6-5-3 0,-1 2 1 16,0-5 1-16,-2-2-3 0,-1-2 1 0,0 0-4 15,3-2-1-15,-7-1-3 0,-2 1 4 0,2-1 1 16,-4-1 6-16,-2 3 29 0,3-2 18 0,-8 2 5 15,4 2-14-15,-4 1 27 0,2 0-4 0,-2 3-4 16,0 1-12-16,0 0-9 0,0 1-8 0,0 3-8 16,0 2-15-16,0-5 10 0,0 5-12 0,0 0-5 0,0 0-4 15,0 0-12-15,-3 15-13 0,4-5 12 16,2-1-4-16,4 3 3 0,0 4 0 0,5 0-18 16,2-1-9-16,-2 2-9 0,4-2-7 0,-3 1-11 15,10 2-17-15,-7-5-17 0,0-1-25 0,2 0-13 16,-2-4-43-16,3 0-25 0,-1-4-23 0,-4 0-16 0,-1-3-9 15,1-1-149-15,-2-2-426 0,0-1 188 0</inkml:trace>
  <inkml:trace contextRef="#ctx0" brushRef="#br0" timeOffset="11293.57">13427 1279 59 0,'-2'-23'138'16,"-2"3"27"-16,0-1 16 0,3 2 10 0,-4 1 12 15,3 0 8-15,-2 0 4 0,4 6 1 16,-4 0 1-16,2-1 0 0,2 3 0 0,-1 3-9 0,1 0-5 15,-3-1-22-15,2 3-21 0,1 2-37 0,0-2-4 16,0 5-14-16,-1-3-16 0,1 3-9 0,0 0-1 16,0 0-16-16,0 0-1 0,-2 15-9 0,4-9-15 15,-4 6 7-15,4 2-8 0,-2 0-5 0,0 4 1 16,5 1-4-16,-5 1-5 0,1 1 2 0,2 7-10 16,0-1 3-16,1 3-2 0,3-3 3 0,-2 2-3 15,-1-4-17-15,7 3 8 0,-3-3 6 0,0 1-1 16,-2-6-1-16,2 5-1 0,-1-7-15 0,5-1 19 15,-5-1-5-15,4-3 1 0,2 2 5 0,1-4-5 16,2-1 0-16,-1 0 4 0,0-4-6 0,-1-2 6 16,5-1-2-16,1-2-3 0,-2-2-5 0,2-2 7 15,-2-1-11-15,-3-2 2 0,3-3-3 0,-1-2-5 16,0 1-9-16,-2-4-17 0,-2 1 6 0,2 1 2 16,-7-2 3-16,3-1 2 0,-4 7 2 0,1-5 4 15,-5 3-4-15,0-1 5 0,-2 1 1 0,1-2 8 16,-2 6-5-16,0 2-5 0,-2-2 0 0,1 2-8 15,1 4 8-15,-6-4-1 0,-2 3 0 0,8 1-3 16,-12 4 6-16,2-2 2 0,6 3-4 0,-7 1-9 16,3 1 14-16,1 4-4 0,1-5 4 0,0 4 0 15,2-2 2-15,0 2-5 0,3-2 7 0,-1 3 3 16,5 0 3-16,0-3-11 0,-1-1 13 0,5 2 3 16,0-2 5-16,3 0-1 0,2-2-7 0,0 0 9 15,7-3-8-15,4 1 3 0,-4-1 1 0,3-4-2 16,-3 1-16-16,3-3-37 0,-2-1-25 0,-1-2-32 15,-1-2-42-15,-2 1-41 0,2-6-77 0,-2-2-269 0,-3-1-573 16,-4-2 254-16</inkml:trace>
  <inkml:trace contextRef="#ctx0" brushRef="#br0" timeOffset="11496.7">13690 1154 202 0,'-5'-1'347'0,"5"1"-7"0,-7 0-7 16,7 0-10-16,-4-3-8 0,4 3-19 0,0 0-28 0,0 0-18 16,0 0-27-16,-4-3-24 0,4 3-21 0,0 0-26 15,0 0-13-15,15-2-17 0,-4 1-5 16,1-2-27-16,-1 2-38 0,1 0-34 0,1 1-37 16,0-2-36-16,-1 2-42 0,2-2-48 0,0 2-60 0,5 1-65 15,-6 0-260-15,-3 1-572 0,3-2 254 0</inkml:trace>
  <inkml:trace contextRef="#ctx0" brushRef="#br0" timeOffset="27939.39">4364 3429 5 0,'0'-3'294'15,"0"-1"-13"-15,1-2-14 0,-1 3-15 0,0 3-22 16,3-4-24-16,-3 4-23 0,0-5-18 0,0 5-21 0,0 0-17 15,0 0-9-15,0 0-14 0,0 0-13 0,0 0-7 16,14 10-9-16,-10-5-4 0,3 3-6 0,-2 2-10 16,-1 0-6-16,3 0-1 0,-3 2-6 15,5 1-3-15,-3 2-4 0,1-3 0 0,-3 2-20 0,3 1 2 16,-2 3-3-16,1-5-3 0,-2-1 3 0,0 3-4 16,0-2 0-16,1-2 1 0,-2 1-2 0,0-1-1 15,1-2-1-15,-3 3 0 0,-1-6 0 16,4 0-1-16,-4 1-1 0,2-2 4 0,-1 0-3 0,0-1 1 15,1 0 16-15,-2-4 24 0,1 4 27 0,-1-4 31 16,0 3 26-16,0-3 13 0,0 0-9 0,0 0-16 16,0 0-11-16,0 0-8 0,-1-20-12 0,-1 9-8 15,1 1-8-15,1-3-10 0,0 4-7 0,1-6-2 16,1 1-10-16,-1-1-7 0,0-2-2 0,2 4-4 16,1-3-6-16,0 4 9 0,-1 1-10 0,1-1-11 15,-3 1 4-15,5 1-2 0,-3 2-11 0,2 0 6 16,-2-1-1-16,2 3-6 0,-2 1-2 0,2 0 6 15,-1 1 0-15,2 0-7 0,-1-1 0 0,1 4-2 16,2-1 3-16,-4 1 2 0,-4 1-13 0,12 1 9 16,-5 1-2-16,1 0 2 0,-1 2-5 0,1 0 2 15,-1 0-2-15,-1 5 4 0,3-2 0 0,-4 2 10 16,4-1-10-16,-4 5 0 0,3-3-7 0,-1 1 2 16,-3 3 3-16,3-1 2 0,-3 0-4 0,0 4 5 15,0-1 1-15,-1 1-1 0,-1 1 1 0,1 0 8 0,-1 1-8 16,-2 3-4-16,-2-2 5 0,2 1 2 15,-3 6-1-15,2-5 1 0,-2 5 1 0,2-6 0 16,-3 2-1-16,3 4 1 0,-2-6 12 0,2 8 0 0,-1-10 4 16,0 0-2-16,0 2 2 0,2-2 1 0,0 0-1 15,0-1-2-15,0 0 0 0,2 0 25 0,0-5 1 16,5 3 0-16,0-3-2 0,0-1 1 16,2 0 26-16,0 4 10 0,1-9 2 0,5 5 2 0,4-6 1 15,0 2-9-15,-1-3-7 0,4-1-5 0,2-3-4 16,6-1-4-16,-2 0-6 0,4-1-6 0,-9-3-2 15,3 1-4-15,-3-1-17 0,-4-3-26 0,-3 3-47 16,-1 1-64-16,-1-8-67 0,-3 4-82 0,0-3-80 16,-5-2-102-16,-3 0-334 0,-1 1-849 0,-2-3 375 15</inkml:trace>
  <inkml:trace contextRef="#ctx0" brushRef="#br0" timeOffset="28408.15">5435 3505 50 0,'-6'1'358'0,"6"-1"0"0,0 0-1 16,0 0 3-16,0 0-39 0,0 0-31 0,0 0-22 16,0 0-28-16,0 0-26 0,0 0-24 0,0 0-13 15,0 0 1-15,0 0-27 0,30-1-13 0,-15 0-14 16,4-2-8-16,1 1-14 0,2 0-12 0,4-1-4 16,-4 0-16-16,1-1-26 0,4 0-52 0,-2-1-36 15,-6 1-47-15,-4 2-35 0,1-2-38 0,0 3-40 16,-8-3-46-16,2 1-43 0,-3 1-224 0,-2 1-561 15,2 0 248-15</inkml:trace>
  <inkml:trace contextRef="#ctx0" brushRef="#br0" timeOffset="28564.4">5573 3614 78 0,'-4'6'197'0,"1"1"-5"0,3 0 7 15,3 0 10-15,3-1 32 0,2 0 13 0,4 2-4 0,2-5-30 16,6-1-20-16,3-1-20 0,6-1-24 15,1 0-7-15,1-1-31 0,4-2-54 0,-2-4-74 16,1 4-86-16,0-2-102 0,-3 2-203 0,2-6-434 16,-2 5 192-16</inkml:trace>
  <inkml:trace contextRef="#ctx0" brushRef="#br0" timeOffset="29126.9">6565 3404 262 0,'0'0'302'0,"0"0"-16"16,0 0-20-16,0 0-33 0,0 0-22 0,0 0-17 15,-8 10-10-15,2-6 9 0,3 6-4 0,-2-1-6 16,-3 3-14-16,5-3-7 0,-2 2-14 0,-1 2-8 16,2 2-17-16,-1-3-16 0,5 2-6 0,-1 0-10 15,2-1-7-15,-1 1-8 0,4-3-7 0,1 2 1 16,1-1-5-16,1-1 2 0,1-2 9 0,4-1-11 0,-2-1-5 16,3-1 1-16,1-1-7 0,3-4-6 0,1-1-9 15,1-1 3-15,0-4-7 0,0-1 4 16,-1-1-4-16,-6-1-4 0,3-1 1 0,3-2-4 15,-6-1-5-15,2-2-1 0,-5-2 1 0,2 1-5 0,-8 4-5 16,-2-6 2-16,-1 3 0 0,-1-2-3 0,-5-2-4 16,2 5 3-16,-4-4-8 0,1 7 3 0,-1-1-3 15,-3 3 0-15,0-2-6 0,-5 0 3 0,5 5-5 16,1 1-15-16,-3 0-41 0,2 3-45 0,-2 2-47 16,3 3-41-16,-4 3-53 0,5-1-65 0,-2 6-304 15,1-2-667-15,2 2 295 0</inkml:trace>
  <inkml:trace contextRef="#ctx0" brushRef="#br0" timeOffset="29626.91">7231 3592 74 0,'2'-5'288'0,"-1"0"-8"16,0-2 5-16,1 0-10 0,-2 0-23 0,1-3-17 0,-1 2-7 15,3-2-17-15,-2 1-18 0,3-1-8 0,-2 0-19 16,4-1-9-16,0 4-16 0,1-6-15 16,0 3-15-16,-1-1-10 0,2 3-5 0,1-3-10 15,-1 1-12-15,2 1-11 0,0 3-1 0,4-6-7 0,-1 4-5 16,-2 2-9-16,3 1 1 0,-3-2-11 0,1 4-3 15,4-3-4-15,2 2-8 0,1 4 6 0,3-1-5 16,-4 4-6-16,3-3 3 0,9 6-2 16,-11-2 1-16,-2 4-2 0,1 1-4 0,2 1 1 0,1 2-3 15,5 3 3-15,-8-2-2 0,6 2 1 0,-1 1-2 16,-6-3 2-16,1-2-1 0,0 2-5 0,-2-1 1 16,1 2 1-16,-2-2-4 0,0-1 8 0,-1 1-4 15,2-3 0-15,-5-1 0 0,-3-1 4 0,6 0-4 16,-5-1 28-16,-2-2 20 0,4 2 17 0,-3-3 19 15,0-1 11-15,-1-1 0 0,7-1-4 0,-3-1-8 16,1-2-14-16,-1-2 1 0,1-2-3 0,-1 1-8 16,4-4-3-16,-2 2-2 0,1-4-9 0,1 1-6 15,-2-1-3-15,-2-2-6 0,3 1-3 0,-2-2-16 16,-1 0-27-16,-3-2-24 0,0 2-35 0,2 0-36 16,-5 3-40-16,-1 0-32 0,-1 3-45 0,0-1-51 15,1 0-65-15,-4 2-53 0,-1 0-204 0,1 3-647 16,1-1 287-16</inkml:trace>
  <inkml:trace contextRef="#ctx0" brushRef="#br0" timeOffset="30314.41">8472 3291 166 0,'0'0'280'0,"0"-7"-23"0,0 1-17 15,1 1 2-15,-1-1-7 0,0 0-28 0,3 0-16 16,-2 0-15-16,2-2-7 0,-3 2-12 0,3-2-15 15,1 0-12-15,-2 2-9 0,1 0-10 0,1-1-7 16,-2-1-11-16,0 3-7 0,2 1-9 0,-2-1-7 16,2 0-10-16,-3 0-7 0,2 4-4 0,-1-3-7 15,-2 4-6-15,5-4-1 0,-5 4-9 0,5-3-6 16,-5 3-1-16,4-3-3 0,-4 3-3 0,0 0 1 16,0 0 1-16,0 0-5 0,11 5-4 0,-11-2-2 15,3 3 4-15,-3 0-4 0,5-1 0 0,-4 2 0 16,2 2 1-16,-1-1-1 0,0 4-3 0,0 0 3 15,-1 2-2-15,3 2 2 0,-1 1 0 0,1 2-3 16,-4 1 0-16,7-2 0 0,-3 1 5 0,1 1-3 16,-1-3-2-16,-1 2 3 0,0 0-3 0,1 1 4 15,-3-4-2-15,7-1 3 0,-4 2-4 0,-1-2-1 16,0-3-1-16,-2 1-1 0,2-2 4 0,-2-2-2 16,-1 2 0-16,2-5-1 0,-2 0 4 0,1 1-2 15,-2-3 2-15,-1-1 3 0,1 1-6 0,1-4 10 16,-4 5-3-16,1-2-1 0,3-3 0 0,-7 1 2 0,-1 1 9 15,8-2-3-15,-11 2 0 0,3-2-3 0,8 0-2 16,-12 0 0-16,8 1 0 0,-4-1-4 16,-2 0 6-16,2 2-2 0,0-2-2 0,1 1 2 15,0-1 3-15,7 0 2 0,-15 1-2 0,10-1-1 0,5 0 2 16,-7 0-1-16,7 0 2 0,0 0-4 0,-8 1-1 16,8-1 6-16,0 0-3 0,0 0 4 0,0 0 14 15,0 0 22-15,0 0-15 0,0 0 4 16,35-2-4-16,-21-1-3 0,6 1-4 0,-2-1-11 0,4 1-27 15,-3-1-40-15,-1 2-35 0,2-1-41 0,-2 0-50 16,-6 3-69-16,2-2-73 0,-1 0-254 0,-5-1-617 16,2 0 274-16</inkml:trace>
  <inkml:trace contextRef="#ctx0" brushRef="#br0" timeOffset="33683.56">4873 4866 143 0,'0'0'256'0,"1"-4"-17"0,-1 4-31 15,3-4-12-15,-3 4-19 0,0 0-21 0,0 0-13 16,7-2-11-16,-7 2-2 0,9 6-4 0,-6-4-9 16,4 4-13-16,-3 0-7 0,5 2-6 0,-2 0 5 15,0 3-8-15,0 1-10 0,1 2-4 0,-3-3-10 16,-1 3-3-16,2 4-7 0,-1-1 1 0,1 2-6 16,-2-1-2-16,1 1-1 0,-2 1-11 0,0-4-4 15,-3-2 0-15,2 2-7 0,1-3 2 0,-1-2-2 16,-2 1-4-16,1-4-3 0,-1 3 3 0,4-6-4 15,-3 0 2-15,-1 3 0 0,3-5 22 0,-3 1 22 16,0 0 17-16,0-4 37 0,0 5 34 0,0-5 11 16,0 0-17-16,0 0-14 0,0 0-14 0,0 0-4 15,5-16-16-15,-6 8-11 0,2-1-8 0,3-5-9 16,-1 1-6-16,0-3-6 0,1-2-10 0,-3 1 0 16,4 0-4-16,-5-1-7 0,5 5 0 0,-1-1-7 15,-3 1-2-15,2 3-1 0,0-3-8 0,1 2 3 0,0 2-5 16,0-2-2-16,-2 5 1 0,0 0-5 0,4-1-1 15,-1 2-5-15,-4 0 1 0,3 2-7 16,2-2 4-16,-2 2 0 0,2 0 4 0,-1 2-9 0,3-2-1 16,-8 3 3-16,12 0 9 0,-6 2-17 0,3-1 4 15,-2 1-2-15,-3 2 5 0,4 2-1 0,4 0-4 16,-3 0 2-16,-1 2 3 0,-3 1-1 0,2 0 5 16,3 1-5-16,-5 3 1 0,2 4-3 0,-2-6 3 15,3 4 5-15,-5 0-1 0,3 3-2 0,-4-2-3 16,4 1 2-16,-5-1 1 0,2 1 2 0,-2-3 2 15,5 2-2-15,-5-3-3 0,0 0 3 0,1 3-2 16,2-4 2-16,-3 0 2 0,-1-1-5 0,3 1 3 16,1-2-2-16,-1 1 4 0,1-2 4 0,0-2 11 15,1 2 5-15,-1-2 10 0,3 0 10 0,0 1 9 16,0-2 5-16,2-1 0 0,2 0 3 0,-3-1-6 16,6-1 1-16,-3 0 19 0,5-2-8 0,-2-1-3 15,2-1-7-15,-1-4-5 0,-2 2-5 0,5-1-4 0,-3 1-7 16,-2 0-12-16,-2-3-23 0,2 1-36 0,-3 0-43 15,3-1-62-15,-5-1-78 0,-2 1-70 16,-2-3-86-16,-1 1-93 0,1-2-281 0,-10 0-811 16,2-1 359-16</inkml:trace>
  <inkml:trace contextRef="#ctx0" brushRef="#br0" timeOffset="35933.58">6007 5012 262 0,'0'0'334'16,"0"0"10"-16,0-4 5 0,0 4-2 0,0 0 2 16,0 0-27-16,0 0-8 0,0 0-16 0,0 0-21 15,0 0-14-15,0 0-20 0,4-2-20 0,-4 2-21 16,0 0-23-16,7-3-15 0,-3 0-18 0,0-1-15 16,6 3-13-16,-2 0-11 0,4-2-10 0,2 1-11 15,5-2-11-15,-1-1-5 0,3 0-1 0,0 1-18 0,-1 3-26 16,2-3-30-16,2 0-36 0,-6-1-38 0,2 1-36 15,-1 2-25-15,-1-2-26 0,-3 1-31 16,-4 1-32-16,-3 2-35 0,1-1-28 0,-3 1-31 16,-6 0-28-16,10 0-190 0,-10 0-586 0,0 0 260 0</inkml:trace>
  <inkml:trace contextRef="#ctx0" brushRef="#br0" timeOffset="36121.08">6173 5086 137 0,'-1'3'212'0,"1"-3"0"16,0 5-2-16,0-5 4 0,0 0 8 0,1 7 32 16,-1-7 19-16,8 3-10 0,-2-3-22 0,2 0-21 15,2-3-19-15,4 1-23 0,5-3-19 0,-1 0-13 16,2 1-22-16,0-1-43 0,0-2-47 0,2 2-51 16,-3 3-59-16,1-4-63 0,-1 1-82 0,-1-1-267 15,-2 4-529-15,-1-5 233 0</inkml:trace>
  <inkml:trace contextRef="#ctx0" brushRef="#br0" timeOffset="36855.46">7019 4881 217 0,'0'0'329'0,"0"-5"-5"0,-1 0-15 0,1 5-21 0,0 0-27 16,0 0-10-16,-2-4-45 0,2 4-24 0,0 0-19 15,0 0-13-15,-9 9-16 0,1-1-12 16,1 0-5-16,3 0-8 0,-3 2-1 0,-1 0-24 0,4 3-3 16,-2 0-11-16,2-2-6 0,3 1-4 0,-2 1-7 15,3 0-8-15,3 0-2 0,-2-2-3 0,3-1 3 16,2-2-3-16,3 0 0 0,4-4 0 0,-1 1 4 16,8-1-6-16,-1-3-6 0,3-2-3 0,-2-2 0 15,2-3-6-15,-3 2 6 0,3-7-4 0,-3 3-1 16,-3-4-1-16,2 2-4 0,-4-3 1 0,-1 0-2 15,-6 2-5-15,0 0 2 0,-3-3-3 0,-1 5 3 16,-5-3-7-16,1 2 4 0,-3-2-1 0,-2 1-6 16,-2 3 4-16,-1-2-12 0,-2 3 3 0,0 0-2 15,-3 0 3-15,2 5-4 0,-3 0-1 0,0 1-22 16,0 1-33-16,2 0-37 0,-1 3-41 0,3-2-35 16,0 4-56-16,4 1-59 0,-1-2-282 0,4 2-615 15,1 0 272-15</inkml:trace>
  <inkml:trace contextRef="#ctx0" brushRef="#br0" timeOffset="37167.96">7558 4894 154 0,'0'0'328'0,"0"0"-8"0,1-4-23 0,-1 4-28 16,0 0-6-16,0 0-6 0,0 0-12 0,0 0-33 15,0 0-20-15,0 0-15 0,8 0-27 0,-8 0-10 16,0 0-13-16,4 5-17 0,-4-5-12 0,4 4-13 16,-1-1-11-16,0 1 1 0,0-2-6 0,2 1-7 15,-5-3-7-15,8 5-8 0,-4-3 0 0,-1 0-1 16,-3-2-7-16,8 2 0 0,-8-2 1 0,3 1-5 16,-3-1 4-16,0 0-8 0,0 0-2 0,0 0-2 15,9-6-3-15,-9 6-5 0,0-6 4 0,0 6-10 16,-5-7-2-16,5 3-8 0,-3 1-20 0,-1-2-18 15,3 1-30-15,-3 1-24 0,-2-1-25 0,2 2-33 16,0-1-48-16,0 1-39 0,4 2-50 0,-11-4-232 16,7 1-558-16,-1 3 248 0</inkml:trace>
  <inkml:trace contextRef="#ctx0" brushRef="#br0" timeOffset="37815.3">7842 4817 171 0,'-3'5'232'15,"3"0"2"-15,0-5-7 0,0 3-21 0,3 1-15 16,-3-4-9-16,0 0-7 0,-3 7-18 0,3-7-12 16,3 4-10-16,-3-4-4 0,1 3-6 0,-1-3-12 15,0 0-8-15,3 3-15 0,-3-3-4 0,0 0-10 16,0 0-2-16,5 3-10 0,-5-3-4 0,0 0-5 15,5 2-6-15,-5-2-4 0,0 0-4 0,0 0-6 16,0 0 0-16,0 0-11 0,4 2-7 0,-4-2-11 16,0 0-7-16,0 0-8 0,0 0-17 0,0 0-9 15,0 0-15-15,0 0-12 0,0 0-17 0,0 0-4 0,0 0-12 16,0 0-2-16,0 0 4 0,0 0 5 16,0 0 12-16,0 0 6 0,0 0 8 0,0 0 8 15,0 0 6-15,0 0 5 0,-17-5 18 0,17 5 14 0,0 0 20 16,-4-4 16-16,4 4 13 0,0 0 14 0,-2-2 4 15,2 2 6-15,-3-4 10 0,3 4 5 0,0 0-4 16,-1-7 1-16,1 7 6 0,-2-5-5 0,2 5-5 16,2-3-2-16,-1-3-5 0,-1 6-5 0,3-5-2 15,-3 5-6-15,2-6 2 0,-2 2-11 0,0 4 4 16,3-8 4-16,-2 3 6 0,-1 0-1 0,0 5 5 16,0-9-2-16,0 4 9 0,3 0-3 0,-3 0 11 15,0 0-2-15,0 0 6 0,0 0-1 0,0-1-5 16,0 1-2-16,0 0 3 0,0 0 0 0,0 0-3 15,0 5-5-15,0-7-5 0,0 4-6 0,0 3-7 16,0-7-5-16,0 7-5 0,0 0-10 0,0-3 10 16,0 3-20-16,0 0 0 0,0 0-14 0,0 0-1 15,0 0 13-15,0 0-15 0,0 0 2 0,10 13 4 0,-10-6 0 16,1 3 0-16,3 0-7 0,-4 3 1 16,4 0 3-16,-4 1-3 0,5 2 3 0,-2 0 2 15,-3 3-2-15,4 0 6 0,-4 1-7 0,3-1-2 16,-3 3 5-16,1-4-5 0,2 2-4 0,0-1-50 15,-3 0-33-15,0-2-33 0,0 2-41 0,3-7-47 16,-2-3-58-16,2 5-60 0,-3-4-289 0,1-4-664 0,6 0 294 0</inkml:trace>
  <inkml:trace contextRef="#ctx0" brushRef="#br0" timeOffset="38065.31">8186 5053 59 0,'3'4'276'15,"1"1"-6"-15,3 1 8 0,2 1-10 0,-1-1 12 16,2-1 12-16,2-1 12 0,0 2-37 0,7 0-26 16,-8 0-16-16,7 0-18 0,-4-1-24 0,-3 2-19 15,2-2-18-15,-3 2-15 0,-1-1-14 0,3 3-28 16,-5 1-35-16,-3-1-38 0,-1 3-39 0,-3-4-49 15,-3 5-47-15,-1-1-58 0,-1-2-64 0,-5 0-59 16,2-1-190-16,-3-2-529 0,-1-1 234 0</inkml:trace>
  <inkml:trace contextRef="#ctx0" brushRef="#br0" timeOffset="38534.06">9035 4697 134 0,'0'0'316'15,"0"0"-23"-15,0 0-14 0,0 0-15 0,-7 1-20 16,7-1-21-16,-4 4-8 0,0-2 13 0,-2 1-43 16,2 0-13-16,-1 3-19 0,1-1-17 0,-3 3-10 0,0-2-9 15,3 3-20-15,-1 0-10 0,-1 0-5 0,2 0-3 16,0 1-10-16,3 1-8 0,1-1-5 16,1 0-1-16,0 0-6 0,5 1-1 0,1-1-6 15,1-2-1-15,0 0 7 0,3-1-11 0,0-3-3 0,2 3-2 16,2-5-2-16,-1 0 0 0,1-1-4 0,-1-2-3 15,-1 0-1-15,8-3 0 0,-8-2-5 0,-2 2 4 16,-1-1 3-16,-4-3-6 0,4 2-7 0,-6-5 5 16,0 3-7-16,0-3-2 0,-4-1-5 0,-1 1 2 15,-5-1 2-15,4 3-9 0,-4-2 2 0,-2 2 0 16,1 1-7-16,-4 1-4 0,-1 1-16 0,0 0-17 16,-2 2-16-16,2 2-24 0,-2-1-23 0,2 3-27 15,1 0-31-15,-1 2-42 0,3-2-39 0,3 2-44 16,-1 1-192-16,0 1-521 0,5-2 231 0</inkml:trace>
  <inkml:trace contextRef="#ctx0" brushRef="#br0" timeOffset="38846.56">9398 4740 74 0,'0'0'251'0,"0"5"-6"0,0 1-21 0,0-2-17 16,0-4-9-16,0 8-12 0,0-2-13 0,1-1-16 16,1 1 0-16,-1 0 0 0,2 2-11 0,-2-2-15 15,6 1-12-15,-6-1-10 0,5-1-8 0,-2 2-6 16,1-3-12-16,2-2-5 0,1 2-5 0,-4 0-5 16,0 0-6-16,2-3-6 0,-6-1-2 0,8 0-6 15,-8 0-4-15,11-3-9 0,-8 1 3 0,-3 2-1 16,2-6-9-16,1 1-4 0,-3-1-1 0,0 1 1 15,-3 0-1-15,1-2-8 0,-1 1 0 0,-3 1-3 0,1-1-1 16,1 0 0-16,-2 2-3 0,1 1-4 0,1-2-1 16,-2 1-20-16,1 1-31 0,-2 2-40 0,2 0-46 15,5 1-44-15,-6-3-61 0,6 3-246 16,0 0-523-16,0 0 232 0</inkml:trace>
  <inkml:trace contextRef="#ctx0" brushRef="#br0" timeOffset="39205.94">9889 4692 67 0,'0'0'344'15,"0"0"10"-15,0 0-19 0,-14 4-35 0,10-2-14 16,-2 1-13-16,3 0-17 0,-3 0-28 0,1 0-12 15,-1 3-14-15,2-1-12 0,-5 3-10 0,5-2-27 16,0 1-21-16,-2 1-10 0,6 0-10 0,-3 3-10 16,3-4-10-16,2 3-10 0,-1-3 2 0,5 3-17 15,1-1 4-15,3-1 3 0,0 0-18 0,1-1-3 16,2-1-8-16,-2-2-5 0,8-1 4 0,-5-3-4 16,1 0 5-16,-2 0-16 0,1-1 0 0,-2-2 0 15,-1-2-7-15,1 1-2 0,-5-1-5 0,-1 2-2 16,-2-8-2-16,-3 5-5 0,-1-2 0 0,0-2-5 0,0 2-2 15,-5-1-1-15,-5-1 3 0,2 1-6 0,-3 0 2 16,1 0 3-16,-3 3-12 0,2-2-23 16,1 1-31-16,-3 2-23 0,2 0-33 0,-2 2-33 0,7 2-39 15,-2-1-52-15,2 0-56 0,2 1-42 0,4 1-199 16,-9 0-586-16,9 0 259 0</inkml:trace>
  <inkml:trace contextRef="#ctx0" brushRef="#br0" timeOffset="39424.69">10219 4496 207 0,'0'0'358'0,"6"-1"-7"0,-6 1-38 16,4-3-35-16,-4 3-25 0,0 0-33 0,4 9-17 16,-1-4 3-16,-3 2-8 0,3 4-12 0,-1 2-15 15,2 4-13-15,0 2-17 0,-1 1-13 0,0 8-14 16,1 0-4-16,0-2-16 0,-1 3-12 0,3 0-3 15,-2-2-35-15,2-2-60 0,-3 2-58 0,-2-1-66 16,1-5-87-16,0-3-86 0,-3-1-208 0,1-3-565 16,3-2 251-16</inkml:trace>
  <inkml:trace contextRef="#ctx0" brushRef="#br0" timeOffset="39721.57">10743 4970 263 0,'3'3'291'0,"0"0"-16"0,-3-3-18 16,5 6-6-16,-1 0-6 0,-2-3-20 0,3 1-21 15,-3 1-17-15,1 2-21 0,0-1-15 0,-2 2-16 16,2-2-9-16,-2 6-15 0,1-4-9 0,-4 0-13 16,1 3-8-16,-3-2-36 0,-3 0-54 0,-1 1-58 15,-3 4-66-15,-1-3-75 0,-3 1-257 0,-4-1-503 16,1-2 222-16</inkml:trace>
  <inkml:trace contextRef="#ctx0" brushRef="#br0" timeOffset="40330.94">11242 4683 137 0,'-4'2'266'0,"-3"1"-17"0,1 1-21 16,-2 3-19-16,-1 0-16 0,4 1-17 0,-1-2-18 15,5 2 2-15,-3-1-1 0,3 0 1 0,1 1-8 16,3 2-3-16,0-1 0 0,3 0-11 0,2-3-4 16,0 1-15-16,3-1-1 0,0-3-16 0,1 1-6 15,3-1-11-15,-4 0-4 0,1-3-8 0,2-1-8 16,-3-3-3-16,-2 2-6 0,1-3-6 0,-5 1 10 16,2 1-15-16,1-6-6 0,-2 0-11 0,-2-2 0 15,-3 1 0-15,-1-2-3 0,-1 1-4 0,-1-1-1 16,-3-4-5-16,-2 0 3 0,-1 2-7 0,1 3-2 15,3 0-3-15,-3 1-2 0,-2 0-5 0,-1 3-4 16,2 1-21-16,-2 0-28 0,4 3-30 0,-4 3-26 16,1 2-25-16,1 0-47 0,-1 2-46 0,4 1-43 15,-1 0-227-15,1 2-539 0,-2 0 239 0</inkml:trace>
  <inkml:trace contextRef="#ctx0" brushRef="#br0" timeOffset="40674.69">11763 4683 244 0,'2'-4'360'0,"-2"4"-17"0,1-4-24 16,-1 4-26-16,0 0-28 0,0 0-30 0,0 0-25 15,-7-4-19-15,7 4-19 0,0 0-18 0,0 0-18 16,0 0-16-16,-12 8-9 0,9-6-12 0,3-2-13 15,-1 5-8-15,1-5-7 0,0 3-3 0,0-3-5 16,0 0-10-16,1 8 1 0,-1-8-6 0,0 5 1 16,0-5-8-16,0 0 1 0,3 2 6 0,-3-2 6 15,0 0 21-15,0 0 10 0,0 0-4 0,0 0-6 16,0 0-12-16,0 0-2 0,7-13-12 0,-7 10-4 16,0-2-5-16,0-2-2 0,-2 2-5 0,1 0-15 15,-3 0-12-15,1 0-38 0,-1 1-30 0,1-1-29 16,-1 1-37-16,0 3-37 0,-3-1-38 0,1 1-28 15,6 1-42-15,-13 0-32 0,8 1-226 0,-2 1-576 16,2 0 255-16</inkml:trace>
  <inkml:trace contextRef="#ctx0" brushRef="#br0" timeOffset="41034.08">12133 4652 29 0,'0'0'302'0,"0"0"-17"0,-11-5-20 0,11 5-19 15,0 0-27-15,-16 4-18 0,9-1-22 16,3 0-18-16,1 3-15 0,-3-2-11 0,0 2-14 0,5 1-11 16,-2 1-15-16,2-3-6 0,1 4-5 0,1-1-8 15,2 3-7-15,2-3-4 0,3 1-2 0,-1-2-9 16,3 1-2-16,-1-3-7 0,2 0-3 0,0 1-6 15,1-2 2-15,0-3-5 0,1-1 0 0,0 0-1 16,-2-1 2-16,0-2-6 0,-3-1-3 0,-4-2 6 16,6-2-8-16,-6 0-6 0,1-1-2 0,-3-1-2 15,-2-1-2-15,-2-1-2 0,-3 1 3 0,1 0-7 16,-2-2 4-16,-2 2-6 0,3 2 2 0,-6-2-1 16,0 0-3-16,-1 4 2 0,2 0-6 0,-2-1 3 15,1 5-5-15,0-2-18 0,0 2-33 0,-1 3-34 16,4 1-31-16,0 1-43 0,-1 0-33 0,4 2-25 15,1-2-224-15,3 4-482 0,-2-2 213 0</inkml:trace>
  <inkml:trace contextRef="#ctx0" brushRef="#br0" timeOffset="41393.46">12552 4602 25 0,'0'0'312'16,"0"0"-22"-16,0 0-21 0,0 0-19 0,-18 0-15 16,18 0-18-16,-12 5-14 0,6-1-11 0,-3 3-25 0,1 0-18 15,1 1-12-15,-1-1-12 0,4 2-10 0,-3 0-15 16,4 2-7-16,3-1-8 0,-1-1-6 0,2 2-10 16,2-3-3-16,0 2-2 0,5 1-6 0,0-2-2 15,7-1 2-15,-1 0-14 0,-2-1 0 0,8-2-3 16,0 0-6-16,0-2-3 0,0-2-2 0,-2-1-2 15,0-4 1-15,-5 2-4 0,6-3-3 0,-9 0 1 16,2-1-4-16,-4-2-2 0,0-2 0 0,-5 1 8 16,1-2-13-16,-6-1-5 0,0-1 3 0,-2 0-5 15,-3 3-1-15,-1-2 0 0,0 1-3 0,-3 2 0 16,-4-3-2-16,0 4 1 0,0 1-5 0,3 2-16 16,-2 0-24-16,-1 3-23 0,3 0-29 0,-1 2-25 15,2 0-33-15,1 3-33 0,-1-1-35 0,7 1-37 16,-1 1-191-16,-1-2-488 0,6 1 215 0</inkml:trace>
  <inkml:trace contextRef="#ctx0" brushRef="#br0" timeOffset="42066.86">12989 4465 52 0,'0'0'471'0,"4"-4"-18"15,-4 4-15-15,1-3-26 0,2 0-28 0,-3 3-30 0,0 0-30 16,0 0-36-16,0 0-36 0,0 0-29 0,0 0-27 16,0 0-20-16,4 7-18 0,-4 0-14 15,0 1-17-15,0 2-1 0,0 4-15 0,0 3-14 0,3 1-9 16,-2 1-10-16,1 0-3 0,0 2-9 0,5 4-3 15,-2-5-9-15,1 7-5 0,5-2-1 0,-3 2-8 16,-4-7-3-16,1-1-6 0,-1 1-51 0,2 0-69 16,-2 0-76-16,-3 0-79 0,3 0-100 0,-4-2-416 15,0-6-821-15,0-2 364 0</inkml:trace>
  <inkml:trace contextRef="#ctx0" brushRef="#br0" timeOffset="48992.05">3389 5280 36 0,'0'0'335'0,"-10"-1"-3"0,10 1-7 0,0 0 0 16,0 0 6-16,-5 0-5 0,5 0 1 0,0 0-11 16,0 0-19-16,0 0-16 0,0 0-17 0,-11 1-19 15,11-1-23-15,0 0-23 0,-3 4-19 16,3-4-23-16,0 0-18 0,0 0-16 0,0 0-8 0,0 0-22 16,0 0-9-16,0 0-8 0,0 0 1 0,15 5-14 15,-7-4-1-15,6 1-7 0,6-1-3 0,13-1-3 16,3-1-6-16,5 1-6 0,-1-1-1 0,17 0-7 15,-13-2-2-15,10 2-4 0,2-1-8 0,-17-5-11 16,0 3-17-16,-1 2-12 0,1-2-9 0,-2 0-35 16,-2-1-19-16,1 1-14 0,-7-1-19 0,-4 1-8 15,-5 0-11-15,-1 0 0 0,-4 0-3 0,-1 1 5 16,-6-2-16-16,4-1-13 0,-9 1-12 0,4-1-35 16,-6 3-24-16,2-2-32 0,-3 0-28 0,-3 0-209 15,-4 2-549-15,0-5 244 0</inkml:trace>
  <inkml:trace contextRef="#ctx0" brushRef="#br0" timeOffset="49335.87">3970 5135 221 0,'0'0'301'0,"0"0"-27"0,0 0-31 0,0 0-25 0,0 0-23 15,0 0-23-15,0 0-15 0,0 0-15 16,0 0 13-16,0 0 3 0,13 5-14 0,-6-4-7 16,3 0-9-16,-1 2-11 0,5 0-7 0,-2-2-12 15,0 1-9-15,3 1-3 0,-2 1-16 0,1-1-5 0,0 3-9 16,-2-2-5-16,2 1-7 0,-6 1-4 0,4-1 2 16,-5 0-10-16,0 2 1 0,-3-1-5 0,0 1-4 15,-4 0 0-15,0 1 2 0,0 2-6 16,-4 1-1-16,-3-1 2 0,-1 1-2 0,-5 0-3 0,-1 4-7 15,4-6 5-15,-6 5-2 0,2-3 5 0,-1 4-4 16,0-4-1-16,2 2-4 0,3-2-24 0,-1-3-47 16,-4 5-58-16,6-3-69 0,2-5-80 0,0 2-264 15,3-3-578-15,0-3 256 0</inkml:trace>
  <inkml:trace contextRef="#ctx0" brushRef="#br0" timeOffset="59553.25">18652 1594 67 0,'0'-7'248'0,"0"-1"-15"0,4 2-10 0,-4-1-4 16,0-1 0-16,0 2-5 0,2 1-20 0,-1 0-9 15,-1 1-19-15,0 0-20 0,0 4-21 0,1-5-9 16,-1 5-17-16,2-3-14 0,-2 3-9 16,0 0-9-16,0 0-4 0,0 0-5 0,9 11-6 0,-4-4-10 15,1-1-2-15,-2 2-1 0,0 5-7 0,0 2-2 16,2 1 1-16,-2 1-3 0,3 2-5 0,1 8-1 16,-7 1-3-16,3-1 2 0,0 0-1 15,2 0-2-15,-2 1-3 0,3-4-3 0,-3-1 0 0,1 1 1 16,-2 5-2-16,1-4 8 0,0 2-11 0,-1 2-3 15,2-3-1-15,-2 0 6 0,0-4 0 0,1-2-1 16,-3 2-2-16,5 5-1 0,-5-7 1 0,0 1 0 16,2 0-4-16,0 7 3 0,-2-9-2 0,1 1 3 15,0 0 14-15,-1 0 12 0,1 3-2 0,-2-4-9 16,1 1 2-16,-2-1 10 0,-1 0-11 0,1 0-2 16,-1 2-2-16,-1 0-3 0,3 9 2 0,-1-3 1 15,-4-6-2-15,4 5-4 0,1-6-1 0,0 1 7 16,-4 4-3-16,4 1-7 0,-1-5 4 0,-1-2-4 15,4 1-2-15,-2 1 0 0,-2-1 0 0,4 1 0 16,-2-2 2-16,-2 0 14 0,-1 3-16 0,5-2-4 16,-4-3 2-16,0 2 1 0,0 2-3 0,2-2 0 15,0-1 3-15,0 1-3 0,0 1-1 0,0-4 1 16,0-1 0-16,-1 3 0 0,1-5-1 0,-3 1 2 16,6 3-2-16,-6 1 2 0,3-4-4 0,0 3 5 15,0 1-3-15,-1-5 3 0,1 4-1 0,-4 0 0 16,4-3 0-16,-1 4-2 0,-1 0 5 0,1-4-1 15,-2 4-4-15,3 0 0 0,-3 0 1 0,2 2 2 16,-2 2 1-16,3-3-7 0,-1 1 19 0,1 6-16 16,-3-7 3-16,3 0-4 0,-1 2 1 0,-3 0 4 15,2 2-2-15,-3-3 0 0,2 1-2 0,3 4 3 16,-1-4-8-16,0 0 9 0,-1 0-1 0,-2-1-3 16,4 3-5-16,-3-2 11 0,2 5-6 0,-2-5 1 15,2 0 1-15,-2 2 0 0,3-3 1 0,-4-1-1 16,0 2-2-16,1 1-1 0,2-1 0 0,-2 0 5 0,3 7-4 15,-4-8 4-15,3 1-3 0,-2 1-4 0,2 3 4 16,-1 1 0-16,0-6 0 0,0 8 2 16,-2 1-4-16,1-1 0 0,-2 0-2 0,2-2 3 15,1 2 0-15,0-1-6 0,-5 1 7 0,5 0 3 16,0-1-4-16,-2 3 1 0,1-4-3 0,0 5 8 0,-2 0 8 16,4-3-6-16,-2 3-9 0,-1-3-1 0,0 1 1 15,1 0 2-15,1 0 8 0,-1-1-13 16,0 2 1-16,-2-2-1 0,1-1 2 0,1-2 0 15,0 3 2-15,1-3 7 0,-4 3-6 0,2 2-3 0,0-1 17 16,1 1-20-16,-1-1 4 0,0 0 2 0,0-2 1 16,0 1 13-16,1-1-17 0,-2 0 5 0,2 0 1 15,-2-1-4-15,1-5 2 0,-2 1-2 16,5 4-1-16,-5-6-3 0,3 0 7 0,-1 2-8 0,4-1 7 16,-5-2-3-16,4 0-3 0,-2-2 10 0,2-3-6 15,-1 0 2-15,0-3 4 0,0 1-6 0,2-1-5 16,-3-2 8-16,3-5-10 0,0 3-31 0,3-3-21 15,-3 0-32-15,0-4-65 0,0 0-90 0,0 0-90 16,0 0-220-16,2-21-600 0,-4 5 265 0</inkml:trace>
  <inkml:trace contextRef="#ctx0" brushRef="#br0" timeOffset="60615.92">17552 4906 8 0,'-8'1'149'0,"1"0"-14"15,3 1-17-15,4-2-2 0,-8 1-16 0,8-1-11 16,-2 4 5-16,2-4 21 0,0 5 19 0,0-5 13 16,6 3 5-16,2-1-7 0,0 1-7 0,3-3-5 15,5 2-9-15,3 1-12 0,4-2-5 0,7 1-10 16,3-2-8-16,0-1-12 0,2 0-7 0,3-2-6 16,0 2-7-16,0-1-6 0,2 0-4 0,-1-1-8 15,3 1 0-15,-2 1-4 0,2-2-5 0,-3 1-3 16,2 0-4-16,-1 0-1 0,-1-2-2 0,3 3-3 15,-5-1 3-15,6 0 26 0,-2-1-4 0,0 1-7 0,0-2-1 16,0 1-5-16,-2 1 0 0,2-4-3 16,-2 4-6-16,1-1-3 0,-2-3 0 0,1 2 2 15,5 4-4-15,10-3-3 0,-13 1 1 0,12-1-3 0,-13 2-1 16,15-3 1-16,-14 3 0 0,15-1 2 0,-2 0-6 16,-13 1 0-16,0 0-2 0,16-1-1 0,-2 2 0 15,0-2-1-15,-15 2 2 0,3 0 0 0,-1-4-3 16,17 6 2-16,-2-5-1 0,-15 3-4 0,15-2 13 15,-2 2-9-15,3 0-1 0,-3 0-1 0,2 2 1 16,-2-2-2-16,1 1 7 0,3 3-5 0,-5-2 1 16,-1-2-5-16,4 2 3 0,-1-2 1 0,0 1-5 15,-1-1 1-15,-11 0 7 0,13 3-3 0,2-3-1 16,-1 2 0-16,0-1 0 0,-1 1 1 0,1 0-2 16,-1-2 4-16,0 0-4 0,0 3 5 0,-1-2-7 15,-3-2 2-15,2 2-1 0,0 0 5 0,1-1-3 16,-3 0 1-16,-9 3-3 0,10-3 1 0,2 0 4 15,-2 1 0-15,1 2-3 0,0-2 1 0,2-1-2 0,1 4 3 16,-2-4-1-16,3 1-2 0,-3 2 1 16,4-1 0-16,-4-2 1 0,2 1 1 0,-1 2 1 15,1-3-6-15,-1 3 5 0,2-4-4 0,0 2 5 0,3-1 3 16,1 0-4-16,2 0-1 0,-1 0 1 0,5 2-2 16,-5 1 3-16,3-2-1 0,-4 0-2 0,-1-1 1 15,2 2 1-15,-3-1-3 0,-2-2 4 0,3 3-1 16,-3-3-2-16,1 3 0 0,-1 0 0 0,1-2-3 15,-4 0 6-15,4 0-1 0,-1 0-3 0,-2 0-2 16,-2 0 3-16,1 1-4 0,-12 0 4 0,10-1 1 16,0 2 1-16,1-1-2 0,-13-2 1 0,12 2-1 15,0-1 2-15,-12 3-5 0,12-2 3 0,-13-1-3 16,1 1 4-16,12 0 1 0,-13 1-2 0,1-1 1 16,-1 0 0-16,0-1 1 0,0 0-2 0,-2-1 1 15,-1 2-1-15,-2-1-1 0,-3 0 0 0,-4 0 3 16,-4 0-2-16,-2-1 0 0,1 1-1 0,-6-1 2 15,-2-1 2-15,-7 2 5 0,0 2 3 0,-5-2 13 0,4-2 3 16,-8 2 5-16,11 0-13 0,-11 0 2 16,6-2-8-16,-6 2-16 0,1-3-25 0,-1 3-31 15,0 0-30-15,-7-6-38 0,3 3-41 0,1 1-44 0,-4-1-42 16,-2 1-189-16,4-2-481 0,-6-2 213 0</inkml:trace>
  <inkml:trace contextRef="#ctx0" brushRef="#br0" timeOffset="60898.69">24837 4765 38 0,'0'0'212'15,"8"6"12"-15,-1-3 0 0,1 1-9 0,4-1-17 16,2 4-20-16,5-1-15 0,-1 2-13 0,11 2-13 15,-3 3-11-15,1-3-10 0,2 3-14 0,-2 0-9 16,-9-5-6-16,9 8-12 0,-8-4-2 0,-2 1-11 16,0-3-5-16,-3 4-5 0,-1-1-7 0,-3-2-4 15,-2 3-2-15,-3-1 1 0,-5 0-7 0,2 0-9 16,-4 1 4-16,-7 1-3 0,-5 0-2 0,-5 0-27 0,-5 1-31 16,-5-3-37-16,-5-1-56 0,0-4-49 0,-4 2-40 15,-18-2-158-15,-1-1-405 0,1-4 179 16</inkml:trace>
  <inkml:trace contextRef="#ctx0" brushRef="#br0" timeOffset="62570.58">19810 2629 126 0,'-3'-3'205'0,"3"3"-4"0,-1-6-3 16,1 6-13-16,-2-4-21 0,2 4-17 0,0 0-17 15,-2-6-19-15,2 6-15 0,0 0-11 16,0 0-3-16,0 0-11 0,2 15-10 0,0-8-7 0,2 3-2 16,1-1-2-16,-3 6-2 0,4-2 0 0,0 2-1 15,1 2-13-15,-1 1-3 0,2 0-2 0,-1 1-3 16,4 6 7-16,-4-6 8 0,1-2 0 0,0 10-7 16,2-7-1-16,-2 0-2 0,0-1-1 0,0 1 0 15,6 4-7-15,-5-6 1 0,1 0-1 0,1 7-3 16,1-8-5-16,-2 0 5 0,-1-1-1 0,5-1 1 15,-3 2 4-15,3-1 1 0,-3-2 3 0,1 3 1 16,2-1 8-16,-1-2-7 0,1 1-4 0,0 0-2 16,-2-2-3-16,1 0-1 0,-4-2-1 0,6 0-4 15,-4 2 1-15,1 0 1 0,-4-3-7 0,3 1 13 16,-4-1-12-16,5 4-3 0,-4-6 0 0,-1 0 0 16,3 1 2-16,-1 0-2 0,-2-1-1 0,3-1 0 15,-1 3 0-15,1-2-2 0,-1 2 6 0,2 0-2 16,0-4-1-16,4 7 0 0,0-3 0 0,-5 0 3 15,3-2-1-15,-1 4 1 0,2-4-2 0,1 2 2 16,2-1 0-16,-3 1 8 0,2-2-8 0,2 0-2 16,-6 0-1-16,3 0 0 0,3 1 2 0,-2-2-5 15,1 1 5-15,-4-2-2 0,3 4 1 0,-2-5-1 16,-4 0 0-16,3 0-1 0,-2 1 0 0,4 1-6 0,-3-2 4 16,0 1 1-16,-1 1 1 0,2-4-4 15,0 2 2-15,-3 3 5 0,5-4 26 0,-2 1 1 16,-2-1 0-16,4 3-5 0,-4-3-5 0,5-1 1 15,-5 2-1-15,4-3 2 0,0 3 2 0,-1-3 6 0,4 1-3 16,-5-1-1-16,6 2-3 0,0 0 11 0,0-1-18 16,-1-1-1-16,1 1-2 0,0-2-3 15,3 0 1-15,-6 0-1 0,6-1 3 0,-6 0-5 16,1 2-1-16,-1-2 11 0,2-2-19 0,-4 4 3 0,0-4-1 16,5 2-1-16,-5 0-3 0,1-1 2 0,-3 1-1 15,3 0 7-15,-2-2 0 0,2 0 3 0,-4 1 1 16,4-1 2-16,0 0-1 0,-4 1-6 15,5-1 3-15,-2 0-1 0,1-2 1 0,-1 2-6 0,2 2 1 16,-2-3 15-16,6 0-16 0,-6 1 0 0,7-1 11 16,-3-2-17-16,-2 3-1 0,3 0 2 0,-5 0 3 15,1 0-11-15,0-1 7 0,2-1-3 0,-1 2 6 16,-5 0-1-16,5 0-3 0,3-1-1 0,-7 2-2 16,2 0 1-16,2-3 5 0,3 1 10 0,-7 0-20 15,1 2 6-15,4-1-1 0,-6-2 8 0,4 3-4 16,-3-2-3-16,4 1 3 0,2 0-1 0,-3-1-1 15,0 0 0-15,4 0 4 0,1-1 2 0,2 1 7 16,-3-1-16-16,-1 0 2 0,2-1-2 0,2 1 1 16,-3 0 3-16,0-1 2 0,3 0 3 0,-3 0 2 15,0 0 20-15,1-1 1 0,-2 1 0 0,1 0 4 16,-1-1-4-16,0-2-5 0,-5 4-3 0,6-3 1 16,2 0 2-16,-4-1-10 0,1 2 4 0,-1-3 3 15,1 2-4-15,-5-2 11 0,6 1 3 0,0-2 1 16,0 2-5-16,0-3-4 0,2 1 3 0,-3 0-3 0,1 0-2 15,-1-1-5-15,2 1-1 0,-1 1 2 16,2-1 1-16,-2 1-1 0,2 0-2 0,-3-1-2 16,3 0-3-16,0 2 3 0,-3-3-2 0,5 3-1 15,3-6 6-15,-7 5-7 0,8-4-3 0,-1 1 5 0,-3 2-7 16,-5 2 4-16,4-2 2 0,-1 1-3 0,0-2-2 16,-1 2-1-16,2-1-4 0,-5-2 7 15,1 2-5-15,1-1-1 0,-5 2 1 0,2-3 0 0,1 4 0 16,-8 0 0-16,3 1 2 0,-3 1-3 0,2-2-1 15,-2 1 4-15,-4 2-5 0,2 0 6 0,-1 0-6 16,0 1 3-16,0-1-2 0,-2 2 0 16,0-1-2-16,2 1 2 0,-2-1-3 0,-1 0 2 0,3 2-8 15,-5-3 8-15,2 3-5 0,1-1 4 0,-4 3-2 16,7-3 6-16,-4 0-4 0,-3 3 2 0,4-2-4 16,-4 2-2-16,1-5 5 0,-1 5 0 0,0 0-3 15,7-2 0-15,-7 2 2 0,0 0-5 0,0 0-15 16,3-3-11-16,-3 3-15 0,0 0-28 0,0 0-32 15,0 0-35-15,0 0-37 0,0 0-44 0,0 0-73 16,0 0-72-16,-14-5-258 0,6 4-677 0,-2 0 300 16</inkml:trace>
  <inkml:trace contextRef="#ctx0" brushRef="#br0" timeOffset="65586.87">17553 2854 27 0,'-1'-8'310'0,"2"3"1"0,-1 2 2 16,3-5-3-16,-3 4-8 0,1-1 1 0,2-1-5 16,-3 2-12-16,0 0-14 0,0 4-22 0,3-3-29 15,-3 3-22-15,0 0-31 0,3-3-20 0,-3 3-22 16,0 0-15-16,0 0-17 0,0 0-10 0,9 9-4 16,-8 0-13-16,3-2-6 0,2 4-4 0,-2 3 0 15,2 1-9-15,0 1-4 0,-2 4-5 0,4-1-5 16,-1-1-2-16,-1 2 0 0,2 2-5 0,-3-3-4 15,-1-1-8-15,5 1 8 0,-4-1-1 0,3 0-2 16,-1-1-2-16,-3-1-4 0,0-1-2 0,0-4 6 16,-1 2-9-16,-2-4 2 0,1 0-5 0,2-2-5 15,-2 0 4-15,-2-1 2 0,0-2-1 0,-1 1 3 16,1-5-3-16,0 7 13 0,0-7-8 0,-1 5 2 16,-3-4-6-16,4-1 0 0,-6 3 6 0,6-3-6 15,0 0 0-15,-11-6 0 0,6 5 3 0,-1 0-10 16,1-3 10-16,0 2 0 0,5 2 1 0,-9-5-3 0,8 3-2 15,1 2 1-15,-1-5-3 0,1 5 11 16,1-5-21-16,-1 5 3 0,8-6-3 0,-1 3-5 16,7 1 0-16,2-4 0 0,4 0-14 0,9 1-15 0,2 3-7 15,-1-4-2-15,3 0-10 0,-10 2-9 0,8 0 2 16,-9 1-18-16,8 0-9 0,-7 0-1 0,-1 1 3 16,-4 0 8-16,-1 1 8 0,-6-1 9 15,-2 2 7-15,0-2 4 0,-4 1 8 0,-1 0 10 0,-4 1-1 16,11-1 5-16,-11 1 1 0,4-2 8 0,-4 2-2 15,0 0-1-15,6-1 5 0,-6 1-1 0,0 0 2 16,0 0-3-16,0 0 2 0,0 0 5 0,0 0-2 16,0 0 0-16,0 0 3 0,0 0-1 0,0 0 7 15,0 6-3-15,0-6 2 0,0 0 2 0,4 3 4 16,-4-3-2-16,0 0 0 0,4 4 2 0,-4-4 0 16,1 2 6-16,-1-2-4 0,6 3 3 0,-6-3 0 15,6 3 4-15,-6-3-4 0,2 3 5 0,-2-3 5 16,0 0-2-16,0 0 1 0,12-3-1 0,-12 3 0 15,7-3-1-15,-3 0-1 0,0-1 3 0,-2 1-1 16,3 0-2-16,-1-2 1 0,-3 0-3 0,3 0 2 16,-2 0-17-16,-2-1-2 0,0 0 0 0,0 0 7 15,-2 0-2-15,2 0 6 0,-4 0 0 0,1-1-2 16,1 2 1-16,-3-1 4 0,-1 1 1 0,2-1-8 16,0 1 6-16,-2 0-1 0,2-1 3 0,1 3-3 0,1-1 1 15,-1 0 0-15,3 4 4 0,-7-4-4 16,3 1 3-16,4 3-2 0,0 0-4 0,0 0-4 15,0-4 4-15,0 4 3 0,0 0-1 0,0 0-1 16,19 3-4-16,-9-1-3 0,-5 3-1 0,4-1 0 0,-2 0-2 16,2 0 0-16,0 3 2 0,1 0 5 0,-2 1-2 15,0-2-8-15,0 1-2 0,0 1 2 16,-1 0-5-16,0-2-2 0,-3 2-3 0,1-2-4 16,2 4-3-16,-6-4 3 0,2-2-2 0,-1 1 5 0,0-1 1 15,0 1 5-15,-1-3 4 0,-1-2-1 0,3 5 7 16,-2-2 6-16,-1-3 5 0,0 0 4 0,0 0 4 15,0 0 4-15,0 0-2 0,0 0 2 16,4-10-2-16,0 5 2 0,-4-1-1 0,4 0 0 0,0-1 0 16,-1-1 3-16,1-1-2 0,0-2 5 0,2 5 2 15,-2-3-1-15,3 0-2 0,-2 2 4 0,-1 0-8 16,0 2 3-16,-1-4-1 0,-2 4-1 0,5 1-7 16,-2-2 1-16,0 3-1 0,-3 0-2 0,3 1-5 15,-4 2-2-15,6-3 1 0,-6 3-1 0,5-1 0 16,-5 1 0-16,0 0 3 0,12 1 1 0,-6 0-4 15,-1 1 0-15,0 0 4 0,0 0-2 0,1 1 2 16,-1-2-1-16,0 1-2 0,-1 1 2 0,3-2 1 16,-3 0-2-16,-4-1 3 0,12 4 0 0,-9-1-5 15,0-2 3-15,0 2-6 0,-3-3 4 0,5 3-3 16,-5-3 4-16,1 3-3 0,-1-3 1 0,0 0-1 16,5 4 1-16,-5-4 1 0,1 2-3 0,-1-2 4 15,3 3-1-15,-3-3 0 0,0 0 2 0,5 3-4 16,-5-3 2-16,0 0-2 0,5 5 2 0,-5-3 3 15,0-2 3-15,3 3-5 0,-3-3 0 0,4 3 2 16,-4-3-4-16,4 2 5 0,-4-2-2 0,5 3 0 16,-5-3 2-16,0 0 1 0,0 0-1 0,0 0 2 15,5 1-1-15,-5-1 4 0,0 0-4 0,0 0 0 16,0 0-2-16,0 0 2 0,0 0-7 0,0 0 3 0,0 0-3 16,0 0-3-16,0 0-3 0,0 0-1 15,0 0 1-15,0 0-3 0,0 0-3 0,0 0-3 16,0 0-1-16,0 0-2 0,2 4 5 0,-2-4 0 15,0 0 1-15,0 0 6 0,7 1-2 0,-7-1 4 0,0 0 3 16,9 0-3-16,-9 0 1 0,0 0 0 0,12-3 2 16,-12 3-1-16,6-1 2 0,-6 1 2 0,7-1 10 15,-7 1-9-15,0 0 0 0,4-1 9 16,-4 1-9-16,0 0 0 0,0 0-3 0,0 0 6 0,0 0-2 16,0 0 0-16,0 0-2 0,0 0 2 0,0 0-2 15,0 0-1-15,0 0 0 0,0 0 2 0,0 0-2 16,0 0 1-16,0 0 1 0,0 0 0 0,0 0-3 15,0 0 0-15,0 0 3 0,0 0-2 0,0 0-2 16,0 0 0-16,7-2 0 0,-7 2-1 0,0 0-21 16,0 0-24-16,0 0-30 0,0 0-30 0,0 0-24 15,0 0-28-15,0 0-10 0,0 0-26 0,0 0-174 16,0 0-402-16,0 0 179 0</inkml:trace>
  <inkml:trace contextRef="#ctx0" brushRef="#br0" timeOffset="66825.72">21075 5375 58 0,'3'-5'322'0,"-3"5"-21"16,-3-6-27-16,1 2-19 0,2 4-24 0,0-6-24 16,0 6-28-1,0 0-23-15,0 0-16 0,0 0-17 0,0 0-10 16,0 0-4-16,0 0-21 0,7 14-5 0,0-7-9 16,-4 3-7-16,3 1-3 0,0 1 0 0,-2-1-15 15,8 4-7-15,-4 0-5 0,1-1-2 0,-4-2 0 16,8 1-6-16,-4 3-2 0,-2-5-2 0,-1 2-5 15,0-3-3-15,-1-1 8 0,2 1-7 0,-4-1-1 0,1-4-7 16,1 0 3-16,-1 1 4 0,-4-2 1 0,4-2 1 16,-4 1 1-16,0-3 1 0,6 2-5 15,-6-2-2-15,0 0-4 0,0 0 0 0,8-10 2 16,-4 5 1-16,-2-2 6 0,3 2 1 0,0-1 1 0,-1-1-5 16,0-1 1-16,1 1-1 0,0-2-1 0,0 5-1 15,1-4 1-15,-2 5-3 0,0-2-2 0,0 0-2 16,0 2-5-16,2-1 0 0,-1 1-1 0,0 2-2 15,-5 1 1-15,10 0-1 0,0 3 10 0,-4-1-9 16,7 2-1-16,-4 1 0 0,0 0 0 0,1 2-3 16,-2 1 1-16,4-5 3 0,-5 5 1 0,4-1-2 15,-4-4-1-15,4 4 4 0,-3-3 0 0,-2 0-1 16,-1-2 14-16,0 1-13 0,-1-3 21 0,-4 0 26 16,9 2 4-16,-9-2-2 0,5-5 11 0,-1 1-15 15,0 0 12-15,-1-2-10 0,0 0 1 0,-2-5-1 16,3 1-2-16,-4-3-8 0,0 0-6 0,-4 1-1 15,3-3 0-15,-2 4-11 0,3-3 3 0,3 1-4 0,-3 1-10 16,1-1-46-16,-1 1-33 0,-4 2-51 0,3-1-50 16,-1 4-66-16,4-5-77 0,-2 6-278 15,0 1-638-15,1-2 283 0</inkml:trace>
  <inkml:trace contextRef="#ctx0" brushRef="#br0" timeOffset="68376.57">21078 3767 98 0,'0'0'217'0,"0"0"-18"0,1-3-12 0,-1 3-16 0,0 0-20 16,0 0-11-16,0 0-13 0,0 0-16 0,0 0-17 16,0 0-9-16,0 0-8 0,0 0-13 0,0 0-3 15,0 0-5-15,0 0 0 0,0 0-13 0,6 12-5 16,-4-8-1-16,-1 0-4 0,3-1-2 0,-2 2-1 15,3-2-2-15,-1 0-5 0,0 4 2 0,6-5-3 16,-1 0-1-16,-2 2-2 0,0-3-2 0,1 3 0 16,0-3-1-16,-1 1 2 0,-1-2-2 0,-6 0-3 15,12-3 3-15,-8 1-4 0,0-1 1 0,0 1-3 16,-3-2 5-16,-1 4 1 0,0-7 2 0,0 2 5 16,0 5 3-16,0-7 3 0,-5 2 0 0,2 2 2 0,0-2-1 15,-1 2-4-15,0 1-1 0,-2 1-6 0,0-3-1 16,-1 3-1-16,3-1-6 0,4 2 1 15,-12 0-4-15,5-1 1 0,7 1-3 0,-8 3-1 16,1-2 0-16,7-1 2 0,-5 4-2 0,-1-1-3 0,5 1 2 16,-2-1 1-16,3-3 0 0,-1 6-3 0,1-6 4 15,1 7-2-15,2-4 0 0,-2 0 0 0,6 0-1 16,-3 1 0-16,0-2 5 0,0-2 0 16,-4 0-1-16,10 0 1 0,-10 0 0 0,11-2-2 0,-6-2 0 15,-1-1 2-15,2 2 0 0,-2-2 1 0,-3 0 2 16,2 0 3-16,-2-1 6 0,2 1 4 0,-2 0 2 15,-5-1 1-15,2-1-2 0,-1 2 3 0,-1 2-1 16,-2-2-2-16,2 0-2 0,-1 2-3 0,-2 0-1 16,2-1-4-16,-1 3-2 0,-1 0-8 0,7 1 1 15,0 0-1-15,-15 2 2 0,15-2-7 0,-5 5-13 16,4 0-15-16,-1 0-37 0,4 2-34 0,0 1-48 16,5-2-50-16,4 3-66 0,3 1-142 0,4-2-439 15,-1 1 194-15</inkml:trace>
  <inkml:trace contextRef="#ctx0" brushRef="#br0" timeOffset="72251.6">23369 2766 61 0,'0'0'135'16,"1"-5"-3"-16,-1 5-4 0,2-4-5 0,-2 4-10 15,0 0-6-15,0 0-11 0,4-4-12 0,-4 4-9 16,0 0-6-16,0 0-11 0,0 0-11 0,0 0-3 16,0 0-4-16,0 0-3 0,0 0-5 0,0 0 0 15,-10 10-4-15,10-10-2 0,-4 7-1 0,-2-3-8 16,4 1 5-16,-2 1-2 0,-3-2-4 0,0 3 5 16,2 0-3-16,-6 0-2 0,4 2 9 0,-2-2-3 0,2 1 0 15,-2-1 1-15,0 3 2 0,0-3-4 16,2 4-1-16,-5-3 0 0,2 1-6 0,0 2 0 15,0-3-1-15,-2 2 2 0,2-2 0 0,-1 3-5 0,0-2 1 16,1 0 0-16,-1-2-3 0,2 3 1 0,-3 0-1 16,3-2-2-16,0-2 2 0,-1 2-1 0,3-1 1 15,-4 2-1-15,3-3 1 0,0 1-3 16,2-2 1-16,-2 1-2 0,0-2-2 0,4 1 1 0,-3-1-39 16,2 0-20-16,3-2-40 0,-1 2-28 0,3-4-21 15,-5 4-112-15,2-1-276 0,3-3 123 0</inkml:trace>
  <inkml:trace contextRef="#ctx0" brushRef="#br0" timeOffset="73642.24">20007 2965 163 0,'-9'-2'199'16,"9"2"-18"-16,-10 0-20 0,10 0-16 0,-11 2-15 15,4 0-19-15,2 1 0 0,-1-1-15 16,2 2-12-16,1 1-2 0,1 1-11 0,-1 0-9 16,0 0-3-16,-1-1-5 0,4 2 1 0,0-1-6 0,4 0-8 15,-2 0 1-15,2 0-6 0,1-2-4 0,2 4-3 16,0-5 5-16,4 2-6 0,-2-1-3 0,2 0-2 16,1-1 2-16,-5-1-4 0,1 0 0 15,3-4 0-15,-3 1 1 0,-8 1-8 0,14-3 5 0,-9-2-5 16,-1 1 1-16,1 1-1 0,-3-2 1 0,1-2-3 15,-2 1 0-15,-1 0 2 0,0-1-1 0,-1 2 9 16,-2-3 4-16,1 3 8 0,0 0 2 0,-1-1 2 16,-1 2-4-16,1 1-3 0,1-1 0 0,-2 2-9 15,4 2-2-15,-8-4-5 0,8 4 0 0,-9 0-4 16,9 0 0-16,-12 5-4 0,8-3 0 0,0 3 1 16,0-3-3-16,1 2-2 0,-1 1 4 0,1-2-2 15,3 3 1-15,-1-2-3 0,1-1 4 0,0-3-2 16,1 8 1-16,1-6 2 0,-2-2 1 0,5 7-3 15,-3-6 3-15,-2-1 3 0,8 3-2 0,-8-3 3 16,8-1 0-16,-8 1 16 0,9-4-1 0,-3 3 0 16,-3-5 7-16,-1 2 12 0,1-1-11 0,0 2 5 15,-2-3-7-15,-1 1 1 0,0 0-5 0,-1-1-8 16,-2 2 0-16,-1 0-5 0,1 2-2 0,2-3-4 16,1 5-2-16,-12-3-7 0,12 3-1 0,-11 1-19 15,5 3-42-15,2 2-55 0,-4 0-62 0,0 2-40 16,4 1-235-16,-1 3-487 0,0 0 215 0</inkml:trace>
  <inkml:trace contextRef="#ctx0" brushRef="#br0" timeOffset="74298.49">20000 3327 73 0,'4'4'95'0,"0"4"-19"0,0-1 3 0,-1 3-6 16,1 2-8-16,0-1-8 0,0 1-9 0,1 1-31 15,-2 1-41-15,0-3-70 0,-3 6-100 0,1-5 44 16</inkml:trace>
  <inkml:trace contextRef="#ctx0" brushRef="#br0" timeOffset="74876.62">20053 4780 9 0,'2'4'238'16,"-2"-4"-4"-16,0 4-15 0,0-4-23 0,0 0-17 15,0 0-19-15,2 4-15 0,-2-4-13 0,3 4-15 16,-3-4-9-16,0 0-12 0,5 3-7 0,-5-3-12 0,4 3-13 16,-4-3-52-16,0 0-46 0,0 3-52 15,0-3-51-15,0 0-166 0,0 0-329 0,0 0 145 16</inkml:trace>
  <inkml:trace contextRef="#ctx0" brushRef="#br0" timeOffset="77503.14">20046 2996 16 0,'0'0'62'15,"0"0"-10"-15,0 0 0 0,0 0-15 0,0 0 3 0,0 0-10 16,0 0-3-16,0 0-2 0,0 0 0 0,0 0-7 15,0 0 0-15,0 0 2 0,0 0-13 0,0 0 8 16,0 0-3-16,0 0-1 0,0 0 3 0,0 0-12 16,0 0 8-16,0 0-5 0,0 0 1 0,0 0 8 15,0 0-3-15,0 0-2 0,0 0 3 0,0 0 1 16,0 0 0-16,0 0 12 0,0 0 2 0,0 0-1 16,0 0 5-16,0 0-7 0,0 0 7 0,0 0-6 15,0 0 10-15,0 0-7 0,0 0 0 0,0 0-3 16,0 0-3-16,0 0-1 0,0 0-2 0,0 0-14 15,0 0 13-15,0 0-5 0,0 0 1 0,0 0-4 16,0 0 0-16,0 0-7 0,0 0 5 0,0 0 2 16,0 0-7-16,0 0 6 0,0 0-2 0,0 0-5 0,0 0 7 15,0 0-15-15,0 0 9 0,0 0-4 0,0 0 5 16,0 0-7-16,0 0 7 0,0 0 1 16,0 0-2-16,0 0 10 0,0 0-2 0,0 0-3 15,0 0 0-15,0 0 20 0,0 0-7 0,0 0-2 0,0 0-4 16,0 0 11-16,0 0-3 0,0 0 4 0,0 0-4 15,0 0-5-15,0 0-5 0,0 0-6 0,0 0 8 16,0 0-2-16,0 0-3 0,0 0 0 16,0 0-6-16,11 7 2 0,-11-7 3 0,0 0 1 0,0 0-1 15,0 0 6-15,0 0-13 0,8 1 8 0,-8-1-7 16,0 0-9-16,0 0 9 0,0 0-4 0,0 0 2 16,0 0 3-16,4 1-4 0,-4-1 0 0,5 2 2 15,-5-2 0-15,0 0-2 0,0 0 2 0,0 0 0 16,0 0-4-16,0 0 5 0,6 1 1 0,-6-1-6 15,0 0 5-15,7 0 8 0,-7 0 2 0,0 0 5 16,6 3-1-16,-6-3-3 0,0 0-3 0,5 2 6 16,-5-2-2-16,0 0-9 0,0 0 5 0,4 1-6 15,-4-1 3-15,0 0 2 0,0 0-3 0,0 0-2 16,0 0-2-16,0 0 1 0,10 2 0 0,-10-2 4 16,0 0-7-16,2 1-2 0,-2-1 5 0,0 0-3 15,0 0-3-15,7 1 7 0,-7-1-5 0,0 0 2 16,0 0 1-16,0 0-1 0,8 0 5 0,-8 0 7 15,0 0 0-15,8 1 0 0,-8-1 2 0,9 0 1 16,-9 0-1-16,8 0-9 0,-8 0 4 0,11 2 0 16,-7-2-2-16,-4 0-5 0,11 0 1 0,-6 1 2 15,-5-1-2-15,12-1 1 0,-5 1-2 0,-7 0 3 16,16 1-8-16,-9-1 3 0,4 0 4 0,-3 0-4 16,3 0-1-16,-1 0 3 0,-1 0 1 0,-2 1 0 0,1-1-9 15,2 0 15-15,-2 0-13 0,0 1 2 16,0-2 0-16,-1 2 0 0,4 1 2 0,-6-2-5 15,1 2 6-15,2-2-6 0,-8 0 1 0,15 0 3 16,-10 1-1-16,4 0 2 0,-4 0-3 0,4-1 4 0,-2 1-3 16,0-1 1-16,0 2-2 0,0-1 2 0,1-1 1 15,-1 2-1-15,1-2 2 0,0 2-1 16,3-1-2-16,-4 1 4 0,2 0 0 0,-1-2-4 16,-1 1-2-16,1 1 3 0,1-2 0 0,0 1 1 0,-1-1-4 15,-1 1 5-15,1-1-2 0,0 1-2 0,0-1 4 16,-1 2-3-16,0-1 3 0,2 0 6 0,-2-1 0 15,0 0 1-15,0 1 1 0,2 1 2 16,-2-2-2-16,-7 0-3 0,15 1-1 0,-8-1 3 0,1 2-4 16,0 0-1-16,2-1 1 0,-2-1-4 0,0 1 1 15,3 1 1-15,1 0 0 0,-4 0-3 0,3-2 4 16,1 2-2-16,-1 1-1 0,1-1-1 0,-2-1 6 16,1 1-2-16,3 0 0 0,-2-1-5 0,-2-1 5 15,3 3 0-15,-2-1 2 0,2-1 15 0,-2 0 4 16,2 2-4-16,-1-2 2 0,-1 1-2 0,-3 0 2 15,3-1 7-15,0 0-7 0,-2 0 0 0,2 1 3 16,-1-2-3-16,1 1-4 0,2 1-1 0,-3-1 4 16,3 0-8-16,-3 0-2 0,-1-1 1 0,6 2 0 15,-4-1-3-15,2-1-1 0,-3 1 0 0,4 2 0 16,-1-2-2-16,0 0-1 0,-2 0 0 0,2 1 1 16,-2-2-6-16,3 3 4 0,-2 0 5 0,-1-1-7 15,4 0 1-15,-3-1-4 0,0 2 3 0,0 1-3 16,3-1 1-16,-1 2-2 0,0-3-1 0,-1-1 2 15,2 3 3-15,0 0-2 0,-4-2 1 0,9 1-3 0,-2 0 0 16,1-1-1-16,0 3 2 0,-7-2 1 16,5-2 2-16,-4 3-2 0,9-3-2 0,-4 0 2 15,-3 2-1-15,3 1 1 0,-4-3-4 0,0 2 1 16,1-1 6-16,-1-1-3 0,0 2 0 0,4 1 1 0,-3-3-5 16,0 1 5-16,-1-1 0 0,-1 0-2 0,1-1 1 15,0 1-1-15,-1 1 2 0,-1 0-2 16,2-1-3-16,-2 2 9 0,-1-2-5 0,0 0-4 15,1-1 1-15,-2 2 2 0,1-1 0 0,-1 1-5 0,1-1 4 16,1-1 0-16,-2 1 3 0,-2 0-6 0,1 1 4 16,3-1-2-16,1 0 4 0,-2 0-6 0,-1 1 3 15,-1 0-2-15,5-1 4 0,-5 1-2 16,2 0-1-16,3 2 0 0,-3-2 1 0,2-1-1 0,1 1 0 16,-2 1 1-16,2-1 0 0,-2 2 3 0,1-1-5 15,0 0 5-15,-1 0 0 0,0-1-9 0,1 3 7 16,-1-4 0-16,0 1-1 0,-4 0-2 0,4 2 2 15,-2-2 0-15,-2-2 0 0,3 0 0 0,-6 2 1 16,2-1-3-16,0 0 0 0,1 0 2 0,-2 1 3 16,-1 0-1-16,3-1-4 0,-2-1 2 0,0 2 1 15,1 1 1-15,0-1-2 0,0-2-2 0,-1 1 4 16,1 1 1-16,-1-1-4 0,1-1 4 0,-2 1 0 16,-5-1 0-16,11 0-2 0,-11 0 1 0,10 3 6 15,-8-3-9-15,-2 0-2 0,9 0 3 0,-9 0 3 16,6 1-1-16,-6-1-2 0,8 1 0 0,-8-1 0 15,7 0-2-15,-7 0 0 0,8 0 5 0,-3 1-2 16,-5-1-5-16,0 0 3 0,12 1 3 0,-7-1-2 16,-5 0 0-16,13-1-1 0,-9 2 2 0,-4-1-2 15,10-1 0-15,-4 2 4 0,-6-1-4 0,8-2 3 16,-8 2-2-16,9 1 2 0,-9-1 1 0,7 1 1 16,-7-1-4-16,4 3 3 0,-4-3 3 0,0 0 8 15,0 0 3-15,0 0 3 0,0 0-2 0,0 0 0 16,0 0-1-16,6 0-1 0,-6 0-2 0,0 0 0 15,0 0-3-15,0 0-4 0,0 0 1 0,0 0-2 16,0 0 0-16,0 0-2 0,0 0-6 0,0 0 4 16,0 0-2-16,0 0-11 0,0 0-8 0,0 0-6 0,0 0-3 15,0 0-7-15,-17-5-12 0,17 5-1 0,0 0-16 16,0 0-6-16,0 0-20 0,-8-1-21 0,8 1-25 16,0 0-29-16,0 0-166 0,0 0-358 0,-1-5 159 15</inkml:trace>
  <inkml:trace contextRef="#ctx0" brushRef="#br0" timeOffset="78050.03">22440 3297 10 0,'0'0'193'0,"0"0"-11"0,0 0-18 0,0 0-24 15,0 0-10-15,0 0-9 0,4 7-13 0,-4-7-5 16,0 4 7-16,0-4-10 0,0 6-15 0,0-1-2 16,0-1-11-16,0 0-2 0,0 1-10 0,0 2 1 15,0-1-12-15,3 0-3 0,-3-1-5 0,0 0-1 16,1 2-2-16,-1-2-3 0,3 0-3 0,-3 2 2 16,1-2-4-16,4-2-7 0,-3 1 5 0,1-3-8 15,-3-1 3-15,4 6-5 0,3-6 2 0,-7 0-3 16,5 1 2-16,-5-1-2 0,7 1-5 0,-7-1 2 15,7-5-3-15,-3 1-2 0,1 0-1 0,-1 1 1 16,-1-1 2-16,-1-2-6 0,-1 3-2 0,-1-2 5 16,0 5-2-16,1-7 1 0,-1 2-3 0,0 5 3 0,0-5-3 15,0 1-1-15,-2 0-6 0,2 4 1 16,-5-3 4-16,5 3-7 0,-9 0-1 0,9 0 3 16,0 0-1-16,-11 5 1 0,7-2 2 0,1-1-2 15,-2 1 1-15,-2 3 2 0,6-1-1 0,-2-1-2 0,3 1 6 16,-1 0-2-16,-2 0 0 0,3 0 2 0,1 0 1 15,1-1-1-15,2 0 5 0,0 1-2 16,2-2 0-16,1 0 1 0,0-1-1 0,0 0 2 0,2-2-1 16,2-1 1-16,-2 2-1 0,-1-3 3 0,0 0-3 15,-1-1 3-15,0-1 1 0,-1 0 6 0,0-3 5 16,-1 1 2-16,-2 1 6 0,-2 0-3 0,-1-3 5 16,0 2-4-16,-1 1 2 0,-2-1-1 0,-1 0-5 15,-3 1-1-15,1 3-6 0,-1-3-2 0,0 3 0 16,-3-1-4-16,1 1-2 0,1 2-1 0,-5-1-2 15,3 2-15-15,-3 3-58 0,1 1-68 0,5 1-67 16,-4 4-212-16,3 0-447 0,-3-3 198 0</inkml:trace>
  <inkml:trace contextRef="#ctx0" brushRef="#br0" timeOffset="82765.28">22511 3365 37 0,'0'0'79'0,"0"0"-12"0,0-4 6 0,0 4-10 0,0 0-6 16,0 0-11-16,0 0-4 0,0 0 7 0,0 0-16 15,0 0 0-15,0 0-4 0,0 0-4 0,0 0-6 16,0 0 4-16,0 0 0 0,0 0-4 0,-6-4-3 16,6 4 3-16,0 0-1 0,0 0-1 0,0 0 8 15,0 0 4-15,0 0 3 0,0 0 1 0,0 0-1 16,0 0-2-16,0 0-4 0,0 0 8 0,-12 3-7 16,12-3 7-16,0 0-23 0,0 0 15 0,0 0-1 15,-8-1-10-15,8 1 5 0,0 0-3 0,0 0-1 16,-7-2-4-16,7 2-5 0,0 0-1 0,0 0 5 0,0 0 3 15,-9 0 0-15,9 0-2 0,0 0-5 16,0 0-8-16,-8 2 12 0,8-2-6 0,-9 1 7 16,9-1 11-16,-4 1-7 0,4-1 10 0,-8 0-1 0,8 0 4 15,-11-2 5-15,11 2-2 0,0 0 3 0,-11-2 2 16,11 2 1-16,-8 2-9 0,8-2 9 0,-10 0-7 16,5-3-5-16,5 3 1 0,-9 0 1 15,9 0-4-15,-10-1-2 0,10 1-2 0,-9 1-3 0,9-1-2 16,-8-2-1-16,8 2 5 0,-9 0-3 0,9 0-5 15,-9 0-10-15,9 0 8 0,-8 0 2 0,8 0-1 16,-6-2-1-16,6 2-1 0,-9-1-5 0,9 1 4 16,-8 0-3-16,8 0-2 0,0 0-5 0,-13-2 6 15,8 2 2-15,5 0-1 0,0 0 2 0,-15 0 0 16,15 0 3-16,-8-2 5 0,2 2 6 0,6 0 2 16,-8-1-4-16,8 1 2 0,-11-1-1 0,11 1-5 15,-8 0 0-15,3-1 1 0,5 1 0 0,-10-2-3 16,10 2-1-16,-11 2-5 0,11-2 2 0,-11-2 1 0,11 2 4 15,-8 0-9-15,8 0 0 0,-8 2 0 16,8-2 2-16,0 0-6 0,-9 1 5 0,9-1-4 16,0 0 0-16,-9-1-4 0,9 1 5 0,0 0 0 0,-10 1 1 15,6 0 1-15,4-1-2 0,-6 1-4 0,6-1 1 16,-11 0 4-16,11 0-1 0,-8 0 1 0,8 0-3 16,-8 0 6-16,8 0-8 0,-10 2 6 0,5-2 1 15,5 0-4-15,-11-2 1 0,11 2 1 0,-11 0 1 16,4 0 6-16,7 0 6 0,-15 0 0 0,11 0-4 15,4 0 1-15,-12 0 0 0,5 0-3 0,1-1-1 16,6 1 2-16,-13 0-3 0,13 0-2 0,-11 0 2 16,11 0-2-16,-13 0-3 0,7 1-1 0,2-1 4 15,4 0-5-15,-10 0 3 0,10 0-6 0,0 0-1 16,-9 0 3-16,4 2 4 0,1 0-2 0,4-2-3 16,-7 3 4-16,7-3-2 0,-11 1 0 0,8 0-1 15,3-1-1-15,-11 1 2 0,7 1 0 0,1 0-2 16,-4 0 1-16,2 0 2 0,0 0 0 0,5-2-3 0,-12 2 0 15,7-1 1-15,-1 1 3 0,6-2-3 16,-10 2 3-16,3-1 2 0,7-1 13 0,-10 0 4 16,4 2 2-16,6-2 2 0,-8 2-4 0,1-2 0 15,7 0-2-15,-9 1-2 0,3 1 1 0,1-1-2 0,5-1-3 16,-10 0-1-16,10 0-3 0,-10-1 1 0,10 1 0 16,-11 1-5-16,8 1 2 0,3-2 0 15,-13-2-1-15,13 2-1 0,-9 2 1 0,2-1-1 0,7-1-2 16,-8-1 0-16,8 1-1 0,-13 2-3 0,7-2 3 15,6 0 0-15,-10 1-3 0,10-1 1 0,-12-1 1 16,6 2 0-16,1 2-2 0,5-3 3 0,-11 1-2 16,7 0 0-16,4-1-1 0,-13 0 1 0,7 2 1 15,6-2-1-15,-11 0-1 0,2 1 1 0,2-1 1 16,0 1 1-16,-1-1 1 0,0 1-3 0,0 1-3 16,8-2 3-16,-18 0 0 0,7 1 2 0,0-1 0 15,-1 0-3-15,1 2 0 0,-2-2 1 0,1 0 1 16,-1 1 5-16,1-2-3 0,1 2 5 0,0-2 4 15,-1 1 5-15,2 0-2 0,2 1 1 0,0 0-5 16,-3-1 1-16,3-1-3 0,8 1-2 0,-15 0 0 16,8 0-2-16,1 0 3 0,-1 1-2 0,7-1-1 15,-14 1-2-15,7-2 0 0,-1 2-1 0,1-1 1 0,2 2 1 16,5-2-3-16,-12 0 0 0,6 1 0 0,-1-1-1 16,7 0 2-16,-14 1 1 0,8 0-1 15,1 1-2-15,-4-1 2 0,9-1-3 0,-13 1 1 16,10 2 2-16,-4-2-1 0,0 0 2 0,-2-1-2 0,2 2-2 15,0-2 0-15,0 1 5 0,0-1-7 0,-2 0 4 16,1 1-3-16,1 1 2 0,-2-1-2 0,3 0 15 16,-3-1-3-16,-2 0-3 0,4 0-2 0,0 1 0 15,-1 1-1-15,-3-2 2 0,3 1 0 0,-3 0-1 16,2-1-1-16,-1 1-2 0,2 1 3 0,-2-2 0 16,-2 1-1-16,4 0 4 0,-3-2 9 0,-2 1 2 15,3 0-2-15,-1 1 0 0,0 0-3 0,0-1 0 16,-1 2-1-16,3-1 0 0,-2-2 0 0,-1 2-3 15,2-1 3-15,2 0-4 0,0 2 0 0,0-2-4 16,-2 0-3-16,2 1 1 0,-3-1 1 0,3 1-4 16,1 0 0-16,-4-1 3 0,3 3 1 0,1-3-3 15,0 0-2-15,-2 2 2 0,1 0 0 0,2-1 0 16,-2-1-2-16,0 1-2 0,1 0 4 0,7-1 0 0,-14 1-2 16,9 1-1-16,-2 0 3 0,1-1-1 15,0 1-1-15,1 0 1 0,-2-1 2 0,7-1-3 16,-12 4 2-16,6-4-4 0,2 2 2 0,4-2 2 15,-13 1-1-15,7 2 1 0,3-1-2 0,-5 0 0 0,8-2 1 16,-10 3 0-16,4-2-2 0,-1 0 6 0,7-1-7 16,-10 0 3-16,10 0-2 0,-5 0 3 15,5 0-1-15,-11 3-3 0,7-2 6 0,-1 0 2 0,5-1-9 16,-10 0 5-16,6 1-4 0,4-1 2 0,-13 1-1 16,8 3 2-16,5-4-1 0,-9 1 0 0,2 1 1 15,3 0-2-15,4-2 3 0,-10 1-2 0,6 0-1 16,4-1 3-16,-9 0-1 0,9 0-2 0,0 0 3 15,-7 1-4-15,7-1 2 0,-8 0 0 0,8 0 2 16,-7 1-2-16,7-1 0 0,0 0 4 0,0 0-1 16,0 0 2-16,-5 0-5 0,5 0 5 0,0 0-2 15,0 0 2-15,0 0-2 0,0 0 7 0,0 0-5 16,0 0 0-16,0 0-2 0,0 0 1 0,0 0 3 16,0 0-2-16,0 0-3 0,0 0-3 0,0 0 0 15,0 0-14-15,0 0-21 0,0 0-29 0,0 0-33 16,0 0-37-16,0 0-51 0,0 0-55 0,0 0-220 15,15-4-497-15,-10 0 221 0</inkml:trace>
  <inkml:trace contextRef="#ctx0" brushRef="#br0" timeOffset="83296.53">20541 3458 154 0,'-13'4'180'0,"13"-4"-17"0,0 0-20 16,0 0-13-16,-11 5-15 0,8-2-8 0,1 0-12 15,0 2-8-15,1 2-8 0,-2-4-2 0,3 2-17 16,0 1-2-16,0 1-5 0,0 1-4 0,0-2-6 16,0-1 0-16,3 2 1 0,1-1-9 0,0 1 1 15,4-1-6-15,-1-2-1 0,1-1-1 0,-2 2-2 16,2-2-3-16,3-1-1 0,-3-1-1 0,1-1 0 16,2-1-2-16,-3-1 0 0,-1 1 1 0,0-3-4 15,2 0 10-15,-2-1 8 0,-3 0 7 0,3-3 6 16,-3 2 8-16,1 0 1 0,0-2 5 0,-4 1 4 15,-1 1-3-15,1-2 8 0,-2 1 0 0,0 2-2 16,-1-5-3-16,-1 3 0 0,-2 3 0 0,1-4-4 16,-1 2-9-16,-1 0-2 0,1 0-2 0,-3 3-7 15,1-2-6-15,-3 2-7 0,2 2 0 0,0 0-3 0,-1 1-5 16,9 0 0-16,-14 2-6 0,7-1-4 0,2 2 2 16,-1 1 0-16,2-2-4 0,1 5 1 15,-1-3-15-15,3 1-19 0,1 1-16 0,0 1-20 16,0-2-22-16,4-1-34 0,0 5-27 0,6-7-41 0,0 3-44 15,3 0-181-15,-1-3-444 0,0 2 197 0</inkml:trace>
  <inkml:trace contextRef="#ctx0" brushRef="#br0" timeOffset="85792.23">20667 3506 38 0,'0'0'124'0,"0"0"-11"15,0 0 6-15,0 0-6 0,0 0 1 0,0 0-7 16,0 0-6-16,0 0-3 0,0 0-1 0,0 0-4 15,0 0-2-15,0 0-4 0,0 0 0 0,0 0-11 16,0 0-4-16,0 0-3 0,0 0-5 0,0 0-7 16,0 0-1-16,0 0-2 0,0 0-1 0,0 0-2 15,11-1-9-15,-11 1-2 0,0 0-5 0,0 0-3 16,12-1 1-16,-8 2-8 0,-4-1 2 0,0 0-6 16,9-1 0-16,-9 1-3 0,10 0-3 0,-10 0-2 15,11 0-1-15,-4-1 5 0,-2-1-7 0,-5 2-2 16,13-2 0-16,-6 0 1 0,0-1-1 0,2 2-3 0,1 0-1 15,-3 0 2-15,0 0-2 0,2-2 1 16,1 3 0-16,-2-1-3 0,2 0 1 0,0-4 2 16,1 3 0-16,-4 0-5 0,5 1 2 0,-2 1-2 15,-2-3 4-15,4 1-2 0,-5 1-1 0,4-1-1 0,-2 2 2 16,-2-2 3-16,4 0-8 0,-3 1 5 0,2-1 2 16,-2-1-2-16,0 2-1 0,4 0 0 0,-3 0-1 15,-3-1-3-15,1 0 3 0,3-1 1 0,-1 2-1 16,-1-1-1-16,0-1 3 0,3 0 0 0,0 2-1 15,-4-2-1-15,1 2 4 0,2 0 13 0,-2 0 9 16,3-2 1-16,-3 2-3 0,-1-2 0 0,1 1-2 16,1-1-4-16,-2 0-1 0,1 2-4 0,5-1 2 15,-7 0-3-15,1 0 0 0,2 1-2 0,-3-2 0 16,2 2 1-16,-4-2-1 0,6 2-3 0,-6-2 3 16,4 1-2-16,-4-1 0 0,3 2-4 0,-3-2 6 15,3 1-6-15,0 1 1 0,0-2-2 0,-2 0-2 16,-1 1 0-16,0 0 5 0,-4 2-5 0,15-3 1 15,-9 0-2-15,-1 1 0 0,-1 0 3 0,3 0-2 16,-2 0-1-16,2 0-1 0,1-1 2 0,-2 2 1 16,-6 1 0-16,13-1-4 0,-9-2 4 0,3 1-3 15,-1 0 1-15,4 2 0 0,-5-1 2 0,1 0-3 16,1 0-1-16,0-2 3 0,1 1 1 0,-2 1-4 0,-1 0 0 16,3 0 3-16,0-1 1 0,0 0-1 15,-1 0 2-15,3 0-4 0,-3 1 2 0,2 1-2 16,-1-2-1-16,2 0 2 0,-3 2-1 0,2-3 3 15,-2-1-3-15,4 3 1 0,-4 1 0 0,1 0-3 0,0 0 1 16,0-1 0-16,0 0 3 0,-1 0-3 0,1 1 3 16,2 0 2-16,-5-2-4 0,3 1 1 0,-1 0 5 15,1 1-6-15,-1-1-1 0,-7 1 1 16,12 0 2-16,-3 0 0 0,-3-2 0 0,1 1-2 0,-7 1 0 16,13-4 3-16,-7 3-1 0,2-1-1 0,-8 2-2 15,13-1 3-15,-8 0 2 0,3 0-2 0,0-1 7 16,-1 1-8-16,0 0-2 0,1-2 3 0,0 3-1 15,-1-2-2-15,-1 1 1 0,3-2 0 0,-4 1 2 16,5 1-1-16,-3-1 1 0,0 0 2 0,1 0-3 16,0-1 2-16,-1 0 3 0,0 0-4 0,1 1 1 15,-3 1 0-15,5-1-4 0,-5-1 3 0,5-1-1 16,-2 2-2-16,-1-1 3 0,0 2 2 0,0 0-3 16,0-3-1-16,0 1 2 0,0 1-3 0,4-1 2 15,-6-1 3-15,1 2-3 0,3-1 0 0,-1 0 0 16,-1 0 0-16,1-2-1 0,-1 2-1 0,1 1 2 15,-1-3-2-15,0 3 3 0,-3-3-3 0,4 2 3 16,0 1-2-16,-1-1 0 0,0 1-1 0,-3-2-2 16,5 0 4-16,-2 1 1 0,2-1-3 0,-3 2 1 15,6 0 0-15,-5 1 1 0,0-4-1 0,1 3 1 16,0 0-1-16,-1 0-3 0,1 1 2 0,1 0 1 16,0-2 0-16,-2 1 0 0,1 2-2 0,4 0 3 0,-4-2-2 15,-1 0 1-15,3 1 0 0,-4 0-1 0,8-3 1 16,-6 3 1-16,0 0 0 0,3 0 0 0,0-1-2 15,-1 2 4-15,-2 0-2 0,3-1 0 16,0 1-1-16,-3 0-1 0,0-1 3 0,3-2-4 0,-2 3 3 16,2-1 2-16,-2 1-4 0,1-2 2 0,-4 0 0 15,2 1 3-15,0-1-4 0,0 1 2 0,0 1-2 16,-1 0 0-16,0-1 2 0,-7 1-2 0,16 0-2 16,-7-1 4-16,-4 1 0 0,2-2 4 0,2 1-6 15,-2 0 0-15,1 0 1 0,0 1 0 0,2 1 2 16,-2-2-3-16,0-1 1 0,4 1-1 0,-5 0 1 15,4 0-4-15,4 1-8 0,-8-2 1 0,6 1 3 16,-6 1 0-16,2 0 1 0,0-2 0 0,0 1 3 16,-2 1 1-16,-7 0 0 0,14-1-1 0,-5 2 0 15,-2-2 0-15,-7 1-1 0,11-1 0 0,-4 1 2 16,-7 0-1-16,12 0 2 0,-6 0 1 0,1-2 0 16,-7 2-1-16,10 0 3 0,-3-1-3 0,-7 1 3 15,11-1 2-15,-5 0-6 0,-6 1 6 0,12 0 0 16,-8-2-3-16,-4 2 0 0,8-1 3 0,-3 1-4 0,-5 0 2 15,10 0 0-15,-5-1 0 0,1 0-3 16,-6 1 2-16,8-2 0 0,-8 2-1 0,13-1 1 16,-6 1 1-16,-3-2-6 0,-4 2 6 0,11 0-3 15,-3 0 3-15,-1-1-1 0,0 1 0 0,1-1 2 0,2 1-6 16,-2 0 4-16,0-1-2 0,0 1-1 0,0-2 1 16,-1 4-2-16,3-4 6 0,-2 2-5 15,1 0 3-15,-2-1 1 0,-7 1 0 0,11 0 2 16,-6-1 3-16,-5 1 19 0,10 0 0 0,-10 0 2 0,0 0 3 15,8 1 3-15,-8-1-5 0,6 1 3 0,-6-1 3 16,0 0 7-16,0 0-9 0,0 0-1 0,0 0 1 16,6-2 14-16,-6 2-12 0,0 0 5 15,0 0-2-15,0 0 3 0,3-3-6 0,-3 3-4 0,0 0 0 16,0 0-6-16,0 0 9 0,0 0-13 0,0 0-4 16,0 0-1-16,1-3 1 0,-1 3-3 0,0 0-6 15,0 0-12-15,0 0-17 0,0 0-28 0,0 0-33 16,0 0-44-16,0 0-42 0,3-4-61 0,-3 4-229 15,0 0-497-15,0 0 221 0</inkml:trace>
  <inkml:trace contextRef="#ctx0" brushRef="#br0" timeOffset="86356.23">22975 3068 1 0,'0'0'247'16,"-6"0"-22"-16,6 0-20 0,0 0-19 0,0 0-23 0,0 0-16 15,-3 4-18-15,3-4-11 0,0 4-13 16,0-4-11-16,-1 6-5 0,1-2-8 0,0-4-12 16,0 9-3-16,0-4-6 0,3 1-4 0,-2 0-5 15,3-2-5-15,-1 1-1 0,3 1-1 0,-1-2-7 0,3 1-1 16,-2 0-6-16,0-1 2 0,1-2-7 0,1 0 1 15,0-1 0-15,-2 2-2 0,-1-3-1 16,-5 0-2-16,14-4 0 0,-9 2-2 0,2-2 2 0,-3 0-3 16,-2-1 3-16,0-2 3 0,4 1 0 0,-4-2 10 15,-2 2 0-15,0-2-1 0,-2 2 10 0,2-4-2 16,-4 4 0-16,2 0-5 0,-2-1-3 0,0-2-2 16,-3 3-2-16,0-2-7 0,-2 4-2 0,2 2-2 15,-4-3-2-15,3 4-4 0,-4-2-1 0,2 1-3 16,-2 1 2-16,4 2-6 0,0-1-1 0,-4 5 2 15,4-4 0-15,-1 1 6 0,4 2-11 0,-2-1-2 16,3 0-1-16,1 3 8 0,1-2-8 0,-1-1 4 16,3 1 0-16,-3 0 0 0,3-4 0 0,4 5 2 15,-2-2-2-15,-2-3 1 0,0 0 2 0,5 2-1 16,2 0 3-16,0-2-2 0,-7 0 2 0,11-3 1 16,-6 1-1-16,3-1 1 0,-3-1-3 0,2 0 4 0,-1 2-3 15,-2-3 0-15,0 0 1 0,0-1 1 0,-3 1-1 16,2 1-6-16,-2 0 2 0,1-1-1 15,-1 1 1-15,-1 4-4 0,0-6 0 0,-3 1-2 16,3 5-1-16,-9-3-1 0,5 2 0 0,4 1-20 0,-11 0-29 16,11 0-33-16,-15 0-33 0,8 1-35 0,7-1-32 15,-11 2-38-15,9 2-169 0,-8-2-427 0,6 1 189 16</inkml:trace>
  <inkml:trace contextRef="#ctx0" brushRef="#br0" timeOffset="87449.99">22962 3012 83 0,'0'0'144'0,"0"0"-15"0,-9 0-3 0,9 0-10 16,-7 0-6-16,7 0-15 0,-12 0-6 0,3-1-7 15,3 1-5-15,6 0-5 0,-15 1-11 0,2-1-7 16,0 0-1-16,1 1-1 0,1 0-2 0,-3-1-5 16,-3 2-4-16,3 0 0 0,-6-2-4 0,6 1-5 15,-5 2 5-15,-1 1-3 0,-1-1-1 0,2-2 2 16,0 1-3-16,-3 1 5 0,2-1-3 0,0 0-4 15,2 1 1-15,-1 0-7 0,0 0-2 0,4-2-2 16,0 3 0-16,-4-2-1 0,1 2 0 0,3-1-5 16,-2-1 2-16,-1 2-4 0,3-2-3 0,1 0 2 15,-5-1-5-15,6 3 2 0,-2 0-4 0,2-3 1 16,0 2 5-16,1 1-3 0,-2 0 0 0,-1-2 1 0,1 1 1 16,1-2 3-16,-1 1 10 0,-2 1 1 0,0 0 2 15,1 1-1-15,1-3-1 0,-1 1-4 16,0 1 4-16,-2-2-5 0,0 5-7 0,1-3 4 15,2-3-2-15,-5 2-1 0,3 3 1 0,0-3-4 0,-1-1 0 16,-2 4 2-16,0 0-1 0,4-3-4 0,-4 2-1 16,0 1 1-16,0 0 1 0,0-2-2 0,0 1-2 15,1 3 3-15,2-1-3 0,-2-2 2 0,1 3-2 16,-1-4 2-16,-2 4-3 0,3-1 2 0,4-2-2 16,-4 2-1-16,1-3 2 0,1 2 3 0,0-1-5 15,-3 1 5-15,5 0-6 0,0-1 4 0,0 1 8 16,-2-1 1-16,0 0 1 0,3 1 4 0,-2-1 0 15,-1 0-1-15,0 3-4 0,-4-1 4 0,4-4 3 16,4 2 2-16,-9 1 1 0,6-1-3 0,3 0 2 16,-9-1-1-16,3 0-1 0,3 0-2 0,-5-2 1 15,-2 1-3-15,0 1 1 0,-2-1 0 0,2-2 2 16,-2 5-2-16,-7-4 7 0,6 2-1 0,-5 4-2 16,-1-6 8-16,7 3-9 0,0-2-3 0,0-1 9 15,1 1-7-15,1-2 0 0,-3 5-2 0,4-5-1 16,-1-1 1-16,-1 4-5 0,3-1 2 0,-1-1-3 15,2 1 1-15,2 2-3 0,2-2-1 0,-2 2-1 16,5-1 1-16,-1-2-1 0,-3 0-1 0,3 2 0 16,5-1-1-16,-4 1-2 0,0 1 0 0,1-2-3 15,4 1 5-15,-4 2-4 0,-1-3 1 0,3 1 1 0,2-1-1 16,-3-1 1-16,-3 3-3 0,5-1 3 16,-1-1-1-16,-3 1 0 0,-4 0 4 0,4 0-1 15,-5 1-3-15,1-2-1 0,-4 2 10 0,1-3-6 16,1 2-1-16,4-1 1 0,-7 1-3 0,5 0 1 0,2-1-1 15,-1-1-1-15,-1 1 3 0,1-1-3 0,1 0-1 16,2 0 9-16,-1 1-10 0,1-2 0 16,4 1 0-16,-1 0 5 0,-2 1-3 0,4-2 0 15,0 2 7-15,-1 0 5 0,7-2 10 0,-12 0 8 0,5 1-1 16,7-1-6-16,-9 2 10 0,3-2-11 0,6 0 8 16,-11-2-11-16,11 2 3 0,-8 0 7 0,8 0 1 15,0 0 2-15,-11 0-5 0,11 0 5 16,-10 0 2-16,10 0 4 0,-11-1 4 0,11 1 0 0,-11-2-9 15,11 2 3-15,-10 0-13 0,10 0 13 0,-9 0-6 16,3-2 1-16,6 2-7 0,-7-2 5 0,7 2-13 16,0 0 0-16,-8 0 0 0,8 0 1 0,0 0-3 15,-8-1 2-15,8 1-3 0,0 0 0 0,-7-1-6 16,7 1 3-16,0 0-10 0,0 0 4 0,-10 0-4 16,10 0 4-16,-6 1 1 0,6-1-5 0,0 0-5 15,0 0 6-15,-11-3 5 0,11 3-4 0,0 0-5 16,0 0 6-16,-3-2 1 0,3 2-5 0,0 0-2 15,0 0-6-15,0 0-18 0,-2-4-24 0,2 4-32 16,0 0-62-16,0 0-57 0,8-7-64 0,-3 4-51 16,1-1-230-16,3-2-590 0,-2 0 262 0</inkml:trace>
  <inkml:trace contextRef="#ctx0" brushRef="#br0" timeOffset="88445.39">20402 3304 28 0,'0'0'143'15,"-9"0"-12"-15,9 0-2 0,-11 1-6 0,7 1-16 0,4-2-8 16,-12 0-15-16,12 0-5 0,-7 0-6 0,7 0-9 16,0 0 1-16,-7 0-12 0,7 0-3 15,-7 1 2-15,7-1 4 0,0 0-2 0,0 0 3 16,0 0-4-16,0 0 3 0,0 0 1 0,-6-3 4 0,6 3 4 16,0 0 3-16,0 0 7 0,0 0-3 0,0 0 0 15,0 0-4-15,0 0-5 0,0 0-4 0,0 0 5 16,0 0-5-16,0 0 2 0,-3-5-7 15,3 5-2-15,0 0 0 0,0 0-1 0,-1-4 2 0,1 4-3 16,0 0-2-16,0 0 1 0,0 0-2 0,0 0-3 16,0 0-7-16,8-4-4 0,-8 4-5 0,9-3 5 15,-2-1-9-15,2 1-5 0,5 0-2 0,4 1 5 16,4-2-7-16,6 0-6 0,4 1 2 0,0-2-4 16,8 2 2-16,-4-2 0 0,2 2-4 0,5-1 1 15,-1 0 0-15,17-1 0 0,-4 0-2 0,1 1 0 16,-2-1 0-16,-1 0 8 0,-12 2-12 0,1 1-1 15,13-3 3-15,-16-1-1 0,3 3-1 0,-4-1 2 16,3 0-1-16,1 0 2 0,-2-2-2 0,-1 3 2 16,1-2-3-16,0-1 1 0,0 0 2 0,-2 1-3 15,1-1-1-15,-1 3 1 0,1 1-1 0,0-2 2 16,0-1-3-16,1 4-1 0,-1 0 4 0,0-2-2 16,1 3 2-16,-2-1-2 0,1 2 0 0,-4-1 3 15,3 1-3-15,-4-1 3 0,0-1-2 0,0 4 0 16,-3-2 1-16,-1 0-1 0,-7-1 2 0,-1 1-2 15,0 1 0-15,1 1-1 0,-4-3-1 0,1 0 5 16,-3 1-1-16,0 1-4 0,0-2 1 0,-1 0 10 16,0-2-9-16,-1 2 0 0,-1-1 3 0,-2 1 0 15,-1 1 1-15,4-2-1 0,-4 0 0 0,-2-1-5 0,-1 0 2 16,-1 1-1-16,2 1 0 0,-3-1 3 16,1 1-4-16,-7 0-1 0,11-1 1 0,-7-1 0 15,-4 2 2-15,9-1-5 0,-9 1 0 0,7 0 1 0,-7 0 2 16,0 0-1-16,11 0 0 0,-7 1 3 0,-4-1 1 15,11 2-2-15,-7-2 0 0,3 1 0 0,1 1-1 16,-2 0 3-16,3 0-1 0,-3 0 2 0,2 2-2 16,-3-4 2-16,6 2-3 0,-3-1 0 0,-1 1 3 15,0-1 2-15,2 0-3 0,-2 1 2 0,0 0-3 16,-1-1 0-16,-1 0 1 0,-5-1-1 0,12 1 11 16,-8-1-10-16,-4 0 0 0,7 4 3 0,-7-4-4 15,8 0 0-15,-8 0 10 0,0 0-7 0,0 0 2 16,0 0 1-16,0 0-5 0,8 0-2 0,-8 0-2 15,0 0-18-15,0 0-19 0,0 0-47 0,0 0-57 16,0 0-62-16,0 0-70 0,0 0-141 0,-19-12-452 16,12 9 200-16</inkml:trace>
  <inkml:trace contextRef="#ctx0" brushRef="#br0" timeOffset="98175.72">27019 1945 211 0,'2'-18'213'16,"0"2"-3"-16,1 4 3 0,-1-1-5 0,-1 2-2 15,2 1-4-15,-2-1-4 0,-1 5-11 0,4 1-18 16,-4 1-17-16,3 0-18 0,-3 4-16 0,0 0-16 15,0-4-11-15,0 4-7 0,0 0-11 0,2 15-3 16,0-6-8-16,0 8 4 0,2 2 6 0,5 7-20 16,-5 2-14-16,3 3-2 0,-3 2-4 0,-2 2-5 15,0 1 2-15,2 14-5 0,-1-1-3 0,2-1 0 16,-1-11-3-16,2 16-1 0,-2-2-2 0,-4 1 3 16,4 6-1-16,0-2-2 0,2 3 2 0,-4 4-3 15,2 0 2-15,-2 25 12 0,-6-26-4 0,4-1-2 16,-2 2-4-16,0 1 0 0,-5 0 2 0,0 28-4 15,0-6 1-15,0-22 2 0,-1 24-4 0,2-24 13 16,0 22-12-16,1-22-2 0,-1 23-3 0,3-27-3 16,-2 3 3-16,4-1-1 0,-3 1-1 0,4 26-3 15,0-28 2-15,-2 0-1 0,2-1 4 0,0 3-2 16,0-2-2-16,0 0 0 0,0-2 3 0,-2-2-7 16,-3 0 3-16,4-5 2 0,-6-3-7 0,4-10 4 0,-2 9-3 15,-3 2 2-15,4-10-2 0,1-3 15 16,-8 13-14-16,3 0 0 0,1-13-3 0,2 0 5 15,-1 0-1-15,2 2-1 0,-1-1-4 0,1 1 4 16,1-3-1-16,-2 2-1 0,1-2 1 0,-1-1 1 0,3-2-3 16,0-1 1-16,1-1-3 0,1 0 6 0,-4 0-4 15,4-4-2-15,-3 2 4 0,3-3-2 0,-1-6 0 16,1 1 0-16,-1 0 0 0,1-4 2 16,0 2 3-16,-2-1-3 0,2-1 1 0,0-4 1 0,-1-2 1 15,2 1-6-15,-1-3 4 0,-1-1 16 0,1-2-18 16,0-2 6-16,1 1 5 0,-1-5-23 0,0 0-21 15,0 0-57-15,0 0-58 0,0 0-65 0,0 0-71 16,0 0-251-16,-4-18-579 0,0 9 256 0</inkml:trace>
  <inkml:trace contextRef="#ctx0" brushRef="#br0" timeOffset="98769.47">26249 5155 42 0,'-9'-1'238'0,"3"0"-9"0,1-1-21 16,-1 1-10-16,6 1-21 0,-7-2-14 0,7 2-14 15,0 0-7-15,0 0 1 0,19-3 0 16,4 5-7-16,15-1-10 0,21-1-13 0,11 1-9 15,28 1-13-15,7 1-3 0,-2 2-12 0,12-1-9 0,4-1-4 16,10-2 8-16,20-2 7 0,4 3-5 0,9-1-10 16,4 3-7-16,15 0-1 0,4-2-5 0,4 3-10 15,0-2-2-15,-4 2 2 0,4-2-6 0,0 3-6 16,-2 1 3-16,-4-1-3 0,-2 2 0 0,-8 0-3 16,2-1 1-16,-9 2 1 0,-3-1-2 0,-13 1 4 15,-6 0 3-15,-4-2-5 0,-9 3-2 0,-4-6-1 16,-6-1-2-16,-6 5-5 0,-9-3 0 0,-5-6-6 15,-30 3 4-15,-3 2-2 0,0-3 1 0,0-1-20 16,-3 0-2-16,-5 1 4 0,0 1 1 0,-17-2-1 16,-5-2 1-16,0 0 0 0,-1-1-3 0,-6 2 3 15,-7 0 0-15,-4 1-2 0,-5 0 3 0,-2-1-4 16,-2 2-6-16,-2-2-17 0,-2 1-19 0,-2-1-30 16,-5 1-36-16,2-4-52 0,-2 4-35 0,0 0-46 15,-28-1-222-15,5-1-506 0,-7 2 224 0</inkml:trace>
  <inkml:trace contextRef="#ctx0" brushRef="#br0" timeOffset="100503.97">21292 1310 153 0,'3'-6'269'0,"-3"1"-22"0,0 1-15 15,0-2-16-15,0 6-19 0,4-4-23 0,-3 1-16 0,-1 3-24 16,0-4-14-16,0 4-14 0,0 0-12 15,0 0-11-15,3 12-6 0,-3-3-7 0,1 2-4 16,-1-1-7-16,0 5-6 0,3 3-8 0,-1 0-2 16,-1-1-6-16,0 4 1 0,2-1-8 0,-3 1-1 15,0-2-4-15,6 2 2 0,-4-1-2 0,2-1-3 16,3-1-3-16,0 0-1 0,-2-1-2 0,2 0 0 16,5-1 1-16,1-2 1 0,4-3-3 0,0 1-3 15,11-1 4-15,5-4-2 0,0-3-3 0,3-1 1 16,1-3-4-16,1 0 0 0,0 2 3 0,-4-7-8 15,0 0 3-15,0-3 0 0,-2 0-4 0,-3 1 6 16,-7-1-6-16,-3-3 0 0,-4 3 3 0,-3-2-1 16,-2 0 1-16,-3 0 4 0,-3 0 4 0,0 0 6 15,-5-1-6-15,-1 1 2 0,-3 2-1 0,-4-2-4 16,1 3-1-16,-7-1-2 0,3 2-3 0,-3 1 0 16,1 2-2-16,-3-1 0 0,0 4-2 0,3 0 1 0,-4 1-2 15,2 2 1-15,5 1 0 0,-4 0-4 16,4 2-2-16,1 0 7 0,2 1-3 0,-1 0-1 15,5 2 0-15,-1-3 5 0,1 0-1 0,4 2-2 16,-1-2-2-16,1 0 12 0,1 4-7 0,1-5-2 0,0 1 0 16,3-1-2-16,1-1 5 0,1-1 2 0,1 0-3 15,2 1 2-15,-2-1-1 0,0-3 0 16,4 0 5-16,-5-3-4 0,4-1 4 0,-3 1 9 16,0 0 16-16,-1-1 11 0,0-1 3 0,1 0 15 15,-2 0 1-15,-2-2-15 0,1 2 21 0,-2 0-16 0,1 0 18 16,-1 0-4-16,1 2-5 0,-2 1-22 0,1-2 6 15,-2 1-11-15,-1 3 0 0,5-3-13 0,-5 3 3 16,0 0-8-16,5-1-9 0,-5 1-3 16,0 0-12-16,0 0-11 0,10 6-15 0,-7-4-12 15,2 2-14-15,-1-2-18 0,1 3-10 0,-1-2-6 0,1 0-4 16,2-1-7-16,0 2-9 0,0-1-11 0,-1-1 1 16,2 1-14-16,1-3 2 0,-2 0 5 0,-7 0 9 15,15-4 8-15,-7 3 16 0,-2-2 8 16,0 1 8-16,4-2 19 0,-3 0 13 0,-2 0 19 15,-1 0 19-15,2-1-1 0,1 0 18 0,-3 2 7 0,2-2 8 16,-2 1 7-16,1 1 1 0,-3-1-5 0,2 0 1 16,3 3-4-16,-3-2-3 0,0 2 2 0,-4 1-7 15,10 0 1-15,-10 0 4 0,8-2-8 16,-8 2-3-16,13 3-1 0,-6 0-2 0,-1 0 1 16,-1 0 2-16,2 1-2 0,-2 1 0 0,-2-1-2 0,1 0-2 15,0 0 4-15,1 1-4 0,-3 0 1 0,1-1-2 16,-2 1 0-16,2 0 5 0,0-1 1 0,-1-2-3 15,-2-2-1-15,0 6 4 0,2-4 0 0,-2-2 1 16,0 0 1-16,0 0-1 0,0 0 2 16,0 0-3-16,0 0-1 0,13-9-2 0,-8 4 0 0,0-3-3 15,4-1 3-15,-2 2 2 0,4-5-5 0,-3 2 2 16,5-3 0-16,-4 3 0 0,0 1-2 0,0-1 0 16,-2-1-1-16,2 1 4 0,-1-1 1 0,-2 3 15 15,-2 3 20-15,0-3 5 0,0 3 13 0,-1 3-5 16,0-5-6-16,-1 4-6 0,1 1-8 0,-3 2-5 15,0 0-6-15,0 0-2 0,0 0-2 0,0 0-3 16,2 13-2-16,0-4-1 0,-2 1-1 0,1 1-1 16,-1 6 0-16,7 1-2 0,-3 0 0 0,4 2 2 15,6 5 2-15,-5-6-3 0,2 9-2 0,6-3 0 16,0 3 3-16,-7 0-2 0,2-3-1 0,2 1-2 16,-2 1 2-16,-4-6-1 0,4 3 0 0,-5-6-2 15,-1 1-1-15,-2-4 2 0,0-2 1 0,-4 0 2 16,0-2-3-16,-3 1 21 0,2-3 29 0,-6-1 27 15,-3 0 20-15,-2-2 10 0,3-1 27 0,-7-3-4 16,-5 0 1-16,0-4 9 0,2 1 2 0,0-4 7 16,0-2-9-16,3 1-19 0,0-3-3 0,5 0-11 15,-4-3-9-15,5-1-15 0,2 1-9 0,3-5-17 16,2 0-22-16,3-3-38 0,8-7-47 0,-2 8-53 16,8-4-60-16,0 6-42 0,6-4-46 0,4 4-56 15,-1-1-56-15,5 4-265 0,-9 4-675 0,1-1 298 16</inkml:trace>
  <inkml:trace contextRef="#ctx0" brushRef="#br0" timeOffset="100941.47">22519 1504 84 0,'0'0'257'0,"0"0"-17"0,0-6-10 0,0 6-20 16,0 0-15-16,-1-5-15 0,1 5-15 0,0 0-15 15,0 0-13-15,0-5-15 0,0 5-7 0,0 0-12 16,0 0-8-16,0-6-11 0,0 6-7 0,1-4-8 16,-1 4 0-16,4-5-15 0,-1 0-2 0,1 1-6 15,-3 0-5-15,3 0-6 0,-1-2-4 0,1 2-2 16,-1 0-3-16,0-1-5 0,-2 0 1 0,2 0-2 15,-2 2 4-15,1-2 11 0,0 0 4 0,-2 1 7 16,3 0-4-16,-3 4 2 0,-3-6-5 0,-1 2-10 16,0 1-1-16,0 1-5 0,-2 1-8 0,0-1 0 15,6 2-4-15,-14 3-4 0,6-1-1 0,-2 1-1 0,4 2 4 16,-2-1-7-16,-1 2-1 0,5 2 1 16,-4-1 1-16,4 1 1 0,1 3 1 0,-2-2-4 15,3 1 5-15,1 0 2 0,4 1-3 0,2-3-1 16,2 4 5-16,1-1 0 0,3-3-4 0,5 2-6 0,4 0-29 15,0-2-42-15,-4-3-57 0,6 1-67 0,0-3-81 16,-1 0-180-16,11-2-493 0,-12-1 219 16</inkml:trace>
  <inkml:trace contextRef="#ctx0" brushRef="#br0" timeOffset="101582.1">23036 1307 123 0,'0'0'300'15,"1"-2"-27"-15,-1 2-28 0,0 0-27 0,0 0-26 16,0 0-18-16,0 0-21 0,0 0-15 16,11 9-13-16,-11-3-14 0,3 1-12 0,1 3-4 0,0 1-12 15,1 1-9-15,0 1-8 0,-1 4-3 0,0-5-9 16,2 4-4-16,0 0-6 0,1-3-2 0,-6 1-8 16,3-2 0-16,0 1-1 0,-4-1-9 0,3-2 1 15,-1-1 1-15,0-2-7 0,1-2 0 0,-3 0 1 16,1-1 4-16,0 0 39 0,-1 0 50 0,0-4 49 15,0 0 3-15,0 0-11 0,0 0-36 0,0 0 6 16,0 0-13-16,0-18-13 0,3 10-6 0,-3-3-11 16,2 0-3-16,0-1-6 0,0 0-18 0,2-1 3 15,0-2-14-15,0 1-4 0,-1 2 2 0,3 2-7 16,-3 0-1-16,1 0 1 0,-2 3-10 0,0 2-1 16,1 0-11-16,0 1-5 0,0 2-1 0,-3 2-4 15,5-1-11-15,-5 1 7 0,0 0-3 0,16 5 4 16,-12 1 0-16,5 0-2 0,-3 3 2 0,2 1 3 15,-2 2-7-15,1 3-4 0,0 2 6 0,-1 2 7 16,1 1-10-16,-1 0 6 0,-1 1-7 0,4 6 6 16,-3 3-3-16,-1 1 7 0,0 1-5 0,-1 1 2 15,5 4 1-15,-2-2-1 0,2 3 9 0,-2-1-3 16,5 10 1-16,2 2 2 0,-6-11 9 0,4-3 0 16,8 11-2-16,-7-13 1 0,1 1 3 0,2 1-1 15,0-5-3-15,2 0-12 0,4-4 19 0,-4 2 2 16,3-8 5-16,-2 2 7 0,2-5-3 0,-2-5-2 15,8 1-1-15,-7-6 2 0,5-1-6 0,3-2 2 16,5-7 1-16,-3-1 2 0,3-2-13 0,-3-4 3 16,1-4-31-16,-1-6-53 0,-2-5-86 0,2-2-108 0,8-16-144 15,-12 0-344-15,0-8-805 0,-10 0 357 16</inkml:trace>
  <inkml:trace contextRef="#ctx0" brushRef="#br0" timeOffset="102826.66">28614 1552 261 0,'-2'-10'236'0,"-3"0"4"0,-5-1-23 16,0 3-17-16,-7-2-14 0,-2 0-3 0,0 3-13 16,-1 1-11-16,-2 1-13 0,0 0-17 0,0 3-12 15,-1 1-10-15,4 2-14 0,0 0-9 0,4 3-9 16,0 0-5-16,2 1-7 0,1 1-12 0,-1 1 1 15,5-1-9-15,3 2-3 0,2 0 0 0,2 3-4 16,3-1-3-16,5 5-4 0,7 0-1 0,2 0 1 16,7 6-4-16,0-5-2 0,-1 3-2 0,4-3-4 15,-6 3 1-15,5-3-2 0,-9-2-1 0,0-1-1 16,-2 1-3-16,-2-1-1 0,-4-1-2 0,-2-2-1 16,-1 0-4-16,-2 1 3 0,-3-1 1 0,-3-4 3 0,-2 3-2 15,-5-1 3-15,1-2-5 0,-3-1 5 16,-1 0-6-16,-3-2 2 0,-6 0-19 0,9-1-19 15,-3-2-30-15,6-1-23 0,-3-1-27 0,1-2-38 16,4 1-48-16,1-5-40 0,5 5-179 0,2-3-451 16,1-5 200-16</inkml:trace>
  <inkml:trace contextRef="#ctx0" brushRef="#br0" timeOffset="104029.8">28695 1610 29 0,'0'-3'258'0,"3"2"-9"0,-2-3 3 0,2 0-4 15,-3 4-15-15,2-5-15 0,-2 5-18 0,2-4-24 0,-2 4-19 16,0 0-21-16,0 0-12 0,0 0-19 16,0 0-8-16,0 0-6 0,0 0-10 0,0 0-6 15,4 13-8-15,-1-9-7 0,0 2-5 0,5 2-4 16,-3 0-4-16,2 4-8 0,-1-6-3 0,-2 1-3 16,2 4-9-16,1-2-6 0,0-1-10 0,1 0-15 0,-5-2-4 15,4 0 1-15,-5-1-5 0,0-1 2 16,-2-4 4-16,4 6-2 0,-1-4 4 0,-3-2-1 15,0 0 5-15,0 0-2 0,0 0 0 0,0 0 2 16,2-13 3-16,0 6 3 0,-4 2 8 0,5 0 11 0,-3-1 7 16,-1-2 8-16,2 3 1 0,-1-1-3 0,0-1-4 15,0 3 1-15,0 4 3 0,0-6-7 16,0 6 1-16,0-3-14 0,3 0-6 0,-3 3 4 16,0 0-3-16,0 0-4 0,0 0 1 0,0 0 0 15,0 0-1-15,9 11-1 0,-7-6-5 0,0 0 0 0,2-1-3 16,3 0 1-16,-2 1 0 0,-5-5-1 0,6 5 0 15,-2-1 4-15,-4-4-5 0,8 3 5 16,-2-2-2-16,-6-1 2 0,11-1 1 0,-2-1 2 16,-5-1-1-16,2-1 2 0,-1 0 4 0,1 0 12 0,-2-4 15 15,2 4 24-15,-3-1 1 0,3-1 3 0,-4 0 2 16,3 3-11-16,-3-2-3 0,1 1-13 0,-3 4 1 16,2-3-4-16,-2 3-16 0,2-2-13 0,-2 2 9 15,0 0-27-15,0 0 13 0,12 6-11 0,-9-1-14 16,1-1-5-16,2 1-7 0,1 3-7 0,3 0-13 15,-2-1-12-15,11 3-9 0,-6-3-5 0,4-1-9 16,1 2-14-16,2-3-7 0,-2-1-7 0,1-2 4 16,1 1 2-16,-2-4-3 0,-3-2 14 0,3 1 8 15,-5-2 6-15,0-2 12 0,-3 0 4 0,1-1 11 16,-4-2 4-16,-1 1 15 0,-2 0 18 0,-2-3-3 16,-2 2 6-16,-2 0 12 0,-3 0 1 0,0-1 4 15,-2 3 0-15,-1-2-2 0,-1 2-3 0,-3 1 0 16,2 2 6-16,-5 2 1 0,1 1-2 0,0 2 3 15,0 0-4-15,0 0-1 0,3 2 4 0,-2 4-3 16,2-2 1-16,1 0-2 0,5 4 6 0,-1-5-4 16,1 1 0-16,1 1 3 0,4-1 0 0,0 0 1 15,4 0 1-15,-2 0-1 0,4-2-2 0,2-1 0 16,-3-1 4-16,3 0-3 0,2-1 0 0,1 0 4 16,-4 0 0-16,4-1 6 0,-1 1 12 0,-2-1 9 15,-3-1 10-15,2-1 3 0,-7 3 4 0,12-1 3 16,-6-1 0-16,-6 2-7 0,4-2-9 0,-4 2-7 15,5-1-2-15,-5 1-3 0,0 0-4 0,0 0 0 16,10 5-4-16,-9-2-2 0,2 1-2 0,-2 1 2 16,1 1-2-16,3-2-3 0,-1 1 0 0,5 3 3 0,0-3-2 15,0 2-1-15,3 0-2 0,1-2 1 16,6-1-1-16,-1 2 0 0,-2-4-2 0,3-2-1 16,1 1 1-16,2-2 1 0,-3-2-3 0,0-2 7 15,-2 1-10-15,2-4 5 0,-2-1-3 0,-2-1 0 0,0-2-2 16,-1-1-1-16,-3-3 2 0,-1 1-3 0,0-2 1 15,-2-2-2-15,-4 3 5 0,2-7-6 16,-5-2 2-16,0 5 1 0,1-2 2 0,-5-5 7 16,0 8 17-16,-3 1 8 0,4 1 5 0,-7-1-3 15,4 3 3-15,0 4 2 0,-2 0-9 0,-2 1-4 0,3 3-3 16,-1-1-9-16,-3 3 0 0,0 5-3 0,1 0-4 16,-5 1 1-16,5 6 0 0,0 1-5 15,-1 1 0-15,1 5 5 0,1 1-3 0,1 2 2 16,4 2-2-16,3 2 0 0,2 7-1 0,2-9 1 0,1 7-2 15,8 0-1-15,3-3-4 0,-2 3 5 0,3-1-6 16,6-4-1-16,-1-1-1 0,1-1-3 0,0-2-2 16,3-4-4-16,4-2-5 0,-8-6 0 0,0-1-1 15,1-4-3-15,0-2 5 0,-1 1 3 0,5-5-1 16,-5-3 2-16,-1-1 2 0,-3-2 7 0,3-3-6 16,-2-4 2-16,-6 2 8 0,2-6 7 0,1-1 3 15,-5 6 19-15,-4-1 15 0,1-2 30 0,0-5 24 16,-5 6 30-16,1-2 11 0,-2 1 8 0,-1 2 1 15,-1 1-9-15,-3 1-5 0,2 5-22 0,-2 0 2 16,2 1-8-16,-3 1-14 0,-2 5-15 0,3-2-9 16,-3 2-24-16,-1 2 3 0,0 3-1 0,7 0-8 15,-15 7-3-15,7-1-5 0,-1 2-1 0,4 4-4 16,-4 1-5-16,2 4-4 0,3 2-20 0,1 2 12 16,3-1-19-16,3 7-16 0,-1-5-22 0,2 6-22 15,10-2-27-15,0-1-34 0,2 0-36 0,2-1-44 16,2 1-72-16,4-4-76 0,-4 1-223 0,6-1-633 15,-6-12 279-15</inkml:trace>
  <inkml:trace contextRef="#ctx0" brushRef="#br0" timeOffset="105041.73">30553 1457 224 0,'0'-3'239'15,"0"3"-21"-15,0-4-25 0,0 4-14 0,0 0-22 16,0 0-22-16,0 0-9 0,5 13-15 0,-4-8-13 15,3 6-7-15,0 0-12 0,-3 0-4 0,2 2-4 16,-2 1-11-16,3 2-5 0,-1 1-4 0,3-4-9 16,-4 1 0-16,1 0-7 0,-1-4-2 0,0 2-2 15,0-6-4-15,0 3-1 0,-1-3-3 0,-1-3 0 16,0 4 0-16,0-4 5 0,0-3-9 0,0 0 1 16,0 0-1-16,0 0 0 0,0 0-2 0,3-13-4 15,0 6 0-15,-2-4-3 0,3-1 0 0,1 1 1 16,-1-4-6-16,1-1 2 0,6 0 1 0,-1-2-5 15,-5 3 7 1,6 0 0-16,-3-1 1 0,-4 6 8 16,4 0-3-16,-2 1 2 0,0 2-7 0,-2-1 1 15,2 4-1-15,-2 0-1 0,0 0 0 0,2 4-2 0,-6 0-6 0,10 0 1 16,-6 4-1-16,3 0 0 0,-1 0-2 0,-1 6 0 0,1-1-2 16,0 1 0-16,-1 4 2 0,1 2-3 0,-3 3 3 15,-3-1-2-15,0 1 3 0,0 3 0 0,0 3-2 16,-3 3 1-16,3 1 2 0,-4 4 0 0,2-3 5 15,2 1 7-15,0 1-3 0,-2 0 6 0,2 3 0 16,-3-2 1-16,6 0 3 0,3 1 0 0,2-4 12 16,1 3 16-16,2-6 17 0,0 3 33 0,7-4-9 15,-1-3 4-15,5-1 21 0,3-4-19 0,3-1-5 16,5-4-7-16,1-3-7 0,7-2-17 0,-2-2 8 16,2-3-3-16,13-2-7 0,-13-3-8 0,-3-5-3 15,18-3-8-15,-18-1-8 0,1-2-49 0,-2-2-57 16,-3-1-73-16,-2-6-78 0,0-2-114 0,-3 1-236 15,-5-4-623-15,-2-3 277 0</inkml:trace>
  <inkml:trace contextRef="#ctx0" brushRef="#br0" timeOffset="106135.49">27939 2867 140 0,'0'0'157'0,"0"0"-21"0,0 0-15 0,0 0-8 0,0 15-12 16,2-7-7-16,0 2-2 0,4 3-7 0,0 4 2 15,1 2-14-15,0 2 6 0,1 5-14 0,4 2-3 16,-3 2 14-16,0-1-2 0,5 2-2 16,-3 3-12-16,2 3 1 0,2-2-9 0,3 13-5 0,1 0 1 15,1 4 3-15,1-4 23 0,-1 3-5 0,1-3-5 16,4 0-6-16,-2-1-3 0,5-1-10 0,0 0 10 15,2-4 31-15,0-1 0 0,3-1 14 16,-5-11 2-16,2-2 7 0,16 6 4 0,0 0 12 0,2-9-1 16,-11-4-5-16,20 2-10 0,2 1-3 0,5-6-2 15,4-3-9-15,28 1-9 0,-32-7-1 0,34 1 7 16,-26-8-3-16,23-3-3 0,-24 2-5 0,26-4 6 16,-31-5 2-16,4 0-9 0,0-1-2 0,26-10-7 15,-34 1-5-15,5-1-11 0,-3-3-6 0,23-18-1 16,-26 14-6-16,-2-5-6 0,23-14-3 0,-31 10-4 15,1-2-11-15,-5-1 6 0,1-2-2 0,-4-2-7 16,-3 0-1-16,-2 2 4 0,5-4-9 0,-11 2 5 16,-3 1-5-16,-8 10-3 0,-1-2 0 0,1 1-9 15,-4 1-10-15,-2 0-11 0,-2 0-29 0,1 4-23 16,-6 2-22-16,-2 8-31 0,0 0-24 0,-5 6-30 16,1 1-52-16,0 1-88 0,-3 5-49 0,-6 2-215 15,6 3-635-15,-9 0 281 0</inkml:trace>
  <inkml:trace contextRef="#ctx0" brushRef="#br0" timeOffset="106916.74">28894 5700 138 0,'-3'12'137'0,"7"4"-11"0,-5-1-19 0,1 2-10 15,1 0-4-15,1-5-4 0,2 1-6 0,0-3-5 0,-2 2-4 16,1-2 7-16,-1-4 12 0,2-1 6 16,3-1 8-16,-2-1 5 0,-1-2-10 0,-4-1-4 15,16-4-9-15,-3 2-9 0,-1-7-3 0,0 2 7 0,0 0 4 16,-1-1 6-16,0 0 4 0,4-3 3 0,-5 3-4 16,1 2-7-16,-3-2-11 0,1 3-8 0,1 0-3 15,0 0-7-15,-4 0-8 0,2 4-7 16,-1 0-10-16,2 2 1 0,0 0-5 0,0 3-2 0,3 1-6 15,-3 1-3-15,4 2-1 0,2 2-5 0,-4-1 2 16,1 0 0-16,2 2-1 0,0 1-5 0,0-1 2 16,2-3-1-16,0 1-1 0,0 0-2 0,-5-5 3 15,1-1 21-15,2-1 20 0,-2-2 16 0,-4 0 15 16,4-4 6-16,1 0 1 0,-4-3 5 0,2-4-12 16,-6 0-6-16,4-5-6 0,-4-2-16 0,2 0-1 15,-4-2-15-15,-2-8-27 0,-4 0-35 0,-3 2-38 16,-1 1-35-16,-6-1-49 0,-6 0-59 0,4 2-87 15,-5 1-281-15,-7 1-618 0,1-1 273 0</inkml:trace>
  <inkml:trace contextRef="#ctx0" brushRef="#br0" timeOffset="108007.57">26017 3360 142 0,'0'0'148'0,"11"1"-9"15,-2 1-11-15,0 3-15 0,0 0-7 16,-4 2-12-16,4 3-7 0,-4 0-5 0,5 3-6 16,-6 2-6-16,3 2-15 0,-3 0 3 0,1 4-5 0,-1-1-7 15,-2 1-3-15,-2 5-2 0,1 0-5 0,1-5-2 16,-4 0 0-16,1-1-8 0,-1 8 1 0,-2-2-4 16,-1-6-1-16,4-2-3 0,-3 0 2 0,4-5-7 15,-2 0 3-15,4-2-1 0,-2-1 30 0,0 0 16 16,4-6 5-16,-3 3 9 0,4 0 9 0,4-4-6 15,0-3-8-15,7 0-2 0,-2 1-12 0,9-4-5 0,0-2-6 16,7 0-3-16,0-1-3 0,-2-2-9 16,-8 2 0-16,8-1-3 0,-9 2-4 0,0-1-2 15,0 1-13-15,-8 3-1 0,4-1-1 0,-4 2-4 16,-3 0-1-16,0-1-5 0,-2 2 4 0,-6 0-4 0,9 5 3 16,-6-2-1-16,0 2-4 0,-2-1 5 0,2 2 0 15,-1-1-1-15,0 1 0 0,1 4 1 0,-1-5-2 16,-2 3 2-16,2-2-2 0,-1-1 4 15,0 0-1-15,2 2 3 0,-1-2 0 0,3-3-1 0,-2 3 1 16,0-2-1-16,3-2 2 0,0 1 3 0,1-2-5 16,-7 0 1-1,13-5 2-15,-3 3-2 0,-4-3 0 0,1 1-1 16,0-2 1-16,2-3 3 0,-3 4 0 0,-1-6 1 0,-5 5 3 16,3-3-2-16,-1 1 1 0,-2 1-2 0,0-1 2 0,-2 2-4 15,2-2 2-15,-3 3 1 0,2-2-1 0,1 2-2 16,-3 0-1-16,-1 1 1 0,3 0-5 0,1 4 3 15,-2-5-5-15,2 5 1 0,0-3-1 0,0 3 1 16,0 0-2-16,0 0 1 0,0 0 2 0,14 2-4 16,-6 2 2-16,4 0 2 0,2-1-1 0,-2 5-3 15,3 1 3-15,3-1 0 0,-3 0 0 0,1 1 6 16,-3-2-4-16,-1 1-2 0,-3-1 2 0,2 1-4 16,0 0-1-16,-3 0 3 0,-2-3-2 0,-1 0-4 15,3 2 6-15,-4-5-1 0,-1 2-3 0,0-2 3 16,1 2 3-16,-4-4 2 0,3 2 17 0,-1 3 29 15,-2-5 15-15,0 0 13 0,0 0-6 0,0 0 0 16,10-10 13-16,-9 7 5 0,3 0 5 0,-2 0 3 16,0-6 1-16,0 4-17 0,3 1 8 0,-2-3-25 15,-2 2-1-15,3 0-5 0,-1-1-8 0,0 1-17 16,3 3 2-16,-3-2-2 0,3 2-12 0,1 0-30 16,-1 2-15-16,4 0-27 0,-2 2-28 0,4 3-41 15,2-2-45-15,4 4-52 0,1-2-59 0,2 2-277 0,-2 2-598 16,3-2 264-16</inkml:trace>
  <inkml:trace contextRef="#ctx0" brushRef="#br0" timeOffset="108726.32">27977 3037 2 0,'0'0'133'0,"-4"4"-5"0,0-1-6 0,4-3-12 16,-3 4-7-16,1 0-4 0,2-4-2 0,0 5-13 16,0-5 3-16,2 7 6 0,-2-4-11 0,0-3-9 15,3 6-3-15,1-3-4 0,0-2-5 0,0 2-4 16,-4-3-4-16,7 5-5 0,-4-4-9 0,-3-1 0 16,5 3 10-16,-5-3 10 0,6 0 5 0,-6 0 1 15,0 0 7-15,0 0-3 0,0 0-4 0,10-4 6 16,-10 4-5-16,3-5-3 0,-3 5 1 0,0-5-3 15,0 5-6-15,4-7 1 0,-2 3-5 0,-2 0-3 16,0 4-6-16,1-5-2 0,-1 5-6 0,-1-5-7 16,1 5-7-16,0 0-25 0,0 0-10 0,0 0-13 15,0 0-25-15,0 0-22 0,0 0-31 0,-15 10-45 16,12-4-41-16,0 0-22 0,-3-1-111 0,4 1-352 16,-2 2 156-16</inkml:trace>
  <inkml:trace contextRef="#ctx0" brushRef="#br0" timeOffset="109054.45">28042 3109 174 0,'0'0'194'0,"0"0"-22"0,0 0-25 0,0 0-4 16,0 0-16-16,0 0-15 0,0 0-7 0,0 0-10 16,0 0-5-16,0 0-1 0,0 0-9 0,0 0-6 15,0 0-8-15,7 12-3 0,-4-9-6 16,-2 2-4-16,2-3-6 0,0 2-7 0,-2 0-4 0,3 0-2 16,1 0-2-16,-3-1-4 0,2 1 0 0,0 2-5 15,-1-1-4-15,2-3 4 0,-3 1-2 0,-1 3-5 16,-1-6-4-16,2 6-6 0,-2-2-21 0,1 0-30 15,-1 0-35-15,0-4-35 0,0 5-29 0,0-5-33 16,-3 5-95-16,3-5-295 0,-3 4 131 0</inkml:trace>
  <inkml:trace contextRef="#ctx0" brushRef="#br0" timeOffset="109413.83">28079 3192 44 0,'0'0'179'0,"-5"-1"-15"0,5 1-17 0,0 0-17 16,0 0-12-16,-10 0-9 0,10 0-14 0,0 0-9 15,0 0-9-15,-6 3-5 0,6-3-9 0,-2 3-3 16,2-3-8-16,0 0-7 0,-1 4 5 0,1-4-8 16,0 0-6-16,-2 6-5 0,2-6-1 0,0 0-1 15,5 5-12-15,-5-5 4 0,2 2 3 0,-2-2-2 16,0 0-1-16,7 3-5 0,-7-3 0 0,0 0 1 0,8 0 4 15,-8 0-9-15,0 0 0 0,8-3-3 16,-8 3 3-16,6-5-1 0,-3 4 12 0,-3 1 6 16,5-4 8-16,-2 0 13 0,-2 1 7 0,-1 3 12 15,3-6 3-15,-3 2 0 0,0 4 2 0,-3-5-7 0,3 5-2 16,0-5-10-16,0 5-7 0,-4-6-6 0,1 3-5 16,3 3-7-16,-5-1-3 0,5 1-6 15,0 0-2-15,0 0-1 0,-13 6-7 0,11-3-10 16,-2 0-11-16,3 1-24 0,-1 2-26 0,4 0-35 0,-1 1-48 15,3 0-52-15,0 1-185 0,1 0-411 0,-1-2 182 16</inkml:trace>
  <inkml:trace contextRef="#ctx0" brushRef="#br0" timeOffset="109820.08">28092 3305 115 0,'-3'3'121'15,"3"-3"-15"-15,-4 6-9 0,2-4-3 0,2-2-12 16,-4 5-7-16,4 0-5 0,0-5-4 0,0 4-8 15,0-4-6-15,0 4 4 0,0-4-1 0,6 4-4 16,-4 2-7-16,1-5 7 0,-3-1-14 0,0 0-3 16,14-1 3-16,-14 1-9 0,8 0-3 0,-8 0-3 15,10-3-1-15,-8 1 9 0,-2 2 5 0,6-5 15 16,-6 5 3-16,6-2 5 0,-6 2 4 0,2-4-5 16,-2 4 5-16,2-3-8 0,-2-2-4 0,0 5-8 15,0 0-6-15,-4-5-3 0,4 5-1 0,-9-1-9 16,9 1-2-16,0 0-2 0,-14 2-2 0,14-2-3 0,-7 5-2 15,2 0-2-15,2-4-10 0,1 3-13 16,0 2-20-16,0-1-19 0,2 0-15 0,1 2-32 16,2-2-18-16,-1 0-25 0,5 0-132 0,0 0-298 15,3 1 132-15</inkml:trace>
  <inkml:trace contextRef="#ctx0" brushRef="#br0" timeOffset="110165.32">28158 3374 158 0,'-4'-2'168'0,"4"2"-19"0,-4-2-9 0,4 2-20 15,0 0-13-15,-10 0-11 0,10 0-8 0,-4 4-7 16,4-4-11-16,-5 5-9 0,4-2-4 0,-1 1-3 16,2-4-7-16,-1 7 0 0,1-3 0 0,0 2-10 15,0-3-5-15,1 1 0 0,-1-4-4 0,3 8-6 16,2-4 6-16,-5-2-10 0,2 2 1 0,-2-4-1 15,4 3-3-15,-4-3-3 0,3 2 1 0,-3-2-1 16,0 0-3-16,0 0 8 0,0 0 9 0,0 0 15 16,0 0 2-16,9-7 3 0,-9 3 9 0,0 4 4 0,0 0 0 15,-3-7 10-15,3 7 6 0,-1-5 1 0,1 5-8 16,-4-2-4-16,4 2-8 0,-3-4-5 16,3 4-12-16,0 0-3 0,0 0-8 0,-3-3-4 15,3 3-15-15,0 0-19 0,0 0-15 0,-4 10-30 0,2-5-37 16,2 2-43-16,2-3-42 0,-2 2-44 0,4 2-115 15,-2 1-363-15,-1-2 162 0</inkml:trace>
  <inkml:trace contextRef="#ctx0" brushRef="#br0" timeOffset="110602.82">28194 3598 66 0,'0'0'257'0,"0"0"-22"0,-2-5-21 0,2 5-18 16,0 0-21-16,0 0-20 0,-4-2-17 0,4 2-20 16,0 0-6-16,0 0-13 0,0 0-6 0,0 0-14 15,0 11-6-15,0-11-8 0,0 7 2 0,0-7-15 16,0 7-2-16,0-3-5 0,0 0 2 0,0 0-18 15,2 0-2-15,2-1-9 0,2 2 1 0,-3 0-4 16,1-3-9-16,-1-1-1 0,4 1-6 0,-3-1-7 16,-4-1-4-16,12 1 3 0,-12-1 3 0,8-4 0 15,-4 3-2-15,0-3-1 0,-2-3 9 0,-1 3-3 16,4-1 7-16,-5-4 5 0,0 5 2 0,0-4 3 16,-2 2 10-16,-1-1 7 0,-1 2 2 0,1-1 10 15,-1 0 4-15,0 1-4 0,1 0-3 0,-4 0-4 16,4 2 0-16,3 3-7 0,-5-6-4 0,1 5-2 15,4 1 0-15,-7-1-10 0,7 1-2 0,0 0-2 16,-8 0 1-16,8 0-5 0,-6 5-4 0,6-5-6 0,-2 6-9 16,2-2-8-16,0-4-8 0,0 8-22 0,0-3-21 15,0-1-26-15,4 0-32 0,0-1-26 16,-1 1-25-16,1 0-29 0,-3 0-113 0,2-1-349 16,3-2 156-16</inkml:trace>
  <inkml:trace contextRef="#ctx0" brushRef="#br0" timeOffset="110821.57">28270 3564 4 0,'0'0'111'0,"-9"4"2"0,9-4-12 16,-6 2 3-16,3 1-17 0,3-3-2 0,-7 2-14 15,5 2-6-15,2-4-5 0,-2 4-7 0,-1 0 1 16,3-4-15-16,-1 9 7 0,1-4-4 0,1 0-10 15,-1 0 1-15,0 1 1 0,3 0-18 0,-1 0-25 16,3-2-26-16,-1 3-55 0,1-1-80 0,-1-1-183 16,3-2 81-16</inkml:trace>
  <inkml:trace contextRef="#ctx0" brushRef="#br0" timeOffset="111290.32">28275 3772 244 0,'0'0'243'0,"0"0"-9"15,-8-10 2-15,4 8 0 0,4 2-8 0,0 0-11 16,-6-6-5-16,4 4-14 0,-1-1-9 0,3 3-19 16,0 0-15-16,-7-3-20 0,7 3-9 0,-4-3-15 0,4 3-13 15,0 0-16-15,-3-2-11 0,3 2-9 16,0 0-8-16,0 0-16 0,0 0-13 0,0 0-11 16,0 0-7-16,-1 10-4 0,1-10-3 0,4 5-4 0,-2-1-5 15,3-2-7-15,-2 1-10 0,1-1-2 0,2 0-8 16,-1-1-2-16,0 1 0 0,-1 0 4 0,3-1-3 15,-7-1 9-15,9 0 0 0,-9 0 6 16,0 0-1-16,9-4 6 0,-7 2 8 0,-2 2-2 0,0-5 3 16,0 5 9-16,-1-7 6 0,1 7 13 0,-3-9-3 15,0 7 5-15,3 2-2 0,-4-5-2 0,3 0 1 16,1 5-8-16,-5-3 0 0,2 0-2 0,3 3-2 16,-7-2 0-16,7 2-5 0,0 0-3 0,0 0-25 15,-12 3-9-15,12-3-20 0,-2 7-33 0,1-3-38 16,1 0-42-16,0-4-48 0,1 8-190 0,4-2-439 15,-3-1 195-15</inkml:trace>
  <inkml:trace contextRef="#ctx0" brushRef="#br0" timeOffset="111680.95">28370 3759 188 0,'-6'-2'193'0,"6"2"-19"0,0 0-13 0,0 0-19 16,0 0-19-16,0 0-17 0,0 0-6 0,-9 4-6 15,9-4-10-15,-1 4-11 0,1-4-7 0,-1 5-2 16,1-5-3-16,1 8-9 0,-1-8-5 0,0 7-2 0,0-3-6 16,0 1 0-16,0-1-8 0,1 0 2 0,1 1-3 15,-2-5-5-15,1 4-4 0,-1-4-3 16,3 5 0-16,-3-5 0 0,1 5-3 0,-1-5 1 15,2 3-3-15,-2-3-2 0,0 0 2 0,0 0 10 0,0 0 9 16,0 0 19-16,0 0 9 0,0 0-1 0,0 0-3 16,0 0 7-16,2-13 0 0,-2 13 5 0,0 0-6 15,0 0-4-15,0 0-7 0,0 0-9 16,-4-4-5-16,4 4-8 0,0 0-4 0,0 0-5 0,0 0-10 16,0 0-3-16,0 0-13 0,0 0-9 0,0 0-12 15,0 0-15-15,-1 14-24 0,1-14-21 0,1 6-15 16,3-2-25-16,-2 0-17 0,0 2-15 0,3-4-16 15,-3 2-12-15,3-3-112 0,0 1-324 0,-3 2 144 16</inkml:trace>
  <inkml:trace contextRef="#ctx0" brushRef="#br0" timeOffset="112118.45">28506 3865 331 0,'0'0'331'0,"0"-5"-8"0,0 5-37 0,-4-5-21 16,4 5-25-16,0 0-31 0,-5-2-26 0,5 2-19 15,0 0-13-15,0 0-17 0,0 0-12 0,0 0-15 16,-14 7-12-16,14-5-15 0,-3 1-19 0,3-3-13 16,-2 7-8-16,-2-1-13 0,1-1-14 0,3-2-2 15,0 2-5-15,0 1-11 0,3-2-4 0,-1 1-5 16,0 0-4-16,0-3-2 0,1 2-2 0,0-1-3 0,1-2 12 16,-4-1-4-16,6 4-1 0,-6-4 4 15,0 0 1-15,10-3 2 0,-10 3 1 0,6-5 7 16,-5 2 1-16,0-2 4 0,-1 0 9 0,0 0 2 15,0 0 11-15,0 0 9 0,-1 0 4 0,0-1 4 0,1 0-4 16,-4 0 4-16,2 2-9 0,2 4-5 0,0-7-5 16,0 7-6-16,-1-5-7 0,1 5-20 0,0 0-18 15,0 0-19-15,0 0-25 0,0 0-38 0,-14 10-53 16,14-10-58-16,5 7-228 0,-5 1-488 0,2-3 216 16</inkml:trace>
  <inkml:trace contextRef="#ctx0" brushRef="#br0" timeOffset="164707.71">27006 6870 209 0,'0'-3'242'0,"1"-3"-6"0,1 2-5 0,-1 0-5 16,-1 4-13-16,3-4-20 0,-3 4-21 0,4-3-16 16,-4 3-17-16,0 0-16 0,0 0-10 0,0 0-12 0,4 8 6 15,1-1 20-15,0 4-5 0,0 4-25 0,-1 1-9 16,0 3-8-16,-4 3-8 0,3 6-6 15,-4 4-6-15,-1 0-9 0,4 3-5 0,-4 2-2 0,2 0-6 16,-4 13 7-16,4-12-12 0,0 17-2 0,-3-1 11 16,3-3-2-16,0 8 2 0,-1 0-8 0,-3-1-4 15,4 4 10-15,-3 25-13 0,3-25 0 0,-1 1 11 16,-1 1-11-16,5 0-4 0,0 23 11 0,2-22-17 16,0 24 0-16,-1 0 3 0,1-26-3 0,6 33 1 15,-2-11-3-15,-4-21 6 0,1 24-1 0,1-27-6 16,-2 3 1-16,4 26 2 0,-5-27 5 0,7 28-10 15,-9-29 1-15,4 31 3 0,-5-28-5 0,5 22-2 16,-5-27 4-16,-1 4-6 0,1 26 5 0,-2-33 5 16,0 2-7-16,-5-1-5 0,6 2 14 0,-4 3-9 15,1 2 3-15,1-6-1 0,-4 1-1 0,2 0-5 16,0-4 2-16,1 0-8 0,-4-5 6 0,6-1 3 0,-2-1-3 16,2-14 4-16,1-1-4 0,1-2-3 0,-2 3 5 15,1-6-6-15,0-1 0 0,1-1 0 0,-1-8 2 16,0 2-3-16,3-5 1 0,-2 2 2 0,-1-5 1 15,0-1 3-15,0-1-8 0,3-3 1 0,-3-2-12 16,0-1-7-16,0 0-7 0,3-1-6 0,-2 0-24 16,-1-4-61-16,0 0-69 0,0 0-83 0,0 0-341 15,2-14-660-15,-2 1 292 0</inkml:trace>
  <inkml:trace contextRef="#ctx0" brushRef="#br0" timeOffset="165238.9">25956 10336 37 0,'-7'1'223'16,"-1"0"14"-16,8-1 2 0,0 0 3 0,27 0-10 0,10-1-11 16,27-1-8-16,42-6-15 0,12 1-7 15,20-3-6-15,11-3-13 0,20 0-15 0,12 2 7 16,23-3 0-16,19-3-8 0,5 2-9 0,8 4-3 0,13-3-16 16,-2 3 1-16,9-3-14 0,1 4-3 0,0-5-9 15,-1 9-14-15,-3 0-8 0,-6 0 1 16,-9-1-12-16,-4 6-4 0,-9-11 7 0,-6 7-24 0,-14 1-2 15,-15 2-8-15,-13-2 8 0,-9 3-21 0,-17 1 0 16,-15-2 1-16,-6 0 9 0,-17-1-19 0,-12 7-2 16,-36-3-12-16,-2-3-17 0,-9 2-26 0,-16-1-29 15,0-2-29-15,-9-4-23 0,-9 2-33 0,-8 0-51 16,-2-1-68-16,-5-3-65 0,-9-4-227 0,-5-4-613 16,-9-6 271-16</inkml:trace>
  <inkml:trace contextRef="#ctx0" brushRef="#br0" timeOffset="167082.45">29144 4177 59 0,'8'4'70'16,"-1"-2"-5"-16,4 2-12 0,0-3 4 0,1-1-6 15,-1 3 5-15,1-3-2 0,-1-1 2 0,-2-1 11 16,-2 1 9-16,-1 0 7 0,-1-2 17 0,0 2-5 16,-3-3-3-16,2 1 3 0,-2-3-6 0,-2 2-4 15,-2-2-9-15,-2-1 3 0,0 2-4 0,-1 1 7 16,-4-4-6-16,2 2-2 0,-3 0-6 0,4 4-5 15,-6-4-6-15,5 1 1 0,-1 4-13 0,3-1-4 16,-5 0-4-16,6 0-9 0,0 1-1 0,4 1-9 16,0 0 5-16,-14 1-4 0,14-1-3 0,-2 4-2 15,2-4-2-15,0 6-6 0,0-2 2 0,0-4 1 0,5 9 0 16,-1-3 1-16,3 0-4 0,0-3 2 16,0 3-3-16,-1-2-3 0,1 2 3 0,0-4-4 15,1 6 3-15,-2-5 0 0,-1 0-1 0,-1 1 1 16,0-4 3-16,-4 0 1 0,7 1-3 0,-7-1-1 0,0 0 1 15,0 0 1-15,-2-10-2 0,-3 6-1 0,1-2 3 16,-1 0 3-16,-4 1 13 0,4-1 6 16,-2 0 15-16,1-2 4 0,0 1-3 0,2 2 6 0,-3-1-2 15,3 1-7-15,0 1-1 0,1 1-6 0,-1 0-3 16,2-1-5-16,2 4-5 0,-2-4-3 0,2 4-5 16,0 0 0-16,0 0-2 0,0 0 3 0,0 0-9 15,0 0 4-15,0 0-1 0,0 12-2 0,4-10-4 16,0 3 1-16,-1-1 0 0,1 2 0 0,-1-1-1 15,-2-3-3-15,2 2 1 0,1-2 5 0,-4-2-5 16,5 4-2-16,-3-1 1 0,-2-3 6 0,3 4-2 16,-3-4 0-16,0 0 3 0,0 0-5 0,0 0 0 15,0 0 0-15,6-8-1 0,-4 4 3 0,-2 4-1 16,1-7-1-16,1 3 1 0,-2 0-2 0,0-1 3 16,0 5 0-16,-2-5 3 0,2 5-3 0,0-5 1 15,0 5-2-15,-1-6-3 0,1 6-2 0,0 0 0 16,0 0-3-16,-8 0 1 0,8 0 5 0,0 0-7 15,-11 9 3-15,4-6-1 0,0-1 1 0,4 2 1 0,-3 2-3 16,4-1 2-16,-1-2-2 0,1 1 1 16,-1 1 0-16,3 1 0 0,0-3 3 0,1 2 3 15,1-2-6-15,-2-3 3 0,9 3-2 0,-2 1-1 16,0-4 0-16,5 1 2 0,-1-1 0 0,1-1-2 0,0-3 0 16,0 1 1-16,-3 0 4 0,-1-4 3 15,-1 1-4-15,1 0 1 0,1-1 2 0,-4 2 3 16,-1-5-3-16,-2 3 3 0,-2 0-2 0,0 0 0 15,-4-1-1-15,0-1 0 0,-1 1-2 0,-2 3 4 0,0 1-6 16,0-1-1-16,-1 1 3 0,0 2-4 0,0-1 0 16,1 2-2-16,-3 1 4 0,4-2-4 0,6 2 3 15,-14 2-4-15,11 1 5 0,-2-2-3 0,-2 4 0 16,3-1 1-16,4-1-1 0,-1 2 2 0,-2-2 0 16,6 2 1-16,-2 2-1 0,3-2 0 0,3-1 4 15,-2 1-3-15,2-3-3 0,3 3 6 0,-4-2-3 16,3 1 0-16,2-3 0 0,-4 1 2 0,-1-2-1 15,-6 0 2-15,14-3-2 0,-9 3 5 0,0-2-1 16,-5 2-3-16,6-6-3 0,-5 2 1 0,-2-1-5 16,1 5 0-16,-6-7-14 0,1 3-13 0,0 1-22 15,-1-1-25-15,1 3-53 0,1-1-51 0,4 2-211 16,-12 1-429-16,12-1 189 0</inkml:trace>
  <inkml:trace contextRef="#ctx0" brushRef="#br0" timeOffset="170674.69">27644 7442 11 0,'0'0'147'15,"3"-3"-13"-15,-3 3-21 0,0 0-6 0,0 0-7 16,0 0-14-16,0 0-8 0,2 11-12 0,-2-6-2 16,2 1-18-16,-2 4 14 0,1 0-3 0,1 1-1 15,-1 3-3-15,0-1 0 0,1 3-3 0,0 2 2 16,0 1-10-16,-1-1-1 0,1 0-6 0,-1 2-2 16,0-2 0-16,1 1-4 0,1-1 0 0,0 2 2 15,1 2-4-15,0-4 2 0,1 2 2 0,0 1 2 16,-1-1-2-16,3 1-1 0,-2-1-1 0,1 0-4 15,3 5-1-15,-4-5 1 0,4 0-7 0,0-1 4 16,0-2-7-16,-4 1-4 0,7 0 5 0,-5 0-11 16,1-2 7-16,3 2 1 0,-3-3-3 0,-2-1 1 0,2 1 1 0,1 0-1 0,-2-4-1 0,-1 1 2 15,-1-1-3-15,6 0 25 0,-2-2 3 0,1 1 0 16,3-2 1-16,-3 0 3 0,2-1 10 16,1-2-2-16,0 1 0 0,3-3-4 0,-2 0-1 0,6-2-7 15,-4 0 0-15,4-2-5 0,2 0-2 0,0-2-2 16,-1 1-3-16,2-2-4 0,-2-1-2 0,1-2-1 15,-1 1 0-15,1-1-2 0,-3 0 0 0,1-1-1 16,-1-1-3-16,-4 0 0 0,3 1-1 0,-2 0 8 16,-2 2 8-16,-3 0 7 0,-1 0-4 0,0-1-2 15,0 2-2-15,-5 1-1 0,1-2-3 0,3 0-2 16,-5 4 0-16,0-1-6 0,3 1-3 0,-5-2 2 16,0 2-3-16,-2 2 1 0,6-3-6 0,-6 3 1 15,6-3-2-15,-6 3 2 0,0 0-2 0,9 5 0 16,-7-3 0-16,5 1-4 0,-3 1-2 0,-1 0-1 15,5 1 3-15,-4 2 0 0,0-1-1 0,2 2-3 16,2 0 8-16,-4 2-6 0,5 0 5 0,-2 1-3 0,0-1-1 16,-1 1 2-16,4 3 2 0,-4 2-3 0,-1-3 0 15,4-1-2-15,-3 5 3 0,2-1 2 0,-2 0-5 16,-1 1 0-16,1-1 2 0,0 4-1 16,0-1 5-16,-1 1-3 0,1 0 0 0,2 5-1 0,-6-5-3 15,4 7 3-15,0-6-1 0,-1 6 2 0,-1 0 2 16,0-6-5-16,4 9 3 0,-2-5 2 0,3 5-5 15,-4-4 4-15,1-1 2 0,5 0-4 0,-4 3 1 16,3-4 0-16,-4-4-4 0,5 6 1 0,-5-6 5 16,7 3-1-16,2 1 3 0,-2 1-4 0,3-3 1 15,-1 0-1-15,-3-3 1 0,3 4 3 0,0-1-3 16,-4-6 0-16,4 0 1 0,-2 1 3 0,6 5-4 16,-8-6 1-16,3-1-3 0,1 0 1 0,-3 0 3 15,0-2-3-15,2-1 1 0,-4 1-2 0,3-1 1 0,-1 0 3 16,0-2-1-16,-2-3-2 0,1 0 4 15,-2 2-2-15,4-3 0 0,1-1 5 0,-3-2 10 16,-1 3 4-16,3-2 6 0,1-2-1 0,2-2-1 0,-2 0 3 16,5 0-2-16,-4-1-4 0,7-4-2 0,-6-1 0 15,6 0-1-15,-2 0 3 0,0-5-8 0,-2 0 1 16,11-2-8-16,-5-2 7 0,2 0-4 0,0-3 0 16,-1 1 0-16,1-1-2 0,-3 0-1 0,2-2 1 15,-1 0-7-15,0 0 5 0,1-3-3 0,-4 1 12 16,-2-1-12-16,2 1-3 0,-1-2-2 0,-5 3 4 15,1-1-6-15,-5 4 4 0,4-5 3 0,-1 0-8 16,0-2 5-16,0 2 0 0,-7 5-1 0,3-8 0 16,-4 6 2-16,0 0 10 0,-1-1-11 0,4-4-5 15,-4 7-1-15,4-3 7 0,-3 3 7 0,-1 0-15 16,1 0 3-16,1 3 0 0,1 0 1 0,-1 3-4 16,-5 0 1-16,5 1 4 0,-3-1-3 0,3 4 1 15,-2-2-4-15,-2 3 3 0,4-1 6 0,0 0-4 16,-4 2-3-16,6 3 0 0,-4-4-3 0,1 3-2 15,-1 0 3-15,2 2 1 0,0-1 3 0,0 3-4 16,0-1 5-16,-7 1-4 0,16 3-4 0,-7-1 5 0,0-1 9 16,1 3-11-16,1 2 3 0,2-1-1 0,-3 2-3 15,3-1 2-15,3 5 5 0,-2-1-11 0,-2-1 8 16,1 2-1-16,1 2-2 0,-2 0 1 0,-1 1-2 16,0-1 5-16,1 1-3 0,-2 3 0 0,-2-2 1 15,4-1 0-15,-1 1 3 0,-1 2-1 0,0 0-2 16,-1-1 2-16,-1 0 1 0,4-1-2 0,-4 1 5 15,1-2-2-15,1 2 0 0,-2-1 8 0,2 0-11 16,-2-3 2-16,0 0 2 0,0 0-4 0,-1-2 3 16,0-1-1-16,2 0-3 0,-2-2 5 0,0 1-1 15,0 0 2-15,0-5-1 0,-2 3 1 0,1-4 2 16,-1 2-3-16,2-1 2 0,1-2 1 0,0 0 1 16,2-1 1-16,2-1-3 0,-1-2 1 0,3 1 0 0,0-2 3 15,4-3-6-15,-4 2 2 0,2-3-4 16,0-2 2-16,-1 0-3 0,0 1 4 0,-1-2-2 15,1-1 1-15,1 0 0 0,-5 2-3 0,1 0 2 16,0 0 0-16,-2 1 2 0,-2 1-3 0,1 2 3 0,1-2-5 16,-2 2 2-16,-1 0-1 0,-3 2-3 0,4 0 8 15,-1 2-3-15,0 0-4 0,1 1 7 0,3-1-4 16,-3 4 1-16,3 0-3 0,3 1 2 0,-3 1-1 16,3 0 0-16,0 1-1 0,-1 1 3 0,5 3-4 15,3-2 4-15,-3 3 2 0,9 0-3 0,-6-1 13 16,9 1 0-16,0 2 2 0,0-5 3 0,-1 2-9 15,3-2 1-15,0-1-2 0,-1-4 2 0,-2 0 1 16,3-2 0-16,-2-2 1 0,1 0 13 0,-5-6 10 16,5 2 14-16,-6-7 6 0,-3 5 19 0,2-6-1 15,3-3-1-15,-2-4 0 0,-4-1-4 0,-3-2-7 16,3-3-1-16,-1-2-10 0,-1-4-6 0,-4-3-4 16,6-8 4-16,-5 9-12 0,-2-2-28 0,4-9-35 15,-2 11-26-15,-2 2-31 0,-1 2-26 0,1 0-30 16,-2 1-42-16,-3 5-66 0,6 1-67 0,-7 5-210 15,0 1-575-15,1 0 254 0</inkml:trace>
  <inkml:trace contextRef="#ctx0" brushRef="#br0" timeOffset="172002.68">29661 10681 13 0,'0'0'237'0,"0"-7"-21"0,0 7-24 0,0 0-23 16,0 0-14-16,0 0-14 0,0 0-17 0,0 0-10 15,-7 14-11-15,7-7-9 0,0 2-10 0,2-2-8 16,-2 5-7-16,4 0-9 0,-1 0-3 0,-1 0-7 16,1 0-8-16,-2 2-3 0,2-4-2 0,4 2-5 15,-5-3 0-15,1-1-5 0,-3-2-3 0,4-2 2 0,0-1 19 16,-1 2 14-16,-1-1 23 0,2-2 11 0,-4-2 8 15,8 1-15-15,-8-1-3 0,11-3-6 0,-5-3-2 16,-1 2 0-16,0-1-4 0,2 4-6 0,-2-1-6 16,2-1-8-16,-1-1-6 0,0 1-6 0,2 1-4 15,-4 1-3-15,2-1-5 0,2 5-3 0,-1 1-3 16,2-1-2-16,-2 2 0 0,5 2-4 0,-2 0 4 16,0 0-10-16,3 1 2 0,-1 4-2 0,-2-5-4 15,2 1-2-15,-2-1 0 0,-1 3 11 0,3-5-11 16,-5-2 0-16,3 2-2 0,-5-2 6 0,3-1 6 15,-2-2 25-15,-1 0 21 0,-5 0 8 0,11-3 21 16,-4-4-21-16,-2 0 0 0,-1-2 0 0,0-2-3 16,2-2-2-16,-3-5-16 0,-1 1-1 0,0-1-2 0,0 0-12 15,1-1-20-15,-2 1-39 0,-1-2-21 16,0 4-57-16,-2 2-45 0,-2-3-66 0,0 1-85 16,-2 3-284-16,-5-2-635 0,-2-2 282 0</inkml:trace>
  <inkml:trace contextRef="#ctx0" brushRef="#br0" timeOffset="173330.65">25782 8353 48 0,'0'0'207'0,"0"0"-26"0,4-4-18 0,-4 4-17 15,0 0-13-15,0 0-12 0,6 11-14 0,-3-5-7 16,-1 2-11-16,1 2-8 0,-2 3-11 0,0 2-7 15,2 3-5-15,-1-1-3 0,-1 2-4 0,-2-1-4 16,1 3-6-16,-2-3-6 0,1 2 3 0,-2-2-6 16,2 1-8-16,-2 0 6 0,0-2-6 0,-2 0-2 15,2-4-1-15,-1-2-2 0,4 0-7 0,-1-1 5 16,-1 0-2-16,1-4-2 0,0 1-1 0,-1-2 32 16,2-2 6-16,0 0 15 0,-1 1 9 0,1-4 5 0,0 6 7 15,0-6 3-15,0 0-8 0,0 5-1 16,0-5-5-16,7 2-6 0,-3-1-3 0,3-1-6 15,1 0-9-15,-1 2-4 0,6-2-2 0,-2 0 3 0,3 1-15 16,2 0-2-16,2-1-9 0,2 2 1 0,0 0-1 16,-2-1 8-16,2 1-14 0,2 0 0 0,0 2-6 15,0-3-2-15,-2 1-5 0,-2-2-15 0,-3 1-21 16,0-1-15-16,0-1-11 0,-2 1-13 0,1 0-9 16,-5-3-9-16,1 2-10 0,-2-6-2 0,0 3-7 15,-4-1 11-15,0 0 4 0,1-2 12 0,-3 1 11 16,1 0 1-16,-2-1 14 0,1 0 3 0,-2 1 10 15,0-1 21-15,-2 1 11 0,0 1 22 0,0-2 9 16,2 3 10-16,-1 0 7 0,1 4 12 0,-3-7 7 16,3 4 1-16,0 3-2 0,-3-5-8 0,3 5-7 15,-1-4-3-15,1 4-6 0,0 0-4 0,0 0-3 16,0 0-1-16,0 0-4 0,0 0-4 0,0 0-3 0,-7 9 0 16,7-5 3-16,-1 0-3 0,1-4-2 15,1 10-1-15,-1-5 1 0,0 2-7 0,4-2 7 16,-1 1 0-16,-2 1-3 0,4-4 0 0,-3 4-1 0,2-3 2 15,-1 0-2-15,2-1-5 0,1 0 7 0,-2-1-6 16,0-1 3-16,-4-1-1 0,10 0-4 0,-4 0 3 16,-6 0-1-16,10-3 3 0,-5-1-1 0,-2 0-2 15,4 0 4-15,-3-1 3 0,3 0-1 0,-3 0 4 16,-1-2 10-16,1 4 1 0,0-2 0 0,-1 1 1 16,-1-2 4-16,3 1-6 0,-3 2 0 0,-1 0-3 15,-1 3 0-15,3-5-2 0,-2 2-7 0,-1 3 0 16,0 0-2-16,7-1 0 0,-7 1 1 0,0 0-2 15,7 4-3-15,-7-4 0 0,8 5 1 0,-4-1 0 16,0 1 0-16,3-1-2 0,1 4-3 0,-1-2 0 16,1 2 0-16,0-1 8 0,-1 2-7 0,-1-1 0 15,3-1-4-15,-5 0 2 0,0 0 3 0,3-3-3 0,-3 0 2 16,0 3-3-16,3-4 0 0,-4-2 3 0,1 1 0 16,-3 1 9-16,-1-3-6 0,0 0 0 15,0 0 3-15,0 0 3 0,0 0 11 0,0 0 2 16,7-6 8-16,-7 6 6 0,0-12-2 0,0 6 3 0,2-1-2 15,-1-2 6-15,-1 2-7 0,3-4-2 0,-1 2-10 16,2 0 6-16,0 2 0 0,-1-3-4 0,1 0 0 16,0 3-1-16,0-1 1 0,-1 2-2 0,1-1-6 15,3 2-1-15,-2 0 0 0,-2-1-4 0,1 4 0 16,0-3-12-16,2 2 9 0,-2 0-4 0,2 1 4 16,-6 2-3-16,12 0 0 0,-6 2-1 0,1 1-2 15,0-1 8-15,-2 1-11 0,2 2 0 0,0 1 0 16,2 1-3-16,-3 0-1 0,-1 2-19 0,-1 0-15 15,1 1-24-15,-3 1-30 0,5 0-32 0,-3 1-52 16,0-2-76-16,-3 1-266 0,4 0-560 0,-4 0 248 16</inkml:trace>
  <inkml:trace contextRef="#ctx0" brushRef="#br0" timeOffset="176267.06">29092 9319 9 0,'-9'-4'222'0,"9"4"-14"0,-4-4-18 0,4 4-20 0,-5-2-21 15,5 2-12-15,0 0-14 0,0 0-13 0,0 0-10 16,0 0-7-16,0 0-12 0,-10 5-4 0,9-1-8 16,1-4-5-16,-2 6-4 0,2-2 1 0,0-4-5 15,2 8 6-15,-1-4-5 0,0 1 2 0,3-1-6 16,-1-1-9-16,-3 1-1 0,4-1-6 0,-1 0-1 16,0 0-2-16,2-1-4 0,-5-2-1 0,7 3-1 15,-3-2 8-15,-4-1 3 0,0 0-2 0,12-2 3 16,-12 2 1-16,4-4-6 0,3-1 5 0,-3 1-3 15,-3-1 6-15,-1 3 4 0,3-3 6 0,-1 1 8 16,-1-2-6-16,-1 3 7 0,3-1 2 0,-3-2-5 16,0 1-8-16,-3 0-5 0,2 2-4 0,1 3-3 15,-3-4-6-15,3 4-4 0,-3-5-5 0,3 5-3 0,-8-2 1 16,8 2-5-16,0 0-8 0,-11 0 1 0,11 0 1 16,-11 6-4-16,8-3 7 0,-2 0-8 15,4 3 2-15,-3 0-8 0,1-1 5 0,0 0 1 0,2 0-2 16,1 0-4-16,0 0 1 0,1 0-2 0,2 0 3 15,1 1-4-15,3-3-2 0,-2 1-4 0,3-2 5 16,-1 0-2-16,4-1 0 0,-4 0 1 0,3-2 0 16,-4 0-1-16,5-1 1 0,-3-1-2 0,-1-1 2 15,0-1-1-15,0-3 5 0,-3 2-2 0,0-2 3 16,-3 0-3-16,1 2 7 0,-2-2-1 0,0 1 8 16,0-1 3-16,-2-1 6 0,-1 4 4 0,2-1-3 15,-3-1-5-15,0 3-3 0,-3-1-2 0,3 0-1 16,-3 2 7-16,7 3-11 0,-11-1-3 0,3 1 0 0,2 0 0 15,-1 2-2-15,1 0-11 0,-2 2 7 16,3-3 4-16,-1 2-7 0,3-1 8 0,-2 3 9 16,2 2-10-16,0-3-2 0,3-1 3 0,-2 0-6 0,-1 3 3 15,3-2-3-15,0-4-2 0,0 5 0 0,0-5-1 16,0 3-2-16,0-3-9 0,5 4-27 0,-5-4-43 16,0 0-58-16,10 1-74 0,-10-1-87 0,8-5-185 15,-5 2-529-15,1 1 234 0</inkml:trace>
  <inkml:trace contextRef="#ctx0" brushRef="#br0" timeOffset="178705.81">27931 8240 157 0,'-5'-3'159'0,"5"3"-8"0,0 0-5 0,0 0-10 0,0 0-10 16,0 0-13-16,0 0-12 0,0 0-6 0,0 0-15 16,0 0-9-16,0 0-6 0,0 0-7 0,0 0-7 15,0 0-4-15,0 0-2 0,0 9-13 0,0-9-1 16,-2 4 0-16,2-4-6 0,0 5 0 0,-3 0-4 16,3-5-5-16,0 5 4 0,-5-2-4 0,5-3-4 15,-1 3 2-15,1-3-3 0,-2 6 0 0,2-6 3 16,0 0-2-16,0 4 4 0,0-4-1 0,0 0 2 15,13-2 0-15,-13 2-1 0,12-1-5 0,-7-1 4 16,2-2 4-16,-2 2-1 0,2-2 7 0,-3 1 1 16,3-4 7-16,-3 4 12 0,2-2 3 0,-1 2 13 0,-2 0 7 15,-2-2 5-15,3 0 3 0,-4 1-7 0,0 4 0 16,2-7-7-16,-2 7-8 0,-2-4-3 0,2 4-9 16,-7-4-8-16,2 3-1 0,5 1-4 0,-12 1-4 15,0 0-3-15,2 1-2 0,1-1-6 0,-1 1 3 16,3 1 0-16,-2-2-5 0,3 4-2 0,-3-3 1 15,6 2-6-15,-3-1 3 0,0 2-3 0,3-1-1 16,2-2 3-16,1 3 1 0,0-5-3 0,1 8-3 16,3-5 1-16,4 1 1 0,-2-2-1 0,5-1 2 15,-1 0 1-15,-4-1-3 0,2 0-1 0,0 0 4 16,0-1-2-16,1 0-4 0,-4-3 2 0,3 3 4 0,-4-1 0 16,2-2-3-16,-2-2 8 0,-3 1 3 0,0 3 0 15,1-4 3-15,-4 1 2 0,2 5-2 0,-6-8-3 16,0 3 2-16,2 2-7 0,0 1 0 0,-1-1 0 15,-1 1-4-15,6 2-5 0,-12-1 0 0,5 1-17 16,7 0-18-16,-12 5-34 0,6-2-39 0,0 2-66 16,3 1-58-16,0 0-218 0,1 3-487 0,4-4 215 15</inkml:trace>
  <inkml:trace contextRef="#ctx0" brushRef="#br0" timeOffset="179763.02">30419 8925 126 0,'0'0'176'0,"0"0"-16"0,0 0-17 15,0 0-19-15,0 0-12 0,0 0-9 0,0 0-11 16,-11 4-10-16,11-4-1 0,-4 3-17 0,4-3-9 16,-6 4 3-16,2 0-9 0,3-1-5 0,-1 1 0 15,2-4-9-15,-4 3-3 0,3 0-4 0,1-3 1 16,-3 5-4-16,3-5-1 0,0 5 1 0,-1-2 0 16,1-3 10-16,0 0 2 0,0 0 9 0,9 2-1 15,-4 1 2-15,-5-3 1 0,13-3-3 0,-6 2 8 16,-2-1 3-16,2-3-3 0,1 4 5 0,-3-3 1 0,1-1 11 15,-2 4 2-15,2-4 10 0,-3 2-4 16,-1-2 1-16,2 0-11 0,-4 5 3 0,0-5-5 16,2 0-4-16,-2 5-7 0,0-5-7 0,0 5-6 0,-2-7-4 15,2 7-9-15,-1-4 0 0,-4 2-7 0,5 2-2 16,-7-3-20-16,7 3-23 0,-11 1-27 0,11-1-33 16,-8 4-43-16,8-4-44 0,-6 4-51 0,5 0-209 15,1 0-465-15,0-4 206 0</inkml:trace>
  <inkml:trace contextRef="#ctx0" brushRef="#br0" timeOffset="180716.04">31285 8836 135 0,'0'0'188'0,"0"0"-16"0,0 0-16 15,0 0-17-15,0 0-17 0,0 0-8 0,0 0-17 16,-11 3-8-16,11-3-5 0,0 4-11 0,0-4-6 0,0 0-2 16,4 9-14-16,-4-5 5 0,0-1-10 0,2 2-5 15,2-2-7-15,-2 2 2 0,1 0-5 16,0-1-1-16,1-1 0 0,-3 1-6 0,4 0-4 16,-5-4-6-16,5 1 5 0,-5-1 2 0,5 3-2 0,-1-3 6 15,-4 0 9-15,0 0 3 0,0 0 8 0,10-4 0 16,-7 0 4-16,-3 4 9 0,1-7 8 0,0 3-2 15,-1 4 6-15,-1-8-5 0,0 4 5 0,-2-2-7 16,4 3-7-16,-1 3-8 0,-4-8-8 0,3 6-3 16,1 2-5-16,-7-5-23 0,7 5-38 0,-8 2-51 15,8-2-74-15,0 0-90 0,-14 6-153 0,13-2-430 16,-2 0 191-16</inkml:trace>
  <inkml:trace contextRef="#ctx0" brushRef="#br0" timeOffset="183242.49">27848 8497 258 0,'0'-2'265'0,"0"2"-21"0,0 0-25 0,0 0-23 0,0 0-25 15,0 0-15-15,0 0-16 0,0 0-12 16,0 0-13-16,-11 11-14 0,4-2-3 0,3 3 6 15,-7 2-2-15,6 2-9 0,-5 2-7 0,0 1-9 0,-5 7-6 16,-2-2-4-16,1 0-8 0,-3-1-8 0,1 0 0 16,-1-1-7-16,2-1-4 0,3-4-2 0,0-2-7 15,-1 3-1-15,0-4-2 0,2-1-25 0,3-3-29 16,2-1-30-16,0 0-37 0,1-2-32 0,6-4-23 16,2 0-52-16,-1-3-203 0,0 0-438 0,13 0 194 15</inkml:trace>
  <inkml:trace contextRef="#ctx0" brushRef="#br0" timeOffset="183898.66">27881 8493 158 0,'0'0'276'0,"0"0"-14"0,0 0-15 16,0 0-17-16,0 0-17 0,0 0-17 0,0 0-20 15,1-3-20-15,-1 3-15 0,0 0-14 0,0 0-17 16,0 0-10-16,0 0-10 0,0 0-10 0,0 0-13 16,-11 10-4-16,4-8-2 0,0 2-7 0,-2-1-4 15,1 2-9-15,-3 0-3 0,0 0-1 0,0 0-6 16,0 0 0-16,-1-1-3 0,1 0-6 0,-1-2 2 15,7 1-2-15,-4 0-6 0,5-2 2 0,4-1 5 16,-7 3 13-16,7-3 13 0,-5 1 25 0,5-1 8 16,0 0-3-16,0 0-13 0,0 0 4 0,0 0-9 15,0 0-6-15,0-11-6 0,0 11-5 0,7-7-7 16,-3 3-2-16,-3 0-9 0,3 2 3 0,-1-2-1 0,0 0-5 16,1 1 13-16,-1 0-19 0,-3 3-1 0,6-4-3 15,-4 0 1-15,3 0 12 0,-2 3-16 16,-2-3 2-16,3 1-6 0,-4 3-5 0,5-3 6 0,-1 0-1 15,-4 3-5-15,6-2 9 0,-2 0-7 0,-4 2 0 16,7-1-3-16,-7 1-6 0,8 0 4 0,-8 0 4 16,13 1-2-16,-13-1-7 0,6 1 5 0,0 2-1 15,-3-2 3-15,-3-1-4 0,5 5-1 0,1-1 1 16,-1-1-1-16,0-1 2 0,-2 4-5 0,1-1 1 16,-1 0 1-16,1-2 0 0,-1 3 14 0,1-1-17 15,2-1-3-15,-6-1 6 0,3 2-1 0,0 0-3 16,0 0 5-16,-1-2-3 0,1 0 4 0,-3 0-3 15,0-3 5-15,0 6-3 0,0-6 3 0,-3 4-2 16,3-4 0-16,0 0 5 0,0 0 6 0,3 3-6 16,-3-3-2-16,0 0 0 0,0 0 0 0,0 0 5 15,4 4 2-15,-4-4-3 0,0 0 0 0,0 0-3 0,0 0 3 16,0 0-7-16,0 4 1 0,0-4-10 0,0 0-13 16,0 0-20-16,-11 3-24 0,11-3-22 15,-5 3-21-15,3-1-43 0,-3 0-35 0,1 3-52 16,1 0-59-16,1-2-171 0,0 1-512 0,0 2 227 0</inkml:trace>
  <inkml:trace contextRef="#ctx0" brushRef="#br0" timeOffset="184817.55">27388 9048 209 0,'-1'-6'290'0,"1"6"-8"0,-3-4-19 0,3 4-21 15,0 0-20-15,-1-3-22 0,1 3-22 0,0 0-21 16,0 0-14-16,0 0-18 0,0 0-12 0,0 0-14 15,0 0-8-15,0 0-11 0,0 0-9 0,1 14-8 16,-1-8-5-16,0 0-4 0,2 2-9 0,-2 0-1 16,0 4-5-16,-2-4-4 0,1 4-2 0,-2 2-5 15,2-2-2-15,1 1-1 0,-2 0-11 0,1-1 3 16,-2 0 0-16,3-1-2 0,0 1-1 0,-1-2 0 16,2-2-1-16,-1-1-1 0,0 1 0 0,4 0 4 0,2-1-8 15,-1 0 2-15,3-3 0 0,1-2 7 16,2-1-9-16,3 2-5 0,0-3-9 15,1-1-8-15,4-1-4 0,-3 1-4 0,-3-1-5 16,2-2-1-16,-2 0 0 0,-2 0 5 0,1 3 1 0,-5-2 5 16,1 1 2-16,0 0 1 0,-2-1 5 15,-6 3 1-15,8-1 2 0,-5-1 2 0,-3 2-4 16,0 0 1-16,5-2-5 0,-5 2-2 0,0 0 6 0,0 0-2 16,0 0 3-16,3 6-2 0,-3-6 1 0,1 5 2 15,-1-5-3-15,-1 5 4 0,1-1 0 0,0-4 1 16,0 8 2-16,0-8 1 0,1 5 0 0,3-3 2 15,-4-2-1-15,3 6 5 0,0-4-1 0,-3-2-1 16,5 3 1-16,-5-3 1 0,11-2 1 0,-11 2-2 16,10-2 1-16,-6 1 2 0,0-4-4 0,0 2 1 15,1-1 7-15,-3-1 4 0,1-2 1 0,-1 1 0 16,0 1 3-16,-1-3-1 0,-2 2-1 0,-1 1-2 16,0 0-2-16,-1-2-4 0,-3 2 1 0,2-1-5 15,-1 1-3-15,-1 2 2 0,-2 0-4 0,1-2 1 16,-1 3-12-16,4 1-12 0,-3-2-16 0,3 0-23 15,-1 2-29-15,5 1-35 0,-6-3-18 0,6 3-19 0,0 0-34 16,0 0-31-16,0 0-135 0,0 0-393 0,25-1 174 16</inkml:trace>
  <inkml:trace contextRef="#ctx0" brushRef="#br0" timeOffset="185520.7">27806 9114 103 0,'1'-5'243'0,"-1"5"-4"0,-3-2-5 16,3 2-9-16,0 0-15 0,0 0-24 0,0 0-19 16,0 0-13-16,0 0-22 0,-4-5-14 0,4 5-13 15,0 0-8-15,0 0-14 0,0 0-6 0,-9 10-9 16,6-5-7-16,-1 1-6 0,1-1-3 0,-1 2-6 16,0 3-6-16,-1-1-2 0,0 0-6 0,0 1-1 15,4-3-7-15,-4 2 0 0,2 0-4 0,3 0 4 16,-2-1-4-16,2 0 2 0,0 0-6 0,2-2-1 15,1 0 1-15,2-2 0 0,-1 0-4 0,1-1 1 0,5-2-4 16,-2 0 3-16,4-1-6 0,1 0-1 0,-4-1-3 16,6-2-2-16,-1 0 3 0,-1-1-5 15,-2-1 2-15,0-1-3 0,-2 3 4 0,0-2 0 0,0 0-1 16,-3 0 2-16,-1 1-2 0,-1-1 3 0,-1 0 3 16,0 1-4-16,-1 1 7 0,0 0-3 0,-1 0 0 15,-1 3-3-15,3-4 0 0,-3 4-1 0,0 0-1 16,-7-4-5-16,7 4 3 0,0 0 0 0,-11 5-1 15,4-2 2-15,3-2-1 0,-3 3 0 0,2-1 3 16,1 3-5-16,2-2-1 0,-4-2 4 0,3 2-2 16,2-2-5-16,1-2-3 0,-3 6 5 0,3-6-2 15,-1 4 1-15,1-4 2 0,0 0 0 0,0 0 1 16,0 0 4-16,14-2-2 0,-14 2-1 0,10-2-1 0,-4-3 1 16,-1 4 2-16,3-1 1 0,-4-1-3 15,-1 0 2-15,2 0-6 0,1 1 5 0,-6 2 2 16,5-4-3-16,-5 4-2 0,3-1 4 0,1-1-2 0,-4 2 1 15,0 0-6-15,0 0 5 0,0 0 0 0,8 7-1 16,-8-7 1-16,4 3 3 0,-1 0-2 0,-3-3 1 16,7 5-3-16,-3-2 3 0,-3 1-3 0,6-3 6 15,0 1-3-15,-2-2-3 0,5 0 6 0,1 3-9 16,1-3 7-16,-2-3 1 0,3 2 1 0,-2-1 0 16,2-3-3-16,0 2 2 0,-1-4-3 0,0 2 3 15,-1-4 0-15,1 2 1 0,-1-6 0 0,-1 4 0 16,-1-2 0-16,1-4 0 0,-2 4 5 0,-4-4 3 15,0 2 10-15,0 5 19 0,-1-7 21 0,-2 6 17 16,-1-3 12-16,-1 4 24 0,-2 0-16 0,1 1 2 16,0 1-10-16,2 0-19 0,-4 1-3 0,1 1-7 15,-1 2-12-15,4 2-9 0,-7-1-4 0,7 1-12 0,-9 5 5 16,4 0-2-16,1 1-18 0,2 3-12 0,-1 3-14 16,3 1-21-16,3 7-20 0,3-1-24 15,6 9-37-15,1-3-62 0,6 0-76 0,4-1-308 0,2-1-610 16,0-3 270-16</inkml:trace>
  <inkml:trace contextRef="#ctx0" brushRef="#br0" timeOffset="186161.26">28967 9570 113 0,'-6'-4'239'0,"2"3"-22"0,-2-2-23 0,-1 2-21 16,7 1-14-16,-14 1-18 0,5 1-15 0,-3 3-7 15,-2 0-16-15,3 1-7 0,-5 3-8 0,1 2-3 0,-2 0 3 16,1 2-7-16,0-1-9 0,4 1-4 0,-1 0-8 15,3 2-2-15,3-3-13 0,0 4 2 16,-1-5-7-16,7 2 2 0,0-2-7 0,-1 1-1 0,5 2-3 16,-2-5-2-16,7 1-2 0,-2-2 0 0,3 1-3 15,5-3-2-15,-2-5 2 0,7 5-3 0,-5-5-2 16,6 0-1-16,-2-2-3 0,-3-1-1 0,-2-3-3 16,2 2 2-16,-4-2 1 0,0 0 0 0,1-2 26 15,-5 2 19-15,0 0 15 0,-3 0 21 0,1 1 4 16,1 0 4-16,-3-1 7 0,-1 1 7 0,1 2-6 15,-3 2-18-15,1-6-5 0,4 4-15 0,-5 2-14 16,2-3-14-16,-2 3-4 0,0 0-10 0,0 0 1 16,0 0-4-16,0 0-2 0,4 8-4 0,-4-8 1 0,3 8-9 15,-3-1 1-15,0-3-2 0,1 3 4 16,-1-1-5-16,4-1 18 0,-2 2-22 0,0 0 6 16,1-2-10-16,0 1 4 0,1 0-6 0,0-1-8 0,2-1-19 15,0 0-31-15,1 0-41 0,0-1-53 0,1-1-72 16,3 0-68-16,-3-1-295 0,-1-2-633 15,1 0 280-15</inkml:trace>
  <inkml:trace contextRef="#ctx0" brushRef="#br0" timeOffset="186770.57">29213 9804 127 0,'0'0'213'16,"6"-2"-7"-16,-3-1-9 0,-2-2-9 0,2 2-7 15,1 0-14-15,-3-2-7 0,4-2-9 16,-3 2-11-16,1 0 1 0,2-5-14 0,-2 3-6 16,0 0-1-16,-1-1 0 0,0-2-9 0,1 0-8 0,-1-1-10 15,-2-1-9-15,0 0-5 0,4 0-6 0,-4 1 1 16,0-1-4-16,0-1-4 0,0 6-2 0,0-2-2 15,0 4-3-15,-4-2-5 0,4 1-9 0,-1 2-5 16,-2 0-12-16,3 4-1 0,-7-1-2 0,7 1-5 16,0 0-1-16,-14 5-4 0,5 2-2 0,2 1 0 15,-1 2-5-15,0 1 2 0,-1 3 3 0,2 0-8 16,-3 1 0-16,2 1 0 0,3-3-1 0,1 2-7 16,2-1 0-16,-1 1-3 0,3-2-1 0,0-1-2 15,0-3 3-15,3 2 7 0,1 0-13 0,-2-4 2 16,3 0-2-16,-1-2-3 0,6 0-13 0,-1-3-11 15,2 0-12-15,3-2 3 0,-5-2 2 0,4 2 4 16,0-1 3-16,-1-3 6 0,0 1 3 0,1 1 1 0,-1-4 3 16,-4 4 6-16,0 0 5 0,-2-1 4 0,2 0 1 15,-3 0 7-15,-1 1 3 0,1-1 3 16,0 0-3-16,-5 3-2 0,4-1 1 0,-4 1-1 0,0 0-2 16,0 0 3-16,0 0-2 0,12 5 2 0,-8-1-2 15,-2 0 3-15,5 0-2 0,-3-1 3 0,-2 2 0 16,3-2-1-16,1 2 1 0,-2-2 1 0,3 2-2 15,-1 0 5-15,-1-1-4 0,-1 0 2 0,3-3 0 16,-2 2 2-16,2-3-1 0,-7 0 0 0,10-3-1 16,-4 2-2-16,-6 1 1 0,9-4 3 0,-5 0 0 15,-2-1-1-15,1 1-1 0,-3-1 4 0,3-1 0 16,-3 0-3-16,0 1 1 0,0 0-1 0,-3-4-3 16,0 5-10-16,1-3-16 0,-2 2-28 0,-2 1-35 15,1 0-48-15,1-2-49 0,-2 1-43 0,2 0-179 16,-1 0-438-16,-1 2 193 0</inkml:trace>
  <inkml:trace contextRef="#ctx0" brushRef="#br0" timeOffset="187629.85">29589 9601 222 0,'0'0'232'0,"0"0"-27"16,0 0-20-16,0 0-23 0,0 0-15 0,0 0-17 15,0 0-6-15,0 0-17 0,0 0-8 0,-3 15-11 16,3-10-7-16,-3 2-9 0,3-2-7 0,0 3-3 16,-1-2-5-16,1 2-4 0,0-2-10 0,-4 2-4 15,4 0-1-15,0-1-4 0,0-1-1 0,5 0-5 16,-5 0 0-16,3-1-4 0,0 0-2 0,0 1-4 0,1-2 2 16,0 0-3-16,-1 0-3 0,1 0 0 15,1-1 0-15,-1-1-1 0,-3 2 0 0,-1-4-1 16,7 6-2-16,-4-5 0 0,0 3-3 0,-3-4-5 0,4 3 4 15,-3 0-1-15,-1 0 0 0,0-3-4 0,3 5 1 16,-3-5 1-16,-3 7-2 0,2-4 1 0,-2 2 2 16,-1 0 0-16,-1-4-1 0,0 4-2 15,-2-1 4-15,-2 0-1 0,4-2 0 0,-5 2-3 0,6-1 2 16,-7 1 0-16,7-3 1 0,0 2 1 0,-1-2 0 16,5-1-3-16,-6 5-4 0,6-5-4 0,0 0-16 15,0 0-12-15,0 0-26 0,0 0-22 0,0 0-7 16,31-6-9-16,-17 4 3 0,5 0-4 0,0-2 6 15,6 2 3-15,-4-1 4 0,4 1 9 0,-5 0 10 16,2-1 6-16,-2 0 13 0,-2 3-5 0,-4-2 24 16,-2-1 26-16,-6 2 23 0,4 0 27 0,-6 1 25 15,2-1 18-15,-6 1 17 0,10 0 6 0,-8-3-5 16,-2 3-10-16,0 0-11 0,0 0-11 0,0 0-5 0,0 0-5 16,-9-9-8-16,2 8-5 0,7 1-4 15,-11-1-8-15,4-1-1 0,0 2-7 0,7 0-2 16,-11 0-3-16,3 2-3 0,8-2-4 0,-11 2-2 0,7 0-3 15,-3-1-1-15,7-1-2 0,-6 5-3 0,3-3-2 16,3-2 3-16,-3 4 0 0,3 0-3 16,3 1-2-16,-3-1-1 0,3 1-4 0,2-4-1 0,-2 5 1 15,2-4 2-15,-1 2 1 0,1-1-1 0,1 0-1 16,-3 1-1-16,2-2 0 0,-1 0 1 0,-4-2 1 16,7 2 5-16,-7-2 0 0,4 1 1 0,-4-1 2 15,7 0 3-15,-7 0 0 0,0 0 3 0,10-4 0 16,-3 3-3-16,-3-1 2 0,-2 0-7 0,3-2 3 15,3 1-3-15,-2 0 2 0,1-1-5 0,3-2 5 16,-1 0-4-16,2-1-1 0,-1 1 0 0,-1 1-3 16,5-4 2-16,-3 3-1 0,5-6 2 0,-4 4-1 15,-1 0 0-15,3-4 1 0,-5 4 34 0,2 0 7 0,-3-1 22 16,0-1 9-16,-1 2 19 0,0-1 17 0,0 0 22 16,-6 0 15-16,3 1 14 0,-4 0 5 15,0 0-4-15,0 0-10 0,-1 1-8 0,-2-2-14 0,3 5-8 16,-4-3-15-16,1 3-14 0,1 0-12 0,-1 0-14 15,3 4-9-15,-10-1-7 0,10 1-9 0,-12 4-2 16,5 1-6-16,-1 3-6 0,1-1-5 0,1 5 0 16,-1-3-6-16,0 5-1 0,4-1-5 0,-1 5 1 15,4-1-9-15,0 2-3 0,0-2-4 0,0 1-15 16,7 1-14-16,0-1-44 0,4 0-68 0,0-1-56 16,3-1-87-16,4-1-114 0,5 2-366 0,-4-5-825 15,-1-3 365-15</inkml:trace>
  <inkml:trace contextRef="#ctx0" brushRef="#br0" timeOffset="214161.24">27672 7732 47 0,'0'0'124'0,"0"-4"4"0,0 4-14 0,0-5 2 16,0 5-15-16,0-5-2 0,0 5-1 0,0 0-15 15,3-6-2-15,-3 6-3 0,0 0-4 0,0-4-3 16,0 4-6-16,0-5 5 0,0 5-1 0,0 0-10 16,0 0-3-16,0-3-2 0,0 3 0 0,0 0-9 15,0 0-5-15,0 0-2 0,0 0-6 0,0 0-1 16,0 0-3-16,0 0-2 0,0 0-3 0,0 0-5 15,0 0 2-15,-19 3 3 0,19-3-3 0,-5 3-6 16,5-3 3-16,-6 2-3 0,6-2 0 0,-4 2-1 16,4-2 5-16,-5 2-3 0,5-2 3 0,-1 4-1 15,1-4-5-15,0 0 2 0,1 9-3 0,-1-9 1 16,5 4-1-16,-2-2-1 0,1 1-3 0,0-1 1 0,4 0 0 16,-3 1-2-16,0-2-4 0,4 0-2 15,-5 2 2-15,3-2-3 0,-7-1 0 0,9 0 4 16,-9 0-3-16,10 0-4 0,-10 0 3 0,4-3-8 0,-4 3 9 15,3-3-2-15,-3 3 4 0,-1-9 1 0,1 9 2 16,-2-4 12-16,0-1 9 0,0 1 7 0,-6 1 9 16,4-1 7-16,0 2 2 0,-3-2 2 0,2 0 1 15,-1 2-6-15,-2-1-5 0,3 0 4 0,5 3-12 16,-10-1-3-16,5 0-1 0,5 1-5 0,0 0-2 16,-14 2-6-16,12 1-3 0,0 1-14 0,-1 1-26 15,3 1-28-15,0 0-44 0,2 2-53 0,1-3-49 16,1 6-192-16,4-5-423 0,-2 6 186 0</inkml:trace>
  <inkml:trace contextRef="#ctx0" brushRef="#br0" timeOffset="214661.18">27667 7880 94 0,'0'0'204'0,"-4"-4"-17"0,4 4-19 0,0 0-14 15,0 0-21-15,0 0-8 0,0 0-14 0,0 0-8 0,0 0-11 16,0 0-6-16,0 0-12 0,4 13-4 0,-1-11-7 16,2 1-11-16,-3 2 1 0,2-1-8 15,-2-2-4-15,3 1-2 0,0-1-5 0,-2 2-3 0,-3-4 0 16,5 2-2-16,-1 2-3 0,-4-4-2 0,4 2-2 15,-4-2 2-15,0 0 6 0,0 0-5 0,0 0 10 16,0 0-1-16,7-6 4 0,-7 6-1 0,0 0 5 16,-3-8 4-16,1 4 8 0,0-1-1 0,2 5 0 15,-4-9 3-15,3 7 2 0,-2-5 2 0,2 5-2 16,-2-2-3-16,3 4-9 0,-3-5-6 0,3 2-2 16,0 3-8-16,-4-2-1 0,4 2-5 0,0 0-2 15,0 0-7-15,0 0-22 0,0 0-24 0,0 0-29 16,-11 7-38-16,11-3-41 0,0-4-36 0,3 10-45 0,0-7-175 15,0 2-425-15,-1-1 188 0</inkml:trace>
  <inkml:trace contextRef="#ctx0" brushRef="#br0" timeOffset="-214460.59">27747 7966 29 0,'0'0'182'0,"0"0"-19"15,0 0-10-15,0 0-8 0,-4-3-9 0,4 3-7 16,0 0-7-16,0 0-5 0,0 0-12 0,-5 6-12 16,5-6-9-16,-2 5-5 0,2-5-8 0,-1 5-10 15,1-5-4-15,-1 5-4 0,-2-2-8 0,3-3-3 16,3 6-7-16,-3-6 3 0,0 6-3 0,1-2-4 0,-1-4 0 15,1 5-3-15,1-3-6 0,-2-2-4 16,4 3 2-16,-4-3-2 0,0 0 2 0,0 0-2 16,0 5 6-16,0-5 2 0,0 0 0 0,0 0 6 15,0 0-4-15,0 0 4 0,0 0 7 0,0 0 4 0,4-11-1 16,-4 7 0-16,0 4 2 0,-4-5-2 0,1 1-1 16,3 4-6-16,-4-5-1 0,4 5-1 15,-4-3-8-15,4 3 0 0,-4-4-6 0,4 4-2 0,-8-1-11 16,8 1-28-16,0 0-26 0,0 0-23 0,-6 5-49 15,6-5-41-15,-2 7-43 0,2-3-165 0,0-1-398 16,2 2 176-16</inkml:trace>
  <inkml:trace contextRef="#ctx0" brushRef="#br0" timeOffset="-214116.87">27830 8088 2 0,'0'0'136'16,"0"0"0"-16,0 0-8 0,0 0-10 15,0 0-13-15,0 0 0 0,0 0-11 0,0 0-5 0,0 0-9 16,-9 11-4-16,9-11-12 0,0 0-1 0,0 5-5 15,0-5-8-15,0 0-6 0,0 0 0 0,3 5-4 16,-3-5 0-16,0 0-6 0,2 4-6 0,-2-4 0 16,0 0 5-16,4 3 2 0,-4-3 2 0,0 0-2 15,0 0-6-15,0 0-6 0,0 0-1 0,0 0 3 16,0 0-9-16,4-8-8 0,-4 8-2 0,0 0-6 16,0 0-35-16,0 0-23 0,0 0-36 0,3-4-37 15,-3 4-122-15,0 0-272 0,0 0 120 0</inkml:trace>
  <inkml:trace contextRef="#ctx0" brushRef="#br0" timeOffset="-212710.66">28003 8283 55 0,'0'0'147'0,"0"0"-12"16,0 0-19-16,0 0-7 0,0 0-13 0,0 0-6 16,0 0-11-16,0 0-8 0,0 0-7 0,0 0-4 15,0 0-9-15,-11 8-1 0,11-8-2 0,0 0-6 16,0 0-6-16,0 5-8 0,0-5-8 0,0 0-2 15,4 5-3-15,-4-5-8 0,4 3-1 0,-4-3-3 16,0 0-6-16,7 2-6 0,-7-2-8 0,0 0 2 16,0 0-7-16,0 0 4 0,8-5-3 0,-8 5 8 15,0 0 4-15,2-6 0 0,-2 6 3 0,0-4 1 16,0 4 0-16,0 0 13 0,-5-8 6 0,4 6 3 0,1 2 1 16,0 0 0-16,-5-8 1 0,2 7-6 15,3 1 10-15,-5-2-5 0,5 2-9 0,-7 0-2 16,7 0 5-16,0 0-1 0,-10 2-6 0,10-2 3 0,-5 1-2 15,5-1 6-15,-4 5-3 0,1-2-3 0,3-3-4 16,-3 5-1-16,3-5-5 0,0 5 4 0,0-5-10 16,0 5 7-16,0-5-5 0,6 4 7 0,-6-4-10 15,4 1-2-15,-4-1 7 0,0 0 4 0,5 3-9 16,-5-3 5-16,0 0-1 0,8-7 2 0,-8 7-7 16,3-2 10-16,-3 2-4 0,2-7 6 0,0 6-2 15,-2 1 1-15,-2-6 4 0,2 6 12 0,0-8 4 16,-2 5 9-16,2 3 9 0,-4-6 5 0,0 2 6 15,1-1 5-15,3 5-6 0,-4-3 2 0,0-1-7 16,0 3-1-16,4 1-6 0,-5-2-4 0,5 2-3 16,-6-2-3-16,6 2-8 0,0 0 11 0,0 0-5 15,-7 7-5-15,6-4-3 0,1-3-4 0,-4 3-2 0,1 2 0 16,3-1-3-16,0-4-3 0,0 6-10 0,0-6 2 16,6 6-4-16,-6-2-3 0,2-2-6 15,2 1-2-15,-1-1-8 0,-3-2-6 0,6 0 0 0,-6 0 9 16,9 0-6-16,-9 0-6 0,0 0 11 0,10-1-6 15,-5-2 7-15,-5 3 7 0,3-6-4 0,-2 0 2 16,-1 4 5-16,0 2 7 0,2-7 8 0,-2 3 8 16,0-1 12-16,2-1 3 0,-4 3 5 0,2 3 14 15,-2-9-8-15,2 9 7 0,-3-5-6 0,1 2-1 16,-2-1-7-16,-2 2 1 0,6 2 1 0,-8-3-1 16,8 3-7-16,-9 0 2 0,9 0-4 0,-11 3 3 15,3-1-8-15,1 2 1 0,1-2-1 0,2 2 2 16,-4-2-2-16,3 1-3 0,1 0 1 0,-1 2 0 15,1-4-7-15,3 4 3 0,0-2-2 0,1-3 5 16,1 8-14-16,3-6 9 0,0 2-2 0,2-3-2 16,-1 4-3-16,3-4-7 0,-1-1-3 0,5-1 0 0,-4 1-1 15,-1-3-2-15,0 2-1 0,1 0 4 0,-1-2-1 16,1 0 5-16,-2-1-5 0,-4-1 2 0,5 2 1 16,-4-2 2-16,-2 3 3 0,3-4 6 15,-4 2 4-15,0-2 6 0,0 3 12 0,-4-3 4 0,4 6 1 16,-1-7 3-16,0 4-1 0,-4 0-1 0,5 3-8 15,-8-3 4-15,5 2-1 0,3 1 2 0,-13-1 0 16,13 1-2-16,-12 2-6 0,6 1-1 0,-1 0-2 16,1 0-3-16,0 1 0 0,-1 1-3 0,1 0 2 15,1 1 3-15,-3-1-5 0,4 1-4 0,0-1 3 16,1 0-1-16,2 1-1 0,0-1 2 0,2 0 1 16,0 1-2-16,4-4-5 0,-1 2 3 0,0-1 2 15,5-2-5-15,-5 0 5 0,-4-1 3 0,15-1-5 16,-8 0-2-16,1-2 1 0,-2 1-1 0,2-2-2 15,-3-2 1-15,1 3-2 0,-1-4 1 0,-1 1-2 16,0-1 3-16,-4 2-1 0,2-2-3 0,0 1 0 16,-2 0 7-16,-2 1 3 0,0 0-3 0,2 2 3 0,-4-3-4 15,1 2-1-15,-2 2-2 0,5 2 1 0,0 0-1 16,-11 0-2-16,11 0-1 0,-11 5-3 0,7 0 0 16,1-1-6-16,-1 1-18 0,-2 0-20 0,2 2-31 15,2-1-20-15,1 3-27 0,-2 0-22 0,3 0-30 16,3-2-149-16,-2-1-354 0,-1 0 157 0</inkml:trace>
  <inkml:trace contextRef="#ctx0" brushRef="#br0" timeOffset="-206594.92">27996 8256 149 0,'0'0'160'16,"0"0"-15"-16,0 0 0 0,0 0-5 0,0 0-7 15,0 0 2-15,-4-2-3 0,4 2-10 0,0 0 16 16,0 0-6-16,0 0 0 0,0 0 1 0,0 0-5 16,0 0-3-16,0 0-6 0,0 0-1 0,0 0-3 15,0 0-13-15,0 0-7 0,0 0-5 0,-1-4-5 16,1 4-4-16,0 0-9 0,0 0-3 0,0 0-2 15,0 0-1-15,0 0-5 0,0 0-1 0,0 0-1 16,0 0-2-16,0 0-5 0,0 0-9 0,0 0-1 16,0 0-3-16,0 0-5 0,11-2-4 0,-11 2-2 15,5-1-4-15,-5 1-10 0,12-1 5 0,-6 0-1 0,1-1-2 16,6-1-5-16,-2 2 0 0,2-2-2 0,0 2 1 16,-1-2-2-16,3 2-3 0,0 0 5 0,4-2 0 15,-6 0 8-15,3 2-16 0,-3-1 0 0,2-1 1 16,-4 1 3-16,2-2-7 0,1 1 4 0,-7-1 3 15,3 2 0-15,-2 0 0 0,-1 0-1 0,-2 1-7 16,1-2 3-16,-2 2 0 0,-4 1 3 0,9-1 2 16,-9 1-5-16,4-3 0 0,-4 3 0 0,4-2 0 15,-4 2-1-15,0 0 0 0,0 0 0 0,0 0-2 16,0 0-5-16,0 0-5 0,3-3-12 0,-3 3-15 16,0 0-11-16,0 0-9 0,0 0-19 0,0 0-24 15,0 0-17-15,0 0-34 0,0 0-36 0,0 0-35 16,0 0-38-16,0 0-163 0,0 0-461 0,0 0 205 0</inkml:trace>
  <inkml:trace contextRef="#ctx0" brushRef="#br0" timeOffset="-206173.09">28176 8139 134 0,'0'0'236'0,"0"0"-8"16,0 0-16-16,0 0-11 0,0 0-17 0,-4-3-16 16,4 3-22-16,0 0-8 0,0 0-14 0,0 0-12 15,0 0-4-15,0 0 3 0,0 0-4 0,0 0-2 16,0 0-4-16,13 9-4 0,-10-7-7 0,3 0-9 15,0-1-3-15,1 2-10 0,-3-2-6 0,4 2-5 16,0-2-7-16,-1 1-2 0,-3-2 2 0,3 2-11 16,0-1-4-16,-2 0-7 0,-5-1 3 0,9 3-6 15,-9-3-1-15,5 1-1 0,-5-1 0 0,4 1-2 0,-4-1-1 16,0 0-4-16,0 0-4 0,6 2-2 0,-6-2-2 16,0 5-2-16,0-5 1 0,-2 6 0 0,0-2-4 15,0 0 12-15,-1 2-7 0,1 1-2 0,-2 2-3 16,-1 0 5-16,-1 1-3 0,0 2-1 0,0 0 1 15,0 3 4-15,1-4-17 0,-5 4-36 0,5 1-39 16,-2-1-44-16,1-4-56 0,5 1-65 0,-6-3-220 16,3 1-506-16,4-2 224 0</inkml:trace>
  <inkml:trace contextRef="#ctx0" brushRef="#br0" timeOffset="-205063.83">27976 8217 71 0,'0'0'83'0,"-12"1"6"0,12-1-12 0,0 0 2 16,0 0 0-16,0 0-6 0,0 0 0 0,0 0-2 15,-2 4 4-15,2-4-3 0,0 0 13 0,0 0 1 16,0 0 7-16,0 0 3 0,-7 1 4 0,7-1 2 0,0 0 11 16,0 0-9-16,0 0 0 0,0 0 0 15,-10-2-4-15,10 2-2 0,0 0-2 0,0 0-1 16,-10-3 0-16,10 3-1 0,-5-2-1 0,5 2 7 0,-6-4 5 15,3 3 3-15,-3-2 0 0,2 0 1 0,0 1 6 16,2-2-4-16,-3 1-2 0,-1 1 10 0,5-4 1 16,-1 3-15-16,-7-1 1 0,6 0-10 0,-2-1 1 15,-1 2-11-15,1-1-1 0,1-1-14 0,-1 2-9 16,-1-1-4-16,3-2-7 0,-1 4-7 0,0-2 0 16,1 2-7-16,-1-1-6 0,4 3 4 0,-4-5-16 15,4 5-6-15,-5-3 5 0,5 3-4 0,-3-4-11 16,3 4-14-16,-4-2-9 0,4 2-28 0,0 0-19 0,0 0-22 15,0 0-22-15,0 0-30 0,0 0-39 16,0 0-35-16,-11 1-46 0,11-1-26 0,0 0-255 16,0 0-587-16,0 0 260 0</inkml:trace>
  <inkml:trace contextRef="#ctx0" brushRef="#br0" timeOffset="-204470.15">27943 8075 101 0,'0'-6'231'0,"0"6"-15"0,0 0-10 0,-5-4-12 16,2 1-13-16,3 3-15 0,0 0-13 0,-1-5-13 15,1 5-13-15,-4-4-15 0,4 4-10 0,-6-3-10 16,3 2-9-16,3 1-8 0,-8-4-6 0,8 4-9 15,-11-1-4-15,5 1-7 0,6 0-4 0,-14 0-6 16,7 0-5-16,0 1 0 0,-1 0-6 0,0-1-6 16,3 3 3-16,-3-3-2 0,-1 3-3 0,3-2-1 0,6-1-4 15,-11 1-4-15,5 1 3 0,2-1-2 16,4-1-1-16,-7 1 2 0,7-1-4 0,-5 3 1 16,5-3 1-16,0 0-2 0,-7 0 1 0,7 0-2 0,0 0 3 15,0 0-4-15,-7 1-3 0,7-1-1 0,0 0 2 16,-2 3-1-16,2-3 2 0,-3 3-1 0,3-3 1 15,-2 4 2-15,2-4 19 0,-4 7 11 0,4-1-7 16,0-3-2-16,-5 1-1 0,5 0-1 0,-3 1-4 16,2 0-1-16,0 2-2 0,-2-1-3 0,2 2 0 15,1 0-1-15,0-2-2 0,0 5 1 0,1-4 2 16,4 2-5-16,-2 0 1 0,2 1 4 0,2-2-9 16,1 1 1-16,1 0-6 0,0-1-47 0,1-1-58 15,-4 1-64-15,5-1-68 0,-4-2-225 0,-3-1-496 16,2-1 219-16</inkml:trace>
  <inkml:trace contextRef="#ctx0" brushRef="#br0" timeOffset="-58265.53">5541 6425 111 0,'0'0'259'0,"-6"-3"-10"0,6 3-14 0,0-4-8 0,0 4-16 15,-3-4-16-15,3 4-20 0,-1-6-19 0,1 6-13 16,0 0-15-16,0 0-16 0,0 0-7 0,0 0-15 16,0 0-9-16,0 0-12 0,0 0-5 0,0 0-11 15,0 0-4-15,0 0-5 0,0 0-3 0,11 11-3 16,-7-6-6-16,0-1-2 0,0 1-2 0,3 0-5 16,-3 0-4-16,0 3 0 0,2 0-4 0,-2-2 1 15,0 2 2-15,5-1-4 0,-6 3-1 0,4-3-3 0,-2 1 1 16,-1 0-3-16,1-1 1 0,-4-1 1 0,5 0-3 15,-3 0-2-15,0 0 1 0,0-1 1 0,-2 0-2 16,3 1 0-16,-4-2 1 0,2 0 1 0,-2-4-4 16,2 4-1-16,0-2 5 0,-2-2 1 0,1 4 4 15,-1-4 5-15,3 2 11 0,-3-2 10 0,0 0 10 16,0 0 11-16,0 0 2 0,0 0-3 0,0 0-7 16,5-8-6-16,-4 4-3 0,-1 0-5 0,3-4-6 15,-3 3 1-15,0 0-3 0,2-3-3 0,-1-1-4 16,0 3-1-16,1-2 5 0,-1 2-5 0,0-1-9 0,2 1 2 15,0 0-1-15,-2-1-8 0,3-1 6 0,1 4-6 16,-2-2 6-16,1 1-5 0,-1 0-2 16,1 1 0-16,0-1-1 0,-1 1-2 0,1 0 3 15,0 1-1-15,2 1 2 0,-1-1-7 0,1 1 4 0,-1-1 7 16,2 3-14-16,-3-1 2 0,-4 1 0 0,15 2-3 16,-10 0-1-16,1 0 4 0,3 1-1 0,-5 1-4 15,5-2 5-15,-4 3-4 0,1 2 3 0,3-1-2 16,-1 1-4-16,-2 0 2 0,2-1 4 0,1 2-4 15,-5 0 1-15,5 1 2 0,-4 0-4 0,2 0 5 16,-1 3-4-16,0-1 0 0,-1 0-3 0,1 3 1 0,-1-2-5 16,2 6-7-16,-3 0 6 0,0 1-2 15,-1 7-1-15,1-7 2 0,0 10 1 0,-1-9 3 16,0 7 0-16,-2-1 1 0,-1 2-1 0,0 0 3 0,5 0-1 16,-2-2 0-16,-3 1 3 0,1 2 2 0,2-4-3 15,-2-3 1-15,-1-1 6 0,3 7-4 0,-1-6 3 16,-1-3 1-16,2 3 1 0,-2-2-2 15,2 1 0-15,-3-2 4 0,0-2-5 0,1-1 1 0,2 2 2 16,-2-5-1-16,2-1 12 0,-3-3-11 0,1 3-2 16,2-3 2-16,0-3-1 0,-2 1-4 0,-1-3-18 15,1-1-25-15,-1-3-46 0,3 4-52 0,-3-4-86 16,0 0-271-16,0 0-546 0,4-23 241 0</inkml:trace>
  <inkml:trace contextRef="#ctx0" brushRef="#br0" timeOffset="-51535.13">3838 5966 182 0,'0'-15'290'0,"0"6"-16"0,0-2-2 16,-2 4-15-16,2-1-13 0,-1 0-14 0,-1 4-4 0,2 1-19 15,0 3-16-15,-2-10-8 0,2 7-36 16,0 3-15-16,-1-3-32 0,1 3-25 0,0 0-11 16,0 0-7-16,0 0-4 0,1 17-4 0,-1-7-4 15,4 3-9-15,-3 0-6 0,-1 4-8 0,2 1 7 0,-2 0-6 16,1-1 4-16,-1 2-5 0,0-2-4 15,0 0 2-15,-1-3-5 0,1-2 2 0,-2 1-3 16,2-3-1-16,-1 1-5 0,1-4 4 0,-2 1-5 0,2-2-1 16,2-1 7-16,-2 1-5 0,0-2 2 0,0-1-2 15,0-3 5-15,0 0 13 0,0 0-4 0,0 0-3 16,0 0-2-16,0 0 2 0,0 0-4 0,3-16 2 16,-1 5-6-16,0-1-2 0,1-3-3 0,2-1 2 15,-4 0 1-15,2-4-3 0,-1 6 1 0,0-3 1 16,0-2 4-16,0 6 5 0,2-3-3 0,-4 3-1 15,3 1-2-15,1 2 1 0,-4 1 3 0,3 2-4 16,0-1 3-16,-2 0-3 0,2 4 2 0,-2 1-6 16,-1-1 0-16,3 1 3 0,-2-3-9 0,-1 6 2 15,3-3 3-15,-3 3-6 0,8-2-2 0,-8 2 1 16,0 0-4-16,12 6-4 0,-6 1-4 0,-2-1 1 16,0 3-5-16,4 1 0 0,-4 2 0 0,2 4-4 15,3 2 1-15,-1 1-5 0,-4-1-10 0,0 3 2 16,-1-2-12-16,1 0 4 0,-1 2-6 0,0-1-8 15,-2-1-8-15,0 0-5 0,1-1-8 0,-4-1-5 16,4-3-16-16,-4 0-4 0,1-1-30 0,0-3-28 16,-1-1-29-16,2-2-28 0,-1-1-189 0,-2-2-439 15,-1-1 194-15</inkml:trace>
  <inkml:trace contextRef="#ctx0" brushRef="#br0" timeOffset="-51332.03">3824 6105 111 0,'0'0'190'0,"-1"-3"-19"0,1 3-18 0,7-5-17 15,-1 3-15-15,0 0-9 0,2-1-14 16,2 1-11-16,3 0-1 0,1 1-15 0,1 0-2 0,4-3-10 16,1 3 1-16,0 1-13 0,0-3-8 0,3 2-14 15,0 0-17-15,1 1-20 0,-3 0-30 0,2-2-19 16,-3 4-29-16,-2-1-14 0,2-1-18 15,-6 0-80-15,-1 0-220 0,0 1 98 0</inkml:trace>
  <inkml:trace contextRef="#ctx0" brushRef="#br0" timeOffset="-50582.11">4239 6076 338 0,'0'0'-12'0,"0"0"21"0,0 0 11 0,0 0 19 15,0 0 8-15,0 0 16 0,0 0 15 0,0 0 1 16,0 0-1-16,-14-8-5 0,14 8-7 0,0 0-1 16,-12 0-7-16,12 0-7 0,-12 1 3 0,8 2-6 15,1 0-6-15,-4-1-8 0,5 1 0 0,-3 1-6 16,1-1 3-16,-5 4-2 0,5-2-7 0,-2 0-1 15,2 1 0-15,3 1 0 0,-3-1-1 0,-3 0-4 16,6 0-3-16,-2 1 7 0,3 1-10 0,-3-3 1 16,3 2-1-16,0-1 2 0,0-1-4 0,-1 0 3 15,2 0 3-15,2 0-8 0,0-2 7 0,2 0-1 16,2-1-8-16,-2 0 1 0,1-2 0 0,2 0-2 16,1-4-3-16,1 0 0 0,0 0 5 0,0-2-3 15,-1-1-1-15,-1-2 6 0,1 0-2 0,-1 0-1 16,-1-2-1-16,-4 0 2 0,3-2 11 0,1-4 4 15,-4 5 9-15,-1-2 6 0,-2 0 2 0,1 3 1 16,-1-6 5-16,0 0 5 0,0 0 3 0,0 6 5 16,-3-1 4-16,0 1 4 0,2-1 1 0,-1 3-2 15,0-2-7-15,1 4 8 0,0 0-1 0,-1 2-8 0,2 0-5 16,-1 0-6-16,-2-1-3 0,3 6-7 16,-1-5-7-16,1 5-5 0,0-3-3 0,0 3-1 15,0 0-2-15,0 0 1 0,0 0-3 0,1 18-2 16,2-11-8-16,-2 4 0 0,2 0-4 0,0 2-5 0,2 2-8 15,-2 2-9-15,-2 0-1 0,4 0-11 0,0 0-11 16,0 1-9-16,1-3-15 0,3 1-7 16,-4-4 2-16,2 0-12 0,0-1 9 0,2 0 1 15,1-1 0-15,-3-1 2 0,5-3 7 0,-4-2 0 0,3 0-1 16,3-3 11-16,-5 1-4 0,2-4 11 0,3 0 7 16,-6-1 6-16,3-2 3 0,2-1 3 0,-3 0 12 15,0-1 8-15,0-1 13 0,-6-1 8 0,2 3 15 16,-2-2 5-16,0-1 11 0,-1 3 11 0,-2 0 5 15,-1-1 2-15,0-1 0 0,-1 2 0 0,-1 2-3 16,-2 0-9-16,4 4-2 0,-8-4-7 0,3 1-3 16,-1 3-6-16,6 0 1 0,-16 3-6 0,9 0-2 15,-1 1 1-15,0-1-7 0,-2 4-4 0,5-2 2 16,-1 1-3-16,-2 2-1 0,4-1-2 0,1 0-3 16,2 0 2-16,-2-1-3 0,-1-1-4 0,4 1 4 15,0-1-2-15,0-1-7 0,2 0 1 0,-2-4 4 16,6 5-1-16,-3-4-2 0,-3-1 1 0,12-3 1 15,-12 3 0-15,11-4 1 0,-4 0 3 0,1 1 0 16,0-2 8-16,-2-2 8 0,-2 2 7 0,3 0 13 16,-3 0 1-16,1 0 5 0,-1 3 14 0,0-2-9 15,-1 1-4-15,-2-1-5 0,-1 4-2 0,5-7-7 16,-3 7-4-16,-2 0-6 0,0 0-2 0,0 0-4 16,0 0-4-16,0 0 3 0,12 6-7 0,-6-1-11 0,-3 0-6 15,2-2-21-15,1 4-22 0,2-1-25 0,0 0-22 16,1 1-31-16,1 0-8 0,1-1-21 15,1-1-25-15,0 0-151 0,2 0-364 0,-6-1 162 16</inkml:trace>
  <inkml:trace contextRef="#ctx0" brushRef="#br0" timeOffset="-50085.06">4728 6115 138 0,'-3'-6'168'0,"3"6"-12"0,0 0-13 15,0 0-16-15,0 0-10 0,0 0-15 0,0 0-8 0,0 0-10 16,0 0-7-16,-6 13-11 0,6-6-4 0,-4 4-6 15,4 2-5-15,0-1 5 0,0 6-13 0,0 2 2 16,0-1-4-16,-1 1-3 0,2 6 0 0,-2-7-8 16,2 7 12-16,-1-1-15 0,4-3-1 0,-4-4-4 15,2 1 1-15,-1-6-6 0,0 1 2 0,1-1-4 0,1-2-2 16,-1 0 0-16,1-4 0 0,-3 0 4 0,1-1-6 16,0-1 6-16,2-2 15 0,-3 1 5 0,0-4-5 15,0 0 0-15,0 0-8 0,0 0-2 0,0 0-3 16,-3-18 2-16,2 7-6 0,1-1-4 0,-1-1-1 15,1-9-12-15,-3-5-9 0,3-1-5 0,0 0 4 16,-2 1 1-16,2 1 4 0,-2 1 0 0,2 3 8 16,-3 3 9-16,5-1 15 0,-2 2 6 0,-3 1 6 15,2 1 11-15,1 2 3 0,-2 3 2 0,2-2 3 16,-4 2-5-16,4 4 0 0,-1-3 4 0,1 2 0 16,0 3-1-16,-3-1-7 0,3 0-9 0,0 6 1 15,0-6-8-15,0 6-8 0,0-5-4 0,0 5-2 16,0 0 1-16,10 1-6 0,-10-1 4 0,9 4-5 15,-1-1-1-15,-4-1-1 0,6 7-4 0,-2-2-2 16,1-1 0-16,0 2-1 0,-1 0-4 0,-2 1-2 16,4 0-2-16,-4 2-3 0,-1-4 1 0,3 3-5 15,-4-2-4-15,0 3 6 16,2-2-7-16,-5-1 5 0,-1 0-1 0,0 1 4 0,-1-3-1 16,-5 0 3-16,2 1 1 0,0-1 2 0,-4 1-2 15,1-3-13-15,-2 1-14 0,-2-1-19 0,1 1-20 16,2-3-25-16,1-2-38 0,-1 0-36 0,8 0-24 15,-11-4-16-15,9-2-108 0,0 3-347 0,-1-2 153 16</inkml:trace>
  <inkml:trace contextRef="#ctx0" brushRef="#br0" timeOffset="-49136.39">4906 5827 61 0,'0'0'224'15,"1"-5"-21"-15,-1 5-15 0,0-5-22 0,0 5-17 16,0-5-19-16,0 5-12 0,0 0-12 0,0 0-10 16,0 0-8-16,0 0-10 0,13 12-10 0,-9-9-6 0,-1 4-3 0,3 1-8 0,-2 2-4 0,0 3-4 15,1 0-2-15,1-2-5 0,-1 7 2 0,2 0-9 16,-3 1-2-16,3-1-2 0,-3 1-3 0,1-1-2 16,-1 0-3-16,-4 0 0 0,0-2-4 0,2 1 4 15,-2-1-14-15,0-6-2 0,-2 1-5 0,0-1-5 16,0-2-3-16,2-2 1 0,-2 0 3 0,2-2 2 15,0-1 0-15,0-3 0 0,0 0 1 0,0 0 2 16,0 0-2-16,0 0 0 0,0 0 0 0,1-13 5 16,0 7-3-16,1-1 2 0,-1-4-5 0,0 4 7 15,5-4-2-15,-2 3-3 0,2-3 1 0,-1 2 1 16,-3 1 5-16,4 3 2 0,-2-1 0 0,-3-2-3 16,2 4 2-16,-1 2-2 0,2-3 1 0,1 4-1 15,-2-2-1-15,-3 3-2 0,8 0 3 0,-8 0-1 16,10 4-2-16,-6 1 2 0,2 0-1 0,1 0 0 15,0 5 0-15,0-3-1 0,-3 2 0 0,5-2 0 16,-5 4 9-16,5-4-7 0,-4 3-5 0,2-3 5 16,-2 0 1-16,-1-1-4 0,-1 0 1 0,1-1-1 15,0 1 3-15,-1-4-2 0,1 1 1 0,-1-2 0 16,-3-1 0-16,6 1 5 0,-6-1 7 0,6-6 4 16,-5 2 8-16,2-3-2 0,-3 1 6 0,3-2 0 15,0 0 4-15,-2-1 3 0,3-2-3 0,-1 1-2 0,-3 0-1 16,-2 1-2-16,5 0 2 0,1 1-2 0,0 2-4 15,-4 3 0-15,1-3-6 0,1 3-2 16,-1 0-4-16,-1 3-1 0,4-3-3 0,-4 3 3 0,0 0-9 16,10 5-7-16,-6 1-4 0,1-2-7 0,-1 1-6 15,3 4-3-15,-3-1-4 0,2-3 1 0,-2 5 0 16,5 0-2-16,-2-2 1 0,-1 1 0 0,1-2 1 16,-2 0 4-1,0-1 2-15,-1-1 5 0,3-1-1 0,-4-1 1 16,1 1 4-16,-3-2-2 0,5 0 12 15,-1 1-3-15,-5-3 4 0,0 0 9 0,10 0 3 16,-10 0 7-16,4-6-2 0,-4 6 6 0,1-7 1 16,-1 3 3-16,0 4 4 0,2-8-4 0,-2 4 0 0,0 4-3 15,0-6-4-15,0 6 7 0,0-5-10 16,0 5-4-16,0-4-1 0,0 4-3 0,0 0-8 16,0 0-5-16,0 0 5 0,0 0-4 0,0 0-1 0,0 0 0 15,13 7-5-15,-6-5 1 0,-2 2-6 0,1-1-7 16,2 0-1-16,4 1-1 0,-1 0-3 0,3 0-4 15,-2-3 4-15,4 0-7 0,-2-1-1 0,-2 0 3 16,3-1 5-16,0-1 3 0,-1-1 0 0,-3-1 8 16,2-1-1-16,-2-1 0 0,-4-2 8 0,4 1 3 15,-5-1 5-15,1-2 8 0,-1 3 4 0,-5-4 11 16,3 5 10-16,-1-4 6 0,-2 2 10 0,-1 1 11 16,-1 0 9-16,-2 2 3 0,2-3 3 0,-2 5-8 15,2-3-7-15,-5 2-4 0,-1 2-10 0,3-1-1 16,-1 2-7-16,5 1-5 0,-12-1 0 0,12 1-6 15,-13 4-2-15,7-2-2 0,-1 1-4 0,4 2-1 16,-1 1-2-16,0-1-1 0,4 3-2 0,0 0-3 16,1-1-4-16,3 0-10 0,1 3-19 0,4-4-21 15,3 4-32-15,6-3-52 0,1-3-58 0,3 0-218 16,-3-1-438-16,3-3 193 0</inkml:trace>
  <inkml:trace contextRef="#ctx0" brushRef="#br0" timeOffset="-48366.9">3125 6126 274 0,'-4'-4'332'0,"4"4"-20"0,0 0-22 16,-5-2-25-16,5 2-26 0,0 0-23 0,0 0-21 15,0 0-19-15,0 0-16 0,0 0-23 0,0 0-11 16,0 0-13-16,13-4-11 0,-7 4-12 0,6 1-8 16,4-1-1-16,-1 0-12 0,4 4-7 0,4-3-7 15,-1 0-7-15,1 0-13 0,7 1-23 0,-7-1-40 16,8 3-37-16,-6-4-42 0,2 0-41 0,3 0-54 0,-7-2-58 16,-2 0-184-16,-6-1-480 0,4 2 212 15</inkml:trace>
  <inkml:trace contextRef="#ctx0" brushRef="#br0" timeOffset="-48116.25">3513 6025 235 0,'0'0'233'0,"-9"0"-23"0,9 0-21 0,-8 1-20 16,8-1-9-16,-5 1-22 0,5-1-14 0,-1 4-3 15,1-4-11-15,0 0-8 0,4 9-4 16,1-5-5-16,-1 0-2 0,2-1 31 0,-1 3-9 15,2-2-10-15,1 1-11 0,4-3-10 0,-2 6-4 0,1-3-10 16,-2 1-4-16,1 1-10 0,0-1-4 0,-1 2-5 16,-2 0-1-16,-2 0-6 0,3 1-7 0,-3-1-3 15,-2 2-3-15,-1 2 1 0,-2-2-5 16,-2 3-4-16,-2-3-19 0,0 2-31 0,-8 4-43 0,4-4-54 16,-2-1-73-16,-5 4-252 0,0-5-494 0,0 1 219 15</inkml:trace>
  <inkml:trace contextRef="#ctx0" brushRef="#br0" timeOffset="-47314.24">2517 4773 342 0,'-8'-17'367'0,"0"0"-9"15,2 2-20-15,2 3-10 0,0 2-20 0,1 1-12 16,2 2-12-16,-2 1-28 0,3-1-24 0,0 3-30 16,0 4-26-16,-5-3-14 0,5 3-30 0,0 0-14 15,0 0-16-15,7 17-12 0,-2-4-3 0,2 3-14 16,-2 4-1-16,5 5-17 0,-3 3-8 0,1 0-13 16,-3 4-11-16,4-2-15 0,-3-1-21 0,-2 5-18 15,3-2-23-15,-1 1-12 0,-1-7-20 0,-1 0-16 16,1 0-29-16,-2-7-21 0,-3 0-22 0,3-1-42 15,1-6-51-15,-1-3-52 0,-3 0-162 0,0-4-519 16,1-3 230-16</inkml:trace>
  <inkml:trace contextRef="#ctx0" brushRef="#br0" timeOffset="-47112.26">2529 4719 193 0,'0'-7'282'0,"-1"2"-18"0,1 0-15 0,0 1-15 16,0 4-19-16,0-9-22 0,0 5-17 0,0 4-18 16,4-6-15-16,2 1-15 0,0 2-14 0,5-1-11 0,0 0-11 15,4 1-13-15,0 1-13 0,0 1-27 0,4-1-18 16,1 2-42-16,2 1-35 0,-5 0-38 0,1 3-48 16,-4-2-52-16,1 2-180 0,-1 2-405 15,-4-3 179-15</inkml:trace>
  <inkml:trace contextRef="#ctx0" brushRef="#br0" timeOffset="-46928.52">2532 4944 155 0,'-4'4'174'16,"4"-1"-8"-16,0 0-3 0,0-3 2 15,0 6 2-15,4-3 5 0,-4-3-4 16,12 1-15-16,-2-2-12 0,2 0-12 0,8-2-6 0,2 1-20 15,0-2-10-15,9 0-11 0,-2 1-10 0,-6-1-29 16,3 3-46-16,-5 0-57 0,3-4-81 0,-3 4-204 16,0-2-372-16,-3 3 164 0</inkml:trace>
  <inkml:trace contextRef="#ctx0" brushRef="#br0" timeOffset="-46610.7">3139 4827 218 0,'5'-2'277'0,"-5"2"-15"16,0 0-14-16,0 0-24 0,0 0-14 0,0 0-17 15,0 0-19-15,0 0-15 0,-14 6-1 0,13-1-10 16,-7 2-22-16,4-2-10 0,-3 3-14 0,0 2-6 16,-2 0-16-16,1 2-3 0,-3 3-8 0,-1 0-8 15,2 1-7-15,-1 1-4 0,2 2-5 0,-1-4-23 0,2 6-21 16,-2-4-16-16,1 1-21 0,2-2-30 16,0 0-35-16,0-5-50 0,2 0-55 0,1 0-50 15,3-1-135-15,-2-4-421 0,6-1 187 0</inkml:trace>
  <inkml:trace contextRef="#ctx0" brushRef="#br0" timeOffset="-46092.66">3005 4885 81 0,'0'0'233'0,"8"2"-27"0,-8-2-13 0,0 0-10 0,0 0 2 16,2 6-21-16,-2-4-10 0,4 1-13 0,-4 1-13 16,3 1-9-16,-2 1-7 0,1 1-12 0,6 2-9 15,-3 0-7-15,2 1-10 0,-3-1-7 16,3 3-3-16,-2-1-11 0,5 0-2 0,-2 2-3 0,1 0-6 16,5 1 0-16,-6-3-19 0,4 2-24 0,-4-3-36 15,1-2-60-15,-1 0-40 0,3-1-63 0,-2-1-161 16,-5-1-392-16,6-4 174 0</inkml:trace>
  <inkml:trace contextRef="#ctx0" brushRef="#br0" timeOffset="-45724.67">2932 4884 256 0,'0'0'254'0,"-3"-4"-25"0,3 4-24 0,0 0-20 16,0 0-16-16,0 0-13 0,-1 13-11 0,2-8-17 16,-1 1-5-16,0 1-17 0,0 0-10 0,0 4-9 15,0 0-5-15,3 1-12 0,-3 0-4 0,0 0-8 16,1 5-4-16,2-1 1 0,-3-2-26 0,0-1-24 16,3 4-30-16,-2 0-41 0,-1-5-56 0,4 0-64 15,-1-2-175-15,-2 0-389 0,3 0 173 0</inkml:trace>
  <inkml:trace contextRef="#ctx0" brushRef="#br0" timeOffset="-45256.28">3273 4977 185 0,'6'-1'207'0,"-6"1"-18"0,0 0-16 0,8-3-22 15,-8 3-13-15,5-2-11 0,-5 2-11 16,10 0-14-16,-6-2-13 0,4 0-5 0,-1 1-10 0,1-1-4 15,-1 1-8-15,2-2-11 0,2 2-1 0,0-2-7 16,-1 1-3-16,-1-1-5 0,-2 0-2 0,1 1-3 16,-1-3-5-16,0 3 4 0,0-2-5 0,-3 0-1 15,-3-1 6-15,2 0-4 0,-2 0 1 0,-1 0-1 16,0 5 5-16,-4-9 7 0,3 6 5 0,-3-1 1 16,-2 1-4-16,2-2 2 0,-3 3-3 0,1-1-4 15,0 3-5-15,-4 0 1 0,10 0-5 0,-16 0-2 16,5 3-3-16,3 0-1 0,0 1-4 0,-3-1 5 15,6 2-2-15,-2 3 0 0,-1-3-3 0,5 2 0 16,-1-1-6-16,3 2 5 0,1 2-4 0,1-2 0 16,3 2-2-16,4 1-3 0,-1-2-7 0,4 0-12 15,6 0-27-15,1 0-36 0,4-4-44 0,6-3-40 16,5-1-40-16,1 3-174 0,-1-8-405 0,-2 0 180 16</inkml:trace>
  <inkml:trace contextRef="#ctx0" brushRef="#br0" timeOffset="-44871.22">3851 4900 154 0,'0'-1'233'16,"0"1"-21"-16,-5-6-5 0,-1 3-15 0,-3 3-14 0,2-2-12 16,-5 2-12-16,-3 4-11 0,-3-1-9 0,-2 1-9 15,0 1-8-15,0 2-3 0,-3 0-10 0,3 0-3 16,-2 2-2-16,3 1-12 0,-1 0-8 16,6 0-9-16,-1 1-5 0,2-1-6 0,3 0-4 0,3-5-7 15,-1 6-2-15,5-1-7 0,-2-4-1 0,2 3 0 16,3-1-9-16,2-3 1 0,-1 4-5 0,3-5 4 15,0 0-4-15,7-2 0 0,-3 1-3 0,4-4-3 16,3-3-3-16,2-5 0 0,2 0-1 0,-3 0-2 16,3-3-6-16,7-6 1 0,-7-2-10 0,0-2-2 15,0-1-14-15,-4-5-11 0,4-1-11 0,-4 0-2 16,-3-1-1-16,-1-1 4 0,-4 3 5 0,1 2 10 16,-4 7 28-16,0-2 17 0,-2 6 32 0,-2 0 26 15,0 2 13-15,-2 3 1 0,1 0 6 0,-1 3-3 16,1 0-6-16,1 1-3 0,-1 4-14 0,-1-2-10 15,2 4-10-15,0 0-9 0,0 0-5 0,-15 6-5 16,14 1-4-16,-3 4 6 0,1 1-4 0,3 5 1 16,-1 1-8-16,2 1-4 0,6 7-1 0,-4 0 2 15,7 0-14-15,0 1-8 0,3-2-20 0,1 2-33 16,3-4-28-16,-1 3-52 0,-5-8-68 0,8 3-91 16,-3 2-296-16,-1-6-637 0,3-2 281 0</inkml:trace>
  <inkml:trace contextRef="#ctx0" brushRef="#br0" timeOffset="5990.28">6600 6606 117 0,'0'0'285'0,"-7"2"-17"0,7-2-21 15,0 0-19-15,0 0-18 0,0 0-16 0,0 0-16 16,0 0-13-16,0 0-19 0,0 0-13 0,0 0-14 16,0 0-11-16,0 0-10 0,0 0-14 0,0 0-5 15,0 0-11-15,18 1-4 0,-18-1-6 0,11-1-9 16,-11 1-3-16,11 1-3 0,-2-1-4 0,-3 1-3 15,2-1-5-15,-1 1-6 0,2-1-1 0,-2 3-1 16,3-2-3-16,-2 0-2 0,4 2 2 0,-4-1-4 16,3-1-10-16,3 2-27 0,-5-2-27 0,5 1-37 15,-2-1-47-15,0 2-32 0,3-3-45 0,-5 1-40 16,-1 0-141-16,-1-1-422 0,-1 1 187 0</inkml:trace>
  <inkml:trace contextRef="#ctx0" brushRef="#br0" timeOffset="6174.17">6690 6746 76 0,'-5'2'188'16,"5"-2"-7"-16,-5 4-10 0,5-4-9 0,-5 4-15 15,5-4-18-15,-3 1-7 0,3-1-10 0,0 0-12 16,0 0-5-16,0 0-3 0,0 5-6 0,0-5-7 16,11 2-3-16,-4 2-8 0,8-2-7 0,-3-1-5 15,11 1-8-15,0-1-11 0,10 1-51 0,-3-1-63 16,4-3-72-16,-3 1-159 0,3 0-334 15,-4-2 149-15</inkml:trace>
  <inkml:trace contextRef="#ctx0" brushRef="#br0" timeOffset="6892.2">8103 6116 177 0,'0'-6'306'0,"0"1"-7"0,0-1-9 0,0 1-12 15,0-1-2-15,0 3-8 0,0 3-24 0,0-6-20 16,0 6-21-16,0-4-23 0,0 4-23 0,0 0-24 0,0 0-14 15,0 0-9-15,0 0-19 0,3 11-2 0,-2 0-8 16,2 1-6-16,-3 1-12 0,4 5-8 0,0 1 2 16,-1 3-10-16,-2 5 9 0,7 1-15 15,-6-2-4-15,3 0-23 0,-2 0-37 0,1 0-21 0,0 2-22 16,0-9-28-16,0 0-28 0,-4 1-45 0,4 0-52 16,-1-2-48-16,0-2-228 0,-3-3-536 0,0-1 237 15</inkml:trace>
  <inkml:trace contextRef="#ctx0" brushRef="#br0" timeOffset="7226.95">7532 6706 250 0,'-11'4'261'0,"1"0"-14"15,2-2-3-15,0 2-19 0,4-2-18 0,-1 1-13 16,1-1-16-16,-1-1-16 0,5-1-11 0,0 0 27 0,6 9 21 16,8-8 9-16,17-1-7 0,7-1-3 0,28 1-28 15,35-9-17-15,5 5-11 0,7 0-13 0,4 0-20 16,3 0-2-16,5 1-3 0,-1 1-8 16,1-3-3-16,-1 5 0 0,5-6-22 0,3 6-9 0,-6 3-6 15,-9-1-2-15,-5-4-9 0,-9 4 2 0,-4-2-6 16,-32-3-3-16,-2 4-2 0,-6-1-8 0,-20-1-5 15,5 0 2-15,-8 0-3 0,0 1 0 0,-6 0 5 16,-7-2-25-16,-5 2-12 0,-4-1-30 0,-3 1-15 16,2-1-31-16,-8 0-43 0,0-2-75 0,-5 3-68 15,-1-7-88-15,-8 1-264 0,-5 1-676 0,-5 0 299 16</inkml:trace>
  <inkml:trace contextRef="#ctx0" brushRef="#br0" timeOffset="8126.6">7739 7489 248 0,'0'-6'278'0,"1"1"-20"15,-1-2-12-15,1 4-21 0,5 0-3 0,-5-1-13 16,0 0-16-16,-1 4-15 0,0 0-21 0,3-5-20 16,-3 5-14-16,0 0-16 0,4-1-11 0,-4 1-17 15,7 8-6-15,-3-4-9 0,0 2-1 0,2 0-9 16,-1 6-7-16,2 0 0 0,-2-1-7 0,4 3-4 15,-3 3-2-15,-2-5-4 0,3 3 1 0,-4-2-7 16,2-4-5-16,-2 4-1 0,3-3-1 0,-4-2-2 16,1-1 0-16,-2-1-3 0,2-1 2 0,0 0 0 15,1-1 3-15,-3-1 1 0,-1-3 19 0,0 0 0 16,0 0-4-16,0 0 4 0,0 0 7 0,7-13-1 16,-5 6-5-16,3-1 1 0,0-3 6 0,-1 5 1 0,-1-6-1 15,3 4 3-15,-1-7-7 0,-1 8-1 0,4-4-6 16,-2 6 0-16,-2 0-6 0,-2 0-7 15,3 1-3-15,0 0 11 0,-1 3-15 0,3 0-6 0,-7 1-1 16,11 4 3-16,-6-2-14 0,2 4-8 0,1 2 0 16,-1-2-18-16,0 5-15 0,0-1-23 0,1 3-18 15,1 2-21-15,-3 2-21 0,-1 0-37 0,3-1-38 0,-4-3-38 16,3 3-45-16,-1-1-189 0,-2-4-514 0,1-1 227 16</inkml:trace>
  <inkml:trace contextRef="#ctx0" brushRef="#br0" timeOffset="8457.8">8160 7588 151 0,'-1'-4'219'0,"1"4"-24"0,0 0-20 0,0-5-14 16,0 5-25-16,0 0-11 0,0 0-13 0,0 0-15 15,0 0-4-15,0 0-9 0,-3 11-5 0,3-11-11 16,4 10-10-16,-4-4-1 0,6 0-2 0,-2 0-7 15,4-3-5-15,0 4 0 0,-1-4-5 0,3 1-3 16,2-1-3-16,-1 0 3 0,0-1-8 0,2-2 0 0,-5-1-5 0,4 0-1 16,-2-1-2-16,-2 0-5 0,-4-1 3 0,3 2 0 15,-2-3 3-15,-2 0 1 0,-3-1-1 0,0 0-4 0,0 5-2 16,-4-8-4-16,-4 3-2 0,-2-2 8 16,4 1 0-16,-8 3-3 0,3-1-1 0,-1 1 0 15,-3-2-1-15,4 2 0 0,-2 3-6 0,0-2 1 16,1 2-3-16,0 0 2 0,2-1-3 0,5 1-1 0,5 0 0 15,-14 1-15-15,10 0-31 0,4-1-38 0,-7 4-29 16,7-4-43-16,0 0-199 0,0 0-382 0,8 8 170 16</inkml:trace>
  <inkml:trace contextRef="#ctx0" brushRef="#br0" timeOffset="8998.54">8544 7563 185 0,'0'0'220'0,"0"0"-12"0,0 0 4 0,0 0-5 0,-1-5-20 15,1 5-17-15,0 0-22 0,0 0-7 0,0 0-17 16,0 0-14-16,0 0-14 0,0 0-7 0,0 0-10 15,-13 6-9-15,9-4-6 0,3 1-6 16,-5 0-8-16,1 2-3 0,1 1-4 0,3-2-3 0,-4-1-6 16,1 6-2-16,2-5-2 0,-1 1-1 0,-1 0-8 15,1 1 2-15,2-2-6 0,-3-1 1 0,1 0-9 0,3-3 5 0,-3 5-2 0,3-5 4 16,0 4-4-16,0-4 1 0,0 0 0 0,0 0-1 16,0 0 0-1,0 0-2-15,0 0-1 0,0 0 1 0,0 0-1 16,3-13 8-16,-3 13 8 0,0-5 8 0,0 5 7 15,0-5 2-15,0 5 12 0,0-7-7 0,0 7-2 16,0-5-3-16,0 5-2 0,0 0 4 0,0-4-13 16,0 4-7-16,0 0-5 0,-3-5-1 0,3 5-5 15,0 0-4-15,0 0-12 0,0 0-24 0,0 0-25 0,0 0-25 0,-8 11-38 16,7-8-39-16,1-3-57 0,1 7-44 0,0-3-171 16,-1-4-461-16,7 4 204 0</inkml:trace>
  <inkml:trace contextRef="#ctx0" brushRef="#br0" timeOffset="9636.24">8808 7518 129 0,'0'0'146'16,"0"0"-5"-16,0 0-22 0,0 0-8 0,-4 9-11 16,2-6-6-16,2-3 9 0,-3 10-8 0,3-5-10 15,0 0-1-15,0 1-19 0,3 1 3 0,-3-1-9 0,2-1 0 16,-1 4-9-16,3-4-3 0,-1 2-2 0,-2 0 2 16,6-1 0-16,-2-1-5 0,1 0 2 0,1-2-1 0,1 0-6 15,-1-1-5-15,5 0-4 0,-1-4 3 0,-1 2 2 0,1-2-8 16,0-1-2-16,1-1-3 0,-1-1-6 0,-1 1 3 15,1-2 2-15,-4-1 0 0,2 0 5 0,-6 3-3 16,6-5 9-16,-7 0 3 0,-1 1-2 16,-1-2 1-16,-1 3-3 0,-1 0-2 0,-3 1-1 0,-2-2-2 0,2 0-2 15,-4 2-6-15,4 1 0 0,-6 0-3 0,3 0 0 32,1 1-1-32,3 0-1 0,-5 0-1 0,5 1 0 0,4 3-3 15,-7-3-4-15,5 0-2 0,2 3-11 0,0 0-8 16,9-9-16-16,-1 5-24 0,9-3-17 0,5-2-12 15,5-2-18-15,3 3 2 0,0-4 14 0,1 5-4 16,2-6 14-16,-4 3 9 0,-2-2 6 0,2 1 11 0,-2 0 7 16,-7 3 7-16,-2-1 36 0,-6 4 25 0,-1-1 26 15,0 1 25-15,-6 1 12 0,1-1 13 0,-2 1-3 16,-3 0-5-16,-1 0-9 0,0 4 0 0,0 0-3 0,-5-7-11 16,-1 7-5-16,6 0-4 0,-16 3-5 0,9 1-8 15,-3 2-3-15,1 2-5 0,-2 2-3 0,3 5-3 16,1-1-3-16,-1 4-4 0,3-1 3 0,1 0-7 15,4 7 1-15,1 2-5 0,6 3 3 0,-2 0-3 16,9-1 1-16,-5 3 0 0,6-3 0 0,-4 3-4 16,5-5-3-16,-2 2 4 0,0-2 0 0,-1 1-3 15,-2-2-1-15,-4-5 0 0,1-2-16 0,-4-2-22 16,-1-1-31-16,-2-4-29 0,-1 1-27 0,0-6-46 16,-1-1-35-16,-3-1-194 0,-3-3-422 15,-1 1 187-15</inkml:trace>
  <inkml:trace contextRef="#ctx0" brushRef="#br0" timeOffset="9798.04">9209 7597 23 0,'7'-2'202'16,"-2"1"-9"-16,-5 1-11 0,19 1 13 0,-5 1-2 16,1 0-15-16,-1 0-14 0,0-1-16 0,0 2-15 15,1-2-13-15,4 0-12 0,-1 0-10 0,-6 3-10 16,4-3-14-16,-2-1-42 0,1 4-71 0,5-4-90 15,-9 0-199-15,0 0-354 0,4-4 157 0</inkml:trace>
  <inkml:trace contextRef="#ctx0" brushRef="#br0" timeOffset="13514.44">9806 7463 141 0,'0'-6'245'0,"0"6"-7"0,-4-2-12 0,4 2-12 0,0 0-22 15,-1-5-15-15,1 5-21 0,0 0-15 0,0 0-19 16,0 0-10-16,0 0-13 0,0 0-11 0,0 0-9 16,-3 13-5-16,3-8-9 0,0 2-8 0,-1 1-4 15,2 1-8-15,0 1-2 0,1-1-2 0,-1 0-5 16,5 3-3-16,-1-3-3 0,-1 1-4 0,1-1-3 16,2 0 3-16,0-3-4 0,0 0-2 0,2 0-1 15,-1-3-3-15,3 2 1 0,0-1-1 0,0-4 0 16,1-2-5-16,-4-1 4 0,2-3-2 0,1 1-3 15,-3 1 1-15,0-4-1 0,2 2-1 0,-4-6-1 16,1 1 1-16,-4 1-2 0,1 0 11 0,-2 0 2 16,2 2 2-16,-4-3-4 0,0 2 1 0,0-1-3 15,-2 4-1-15,0-1-2 0,2 1 0 0,-2-1 0 16,2 2-6-16,-1 2-17 0,1 3-34 0,-3-5-32 0,3 5-33 16,-1-5-21-16,1 5-44 0,0 0-31 0,0 0-23 15,0 0-141-15,0 0-398 0,9 15 176 0</inkml:trace>
  <inkml:trace contextRef="#ctx0" brushRef="#br0" timeOffset="13784.23">10093 7471 2 0,'0'0'210'16,"0"0"-7"-16,0 0-16 0,0 0-21 0,0 0-20 16,0 0-15-16,0 0-13 0,4 5-18 0,-4-5-7 15,0 10-8-15,0-4-5 16,0 1-8-16,4 3-6 0,-4 3 15 0,2-1-2 0,0 5-6 15,1 1-6-15,0 1-5 0,2 0-5 16,-1 2-8-16,2-3-4 0,2 2-4 0,-4-1-5 0,-3 2 0 16,5-1-1-16,-1-2-7 0,2-1-5 0,-4 0 1 15,-1-5-4-15,2 0 2 0,-1-2-2 0,0-2-2 16,-2 1-4-16,2-3 1 0,-3-1-1 0,0 0 2 0,0-5-3 16,0 3-33-16,0-3-25 0,0 0-36 0,0 0-33 0,0 0-34 15,-4-17-42-15,1 6-136 0,0-1-351 0,-1-5 156 16</inkml:trace>
  <inkml:trace contextRef="#ctx0" brushRef="#br0" timeOffset="14082.98">10124 7455 40 0,'-3'-7'225'0,"2"2"-7"0,-3 1 20 0,4-2 2 15,-2 0-13-15,0 1-11 0,2-1-9 0,-1 1-8 16,1 5-19-16,0-7-16 0,0 7-19 0,1-8-15 15,-1 5-11-15,0 3-15 0,8-5-14 0,-4 4-5 16,-1 0-15-16,-3 1-1 0,12-1-9 0,-1 2-9 0,-3-1-11 16,2 2-6-16,-1 1-2 0,2 2-12 0,-3 0-4 0,2 3-3 15,-1-3-6-15,0 3-5 0,-3-1 1 0,-1-1-6 16,1 5 0-16,-3-5-1 0,-2 3 3 0,-1-1-3 16,0 2 1-16,-1-3 1 0,-4 0-1 0,1 0-2 0,-6 0 2 15,2 1 0-15,-3 0 3 0,0-1-3 0,-1 0-8 16,-2-2-14-16,5 1-14 0,-1-2-19 0,2 0-14 15,4 0-15-15,-3-1-24 0,3-1-32 0,4-2-48 0,0 0-32 16,0 0-152-16,0 0-405 0,19-12 179 0</inkml:trace>
  <inkml:trace contextRef="#ctx0" brushRef="#br0" timeOffset="15441.51">10433 7434 96 0,'0'0'148'15,"-12"1"-13"-15,4-2 18 0,-5 2-5 0,1 3-7 16,4-3-12-16,-3 4-17 0,-2-2-7 0,3 4-16 16,0-2-11-16,0 0-7 0,0 1-3 0,2 1-8 15,1-2-5-15,-1 4-5 0,4-1-8 0,0 1 0 16,1-2-3-16,2 1-6 0,1 0 2 16,0 0-5-16,2 0-3 0,0-2-3 0,1 4 3 0,1-5-5 15,1-2-2-15,-1 4-4 0,3-3-4 0,-2-1-4 16,2-1 5-16,-1-2-1 0,3 0-7 0,-9 0-1 15,15-5-1-15,-9-1-7 0,-1 0 6 0,3 3 2 0,-4-7-4 16,3-1-2-16,-3-2 2 0,0-3 0 0,-4-1 3 16,3-1-1-1,4-1-9-15,-6-2 12 0,0 2-1 16,-1 0 7-16,0-1 16 0,0 0 15 0,-1 2 12 0,0 5 4 16,-5 1 4-16,5-1 2 0,0 0-4 0,1 3 3 15,-2 2 4-15,2-2-3 0,-2 4-9 0,2 1-5 16,0-2-8-16,-2 5-7 0,2 2-9 0,-1-5-2 15,1 5 0-15,0 0-4 0,0 0-2 0,0 0-6 16,-3 18 0-16,3-11 1 0,0 4-4 0,3 2-7 16,-2 0-3-16,-2 0-1 0,1 5-9 0,1-2-7 0,3 1-14 15,-1 0-16-15,4 2-9 0,-5-2-18 16,5 0-12-16,0-5-7 0,1 0-22 0,0-1 6 16,-1-3-2-16,-1 1 0 0,3-3-10 0,3-1 1 15,-2 2 6-15,3-5-6 0,-2 2 11 0,2-4 8 0,0-1 9 16,2-1 5-16,-1-3 6 0,-2-1 11 0,0 1 14 15,2 0 17-15,-3-2 9 0,-2 1 15 0,-3 1 16 16,3-2 12-16,-5 1 16 0,3 1-1 0,-5 0 8 16,1-2-2-16,-1 3-1 0,-7-2 4 0,3 1-13 15,-1 3 5-15,3 2 5 0,-6-3 5 0,-1 2-19 16,7 1 10-16,-12 1-2 0,2 3-3 0,-1-2-6 16,0 3 3-16,2 0-3 0,2 1-8 0,-3-1 3 0,5 0 0 15,-5 4-2-15,5 0-5 0,2-1 6 16,-2-2-8-16,1 0 9 0,0 0 3 0,2-3-6 15,2 2-2-15,0 0 1 0,0-5 1 0,6 4 1 0,-4-2 0 16,-2-2-4-16,14-2 2 0,-8 0-5 0,3-1 6 16,-1-3-5-16,2 2 4 0,-2-3 2 0,4 0 2 15,-1 1 4-15,-1-2 11 0,-2 1 1 0,1 1 10 16,-2-1 7-16,-1 2 4 0,0 2 9 0,-2-1 4 16,3 0-1-16,-3 0-2 0,-1 0-8 0,0 3-4 15,-3 1-7-15,2-5-8 0,-2 5-1 0,0 0-5 16,0 0-5-16,0 0 0 0,0 0-5 0,7 10-2 15,-6-6 1-15,1 2-1 0,0-1-2 0,0 0-2 16,-1 3 2-16,2-1-1 0,1-1-1 0,2 3-4 16,-2-4-7-16,2 0-3 0,0 1-8 0,1-3-11 15,0 0-19-15,2-1-17 0,-1-2-8 0,2-1-4 16,-2 0-9-16,0-3-8 0,1 0 12 0,0-2 2 16,-1-1 4-16,0-2 7 0,-3 2 9 0,2-4 7 0,-4 1 7 15,1-2-3-15,1 0 7 0,-2-6 1 16,-2 1 4-16,-1-2 2 0,0 1 8 0,-1-1 1 15,1-3 8-15,-3 3 5 0,-2 1 28 0,2 1 6 0,-1 0 15 16,0 1 13-16,0 3 17 0,0 2 15 0,1-1-5 16,0 3 6-16,2 2 10 0,-3-1 6 0,4 1-11 15,-1 2-7-15,-2 2-12 0,2-1-6 0,-1 0-14 0,2 4-6 0,-2-3-4 16,2 3-7-16,0 0 2 0,0 0-8 0,0 16-3 16,0-9-5-16,0 2 0 0,-2 3-5 0,2 1 0 15,2 5-3-15,-1-2 1 0,0 5-4 0,2-4 1 0,0 2-1 16,-3-3-2-16,4 4-3 0,-2-3-1 0,3 2-4 15,0-2-2-15,1-1 1 0,-2-2-3 0,5 1-4 16,-5-6-5-16,3 4-1 0,1-3 0 0,-1-4 2 16,1 0-3-16,0-1 1 0,3 0-1 0,-1-5 3 15,-1 0 0-15,4-2-5 0,-3 0 3 0,1-3-1 16,0 0 2-16,-3-2 2 0,3 0 0 0,-1-1 0 16,-1-1-5-16,1 3 9 0,-2-4 1 0,-3 4 2 15,2 1 0-15,-3-3 3 0,0 5 0 0,0-1 8 16,-4-1-3-16,3 1 1 0,-2 0-3 0,-1 4-3 0,0 0-3 15,0 0 3-15,0 0-4 0,0 0 0 16,0 0 3-16,0 0-2 0,-15 13-1 0,12-9 3 16,1 3-2-16,-2 5 2 0,1-7 0 0,2 4-1 15,0-3 1-15,1 2-2 0,0 1 3 0,0-3 1 16,1 1-1-16,0-1-2 0,2 0 5 0,-3-3-7 16,4-1 5-16,1 1-3 0,-5-3 2 0,11 0-1 15,-11 0 0-15,11-5 1 0,-3 1 1 0,2-2-3 0,-2 2 2 16,2-4-1-16,-1-1 1 0,1 0 1 15,-5 2 0-15,6-3-3 0,-3 1 1 0,0-2 8 16,-1 4 6-16,0-2 7 0,-3 3 7 0,0 0 4 0,3 2 4 16,-3-1-6-16,-1 1 1 0,1 2-6 0,-3-2-3 15,-1 4-2-15,7-3-5 0,-7 3-3 0,0 0-3 16,0 0 2-16,11 8-4 0,-9-6 0 0,1 4 0 16,0 0-2-16,0 2 0 15,0 1-1-15,0-2 1 0,0 4-1 0,0-4-2 16,1 5-12-16,-1-5-16 0,-2 3-21 0,3-2-24 15,-2-1-30-15,0-1-37 0,-2-1-41 0,0 0-48 0,0-1-170 16,-4-1-428-16,4-3 189 0</inkml:trace>
  <inkml:trace contextRef="#ctx0" brushRef="#br0" timeOffset="15640.68">10822 7318 108 0,'-7'-2'275'0,"7"2"9"0,0 0-10 16,-4-3-30-16,4 3-21 0,0 0-25 0,2-5-14 15,2 1-21-15,-4 4-15 0,13-4-15 0,-7 1-14 0,3-1-12 16,5 2-24-16,-3 1-33 0,1-2-48 0,4 2-58 16,-1-2-75-16,4 1-73 0,-1-1-164 0,-2 0-397 15,5 1 175-15</inkml:trace>
  <inkml:trace contextRef="#ctx0" brushRef="#br0" timeOffset="17932.29">11652 7238 202 0,'3'-8'282'0,"2"3"-9"0,-4-5-4 0,-1 4-7 16,1 0-7-16,-1-3-14 0,-1 1-18 0,0 1-20 15,-3 1-10-15,4 1-17 0,-3-1-13 0,2 0-19 16,-2 3-13-16,-1-1-15 0,0 1-8 0,1 1-20 16,3 2-5-16,-15 0-11 0,15 0-4 0,-11 2-7 0,4 2-11 15,2 0-2-15,-2 1-11 0,-1 2 2 16,3 0-8-16,-1 1 11 0,2 2-17 0,0-1 3 16,0 1-5-16,4-2-6 0,4 5 1 0,-3 0-3 0,2-6-3 15,4 5 1-15,-3-1-6 0,4 0-1 0,0-1 0 16,-1-1 1-16,0 0-1 0,0 0-7 0,-2 0-2 15,3 1 4-15,-2-5-1 0,-1 1-8 0,-2-1-4 16,1 2-7-16,-3-2 10 0,1 0-2 0,-4 1 3 16,1-1-1-16,-2-2 1 0,-1 1 2 0,-3 0-1 15,-1-1 1-15,-4 2 2 0,2-1-2 0,-2-3-10 16,0 1-9-16,1-1-12 0,0 1-8 0,-1 1-5 0,2-3-6 0,1 0-10 16,2 2-13-16,7-2-17 0,-11-2-16 0,11 2-35 31,-5-1-24-31,5 1-21 0,0 0-14 0,0 0-11 0,13-10-12 15,1 5-136-15,0 0-393 0,7 1 175 16</inkml:trace>
  <inkml:trace contextRef="#ctx0" brushRef="#br0" timeOffset="18284.38">11697 7375 500 0,'17'0'-16'0,"-2"0"16"0,0-1 20 0,-1 1 6 15,-7 0 9-15,-1 0 5 0,1 0-1 0,-7 0 9 16,10 1 11-16,-5 1 15 0,-2 1 19 0,-3-3 13 16,0 5-9-16,0-5-9 0,0 0-4 0,0 0 1 15,0 0-5-15,-6 5-10 0,6-5-7 0,-4 2-7 16,4-2-5-16,-4 3-4 0,4-3-5 0,-5 2 0 15,5-2-8-15,0 0-1 0,0 0-6 0,0 0 1 16,0 0-6-16,0 0 1 0,0 0 2 0,0 0-2 16,0 0-3-16,0 0-1 0,9 6-5 0,-9-6 0 15,11 0-2-15,-11 0 1 0,13 0-7 0,-4-2 4 0,-1 2 1 0,-1 2-2 0,4-4-1 16,-6 0-1-16,6 2-4 0,-4-3 6 0,2 4-4 31,-3-2 3-31,-1-2 0 0,2 1 20 0,-7 2 14 16,7-3 7-16,-2 3 1 0,-5 0 2 0,0-7-3 0,0 7-5 15,-6-7-3-15,3 5 2 0,-3-2 2 0,1 1-2 16,-1 0-2-16,-2 0-4 0,-4-1-2 0,1 0-6 16,-1 3-4-16,3-2 2 0,-4 1-8 0,1 1 2 0,4 1-2 15,-2-2 3-15,2 1-9 0,8 1-2 16,-12 0-6-16,12 0-11 0,-4-1-7 0,4 1 0 16,0 0-7-16,0 0-27 0,0 0-29 0,0 0-35 0,28 1-34 15,-10-2-38-15,4 1-44 0,1 0-135 0,7-2-392 16,-6 0 174-16</inkml:trace>
  <inkml:trace contextRef="#ctx0" brushRef="#br0" timeOffset="18567.64">12208 7181 106 0,'0'-5'252'0,"2"-2"15"0,0 2-1 16,-1-1-15-16,1 1 7 0,-2 1-8 0,0-1-5 0,1 1-9 15,-1 4-19-15,3-7-23 0,-2 5-23 0,-1 2-13 16,0 0-22-16,0-4-17 0,0 4-1 0,0 0-23 16,0 0-13-16,0 0-6 0,3 18-9 0,-2-8 0 0,-1 2-12 15,2 2-2-15,0 1-10 0,0 3-5 0,1 3-2 16,-2 0-1-16,0 0-4 0,2 6-6 0,2 1 0 16,-1-1-3-16,3 1-1 0,0-3 2 0,-4 5-5 0,4-3 3 15,-6-7-14-15,4 0-6 0,2-2-32 0,-3 2-22 16,-1-2-18-16,3-1-20 0,-2-5-36 0,-1 1-45 15,-3-2-45-15,3-4-42 0,-3-1-37 0,0 1-166 0,3-3-500 16,-3-2 222-16</inkml:trace>
  <inkml:trace contextRef="#ctx0" brushRef="#br0" timeOffset="19283.46">12190 7435 86 0,'0'-6'218'0,"0"4"-13"0,0 2-5 16,0-10-17-16,3 4-17 0,3 4-15 0,3-4-19 16,6-2-10-16,0 1-16 0,4 1-9 0,3-1-7 0,0 0-7 15,6 1-8-15,1-1-10 0,1 3-7 0,-2-2-6 16,2-1-4-16,-7 2-9 0,7-2 2 0,-7 3-5 0,-4 0-6 16,-4 2-5-16,3-1-2 0,-3-1-1 0,-4 0-1 15,-3 3 4-15,-1 1-9 0,-1-1-1 0,0-1-2 0,-6 2-9 16,0 0 7-16,0 0-9 0,0 0 4 0,0 0-3 15,0 0 2-15,-23 3-3 0,15 1 1 0,-3-1-1 16,-1 4 0-16,1-2 0 0,0 3-1 0,-3-2-1 0,-1 2 0 16,4-1 3-16,2 3-2 0,-1-2-4 0,2 2 3 31,-1-2-1-31,3 0 1 0,2 4 2 0,3-6 1 16,-4 3-4-16,4-4 3 0,1 1 5 0,0 1-3 0,1-2 1 15,4-3 4-15,-4 1-2 0,-1-3 0 0,11 2-3 16,-3-2-2-16,0-1 3 0,-1-1 1 0,3-5-1 15,3 3-5-15,-3-6 6 0,-1 5 0 0,2-2-2 16,-3-1 0-16,0 0 7 0,-2-1 9 0,2 3 5 16,-3-2 9-16,1 0 0 0,-2 0 15 0,-1 2 7 15,1 0 13-15,-1 1-9 0,-2 1-1 0,4 1 4 0,-5-1-17 0,0 4-6 16,3-3-7-16,-3 3-8 0,0 0 3 0,0 0-9 16,0 0 3-16,0 0-4 0,0 0-2 0,5 9 0 15,-5-3-7-15,3-2-6 0,1 3-1 0,-2 0-5 16,0-1-1-16,3 5 0 0,-1-4-7 0,2 0 3 0,-2 1-3 15,-1-2-1-15,4-3 1 0,-3 4 0 0,3-3-1 16,2-3 3-16,-3 2-1 0,2-2 2 0,0-1 2 16,0-2 2-1,-1 0 0-15,3 0 1 0,0-3-3 0,0-3 4 16,1 4 1-16,-3 0 4 0,-4-1 7 0,4 0 8 16,-2 1 7-16,1-2 2 0,0 2 5 0,-1 1 0 15,-2 1 4-15,0-1-5 0,2 2 0 0,-1-3-8 0,-1 3 2 16,-4 1-6-16,7-1-3 0,-7 1 7 0,10 0-12 15,-10 0-4-15,9 2 1 0,-2 2-2 0,-3-3 11 16,1 3-12-16,-1-2-1 0,2 1 4 0,-2 1-4 0,0-1 0 0,1-2-2 16,-2 1 4-16,-3-2 4 0,6 2 29 15,-6-2 32-15,0 0 29 0,8 1 1 0,-8-1-15 16,5-3-12-16,-2 0-3 0,2-4-5 0,-3 1-3 0,-1 2-12 0,3-5-5 16,-2 0-38-16,0-1-51 0,-2-1-50 15,2 1-55-15,-4 0-80 0,2-2-99 0,-4 0-268 16,-1-5-646-16,-5 0 286 0</inkml:trace>
  <inkml:trace contextRef="#ctx0" brushRef="#br0" timeOffset="21310.71">7608 7181 118 0,'0'0'154'15,"0"0"-4"-15,0 0-1 0,0 0-10 0,0 0-6 16,0 0-10-16,0 0-2 0,0 0-9 0,0 0-11 15,0 0-11-15,0 0-7 0,0 0-11 0,0 0-6 16,19-5-7-16,-15 3-6 0,2 0-3 0,3 1-6 0,0-1-6 16,1 1-5-16,1-3-1 0,3 2 1 15,-2 0-6-15,8 0-3 0,-1-1 0 0,2 2-3 16,-1-2-1-16,1 2-3 0,0-1-3 0,2-1 1 16,3 2 4-16,-5-2-4 0,0 2-5 0,4-3 4 0,-6 4-2 15,3-3-3-15,2 2 1 0,-2 0 6 0,0 0 8 16,-2-1-7-16,0 1 0 0,2-1 0 15,1 1 5-15,-2-1-10 0,2-1 0 0,-3 2 0 0,3-2-9 16,-2 1 9-16,-2 1-1 0,1-1-3 0,2 1-2 16,-6-1 3-16,6-1-6 0,-3 3 4 0,0-1-2 15,2-1-1-15,-8 0 0 0,3 0 1 0,2 0-1 0,1-1 2 16,-5 1-3-16,5 1 3 0,1 1 2 0,-6-3-6 16,2 1 6-16,2 1-5 0,2-3-4 0,2 3 4 15,-4-1 1-15,2-2 3 0,-5 2-4 0,6 0 1 0,-3 0-1 16,3 1-2-16,-2-3 4 0,-8 1-3 0,4 0 0 15,1 1 3-15,-1-1-4 0,-1 2 0 0,1 0 2 16,-3 0 0-16,-1-2-4 0,4 0-3 0,-4 1 8 0,1-1-5 16,0 2 4-16,-1 0-3 0,3-1 4 0,-6 1-2 15,3-1 0-15,-1 2-2 0,1-3 0 0,-1 2-1 0,2 0 2 16,-1 1 2-16,1-2-3 0,-1-1-1 0,2 2-1 31,0 0 3-31,-2 0 0 0,2 1 1 0,0-2-3 16,-2 1 4-16,2 1-2 0,-2-1-3 0,4 0 4 0,-4-1 2 15,3 2-4-15,1-1 0 0,-2 1-2 0,2-2-1 16,-4 0 3-16,1-1-3 0,3 3 4 0,-4-1-4 16,4-1 9-16,-4 0-7 0,5 1 0 0,-5-1-1 15,4 0 3-15,0 1 0 0,-3-1 0 0,2-1 1 0,-2 0-1 16,2 2-1-16,-2-2 1 0,0 2-1 0,2-1-1 16,-2 0 1-16,3 0-2 0,-1-1 1 0,-1 3 1 15,2-2 0-15,0 1 1 0,-4-2-5 0,5 3 2 0,-2-3 1 16,2 2-1-16,2 1 4 0,-3-3 1 0,0 2-1 0,1 0-2 15,2 0 0-15,-2-1 2 0,-1 2-3 0,4 0 0 16,-4-1 2-16,4-1-1 0,1 2 0 0,1-1 0 16,-1-1 3-16,3 2-3 0,-2 0 0 0,2-2 1 15,0 1-6-15,7 0 6 0,-8 1 2 0,9 0-2 0,-3 0 0 16,-4 0-1-16,6-1-1 0,0-2-1 0,-2 3 4 16,-6 0-3-16,1-2 4 0,-1 1-5 0,1-1 4 31,-1 1-5-31,-3 0-1 0,0 0 3 0,-5 1-3 0,6-3 7 15,0 2 2-15,-2 1-2 0,1-2-6 0,1 1 6 16,-2 1-3-16,-2-2 1 0,2 1 1 0,4 0 0 16,-2 0-4-16,-1 0 0 0,3 1 1 0,1 1 1 0,-1-2 0 15,0-2-2-15,-1 2 2 0,4 1 2 0,-5 0-4 16,6 1-1-16,-3-1 3 0,7-1 1 0,-7 2-3 16,-1-1 0-16,11-1 2 0,-5 2 4 0,2-1-4 0,3 0 3 15,-2 4-3-15,2-4 3 0,-2-1 0 0,1 2-4 16,1-5 0-16,1 3 1 0,0 1 0 0,-1 0-1 15,0-3 0-15,-2 3 1 0,0-2 0 0,-1 1 1 0,3-3-3 16,-5 2 0-16,4-3 5 0,0 4-1 0,-2 0-2 16,0-2 2-16,-1 3-1 0,-5-1-1 0,7-5 3 15,-1 4-6-15,2 1 4 0,-1-1 1 0,1-1-1 16,-2 0-2-16,3 1 4 0,0 0 1 0,-1 1-3 0,1-3-1 31,0 3-2-31,-2-3 1 0,0 1 1 0,2 0 0 16,0 1-3-16,-3-1 5 0,2 0-4 0,-2-1 2 0,1 1 1 15,1 0-2-15,-4-1-2 0,-5 0 4 0,10 0-2 16,-3-1 5-16,0 4-4 0,1-6 0 0,-9 5 2 16,8-2-4-16,-10 2 0 0,3-1 2 0,0 1 3 0,-2 0-6 15,1-2 2-15,1 3 1 0,-4-1-1 0,1 2 1 16,-1-2 2-16,-1-1-1 0,1 2 1 0,-4 0-4 16,5 1 1-16,-1 0 3 0,-1-2-2 0,1 1-4 0,-2 1 7 15,-3 0-2-15,3 0-1 0,3 0 0 0,-4 1-2 16,5-1 1-16,-1 0 3 0,0 0 1 0,-2 2-1 15,3-1-3-15,-2-1 3 0,4 1-2 0,-1 2 0 0,-1-1 1 16,0-2-2-16,-1 1 3 0,3-1-1 0,-2 1-1 16,-1 0-8-16,2 2 7 0,-3-5 3 0,0 4-4 15,-5-2 4 1,0-2 0-16,0 2-2 0,1 0 2 0,-4-1-2 16,-3 0 5-16,0 1-3 0,-1-1 3 0,1 0-3 15,-8 1 2-15,7-2 2 0,1 0-2 0,-8 2-2 0,4-2-5 16,-4 2-9-16,0 0-19 0,0 0-31 0,-13-7-32 15,5 3-43-15,-1 3-35 0,-7-4-174 0,-2-1-374 16,-5 1 166-16</inkml:trace>
  <inkml:trace contextRef="#ctx0" brushRef="#br0" timeOffset="22330.86">7694 7298 98 0,'-3'-3'217'16,"2"-1"11"-16,1 4 8 0,-5-9-4 0,5 6-7 0,0 3-2 15,0-5-5-15,0 5-6 0,0 0-10 16,-2-7-18-16,2 7-11 0,0 0-13 0,2-4-23 16,-2 4-10-16,0 0-19 0,0 0-14 0,0 0-11 0,0 0-8 15,0 0-11-15,-6 16-1 0,3-5-13 0,0 2 1 16,-1 3-5-16,0 3-2 0,0 7-10 0,-2 2-2 16,0 8-6-16,0 0 6 0,2 1 2 0,0-3-9 0,0 18 10 15,3-15-19-15,-2 0 13 0,2 0-17 0,1 2-1 16,-2-1 1-16,4-2-6 0,-1 0 3 0,-1-3-1 15,0-3 0 1,4 0-1-16,-4-4-2 0,1-6-4 0,-1-1 7 16,3-2 0-16,-6-4-3 0,6-2-1 0,-3 0-1 15,-3-3 6-15,3-1 12 0,-1 0-6 0,-3-3 23 16,3-1 28-16,-7-1 15 0,8-2 16 0,-17-3 8 0,5 0 10 16,-6-4 2-16,-1-1-2 0,-1-5-8 0,-7-3-12 15,-6-2-5-15,0-3-12 0,-2 1-9 0,-10-10-7 16,14 4-5-16,-11-8-11 0,1 1-13 0,14 7-28 0,2-1-16 15,2 3-23-15,3-3-39 0,6 9-39 0,3-2-47 16,7 3-52-16,0 4-87 0,8 0-71 0,2 2-310 16,8-2-737-16,3 3 326 0</inkml:trace>
  <inkml:trace contextRef="#ctx0" brushRef="#br0" timeOffset="23484.85">9934 6720 19 0,'0'0'182'0,"-3"-6"-1"15,3 6-2-15,-2-4-11 0,3 0-10 0,-1 4-4 16,-3-7-13-16,2 5-9 0,1 2-4 0,0-6-8 0,0 6-7 16,0 0-12-16,-3-6-10 0,3 6-11 0,0 0-9 15,0 0-7-15,-1-2-8 0,1 2-1 0,0 0-7 16,0 0-7-16,0 0-6 0,0 0-1 15,0 0-5-15,8-2 1 0,-8 2-4 0,12 0-2 16,-1 0-3-16,1 2-2 0,3-2-2 0,0 1 0 16,4-1-1-16,4 0-2 0,7-1-4 0,4-2 3 0,0 3-3 15,0-1 0-15,3 0 1 0,5-3-2 0,-1 3-1 16,15-3-2-16,-1 1-1 0,0-1-1 0,3-2 0 31,-1 2 1-31,2-3 3 0,4 5-5 0,-5-6 3 0,3 1-2 16,0-1 0-16,-1 1 1 0,0 0-2 0,-3 4-1 15,0-5 0-15,3 4 0 0,-5-5 0 0,2 1 2 16,0 2-3-16,-3-3 2 0,3 0-3 0,-5 2 4 0,2-3-1 16,4 3-1-16,-1-4 1 0,2 5-1 0,1-1-2 15,3 0 2-15,-5 0 2 0,-2-1-3 0,3 2 0 16,-5-2-2-16,-13 4 0 0,16-1 0 0,-1-1 4 0,2 2-2 16,-3-1 1-16,-16 2-1 0,2 1-2 0,1-2 2 15,-1 2-1-15,-3-1 0 0,0 0 0 0,-3 1-1 16,-1 1 3-16,-5 1-1 0,-6-2-2 0,6 2 1 0,-9 0 1 15,-1-1 2-15,-4 2-5 0,-2-2 4 0,-1 0 1 16,1 1-3-16,-2 1 3 0,0-1-5 0,-3 0-3 16,0 1 4-16,-1-1 0 0,-3 2 4 0,3-1-5 0,-7-1 1 15,12 1 1-15,-8 0 1 0,-4-1 0 0,7 1 0 16,-7-1 0-16,8 2-6 0,-8-2 6 0,7 2-1 31,0-2 1-31,-7 0-2 0,5 1 1 0,-5-1 0 0,6 1 1 16,-6-1 1-16,0 0 0 0,8 0-1 0,-8 0 2 15,0 0 0-15,0 0-3 0,0 0 0 0,0 0-3 16,0 0-1-16,0 0-3 0,0 0-7 0,0 0-9 16,-27 0-19-16,16 0-23 0,-8 0-31 0,-2-1-31 15,-2 1-41-15,-11 1-46 0,-7-3-118 0,1 2-357 16,-17-4 158-16</inkml:trace>
  <inkml:trace contextRef="#ctx0" brushRef="#br0" timeOffset="60196.96">13900 3939 123 0,'-4'-5'242'0,"3"0"-5"16,-4 0-10-16,0 0-4 0,2 0-4 0,2 2-7 15,1 3-12-15,-4-7-11 0,4 4-15 0,0 3-13 16,-2-6-16 0,2 6-11-16,0 0-14 0,0-5-15 0,0 5-12 15,6-1-9-15,-6 1-10 0,11 0-4 0,-2 2-11 0,9 2-1 16,4 3-8-16,-2-1-10 0,10 6 2 0,-1 0-4 15,6 1-8-15,-2 5-3 0,3-1-1 16,0 3-2-16,9 7-4 0,-5 7-2 0,-7-10 0 0,4 13-1 16,0 3-3-16,-9-1 5 0,2 4-4 0,-7 1-3 15,-8-7 4-15,4 15-4 0,-5-2 1 0,-7 0-6 16,-4 1 5-16,-1 0-6 0,-6-14 4 16,-3 12-4-16,-1-11 2 0,-6 9-5 0,-2-12 5 0,-3 10-2 15,1-8-1-15,-1-2 1 0,-1-3 1 0,-9 10 2 16,8-10-3-16,-5-1 3 0,-4 8 1 0,4-9 42 15,-11 11-59-15,9-14-26 0,2-2 7 0,3-1 0 0,-1-1 6 0,6-2-1 0,-2 0 4 32,8-4 7-32,-3-1-4 0,0-2 1 0,3 1 5 15,-1 1 3-15,4-6-3 0,1-1 5 0,1 0 1 16,3-2-2-16,0-1 3 0,2-2 7 0,-4 1 13 0,5-4 7 16,-1 3 17-16,2-4 10 0,-1 4 5 0,1-4-9 15,0 0 4-15,0 0-12 0,24-5-5 0,-13 4 0 16,11-2 1-16,-3-1-9 0,11 0-8 0,-1 2 4 0,-1-2-4 15,2 4-4-15,0 0-3 0,-7 2 1 0,2 0-5 16,-3 0 3-16,-1 2-3 0,1 0-3 0,-3 1 0 16,4 1-3-16,-5 2-1 0,0 0 2 0,-1-1-3 0,-2 1 1 15,4 3-5-15,-9-1 2 0,0 0-2 0,0 0 2 16,-2 0 3-16,0 4-10 0,-1-5 2 0,-4 4 5 0,0-1 0 16,-2 0 0-16,-2 1-4 0,-2 0 2 0,0 0 4 15,-9 1-3-15,1 0 1 0,-4-1 2 0,-3 1 1 16,2-4 2-16,-3 2-5 0,0-2 2 0,-4-1 0 15,7-3-1-15,-3 3 5 0,9-4-6 0,-2 0 0 0,1-1 2 32,4 0-4-32,0-1 2 0,2-1 0 0,0 2-8 15,2 0 4-15,3-1 0 0,4 3 5 0,5 0-3 0,2 0 0 16,7 4-1-16,10 4 3 0,2 2 9 0,1 0-9 16,5 4 0-16,-1 1 2 0,12 10-3 0,-1-1-1 15,-7 2 2-15,3 2-2 0,-16-5 3 0,16 11-1 0,-9 4-3 16,-2 3 5-16,-6 0-3 0,-2 2 1 0,-4-1-4 15,1 6 6-15,-9-2-1 0,-1 6-2 0,-7 3-2 16,2-1 5-16,-5 25 1 0,-11-23-1 0,4 2 1 0,-10 23 1 16,2-30 1-16,-8 5 2 0,-2 0 5 0,-2-5 11 15,-21 18 5-15,13-21 9 0,-3 0 9 0,-21 15 4 16,16-21 3-16,-2-6 10 0,-4 0-10 0,-3-3 2 16,-2-3-4-16,-2-9-8 0,-1-2 8 0,0-6-10 0,-2-5 1 15,3-5-4-15,-1-4-8 0,14-3 0 0,-12-12-17 16,0 0-29-16,14 0-52 0,-7-11-47 0,-1-4-53 15,18 5-63 1,-3-6-78-16,1-14-77 0,9 9-210 0,-2-13-647 16,11 8 286-16</inkml:trace>
  <inkml:trace contextRef="#ctx0" brushRef="#br0" timeOffset="60849.35">14941 5804 222 0,'-13'-2'246'0,"5"2"-15"0,1 0-25 0,-1-1-19 0,8 1-19 16,-5-1-15-16,5 1 11 0,0 0 7 0,0 0 1 16,35 4-13-16,6-1-9 0,19-3-10 0,6 0-12 0,8 1-15 15,31 2-6-15,-7-10-14 0,-2 5-8 0,-27 3-9 16,-2-2-9-16,4-1-5 0,-6 0-7 0,-2-1-5 0,-1 1-6 15,-2 0-2-15,-19 2-5 0,-2 2-6 0,-5-4-23 16,-4 4-36-16,-10-4-43 0,-6 4-54 0,-4-2-52 16,-1 0-54-16,-9 0-226 0,0 0-493 0,0 0 219 0</inkml:trace>
  <inkml:trace contextRef="#ctx0" brushRef="#br0" timeOffset="61451.38">15324 5622 208 0,'3'-2'228'0,"1"-1"-7"0,-4 3-9 15,5-2-14-15,-5 2-15 0,4-3-20 0,-4 3-14 16,0 0-22-16,0 0-13 0,0 0-13 0,0 0-9 16,0 0-9-16,-17 13-10 0,3-8-4 0,-1 3-8 15,-5 1-7 1,-2 0-3-16,-6 2-6 0,-4 0-2 0,0 1-2 15,-1 3-2-15,0-2 2 0,-1-3-5 0,4 0-1 16,0 0-6-16,2-1-3 0,6 0 0 0,3-2-2 0,0 2-4 16,7-5-5-16,1 0 1 0,4-3-2 0,0 3-4 15,3-2 0-15,1 2 3 0,2-2 3 0,1-2 12 16,8 6 7-16,3-2 3 0,4 0-6 0,4 1-3 0,10 4 2 16,2-1-8-16,-1 1 3 0,3 1-6 0,-2 2 0 15,0-2 2-15,-1 0-8 0,-1 2 0 0,-1-1-1 16,1 1 0-16,-12 0-3 0,1-1-4 0,0 1 3 0,-2-3-2 15,-2 4-1-15,-2 0-2 0,-3-4 0 0,-2 2-2 16,0-3 0-16,-3-1-2 0,0 1 3 0,-1-1 1 16,-2-3 0-16,-1 1 7 0,-1 0 19 0,-2-1 19 0,3-4 21 15,-5 4 39-15,-1-4 18 0,6 0 17 0,-16-6 3 16,8-2 7-16,-2 1 3 0,-2-8-7 0,3 5-6 31,2-8-8-31,-6-6-13 0,4-5-10 0,2 1-14 0,4-5-11 16,3 4-11-16,3-2-14 0,-1 4-14 0,0 7-13 15,5-1-20-15,-2 3-33 0,-1 1-35 0,3-1-51 16,0 5-43-16,0 5-65 0,-3-1-70 0,5 1-78 0,-2 5-346 16,-1-3-764-16,1 4 338 0</inkml:trace>
  <inkml:trace contextRef="#ctx0" brushRef="#br0" timeOffset="112781.39">3416 9141 65 0,'0'0'225'0,"0"0"-32"0,0-4-18 15,0 4-17-15,0 0-11 0,6 12 20 0,-5-2-2 16,-1 0-13-16,3 3-14 0,-2 7-6 0,3-1 0 16,0 1-7-16,2 3-7 0,-1 1-14 0,-1 4-7 15,2-5-8-15,-1 1-12 0,0-4-5 0,1 0-10 0,-2-1-6 16,0 1-6-16,0-2-4 0,2-1-1 0,-2-5-4 0,1 0-6 16,-1-1-2-16,0 0 0 0,-1-5-7 0,0 1-1 15,-2-1 0-15,2-3-1 0,0 0 1 0,-2 0-7 16,-1-3-2-16,0 0 4 0,0 0-3 0,0 0-6 0,4-11-2 15,-5 2-23-15,1-2-19 0,-2-2-22 0,0-5-15 32,-4-2-23-32,2-1-14 0,0-4-3 0,-3 0 6 15,-2-3 3-15,3 9 19 0,-3-5 6 0,0 5 11 0,0-2 12 16,2 2 8-16,-1 0 19 0,-1-1 16 0,2 1 13 16,-3 1 14-16,3 2 10 0,-1-2 18 0,4 5 9 15,0-4 15-15,0-1-1 0,0 7 0 0,2-1-4 0,2-1-1 16,0 2-8-16,3 0-1 0,0 2-9 0,2-3 1 15,2 5-8-15,4-3-5 0,0 2-3 0,1 0-3 16,5 3-6-16,-3 0 1 0,4 2-3 0,1-1-1 0,-5 4-4 16,2 2-3-16,-2-1 3 0,1 1-7 0,-3 3 0 15,0 2-2-15,0 1 1 0,-2 0 2 0,-3 4 2 16,3 2-3-16,-5-1 0 0,-3 0-2 0,1 4 2 0,-7 2 2 16,1-8-7-16,-4 7 6 0,-2 0-5 0,1 0 6 15,-6-3 9-15,3 0 2 0,-1 1 3 0,0-2 0 16,2 0 4-1,2-4 7-15,0-1-6 0,0 0 0 0,1 2-6 16,3-5-2-16,1-1-3 0,2 3-4 0,-1-1 4 16,4-2 9-16,2 5-3 0,6-2 0 0,-1 0 1 15,7 1-2-15,2-1 1 0,0 0-8 0,2-1 2 0,0 0 0 16,7 4-5-16,-4-4 2 0,-2 4-12 0,-3-4-24 16,1 0-31-16,-4 1-27 0,-3-3-32 0,-1 1-32 15,1 1-35-15,-4-2-33 0,-2-2-45 0,-1 3-173 0,-2-2-465 16,-3-1 205-16</inkml:trace>
  <inkml:trace contextRef="#ctx0" brushRef="#br0" timeOffset="114287.75">3884 9411 84 0,'4'-2'161'16,"8"-2"-15"-16,-4-1-10 0,2-1-5 0,1 0-7 15,0-1-9-15,-2-1-2 0,2-1-3 0,-3 0 6 16,-1 0-7-16,1-3-1 0,-1 2 9 0,0 0 2 16,-4 1-4-16,-2-1-1 0,-2 0 5 0,-1-3-5 0,-2 6-7 0,0-4-6 15,-5 4 2-15,-1-1 2 0,-1 0-6 0,0 2 2 16,-1 3-12-16,0-3-12 0,-2 5-5 0,0 0-6 15,0 2-6-15,-7 4-10 0,9-2-2 0,-7 3-6 0,4 2-8 16,3-1-3-16,0 1-2 0,3 4-4 0,1-3-3 16,2 3-2-16,0-1-1 0,5 1-4 0,1-1 3 15,4-1-5-15,5 1 0 0,1-2-10 0,6 1-22 0,3-1-23 16,12-3-23-16,-2 1-20 0,5-5-10 0,-1 2-10 16,3-4-10-16,4-2-18 0,-4-3 1 0,4-2-8 31,-6 2-1-31,0-3-3 0,0-1 16 0,-4 0 7 0,-3-1 4 15,-7 2 21-15,-3-1 23 0,-1 0 20 0,-5 2 38 16,0-2 33-16,-3 2 34 0,-2-3 33 0,-2 5 23 16,-2 0 15-16,-2-2 10 0,0 1-2 0,-1 1-2 0,-2 1-2 15,-1 0-1-15,-3 0-8 0,2 2-3 0,-2 0-1 16,-1 2-23-16,8 0-2 0,-11 3-18 0,7 2-3 16,-2 2-13-16,3 0-1 0,1 2-7 0,2 3-3 0,0 3 0 15,5 1-6-15,4 2-9 0,3 1 3 0,8 6-3 16,3-3-3-16,3 0-1 0,0 1-3 0,6 0 0 15,-3 4-10-15,4-2 5 0,-3 1-2 0,-1-1-1 0,-1 0-3 16,-1 2-1-16,-5-4 2 0,-3 1 6 0,0-2 3 16,-8-5 23-16,-2-2 26 0,-5-2 5 0,-2-1 17 15,-5-3 24-15,-5 2 9 0,-1-4 5 0,-7 2 11 0,-8-2 4 16,-6-1-1-16,-7-5 0 0,2-1-10 0,-3-3-3 31,0-6 3-31,1-2-12 0,6-2-7 0,0-1-15 16,2-6-11-16,3-1-7 0,3-5-11 0,8-2-19 0,0-3-44 15,7-5-60-15,7 0-61 0,1-14-21 0,7 14-21 16,5 4-10-16,0 1-8 0,4 4-7 0,-1 2-13 16,3 2-16-16,-6 6-21 0,3 5-21 0,-5 0-18 0,2 6-11 15,0-4-5-15,-2 5-5 0,-2 3 10 0,1 1 6 16,-2 1 20-16,0 0 17 0,-2 2 15 0,1 2 26 16,-1-2 20-16,-2 5 16 0,-2-2 19 0,2-1 14 0,1 0 13 15,-3 2 8-15,1-1 28 0,1-1 10 0,1 1 40 16,-2-1 30-16,4 0 13 0,-2 0 22 0,1 0 19 15,1-3 19-15,1 1 11 0,-1 0 9 0,4-2 4 0,1 0 5 16,1 0 0-16,-1 1-4 0,0-2-2 0,4 1-5 16,-3-2-6-16,0 4-3 0,-1-2-5 0,0 1-7 0,-1 1-6 15,3-2-7-15,-5 1-5 0,-1 0-6 0,1-2-3 32,-2 3-6-32,-2 0-3 0,-4-2-3 0,8 2-6 15,-5 1-5-15,-3-3 4 0,4 3-1 0,-3 2 4 0,-1-5 1 16,-4 6 10-16,0-4-4 0,-3 2 1 0,0 3-2 15,-2-5-3-15,-1 3-2 0,-2-1-1 0,0 0 5 16,4-2-9-16,-2 1 3 0,2-1 6 0,-3-1-4 0,11-1 2 16,-11-3 0-16,7 1-4 0,3-1-6 0,1 3-2 15,2-9-3-15,5 3-2 0,0-3-5 0,9-4-9 16,1 1-12-16,-1 1-5 0,6-6-3 16,-2 4-3-16,5-2-5 0,-9 2 2 0,4 1-2 15,-3 0 1-15,-2 2 3 0,-1-3 1 0,-1 7 5 16,-5-4 3-16,0 4 2 0,0 0 2 0,-2-1 1 0,-5 3 5 0,2 2 2 0,-3 2-3 15,1-4 2-15,-1 4 0 0,0 0 3 0,0 0 11 16,0 0-8-16,-23 9 3 0,15-4 0 0,1 4 2 16,0-1 4-16,-2 0-2 0,2 2 6 0,0 0-5 0,-1-3-1 31,7 5-1-31,-5-2-2 0,4 2 1 0,2-6 0 16,0 5 0-16,2-3-2 0,4 3 2 0,-1-5-1 0,2 0 2 15,1 1-3-15,1-1 1 0,0-3-3 0,2-2 3 16,2-2 3-16,1 1-7 0,-3-1 2 0,2-1-2 15,1-3 3-15,-2 0 3 0,5-3-4 0,-5 1 2 0,-3-1-2 16,2 0-3-16,0-2 0 0,-3 2 2 0,0-3 0 16,-1 1-2-16,-2 2 3 0,0-1 12 0,-3 3 8 15,4-3 12-15,-3 1-3 0,-2 2-3 0,3 3 3 0,-3-1-10 16,2 2-3-16,1-1-2 0,-4 3 1 0,0 0-6 16,11-1 0-16,-11 1-3 0,8 5 1 0,-1-1-3 15,-2 0-1-15,5 3 0 0,-2 1 1 0,-1 0-4 0,2 2 2 16,1-1 0-16,-2 1-4 0,4-3 4 0,-5 4-3 15,1-5-1-15,-2 1 1 0,-1 0 0 0,-1-3-1 16,-1 3-5-16,-2-2 5 0,1-1 2 0,-2-1 1 0,0-3-2 16,-5 7 0-16,0-6 2 0,5-1-1 0,-8 2 7 15,8-2-1-15,-11-5 9 0,7 2 3 0,1-1 2 32,-2 0 3-32,1-1-3 0,3-4-4 0,1 1 0 0,4-3-3 15,-3 2-2-15,4-3-1 0,2 1-3 0,0-1-1 16,1-2 1-16,6 0-8 0,-3 1 25 0,-2 4-12 15,3-1 14-15,-1 3-13 0,4-4 0 0,-5 4 3 0,-1 0 0 16,3 1-2-16,-3 2 0 0,-1 3-10 0,1-2 3 16,-3 3 10-16,2 0-11 0,-1 1-2 0,1 1-3 15,-3 1 2-15,2 2 0 0,-3 0 2 0,0 2-6 0,0 2 1 16,2 0 4-16,-1 0-4 0,-1 1 3 0,-4 2-12 16,2-3-26-16,-1 2-14 0,-1 0-21 0,0-2-28 15,0 1-25-15,-1 0-47 0,-1-1-33 0,2-2-46 0,-1-2-55 16,1 3-189-16,-3-4-528 0,6 0 234 0</inkml:trace>
  <inkml:trace contextRef="#ctx0" brushRef="#br0" timeOffset="114505.3">5512 9163 306 0,'0'0'302'0,"0"0"-11"0,-11 4-16 0,6 0-13 15,2-1-22-15,2 3-15 0,-2-1-6 0,0 0-21 16,2 2-20-16,2 3-11 0,2-3-20 0,-3 1-14 16,4 1-13-16,-1 1-11 0,3 0-10 0,0-1-30 15,2 0-45-15,-1 2-44 0,2-4-26 0,1 1-51 0,-3-2-64 16,5-1-45-16,-1-2-63 0,-3 1-159 0,3-3-463 16,-3-1 205-16</inkml:trace>
  <inkml:trace contextRef="#ctx0" brushRef="#br0" timeOffset="114989.28">5737 9208 161 0,'0'0'269'16,"0"0"-12"-16,0-4-15 0,0 4-16 0,0 0-8 15,0 0 2-15,0 0-9 0,0 0-19 0,0 0-3 16,6 11-23-16,2-5-16 0,-5-2-13 0,0 0-10 16,1 3-19-16,3 1-6 15,-3-2-8-15,1-1-12 0,1 3-9 0,2-2-3 16,-4-2-11-16,4 0-5 0,-4 1 2 0,3-1-8 0,-6-3-4 15,-1-1-7-15,10 1-10 0,-10-1-17 0,7-5-4 16,-2-1-1-16,-2 1 0 0,-1 0-2 0,0-3-2 0,-2 0-1 16,1-3 2-16,-1 0 1 0,-4 2-1 0,4-2-1 15,3 0 11-15,-5 0-10 0,2 1 1 0,0 0 0 16,-1 4 0-16,2-2-3 0,-2 4-1 0,2 1-4 0,-1 3-4 16,0 0 6-16,0-5-1 0,0 5-1 0,0 0-1 15,0 0 2-15,12 14 1 0,-10-8 1 0,4 2 4 16,0 1-2-16,-2 2-3 0,2-2-2 0,2 2-3 0,-1 0-4 31,1-2 2-31,0-1 3 0,-1 4-1 0,3-6 3 16,-1 2-2-16,-4-3 0 0,4-3 2 0,-4 2 1 15,5-3 4-15,-5-2-1 0,-5 1 2 0,14-4 15 0,-10 1 7 16,1-4 23-16,-1 1 5 0,3-3 15 0,-3-2 10 16,-1 0 14-16,1 0 13 0,0-1 9 0,-2 4 7 15,0 0 5-15,2-3-1 0,-4 4-7 0,1 0-4 0,2 3-16 16,-1-1-11-16,-1 3-12 0,2-1-14 0,-3 3-3 15,0 0-3-15,12 5-7 0,-9-1-3 0,6 0-4 16,-2 5-4-16,0 0-12 0,0 0-35 0,2 2-24 16,-2 0-26-16,3-4-27 0,0 4-43 0,0-2-27 0,-1 0-27 15,-3 0-52-15,3-1-37 0,-2-1-48 0,0-5-48 16,-3-2-207-16,-1 3-624 0,1-2 277 0</inkml:trace>
  <inkml:trace contextRef="#ctx0" brushRef="#br0" timeOffset="115156.56">5768 8877 250 0,'-11'-7'296'16,"0"-1"-21"-16,2 2-38 0,-2-1-21 0,0 4-24 0,0 0-18 16,0 1-23-16,-2 4-52 0,-3-1-64 0,-1 4-74 15,-1 2-82-15,-12 2-174 0,3 2-318 0,-10 2 141 16</inkml:trace>
  <inkml:trace contextRef="#ctx0" brushRef="#br0" timeOffset="115674.93">2480 9429 191 0,'-13'1'352'0,"6"-1"-17"16,0 2-26-16,1-1-36 0,6-1-28 0,-9 1-27 16,9-1-1-16,0 0 36 0,0 0-7 0,15 8-17 15,-1-5-18-15,9-2-14 0,10 0-24 0,1-1-18 16,5 1-14-16,15-2-14 0,2 2-13 0,-14-1-11 16,15-2-10-16,-14 1-12 0,14-6-25 0,-3 4-40 0,-13 1-43 0,1-2-38 15,14 0-34-15,-19-1-50 0,-2 3-51 0,-2-4-51 16,-1 3-47-16,-9-2-243 0,-2-1-587 0,-4 0 260 0</inkml:trace>
  <inkml:trace contextRef="#ctx0" brushRef="#br0" timeOffset="115910.18">2962 9292 47 0,'-3'3'307'16,"3"-3"-21"-16,-4 2-20 0,4-2-22 0,0 0 10 0,0 0 27 15,0 6 11-15,0-6-2 0,12 3-12 16,3 0-18-16,-1-1-19 0,5 1-29 0,4-1-14 16,-4 3-20-16,14 0-18 0,-10-3-13 0,8 3-17 0,-8-2-15 15,-1 3-7-15,0-1-13 0,1-1-5 0,-3 1-18 0,-9 2-10 16,3 0 3-16,-5 1-9 0,1 1-10 0,-6 0-20 16,-1 4-37-16,-6-3-35 0,0 3-46 0,-8 3-34 15,-4 7-48-15,-4 2-57 0,-5-3-55 0,-3 0-75 0,-3 2-220 16,3-4-627-16,-1 2 278 0</inkml:trace>
  <inkml:trace contextRef="#ctx0" brushRef="#br0" timeOffset="121328.08">2732 11086 257 0,'-8'1'365'0,"1"1"6"0,-3-2 4 0,10 0-18 15,-9 0-27-15,9 0-29 0,-5 1-17 0,5-1-12 16,0 0-15-16,0 0 4 0,0 0 6 0,24-1-19 16,-5-3-21-16,14-1-20 15,2-2-24-15,6 0-16 0,0-4-14 0,-2 4-18 16,17-6-15-16,-4 0-9 0,-10 3-20 0,12-6-32 15,-14 6-40-15,14-6-51 0,-13 4-52 0,-6 2-40 0,-2-2-48 16,-3 5-38-16,-10-1-48 0,-3 3-47 0,-3 1-57 16,-4-1-283-16,-6 2-699 0,-1 0 309 0</inkml:trace>
  <inkml:trace contextRef="#ctx0" brushRef="#br0" timeOffset="121612.49">3234 10835 20 0,'4'-1'299'0,"-4"1"-6"0,0 0-14 16,0 0-11-16,12 1 0 0,-6 1-14 15,2-2-10-15,-3 3-11 0,5 1-30 0,3 1-16 16,0-1-11 0,0 1-20-16,1-3-10 0,1 2-13 0,3 1-16 0,0 1-12 15,-1 1-10-15,-1 0 9 0,1 0-28 0,-4 0-10 16,-2-1-4-16,4 1-9 0,-7 2 1 0,2 0-6 15,-6 1-12-15,-2 0 1 0,-2 4-3 0,-2-1-12 0,-4 3-9 16,-3 1-6-16,-6 0-14 0,1 0-25 0,-9 2-27 16,4-1-33-16,-6 1-42 0,1 0-52 0,5-6-64 15,3 1-71-15,-6-1-181 0,7-4-542 0,-4 1 240 0</inkml:trace>
  <inkml:trace contextRef="#ctx0" brushRef="#br0" timeOffset="123937.25">4109 10734 26 0,'-2'-14'311'0,"1"1"-7"0,-2 0-22 0,-1 2-15 16,-3 2-21-16,0 1-9 0,-2-1-13 0,2 3-18 0,0 2-26 16,-1 2-15-16,0 0-23 0,-3 4-9 15,-1 0-15-15,1 4-8 0,1 6-8 16,-3 2 0-16,-1 2-11 0,5 2-12 0,-2 8-3 0,3 0-7 15,-2 1-11-15,10-1-3 0,-4 3-2 0,4-1-9 16,3-8-3-16,2 6-1 0,2-2-6 0,1-3-3 16,4-3-8-16,2-1 9 0,1-1-6 0,1-3-6 0,7 2 1 15,-2-5 1-15,-1-2-6 0,10-4 4 0,-7 0-3 16,10-4-3-16,-10-2 0 0,7-3 3 0,-3-4-6 16,0 0 1-16,-2-5-4 0,-5 3 1 0,3-6-7 0,-1-1 4 15,-7 2-1-15,3-9-7 0,-2 2-4 0,-3-1 0 16,0-3-7-16,-5 2 8 0,0-3-4 0,0 2 1 15,-4 6 3-15,-2 0-2 0,-2-1 2 0,0 2 3 0,-2-1 9 16,0 3 4-16,-4 0 9 0,2 6 9 0,-1 1-1 16,2 2-1-16,-1 0 4 0,0 2-9 0,0 1-3 15,0 4-6-15,-2-5-2 0,6 6-4 0,-12-1 3 0,12 1-3 16,-11 8 3-16,7-4-2 0,1 3-10 0,-1 2 4 31,3 4 8-31,-3-3-8 0,5 7 4 0,2 2-1 0,-2 1-4 16,6-4 1-16,0 6 3 0,1 2 0 0,5 0-13 15,-4-6-19-15,2 0-10 0,2 2-14 0,1-5-4 16,2 2-9-16,1-4-6 0,0 0-8 0,1-3-14 0,1 1-15 16,1-2-12-16,2-3-16 0,0-2-10 0,0 0-6 15,-3-3 1-15,1-1 4 0,3-5 13 0,-4 1 13 16,0-2 13-16,0-1 5 0,-6 1 12 0,-1-1 16 0,-1-3 17 16,-2 0 20-16,1-1 25 0,-4 0 20 0,-2 0 26 15,1-1 18-15,-1 0 15 0,-4 0 10 0,0 2 9 16,-2-2 8-16,-2 1-1 0,0 3-2 0,1-2-4 0,0 2-3 15,-3 2-7-15,1 0-9 0,-1 1-5 0,1 4 5 16,-1-1-19-16,-5 0-4 0,11 2-9 0,-12 4-2 16,5-1-6-16,-2 2 0 0,1 4-5 0,2-2-2 0,-2 3 2 15,3-2-2-15,-1 5-4 0,2-3-4 0,3 2 1 32,-2 0 1-32,2-2-3 0,1 0-1 0,1 0-3 15,-1-2-8-15,3 0 3 0,-2-2-4 0,3 1-2 0,-2-2 1 16,0-2 5-16,3 0-5 0,-5-3 4 0,10-1-2 15,-10 1 0-15,11-4 1 0,-7-1-2 0,4-1 0 16,-5 1 2-16,2-1 8 0,2-4-8 0,-1 0 0 0,-1-1 2 16,0 0 1-16,1-1 5 0,-2 5 5 0,-1-5 4 15,0 3-1-15,-2 1 4 0,2 2 9 0,-2 0-5 16,-1-1-2-16,3 3-2 0,-2 2-4 0,1-2-7 0,-2 4 2 16,0 0-5-16,0 0 6 0,0 0-15 0,6 8 11 15,-5-3-4-15,2 3-1 0,1-3 4 0,-1 6-3 16,1-3 3-16,2 4-7 0,3-5 4 0,-5 2-3 0,0 0 6 15,3 0-6-15,-3 0-2 0,0 0-4 0,4-2-4 16,-5-1-2-16,4-1 0 0,-2 0 3 0,0-2 1 0,-1-1-3 16,-1-1 3-16,-3-1 3 0,13-1 1 0,-9-3 0 15,-1 0-3-15,1-1 4 0,0-1 2 0,1-2-2 32,2-2 0-32,-3-1 0 0,-2 2 1 0,3-3-4 0,-1 1 2 15,0-2-3-15,3 0 8 0,-2 4-5 0,1-3 2 16,-2 2 5-16,0 0-4 0,2 1 0 0,-3 2 0 15,4-2-3-15,-4 4 2 0,2 0 1 0,1 2-5 0,-2-2-1 16,3 4-1-16,-2 0 6 0,-5 1-1 0,11 2-2 16,-4 2 3-16,5 0-5 0,-5 1 1 0,1 2 5 0,1 1-3 15,-2 2-2-15,6 0 2 0,-4 3 5 0,2 1-5 16,-3-4 1-16,-1 2 10 0,1-1-18 0,-1-2-5 16,-3 3-3-16,-1-2 1 0,1 0-2 0,-1 0 0 0,-2 1 3 15,-1-4 3-15,-1-1 4 0,-2 0-1 16,0-1 4-16,-1-1-4 0,0-2 6 0,-3 2-3 0,1-3 2 15,-1-1 3-15,7 0 1 0,-16-1 2 0,10-2 0 0,-1-2 5 16,3 2-5-16,-2-2 5 0,2-3-4 0,3 1-1 16,1-3 2-1,0-1-4-15,4 0 6 0,0 0-2 16,0-1-2-16,3 2-1 0,4-1-3 0,-3-5 1 0,2 7 2 16,0-1-1-16,0 2-1 0,0 2 3 0,-1-3-1 15,3 1-3-15,-3 2 0 0,1 1-2 0,-3 1 0 16,1 0 0-16,-2 0 3 0,3 1-1 0,-5 2 1 15,-4 1-1-15,11 0 0 0,-11 0 1 0,14 1-2 0,-9 2 3 16,2-1-1-16,0 1 2 0,-3 1-6 0,3 0 6 16,1 1 0-16,-4-1-1 0,6 4-3 0,-5-3 4 15,-1 0-1-15,3 0-2 0,-3 1-2 0,1 1 4 0,1 1 0 16,-3-3-2-16,-2-2 0 0,2 5 1 0,-2-1 1 0,2-2-1 16,-2 1 1-16,-2 1 1 0,-2-5 1 0,2 3-1 15,-2 0-1-15,-1-2 5 0,3 2-2 0,1-5 0 16,-9 3-2-16,5-1 0 0,3 0 5 0,1-2-1 0,-10 3-1 15,10-3 1-15,-5 0-1 0,5 0 4 0,0 0-5 16,-7 0-3-16,7 0 1 0,0 0 3 0,0 0-1 16,-8-3 0-1,8 3-7-15,0 0-1 0,-3-3-1 0,3 3-5 16,0 0-5-16,0 0 4 0,0-5-14 0,0 5-9 16,0 0-13-16,0 0-15 0,0 0-7 0,0 0-9 15,0 0 3-15,0 0-5 0,0 0-4 0,11-1-14 16,-11 1-11-16,0 0-16 0,0 0-15 0,11-2-12 15,-7 0-18-15,-4 2-8 0,11 0-7 0,-3 0-140 16,-2-2-351-16,3-1 156 0</inkml:trace>
  <inkml:trace contextRef="#ctx0" brushRef="#br0" timeOffset="124338.77">5561 10567 148 0,'0'-6'263'0,"0"0"0"0,1 0-14 0,2 0 2 16,-3 0 0-16,0 0-18 0,1-1-14 0,2 1-18 0,0-1-12 16,0 1-7-16,-2 1-15 0,3-2-13 15,-1 2-11 1,-2 0-17-16,2 0-13 0,1 0-5 0,-3 1-12 16,-1 4-12-16,2-4-10 0,-1 0-17 0,-1 4 7 0,0-5 11 15,0 5-32-15,0 0-6 0,0-5-2 0,0 5-4 16,0 0-7-16,0 0-4 0,0 0 3 0,0 0-5 15,0 0-3-15,0 0-3 0,0 0-2 0,4 13 3 16,-4-8-1-16,3-1-6 0,0 5 4 0,-2 0-4 16,2 2 3-16,-1 2-1 0,1 4-1 0,0 2 2 0,5 1-7 15,-4 8 5-15,4 2 0 0,-1-1 4 0,-1 2 3 0,3 5-5 16,2 0 2-16,-3 0 4 0,6-2 0 0,-5 5-14 16,5-3 5-16,-3 0 5 0,0-2-5 0,-2 2-2 15,2-4 2-15,-3-2 2 0,-1 0-10 0,1-3-1 0,-1-8-18 16,-3-1-22-16,0-5-18 0,-4-2-22 0,4 0-27 31,-4-4-32-31,0-3-42 0,-4 0-50 0,4-4-45 16,0 0-22-16,0 0-154 0,-18-13-493 0,9 3 219 0</inkml:trace>
  <inkml:trace contextRef="#ctx0" brushRef="#br0" timeOffset="124571.79">5603 10798 110 0,'6'-5'224'0,"2"0"-3"0,3-4 0 16,0 4-11-16,0-2-8 0,2 4-5 0,-2-4-8 16,2 2-20-16,0 0-14 0,2 1-15 0,-2 0-16 15,1 0-11-15,1 0-13 0,-1 4-8 0,-2 0-8 16,0-1-11-16,0 4-7 0,0-3-7 0,-2 3-6 0,3 2-5 16,-4 1-5-16,-1 3-4 0,1 0 0 0,-3 1-10 15,-2 2-2-15,6-4-1 0,-5 5-2 0,3-3 1 0,-3 2-5 31,1 5-8-31,-2-6-20 0,0-2-21 0,0 1-32 16,-2-4-41-16,-1 1-46 0,3-1-42 0,-3 1-41 0,-1-2-164 16,0-1-427-16,3-2 190 0</inkml:trace>
  <inkml:trace contextRef="#ctx0" brushRef="#br0" timeOffset="124757.81">5851 10574 171 0,'-6'-5'244'0,"3"1"-27"0,-1 0-18 0,3 0-20 15,-4 2-23-15,5 2-16 0,0 0-36 0,0 0-53 16,0 0-61-16,0 0-64 0,0 0-156 0,0 0-249 16,12 8 111-16</inkml:trace>
  <inkml:trace contextRef="#ctx0" brushRef="#br0" timeOffset="125358.9">6117 10634 266 0,'0'0'359'0,"0"0"-31"0,-9-5-15 15,9 5-23-15,0 0-15 0,0 0 12 0,-14 10-29 16,10-7-15-16,0 3-13 0,-1 2-18 0,-2 2-16 15,4 2-20-15,0-1-16 0,2 2-17 0,-4-3-11 0,5 6-2 0,2 0-20 16,0-2-12-16,5 3-10 0,-1 1-11 0,5-1-5 16,1-3-7-16,5-4-5 0,-2 2-5 0,2-4-13 15,3 0-20-15,4-3-21 0,4 0-16 0,1-5-15 0,1-2-15 16,0-1-2-16,-3-4 4 0,-4 0-2 0,3-2 11 16,-4-1-3-16,2-6 0 0,-9 4 1 0,3-4-1 31,-3 1 6-31,-3-1 3 0,-1 1 13 0,-4 1-9 0,-2 1 18 15,-1 2 6-15,-5-1 1 0,1 2 7 0,-3-1 5 16,-5 0 6-16,0 1-1 0,0 5 2 0,-4-2-10 16,-1 2 7-16,0-1-6 0,-1 5 4 0,-1 0-6 0,0 1 15 15,0 1-17-15,-1 0 0 0,5 2-8 0,-2 2 4 16,4 3-3-16,-2-3 3 0,1 3-4 0,4-1 0 0,1 2-9 16,2 1 2-16,1-2-6 0,4 0-4 15,-1 1-10-15,2-2-3 0,4 1-5 0,-2-1 2 0,5 0-9 16,-4-4 0-16,3-1 6 0,1 2 0 0,0-4 3 0,1 1 6 15,1-3 6-15,-5 2 3 0,1-5-1 0,3 0 15 16,-6 2-8-16,2-1 19 0,0-1 2 0,-3-1 23 16,4 3-4-16,-5-3 12 0,1 2 4 0,0-1 0 0,0 3-8 15,-2-2 1-15,-2 4-10 0,8-2-3 0,-5-2-5 16,-3 4 1-16,0 0-2 0,8 0 3 0,-8 0-6 16,9 5-1-16,-6-1-3 0,4-1 1 0,1 4-6 15,-3-2 1 1,6 1-22-16,-1 1-12 0,-1-2-15 0,4 0-14 15,-4-1-23-15,5 0-24 0,-3 0-18 0,3-3-21 16,0-1-19-16,-2 1-17 0,0-2-13 0,0-1-4 0,1-4-5 16,1 1-5-16,-2-1 1 0,0-2 11 0,-4-2 9 15,3-4 6-15,3 1 11 0,-5-2-111 0,2-3-302 16,-5 0 135-16</inkml:trace>
  <inkml:trace contextRef="#ctx0" brushRef="#br0" timeOffset="125894.17">6807 10469 581 0,'1'-31'32'0,"2"4"57"15,-3 7 22-15,0-2 30 0,-1 2 19 0,-2-1 14 16,0 2 16-16,0 2 3 0,2 6-4 0,-3 1 2 15,3-2-4-15,1 4-5 0,-2 2-18 0,1 1-20 16,1 2-17-16,0 3-18 0,0 0-10 0,0 0-5 0,-3 16-10 16,3-4-3-16,6 7-13 0,-5 3-11 0,9 7 0 15,-4-2-3-15,1 3-7 0,5 1-8 0,-2 0 1 0,-2 1-8 32,6-3-4-32,-2 5 1 0,4-4-7 0,-5 0-21 15,0-5-24-15,1 2-20 0,-4-7-6 0,-1-2-10 0,5-2-16 16,-9-5-11-16,4-2-11 0,-3-1-5 0,2 0 10 15,-5-3-4-15,-1-4 2 0,0-1 2 0,0 0 6 16,0 0 17-16,0 0 13 0,-5-18 20 0,-1 8 19 0,3-2 14 16,2-1 10-16,-3-3 14 0,1-2 10 0,3 0 0 15,-1 0 9-15,1 1 2 0,-2 3-3 0,2-3 4 16,2 0 7-16,-1 4 3 0,2 0-2 0,1 2-6 0,0 0-5 16,2 3-7-16,-1 1-1 0,0 3-4 0,5 2-2 15,-2 0 0-15,4 4-7 0,-1 0 0 0,-1 4-3 16,4-1-4-16,-3 3 1 0,4 4-1 0,0 0-1 0,3 1-2 15,-7 2-1-15,3 0 9 0,-4-1-9 0,0 3 2 16,1-3 0-16,1 3-8 0,-5-6 2 0,1-2-3 0,-4 2 7 16,3-1-6-16,-3-3 3 0,-1-1-1 0,-2-1 5 31,2-2 3-31,-2 0 1 0,-1-3 5 0,6 1 5 16,-6-1 13-16,0 0-6 0,0 0 1 0,7-10-2 0,-5 4-2 15,3 0-3-15,0 0 4 0,-1 1-4 0,0-2 1 16,1 1 1-16,5-3-6 0,-5 4-1 0,3-1-2 15,2-1-3-15,1 1-3 0,0 2 0 0,1 1-2 0,0 2 0 16,-1 0-1-16,2 0 0 0,1 1-3 0,0 1 1 16,-3 0 14-16,1 2-16 0,3-1-2 0,-4 3 4 15,2 1-1-15,-2-1-1 0,0 1-2 0,1-1-18 0,-2 0-13 16,2-2-21-16,-1 2-24 0,-3-1-33 0,-1-2-31 16,4 1-45-16,-4-3-46 0,2 0-74 0,-2-2-174 15,1 0-515-15,-2-2 229 0</inkml:trace>
  <inkml:trace contextRef="#ctx0" brushRef="#br0" timeOffset="126058.07">7453 10291 259 0,'-12'-5'293'0,"0"-4"-33"0,-1 3-24 0,1-1-23 16,3 3-24-16,-1 0-23 0,3 2-19 0,-1 1-49 15,0 1-59-15,0 2-81 0,2 1-97 0,-5 4-148 0,2 1-310 16,-1 0 137-16</inkml:trace>
  <inkml:trace contextRef="#ctx0" brushRef="#br0" timeOffset="126848.62">5474 11552 77 0,'1'-8'290'0,"2"1"-10"0,-3-2-17 15,0 3-15-15,0-1-13 0,1 2-21 0,2 2-26 16,-3 3-24-16,0-3-16 0,0 3-11 0,0 0-12 15,0 0-3-15,2 15-6 0,-1-6-11 0,0 2-9 16,2 9-11 0,-3-1 10-16,3 6 3 0,-3 2-8 0,1 3 0 15,2-4-9-15,2 3 7 0,1-1-7 0,0-1-10 16,3 0 17-16,-4-7 8 0,7 0-4 0,-2-1-1 0,2-1 4 16,3-3 6-16,7 3-3 0,3-4 11 0,-1-1-2 15,9-4 3-15,-1-3-10 0,5-1-5 0,4-3-13 0,1-2-9 16,0-3-2-16,0 1-9 0,11-5-3 0,-15 1-9 15,-1 2-3-15,-2 0-4 0,-3 1-18 0,-2-2-19 16,-6 1-49-16,-5 1-37 0,-5-1-25 0,-4 1-22 16,0 0-19-16,-3 1-42 0,-3 2-42 0,0-1-76 0,-4 1-44 15,0 0-269-15,-11-8-670 0,3 6 296 0</inkml:trace>
  <inkml:trace contextRef="#ctx0" brushRef="#br0" timeOffset="127617.95">6581 9174 140 0,'0'0'300'0,"-1"4"-8"15,1-4-16-15,0 0-2 0,1 7 2 0,2-3 10 16,0-2 18-16,3-1-2 0,5-2-10 0,4 1-18 16,8-2-15-16,10-5-22 0,1-4-21 0,22 1-17 15,0-3-23-15,-1-4-15 0,9-2-17 0,4 3-18 0,-3-6-7 16,-1 6-17-16,-1 2-6 0,2-3-12 0,-5 2-8 0,-7-2-6 15,-15 6-14-15,-1 0-24 0,-3 0-33 0,-3 1-29 16,-4 2-24-16,-6 3-22 0,-3-3-18 0,-5 6-21 16,-6 0-27-16,1 0-22 0,-8 1-33 0,0 1-32 0,0 0-30 15,0 0-33-15,-23 5-22 0,5 0-220 0,-2 2-578 16,-10 1 256-16</inkml:trace>
  <inkml:trace contextRef="#ctx0" brushRef="#br0" timeOffset="128001.37">6743 9324 93 0,'-7'2'253'0,"7"-2"-3"15,0 0 31-15,10 8 9 0,-3-3-6 0,6 0-9 16,8 3 0-16,10 3 1 0,0-1-17 0,7 3-10 0,0 0-2 15,15 2-10-15,3 0-14 0,-3 4-21 0,-3-2-19 16,-10-4-19-16,16 5-19 0,-9 3-14 0,-9-8-11 0,-4 2-21 16,-1 0-13-16,-2-1-40 0,-1 1-38 0,-7 1-7 15,-5-8-49-15,1 3-31 0,-8-4-34 0,0 1-26 16,-3 0-30-16,-3-3-35 0,-2 0-52 0,-2-2-60 0,-1 1-244 16,0-4-604-16,-8 1 267 0</inkml:trace>
  <inkml:trace contextRef="#ctx0" brushRef="#br0" timeOffset="129205.83">8035 8640 110 0,'0'-5'275'0,"1"-1"-3"0,-1 1-4 15,0 1-2-15,0-1-8 0,-1-1-6 0,1 3-29 16,-4-1-18-16,1-1-24 0,-1 2-6 0,-1 1-13 16,-1 0-5-16,0 2-4 0,-5 0-22 0,-1 1-1 15,-1 1-10-15,0 2-12 0,2 2-21 0,-2 0 1 16,3-3 2-16,-4 6-22 0,6-2-10 0,-3 0-10 0,7 1 2 16,-3 1-14-16,4-1 5 0,2 0-2 0,1-2-8 15,1 4-2-15,2-1 1 0,4-1-1 0,1 0-4 16,3-2-3-16,-2 1-4 0,9 4-7 0,-7-4 5 0,3 1-4 31,-1-3 0-31,2 5 1 0,-4-3-2 0,0-2-2 16,0 2-6-16,-3 0 1 0,0-1-5 0,-1 1 0 15,0-2-4-15,-6 0-1 0,3 0 1 0,-4 0-3 0,0 1 10 16,-4-3 0-16,0 1 2 0,-1 0-4 0,-2 0 1 16,-5 1 0-16,2-1-8 0,-1 0 9 0,-1-3-5 15,-2 3 5-15,2-3-4 0,1 2-3 0,-1-1-18 0,1 1-13 16,7-2-12-16,-1 0-14 0,-2 1-17 0,7-2-9 15,-9 1-12-15,9-1 1 0,0 0-18 0,0 0-25 0,0 0-31 16,0 0-40-16,25 0-32 0,-6-3-32 0,3 2-156 16,1-3-469-16,9 1 209 0</inkml:trace>
  <inkml:trace contextRef="#ctx0" brushRef="#br0" timeOffset="129707.53">8449 8710 59 0,'0'-5'214'0,"-2"-3"0"0,0 3 3 16,-4-1-7-16,-1-2-15 0,3 4-12 0,-5-1-9 16,1-2-13-16,-2 3-13 0,-1 2-15 0,3 1-15 15,-3 1-10-15,0 0-13 0,-1 1-10 0,1 1-7 16,-1 3-8-16,1 1-5 0,0 1-8 0,-1 1-6 0,5-1-2 0,2 0-7 16,-4 1-4-16,4 1-4 0,0-3-4 15,3 5-3-15,1-4 0 0,2 2-5 0,1-3-3 0,-1 1 0 16,3-1 1-16,1-3-2 0,1 1-8 0,2-1 2 0,-2 0-5 15,2-2 1-15,0-1-3 0,0 1-1 0,2-3 2 16,0-1 0-16,-3 0-3 0,0 0 2 0,1 1 1 16,-1 0-1-16,0 0-2 0,-5-1 0 0,5 2 0 0,-3-2 6 15,-4 3-4-15,7-5-2 0,-7 5-3 0,0 0 0 16,0 0 0-16,11 8 0 0,-7-4 3 0,-1 1-2 16,2 4 0-16,-2-1-1 0,3 2 0 0,0 3 3 0,0 1-2 31,-1 3 0-31,5-1-2 0,-1 2 4 0,-1-3 0 15,-2 4 2-15,2-1 1 0,1 2 23 0,-2-1 15 0,1-4-7 16,-1 2-1-16,1-2-3 0,-5-2-2 0,1-2 22 16,0-1 1-16,-1-1 0 0,-2-2 16 0,1-1 22 15,-1-4 46-15,0 1 46 0,-1-3 18 0,0 0-13 0,0 0-9 16,0 0-8-16,0 0-9 0,0-13-12 0,3 2-11 16,-1-1-14-16,-1 0-9 0,-1-6-15 0,5 1-11 15,-1-3-9-15,-2-2-10 0,7-3-12 0,1-3-17 0,-1 1-29 16,2-1-37-16,0-1-49 0,4 4-46 0,-4-4-42 15,-2 10-24-15,1 1-23 0,-3 2-33 16,-2 4-37-16,-1 3-33 0,4 0-40 0,-6 4-305 0,-1 0-709 0,2 2 314 16</inkml:trace>
  <inkml:trace contextRef="#ctx0" brushRef="#br0" timeOffset="130209.33">8862 8694 204 0,'0'0'385'0,"0"0"-8"0,-4-2-11 16,4 2-19-16,0 0-19 0,-5-3-18 0,5 3-17 16,0 0-31-16,0 0-26 0,0 0-22 0,0 0-25 15,0 0-23-15,0 0-16 0,-6-2-15 0,6 2-20 16,0 0-20-16,0 0-41 0,0 0-27 0,0 0-33 0,0 0-15 15,0 0-41-15,12 9-29 0,-12-9-47 0,7 2-51 16,-3-1-60-16,-4-1-70 0,9 2-211 0,-9-2-574 16,10-2 254-16</inkml:trace>
  <inkml:trace contextRef="#ctx0" brushRef="#br0" timeOffset="131028.84">9116 8459 122 0,'2'-9'295'0,"-2"3"-3"0,-2 0-15 16,2 0-16-16,0-1-17 0,0 3-26 0,0-1-21 15,0 5-25-15,0 0-18 0,0 0-17 0,0 0-14 16,0 0-12-16,-1 14-12 0,0-3-8 0,-2-1-10 0,3 5-7 15,0 3-10-15,0 0-2 0,3 1-9 0,-3 2-5 0,2-1-3 16,3 4-4-16,-1-4-7 0,1-1 1 0,2 0-5 16,0-1-4-16,2 0 8 0,-1-2-12 0,3-1-1 15,0-5-4 1,-3-1-1-16,4 0 2 0,2-1-2 0,0-4-11 16,-2 1-4-16,4-3-8 0,-2 1-3 0,1-7 0 15,-2 1-3-15,0 0 0 0,-1 0 1 0,-1-5 0 0,-2 1 3 16,2 1 0-16,-3-3 0 0,1 1 0 0,-3 0 3 15,0 3 1-15,-2-1 2 0,-1 2 0 0,2-2-2 16,-5 3 4-16,3-1-1 0,-2 1 0 0,-1 3 0 0,0 0-1 16,0 0-1-16,0 0-4 0,0 0 5 15,0 0 3-15,0 10-3 0,0-3 1 0,3-1-2 16,-2 1 1-16,1 1 3 0,3-2 1 0,-4 1-2 0,2 1 5 16,2-2-7-16,1 1 4 0,-2 0-3 0,0-4 5 15,1 1-3-15,-2 2-5 0,4-3 0 0,-4 0 1 0,1-3-4 16,0 2-8-16,-4-2-6 0,0 0 3 0,0 0-2 15,9-5 3-15,-9 1 1 0,2-1 3 0,-4-1 1 0,2 1-1 16,0-3 4-16,-4 2 1 0,3-3 1 0,1 0 2 16,-1-2-1-1,1 1 5-15,0-2 1 0,1 2 2 0,-1 1 2 16,0-2 1-16,0 4-3 0,0 0 1 0,1 2-1 16,3-2 2-16,2 1-2 0,-2-1-2 0,0 4 3 0,0 0-5 15,3-1 0-15,2 1 4 0,0 1-2 0,-4 2 1 16,3 2-6-16,3 1 6 0,0 1-1 0,-1 0 0 15,0 3 0-15,0 1 1 0,-2-1-3 0,4 1 4 0,-4 2-1 16,-1-2 0-16,0 3-2 0,1-2-1 0,-2 1 0 16,-4-1-1-16,1-1-4 0,1-2 1 0,-4 0 0 15,2-2 0-15,-2 0 0 0,0 1 4 0,1-2 7 0,-1-3 0 16,1 3-1-16,-1-3 2 0,0 0 5 0,0 0 7 16,0 0 5-16,0 0 6 0,4-14 3 0,3 8 1 15,-6-1-1-15,2 0-1 0,1-3 6 0,0-2 1 16,3 1 2-16,-1 0 1 0,3 3-5 0,-3-2-5 0,3 2-1 15,-2-2 3-15,1 3-6 0,-4-1-2 0,3 3 1 16,-2-1-7-16,1 2 1 0,0 2-6 0,1 0 17 0,-1 0-17 31,-2 2-6-31,-4 0-4 0,12 2 8 0,-8 0-7 16,0 0 1-16,0 2-1 0,1 3 3 0,-1-1 6 16,-3 2-18-16,2 0-23 0,-2 4-38 0,1-1-46 0,-2 1-57 15,0 1-85-15,-3 2-276 0,0-2-575 0,0 0 255 16</inkml:trace>
  <inkml:trace contextRef="#ctx0" brushRef="#br0" timeOffset="131747.87">8307 9458 291 0,'-1'-8'293'0,"-2"5"-24"16,3 3-27-16,-4-5-28 0,4 5-21 0,0 0-20 16,-15 6-15-16,10-1-18 0,-4 7-10 0,-1 2-15 15,1 1-11-15,-2 2-12 0,3 1-6 0,0 1-11 16,1-1-5-16,0 3-7 0,0-3-6 0,1 0-5 0,-1-2-8 16,0 1-2-16,3-4-4 0,-2-2-5 0,0-1 0 15,3-3-5-15,-1-1 0 0,3 0-2 0,-2-1 9 16,3-1 19-16,0-4-4 0,0 0-5 0,0 0-2 0,0 0-4 15,0-15-4-15,4 7-4 0,2-5-6 0,1-4 4 16,3-1-3-16,-3-8-5 0,3-1-7 0,0 3 6 16,0-3 17-16,-3 2 13 0,1 6 16 0,-3-1 14 15,2 4 7-15,-3-2 23 0,2 2-8 0,-3 2 2 16,2 3 7-16,-3 5 3 0,1-1 4 0,-1 1-21 0,-1-1-13 0,0 3-9 16,4 1-16-16,-5 3-3 0,0 0-7 0,0 0-7 15,11 9-4-15,-6-4-2 0,-1 3-3 0,4 4-3 16,2 3-13-1,-2 2 8-15,4-1-4 0,2 10-6 0,-5-6 7 16,3 3-6-16,-1-4-9 0,3 5-26 0,-3-5-33 16,-2-2-15-16,2-2-26 0,-1 2-9 0,-1-1-13 15,-1-5-12-15,-1 4-17 0,0-5-24 0,-3-4-32 0,-1 1-23 16,-2-2-17-16,2 0-21 0,-6-2-24 0,3-3-8 16,-5 3-185-16,5-3-519 0,-13-3 230 0</inkml:trace>
  <inkml:trace contextRef="#ctx0" brushRef="#br0" timeOffset="131931.88">8359 9677 144 0,'-14'-5'56'0,"-1"2"31"0,3-2 22 15,-2 1 19-15,1 0 28 0,3-3 16 0,-1 4 10 16,2 0 13-16,2 1 9 0,3-1-7 0,-2 2-5 16,6 1-15-16,-7-6-17 0,7 6-11 0,-2-2-21 0,2 2-13 15,0 0-10-15,15-3-11 0,-4 1-17 0,4-1 2 0,4 0-9 16,0-2-8-16,1 2-7 0,-2 0-3 0,5-3-4 16,-1 1-8-16,-3 1-20 0,1 0-31 0,1-2-29 15,-2 0-32 1,-3-1-37-16,-4 2-28 0,3-3-47 0,-4 0-24 15,0 1-21-15,-2-3-149 0,0-1-408 0,-4 0 180 16</inkml:trace>
  <inkml:trace contextRef="#ctx0" brushRef="#br0" timeOffset="132283.2">8593 9429 74 0,'0'-6'84'0,"0"-1"24"15,0 2 15-15,1 3 20 0,-1-3 9 0,0 5-4 16,0-6-1-16,0 6-16 0,2-4-11 16,-2 4 13-16,0 0-3 0,0 0 4 0,0 0-3 0,-3 16-11 15,3-10 6-15,0 6-7 0,3-3-8 0,-5 2-8 16,4 4-13-16,-2-3-8 0,0 5-4 0,-2 0-7 0,4-4-7 0,-1 1-9 15,-1-3 0-15,0 3-6 0,0-3-7 0,3 0-1 16,-3-1-9-16,1 0 0 0,-1-3 0 0,0-2-4 16,0 1-3-16,0-2 0 0,0-4 3 0,0 4-9 0,0-4 2 15,0 0-5-15,0 0 2 0,16-6-5 0,-12 3 0 16,3-4 0-16,0 2-4 0,4 0 1 0,-3-4-1 16,2 4-2-16,-4 3 1 0,4-6-2 0,-1 5-1 15,3-3-2 1,-1 2 0-16,-1 2-3 0,-3 0-3 0,2 1 2 15,-1 1 1-15,2 1-1 0,-2 1-3 0,-2 0 6 16,-1 2-1-16,-1 2-3 0,2-2 5 0,-2 4 2 0,1-3-5 16,-4 2 2-16,-1 1-5 0,-1-1 3 0,-1 3-1 15,-1-2 3-15,-3 2 1 0,2-4-4 0,-1 4 4 16,-4-5 0-16,0 1 1 0,2 1-5 0,-5-4-18 0,1 0-20 16,-1-1-22-16,1-2-23 0,0-1-24 0,4 1-23 15,0-2-23-15,5-2-33 0,0-3-32 0,2 1-173 16,3 0-423-16,1-5 187 0</inkml:trace>
  <inkml:trace contextRef="#ctx0" brushRef="#br0" timeOffset="132567.55">9010 9469 19 0,'0'0'235'0,"0"0"8"0,0 0 7 16,0 0 5-16,0 0-7 0,0 0-8 0,-16 9-5 0,9-5 1 15,3-2-31-15,-1 1-18 0,-1-1-18 0,2 2-17 31,0-1-19-31,0 2-8 0,3-1-11 0,-1 1-7 16,2-5-10-16,3 10-7 0,1-5-7 0,3 3-10 16,2-1-5-16,2-1-7 0,-1 1-5 0,9 1-7 0,-4 1-9 15,-3-2 1-15,2-1-4 0,-1 1 1 0,0 0-5 16,-4 1-3-16,2-3-8 0,-4-2-4 0,-2 4 2 0,-2-2-6 16,-3-1 3-16,-1 3-8 0,-5-4 4 0,-2 2-8 15,-7-2-4-15,1-1-21 0,-3 2-30 0,-1-4-28 16,-5 0-29-16,1 2-33 0,2-4-35 0,1 1-41 15,2-2-36-15,5 2-41 0,1-3-164 0,3 2-493 16,1-3 218-16</inkml:trace>
  <inkml:trace contextRef="#ctx0" brushRef="#br0" timeOffset="132784.9">9295 9358 250 0,'0'0'259'0,"8"0"-17"0,-8 0-2 0,1 5-15 16,3 0-13-16,0 1-13 0,3 3-8 0,-3 2-15 15,3 0-19-15,0 0-14 0,1 2-5 0,0 4-19 16,0 1-13-16,-1-1-9 0,0 1-10 0,2 0-7 0,-2-1-6 16,0 1-6-16,0-3-14 0,1-2-28 0,-5 0-33 15,-1 0-44-15,0-4-44 0,-1 1-60 0,2-5-48 16,-5 1-236-16,1-1-475 0,-3-3 209 0</inkml:trace>
  <inkml:trace contextRef="#ctx0" brushRef="#br0" timeOffset="133587.86">9315 9351 185 0,'-1'-4'307'16,"2"-1"-4"-16,-1 5-20 0,0-5-26 0,0 5-20 15,0-6-20-15,0 6-21 0,8-2-14 0,-8 2-12 16,0 0-13-16,15 7-2 0,-8-3-26 0,4 0-15 0,-2 2-8 16,1 2-10-16,3-1-6 0,-2 2-9 0,4 4-15 0,-4 0-5 15,0-1-4-15,1 4-7 0,1-1 1 0,-3 1-6 16,1 0-5-16,-4 1-4 0,0-3-5 0,-3-1-6 16,0 1-11-16,-3-2-7 0,-1-1-10 0,0 2-12 0,-1-3-14 15,-4 0-12-15,-1-3-10 0,-2 2-4 0,1-3-1 16,-5-1-3-16,-2 3 1 0,3-6 4 0,2 1 8 15,2-2 3-15,0 0 5 0,2-1 3 0,5 0 3 0,-12-1-1 16,12 1-1-16,-3-2 1 0,3 2 2 0,0 0 2 31,3-10 1-31,0 5-2 0,3 3 6 0,1 1 3 16,4-4-4-16,-3 0 3 0,7 1 1 0,-4 1 2 0,9-1 0 16,-2 3-2-16,1-4 3 0,1 1 4 0,0 2 1 15,-1-1-2-15,2 0 5 0,-2 1 1 0,2-1 0 0,-1-1 0 16,-2 1 1-16,-6-2 1 0,4 2 2 0,-5 0 0 15,4-2 0-15,-5 0 1 0,-1-2 2 0,1 1 2 16,-5-1 3-16,-1 0 9 0,0 0 7 0,-2-1 6 0,-1 0 7 16,-2 1 6-16,-2 0 7 0,-1-2 0 0,0 3 0 15,-2-2-3-15,-2 3-5 0,2 1-3 0,-4 0-6 16,3 0 2-16,-5 3-7 0,2 0-2 0,2 3-2 0,-4-1-3 16,4 5-3-16,-2-1 0 0,1-3 0 0,-1 3-2 15,6 3 0-15,-1-1-1 0,-1 2-5 0,3 0 2 16,2-2 2-16,2 1 1 0,2-2-2 0,0 1-2 15,1-1 3-15,2-1-4 0,-1 0 1 0,3-1-3 0,0 2-3 16,-1-6-4-16,0 1-6 0,5-1-6 0,-4 0-5 0,3-1 2 31,1-3 1-31,-2-1 2 0,1 2-1 0,1-3 4 16,-4-1 3-16,3 1 0 0,0-2-1 0,-3 1 1 16,2 1 2-16,-4 0-2 0,1-1 3 0,-1 1-2 0,-1 2 1 15,-2 0 4-15,6 2-3 0,-6 1 1 0,-3 1 1 16,7-3 1-16,-7 3 0 0,8 6-2 0,-5-1 1 15,2-2 3-15,-1 3-1 0,0 1 1 0,3 2-1 16,0 0 0-16,1-2-2 0,0 4 5 0,-1-5 1 0,0 1-2 16,1 2 15-16,4-2 1 0,-5 0 3 0,0-1 0 15,0-2 17-15,-2-1 20 0,0 0 11 0,0-2 9 0,0 0-7 16,-5-1-5-16,8-3 3 0,-3-1-6 0,-2-1-8 16,0-1 3-16,0 0-1 0,0-1 6 0,1-3-4 15,-3 2-2-15,3-3-9 0,-1 1-5 0,-3 1 11 16,3-1-18-16,-2 2-5 0,-1 1-4 0,1 0-6 0,2-2-9 15,-3 5-26-15,1-1-31 0,1-3-45 0,-1 5-65 32,-1 0-75-32,4 2-83 0,-4 1-227 0,4-6-588 0,2 3 262 15</inkml:trace>
  <inkml:trace contextRef="#ctx0" brushRef="#br0" timeOffset="134390.68">10308 9236 194 0,'-2'-5'281'16,"1"1"-27"-16,1 4-26 0,0 0-25 0,0 0-23 0,0 0-17 16,0 0-14-16,0 0-15 0,-1 17-17 0,2-9-12 15,-1 5-9-15,3-3-11 0,-2 5-6 0,1-1-8 16,-1 3-7-16,3 2-5 0,-3 0-9 0,2-2-1 15,0 3-5-15,-2-2-6 0,2 0-4 0,1 2-2 16,-1-2 1 0,1 0-6-16,-3-5-3 0,2 0-2 0,-2-2-1 0,3 0-1 15,-1-1-2-15,-2 0-1 0,2-4 3 0,1-2-3 16,-1 1 4-16,2 0 14 0,2-2 0 0,-1-3 0 16,-1 0-4-16,3 0-1 0,-8 0-5 0,22-3-3 0,-14-2-3 15,6 1-1-15,-3-2-2 0,2-1 2 0,1 0-5 16,-3 1 1-16,5-5-3 0,-5 5-1 0,1-1-4 15,0-1 4-15,-2 0-3 0,-1 0-1 0,0 2 0 0,-4 2 0 16,2-1 2-16,-2-2-3 0,-1 5 0 0,2 1 2 16,-2-2 2-16,-4 3-6 0,4-5-3 0,-4 5-1 15,6-1 2-15,-6 1-1 0,0 0 0 0,0 0 0 0,0 0-2 16,6 6 0-16,-6-6 3 0,0 5 0 0,0 2 0 16,0-3-2-16,3 1 2 0,-3 1-1 0,1-1 1 15,-1 2-1-15,2-2-3 0,0 1 8 0,1-1-4 0,0 0 0 31,1-1 1-31,0 0-2 0,0 0 2 0,-2 0-2 16,4-2 1-16,-6-2 3 0,7 2 0 0,-7-2-4 16,0 0 4-16,11-3-3 0,-8 1 3 0,-2-2-2 0,0-2-1 15,3 0 0-15,-4 1 1 0,-4-3 0 0,4 1 2 16,-1-1-3-16,1 0 5 0,-1-2 4 0,-2 1 5 0,3 3 2 16,0-6 0-16,-3 4 0 0,3-1-1 0,-1 3 5 15,1 0-3-15,0 0 1 0,0 2-6 0,0 4-2 16,-2-7-3-16,2 7-1 0,6-1 0 0,-6 1-5 15,0 0 4-15,12 5-1 0,-8 0-2 0,0-1 0 0,5 3-2 16,-1 0-6-16,0 2-3 0,0-2-4 0,0 4 4 16,0-2-1-16,0 0-1 0,-1 0 0 0,0-1 2 0,1 2 11 15,0-4-9-15,-4-1 6 0,2 0-6 0,-2-2 7 16,0 1-3-16,0-3 1 0,-4-1 9 0,8 0-6 16,-8 0 2-16,8-5 8 0,-1 0 10 0,-5-2 14 0,7 0 12 15,-5 0 17-15,2-2 28 0,-1-1-9 0,2 0 13 31,2 0 15-31,-5-1-9 0,3-1-1 0,0 5-1 0,0-3-7 16,0 3-4-16,1-1 2 0,-5-1-10 0,3 4-10 16,-3 2-11-16,1-1-6 0,-1 0-11 0,2 2-12 15,-5 2 1-15,0 0-2 0,11 7-7 0,-5-2-29 0,-2 1-50 16,-1 3-45-16,-2 0-28 0,4 6-51 0,-5 3-73 16,0-4-105-16,0 2-320 0,-1 3-734 0,-3 1 324 15</inkml:trace>
  <inkml:trace contextRef="#ctx0" brushRef="#br0" timeOffset="136432.13">6520 11709 222 0,'0'0'277'0,"0"-6"-26"0,1 2-24 0,2 1-17 15,1 0-28-15,3-6-19 0,1 7-17 0,4-1-9 16,-2-2-15-16,5 4-13 0,-2 1-13 16,6 0-7-16,-1 1-9 0,1 2-7 0,-5-2-8 0,2 1-9 0,-2 3-2 15,-1 0-9-15,-2 3-4 0,0 0-3 0,1 1-5 16,-5 1-4-16,3 2 2 0,-4 4-5 0,-3-1 7 15,-2 3 9-15,-1-2-5 0,-2 6 8 0,-5-3 7 0,2 0 0 16,-1 1 2-16,-4 5-4 0,1-6 0 0,2-2 1 16,0 1-3-16,2-2-3 0,1 0-2 0,0-4-7 15,0-4 9-15,1 3-14 0,2-5-1 0,1 3 2 0,1-3 22 16,4-1 13-16,2-1 6 0,1-1-10 0,6-2-10 16,9-4 4-16,0 1-1 0,7-5-10 0,1-2-14 15,2 1-20-15,-4-2-24 0,-1 2-28 0,1-3-29 0,-10 3-48 16,3 1-53-16,-6-2-60 0,-1-1-64 0,-3 3-233 31,-7 1-570-31,1 2 252 0</inkml:trace>
  <inkml:trace contextRef="#ctx0" brushRef="#br0" timeOffset="137282.94">6675 11970 46 0,'0'0'287'0,"-11"0"-4"0,11 0-27 0,-4-4-24 15,4 4-19-15,0 0-21 0,0 0-19 0,6-10-14 0,3 6-15 16,-4 1-15-16,8-1-14 0,0 2-11 0,1-1-11 16,-2-1-9-16,3 2-9 0,1-2-6 0,2 1-7 15,5 1-8-15,-3-1-5 0,1 2-5 16,2-2-10-16,-4 2-17 0,-5 0-22 0,1 0-14 0,-2 1-14 16,2 0-15-16,0-2-9 0,-1 1-14 0,-2 0 0 0,-2-2-3 15,2 2 18 1,-7-2 8-16,2 1 0 0,0-1 6 0,-3-1 8 15,0 2 5-15,-2-2 11 0,0-1 22 0,-1 0 11 16,-1 1 13-16,-1-3 17 0,1 2 14 0,-2-1 18 16,0 1 9-16,2 1 4 0,-4 0 2 0,0-1 3 0,4-1 3 15,-1 3-5-15,1 3-3 0,-2-5-11 0,2 5-8 16,-4-6-9-16,4 6-8 0,0 0-7 0,-4-2-4 0,4 2-5 16,0 0-5-16,-3 10-3 0,2-7-7 0,-2 1 1 15,3 2-6-15,0-2 1 0,-1 3-3 0,1-2-1 16,1 1-3-16,-1 1 2 0,0 0 7 0,0-2-14 0,0-2 3 15,3 3-4-15,-2-1 3 0,-1 0 2 0,3-1-5 16,-3-4 2-16,4 4-1 0,0-1-1 0,2-3 1 16,-1 1-6-16,-5-1 8 0,16-1-1 0,-9-2-5 15,7-1-4-15,-2-1 4 0,-1 1 8 0,2-1-8 0,1 1-2 16,-2-1 3-16,-2 0-4 0,2 0 2 0,0 0-2 16,-2 1 3-16,1 0-3 0,1 2 12 0,-4-2-13 0,-1 3-3 31,1-1 2-31,-1-1-2 0,0 3 1 0,-7 0 0 15,13 2 0-15,-3-1 1 0,-2 1-3 0,-1-1-1 16,5 4 2-16,-2 0-1 0,-1 0 3 0,3 1-1 0,-2-2 3 16,-3 3-1-16,1-2 0 0,-2 1 1 0,0 1-3 15,2-2 3-15,-5 0-1 0,1 1-2 0,3-2 2 0,-6 2-1 16,-1 0 3-16,3-2 1 0,-3-4 1 0,-3 6 8 16,-2-4-9-16,5-2 1 0,-7 2 1 0,7-2 8 15,-4 1-3-15,4-1 10 0,0 0 7 0,-10-5 4 0,7 0 2 0,3 1-12 16,0-3 4-16,3 1-1 0,0 0-6 15,5-3-6-15,-1-1 4 0,1 2-2 0,-1 0 0 0,3 1-10 16,-1 0 5-16,0 1-2 0,1 1-1 0,1 0 1 16,-4 3-3-16,4 1 1 0,-4 1-5 0,1 0-1 15,1 1 0-15,-3 1-1 0,3 2 4 0,-3-2-1 0,2 2 1 16,-2-1-4-16,3 2-3 0,-2 2 8 16,-1-3-4-1,1 1 3-15,-2-3 2 0,1 3 0 0,-2-2-3 16,4 0 1-16,-4-2 4 0,3-1 1 0,0 0-1 0,1-2 4 15,0-2-6-15,-2-2 3 0,2 1 2 0,-4 0-5 16,4 1 8-16,-4-6-10 0,0 2 6 0,2-2-3 16,-4 2 4-16,1-3-10 0,-3 0 11 0,1 2-5 0,-3-3-1 15,0 4 1-15,-2 2-4 0,0-1 5 0,0 0-5 16,3 1-7-16,-6 2-19 0,3 1-13 0,-3 0-23 16,2 2-18-16,5 1-22 0,-10 4-30 0,3 0-29 0,2 1-45 15,2 0-48-15,-1 3-276 0,-1 2-574 0,2-3 254 16</inkml:trace>
  <inkml:trace contextRef="#ctx0" brushRef="#br0" timeOffset="137484.79">7843 11851 154 0,'6'-2'323'0,"2"-1"-7"0,-2 0-15 16,4-3-10-16,3 2-21 0,-1-1-14 0,0 2-16 0,4-3-38 15,2-1-22-15,1 1-15 0,0-2-14 16,1 2-21-16,3-1-6 0,6 1-13 0,-7 1-11 16,1 1-24-16,0-3-37 0,-1 5-39 0,1-1-42 0,-3 0-48 0,1 1-51 15,-8-1-57-15,1 1-66 16,-2-1-185-16,-5 0-487 0,0 0 215 0</inkml:trace>
  <inkml:trace contextRef="#ctx0" brushRef="#br0" timeOffset="139073.57">8466 11612 64 0,'-4'-5'322'0,"4"0"-19"16,-4 1-18-16,4 4-25 0,-3-6-22 0,1 3-27 0,2 3-22 15,0 0-17-15,0 0-8 0,-14 8-24 0,11-3-11 16,1 1-13-16,-1 5-9 0,0 1-10 0,-1 1-10 0,2-2-7 15,4 2-9-15,-2 4-8 0,0 0-2 0,4 0-9 16,0-2-4-16,3-2-2 0,-3-2-4 0,3 1-6 0,1-2 1 16,0 0-7-16,-1-1 7 0,0 0-9 0,0-5 5 15,1 0-11-15,-3-1 3 0,1 0-5 0,2-5-3 16,-8 2 3-16,11-5-6 0,-7 1 1 0,-3-4 0 16,2 1-3-16,-2-3 0 0,-1 0-2 0,2-3 1 15,-4 0-3-15,1-4 0 0,-3 0 1 0,1-1-3 0,-4 2-1 16,2 0-3-16,2 0 4 0,1 5-4 0,-4 0 1 0,5-2 0 31,-1 3 8-31,1 0 0 0,1 3-9 0,-1-1 0 16,2 2-3-16,2 1-2 0,-1 0 0 0,4 1 1 15,0 1 1-15,3 2 1 0,-1 1-5 0,3 0 1 0,2 1-1 16,-3 2-1-16,5 2 4 0,-3 0 2 0,6 3 1 16,-2-2-5-16,-4 0 2 0,2 5-1 0,-3-1-5 15,-2-3 6-15,4 5 3 0,-5-1-4 0,1-2 3 0,-2 3-3 16,-1-4 1-16,-1 4-2 0,-2-5 0 0,-2 2-9 15,-1-1 11-15,0-3-5 0,0 1 2 0,0-2-1 0,-1 1 4 16,-2-2 8-16,3-3-7 0,-4 5 12 0,4-5 16 16,-6 0 10-16,6 0 7 0,0 0-6 0,0 0 11 15,-9-5-5-15,9 5 3 0,-2-8-5 0,2 2-5 16,0-1-4-16,3-2 6 0,0 0-7 0,1 1-2 16,-3 0-1-16,5 2 2 0,-2 0-15 0,0-2 7 0,3 1-1 15,-2 1-15-15,3-1 2 0,-2 3-2 0,2-1 4 0,-3 4-1 16,4-2-3-16,-4 1 0 0,3 2-3 0,0 2-3 31,-4 1 1-31,2 1-2 0,2-1 3 0,-4 3-9 0,7 3 4 16,-6-3-1-16,4 4 5 0,-4-4 2 0,3 3-5 15,-2-1 3-15,-1 2-4 0,3-3 5 0,-3-1-5 16,0-1 0-16,3-2 2 0,-3 1 6 0,2-2-3 0,0 0-3 16,1-2 0-16,3-3 6 0,-3 2-4 0,6-3 8 15,-5-3-9-15,1 0 2 0,1 0-3 0,-2-4-1 16,-3 0 7-16,2 0-2 0,0-2 4 0,0-2-5 0,-4 2 1 15,0 0 3-15,-1 1 16 0,-1-1 26 0,-2 0 9 16,-2 2 11-16,-2 0 4 0,1 1 0 0,2 2-4 16,-3 2-1-16,0 2-11 0,0 1-12 0,1-1-2 0,-5 1-4 15,8 3-7-15,-10 0-3 0,5 3-7 0,-1 2-2 16,-2 0-5-16,4 1 2 0,-1 1-1 0,1 3-7 16,-1 0 0-16,4 3-2 0,2 1 2 0,2-1-7 0,3 3-8 31,-1 2-11-31,10-4-28 0,-3-1-10 0,6 0-34 15,3 0-31-15,6 0-25 0,0-1-35 0,3 0-44 0,1-3-53 16,3-4-50-16,-5 0-314 0,2-2-695 0,-5-3 307 16</inkml:trace>
  <inkml:trace contextRef="#ctx0" brushRef="#br0" timeOffset="140127.41">9591 11313 22 0,'0'-3'343'0,"0"-2"-5"15,0 0 3-15,0 5 3 0,0-7-24 0,0 4-17 0,0 3-18 16,0 0-33-16,0-5-35 0,0 5-30 16,0 0-9-16,0 0-20 0,0 0-19 0,0 0-10 15,10 13-11-15,-8-7-30 0,2 3 10 0,1 1-14 0,-1 0-13 16,1 3 1-16,0 0-6 0,1 2-17 0,1 0 1 0,-2 2-6 16,1-4-15-16,2-2 10 0,-3 6-2 0,-1 0-10 15,0-5 1-15,2 1-2 0,-2-3-1 0,-3 1-2 0,1-2-6 16,2 1 4-16,-3-2 0 0,2-2-10 15,-3 2 9-15,1-3-5 0,-1 0 13 0,0 0-17 16,3-1 3-16,-3-4-2 0,0 7 21 0,0-7-16 0,1 3 8 0,-1-3-3 16,-1 5-4-16,1-5 4 0,0 0-6 0,0 0-2 15,1 4 2-15,-1-4-6 0,0 0 11 0,0 4-18 0,0-4 2 16,4 4 1-16,-4 0 7 0,0-4-9 0,4 4 1 16,-1-2 0-16,1-1 0 0,-1 3 0 0,5 0-1 31,-1-1-2-31,-3-1 6 0,7 1-3 0,2 1-13 0,-2-2-9 15,4-1-9-15,3 2-8 0,-2-3-15 0,2 2 4 16,-3-7-5-16,5 3 1 0,-2-3-3 0,1-1-3 16,-5 2 0-16,3-4 7 0,-6 2 14 0,0-2-6 0,1 0 1 15,-5 1 3-15,3-3 6 0,-4 3 5 0,1-2-1 16,-4 2 3-16,1 0 3 0,-4 3 6 0,4-1 4 16,-4-1-1-16,0 1 0 0,0 5 1 0,0-7 0 0,0 7-5 15,-4-2 5-15,4 2 1 0,0 0 10 0,0 0-10 16,-7 10-1-16,6-6 4 0,-2 2 3 0,3 1-2 15,3 2-1-15,-3-1 4 0,3 2-8 0,1 0 8 0,0 1 9 16,1 1 0-16,3-2-11 0,-1 0-1 0,3 0-1 16,-2 1 0-16,4 0 1 0,-4-6-2 0,3 3-3 15,0-4 5-15,-1 0-6 0,1-2 5 0,-1-1-2 0,-4-1-2 32,2 0 4-32,-4-1-6 0,4-2-1 0,-4 0-2 15,-4-4 2-15,3 2 1 0,-3 0 1 0,-3-3 7 0,-1 0-6 16,-3 0 4-16,2-4 1 0,-2 2-5 0,0 2 14 15,-1-1-8-15,0 0 0 0,1 1 4 0,0 1-3 16,-2-1-1-16,2 2 7 0,2 1 3 0,-1 0 5 0,2 0-4 16,1 0 1-16,2 3 2 0,-2-2-8 0,3 4-2 15,1-5 2-15,2 1-2 0,3 3 3 0,-6 1 2 16,11 0-5-16,-3 1-1 0,-8-1-1 0,16 4 4 0,-6-1-2 16,3-1-1-16,-2 3-6 0,-3 0 7 0,2 0-6 15,-3-1-7-15,5 3 1 0,-3 1-5 0,-2-2-3 16,1 1-4-16,1 1-1 0,-3 1-5 0,1-1-5 0,-3 2-1 15,-1-4 3-15,2 0 2 0,-2 0-1 0,0 2 7 16,2-5-1-16,-2 3 7 0,-2-1 0 0,3 0 2 16,-2-3 6-16,2-1 2 0,-4-1 1 0,7 2 3 0,-7-2 5 31,10-4 16-31,-4 0 15 0,1-2 7 0,1-1 12 16,0 1 18-16,2-3 24 0,-1 0 2 0,-2 0 19 15,4 0 18-15,-4-1-6 0,-1 1 2 0,4-1 3 16,2-1-7-16,-6 3 0 0,1-2-5 0,-1 3-2 15,2 1-12-15,-1-2-14 0,0 4-3 0,-3 0-13 0,0 1-10 16,-4 3-10-16,8 0-6 0,-8 0 0 0,0 0-11 0,10 5-7 16,-9-2-18-16,3 5-32 0,-1-1-40 0,0 1-44 15,-2 3-37-15,7-1-29 0,-4 1-33 0,-2 2-51 16,-1 0-74-16,6 0-81 0,-6 0-246 0,6-3-707 16,1 0 313-16</inkml:trace>
  <inkml:trace contextRef="#ctx0" brushRef="#br0" timeOffset="140595.78">11244 11144 216 0,'-3'-16'372'0,"0"3"-9"16,0 2-33-16,2 1-34 0,-4 1-24 0,1 2-29 0,-2 3-30 16,1 1-15-16,-2 3-22 0,7 0-14 15,-16 13-2 1,5-2-7-16,0 6-7 0,-5 6 6 0,2 4-22 16,-1 1-13-16,4 2-6 0,-1 2-5 0,1 1-10 0,3 0-9 15,2 4-2-15,-3-6-7 0,5 1-7 16,4 0-15-16,1 2 3 0,6-3-6 0,-2 0-4 15,8-5-10-15,-1 2-10 0,7-7-24 0,4 0-31 0,1-2-18 0,0-6-17 16,-1-4-25-16,7-2-25 0,0-2-39 0,-6-4-59 16,10-2-53-16,-1-8-64 0,-5 0-232 0,1-1-605 0,-1-5 267 15</inkml:trace>
  <inkml:trace contextRef="#ctx0" brushRef="#br0" timeOffset="140897.88">11589 11315 189 0,'-8'0'244'0,"8"0"4"0,-14 6 0 16,6-4-16-16,-3 3-13 0,2 0-8 0,-2 6-5 16,4-5-14-1,-1 6-19-15,0-4-18 0,1 4-6 0,0-1-22 16,4 0-15-16,1 2 2 0,3-2-17 0,-1-1-12 0,3 2-6 16,1-2-3-16,0 0-8 0,4-2-7 0,0 0-11 15,2-3-1-15,-2-1-1 0,3 2-10 0,-2-3 3 0,5-1-5 16,-6-3 9-16,2 0-16 0,-1-3-2 0,-1-1 2 15,-1-1-1-15,0 1-8 0,-3-6-3 0,0 2-4 16,0-4 2-16,-3 3-3 0,-2-3 8 0,-3 0-14 0,0 0 0 16,0-3 8-16,0 4-16 0,-3 1-1 0,0 0-3 15,-1 4-16-15,0-2-9 0,-2 2-15 0,1 2-21 16,4 3-17-16,-4 1-23 0,9 1-31 0,-9 2-34 0,9-2-41 16,-4 5-36-16,1-2-199 0,3 5-486 15,3-2 215-15</inkml:trace>
  <inkml:trace contextRef="#ctx0" brushRef="#br0" timeOffset="141081.82">11838 11399 219 0,'5'-5'220'0,"1"2"-17"15,1-1-20-15,1 0-16 0,4 0-14 0,-1 1-16 16,0 0-13-16,5 0-13 0,-1 2-11 0,4-2-8 15,-5 2-12-15,2-1-11 0,-1 2-44 0,0 0-39 16,-1 0-47-16,1-1-53 0,-4 1-169 0,2-2-306 0,1 2 136 16</inkml:trace>
  <inkml:trace contextRef="#ctx0" brushRef="#br0" timeOffset="141282">12196 11228 28 0,'0'0'357'0,"-2"-5"-7"0,2 5-16 16,0 0-32-16,-2-3-29 0,2 3-25 0,0 0-23 16,0 0-8-16,0 0-2 0,0 0-17 0,-2 17-13 15,2-10-10-15,0 0-22 0,0 2-16 0,0 3-12 16,0-1-8-16,2 2-11 0,0 1-9 0,3 3-11 0,-3-4-10 16,5 2-26-16,0 1-29 0,-2-3-42 0,2 3-40 0,4-4-61 15,-2 0-86-15,1-2-94 0,-3-1-259 0,6-1-606 16,-2 0 268-16</inkml:trace>
  <inkml:trace contextRef="#ctx0" brushRef="#br0" timeOffset="141632.77">12598 11085 114 0,'-1'-5'364'0,"0"1"-7"0,-1-1-16 16,2 5-25-16,-1-5-26 0,1 5-28 0,0-4-27 16,0 4-24-16,0 0-27 0,0 0-15 0,0 0-12 0,12 7-18 15,-8-2-12-15,3 2-15 0,0 2-7 0,0 0-21 16,0 4-5-16,-3 1-9 0,2 3-5 16,-2-5-3-16,2 5-6 0,-1 1 1 0,-1 1 16 15,-1-2-25-15,-1-1 0 0,-1 1-7 0,-1-1 3 0,2-1-5 16,-2-4-3-16,0 1-2 0,3 3 4 0,-3-4-3 0,0-3 2 0,3 3-4 15,-2-4 2-15,2 4-2 0,-2-6-2 0,8 1 6 16,0-1-8-16,3 0-1 0,2-1-1 0,8-3-7 16,-1 2 2-16,11-3 0 0,-2-1-13 0,-1-2-3 0,4 1-24 15,-3-4-40-15,3 0-27 0,-1 0-29 0,-2-4-30 16,-4 3-39-16,-5-2-54 0,0 0-42 0,5-8-61 16,-8 5-211-16,2 0-596 0,2-7 264 0</inkml:trace>
  <inkml:trace contextRef="#ctx0" brushRef="#br0" timeOffset="142234.69">13232 11202 55 0,'-8'-2'106'0,"8"2"15"0,0 0 16 16,0 0 21-16,-15 4 4 0,12-3 4 0,-4 3-8 0,2 0 0 15,4-1 4-15,-2 3-2 0,-2 0-8 0,0 0-4 16,1 4-3-16,4-3-5 0,-1 4-13 16,-2-3 2-16,3 4-9 0,0-1-9 0,0 0-12 0,3-2-8 15,-2 1-5-15,2-1-11 0,1 0-3 0,-1-3-7 16,1 5-7-16,-1-5-4 0,0-1-6 0,4 2-1 0,-1-4-7 0,0 0 0 15,0 1-7-15,2-3 1 0,-1 1-4 0,0 0-4 16,1-2-4-16,-8 0-1 0,10-4-2 0,-5 1-3 16,1 0-1-16,-1-1-6 15,-1-3-1-15,0 1-1 0,-1 0-2 0,2-2-2 16,-3 2 1-16,-1-6-2 0,3 6 0 0,-8-6 0 0,8 4-4 0,-8-5 3 0,4 3 3 0,0 1-4 31,-1 2 10-31,-1-1-6 0,1 1 2 0,1 1 7 16,-4 1 2-16,4 0 2 0,0 1-3 0,-1 0 0 15,1 4-4-15,0 0-4 0,3-6-6 0,-3 6 4 0,0 0-1 16,6-1 5-16,-6 1-7 0,0 0-1 0,11 8 1 0,-7-4 5 16,3 2-3-16,-2 1 2 0,2 2-4 0,1-1-1 15,-2 2 0-15,3-1 0 0,-5 1-1 0,0 2 0 16,3-3 0-16,0 2-5 0,1 1 2 0,-4-3-1 16,0 1-1-16,0-1 1 0,3 0-2 0,-4-3 1 15,-3-1 4-15,1-1-3 0,2 0 6 0,1-3 0 16,-4-1 1-16,0 0-2 0,0 0 1 0,0 0 0 15,12-7 0-15,-9 3 8 0,1-4-9 0,2 0 16 16,0-1 25-16,0-3 11 0,-2-2 2 0,4 0 15 16,-1 5 9-16,1-6 6 0,-3 4 9 0,1-2-5 15,-2 0-7-15,3 3-11 0,-2 1-5 0,-1-1 1 0,3 4-7 16,-4 0-9-16,0-1-1 16,-1 3 0-16,1 0-17 0,1 3-6 0,-4 1-2 15,0 0-2-15,12 5-6 0,-5-3 3 0,-4 3-4 0,1 2-3 16,4 2 0-16,-3-2 1 0,2 1-7 0,0 2 5 15,1 0-5-15,3-3-5 0,-5 2-2 0,3 1-8 16,-3-5-7-16,4 2-13 0,-3-1-16 0,-1-2-8 16,-1-3-18-16,-1 2-21 0,4 0-22 0,-4-3-40 15,-4 0-50-15,7 1-43 0,-7-1-67 0,7-4-302 0,-7 4-665 0,3-5 295 16</inkml:trace>
  <inkml:trace contextRef="#ctx0" brushRef="#br0" timeOffset="142535.94">13749 10812 247 0,'-5'-2'466'0,"-2"0"14"16,1 1 7-16,2 0-22 0,0-2-40 0,0-1-41 15,4 4-35-15,0 0-19 0,0 0-16 0,0 0-23 16,14 8-26-16,-5-3-24 0,3 4-23 0,2 4-17 0,4-3-16 16,-3 5-15-16,6 6-15 0,1 2-8 0,0 1-17 15,2 3-10-15,-5 4-11 0,1 1-11 16,-1 14-12-16,-6-12-10 0,-5 1-13 16,-1 15-26-16,-8-12-55 0,-9 9-53 0,-9 3-53 0,-2-1-86 15,-9 0-64-15,-11 2-66 0,-4-4-100 0,-23 23-404 16,-2-7-914-16,18-25 405 0</inkml:trace>
  <inkml:trace contextRef="#ctx0" brushRef="#br0" timeOffset="143859.54">7824 12526 87 0,'3'-5'289'0,"-3"-1"-15"0,0 2-25 0,0 4-31 15,0 0-23-15,0 0-20 0,0 0-18 0,0 0-14 16,10 17-13-16,-5-5 6 0,0 8-12 16,9 4-13-16,-2 7-6 0,2 2 2 0,3 2-2 0,8 12 1 15,-2 2-8-15,0 1-4 0,3 1-12 0,-2-2-1 16,0 1 1-16,-1-1-16 0,-3 0-7 0,-1 2-4 16,2 4-5-16,-1 1 18 0,-5-3-3 0,3 1-9 0,-5-3 2 15,2 0 8-15,-4-3-2 0,-3-10-4 0,0 1-7 31,2-2-5-31,-7-3 0 0,2 0-9 0,-2-3-2 0,0-3-3 16,-3-8-5-16,1-1 1 0,-1-6-2 0,0 0-2 16,0-3-8-16,0-2-4 0,0-2-1 0,0 0-2 0,0-4-27 15,0-2-18-15,0 0-32 0,0 0-28 0,0 0-32 16,0 0-56-16,0 0-54 0,7-17-54 0,-6 10-244 16,2 0-577-16,0 0 255 0</inkml:trace>
  <inkml:trace contextRef="#ctx0" brushRef="#br0" timeOffset="144342.2">7045 13989 2 0,'-38'3'317'0,"8"-1"-21"15,8 3-19-15,2-4-22 0,6 0-22 0,6 1-23 16,8-2-10-16,0 0-1 0,0 0 0 0,46-10-11 15,-3 3-16-15,53-8-14 0,9 2-12 0,5-2 5 0,14-1-21 16,6 1-15-16,8 1-2 0,14 2-13 0,10 1 34 16,6-1-16-16,8 1-18 0,5 0-3 0,3 3-6 15,11 0-12-15,-3 3-7 0,1 5-7 0,-1 0-8 0,5-3-6 16,-1 3 0-16,-8 3-9 0,-3-1 0 0,-4-1-7 0,-6 3 2 31,-2 2-6-31,-9 0-3 0,-4-1-4 0,-11 2 3 16,-5 0-4-16,-9 1 0 0,-4-2-5 0,-9 2-2 15,-2-3-1-15,-12 0-5 0,-8 2-14 0,-29-6-17 0,-2 3-22 0,-1-4-25 16,-2 2-19-16,-7 2-20 0,-3-7-25 16,-17 3-36-16,-1 2-43 0,-4-4-47 0,-11 1-57 15,-5-1-241-15,-6 0-602 0,-9 0 266 0</inkml:trace>
  <inkml:trace contextRef="#ctx0" brushRef="#br0" timeOffset="153337.12">9678 14357 113 0,'0'-3'339'15,"0"3"5"-15,0-8-13 0,-1 4-17 0,1 4-35 16,0 0-23-16,0-6-28 0,1 2-21 0,-1 4-25 16,0 0-22-16,0 0-19 0,0 0-11 0,0 0-15 0,0 0-4 15,0 0-19-15,11 9-13 0,-7-4-3 0,0 1-6 16,2-1-7-16,-1 3-11 0,-1-1-1 0,4 0-6 15,-4 2-6-15,-1-4 1 0,4 4-6 0,-6-2-6 0,3 0 0 16,-1 0-5-16,0-1 1 0,2 1-11 0,-5-4 5 16,4 3-6-16,-2-2 4 0,0-1-1 0,-2 1-1 15,0-4 6-15,0 0 11 0,2 5 23 0,-2-5 25 0,1 3 19 16,-1-3 14-16,0 0-3 0,0 0-10 0,0 0-6 16,0 0-8-16,0 0 0 0,0-13-14 0,0 7-4 15,1 1-5-15,-1 1-6 0,0-1-7 0,2-2-4 16,-1 2-6-16,-1 0-3 0,0-1-2 0,3 2-11 15,-3-2 3 1,0 6-4-16,4-6-2 0,-4 6-8 0,1-2-15 16,-1 2 0-16,6-2-7 0,-6 2 2 0,0 0-3 0,0 0 2 15,12 3-10-15,-8 1-4 0,0 1-3 16,-1-1-4-16,3 1-5 0,-1 1 0 0,-1 0-3 16,1 1-3-16,-1 2 1 0,1 0-12 0,-1-3-1 0,-2 0 6 0,4 1 4 15,-5-1-5-15,2-2 12 0,-2 0 5 0,0 0 6 16,-1 0 16-16,0-4-13 0,3 5 6 0,-3-3 9 15,0-2 8-15,0 0-2 0,0 0-2 0,0 0 13 16,0 0-3-16,0 0 1 0,4-9-1 0,-1 3 9 0,-3 2 1 16,3-1-4-16,0-1 0 0,-2-1 6 0,4 2 1 15,-5 0-1-15,4 2-4 0,-4-2 1 0,3 0-3 0,-3 5 0 16,1-5-1-16,2 3-7 0,-3 2-5 0,4-3 0 16,-4 3 3-16,7-1-3 0,-7 1-3 0,0 0-3 31,11 6-12-31,-10-3-11 0,3 1-16 0,0-1-15 0,-1 4-9 15,3-1-20-15,-5-1-7 0,3 2-7 0,-2 0-5 16,3 2-14-16,0-2-26 0,-2-1-33 0,1-1-35 16,0 2-39-16,-1-1-39 0,4-3-235 0,-2 0-572 15,3 0 254-15</inkml:trace>
  <inkml:trace contextRef="#ctx0" brushRef="#br0" timeOffset="154628.2">10188 14408 88 0,'-4'-4'254'0,"-3"1"-4"15,6-1-6-15,-6 0-12 0,4 2-17 0,-3-1-14 16,0 2-16-16,6 1-16 0,-12-1-20 0,5 1-15 0,-2 0-14 0,-1 0-10 0,2 2-14 16,1 0-8-16,-4 1-9 0,3 2-8 0,-1 1-7 15,-1 1-2-15,-1 0-10 0,3 1-10 0,0-1-1 16,1 2-3-1,3 0-1-15,-3 0-9 0,3-1-3 0,0 2-2 16,3-3-1-16,-1-1-2 0,1 0-1 0,1 1-5 16,0-2 5-16,3 0-1 0,-2-3 2 0,3 1-6 0,-1 0-2 15,-3-3-1-15,12 0-2 0,-12 0 0 0,11-5 1 16,-6 2-3-16,4 0-1 0,-3-4 2 16,2 1-2-16,-1 0 0 0,-1 0-2 0,3-2 2 0,-5 1 1 0,3 1 9 15,-5 2 21-15,2-1 7 0,0 0 12 0,-1 1-9 16,3 1 4-16,-6-3-9 0,1 4-2 0,-1 2-4 15,3-4-6-15,-3 4-6 0,4-3-10 0,-4 3-1 16,3-2-2-16,-3 2-4 0,0 0-11 0,0 0-7 0,7 9-8 16,-6-6-8-16,2 2-3 0,-2 0-20 0,2 0-10 15,4-1-6-15,-6 3-13 0,3-2-15 0,-2 0-4 0,2 0-8 16,1 0-4-16,-2-3-8 0,1 2 1 0,-3-2 3 16,-1-2 10-16,10 4 14 0,-10-4 5 0,5 0 8 31,-5 0 13-31,0 0 0 0,10-5 12 0,-9 2 2 0,2 1 11 15,2-2 6-15,-3-1 11 0,3 0 23 0,-1 0 9 16,-1 0 7-16,1-1 1 0,2 1 4 0,0-1-1 16,-2 0 2-16,2 3 4 0,-1-2 0 0,1 1-2 15,1 0 0-15,-1 1-2 0,0 1-8 0,-1 1 5 16,2-2-6-16,-7 3 1 0,12 0-5 0,-6 0 1 0,-6 0-4 16,11 4 5-16,-6-2-2 0,-1 3-4 0,1-3 0 15,-1 3 0-15,-4 0 1 0,2 1-2 0,-1-1-2 0,1 1 0 16,-4-1 3-16,1 0 4 0,-2 0-1 0,2 0-6 15,-1-1 4-15,1 0-2 0,-3 0 1 0,4-4 14 16,-1 5 10-16,1-5 1 0,0 0-6 0,0 0-3 0,0 0-4 16,0 0 0-16,1-14-2 0,2 7-2 0,1 1-3 15,1-4 0-15,2 1 1 0,0 1-3 0,2-2 0 16,-2 1-2 0,0-1 1-16,-1 1-2 0,-1 0-1 0,0 3 4 0,-1-2-4 15,-1 3 3-15,-2 1 15 0,4-2 0 16,-3 1 0-16,-2 5-4 0,0-5-4 0,0 5-4 0,0 0-2 15,0 0 2-15,0 0-3 0,0 0-3 0,0 0 2 16,0 0 0-16,-12 10-3 0,11-2-2 0,-1-3 1 16,4 5 1-16,-2-4 0 0,2 5-3 0,-2-2 3 0,3 3-3 15,3 4 2-15,-2-3-1 0,1 4-1 16,6-1 0-16,-4-2 0 0,2 1 2 0,1 1 0 0,1 2-1 16,1-3 3-16,-3-2-6 0,0 2 3 0,-1-4-3 0,-3-1 1 15,1 1 0-15,0-1 4 0,-3-1-5 0,1-2 5 16,-2 0 41-16,-4-2 13 0,2 0 14 0,-4 0 2 15,1-2 3-15,-3-1 1 0,-1 1 0 0,-1-3-4 0,2 1 0 16,-6-2-6-16,1-1 3 0,3-1-5 0,-4-4 1 16,2 4-9-16,2-5-4 0,1 0-5 0,-1 1-2 15,1-3-5-15,3 1-7 0,0-3-14 0,4 0-4 16,0 1 2 0,1-3-18-16,2 2-11 0,4 1-6 0,5-5-6 15,-1 2-4-15,-1 5-5 0,3-5-2 0,-3 6-10 16,-1-1 2-16,2 3-4 0,1 0 1 0,-2-1-3 0,1 1 1 15,0 1 3-15,-2 0 4 0,-1-1 2 0,-2 4 5 16,1-2 3-16,-3 3 5 0,1-2 1 0,-2 1 4 16,2-1 1-16,-5 3 4 0,4-5 0 0,-1 4 4 15,-3 1 7-15,3-4-4 0,-3 4-1 0,4-3 2 16,-4 3 3-16,0 0 2 0,0 0-2 0,0 0-1 16,1-3-3-16,-1 3 3 0,0 0-3 0,0 0 0 15,0 0 3-15,0 0-1 0,0 0 2 0,0 0-2 0,0 13 2 16,3-7-2-16,-3-2 2 0,0 1 0 15,0-1 0-15,1 3 6 0,4-2-6 0,-4 0 0 16,4 2 0-16,-2-2-1 0,-2-1 0 0,3-1 0 0,-2 0 0 16,3 1-1-16,-2-2 2 0,-3-2 5 0,5 2-5 15,-5-2 4-15,0 0-2 0,0 0 2 0,15-5-2 16,-12 2 1-16,-2-1-1 16,3 2 2-16,-1-3 3 0,-1 0 6 0,-1-1 19 0,2 1 9 15,-2 2 8-15,0-4 2 0,3 2 6 0,-4 1 10 16,6-1 5-16,-5 1-6 0,2-1 5 0,-2 1-14 0,2 0-10 15,-2 2-1-15,-1 2-11 0,7-4-1 0,-4 1 1 16,-3 3-6-16,12-1-8 0,-6 0 9 0,-6 1-13 16,11 1-11-16,-5 0-22 0,1 1-18 0,-7-2-22 15,11 2-24-15,-3 0-29 0,-4-1-36 0,3 0-46 0,-3 0-44 16,-4-1-53-16,8 3-213 0,-8-3-545 0,0 0 241 16</inkml:trace>
  <inkml:trace contextRef="#ctx0" brushRef="#br0" timeOffset="154775.5">10668 14254 114 0,'-1'-1'236'16,"1"1"-29"-16,-4-5-22 0,4 5-25 0,0 0-44 15,-7 0-66-15,7 0-75 0,0 0-150 0,0 0-187 16,0 0 83-16</inkml:trace>
  <inkml:trace contextRef="#ctx0" brushRef="#br0" timeOffset="155583.04">11188 14190 118 0,'-1'-7'326'0,"-1"1"-6"16,-1 1-15-16,1 0-15 0,-2-1-27 0,-1 4-27 0,0 1-26 16,5 1-20-1,-13 3-25-15,3 7-10 0,4-3-12 0,-7 7-15 0,2 4-6 16,-1 5 6-16,1 3 5 0,0 2-18 0,3 0-11 16,-2 2-6-16,5 2-15 0,2 0-7 0,2-3-6 0,-2 2-2 15,7-1 4-15,-1 0-19 0,4-4-1 0,1 1-7 16,3-3 0-16,-2-5-14 0,10 3-18 0,-5-5-7 15,5-2-24-15,0 3-29 0,1-7-37 0,1-2-36 0,-3 0-44 16,2-4-58-16,0-1-48 0,2 0-270 0,-7-4-585 16,-1 0 259-16</inkml:trace>
  <inkml:trace contextRef="#ctx0" brushRef="#br0" timeOffset="156133.51">11483 14374 150 0,'-3'-4'278'0,"2"1"-8"0,1-4-3 0,-4 3-12 15,4 0-5-15,0 4-11 0,-5-3-11 0,5 3-14 16,-2-5-23-16,2 5-19 0,-1-5-25 0,1 5-21 15,0 0-11-15,0 0-8 0,0 0-17 0,0 0-5 16,1 16-9-16,-2-10-7 0,2 2-7 0,1 1-5 16,-2 3-3-16,1-1-8 0,3-1-9 0,-3 5-2 15,3-4-4-15,-4 1-3 0,2-1-5 0,0 0 0 16,1 0-4-16,-2-4-4 0,1 1-2 0,-1-1-8 0,3 0 2 0,-1-3-2 0,-1 0-3 0,0 0 6 16,2-3 1-16,-4-1-1 0,7 4-2 0,-7-4-1 15,8-5 1-15,-1 2 1 0,-3-2-5 0,1 1-1 16,-1-1 5-16,2-2-2 0,-2 2 1 0,0-1 1 15,0 0 0 1,-1-1-4-16,1 3-7 0,-3 0 6 0,3 0-1 16,-1-1 5-16,1 4-8 0,-4 1 1 0,6-3-2 15,-6 3 0-15,0 0 0 0,12 4 0 0,-7-2-2 16,-2 2 1-16,4 0 1 0,-3-1 1 0,4 2 2 16,0-1-4-16,-2 2 3 0,1-1 1 0,-1 0 2 15,4 0 2-15,-5-1-1 0,-1-2 6 0,3 2-7 0,-3-3 3 0,2 1 1 16,-6-2 0-16,9-2-5 0,-9 2-3 0,8-6 9 15,-5 1-3-15,0 0 0 0,-2-2 1 0,1 1 0 16,-2-3 4-16,0-2-3 0,-2-1-4 0,2 1 2 0,-1 0 1 16,-3-2 0-16,1 1-5 0,3-1 0 0,-3 0-27 15,1 2-26-15,0-1-24 0,2 6-28 0,-3-2-47 0,1 1-45 16,0 1-55-16,0 4-251 0,0-3-546 0,2 5 241 31</inkml:trace>
  <inkml:trace contextRef="#ctx0" brushRef="#br0" timeOffset="156330.05">11907 14437 84 0,'0'0'347'0,"0"0"-14"0,0 0-25 0,0 0-27 15,0 0-26-15,0 0-21 0,0 0-23 0,0 0-28 16,0 0-13-16,-17-4-18 0,17 4-22 0,0 0-8 15,0 0-28-15,0 0-31 0,0 0-25 0,0 0-28 16,0 0-44-16,0 0-50 0,0 0-63 0,0 0-73 16,8 11-202-16,-4-10-457 0,4 1 202 0</inkml:trace>
  <inkml:trace contextRef="#ctx0" brushRef="#br0" timeOffset="156823.05">12219 14326 104 0,'0'0'168'0,"0"0"-5"16,0 0-2-16,0 0 0 0,0 0-1 0,0 0 0 15,0 0-4-15,0 0-7 0,0 0-4 0,0 0-6 16,0 0-5-16,-20 3-7 0,20-3-4 0,-13 3-3 16,4-2-3-16,-2 2 0 0,1 0-5 0,-9 3-1 15,3 0-9-15,-2-2-2 0,2 1-3 0,-2 0 1 16,-1 0-11-16,6 0-14 0,-1-1-1 0,0 2-12 16,5-1-3-1,1-3-7-15,0 3-8 0,2-2-2 0,2-1-3 0,1 2 0 16,3-4-5-16,0 0 1 0,11 8-6 0,0-6 4 15,4 0-3-15,8-2-5 0,0 0-9 0,2-2-6 16,8 1-12-16,1 0-1 0,-3 1-22 0,0-3-14 16,-1 3-3-16,0-1-16 0,-8 0-11 0,-1 0-2 0,-4-1 6 15,-2 1 0-15,-3-2 10 0,0 2 2 16,-5 0 7-16,1-1 6 0,-4 1 3 0,0-1 7 0,-4 2 1 16,2-4 2-16,-2 4 4 0,-6-5 2 0,-2 1 5 0,-2-3 1 15,0 2 5-15,-4 3-2 0,-1-4 5 0,3 1 1 0,-8 0-3 16,3 2 3-16,4-4-16 0,-1 2-29 0,-4 0-29 31,6 0-24-31,-1 1-25 0,4-1-29 0,2 1-42 16,0 0-145-16,2 2-376 0,0-2 167 0</inkml:trace>
  <inkml:trace contextRef="#ctx0" brushRef="#br0" timeOffset="157037.3">12143 14243 116 0,'0'0'229'0,"0"0"-18"16,0 0-15-16,-14 6-10 0,13-2-3 0,1 1-9 16,-2 0-3-16,1 3-5 0,-2-1-11 0,3 6-14 15,2-2-9-15,-1 2-10 0,3 5-6 0,0 0-11 16,0-1-11-16,2 2-10 0,3 2-6 0,-3-1-6 0,0-1-8 0,3 1-6 0,-1-1-10 16,1 0-21-16,-2-1-23 0,0 2-28 0,-1-3-34 15,4-2-45-15,-6-2-41 0,0-2-49 0,1 1-209 16,-4-5-435-16,2 0 192 0</inkml:trace>
  <inkml:trace contextRef="#ctx0" brushRef="#br0" timeOffset="157403.87">12436 14283 71 0,'-1'-4'308'0,"1"4"-13"0,0-5-7 0,0 5-9 15,0 0-14-15,0 0-5 0,0-5-15 16,0 5-17-16,0 0-15 16,0 0-24-16,0 0-16 0,0 0-19 0,0 0-14 0,0 0-21 15,0 0-21-15,0 0-9 0,0 0-7 16,0 0-7-16,-3 18-3 0,3-11-7 0,0-1-7 0,-1 4-18 15,-4 0 2-15,5 3 6 0,-2 0-11 0,0 0 3 0,-2 5-10 16,2-2-1-16,-2 2-6 0,5 0-1 16,-1 0 9-16,0-5-9 0,3 3-5 0,-1-3-2 15,2 1-4-15,0-2-16 0,5-2-10 0,-2-2-19 16,1-1-27-16,6 1-19 0,-2-5-32 0,4-1-35 0,1 0-28 16,3-2-33-16,-1-4-31 0,0 1-23 0,0-2-20 15,-2-4-144-15,1 0-461 0,-1 0 205 0</inkml:trace>
  <inkml:trace contextRef="#ctx0" brushRef="#br0" timeOffset="157605.81">12793 14323 79 0,'0'0'236'0,"-4"-5"-8"16,4 5-8-16,-7-3-15 0,7 3-15 0,0 0-17 16,-10 1-10-16,10-1-9 0,-9 4-11 0,4-1-11 0,-1 1-11 15,1 2-14-15,-4 0-12 0,0 4-7 0,2-3-8 0,0 2-7 16,-1 0-8-16,0 4-4 0,-2-2-5 0,5 1-8 15,-5-1-3-15,1 0-16 0,-1 1-19 0,4-2-25 32,-5-1-25-32,5 1-35 0,1-1-30 0,-2-2-35 0,3-3-31 15,1 0-32-15,-3-2-139 0,2 0-371 0,4-2 164 16</inkml:trace>
  <inkml:trace contextRef="#ctx0" brushRef="#br0" timeOffset="157772.86">12593 14382 188 0,'0'-5'212'15,"0"1"10"-15,1 1-7 0,-1 3-11 0,0 0-24 16,0-8-19-16,0 8-17 0,0 0-12 0,4-1-12 16,-4 1-12-16,0 0-10 0,10 9-14 0,-5-4-5 15,1 2-8-15,-1-1-5 0,3-1-5 0,-2 6-8 0,3-4-3 0,-2 1-7 16,1 2 0-16,1-2-9 0,1 1-15 0,-2 0-46 16,-1-3-51-16,0 2-48 0,1-4-49 0,0-2-189 0,-1 1-394 15,-1-3 174-15</inkml:trace>
  <inkml:trace contextRef="#ctx0" brushRef="#br0" timeOffset="158040.2">12786 14219 290 0,'0'0'342'0,"-4"-5"-25"0,4 5-21 0,0 0-27 16,-1-4-24-16,1 4-12 0,0 0 7 0,0 0-9 0,5 12-9 15,-1-8-13-15,0 1-5 0,4 2-12 0,1 1-15 16,0 0-12-16,2 1-5 0,1 4-25 16,-1 0-18-16,0-4-17 0,-2 1-1 0,4 3-11 0,-3 0-7 0,0 2-9 15,-4-4-6-15,-1 2-4 0,2 4-20 0,-6-1-22 16,-1 1-43-16,0-3-31 0,-5 1-46 0,-3 1-28 16,2-1-26-1,-4-4-32-15,1 1-34 0,2-2-59 0,-1-1-48 0,-4-1-208 0,0-2-577 0,1 2 256 0</inkml:trace>
  <inkml:trace contextRef="#ctx0" brushRef="#br0" timeOffset="160348.77">13175 14342 34 0,'0'0'334'0,"0"-6"-15"0,0 2-10 0,0 4-12 15,-3-7-17-15,3 3-24 0,0 4-16 0,0 0-24 16,0 0-21-16,0 0-18 0,0 0-25 0,0 0-6 16,0 0-23-16,0 0-12 0,-1-3-9 0,1 3-10 15,0 0-9-15,0 0-9 0,0 0-8 0,0 0-4 16,0 0-4-16,0 13-10 0,0-13-7 0,0 5-3 16,0-5 1-16,1 5-7 0,-1-5-4 0,0 4-6 15,0-4 1-15,3 5-3 0,-3-5-2 0,1 1 4 16,-1-1-7-16,0 0 1 0,0 0-8 0,0 0-8 0,0 0-15 15,0 0-14-15,0 0-18 0,0 0-22 16,0 0-18-16,0 0-23 0,0 0-23 0,-14-7-30 16,14 7-42-16,-6-2-37 0,2-1-42 0,4 3-168 0,0 0-490 0,-10 0 216 0</inkml:trace>
  <inkml:trace contextRef="#ctx0" brushRef="#br0" timeOffset="160850.63">13276 14238 127 0,'-6'-1'239'0,"6"1"-25"0,0 0-17 0,0 0-21 16,0 0-17-16,0 0-10 0,0 0-12 0,-11 6-9 15,11-6-17-15,0 6-6 0,0-6-14 0,0 6-6 16,2-2-8-16,-2 0-7 0,2 0-7 15,2 0-3-15,2 1-5 0,-2-3-8 0,-1 0-3 0,1 1-2 16,2-1-8-16,0 0 3 0,-6-2-4 0,12 0-6 16,-12 0-1-16,10-2-3 0,-3 2 0 0,-3-5-4 15,1 3 1-15,-5 2 8 0,8-4 15 0,-3 1 10 16,1 1 7-16,-5 0 4 0,2-1 10 0,1 0 5 16,-4 3 7-16,6-3-5 0,-6 3-4 0,4-4-12 15,-4 4-9-15,0 0-6 0,1-3-6 0,-1 3-6 16,0 0-4-16,0 0-1 0,11 8-4 0,-7-4-4 15,2 1-2-15,0 0-3 0,1 4 2 0,3-1-13 16,-2 0 7-16,0 3-3 0,-1 0 2 0,5 3-5 0,0 2 11 16,-2-4-18-16,1 5 6 0,-2 1-4 0,2-1 0 15,1 1 0-15,-3-1-1 0,0-2-5 0,-4 3 3 16,2-3 4-16,-3-1-3 0,-1-2-6 0,0-2 9 0,-4 2 3 16,1-4 10-16,-2 4 17 0,-1-6 11 0,2 3 10 15,-2-1 7-15,-4-3 13 0,2-1 0 0,-3 0 9 16,0 1-7-16,-3-2-1 0,0-2-12 0,0 1-3 0,-2-2-6 15,0-2-6-15,0 2-12 0,-1-3 1 0,2 1-21 16,-3-1-30-16,1-2-36 0,2-1-31 0,4 1-35 16,-3-1-31-16,4-1-43 0,-1 3-63 0,4-5-60 15,1 0-299-15,-1 1-660 0,4-2 292 0</inkml:trace>
  <inkml:trace contextRef="#ctx0" brushRef="#br0" timeOffset="161151.21">13526 14129 88 0,'4'-6'309'0,"-4"6"-35"15,0-2-24-15,0 2 15 0,0 0-1 0,11 6 0 16,-3 2-5-16,0 0 6 0,6 4 3 0,-1 0-9 15,5 2-22-15,-3 1-13 0,8 3-18 0,-3 1-24 0,1 2-13 16,-2-2-21-16,0 0-11 0,0 1-13 0,-3-4-11 16,-1 1-9-16,-1-1-14 0,-2 2-8 0,-2 0-8 0,1 0-9 15,-6 0-8-15,-1 0-13 0,-4 0-42 0,0-1-38 16,-7 2-37 0,3-4-42-16,-11 3-31 0,2-1-36 15,-10 4-46-15,-3-4-58 0,3 0-56 0,-6 0-228 16,1-6-616-16,0 2 272 0</inkml:trace>
  <inkml:trace contextRef="#ctx0" brushRef="#br0" timeOffset="195590.43">12634 13910 102 0,'0'0'176'0,"0"0"0"0,0 0-5 0,0 0-1 16,0 0 0-16,0 0-3 0,0 0-5 0,0 0-4 16,0 0-3-16,0 0-3 0,0 0-4 0,0 0-12 15,0 0-6-15,0 0-7 0,0 0-5 0,0 0-6 16,0 0-8-16,0 0 0 0,0 0-10 0,0 0-2 16,0 0-5-16,0 0-6 0,0 0-4 0,0 0-7 15,0 0-4-15,0 0-4 0,0 0-5 0,0 0-6 0,0 0 3 16,0 0-14-16,0 0-1 0,0 0 4 15,0 0 0-15,24 0 8 0,-8 0-21 0,5-2 4 16,12 1-4-16,-1-3-2 0,5 0-5 0,2 0 1 0,18-4-4 16,3 3-3-16,3-2-10 0,1-1 9 0,2-2-2 15,3 3-2-15,-1-7 0 0,-2 4 0 0,2 0 14 16,-7-1-15-16,3 2-8 0,-7-1 6 0,-2 2-4 0,-16 0 10 0,-3 0-8 0,-4 1-4 16,-1 0-5-16,-7 1 6 0,-4 1 0 15,-1-2-2-15,-4 6 9 16,-3-3-6-16,2 1-3 0,-6 1-6 0,3-1 5 0,-6 0-1 0,4 1 3 0,-4 1-6 0,0 1-5 31,-5 0-7-31,7-3-16 0,-7 3-14 0,6-1-12 16,-6 1-26-16,0 0-23 0,0 0-28 0,0 0-34 0,0 0-25 15,7-1-43-15,-7 1-30 0,0 0-198 0,0 0-501 16,0 0 221-16</inkml:trace>
  <inkml:trace contextRef="#ctx0" brushRef="#br0" timeOffset="197913.83">12812 14100 61 0,'1'-5'277'0,"1"0"-2"0,0 1-10 0,1-1-10 15,1 1-7-15,1-2-10 0,0 0-3 0,0 1 8 16,-1-1-15-16,2 5-3 0,-2-3-18 0,2 0-4 16,-3 1-13-16,1 0-24 0,-4 3-16 0,7-2-15 15,-7 2-2-15,10 0 2 0,-5 4 9 0,3-1-16 16,-4 3-9-16,6-1-19 0,-2 5 17 0,6 2-3 0,-5-4-6 16,7 6-9-16,-3-2-9 0,6 1-11 15,-1 0-4-15,6 3-8 0,0 2-7 0,1 0-3 16,-7-7-8-16,7 8-6 0,1 0-2 0,0-4-2 0,-5 3-4 15,0 1-8-15,-6-4 0 0,6 5-3 0,-4 1 1 16,-6-5-5-16,-4 5-1 0,0-3 0 0,-2 1-4 16,-5 1 2-16,-4 0-3 0,1 0 0 0,-7 6 0 15,-3-2-2-15,-6-2-2 0,0 2-2 0,-4-3 2 16,0-2-3-16,-3 1 2 0,4-2-12 0,-4-2-23 16,7-3-21-16,2-2-21 0,-2 2-20 0,6-7-25 15,1-1-40-15,4 3-33 0,0-1-33 0,0-2-54 16,5-2-80-16,-1-2-347 0,4-1-757 0,0 0 335 15</inkml:trace>
  <inkml:trace contextRef="#ctx0" brushRef="#br0" timeOffset="200745.93">7015 13077 275 0,'-3'-6'321'0,"3"-2"-2"0,-1 0-28 0,-2 1-6 15,3 0-4-15,-1 1-8 0,1 2-6 0,-3 0-12 16,3 4-32-16,0-6-27 0,0 6-25 0,0 0-20 15,0 0-16-15,0 0-11 0,0 0-11 0,16 7-11 16,-10-2-6-16,2 3-12 0,0 1-13 0,-1 4 0 16,3 3-5-16,-2-3 4 0,1 4-18 0,-2-1-4 15,0 0-18-15,0 1 9 0,-2-2 0 0,-1 3-10 16,-1-1 4-16,0-7-11 0,1 3 1 0,-3 0 1 16,-1 0-5-16,1-2-4 0,2-1 1 0,-3 0 0 15,0-3-7-15,0-2 1 0,3-2-6 0,-2 0-3 16,1 1-3-16,3-2 3 0,-5-2-2 0,8-1-14 15,-1-2-8-15,3-1-3 0,2 0 3 0,-1-4 5 16,-2 2 0-16,6 0-1 0,-4-2 0 16,4 0 9-16,-4 1 4 0,0-1-6 0,2 0-2 0,-3 3-2 15,-2-2 7-15,0 5-11 0,-1-1 7 0,-2 1 2 16,1 1 4-16,-2-1-9 0,-4 2 7 0,0 0 1 16,9-1-1-16,-9 1 7 0,0 0-3 0,0 0 0 15,10 4-1-15,-10-4 5 0,0 2 1 0,0-2-5 16,0 0 0-16,1 5 4 0,-1-5-7 0,0 0 8 15,3 2 1-15,-3-2-2 0,0 0-2 0,0 0 3 16,0 0 6-16,0 0-5 0,7 1 0 0,-7-1 5 16,0 0-6-16,9-8 5 0,-7 5-4 0,0-2 1 15,4-1-2-15,-2 1 0 0,0 0 3 0,-2-4 0 16,4 5-2-16,-3-3 3 0,1 1-5 0,-3 2 0 16,1 2 2-16,-1-3 0 0,-1 5 2 0,4-6 0 15,-2 3 1-15,-2 3 9 0,1-4-20 0,-1 4 8 16,0-5-9-16,0 5 2 0,0 0-6 0,0 0 5 15,0 0-2-15,0 0-4 0,0 0-1 0,8 10 10 16,-3-6-17-16,-2 0-3 0,0 1 1 0,1-1 2 16,0 1 0-16,0 1 0 0,2-2 1 0,-2 0 2 15,-2 1 1-15,4 0 3 0,-2-3-3 0,-1 1 4 0,-1 0 5 16,3-2-2-16,-5-1 2 0,0 0-1 0,0 0 4 16,10-1 1-16,-10 1-2 0,6-4 4 0,-2-1-1 15,-3 0 7-15,2 1 8 0,0-1 15 0,-2-4 14 16,-1 4-1-16,4 0 0 0,-2-3 2 0,-1 3 15 0,0-1-4 15,1 1 1-15,3 0-12 0,-4 1 0 16,1 0-3-16,-2 4-12 0,2-5 0 0,-2 5-9 16,4-3-3-16,-4 3-2 0,7-1 0 0,-7 1-3 0,0 0 1 15,15 2-23-15,-8 0-36 0,-2 3-27 0,2-3-35 16,4 4-37-16,-3-4-54 0,1 2-56 0,0 0-54 16,3-1-267-16,-1 1-625 0,1-1 277 15</inkml:trace>
  <inkml:trace contextRef="#ctx0" brushRef="#br0" timeOffset="201193.95">7837 13022 101 0,'-10'0'331'16,"10"0"-20"-16,0 0-25 0,0 0-20 0,0 0-9 15,0 0-3-15,0 0-9 0,0 0-21 0,22-8-17 16,-10 7-19-16,0-2-17 0,2 1-14 0,8-4-19 16,-2 2-11-16,3 0-20 0,-2 0-4 0,-1-1 9 15,-1 0-26-15,4 1-14 0,-4 0-8 0,0 2-11 16,0-1-1-16,-8 2-50 0,3 0-32 0,-6 1-35 15,-1-3-30-15,-3 3-28 0,-4 0-31 0,0 0-36 16,4 4-38-16,-4-4-42 0,0 0-191 0,-18 4-497 0,6-1 221 0</inkml:trace>
  <inkml:trace contextRef="#ctx0" brushRef="#br0" timeOffset="201860.98">7649 13045 17 0,'0'-4'273'16,"-3"2"-5"-16,3 2-8 0,0-7-10 0,0 7-12 16,-3-4-8-16,3 4-12 0,-1-5-11 0,0 1-22 0,1 4-9 0,-4-6-6 15,4 6-13-15,0-4-7 0,0 4-12 0,0-5-11 16,0 5-6-16,2-6-11 0,-2 2-14 0,0 4-4 16,0-4-20-16,0 4 3 0,2-5-4 0,-2 5-15 15,0 0 1-15,1-4-13 0,-1 4-9 0,0 0-3 16,0 0-2-16,0 0 2 0,4-4-8 0,-4 4-5 15,0 0 4-15,9 0-11 0,-9 0 10 0,0 0-11 16,10 6 5-16,-6-4-12 0,0 3 6 0,1-3 2 16,0 4-5-16,2 0 3 0,-1 0 1 0,0-2-5 15,1 5 1-15,2-1-5 0,-3 1 2 0,0-1-7 16,-1-2 3-16,0 4 20 0,-1-2-19 0,3 0 1 16,-2-1-5-16,-1 5 1 0,-2-4 6 0,1-1-2 15,-3 1-4-15,0 0 1 0,-2-4-1 16,1 5 0-16,1-2 4 0,-3-2 7 0,0 2-8 0,-2 0 1 15,2-4 1-15,-4 2-1 0,3-2 1 0,0 2-1 16,-1-3 5-16,1 1-5 0,-2-2 0 0,0 1 15 16,1 0 5-16,5-2 5 0,-8 0 7 0,8 0 8 15,-8 1 7 1,8-1 2-16,0 0 7 0,-8 0 1 0,8 0-2 0,0 0-7 16,-5 4-4-16,5-4-3 0,0 0-8 0,0 0-3 15,0 0-5-15,0 0-10 0,0 0 5 0,0 0-2 16,0 0-3-16,0 0-4 0,0 0 1 0,0 0-7 15,21-5 7-15,-15 3-2 0,-6 2-5 0,13 0 4 16,-5 0-5-16,-1-1 2 0,1 2-6 0,2 1-29 0,-2-2-26 16,0-3-30-16,-1 3-29 0,1-1-31 0,0 1-33 15,-1 0-38-15,1 0-32 0,2-3-43 0,-1 3-50 16,0-1-224-16,4 0-609 0,-2 0 270 0</inkml:trace>
  <inkml:trace contextRef="#ctx0" brushRef="#br0" timeOffset="208339.31">10201 13761 162 0,'0'-4'285'15,"0"4"-9"-15,1-8-14 0,0 6-15 0,-1 2-8 16,0-7-15-16,0 7-8 0,3-3-26 0,-3 3-11 0,5-3-13 16,-5 3-5-16,0 0-7 0,0 0-5 15,13 4-22-15,-13-4-14 0,5 5-4 0,-1-3 7 16,-2 4-22-16,-1-2-7 0,2 3-8 0,-1-2-13 0,2 2-4 15,-4-1-7-15,4 1 0 0,-2 2-9 0,-1-2-22 16,-1 1-40-16,1 1-25 0,-1 3-33 0,-1-4-36 16,1 4-30-16,-1-1-34 0,-1-2-42 0,2 1-55 15,0-2-213-15,-1 1-524 0,1 2 232 0</inkml:trace>
  <inkml:trace contextRef="#ctx0" brushRef="#br0" timeOffset="208785.32">10168 14104 169 0,'0'0'304'16,"-2"5"-9"-16,2-5-7 0,0 4-9 0,0-4-11 16,0 5-13-16,0-5-2 0,2 6-27 0,-1-1-7 15,-1-5-17-15,3 6-27 0,-3-4 2 0,4 1-27 16,-3-1-18-16,6 4-7 0,-4-4-16 0,-2 1-5 0,6-2-19 16,-3 1-3-16,2 1-9 0,0 1-8 0,0-1-4 15,-1-2-11 1,-1 3-2-16,3-3-2 0,-1 0 0 0,0 0-15 15,1 1 3-15,-1-2-7 0,-6 0 0 0,0 0-2 0,11-4-1 16,-6 3-16-16,-5 1 12 0,4-5-3 0,-1 0-5 16,-2 0 2-16,-1 5-1 0,3-8 1 0,-5 2-13 15,1 1 12-15,-2 3-3 0,-1-3 0 0,1 1-7 0,-2-1-6 16,-3 2 12-16,0-1-39 0,-2 2-30 0,-2-1-28 16,0 2-33-16,-2 0-37 0,-1 1-48 0,-5 2-49 15,2-2-56-15,-6 4-250 0,3-3-608 0,-2 2 269 16</inkml:trace>
  <inkml:trace contextRef="#ctx0" brushRef="#br0" timeOffset="209285.9">9566 13804 250 0,'0'0'331'0,"-1"-5"-3"0,1 5-17 0,-1-3-18 0,1 3-18 16,0 0-25-16,0 0-24 0,0 0-25 0,0 0-17 16,0 0-24-16,0 0-14 0,0 0-17 0,0 0-9 15,4 11-13-15,-1-4-10 0,-2-1-8 0,3 3-11 16,-1-2-8-16,1 5-5 0,0-2-7 0,-4 3-6 16,4-3-4-16,0-1-42 0,-1 3-21 0,-2-1-35 15,2-2-37-15,0 2-40 0,-2-3-49 0,-1 0-48 0,1-1-67 0,-2-1-193 16,1 1-525-16,0-2 232 0</inkml:trace>
  <inkml:trace contextRef="#ctx0" brushRef="#br0" timeOffset="209571.37">9438 14140 126 0,'0'0'296'0,"0"0"-14"0,0 0-20 0,0 0-20 0,0 0-17 15,0 0-21-15,0 0-21 0,0 0-13 0,0 0-15 16,0 0-23-16,16-2-10 0,-16 2-15 0,13-1-16 15,-3 2-51-15,-2-1-64 0,3-2-67 16,2 1-70-16,1 2-233 0,-2 0-427 16,6 2 190-16</inkml:trace>
  <inkml:trace contextRef="#ctx0" brushRef="#br0" timeOffset="209772.13">9745 14173 7 0,'0'0'324'0,"-11"-5"-9"16,11 5-18-16,-7-1-24 0,7 1-25 0,0 0-31 16,0 0-20-16,-11 4-20 0,11-4-15 0,-4 5-16 0,3-3-16 15,0 2-9-15,-2 3-18 0,1-4-30 0,2 4-33 16,0 2-33-16,-2-4-43 0,0 4-40 0,2 0-47 16,-2-3-42-16,2 2-56 0,-2-2-149 0,1 2-400 0,-2-1 178 15</inkml:trace>
  <inkml:trace contextRef="#ctx0" brushRef="#br0" timeOffset="210324.04">8881 13864 273 0,'0'0'282'0,"-1"-3"-22"0,1 3-23 0,0 0-26 15,0 0-18-15,0 0-22 0,0 0-16 0,0 0-11 16,0 0 4-16,0 0-9 0,0 0-13 0,8 10-9 16,-4-5-8-16,-1 3-16 0,-1-2-7 0,1 3-11 15,1 2-7-15,0 0-5 0,1 1-6 0,-4-2-4 16,4 0-21-16,-4 1-27 0,-1 0-33 0,3 0-37 15,-3-1-36-15,0 5-52 16,2-7-58-16,-4 5-213 0,2-1-458 0,0-2 203 0</inkml:trace>
  <inkml:trace contextRef="#ctx0" brushRef="#br0" timeOffset="210525.73">8858 14259 283 0,'0'0'316'0,"0"0"-28"0,0 0-27 15,0 0-24-15,0 0-20 0,0 0-20 0,0 0-23 0,0 0-16 16,12-6-14-16,-12 6-17 0,13-2-12 16,-1 1-19-16,-3 0-45 0,6 0-60 0,-8 1-62 15,4-2-78-15,0 2-63 16,-2 0-159-16,2 0-401 0,-4 0 178 0</inkml:trace>
  <inkml:trace contextRef="#ctx0" brushRef="#br0" timeOffset="210874.68">9058 14238 193 0,'-1'-5'305'0,"1"5"-18"0,0 0-26 16,0 0-19-16,0 0-8 0,0 0-8 0,9-2-28 16,-2 2-13-16,-2-1-16 0,-5 1-19 0,13 0-13 0,-4 0-15 0,-9 0-10 0,10 0-12 15,-4-2-10-15,0 5-13 0,-2-2-5 0,0 0-8 16,1 4-3-16,-2-2-11 0,-2 2 4 0,1 2 4 0,-2-1 8 16,-2 1-2-16,0 0 1 0,-2-1-3 15,0 4 1 1,-2-2 1-16,1 2 4 0,-2-3 3 0,3 2 14 15,-3-1-14-15,-1-1-7 0,5-1-3 0,-1-1-9 0,1-3-8 16,-1 2 18-16,4-4-35 0,-1 4 5 0,1-4 5 16,0 0-15-16,0 0-5 0,0 0-28 0,18-5-33 15,-8 1-30-15,-4-2-28 0,4-1-29 0,-1 1-33 16,2 0-46-16,-3-1-53 0,2-1-47 0,-1 2-230 0,-3 0-584 16,-1 2 259-16</inkml:trace>
  <inkml:trace contextRef="#ctx0" brushRef="#br0" timeOffset="211494.81">8152 14287 273 0,'0'0'348'0,"0"0"-10"15,0 0-5-15,-12 0-9 0,12 0-7 0,0 0-28 16,0 0-20-16,0 0-29 0,0 0-24 0,0 0-21 0,0 0-19 15,0 0-17-15,0 0-20 0,0 0-7 0,19-8-20 16,-7 7-9-16,0-3-12 0,2 2-7 0,4-1-53 16,-2-2-47-16,3 0-43 0,-5 2-47 0,1 0-47 15,-4 1-57 1,3 0-67-16,-4-1-281 0,-2 3-605 0,4 0 267 0</inkml:trace>
  <inkml:trace contextRef="#ctx0" brushRef="#br0" timeOffset="211912.75">8420 14209 286 0,'-3'-2'271'0,"3"2"-18"0,0 0-27 0,0-7-21 0,0 7-22 15,0 0-17-15,5-4-16 0,-5 4-17 0,9-1-12 16,-9 1-14-16,0 0-8 0,14 4-12 0,-14-4-6 15,8 3-15-15,-2 2-2 0,-2-3-6 0,2 2-7 0,1 0-4 32,-6 2-4-32,2-1-4 0,1 0-5 0,0 3-4 15,0-1-1-15,0-1-5 0,-4 0-1 0,3 2-1 0,0-2-3 16,-2 0-2-16,2 3-6 0,0-4 3 16,-3 1 1-16,1 1-4 0,0-2-2 0,2-1 1 0,-1 1-2 15,1 0 1-15,-1-2-1 0,2 0 11 0,-3 1 11 16,3-3-3-16,-1 3 3 0,2-3 3 0,1 2 21 15,-1-2-8-15,-1 2 1 0,-4-3-5 0,10 2 2 0,-6-2-13 16,-4 0 4-16,1 3 4 0,-1-3-9 0,7 2 4 16,-7-2 11-16,0 0 4 0,4 4 3 0,-4-4 6 0,0 7 3 15,0-7-5-15,-1 3 1 0,-6 1-10 0,3 1 12 16,1 1-21-16,-2-1-5 0,-5 2-2 0,2-2-3 16,0 3-8-16,-3 0-30 0,0 0-36 0,-1-1-42 0,2 2-48 15,-3 3-66-15,3-5-76 0,-6 3-296 0,5-2-623 16,6-2 276-16</inkml:trace>
  <inkml:trace contextRef="#ctx0" brushRef="#br0" timeOffset="212531.73">10970 13722 135 0,'0'-3'365'0,"0"3"-11"16,0-7-9-16,0 7-4 0,0 0-18 0,-1-4-14 15,1 4-18-15,0 0-34 0,0 0-24 0,0 0-27 16,0 0-15-16,0 0-1 0,0 0-8 0,0 0-15 16,0 0-16-16,3 19-16 0,-2-11-13 0,2 1-9 15,1-1-12-15,0 2-13 0,-1 2-7 0,1 0-9 16,0 1-6-16,0-1-25 16,0 0-58-16,0 0-50 0,1 1-43 0,2 2-51 15,-3-3-57-15,-2 0-59 0,0-1-75 0,-2 1-258 16,2-1-661-16,1-1 294 0</inkml:trace>
  <inkml:trace contextRef="#ctx0" brushRef="#br0" timeOffset="212849.63">10989 14045 168 0,'0'0'394'0,"0"0"-19"0,0 0-12 0,0 0-27 0,0 0-24 15,0 0-32-15,0 0-20 0,0 0-34 0,0 0-15 16,0 0-17-16,0 0-23 0,0 0-25 15,0 0-1-15,3 10-27 0,0-5-5 0,1 0-20 0,0 5-5 16,0-3-6-16,0 0-25 0,0-1-60 0,0 0-33 16,0 5-32-16,-2-1-32 0,0 0-50 0,1-1-61 0,-1-1-70 0,-1-1-267 15,3 1-593-15,-3-1 263 0</inkml:trace>
  <inkml:trace contextRef="#ctx0" brushRef="#br0" timeOffset="213217.34">11535 13727 219 0,'-4'-3'372'16,"4"3"-23"-16,-3-3-36 0,3 3-32 0,0 0-28 16,0 0 12-16,0 0-26 0,0 0-21 0,0 0-25 15,9 14-24-15,-7-7-8 0,2-1-13 0,0 1-19 16,1 1-9-1,2 2-10-15,0 1-11 0,-2 1-1 0,2-3-18 16,0 3-17-16,-3-2-49 0,4 2-40 0,-4 0-41 0,0 1-54 16,1-3-70-16,0 0-78 0,-1 1-268 0,0-1-581 15,0-2 257-15</inkml:trace>
  <inkml:trace contextRef="#ctx0" brushRef="#br0" timeOffset="213618.96">12186 13747 326 0,'0'0'397'0,"4"-5"-21"0,-4 5-18 15,0 0-39-15,2-3-40 0,-2 3-3 0,0 0 9 16,0 0-20-16,12 8-26 0,-8-4-21 0,1 1-21 15,1 4-18-15,-1 0-18 0,-2 1-16 0,5 0-16 16,-5 3-16-16,6 1-8 0,-3 3-10 0,-2-4-41 0,1 3-63 16,1-1-52-16,-2 2-48 0,1 0-70 0,-3-4-90 15,3-2-83-15,-4 1-238 0,2-1-639 0,-3-2 283 16</inkml:trace>
  <inkml:trace contextRef="#ctx0" brushRef="#br0" timeOffset="214154.03">11603 14117 239 0,'0'0'405'0,"0"0"4"0,0 0-20 0,0 0-28 15,-18 5-26-15,18-5-10 0,0 0 0 0,0 0-25 0,0 0-24 16,0 0-25-16,0 0-20 0,25 1-26 0,-17-1-19 16,4-1-16-16,-1 2-19 0,1-1-13 0,2-1-17 0,-3 1-11 15,1 0-11-15,-3 0-13 0,2-1-2 0,-4 3-16 0,1-1-6 16,0 1-5-16,-5 2-6 0,1-3-2 15,0 2-15-15,-4 1-4 0,3 1 15 0,-3 1 13 0,-3 0-8 16,-1-1-1-16,0 2-5 0,1-2-7 0,-1 0 1 16,0 0-4-1,-1 0-4-15,1-1-2 0,1-1-8 0,2 0 3 16,-1 0-9-16,2-3 0 0,0 0-19 0,0 5-35 0,0-5-50 16,0 0-66-16,19-9-50 0,-9 7-45 15,-2 0-56-15,4 1-61 0,0-3-51 0,3-1-280 0,-1 2-756 16,2 0 335-16</inkml:trace>
  <inkml:trace contextRef="#ctx0" brushRef="#br0" timeOffset="214572.13">12080 14067 44 0,'0'0'301'0,"0"0"-10"0,0 0-25 16,0 0-15-16,0 0-18 0,-4-3-13 0,4 3-12 16,0 0-6-1,0 0-11-15,0 0-6 0,0 0-18 0,18 0-13 16,-18 0-12-16,9-1-6 0,-9 1-16 0,9 0-13 16,-9 0-11-16,12 0-7 0,-12 0-8 0,5 1-8 0,3 0-7 15,-4 1-4-15,1 1-10 0,1-2-2 0,-2 3-11 16,-1-1 0-16,1 1-2 0,-1 0-3 0,1 0 4 0,0 0-11 15,-1-2-2-15,1 2-10 0,-4-4 1 0,5 5-3 16,-4-1 1-16,2-1-1 0,0 1 3 0,1-1 1 16,0 0 4-16,-1-1 14 0,1 1 5 0,0 0-7 0,3-2-3 15,-7-1 2-15,5 4 1 0,-2-3-4 0,-3-1-9 16,8 2 3-16,-6 0 11 0,-2-2-14 0,6 2-3 16,-6-2-6-16,4 1-2 0,-4-1 3 0,0 0-4 0,4 4-1 15,-4-4 6-15,0 0-6 0,0 0 6 0,-8 8-24 16,0-5-39-16,0-2-34 0,-4 3-45 0,-7 5-55 31,0-2-55-31,0 1-71 0,-13 2-285 0,1 3-646 0,-3-3 286 16</inkml:trace>
  <inkml:trace contextRef="#ctx0" brushRef="#br0" timeOffset="-199361.06">10210 13839 45 0,'0'0'163'0,"0"0"-8"0,0 0-12 16,0 0-2-16,0 0 0 0,0 0-9 0,0 0 1 0,0 0-7 0,0 0 1 0,0 0-6 0,0 0-7 16,0 0-2-16,0 0-2 0,0 0-4 0,0 0-5 15,0 0-3-15,0 0-7 0,0 0-4 0,0 0-2 0,0 0-3 16,0 0-4-16,0 0-4 0,0 0-4 15,0 0-8-15,0 0-3 0,0 0 1 0,1-12-6 16,-1 12 2-16,0 0-3 0,0 0-1 0,0 0-7 16,0 0-2-16,0 0-7 0,4-5-1 0,-4 5-3 0,3-5 3 15,-3 5 8-15,0-6-6 0,1 0 3 0,1 3-7 16,-2-1 0-16,1-1-2 16,-1-1 5-16,3 0-4 0,-3-1 0 0,0 0 2 15,0 1 1-15,1-4 4 0,-1-1-6 0,0 1 3 16,0 0 5-16,3-2 1 0,-3-2 0 0,1 5 1 0,-5-8-4 15,3 5-5-15,1 0-2 0,1 0 1 0,-1-5-2 16,-1 3 0-16,1-3-11 0,-1 2 0 0,-1-3-1 16,1 6 1-16,1-4-8 0,-2 3 7 0,1-1-9 0,0-4 3 15,-1 4 3-15,-2 1-5 0,4 0 4 0,-5-1 7 16,5-3 12-16,-1 5 0 0,-2-1-3 0,2 0 0 16,1-1-12-1,-2 5 6-15,-1-5-6 0,3 3-4 0,-1 0 8 16,-2 2-6-16,3-1 3 0,0 2 3 0,0-2-7 15,-1 2-5-15,-2-2 4 0,3 2-1 0,0-2-3 0,-1 2-3 16,1 2 3-16,0-4-2 0,0 5-1 0,-3-2-2 16,3-2 2-16,0 4 1 0,0-2 0 0,0-1-4 15,-3 0 1-15,3 2-4 0,0 0 6 0,0-1-7 0,0 2-1 16,-4-1 3-16,4 2-1 0,-1-3-4 0,1 2-1 16,0 0 8-16,-3 0-7 0,3-3 4 0,0 2-3 15,-1-1 1-15,1 1 3 0,0 1-2 0,1-2 2 0,-1 1-10 16,0-2 13-16,-1 2-5 0,1-2-1 0,1 2 0 15,-2 1 0-15,2-2 0 0,-1-2 2 0,0 3 3 0,3-1-2 16,-3 0 4-16,0 2-3 0,0-3-5 0,0 1 3 16,0 3 1-16,-3 0-7 0,3-1 2 0,0 5 1 15,0-7 7-15,0 7-5 0,0-6-9 0,0 6 10 0,-1-4-4 32,1 4 3-32,0 0 1 0,1-5-6 0,-1 5 2 15,0 0 1-15,0 0 5 0,0 0-9 0,-1-5 7 16,1 5 1-16,0 0-1 0,0 0-1 0,0 0 13 0,0 0-20 15,0 0 3-15,0 0 1 0,0 0 1 0,0 0 2 16,0 0 1-16,0 0-4 0,0 0 2 0,0 0-5 16,0 0 4-16,0 0-1 0,1-4 4 0,-1 4 3 15,0 0-7-15,0 0-1 0,0 0 6 0,0 0-5 16,0 0-2-16,0 0-23 0,0 0-41 0,0 0-28 16,0 0-46-16,0 0-54 0,0 0-67 0,0 0-80 15,0 0-266-15,0 0-660 0,0 0 292 0</inkml:trace>
  <inkml:trace contextRef="#ctx0" brushRef="#br0" timeOffset="-198015.14">10134 12949 36 0,'0'0'142'16,"0"0"-1"-16,0 0-6 0,0-4-5 0,0 4-2 0,0 0-4 16,0 0-4-16,0 0-3 0,0 0 2 0,0 0-8 15,0 0-3-15,0 0-3 0,0 0-1 0,0 0-11 16,0 0-3-16,-10-1-4 0,10 1 1 0,0 0-5 15,-8 0-6-15,8 0-9 0,-9 0-4 0,3-1 0 0,6 1-4 0,-14 0 0 0,5 0 3 32,-2 1-4-32,0-2 0 0,-2 1-3 0,-1 0-2 0,-1 1-5 15,4-1-3-15,-8-1-3 0,0 1 6 0,0 0-3 16,-1 1 0-16,2 0-2 0,-1-1 1 0,-3 2 0 16,0-2-3-16,2 2-3 0,-3-2 0 0,1 0-2 0,3 1 8 15,-1 1-6-15,-1 0 1 0,2-3 3 0,-1 2-6 16,-2-1-3-16,2 1-6 0,1-1 6 0,1 2-7 15,3-1 5-15,4-1-10 0,-1 2-3 0,-3-2 10 0,4 0-10 16,-1 0-4-16,1 0-1 0,4 1 0 0,-5-2-1 16,2 1 1-16,2 1-4 0,-4 0 1 0,2-2 6 15,2 2-10-15,-4-1 1 0,1 0 1 0,2 1-1 0,-1 2-3 16,-1-2-1-16,0 0 2 0,-2 1-5 0,0-1 4 16,1 0 2-16,0-1 0 0,0 4-4 0,-3-3 0 0,5 1 0 15,-3 0-1-15,-1 0 6 0,0 0-5 0,1-1 7 16,1 3-7-16,-2-4 2 0,0 1-4 0,2 0 0 15,0 1-3-15,1-2 8 0,-2 0-6 0,0 0 3 0,1 0 2 32,1 0 0-32,0 1 1 0,-1-1 2 0,3 0 2 15,-2-1 6-15,-3 1 3 0,6-2-3 0,-3 2 0 16,2-1-5-16,-4 0 2 0,4 1-1 0,-2 0 1 0,0-1-2 16,-1 1-1-16,-1-3 16 0,2 2-2 0,-1 1-3 15,1 0 2-15,0 0 3 0,-2 1-8 0,2-2-5 16,-1 2 0-16,2-2 5 0,-2 2-4 0,0-1 1 0,2-1 1 15,2 2-2-15,0-1-5 0,-3 0 4 0,3 0-2 16,1 0 5-16,-2 3 8 0,1-3-11 0,2 1-10 16,-4-1 17-16,1 0-13 0,2 0 0 0,0 1 8 0,-1-1-8 15,2 1-5-15,-3 1-2 0,2-2 8 0,7 0-1 16,-16 0-5-16,5 0 4 0,3 1-10 0,-1-2 8 0,2 2 1 16,0 0 0-16,-1-1 0 0,-3 0 2 0,11 0 4 15,-10 2-9-15,2-4 1 0,8 2-2 0,-12 2 3 16,12-2-11-16,-9 0 13 0,2 0-5 0,7 0 2 0,-10 1-5 31,10-1 9-31,-12 0-3 0,12 0-1 0,-10-1 4 16,10 1 3-16,-8-2 12 0,2 1 4 0,6 1-9 15,-10-1 3-15,10 1 1 0,-11-2 0 0,5 2-3 0,6 0 0 16,-12-1-3-16,6 1 3 0,-1-1-5 0,7 1-2 16,-14 0-3-16,5 1 5 0,3-1-2 0,-3 0-5 15,1-1 3-15,-1 2 0 0,1-1-5 0,-1 1 1 0,1-1-2 16,-2 0 3-16,-1 2-1 0,2-2 0 0,-1 0-7 15,-1 1-5-15,-1 0 23 0,1-1 12 0,2 2 3 0,-2-2 4 16,-3 0-1-16,6-2 7 0,-3 2-1 0,-1 0-7 16,0 0-2-16,2-1-4 0,-5 2 1 0,3-1-6 15,-1-1 8-15,1 1-1 0,0 0 8 0,-1-1-9 0,0 2 1 16,-3-2-7-16,5 1-2 0,-4 0 1 0,0 1-6 16,1-2 3-16,1 1-9 0,-1 0 8 0,-2-2-1 0,4 2-9 15,-3 0 6-15,1-1-2 0,-2 1 4 0,4-1-3 31,-2 3-5-31,-1-2-2 0,4 0 2 0,-1 0-1 16,1 2-7-16,0-4 6 0,2 4-13 0,1-1-22 0,-1 0-32 16,9-1-51-16,-12-1-44 0,12 1-47 0,-5 1-62 15,5-1-60-15,0 0-45 0,0 0-284 0,0 0-710 16,0 0 314-16</inkml:trace>
  <inkml:trace contextRef="#ctx0" brushRef="#br0" timeOffset="-195222.15">10153 13870 52 0,'-3'-3'178'0,"3"3"4"15,0 0-6-15,-5-6-17 0,5 6-4 0,0-4-8 16,0 4-6-16,0 0-5 0,0 0 0 0,5-6-5 15,-5 6-1-15,0 0-9 0,0 0-6 0,0 0-6 16,0-3-3-16,0 3-7 0,0 0-6 0,3-4-9 0,-3 4-6 16,0 0-5-16,0 0-11 0,0 0-5 0,0 0-1 15,0 0-9-15,0 0-4 0,0 0 0 16,0 0 20-16,0 0 3 0,0 0-1 0,0 0-4 0,0 0-3 16,13 6-6-16,-13-6-6 0,6-2-1 0,-6 2-7 15,12 2-3-15,-12-2-3 0,11-2 0 0,-5 0-9 16,-6 2-3-16,14 0-3 0,-8-2 6 0,-2 1-4 15,4-1-2-15,0 2-2 0,2 0 9 0,-3-1-11 16,-1 0-3-16,2 0-1 0,-1-1 7 0,0 1-9 16,0 0-3-16,1-1 5 0,2 2-5 0,-4-3 10 0,4 3-12 0,-2-3 2 15,-3 2 0-15,2-2 2 0,2 3-7 0,0-1 1 16,-1-2 3 0,-1 2-3-16,1 1 3 0,-8 0-2 0,16-2 4 15,-7 2-5-15,-4-3 2 0,9 2 0 0,-5 1 8 16,1-1-8-16,-4-1-5 0,3 1 4 0,-1-1-1 0,3 1 0 15,-2 0-2-15,-3 0 2 0,1 1 0 0,1-1 2 16,0-1-3-16,-1 1 1 0,-1 0 0 0,0 0 1 16,3-1-1-16,-9 2 0 0,11 0 2 0,-5 0-3 0,2 0 0 15,-8 0 2-15,13-1 0 0,-3 1-12 0,-6-1 12 16,-4 1 3-16,16 0-2 0,-9-1-3 0,0-1 4 16,-1 0-12-16,0 1 2 0,-6 1 10 0,14-1-1 0,-10 2-3 15,-4-1 2-15,15-2-3 0,-10 3-1 0,2-2 4 16,-1 2-1-16,-6-1 3 0,12 0-1 0,-12 0 0 0,9 1-6 15,-6-1 4-15,4 1 1 0,-7-1-1 0,11 2 3 16,-11-2-5-16,9 2 3 0,-9-2-1 0,8 1-2 16,-8-1 4-16,7-1 0 0,-7 1-1 0,11 1-1 15,-11-1-2 1,7 0 3-16,-3 1-1 0,-4-1 2 0,8 0 3 16,-1 1 0-16,-7-1-6 0,8 0 2 0,-2 2 0 15,-6-2-2-15,0 0 1 0,13-2 1 0,-13 2-1 16,7 2 0-16,-7-2-1 0,8 1 1 0,-8-1 0 0,8 1 0 15,0-1 1-15,-8 0-2 0,7-1 1 0,-7 1-1 16,11 0 5-16,-11 0-3 0,8 0-2 0,-8 0-2 16,14 0 4-16,-7 0-2 0,-7 0-2 0,9-1 1 15,-5 2 4-15,-4-1-1 0,14 0 1 0,-9 1-2 0,2-1 0 0,0 1 0 16,-7-1 2-16,11-1-1 0,-11 1 2 0,8 1-5 16,-3-1 3-16,-5 0 0 0,11 0-4 0,-11 0 3 15,8 2-2-15,-2-2 6 0,-6 0-8 0,8 0 3 0,-8 0-5 16,9 1 8-16,-9-1-1 0,10 1-6 0,-6-1 3 15,-4 0 5-15,12 0-3 0,-12 0-1 0,11-1 1 16,-4 1-1-16,-3 1-7 0,-4-1 8 0,14 0 2 16,-8 0 2-1,-6 0-2-15,12 0 2 0,-3 1-2 0,-4-1 8 16,-5 0-11-16,13 0 2 0,-8 1-1 0,2-1-1 16,-7 0-3-16,9 0 4 0,-3 2-2 0,1-2 5 0,-7 0-4 15,12 1 5-15,-7-1-3 0,-5 0-5 0,10 2 4 16,-10-2 3-16,12-2 0 0,-12 2-4 0,10 0 2 15,-6 2 0-15,-4-2-3 0,9 0 1 0,-9 0 2 0,10-2-3 16,-5 5 4-16,2-3-8 0,-7 0 10 0,10-1-9 16,-10 1 4-16,9 0-2 0,-9 0 3 0,9 0 1 15,-4 1-4-15,-5-1 1 0,9 1 2 0,-9-1 0 16,10 0 2-16,-5 2-4 0,-1-1 3 0,-4-1 4 16,13 2-4-16,-7-1 0 0,-2-1 0 0,-4 0-1 0,11 3-2 15,-7-3 0-15,3 1 1 0,-7-1 1 0,12 0 2 0,-12 0 2 16,10 0-1-16,-6 1-6 0,4-1 6 0,-3 2 0 15,-5-2-2-15,10 0-5 0,-3-2 4 0,-7 2-4 32,11 0 2-32,-11 0 3 0,11 0-2 0,-7 2 4 0,-4-2-2 15,11 1 0-15,-5-1 7 0,-6 0-11 0,10-1-1 16,-5 2 6-16,-5-1 0 0,9 0-3 0,-4 1-2 16,-5-1 6-16,9 2-4 0,-9-2 2 0,10 0 2 0,-10 0-6 15,8 0 3-15,-3 3-6 0,1-3 7 0,-6 0 6 16,8 1-7-16,-8-1 2 0,7 1-5 0,-7-1 1 15,11 1 1-15,-11-1 3 0,8 0-2 0,-4 1-3 0,-4-1 0 16,10 0 1-16,-10 0 1 0,9 2 10 0,-5 0-10 16,3-1 3-16,-7-1-2 0,8 0-2 0,-1 2 0 15,-2-1 1-15,-5-1 2 0,13 2-3 0,-8-2 6 0,-5 0-3 16,12-2-3-16,-6 4 1 0,1-2-1 0,1 2 1 16,-4-2-1-16,5 0 4 0,-3 2 0 0,-6-2-4 0,13 1 9 15,-5-1-8-15,-2 0 5 0,1 0-4 16,-2 1-1-16,2 1-2 0,1-2 3 0,-8 0 1 15,12 0-2 1,-5 0 1-16,1 0-1 0,-8 0 0 0,13 0 1 0,-8 2 2 16,2-2-2-16,2 1 2 0,-9-1-3 0,14 0 1 15,-4 0-1-15,-4 0 1 0,4 0-2 0,-2 0 3 16,0 0 1-16,-1 0-4 0,1 0-3 0,-1 0 6 0,2-1 3 16,-9 1 0-16,14-2-6 0,-9 2 2 0,1-1 0 15,3 0-1-15,-9 1 1 0,10 1 3 0,-5-1 1 16,-5 0-6-16,10-1 0 0,-2 0 2 0,-8 1 2 0,7 0 0 15,0 1-1-15,-7-1-1 0,7 0-2 0,-7 0 3 16,7 1 0-16,-7-1-3 0,7 1 3 0,-7-1-4 16,7 2 4-16,-7-2-1 0,7 0 2 0,-7 0-5 0,9 0 5 15,-9 0-3-15,10 0 1 0,-10 0-2 0,8 1 2 16,-8-1 3-16,11 0-9 0,-11 0 6 0,10 0 2 16,-5 1 10-16,-5-1-14 0,8 0-2 0,0 1 2 0,-8-1 1 15,11 0 0-15,-5-1 0 0,-6 1 3 0,12 0 1 31,-5 0-3-31,-7 0 0 0,13 1 2 0,-7-1-5 16,2 0 2-16,-1-1 0 0,-7 1 0 0,13 1 2 0,-6-1-1 16,1 0-1-16,-8 0-1 0,15 0 3 0,-9 0-4 15,-1 2 0-15,3-2 2 0,-8 0 2 0,14 2-1 16,-10-2 0-16,3 1 1 0,-2 1 2 0,-5-2-4 0,10 3-2 16,-5-3 3-16,-1 1-1 0,-4-1 3 0,12 1-3 15,-6-1 2-15,-2 1-2 0,-4-1 4 0,11 2-4 0,-6-1 3 16,-5-1-3-16,10 0 3 0,-10 0-1 0,10 0 1 15,-3 0 1-15,0 1-4 0,-7-1 3 0,11 3-3 16,-5-2 2-16,2-1-4 0,-3 1 4 0,-5-1 2 0,13 0-4 16,-8 0 0-16,2 3 1 0,-1-3-2 0,-6 0 12 15,10 1-10-15,-4-1-3 0,-1 1 4 0,3 2-2 16,-8-3-1-16,8 1 2 0,-4-1 0 0,3 0 9 0,-7 0-7 16,6 2-5-16,-6-2 3 0,9 1 0 0,-9-1 0 31,6 2 3-31,-6-2-5 0,0 0 5 0,9 0-2 15,-9 0 0-15,0 0-1 0,4 2 0 0,-4-2-4 0,0 0 5 16,0 0-1-16,0 0-5 0,10 1 3 0,-10-1 9 16,0 0-6-16,0 0-2 0,0 0 0 0,0 0 2 15,0 0-4-15,0 0 3 0,1 2 1 0,-1-2-3 0,0 0 5 16,0 0 0-16,0 0-3 0,0 0 1 0,0 0-1 16,0 0-2-16,0 0 9 0,0 0-7 15,0 0 0-15,0 0-2 0,0 0 3 0,0 0-3 0,0 0 0 16,0 0 4-16,0 0-1 0,0 0 1 0,0 0-4 15,0 0 0-15,0 0 1 0,0 0 1 0,0 0 0 16,0 0 3-16,0 0-2 0,0 0 2 0,0 0 0 16,0 0 1-16,10-1-5 0,-10 1 3 0,0 0 2 15,0 0-1-15,0 0 0 0,0 0-2 0,0 0 1 16,5 1 6-16,-5-1-10 0,0 0 1 0,0 0-13 0,0 0-33 0,0 0-46 0,0 0-69 16,0 0-74-16,-12 5-316 0,5-3-597 0,7-2 265 31</inkml:trace>
  <inkml:trace contextRef="#ctx0" brushRef="#br0" timeOffset="-125946.06">17386 12718 7 0,'4'-12'297'0,"0"-5"-4"0,-4 4-4 0,3 3-12 16,-3-4-13-16,1 2-19 0,-5 0-3 0,4 0-5 0,-3 2-9 15,1 2-12-15,-5-1-5 0,4-1-6 0,-2 1-4 16,-1 4-15-16,-2 0-18 0,0-2-15 0,-3 2-19 16,1 3-12-16,0 1-12 0,0-2-15 0,-4 3-7 15,4 1-7-15,-4 1-13 0,-1 0 0 0,6 4-8 16,-4-2-5-16,0 0-1 0,2 3-5 0,-4-1-2 15,8 0-4-15,-2 2 0 0,0-2-9 0,0 4-1 16,6-3-5-16,-1 1 5 0,0 0-8 0,4-1-4 16,0 2-1-16,4 1-5 0,2 2 4 0,-1-5-4 0,10 7-2 15,-1-3 2-15,2 0-1 0,0-1-2 16,5 1-1-16,-2 0 0 0,5 5-2 0,-5-5 0 16,0-1-2-16,-4 1-1 15,4 2 0-15,-5-1-2 0,1 1-3 0,-3-2-1 16,-5 1-2-16,2-1-2 0,-3 0 2 0,-2 1 5 15,-3-1-1-15,-1-1-4 0,0 2-4 0,-1-2 0 16,-5 0 1-16,-1-1 2 0,-2 0-5 0,-2 0-2 0,0-1 5 16,-5-3-1-16,1 3 0 0,-4-1 5 0,-1-3 2 15,2-1-8-15,3-2 7 0,0 1 3 0,0-2-4 0,3-2-3 16,0 2-7-16,3-3-16 0,1-1-4 0,3 2-7 16,-2 1-27-16,3-5-34 0,1-1-42 0,3 2-37 0,3 0-29 15,2 0-36-15,5-2-41 0,2 1-31 0,6-2-26 16,-2 3-184-16,3 0-569 0,0 2 252 0</inkml:trace>
  <inkml:trace contextRef="#ctx0" brushRef="#br0" timeOffset="-124614.63">17562 12996 36 0,'4'-2'207'0,"2"-2"-12"15,-2-1-9-15,3 0-9 0,0-1-12 0,-1 2-5 16,4-4-8-16,-2-1-3 0,1-1-5 0,1-3-7 16,1 0-1-16,-1 2-4 0,1-4-3 0,0 0-15 0,-3 0-7 15,0-3-6-15,0 1-12 0,-2-3-2 0,-1 2-9 16,1-1-9-16,-1-2-4 0,0 3-10 0,2-1-5 16,-7 0-3-16,0 2-1 0,0 5 6 0,0 0 0 0,-3 0-4 15,3 2 6-15,-2 1 7 0,-1 1-2 0,-2 5-6 16,3-4 1-16,-2 3-9 0,-1 2-6 0,5 2 8 15,-11 0-11-15,11 0 1 0,-18 5-5 0,9 0-1 0,-2 1-4 16,3 3-5-16,-1 3 0 0,2 0-4 0,-2 2-3 16,5 3 3-16,-1 0-2 0,0 2-7 0,1-1-3 15,4 1 0-15,0-1-6 0,0 2 7 0,6-4-13 16,-2 2-10-16,0-5-6 0,7 3-4 0,-2 2-2 16,1-3-6-1,-1-5-8-15,-2 0-5 0,4-1 2 0,-4-1 0 0,4-2 1 16,-3 0-4-16,0-1 4 0,-1 0 3 0,0-3 4 15,-2-1 3-15,2 2 3 0,1-2 5 0,-1-1 1 16,0 0 2-16,-7 0 3 0,9 0 4 0,-9 0 0 16,7 0 1-16,-7 0 2 0,8 1 0 0,-8-1-1 0,10 2 4 15,-10-2 1-15,7 2 3 0,-2 1-1 0,3 1 0 16,0 0 1-16,-1-1 1 0,1 0 0 0,3 2 2 16,1-1 2-16,-1 1 1 0,4 0 0 0,2 1 0 15,-4 0-3-15,-1-1 4 0,3-2-2 0,-5 0 0 16,2-1 0-16,-1 2 3 0,-4-2 1 0,1-2-2 0,-4 0-2 15,-4 0 3-15,12-4 6 0,-8 1 2 0,-4-1 2 16,3 1 6-16,-3-3 1 0,-3-3 1 0,2 3 3 0,-6-3 2 0,4 0 4 16,-5-1 5-16,3 1-2 0,-3-1-3 0,1 2-2 31,-4-1-2-31,2 0-1 0,0 2-5 0,-3 0 3 16,1 2-6-16,2-1-3 0,1 3-1 0,1-1-9 0,1 1-20 15,1 2-22-15,-1 0-18 0,6 1-16 0,-8-1-23 16,8 1-19-16,0 0-21 0,0 0-20 0,0 0-15 15,19 3-16-15,-10-3 2 0,3 3-4 0,3-1 6 0,0 0 10 16,5-1 14-16,-5 2 7 0,1-3 19 0,-1 1 16 16,-2-1 10-16,-1-1 17 0,1 1 24 0,-3 0 26 15,2 1 32-15,-6-2 30 0,-6 1 36 0,11-1 28 16,-4-2 32-16,-2 2 18 0,-5 1 15 0,5-3 8 16,-5 3 4-16,6-1-12 0,-6 1-17 0,0 0-9 15,0 0-17-15,8 4-12 0,-7 0 33 0,-1 2 0 16,4 1-8-16,1 3-11 0,-2 1-11 0,0 2-2 15,1 4-3-15,2 2-9 0,-1 0-12 0,4 8 3 16,0 2-9-16,0-2-10 0,-3 2 7 0,4-3-14 16,0 1-6-16,-2 4-2 0,2-4-7 15,-1 2-2-15,-3-1-3 0,-1-7-5 0,3-4-2 16,-5 2-1-16,2-1-7 0,-2-5-4 0,0-1-22 0,-2-3-12 16,1-1-8-16,-2-4-2 0,-2 2-7 0,2-3-12 15,0-3-7-15,0 0-8 0,0 0-12 0,-15-11-12 16,7 0-14-16,1-1-14 0,-1-4 1 0,-3-2 1 15,3-9-19-15,-1 0-16 0,3 0-17 0,-2-1-13 16,3-4-11-16,-1 3 15 0,2 0 8 0,3 1 15 0,-2 2 33 16,2 5 31-16,-1 1 16 0,1-3 35 0,1 3 32 0,-2-1 28 15,1 2 28-15,1 1 25 0,0 1 17 0,0 0 19 16,0 4 5-16,0 1 18 0,1 1 11 0,1-2 6 16,-1 6 1-16,2-5 0 0,-2 6-3 0,2-3-12 15,0 3-14-15,2 0-11 0,-1 1-10 0,1 3-8 16,1-1-10-16,1-1-14 0,1 3-5 0,-2 0-8 0,3 2-4 15,1 0-3-15,-1 4-9 0,2-1-1 0,1 1-3 0,-2 1-6 16,1 3-1-16,-2-2-6 0,2 0 1 0,-3 4-1 16,2-1-8-16,-3 0 3 0,-2 3-5 0,2-3 1 15,-5 1-13-15,1-1-13 0,-3 0 3 0,0 0 0 16,-1 0-3 0,-2-2 2-16,-2-1-1 0,-2 1 1 0,-1-2-4 15,-2 2 6-15,-1-3-1 0,3 1 4 0,-3-2-2 0,1-3 4 16,1 0-1-16,2 1-1 0,-1-1 3 0,8-1 1 15,-9-3 0-15,9 3-4 0,-3-4 5 0,3 1-2 16,0 3 0-16,12-10-2 0,-4 4 2 0,2 0-6 16,8-3-4-16,-2 1 2 0,2 0 2 0,1 0 2 15,0-1-2-15,1 1 2 0,-2 0 2 0,1 1-4 16,-1-1 4-16,-1 0 2 0,-4 2 0 0,0 1 0 16,-2 0 4-16,-3-2-3 0,2 5 11 0,-6-4 8 15,1 4 17-15,-1-1 12 0,-1 2 20 0,-3 1 15 16,0 0 11-16,0 0 12 0,0 0 0 0,-14-3-4 0,14 3 2 0,-16 3 0 0,8 0-4 15,-2 0 6-15,0 4-8 0,1-1-2 0,3-2-12 16,1 4-7-16,0 1-5 0,-3-3-6 0,5 2-7 16,0 0-3-16,3 2-6 0,0-1-3 0,3 1-8 15,3-1-2-15,4 0-17 0,1-1-29 0,1-2-63 16,6 1-55-16,3-2-42 0,-2 0-56 0,1-2-65 0,10 0-83 16,-8-3-305-16,-2 0-735 0,5-3 325 0</inkml:trace>
  <inkml:trace contextRef="#ctx0" brushRef="#br0" timeOffset="-124228.47">18988 12735 86 0,'0'0'389'0,"4"-4"-2"0,-4 4-11 0,6-3-24 16,-5 1-30-16,3 0-20 0,3-1-26 0,-1 0-22 16,0 1-24-16,5-1-26 0,0 0-18 0,1 1-21 0,2-1-12 15,1 0-20-15,3-1-14 0,2 3-14 16,0 1-35-16,2-5-54 0,-2 3-53 0,2 1-48 16,-3 0-47-16,-4-1-50 0,-4 2-54 0,5-3-45 0,-3 2-248 15,-4-1-573-15,1 2 254 0</inkml:trace>
  <inkml:trace contextRef="#ctx0" brushRef="#br0" timeOffset="-124072.82">19143 12813 21 0,'-8'5'251'0,"3"1"-20"0,-1 0-17 16,3-4-12-16,1 3-12 0,0 1-5 0,2-6-14 15,6 6-14-15,-1-5-16 0,2 1-12 0,9 0-15 0,-2 2-20 16,5-2-60-16,4-4-74 0,-1-1-82 0,1 1-207 15,6-4-357-15,2-2 159 0</inkml:trace>
  <inkml:trace contextRef="#ctx0" brushRef="#br0" timeOffset="-123571.99">20547 12224 192 0,'3'-4'364'0,"-2"-1"1"16,2 2-7-16,-2-1-10 0,-1 4-16 0,0-6-27 15,0 6-23-15,0 0-27 0,-5-5-24 0,5 5-6 16,0 0-15-16,-13 11-22 0,4-5-12 0,-2 2-10 15,-3 2-17-15,0 1-12 0,-2 4-14 0,0-1-14 16,1 0-8-16,-1 2-10 0,-5 3-10 0,2 3-7 16,1-5-10-16,0 3-3 15,1-4-10-15,4-1-10 0,-3 0-35 0,3-2-37 0,1 2-31 16,5-5-31-16,0 0-29 0,0 1-37 0,3-5-30 16,0 0-26-16,0 1-25 0,4-3-32 0,0-4-23 15,7 1-33-15,-7-1-186 0,0 0-555 0,14-11 246 16</inkml:trace>
  <inkml:trace contextRef="#ctx0" brushRef="#br0" timeOffset="-123422.73">20329 12284 190 0,'0'-3'285'0,"-4"-2"29"0,4 1-3 0,0 4-12 16,-4-7-23-16,3 5-26 0,1 2-26 0,0 0 0 16,0 0-7-16,0 0-13 15,0 0-5-15,5 14-13 0,-1-7-20 0,-1 3-19 16,5 0-15-16,0 1-10 0,3 5-11 0,3-3-16 15,-1 3-4-15,1-1-19 0,2 2-30 0,3-3-49 0,2 6-33 16,1-1-50-16,-2 0-48 0,-2-5-56 0,6 0-82 16,-5-2-293-16,-4-6-617 0,4 4 274 0</inkml:trace>
  <inkml:trace contextRef="#ctx0" brushRef="#br0" timeOffset="-123103.68">20674 12522 253 0,'0'0'301'16,"0"0"3"-16,0 0 0 0,0 0 1 0,0 0 7 15,0 0-13-15,12 13-6 0,-7-9-18 0,2 3-17 0,-2-5-14 16,0 2-3-16,1 1-13 0,-2-1-24 0,0 1-14 16,-1 0-16-16,0 0-12 0,0-1-10 15,-1 2-7-15,-2-1 0 0,-2 0-12 0,-3 1-21 0,1 3-10 16,0-5-7-16,0 2-10 0,-1 0-15 0,-1-3-6 15,2 1-7-15,0 0-3 0,-1 0-5 0,2 0-5 0,0 0-8 16,3-4 1-16,-5 2-3 0,5-2-3 16,0 0-3-16,-3 2-4 0,3-2-13 0,0 0-29 15,0 0-30-15,0 0-40 0,30-6-33 0,-12-3-27 0,1 4-21 16,1-1-29-16,3 1-37 0,3-6-55 0,1 0-66 16,3 1-342-16,-5-3-755 0,1 0 334 0</inkml:trace>
  <inkml:trace contextRef="#ctx0" brushRef="#br0" timeOffset="-122901.97">21088 12349 125 0,'0'0'336'0,"0"0"-26"0,0 0-30 0,0 0-28 16,0 0-25-16,18-5-24 0,-6 5-19 0,-1 0-16 15,4-1-22-15,3 0-18 0,1 1-7 0,1 1-11 0,2-1-13 16,1-1-21-16,-1 3-46 0,-2 0-59 0,5-2-55 16,-4 2-65-16,11-6-55 0,-4 4-185 0,-4-1-419 0,-1-1 186 0</inkml:trace>
  <inkml:trace contextRef="#ctx0" brushRef="#br0" timeOffset="-122668.95">22043 12205 344 0,'5'-3'442'15,"-5"3"-1"-15,0 0-23 0,0 0-24 0,3-3-33 16,-3 3-35-16,0 0-33 0,0 0-33 0,0 0-28 16,0 0-24-16,0 0-26 0,0 0-16 0,-27 6-17 15,17-2-15-15,-2 2-13 0,-4 2-12 0,-2 2-9 0,3 0-19 16,-1 0-30-16,-2 4-43 0,-1-2-41 0,4 1-40 15,-2 2-32-15,1-2-21 0,0 0-13 16,1 3-18-16,0-4-30 0,4 1-31 0,1-2-44 0,0-1-35 0,5-4-241 0,-1 2-581 16,2-2 257-16</inkml:trace>
  <inkml:trace contextRef="#ctx0" brushRef="#br0" timeOffset="-122451.46">21825 12214 160 0,'0'0'346'0,"-1"-4"-20"0,1 4-27 16,-3-5-30-16,3 5-34 0,0 0-21 0,0 0-22 16,0 0-14-16,0 0 1 0,0 0-12 0,8 14-12 15,-1-8-17-15,3 5-12 0,3 1-10 0,1-1-11 16,4-1-10-16,7 7-14 0,-1-2-27 0,3-3-38 0,-3 2-44 16,5-3-64-1,-2 1-69-15,0-3-75 0,-9-2-253 0,5-3-530 16,-1 1 234-16</inkml:trace>
  <inkml:trace contextRef="#ctx0" brushRef="#br0" timeOffset="-122316.49">22314 12398 164 0,'0'0'208'16,"0"0"-1"-16,1 4-12 0,-1-4 5 0,1 7-12 16,-1-2-15-16,0 1-14 0,2 2-15 15,0 2-11-15,0 1-14 0,1 0-11 0,-1 8-12 0,0-6-6 0,3 5-8 0,-3 0-39 16,0 2-67-16,1-2-105 0,1 0-231 0,-7 0-389 31,2 1 172-31</inkml:trace>
  <inkml:trace contextRef="#ctx0" brushRef="#br0" timeOffset="-121874.88">20224 13117 287 0,'-12'3'351'0,"0"-2"-8"0,7 1-5 0,-5-2 2 16,10 0 6-16,0 0 22 0,0 0 8 0,0 0-20 15,49-2-35-15,7-2-28 0,6 0-31 0,43-2-26 16,4-2-21-16,6 0-19 0,9-6-23 0,11 5-17 16,-2 2-14-16,3-4-17 0,0 4-14 0,-5-5-7 15,-7 4-19-15,-2 2-23 0,-6-2-45 0,-6-3-71 16,-10 3-73-16,-31 2-50 0,-7 1-50 0,-1-1-63 16,-6 3-67-16,-19-2-74 0,-6 1-226 0,-11 0-712 15,-8 0 315-15</inkml:trace>
  <inkml:trace contextRef="#ctx0" brushRef="#br0" timeOffset="-121229.42">20827 13355 168 0,'0'0'201'16,"0"4"-18"-16,-3 0-18 0,3-4-12 0,3 5 12 16,-3-5-3-16,8 5-11 0,-5-1-16 0,2 0-10 15,4-2-11-15,0 2-14 0,3-3-8 0,1 2-7 16,0-3-6-16,-2 0-10 0,3 0-6 0,-2 0-7 0,0-2-4 16,0 0-5-16,-3-1-5 0,-3 1-5 0,3-1-4 15,-1 2 1-15,-2-3 18 0,-3 3 6 0,3-1 11 16,-6 2 3-16,9-1-4 0,-5 0-4 0,-4 1-7 15,0 0-8-15,0 0-8 0,11 1-7 0,-11-1-3 16,6 3 1-16,0 2-4 0,0 0-7 0,3 3-3 16,1 2-5-16,5 3 0 0,-3 2-2 0,3 2-3 15,-3 0 4-15,6 7-3 0,-2 0-1 0,-1 1 0 0,0 3 0 0,-1-2-5 16,-1 2 2 0,-4-3-4-16,0 2 6 0,-4-8-1 0,-5 1-2 15,2 0 22-15,-4-2 25 0,-3 0 17 0,1-2 21 16,-7-1 22-16,0-7 10 0,-5 2 25 0,-4-3 12 15,-1-2 8-15,-10-2 5 0,-1-3 2 0,-2-4 4 0,-2-4 15 16,3-2 11-16,-1-5-1 0,2-1-6 0,2-5-6 16,2-4-17-16,5-1-17 0,6-4-10 0,-1 1-22 0,8 2-8 15,2-4-28-15,8 3-30 0,4-1-38 0,6 1-42 16,3 2-54-16,9 5-43 0,3 3-76 0,3 3-44 16,4 2-32-16,-4 6-49 0,3 5-52 0,3 1-54 15,2 4-341-15,-6 2-832 0,1 5 369 0</inkml:trace>
  <inkml:trace contextRef="#ctx0" brushRef="#br0" timeOffset="-120899.43">21341 13692 253 0,'0'0'335'0,"0"0"-8"0,0 0-14 0,0 0-29 15,0 0-3-15,4 4-15 0,-1-2-5 0,1 2-13 16,3 0-20-16,-3 1-20 0,1-2-24 16,2 3-19-16,-3 0-19 0,1 1-16 0,-3-1-8 0,6 2-9 15,-4-2-17-15,-1 3-10 0,-2-1-6 0,1-2-3 16,-2 4-9-16,-2 0 1 0,1-3 8 0,-2 1-4 16,2-2-7-16,0 0-5 0,-2 3-1 0,1-5-3 15,-3 1 0-15,3 0 0 0,0-1-7 0,-1-2 0 16,3-2 2-16,-1 4 11 0,1-4 1 0,0 0-5 15,0 0-5-15,0 0-9 0,16-2-21 0,-5 0-26 0,2-2-26 16,5-4-40-16,1 2-33 0,2-1-38 0,-1 0-41 16,1-2-56-16,-1-1-87 0,0 0-68 15,5-5-250-15,-2-1-693 0,-7 1 307 0</inkml:trace>
  <inkml:trace contextRef="#ctx0" brushRef="#br0" timeOffset="-120677.45">21559 13546 39 0,'-4'-4'406'15,"-5"-1"-5"-15,4 1-11 0,-3 1-13 0,5 1-11 16,-1-1-22-16,4-2-42 0,0 5-33 0,3-6-25 16,1 3-28-16,3 2-31 0,4-4-32 0,8 3-37 15,1 0-45-15,3 0-39 0,7-1-33 0,1 2-43 16,3 0-43-16,-4-3-55 0,2 4-54 0,2-5-58 15,-3 4-52-15,-7 0-175 0,6-3-519 0,0-1 230 0</inkml:trace>
  <inkml:trace contextRef="#ctx0" brushRef="#br0" timeOffset="-120226.96">22134 13339 157 0,'-3'-4'256'16,"3"4"-19"-16,0 0-27 0,0 0-18 0,0 0-22 0,0 0-2 15,0 0 1-15,-2 12-7 0,2-12-7 0,2 5-4 16,-2-1-14-16,2 5-12 0,0-5-10 0,0-2-8 16,2 5-9-16,0-3-10 0,0 0-6 0,2-1-10 15,0-1-5-15,1 2-5 0,0-2-3 0,1-2-7 16,0 0-6-16,3-1-2 0,-1-2-4 16,0 1-4-16,3-1-5 0,-5-1 0 0,1-2-8 15,2-2 8-15,-4 3 28 0,2 1 12 0,1-4 16 16,-3 3 1-16,-1-1 10 0,0 1 9 0,1-2 7 15,-3 6 0-15,2-4-3 0,-1 2-11 0,1-2-10 0,-1 3-14 16,0-1-7-16,-1 2-9 0,3 0-7 0,-7 1-4 16,15 3-15-16,-3 4-1 0,-2 1-5 15,-2 1 1-15,4 6-7 0,-1 2 1 0,-4-1-7 0,4 4 2 16,-3 5 0-16,2 2-5 0,-5 1 0 0,3 2 0 16,-5 0-8-16,-3 0 13 0,-2-2-15 0,2-1 6 15,-4-7 0-15,-1 6 0 0,1-5 4 0,-1-3-5 16,0 1 8-16,-3-5 13 0,1-1 18 0,-6 0 25 15,-1-6 26-15,-2-1 12 0,2-3 22 16,-5-1 7-16,-1-2 4 0,6-4 2 0,-3-3-12 16,-1-2-6-16,0-2-4 0,6-2-8 0,-1-5-8 15,2-2-12-15,4-6-9 0,-2-1-10 0,9 0-45 16,0 6-37-16,7-5-58 0,4-1-73 0,1-2-89 0,9 5-80 16,1 4-81-16,8 1-91 0,-2 3-402 0,3 5-951 0,-1 4 421 15</inkml:trace>
  <inkml:trace contextRef="#ctx0" brushRef="#br0" timeOffset="-120059.69">22727 13693 14 0,'3'9'310'0,"-2"-3"15"16,-1 1 3-16,4 2-2 0,-4-3-1 0,2 1-3 16,-2 0-3-16,1 1-7 0,1 2-21 0,-1-2-22 15,3 2-24-15,-3-4-24 0,3 6-24 0,-2 0-20 16,-1-1-14-16,2 0-16 0,-2 0-41 15,-1-1-91-15,-1 1-81 0,-5-1-89 0,-2 1-119 16,0 1-380-16,-6-1-707 0,-5-1 314 0</inkml:trace>
  <inkml:trace contextRef="#ctx0" brushRef="#br0" timeOffset="-117975.79">8944 13867 205 0,'-2'-6'201'0,"2"6"-8"0,0 0-8 0,2-5-9 16,-2 5-7-16,0 0-10 0,0-5 5 0,0 5-9 15,-2-5-9-15,2 5-7 0,0 0-4 0,0 0-10 16,0 0-8-16,0-7-6 0,0 7-1 0,0 0 1 16,2-5-6-16,-2 5-10 0,0 0-10 0,-3-2-4 15,3 2-7-15,0 0-7 0,0-9-5 0,0 9-3 16,-3-3-5-16,3 3-4 0,0-5-5 0,0 5-6 15,-1-5-3-15,-2 2-4 0,3 3 1 0,-1-5-2 0,1 5-10 16,-2-6 1-16,2 6-2 0,0-5-4 0,0 5 1 31,0-7 0-31,0 7-5 0,-1-5-1 0,1 5 0 16,1-4 1-16,-1 4 6 0,0 0-14 0,0 0 3 16,0-5-5-16,0 5 6 0,0 0-4 0,0 0-4 0,0 0-1 15,0-5-1-15,0 5-3 0,0 0-4 0,0 0-8 16,0 0-1-16,0 0-1 0,0 0 4 0,0 0 2 15,-2 16-2-15,2-12 2 0,0 3-3 0,0-1-5 16,1 0 1-16,0 1-4 0,1-1 3 0,-1 2 3 16,2-1 0-16,-2-3 3 0,2 3-1 0,0 1 6 0,2-5-3 0,-1 2 2 15,0 0-1-15,-2 0-1 0,0-3 1 0,1 2 2 16,-3-4 2-16,7 5-3 0,-6-4 3 0,-1-1 6 16,3 3-3-16,-3-3 4 0,0 0 0 0,0 0-2 15,0 0 0-15,0 0-1 0,5-12 2 0,-5 12 1 16,-2-6 1-16,-1 1 1 0,0 0-3 0,2 0-2 0,-5-2 3 15,5 1 0-15,-3 1-1 0,1-2 2 0,0 1-2 16,1 0 3-16,-2 0 0 0,1 1-3 0,0-1 4 0,2 1 2 16,-3 2-2-16,1-1-2 0,3 4-1 0,-1-5-5 15,1 5 2-15,-3-4-17 0,3 4-24 0,0 0-13 16,0 0-15-16,0 0-20 0,0 0-15 0,0 0-32 16,0 0-15-16,7 11-22 0,-7-5-20 0,4 0-177 15,-4 2-406-15,1 1 180 0</inkml:trace>
  <inkml:trace contextRef="#ctx0" brushRef="#br0" timeOffset="-117236.54">8892 13915 42 0,'0'0'150'0,"0"0"-4"0,8-11 3 0,-8 11-6 15,0-5-3-15,0 5-7 0,-3-7 1 0,3 2-9 16,-2 0-6-16,-1-1-1 0,0 1-9 0,0 0-7 16,0-2 0-16,-1 1-8 0,-1 1-9 0,3-3 0 15,-4 3 1-15,5-1-5 0,-2 0 0 0,-1 1-6 16,1 1-8-16,-2 1-8 16,5 3-6-16,-3-7-6 0,3 7-6 0,-1-3-5 15,1 3-7-15,-2-4-5 0,2 4-2 0,-4-3-1 0,4 3-2 16,0 0-5-16,0 0-4 0,0 0 0 0,0 0 0 15,4 11-6-15,-4-4 4 0,3-1 0 0,0 1-2 16,-3 1 2-16,5-1-4 0,-2 4 1 0,0-1-2 16,-2 3 0-16,3-2 2 0,0-1-7 0,-1 0 1 15,0-2-1-15,0 1-4 0,-1 0 1 0,1 1 2 16,-1-3-3-16,1-2 1 0,-1 0-1 0,-2 0 5 16,1-3-1-16,0 3 1 0,1-1 0 0,-1-2 3 15,-1-2 1-15,1 4-1 0,-1-4-1 0,0 0 1 16,0 0 2-16,0 0-1 0,-2-15 0 0,0 11-1 15,2-4 0-15,0 0 2 0,-1 1 2 0,0-5-1 16,-1 1 2-16,-1-1 0 0,3 1-5 16,0 0 3-16,-2 0 2 0,2 0-2 0,0 3 1 0,-1 0-6 15,2 0 4-15,-1 5-3 0,0-4-1 0,0 3-3 16,0 4-23-16,2-4-10 0,-2 4-20 0,0 0-21 16,0 0-31-16,0 0-36 0,17 5-30 0,-10-1-29 15,-3 2-136-15,5-2-367 0,-1 4 164 0</inkml:trace>
  <inkml:trace contextRef="#ctx0" brushRef="#br0" timeOffset="-116397.97">9559 13755 164 0,'-3'-7'213'0,"3"7"-8"0,-3-5-6 0,3 5 1 0,-4-4-10 16,4 4-8-16,0-4-9 0,0 4-14 0,0 0-11 16,0-6-19-16,0 6-11 0,0 0-13 0,0 0-20 15,0 0-6-15,0 0-9 0,0 0-6 0,0 0-8 16,0 0-2-16,0 0-9 0,4 18-7 0,2-10 1 16,-4-1-6-16,5 4-2 0,-3-1-5 0,3 0-2 15,-2 1 2-15,2 0-4 0,0 1-4 0,0 1 0 0,-2-2-5 16,2 1 1-16,-3 0-2 0,4-1 0 15,-2 1-3-15,-1-2 0 0,1 0 0 0,-2-1-2 16,-3-1 1-16,2-2-2 0,2 1 0 0,-1-2 2 0,-4 0-2 16,1-1 0-16,-1-4 3 0,3 5 3 0,-3-5 1 15,2 3-4-15,-2-3-2 0,0 0 1 0,0 0-1 16,0 0 0-16,1-13 0 0,-2 7-2 0,-1-1 3 16,2-1-2-16,-3-2 19 0,2-1-2 0,1-1 3 15,-3-1-3-15,2 2-4 0,0-1 0 0,1-1-8 16,-6 3 9-16,4-1-6 0,2 0 0 0,-2 4-5 15,1-1-1-15,0 2-3 0,1-1-1 0,-2 2-12 16,2 5-27-16,0-6-36 0,0 6-31 0,-4-3-32 16,4 3-27-16,0 0-39 0,0 0-41 0,0 0-160 0,0 0-435 15,0 16 193-15</inkml:trace>
  <inkml:trace contextRef="#ctx0" brushRef="#br0" timeOffset="-115767.28">9674 14164 112 0,'0'-5'272'0,"3"1"1"0,-3 4-1 16,0-5-6-16,0 5-3 0,1-5-10 0,-1 5-22 16,0-4-5-16,0 4 2 0,3-5-37 0,-3 5-16 15,0 0-27-15,0 0-13 0,0 0-22 0,0 0-5 16,0 0-8-16,0 0-14 0,12 13-8 0,-12-7-8 15,8 5-7-15,-4-1-4 0,2 6-3 0,-2 2-14 16,1 0-2-16,1 0-11 0,-2 3-21 0,-3-2-17 16,5 2-20-16,1-2-21 0,-1 1-42 0,-2-1-53 15,3-1-71-15,0-1-78 0,-2-6-217 0,2 1-553 0,0-2 245 16</inkml:trace>
  <inkml:trace contextRef="#ctx0" brushRef="#br0" timeOffset="-84362.66">20155 12052 38 0,'0'-6'314'15,"6"1"-10"-15,-5 0-12 0,-1-1-15 0,1 3-15 16,1-2-8-16,-1 1-15 0,-1 4-9 0,1-5-16 16,-1 5-11-16,3-3-23 0,-3 3-8 0,0-5-15 0,0 5-16 15,0 0-14-15,0 0-17 0,0 0-18 0,0 0-5 16,0 0-16-16,0 0-7 0,0 0-10 15,0 0-6-15,0 0-6 0,0 0-2 0,7 13-6 0,-4-8 0 16,-2 2-4-16,2 0-4 0,2 2-2 0,1 2 5 16,-2-3-8-16,1 3-1 15,3-1 1-15,0 0-7 0,1-1 5 0,-1 2-2 0,0-3 0 16,1 0-1-16,0 0-5 0,0 1 2 0,2-5-1 16,-3 1 2-16,2 0 12 0,-2-1-13 0,1-3 4 15,-2 1-8-15,7-1 2 0,-3-2 1 0,-2-2 1 16,2-1 1-16,-3-2-5 0,3-1 33 0,-4-1 13 15,4 2 7-15,-6-1 6 0,3-1 5 0,-1 0 4 16,-4 1 2-16,2 1 8 0,1 1 1 0,-2-1 2 16,-1 0-9-16,-1 1-3 0,1 0-5 0,0 3-15 15,-2-2-1-15,2 1-10 0,-2 1-8 0,-1 2-9 16,0 0-7-16,0 0-6 0,3-3-11 0,-3 3 0 16,0 0-2-16,7 9 0 0,-5-2-3 0,0 1 1 15,1 4-3-15,-2 2 4 0,3 4-2 0,0 1 5 16,-2 7-5-16,0 1-2 0,5-1 0 0,-3 4 3 0,1-2-2 15,0 1-4-15,4 2 0 0,-5-4 1 16,3 5-3-16,-2-2 7 0,4 0-3 0,-1-1 7 16,0 1-11-16,0-3 4 0,-4-5-1 0,-2-1 0 0,2-1-4 15,-2-1 3-15,-2 1 2 0,0-4 2 0,0-5 3 16,0 2-3-16,-4-1 1 0,2-2 2 0,-1-2 12 16,-1-2 7-16,0-1 13 0,-1 0 11 0,0 1 15 15,-2-4 17-15,3 0 7 0,-3-2 12 0,-2 0 5 16,-2-3 2-16,0 0 3 0,-2-2 1 0,0-1-5 15,-4-3 14-15,3-3-3 0,-2 2-3 0,2-1 1 16,0-4 0-16,0 2-6 0,1-1-1 0,1-3-9 16,5-1-3-16,-2 0-7 0,3-8-13 0,6-1-12 15,1-1-29-15,6-2-21 0,7 1-29 0,2-3-45 16,-1 2-37-16,8-3-58 0,5-11-63 0,2 0-68 16,5 5-43-16,-7 10-34 0,2 3-52 0,-4 1-47 0,3 1-74 15,-5 1-288-15,-3 3-893 0,-5 7 395 0</inkml:trace>
  <inkml:trace contextRef="#ctx0" brushRef="#br0" timeOffset="-83425.17">21711 12004 219 0,'-1'-7'338'0,"1"3"-3"0,0 4-14 15,0 0-25-15,0-4-17 0,0 4-35 0,0 0-24 16,0 0-34-16,-2-4-17 0,2 4-23 0,0 0-18 15,0 0-12-15,0 0-10 0,0 0-9 0,2 16-8 16,-1-9-11-16,2 0-8 0,1 2-6 0,0 2-6 16,4-1-3-16,0 0-5 0,-1 0-6 0,0 1-1 15,2-4-2-15,2 3-4 0,0-3-4 0,1 1 1 0,-1-2 5 16,2-2-9-16,-4-1-5 0,3-1 2 0,0-2-1 16,-2 0-3-16,4-2-3 0,-3-1 12 15,-2-2 11-15,1-2 0 0,0-1 7 0,-1 0 10 0,0-2 12 16,-3 0 1-16,3-1 11 0,-3-1 21 0,-1 1-7 15,2 1 2-15,-3-1 7 0,1 2 1 0,-1 0 1 16,-1 2 0-16,0 2-14 0,1-1-10 0,-3 2-13 16,1 0-11-16,1 3-11 0,-3 1-12 0,0 0-3 15,0 0 0-15,10 6-11 0,-3 3-1 0,-1 1-5 16,0 8-15-16,3 2-5 0,0 0 7 0,2 7-4 16,-3 1 1-16,3 3-1 0,-1 1 2 0,-2-2-4 15,2 4 2-15,0-1-1 0,-4 3 2 0,0-3-1 16,2-1-1-16,-4 2 0 0,1-1 2 0,0-5-1 15,-5 0-1-15,1-1 0 0,-2-7-1 0,1-2 2 16,-3 0 5-16,-1-2 13 0,0-3 12 0,1-1 8 0,-5 0 18 16,2-2 13-16,1 0 16 0,-4-5 16 0,-2 0 14 15,2 2 28-15,-3-3-2 0,-1-3 9 0,-2-1 19 16,-4-4 5-16,-1-3 9 0,-1 1 7 0,-1-4 0 16,5-3-1-16,-4-7-3 0,0 1-81 0,7 1-106 15,-2-5 0-15,6 3 0 0,2-11 0 0,4 2 0 16,0-3 0-16,7-1 0 0,2-2 0 0,3 0 0 15,12-14 0-15,4 3 0 0,0 1 0 0,5 2-63 16,-5 12-388-16,1 1-78 0,3 2-79 0,-6 6-482 16,1 3-1182-16,-8 5 523 0</inkml:trace>
  <inkml:trace contextRef="#ctx0" brushRef="#br0" timeOffset="-82261.42">20799 13744 214 0,'0'0'343'0,"-9"-2"-24"0,9 2-35 0,3-7-28 16,9 1-24-16,16-3-11 0,10 0-10 0,16-4-24 16,11 0-19-16,37-9 0 0,5 4-23 0,7 6-1 0,-2-8-1 15,8 5-7-15,-3 6-2 0,0-3 7 16,-7 0 3-16,-8 3-8 0,-31 2-11 0,24-3-6 15,-30 5-11-15,-3 0-9 0,-9-1-16 0,-10 1-2 0,-7 1-9 0,-1 1-8 16,-5-1-4-16,-10 0-4 0,-2 2-7 0,-4 0 5 16,-3 2-48-16,-2-3-26 0,-1 2-37 0,-1 1-48 0,-3-1-47 15,-4 1-41-15,0 0-48 0,0 0-48 0,0 0-62 16,-27 6-198-16,7-6-595 0,0 1 263 0</inkml:trace>
  <inkml:trace contextRef="#ctx0" brushRef="#br0" timeOffset="-81990.31">20710 13552 118 0,'-8'0'395'0,"0"0"32"15,2-1 1-15,4-2-27 0,2 3-39 0,5-11-29 16,13 4-13-16,16-7-13 0,18-2-20 0,10-1-22 15,31-6-22-15,0 0-27 0,3 5-18 0,1 3-19 16,7-2-18-16,-5 0-13 0,2 5-15 0,-1 1-15 16,-32 3-13-16,33-1-10 0,-35 8-10 0,-1-3-21 0,-4 1-41 15,-5 2-42-15,-12-2-62 0,-4 3-52 16,-7 3-39-16,-3-1-42 0,-7 4-51 0,-7-2-47 0,-4 3-52 16,-1 1-279-16,-7-3-694 0,-4 5 307 0</inkml:trace>
  <inkml:trace contextRef="#ctx0" brushRef="#br0" timeOffset="-81533.93">21140 14181 56 0,'0'0'325'0,"0"0"-31"0,0 0-27 16,-10-5-27-16,10 5-27 0,-16 5-23 0,4-2-10 15,-2 4-17-15,-5-2-8 0,1 6-14 0,-9 1-15 16,1 1-8-16,-1 3-13 0,0 3-9 0,1 0-12 15,-1 2-6-15,4-1-9 0,-2 2-5 0,1-3-7 0,1 0-5 16,9-2-15-16,2-2-13 0,-2-2-24 16,2 1-24-16,1-3-29 0,6 0-43 0,-1-3-42 15,4-1-49-15,0-2-67 0,-2 0-143 0,4-5-431 16,0 0 191-16</inkml:trace>
  <inkml:trace contextRef="#ctx0" brushRef="#br0" timeOffset="-81327.42">20833 14197 275 0,'0'0'255'0,"0"0"-29"0,0 0-17 15,0 0 5-15,0 0-7 0,10 10-12 0,-1-5-6 16,-3 5-19-16,7-1-13 0,-1 2-16 0,4 2-11 0,3 8-17 16,3-1-6-16,1-1-12 0,0 3-8 0,3-2-9 15,1 1-10-15,2-1-31 0,-1 0-45 0,-3-5-58 16,3 1-79-16,-7-8-78 0,-2 2-196 0,1-4-453 15,-5-1 201-15</inkml:trace>
  <inkml:trace contextRef="#ctx0" brushRef="#br0" timeOffset="-81030.58">21261 14382 2 0,'0'0'274'0,"0"0"-3"0,0 0-11 0,5 13-3 16,-1-8-6-16,2-3-7 0,-2 2-9 0,0 0-18 16,0 0-18-16,2 0-19 0,0 1-21 0,-2-1-1 15,2 1-26-15,-2 0-12 0,0 0-16 0,-4 0-7 16,4 0-8-16,-2 0-10 0,-1 1 5 0,-1 0 22 16,0 0 8-16,-1 2 9 0,-1-2-5 0,-2 2-8 15,0-1-13-15,3 0-12 0,-3-1-10 0,-1 1-6 16,4-1-7-16,-2 1-4 0,3-1-5 0,-1-2 12 15,-3 0-26-15,4 0 6 0,0-4-9 0,9 6-11 16,0-4-36-16,0-2-33 0,10-2-36 0,1-3-43 16,1 1-46-16,9-1-50 0,-8-4-60 0,10 0-75 15,-4-5-216-15,3 0-616 0,-3-2 274 0</inkml:trace>
  <inkml:trace contextRef="#ctx0" brushRef="#br0" timeOffset="-80830.73">21694 14294 234 0,'0'0'337'15,"0"0"-5"-15,0 0-21 0,0 0-28 0,0 0-16 16,0 0-19-16,0 0-20 0,32 0-16 0,-11 0-13 16,11 0-24-16,-2-2-22 0,4 0-14 0,0 2-17 15,4-3-9-15,-1 1-29 0,-3-1-40 0,0 1-41 16,-1-1-41-16,-2 0-49 0,0 2-57 0,-1-3-50 15,-7 2-48-15,-1-2-222 0,1 0-502 0,-1-1 223 16</inkml:trace>
  <inkml:trace contextRef="#ctx0" brushRef="#br0" timeOffset="-80627.83">22565 14107 295 0,'3'-6'327'16,"1"1"8"-16,-3 2 8 0,2-1-7 0,-1 0-7 31,-2 4-23-31,1-5-33 0,-1 5-27 0,0 0-27 15,0 0-29-15,-18 6-14 0,9-1-16 0,-5 5-15 16,-3 3-19-16,1 0-7 0,-8 5-16 0,-3 1-9 0,1 4-6 16,-4-1-17-16,3 0-16 0,1 2-33 0,1-1-41 15,0-1-38-15,3-1-32 0,1 0-29 0,5-6-35 16,2 1-54-16,5 1-44 0,-2-7-49 0,7-1-228 16,-3-4-571-16,3 0 253 0</inkml:trace>
  <inkml:trace contextRef="#ctx0" brushRef="#br0" timeOffset="-80427.14">22289 14178 13 0,'0'-4'320'15,"0"4"-17"-15,0 0-26 0,0-6-29 0,0 6-27 0,0 0-24 16,0 0-16-16,0 0-11 0,0 0-7 16,0 21-17-16,3-15-9 0,2 6-11 0,1-4-13 15,2 5-11-15,3 1-9 0,3 0-8 0,2-1-27 0,2 0-27 16,-2 0-48-16,0-1-53 0,6-5-62 0,-2 0-52 15,9 3-55-15,-10-4-152 0,1-4-423 0,1 0 188 16</inkml:trace>
  <inkml:trace contextRef="#ctx0" brushRef="#br0" timeOffset="-80274.21">22677 14325 38 0,'0'0'244'0,"4"-2"-2"0,-4 2-7 0,0 0 5 16,0 0-1-16,3 8 7 0,-6-3 0 0,0 0-4 15,3 4-1-15,-4 1-7 0,3 0-26 16,-3 5-17-16,-2 0-8 0,3 3-24 0,-1-2-11 15,-2 4-16-15,3-1-10 0,0 1-21 0,-1-1-39 0,3-1-32 16,-2 2-51-16,-2-5-46 0,3-1-72 16,-1-2-146-16,3-4-261 0,0-2-590 0,0-1 261 15</inkml:trace>
  <inkml:trace contextRef="#ctx0" brushRef="#br0" timeOffset="-78164.55">23966 12612 198 0,'-5'-1'304'0,"1"-1"2"0,4 2 6 0,-6-3 2 16,2-1 10-16,4 4-2 0,-6-1 7 0,6 1-10 16,-5-3-11-16,5 3-14 0,0 0-13 0,-2-2-18 15,2 2-20-15,0 0-19 0,0 0-10 0,0 0-22 16,0 0-16-16,0 0-12 0,0 0-16 0,0 0-12 16,8-5-13-16,4 3-11 0,0 1-11 0,3-3-10 15,7 1-3-15,9 1-15 0,-1-2-8 0,-2-1-10 16,3 0-19-16,0 2-22 0,2 2-27 0,1-3-30 0,-1 0-39 15,-11 2-44-15,3-1-35 0,-5 2-44 0,1 1-39 16,-2-1-42-16,-7 2-54 0,0 0-39 0,-8 1-27 16,5-1-235-16,-7 3-695 0,-2-4 308 0</inkml:trace>
  <inkml:trace contextRef="#ctx0" brushRef="#br0" timeOffset="-77945.83">24049 12795 236 0,'-3'3'284'0,"3"-3"-4"16,-2 3-4-16,2-3-1 0,0 0-4 15,0 0-1-15,0 0 2 0,0 0-8 0,0 0-24 0,9 2-18 16,0-3-28-16,3-2-21 0,4 2-12 0,4-2-14 16,9-3-15-16,2 4-11 0,5-2-26 0,2 0-30 15,-3 0-43-15,4 1-48 0,-2 1-49 0,3 2-56 16,-5-1-69-16,1-3-65 0,-4 3-286 0,-2-4-596 15,-7 4 264-15</inkml:trace>
  <inkml:trace contextRef="#ctx0" brushRef="#br0" timeOffset="-77608.19">24854 12526 297 0,'-4'-4'338'0,"4"4"-22"0,0 0-29 0,0 0-30 0,0 0-31 16,0 0-22-16,0 0-18 0,-8 12-20 0,5-7-13 15,1 2-15-15,-1 0-13 0,3 5-16 0,0 1-3 16,2-2-2-16,3 7-12 0,-1-1-9 0,5 1-5 16,0-1-8-16,3 1-3 0,1-1-7 0,4 1-9 15,-4-4-5-15,5-2-2 0,-2-1 2 0,2-2-4 0,-4-2-6 16,3-2-1-16,-3-3-6 0,-1 0 3 15,0-1-2-15,0-2-3 0,-5-4-2 0,5 0 6 16,-1-3 6-16,-4-1 0 0,5-4 2 0,-7-3 3 0,2 0-4 16,-5 0-7-16,1-2 11 0,-4-2 7 0,-3 0 2 15,-2 3 0-15,-2-2-12 0,-1 1-2 0,1 1-8 16,-5 3-3-16,0-1-18 0,2 6-21 0,-3-5-25 16,3 5-32-16,-1 4-30 0,-1 2-46 0,-2 3-47 15,3 0-53-15,2 2-69 0,-5 0-248 0,2 3-607 16,0 4 268-16</inkml:trace>
  <inkml:trace contextRef="#ctx0" brushRef="#br0" timeOffset="-75578.29">26115 12313 174 0,'0'-8'301'0,"4"-2"3"0,-4 4 10 0,0-4 1 16,0 4 1-16,0-2-7 0,0 3-8 16,0-1 5-16,3 0-9 0,-3 1-14 0,0 0-24 15,0 5-22-15,0-6-23 0,0 6-25 0,0-4-22 0,0 4-18 16,-3-4-18-16,3 4-10 0,0 0-19 0,3-4-9 16,-3 4-14-16,0 0-10 0,0 0-9 15,0 0-9-15,0 0-3 0,0 0 0 0,0 0-10 0,0 0-4 16,0 0-3-16,0 0-5 0,0 0-6 0,0 0-1 15,0 0-4-15,0 0-8 0,0 0 3 0,0 0 1 16,0 0-3-16,0 0 4 0,0 0-1 0,0 0 4 16,0 0-5-16,0 0 3 0,0 0-3 0,-7-2 0 15,7 2-3-15,-7-6 1 0,3 3 0 0,-1-1-1 16,1 0-1-16,0 2-1 0,1-2 2 0,0 0-5 16,-2 3 0-16,5 1-4 0,-6-4 0 0,1 2 2 0,5 2-9 15,-4-2 3-15,4 2-12 0,0 0-1 0,0 0 1 16,-12 2 6-16,12-2-1 0,-6 7-4 0,2 2 0 15,1 3 1-15,-2 0-1 0,2 6 5 0,2 1 5 16,2 9 0-16,-1 0-3 0,5 5 6 0,4 4-5 16,0-1 1-16,-2 1 3 0,9 13 2 0,0-2 3 15,-6-10 0-15,5 9 3 0,4 0-2 0,-5-11 1 16,1-1-4-16,-1-2 2 0,-1 2-1 0,-1-6-11 16,1 1-1-16,-4-4 5 0,-1-6-33 0,-2-2-27 15,-1-3-30-15,1-3-26 0,-5-1-21 0,2-3-19 16,-2-1-19-16,-5-2-36 0,1-2-46 0,3-3-58 15,-8 0-294-15,-1-4-667 0,-5-3 295 0</inkml:trace>
  <inkml:trace contextRef="#ctx0" brushRef="#br0" timeOffset="-75017.05">25968 12611 268 0,'0'-4'295'0,"-1"1"-19"0,1 3-15 0,0-8-13 16,0 3-11-16,0-2-11 0,0 3-21 0,1 0-21 16,2-1-16-16,1 2-22 0,1-3-12 0,1 4-15 15,1-2-12-15,2-1-12 0,2 0-11 0,4 2-8 16,0 0-6-16,-1 1-11 0,6-1-2 0,-6 3-8 16,3 0-9-16,-3 0-6 0,5 4-7 0,-7-1-9 15,2 1-3-15,-2 0-5 0,-1 1 0 0,0 2-2 16,-3-1-2-16,0 1-2 0,0-2-1 0,-2 4-4 15,-2 0 5-15,1-1-4 0,-2 0 5 0,1 1-6 16,-1 0 5-16,-2-2-6 0,2 0 1 0,0 0 3 16,-1-1-4-16,0 4 2 0,0-7 4 0,1 2-2 15,-1 2 1-15,-1-3 2 0,3-2-3 0,-1 0 2 0,2 0 4 16,0 1 2-16,-5-3-8 0,10-3 5 16,-4 1 1-16,1-1-6 0,-1 0 2 0,4-3 3 15,-1-2-5-15,1 4 3 0,-1-6-3 0,1 3 3 0,-1 2 2 16,2-3-1-16,-5 2-1 0,2 1 4 0,0-2-4 15,-1 3 2-15,-3 0 0 0,1-1 0 0,-1 3-2 16,-4 2 1-16,7-6-8 0,-3 5 2 0,0-1 4 16,-4 2-5-16,7-2 0 0,-7 2 2 0,4-1-3 15,-4 1-2-15,0 0 0 0,14 3 2 0,-11-2 3 16,-3-1-4-16,6 1 2 0,-6-1 2 0,4 3 1 16,-4-3 1-16,4 1-1 0,-4-1 12 0,0 0 7 15,0 0 16-15,0 0 9 0,0 0 31 0,0 0 25 16,0 0 16-16,7-4-18 0,-7 4 3 0,0 0-15 15,3-6-5-15,-3 2-7 0,0 4-13 0,1-8 0 16,2 3-13-16,-1 0-6 0,3-1-10 0,-1 0-26 16,1 0-30-16,4-1-34 0,0-1-37 0,7-3-39 0,-2-3-45 15,1 6-69-15,1-5-69 0,3 2-315 0,-1 1-681 16,1 0 303-16</inkml:trace>
  <inkml:trace contextRef="#ctx0" brushRef="#br0" timeOffset="-74546.17">27135 12403 89 0,'-1'-5'381'0,"-2"2"-11"16,-1-1-39-16,0-1-29 0,0 4-28 0,-3-2-26 15,2 1-28-15,5 2-26 0,-10 0-20 0,10 0-21 16,-13 6-9-16,7-4-17 0,-1 5-16 0,1 0-8 15,0 1-10-15,1 2-10 0,2 1-9 0,2-1-3 16,1 0-3-16,0 0-2 0,1 2-10 0,4-2-1 16,-1 0-3-16,-1 2-10 0,5-6 4 0,-1 3 0 0,0-2-7 15,2-5 0-15,0-1-3 0,0 1-7 16,5-2 2-16,-5-2 0 0,1 0 8 0,2-4-12 16,-4-2-2-16,1 0-4 0,0-5 6 0,-4 1-5 0,-1 1 0 15,-1-3 3-15,1-5-10 0,-4 2-1 0,-4-1-1 16,1 2-5-16,-2-1 6 0,1 5-7 0,-3 1-16 15,-1-2-19-15,1 4-21 0,0 0-36 0,-2 1-35 16,2 3-50-16,2 2-43 0,-1 0-64 0,1 2-63 16,-2 0-188-16,7 1-572 0,0 0 253 0</inkml:trace>
  <inkml:trace contextRef="#ctx0" brushRef="#br0" timeOffset="-74339.84">27413 12409 36 0,'0'0'348'0,"8"-6"-22"16,-1 4-24-16,0-2-29 0,2 0-27 0,1-1-26 15,3 0-21-15,0 1-21 0,5-1-14 0,-1-1-17 0,-1 2-18 16,3 0-11-16,0 0-15 0,0 0-22 0,-1 2-39 16,2 1-38-16,-5-2-42 0,0 1-44 0,-4 1-53 15,3 0-49-15,-1 1-39 0,-3-1-153 0,-5-2-407 16,2 2 180-16</inkml:trace>
  <inkml:trace contextRef="#ctx0" brushRef="#br0" timeOffset="-74156.01">27804 12240 245 0,'0'0'308'0,"0"0"-25"0,0 0-36 15,0 0-21-15,0 0-27 0,0 0-14 0,0 0 2 16,0 11-1-16,2-4-25 0,-2 0-13 0,0 6-16 0,0-2-11 15,3 1-14-15,-3 7-7 0,1-1-8 0,3 3-10 16,-3-3-8-16,6 2-4 0,-1 1-24 16,-1-1-33-16,1 6-43 0,-1-9-56 0,-1 4-88 0,7-7-84 15,-6 2-186-15,2-5-481 0,1-3 212 0</inkml:trace>
  <inkml:trace contextRef="#ctx0" brushRef="#br0" timeOffset="-73242.64">28248 12098 163 0,'0'-7'338'0,"-3"-1"-17"0,3 2-12 0,0 0-9 0,-4 0-11 0,4 1-12 0,0 0-32 15,0 5-26-15,-3-3-28 0,3 3-23 0,0 0-13 16,0 0-17-16,0 0-16 0,-4 10-13 0,4 0-15 16,-1 1-4-16,1 5 13 0,3 2-28 0,-2 1-11 15,3 0-3-15,3 8-15 0,-3-7 1 0,5 6-1 16,0 1-2-16,2 0-4 0,-1 0-1 0,3-3-4 15,0 0-5-15,1-4-3 0,-2-4 0 0,6 6 1 16,-6-8-11-16,3 2 3 0,-3-5 2 0,0-2-6 0,-1-1 16 16,0-2-23-16,4-2-1 0,-2-2-2 15,-1-2 1-15,0 0-1 0,0-5-4 0,2-2-1 16,-5-1 0-16,5 0 4 0,-5-2-3 0,5-1-1 0,-2-2 5 16,-1 4-4-16,0-2-2 0,-6 1 0 0,2 5 7 15,0-4 14-15,-1 0-18 0,-2 6 6 16,2-3-1-16,-2 1-5 0,1 0-1 0,-3 4-2 0,-2 1-5 15,11-1 5-15,-11 1-4 0,12 1 14 0,-5 1-10 16,0 2-6-16,-1 0 8 0,3 3-9 0,3-4-2 16,-6 4-9-16,3 2-6 0,1-2 1 0,-2 1 0 15,0 0-9-15,0-1-7 0,-2 0-3 0,-1-2-2 16,-1-1 3-16,-1 0 0 0,-2-3 5 0,3 1 7 16,-4-2 4-16,0 0 8 0,0 0-3 0,0 0 1 15,10-5 6-15,-10 5 1 0,-2-7 0 0,2 0 0 16,-1 1 2-16,-1-2 7 0,0-1-4 0,1-1 0 15,-1 0 4-15,-2-1-1 0,3-3-7 0,-2 4 6 0,3-2 2 16,0 0 10-16,0-1-10 0,0 2 4 16,0 0 0-16,4 1-2 0,-4 0 0 0,4 2 1 15,-4 2 0-15,2-2 1 0,1 2 4 0,0 1-4 0,-1-1-1 16,0 2 9-16,1 2-14 0,3 1 2 0,1-1-8 16,-7 2 9-16,13 3-1 0,-8-1 0 0,2 3-3 15,4 1 6-15,-3 0-11 0,3 2 8 0,-2 3 0 16,1 0 1-16,-2-1-2 0,2-1 1 0,1 1-3 15,-2 4 3-15,1-4-5 0,-4 3-2 0,1-2-7 16,-1-1 3-16,-1 0-4 0,-2-5 2 0,3 3 1 16,-2-2 0-16,-3-1 5 0,4-1 5 0,-2-1 1 15,-2-1 6-15,4-1 1 0,-5-1-2 0,0 0 12 16,0 0 4-16,11-6 6 0,-7 1 1 0,1-2 5 16,2-3 4-16,-2 2 2 0,2-3 4 0,1 1 8 15,3-4 3-15,-1-1 3 0,-1-1 21 0,1 1-4 16,-1 1 14-16,1 0 0 0,0 2 3 0,-1 2-4 0,-2 2 6 15,2-1 2-15,0 0-2 0,0 4-5 0,-4 0-8 16,-1 0-10-16,3 1-11 0,-2 1-5 16,0 2-12-16,-5 1-6 0,12 1-4 0,-7 4-2 0,2-2-5 15,0 6-6-15,-2 1 5 0,4 2-9 0,1 3-11 16,-3 2-34-16,1 0-46 0,-1 2-34 0,1 1-41 16,2 6-56-16,-5-6-79 0,2-3-110 0,-3 2-274 15,3 0-729-15,-6 1 322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2T09:47:49.68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2221 1266 37 0,'0'-8'289'0,"-2"0"-18"16,1 0-5-16,4 3-6 0,-5-1-7 0,1-1-8 16,-1 3-7-16,2-1-19 0,0 2-11 0,0 3-19 15,-1-7-24-15,1 7-22 0,0 0-23 0,0 0-11 16,0 0-16-16,0 0-5 0,0 0-9 0,0 0-13 16,14 14-2-16,-9-3-3 0,-1 0-3 0,3 2-9 15,1 5-4-15,2 0-3 0,1 2-4 0,1 6-6 0,-3-7-2 0,5 6 4 0,0 3-5 16,-1-4-17-16,1 4 12 0,1-2-7 0,-3-2 3 15,-5 1-1-15,5 1-1 0,-2-7-4 0,3 10 3 16,-2-1-3-16,-3-9-22 0,3 6-28 0,-3-8-27 0,-1 1-33 31,0-3-34-31,-2 2-43 0,6-3-46 0,-4-1-35 16,-2-1-40-16,1-2-157 0,-2-4-488 0,1-1 217 16</inkml:trace>
  <inkml:trace contextRef="#ctx0" brushRef="#br0" timeOffset="328.19">2641 1202 248 0,'0'-9'281'15,"-2"-2"-5"-15,2 5-7 0,0 0-17 0,0 0-17 0,0 1-25 0,2 1-27 0,-2 4-21 16,0 0-25-16,1-3-7 0,-1 3-16 0,0 0-10 16,7 10-11-16,0 0-8 0,0 0-9 0,2 5-8 0,1 3-3 15,1 2-10-15,3 8-3 0,0-4-5 16,1 4-3-16,0-1-9 0,0 0 4 0,-4 1-4 16,5 1-4-16,-2-4-2 0,-1 2 0 0,1-2-6 15,-7-7-2-15,5 1-2 0,-4-1-21 0,3 0-27 16,1 0-33-16,-6-6-25 0,-1 6-27 0,-1-8-38 15,0 2-37-15,1-2-30 0,-2-1-38 0,-3-1-133 16,0-4-422-16,0-4 187 0</inkml:trace>
  <inkml:trace contextRef="#ctx0" brushRef="#br0" timeOffset="551.3">2569 1598 112 0,'0'0'268'32,"0"0"-20"-32,-7-1-19 0,7 1-17 0,0 0-23 0,0 0-14 15,0 0-25-15,0 0-11 0,0 0-17 0,0 0-7 16,0 0 3-16,0 0-3 0,0 0-7 16,27-3-14-16,-12 2-11 0,2 0-7 0,3 0-6 15,2 1-27-15,6-5-33 0,2 2-34 0,0 0-47 0,1 1-46 16,2-3-61-16,-2 2-203 0,-9-1-413 0,9 2 182 15</inkml:trace>
  <inkml:trace contextRef="#ctx0" brushRef="#br0" timeOffset="1769.42">3031 1479 275 0,'0'0'259'0,"0"0"-24"16,0 0-27-16,0 0-22 0,0 0-26 0,0 0-17 15,0 0-10-15,0 0-12 0,2 12-12 0,-2-7-13 0,2 3-7 16,2 1-8-16,2-1-10 0,-2 1-8 16,0 1-8-16,4 2-2 0,-1-1-5 0,-3 1-1 15,4 4-6-15,0-1 0 0,4-1-7 0,-2-5-4 16,1 4-1-16,4-4-4 0,-4-2-5 0,0 0-16 15,1-2-5-15,-1 1-5 0,1-6-12 0,0 3-5 16,3-3-18-16,-4-3-1 0,3 0 2 0,-1-2-1 16,-3-2 8-16,1-2-1 0,-2 0 10 0,1-4 1 15,1-1 0-15,-5 3 5 0,0-2 6 0,-2 0 15 16,-1 2 13-16,0-2 15 0,-2 2 15 0,2 2 19 16,-2-3 7-16,-1 2 8 0,0 0-2 0,-1 3 9 15,1-1-1-15,0 5 0 0,-3-3-2 0,6 2-13 16,-3 4-17-16,1-6-6 0,-1 4-7 0,0 2-7 15,0 0-2-15,0 0-4 0,0 0 0 0,13 8-3 16,-8-3-7-16,0 1-1 0,2 4 5 0,2-2-6 16,-2 2 3-16,0 0 5 0,3-1-13 0,0 2 4 15,0-2-10-15,2 4-6 0,-1-3-9 0,-3 0-6 16,-1-2-2-16,5 2 3 0,-5-3-4 0,-2-2 0 16,0 2 5-16,3-3 2 0,-6-2 5 0,2-1 5 15,0 3 6-15,-4-4 5 0,0 0 5 0,0 0 14 16,6-10 2-16,-6 6 8 0,0-4 16 0,0 2 4 15,0-4 18-15,-1 0-6 0,2-1-4 0,-2 0 2 16,2 0-1-16,2 0 5 0,-2-1-7 0,2 1 1 16,-3 1-4-16,4-1-4 0,-1-1-5 0,0 6-12 15,-1 0-6-15,2 0-6 0,0 2-1 0,-2 0-3 16,2 1-12-16,1 0 1 0,1 3-1 0,0-2-19 16,-6 2-4-16,18 5-16 0,-5-1-11 0,1 2-7 15,-4 0-7-15,10 0-15 0,-2 3-3 0,0 1-6 16,-1-2-9-16,4 1-6 0,-1 0 0 0,2-4 6 15,-2 0 10-15,1 0 3 0,-1-4 4 0,1 1 10 16,-4-2 4-16,3-3 8 0,-2-1 0 0,-3 1 10 16,3-3 0-16,-2-3 9 0,1 1 1 0,-5-2 4 15,3 2 6-15,-3-6 9 0,-4 4 11 0,0-3 8 16,-1 3 8-16,1-7 3 0,-3 5 10 0,0-1 11 16,-4 3 4-16,-1-2 8 0,0 1-2 0,-1 2 0 0,-1 2-2 15,-1-4-7-15,1 6-4 0,-1-1-12 0,0 2-2 16,-3-1 0-16,0 3-8 0,1 1-3 15,5 1-5-15,-19 4-1 0,9 4-5 0,2-1 1 16,-4 4 0-16,4 2 2 0,-2 3-7 0,2 3 12 16,4-1-15-16,0 4 3 0,5 5-2 0,3 1 7 15,7-1-1-15,4 1-1 0,3 1 1 0,1 1-4 0,1 1-1 16,6-2 4-16,9 11 1 0,1-3-2 16,-13-10 1-16,5 3-1 0,0-5-4 0,-3 0 4 15,-4 0-3-15,-1 1 4 0,-2-3 0 0,-3 0 1 16,-5-7-3-16,-3-4 0 0,3 3-4 0,-6-4 9 15,-4-3-3-15,2 0 30 0,-4 0 41 0,2-3 29 0,-11-2 7 16,-1 0 0-16,-2-1 1 0,-10-4-3 0,-3-3-6 16,-4 2-7-16,-8-4-8 0,5-5-9 15,2 2-3-15,3-3 0 0,-1 2-9 0,11 1-5 16,-4-7-5-16,4 4-6 0,4-1-7 0,6-1-4 16,-1-2-12-16,6-1-11 0,4 0-20 0,3-4-8 15,5-4-23-15,8-2-17 0,3 4-21 0,7-1-1 0,3 1-19 16,1-1 1-16,2 1-6 0,1-1 15 15,1 2 6-15,0 2 6 0,-4 0 4 0,3 0 12 16,-1 4 1-16,-7-2 6 0,2-1 18 0,-6 2-12 16,-4 4 9-16,-5 2 3 0,0-4 5 0,-5 1 0 0,-3 3 4 15,3 1-1-15,-6-1 6 0,1 2 6 0,-4 1 2 16,-6 0-8-16,7 2 8 0,-3 1-1 16,-6 0 2-16,2 3 0 0,-4 0 2 0,1 3-8 15,0 1 9-15,-2 1-4 0,0 3 3 0,0 1 3 16,3 4 0-16,0 0 9 0,1 4-1 0,0 1 6 0,3 1 0 15,2-4 3-15,3 1 0 0,1 5 2 0,5 0-1 16,-1-3 1-16,7 3 2 0,3-3 1 0,2-1-2 16,7 3-1-16,-3-6 1 0,12 2-5 15,-7-3 0-15,-2-2-3 0,-2-5-18 0,8 2-33 0,-6-3-38 16,-4-1-49-16,4-4-55 0,-5 1-72 0,-2-4-85 16,-1-1-259-16,-4-2-646 0,-3-5 286 0</inkml:trace>
  <inkml:trace contextRef="#ctx0" brushRef="#br0" timeOffset="1944.92">3695 1153 1923 0,'-23'1'33'0,"5"-1"-38"16,2-1 25-16,2 0 35 0,1 1 2 0,6-2-19 15,-3 1-7-15,6-1-9 0,-5 2-6 0,3-2-9 16,6 2-37-16,-8 0-59 0,8 0-57 0,0 0-176 15,0 0-350-15,0 0 155 0</inkml:trace>
  <inkml:trace contextRef="#ctx0" brushRef="#br0" timeOffset="3053.65">5276 966 140 0,'-5'-14'323'0,"4"2"-1"16,0-2-20-16,1 3-1 0,0 1-1 0,0-1-27 0,0 4-17 0,1 2-24 0,-1 0-27 15,0 2-24-15,0-1-28 0,0 4-17 0,0 0-11 16,0 0-18-16,16 7-8 0,-13 2-11 0,8 10-8 31,0-1-5-31,4 5-5 0,-3 10-8 0,3-2-8 0,-1 3-14 16,-1-1 11-16,-1 3-11 0,-2 0-1 0,3-2-6 15,-3-2 0-15,-2 2-4 0,0-1-3 0,-2-2 2 16,1-1-3-16,-5-1-1 0,1-9-23 0,-3 1 20 16,0-2 0-16,0 0-6 0,0-5 4 0,-7 3 2 0,3-3-5 15,1-4-8-15,-1 0 2 0,0-2 18 0,-1-3 26 16,2 0 13-16,0-1 16 0,2 2 29 0,-3-4 2 15,4-2 11-15,-4 2 1 0,4-2-8 0,-4 2-8 0,4-2-14 16,0 0-13-16,0 0-10 0,8-15-9 0,-1 8-8 16,6-2-8-16,2-2-5 0,7 1-7 15,8 0-4-15,7-1-14 0,-2-1-19 0,1 1-27 16,1 2-19-16,0-2-31 0,3 3-24 0,1 0-36 0,-1 1-39 16,0 1-29-16,-5 1-39 0,-1 1-34 0,-5 1-44 15,-5 2-41-15,-2 0-283 0,-2 0-702 0,-5-2 311 16</inkml:trace>
  <inkml:trace contextRef="#ctx0" brushRef="#br0" timeOffset="3859.43">6030 1276 14 0,'0'0'287'15,"0"0"-30"-15,0 0-30 0,0 0-23 0,0 0-27 16,0 0-20-16,0 0-13 0,-4 11-10 0,5-3-1 15,-1-1 8-15,3 4-14 0,0 1-13 0,1 0-9 16,0 0-6-16,2 5-9 0,2-1-11 0,-3-5-8 16,3 4-7-16,3 3 0 0,0-10-11 0,-1 4-3 15,4-1-5-15,0-1-1 0,-3-3-4 0,3-2-3 16,-2 2-2-16,0-3-4 0,-1-3-3 0,1-1 3 16,2 0-6-16,0-1-6 0,-4-3-14 0,0-3-5 15,-2 1-9-15,-1-2-9 0,-2-3 0 0,-2 3 6 16,-2-4-11-16,-1 2 3 0,-4-4 1 0,-1 2 2 15,-5-3 0-15,2 0 2 0,-5 1 1 0,-1-1 1 16,-1 4 2-16,-1-2 3 0,1 2 9 0,4 2 6 16,1 0 1-16,-5 1 9 0,6 1 4 0,1 0 6 15,-3 1 4-15,7 2 6 0,0 0 2 0,-2 0-4 16,6 0-5-16,0 4-5 0,-4-5-3 0,4 0-1 16,0 5-3-16,14-5-3 0,-1 0-6 0,4 0 2 15,3 1-2-15,-1 0-2 0,3-1 2 0,1 2 1 16,0-1-3-16,2 2-1 0,3-2-2 0,-6 3 0 15,0 0-2-15,-2 1 2 0,-1 0-2 0,-3 1-2 0,-2 0 4 16,4 2-3-16,-7 0-1 0,1 1-3 0,3 2 3 16,-7 0 2-16,3 0-4 0,-2 6 3 15,-2-2-3-15,0 2 0 0,-3 1 1 0,-1-1 0 16,1-1-1-16,-4 4-2 0,-4-4 1 0,4 1 2 16,-1-1 1-16,-2 1 0 0,0-3 0 0,-1-1 1 0,4-2-1 15,-3 0 1-15,2-2 3 0,-2 1 7 0,2-2 7 16,1-3 1-16,0 0 1 0,0 0 2 15,0 0-9-15,0 0 0 0,0 0-1 0,-2-16-3 16,5 8 2-16,0-2-3 0,-2 1-3 0,6-7-1 0,0 3-2 16,1-1 2-16,-3 0-1 0,4-1 1 0,-4 3-3 15,3-6 2-15,-1 7 1 0,0 0-2 0,1-4-2 16,-4 5 3-16,3 0-2 0,-3 3-1 0,-1 1 1 16,1 1 0-16,-2-2-2 0,1 3-2 0,1-1 0 15,-1 4-2-15,2-1-5 0,-3-3 3 0,-2 5-3 16,5-2 1-16,-5 2 0 0,0 0 5 0,15 4 1 15,-12-3-2-15,6 3 2 0,-3 0-3 0,2 1 2 16,-1-1 3-16,5 4-1 0,-2-2 1 0,2 1 1 16,1 4 5-16,4-2-4 0,-5-3 3 0,-1 2-2 15,1 1-3-15,-1-2 5 0,0 1 2 0,0 0-6 16,-2-1 1-16,-2 0 4 0,0-1-1 0,-1 2-2 16,-3-3 3-16,-1 2 0 0,-1-1-2 0,-2 1 3 15,-2-1 6-15,-2 0-2 0,-2 2 0 0,-1-2-2 16,1 2 0-16,-5-1-3 0,2 0 3 0,-1-1-1 15,0 1-6-15,-1-2-45 0,1 0-53 0,0 0-70 16,-1 0-77-16,0 0-261 0,5-2-545 0,0 1 241 16</inkml:trace>
  <inkml:trace contextRef="#ctx0" brushRef="#br0" timeOffset="4789.06">2419 2424 32 0,'-5'1'184'0,"1"1"-7"0,4-2-12 0,-6 1-14 16,6-1-12-16,0 0 4 0,0 0 21 0,0 0 19 0,23-1 5 15,7-2-13-15,12-1-13 0,28-5-15 0,39-10-17 16,2 2-8-16,3-1-12 0,14-2-2 0,5 2 3 16,10-1-12-16,0-6-5 0,11 1-6 0,-3-3 34 15,15 2-11-15,8-5-4 0,4 0-14 0,8-5-10 16,2-1-5-16,1 1 3 0,0 0-18 0,0 4-11 16,-2-1-1-16,-5-1-14 0,-7 2 8 0,-4 2 21 15,-2-1 0-15,-11-2-7 0,-8 3-7 0,-13 7-10 16,-8 1-3-16,-12 3 3 0,-8-1 0 0,-7 5-9 15,-31 3-11-15,-2 0 3 0,-5 0 2 0,1-2-1 16,-9 7-6-16,-15-2 1 0,-6 2-4 0,1-2-2 16,-13 4-14-16,-3-1-12 0,-6 1-10 0,-2 2-8 15,-5-2-16-15,-2 3-26 0,2-2-39 0,-7 3-55 16,0-3-51-16,0 3-59 0,0 0-59 0,-28-1-189 16,7 5-565-16,-8-4 250 0</inkml:trace>
  <inkml:trace contextRef="#ctx0" brushRef="#br0" timeOffset="8787.51">3710 2880 247 0,'2'-5'297'0,"1"0"-14"0,-3 2-26 15,3-2-18-15,-2 2-36 0,-1 3-29 0,3-3-19 0,-3 3-16 16,0 0-14-16,3 10-14 0,-2-1-8 15,6 8-12-15,-1 1-6 0,-1 3-10 0,6 6-7 16,-7 0-5-16,4 2-6 0,0 1-5 0,-4-1-6 16,2 2-4-16,2-1-2 0,0 1-5 0,-3-4-1 15,2 3-6-15,0-3-5 0,-3 0 1 0,0 2 8 16,-1-8-12-16,1-1 0 0,-4-1 0 0,-2 1-4 16,2-2 4-1,-2-1-5-15,1 0 1 0,-1-5-2 0,0-3 0 16,-3 2 0-16,1-2 2 0,0 0 9 0,-1-4 6 15,-2 0 19-15,-1-1 14 0,2 1 1 0,-3-4 13 0,-3 2 12 16,2-1 3-16,-1 0 16 0,-1-1 9 0,4-1 0 16,-2 0 2-16,1 0-6 0,3-1 9 0,6 1 0 15,-12-2-2-15,11 0-11 0,1 2-10 0,-10-3-13 16,10 3-12-16,0 0-15 0,0 0-1 0,21-8-6 16,2 2-5-16,4 0-7 0,7-3-6 0,4 3-5 15,-2 1-21-15,5-5-24 0,13-1-38 0,-15 6-32 16,2 1-32-16,-2-2-27 0,1 2-29 0,-1 0-33 15,-3 0-40-15,-4 1-43 0,-2 0-44 0,-7 0-45 16,-5-2-193-16,-5 3-618 0,1-3 273 0</inkml:trace>
  <inkml:trace contextRef="#ctx0" brushRef="#br0" timeOffset="9784.68">4206 3268 113 0,'0'0'193'0,"-9"0"-19"16,9 0 5-16,0 6 13 0,0-6-4 0,3 10-16 16,-3-4-7-16,1 0-4 0,4 5-15 0,-1-2-12 15,-1 2-9-15,1 1-12 0,-1-2-14 0,2 4-6 0,2 1-6 16,0-5-10-16,3 2-5 0,-2-3-6 0,5 4-8 16,-2-4-5-16,2-2 5 0,-1 0-11 0,-1-2-3 15,2-3-4-15,1 1-6 0,-3-1-2 0,4-3-1 16,-6 0 2-16,3-2-5 0,-5 1-3 0,-3-2 1 15,3-3-3-15,-3 1-4 0,-1-3-2 0,-3 1 0 16,0-2 1-16,0-1 2 0,-3 1 6 0,-2-2 0 16,-1 3 4-16,-2-1 2 0,0 1 4 0,1-2 1 15,-4 4-4-15,3-4 3 0,-5 4 1 0,3 2 2 16,3-4-4-16,-5 3 1 0,2 1-3 0,2-2 0 16,2 3-5-16,0 0-6 0,2 1 3 0,1 0 6 15,0-1-13-15,3 4-2 0,-1-5-6 0,-3 1-3 16,4 4-5-16,5-5 4 0,1 2 0 0,1-1-7 15,-1 1 4-15,8-1-3 0,-3 0 4 0,3 0-5 16,3-1 0-16,1 0 0 0,2 1 4 0,-2 0-9 16,1 1 6-16,2 2-5 0,-2-1 13 0,-2 0-10 15,-2 2-5-15,1-1 4 0,-2 2-1 0,2 1-2 16,-2 0-3-16,1 1 1 0,-1 2-2 0,-5 1 3 16,3 1 1-16,1 1-5 0,-5-1 4 0,3 1-2 15,-6 1-1-15,3 1 8 0,-2 0-3 0,-2 1 0 16,4-1 0-16,-5 2 1 0,-2-5 2 0,-1 2-1 15,0 0 3-15,0 1-3 0,-1-5 5 0,-2 4 0 16,0-1 4-16,0-3-1 0,-2 0 18 0,4 0 10 16,-3 1 15-16,0-4 12 0,-2-1 5 0,6-1 5 15,-8-1-1-15,8 1 0 0,0 0-10 0,-12-5 7 16,9 1-17-16,2-2-3 0,-1-5-7 0,2 4-6 16,0-3 1-16,3-3-11 0,0 5 0 0,-1-2-1 15,6-3-4-15,-2 2-5 0,-1-1 2 0,5-4-5 0,-3 6 4 16,5 0-3-16,-4 1-4 0,-2 0 0 15,-1 1-9-15,2 2-1 0,-2-1 11 0,1 2-1 16,-1-1 3-16,-3 2-6 0,2-1 0 0,1 2 7 16,-5 0-10-16,4 0 10 0,0 0-19 0,-4 3 2 0,3-4-2 15,-3 4 0-15,5-3-2 0,-5 3 2 0,6-2-5 16,-6 2 2-16,4-1 2 0,-4 1 3 16,0 0 3-16,8-2 12 0,-8 2-18 0,8-2 5 15,-8 2 3-15,3-2-5 0,-3 2 13 0,0 0-6 0,0 0-1 16,11-1-1-16,-11 1 1 0,0 0-1 0,0 0-4 15,8 0 3-15,-8 0 0 0,0 0 1 0,0 0 0 16,0 0 4-16,0 0 1 0,0 0-3 0,0 0-1 16,0 0-6-16,0 0-2 0,4 3 2 15,-4-3 0-15,0 0-8 0,0 0-4 0,0 0-1 0,0 0 7 16,0 0 11-16,3 5-19 0,-3-5 9 0,1 6 0 16,2-3-1-16,-2 0 2 0,1 1-1 0,2 1 3 15,-3 2 8-15,5-1-5 0,-3 0-5 0,1 2 2 16,1 1 4-16,0 0 3 0,-1 1-2 0,-1 1 1 15,4-1-6-15,-3 0-1 0,0-1 12 0,0 1-2 16,-4-2-2-16,1 2 0 0,2-3 2 0,-3 4 5 16,-3-6 9-16,2 3 0 0,0-2 7 0,-1-1 5 15,-2 4 4-15,-1-4 5 0,-1-1-2 0,1 1 2 16,1-1-2-16,-2 0-3 0,2 1-4 0,-2-1 3 16,-1 0 9-16,1-3-11 0,2 2-5 0,0-1 2 15,4-2-8-15,0 0-15 0,-12 0-38 0,12 0-48 16,-8-2-54-16,8 2-53 0,-6-5-74 0,8 1-89 15,-2 4-275-15,4-11-681 0,4 4 302 0</inkml:trace>
  <inkml:trace contextRef="#ctx0" brushRef="#br0" timeOffset="10273.6">4911 3665 273 0,'-1'-4'352'15,"1"4"-17"-15,0 0-15 0,0 0-29 0,0 0-18 16,0 0-31-16,0 0-36 0,0 0-16 0,0 0-20 15,0 0-26-15,0 0-6 0,8 10-9 0,-4-2-11 0,-2 1-9 16,0 1-6-16,3 2-17 0,-2-1-6 0,1 6-3 16,3-1-16-16,-2 1-1 0,2-1-2 15,1 2-10-15,-2-2 0 0,-1 1-9 0,-1-6 0 16,2 3-8-16,-1 2 12 0,-2-4-11 0,2-1-28 0,0-2-19 16,-2-3-26-16,1 1-27 0,-1-4-27 0,0 2-21 15,-2-2-13-15,2 0-42 0,-3-3-33 0,0 0-39 16,0 0-28-16,15-8-187 0,-15 3-496 0,3-1 219 15</inkml:trace>
  <inkml:trace contextRef="#ctx0" brushRef="#br0" timeOffset="10544.24">5091 3614 192 0,'0'0'288'15,"0"-5"-10"-15,1 1-13 0,-1 4-16 0,0 0-18 16,0-4-27-16,0 4-25 0,0 0-23 0,0 0-17 0,0 0-16 15,0 0-7-15,0 0-13 0,3 11 2 0,-2-5-14 16,1 0-3-16,0 2 1 0,1 1-6 0,-2 1-10 16,3 3 0-16,0-5-8 0,-1 7-3 15,1-2-6-15,0-1-9 0,3 1-2 0,-2-2-3 0,-2 2-6 16,4 0-5-16,-3-1 7 0,0-2-15 0,0 1 1 16,3 1-18-16,-2-6-16 0,-2 4-12 0,1-6-18 15,-2 3-24-15,-1 0-17 0,0-4-19 0,-1 0-28 16,0-3-13-16,0 7-11 0,0-7-30 0,-2 4-38 15,-4-1-9-15,2-1-144 0,-2 0-402 0,0-1 178 16</inkml:trace>
  <inkml:trace contextRef="#ctx0" brushRef="#br0" timeOffset="10782.26">5009 3860 64 0,'0'0'206'0,"-7"-2"8"16,7 2 4-16,0 0 1 0,-3-4-4 0,3 4-11 0,0 0-10 15,0 0-16-15,0 0-19 0,3-7-17 16,-3 7-12-16,4-3-14 0,0 1-11 0,-4 2 1 16,7-4-23-16,-3 1-8 0,0-1-8 0,3 2-8 15,1 0-6-15,3 0 0 0,-3 0-20 0,3-2-9 0,3-1-19 16,-3 2-15-16,-2 1-8 0,3 0-20 0,-5 2-12 16,5-2-20-16,-1-3-18 0,-4 5-26 15,5-4-36-15,-5 4-27 0,1-2-18 0,-2 2-141 16,-6 0-363-16,9 0 161 0</inkml:trace>
  <inkml:trace contextRef="#ctx0" brushRef="#br0" timeOffset="11050.85">5233 3751 80 0,'0'0'149'0,"0"0"9"0,0 0 2 0,11 3-4 16,-8 0-2-16,-3-3 2 0,5 7-11 0,-5-4-9 15,2 4-5-15,0-2-1 0,4 3-10 0,-5-2-16 16,2 1-9-16,2 1-5 0,0 0-12 0,-4 0-8 16,3-1-5-16,1 3-6 0,-3-4-8 0,0 0-1 15,1-1-7-15,0 2-5 0,1-5 0 0,-3 4-24 16,2-1-25-16,-2-2-19 0,1 0-26 0,1-1-33 15,-3-2-59-15,0 0-54 0,0 0-121 0,16-5-349 16,-14 0 154-16</inkml:trace>
  <inkml:trace contextRef="#ctx0" brushRef="#br0" timeOffset="12031.97">5409 3733 158 0,'0'0'197'15,"0"0"-24"-15,0 0-14 0,0 0-11 0,0 0 7 16,4 9-8-16,-3-5-6 0,0-1-15 0,-1-3-13 16,2 10-6-16,1-7-7 0,-2 2-8 0,3 0-11 15,-1 3-7-15,0-1-8 0,-1-2-4 0,2-1-6 16,0 5-5-16,-1-5-12 0,0 1 6 0,1 4-8 16,-1-7-4-16,2 2-1 0,-5 1-3 0,3-1 2 15,0 0-11-15,0-2 2 0,-3-2 2 0,6 4 3 16,-6-4-5-16,1 1-5 0,-1-1 2 0,0 0-4 15,4-7-1-15,-1 3 0 0,-3-3-1 0,2 3-5 0,-1 0 26 16,0-6 15-16,-1 4 8 0,0 0 7 0,3-2 4 16,-3 0-2-16,0 1 5 0,4-1-8 15,-4 3 2-15,2-1 0 0,-1-1-5 0,1 2-4 16,0 0-9-16,-1-1 1 0,0 3-9 0,4-1-5 0,-5 4-6 16,1-5-7-16,-1 5-13 0,8 0-5 0,-8 0 5 15,10 2 0-15,-5 1-14 0,3-1-13 0,-1 2-7 16,7-1-7-16,-2 2 0 0,-1 0-12 0,1-1-11 15,2 0-8-15,-2-1-7 0,0-1-13 0,2 1-17 16,1-2-10-16,-4 0-12 0,2-1-2 0,-2 0-7 16,1-1-4-16,-1-2 4 0,-1 1-1 0,-2-2 15 15,-3 0 14-15,6-2 14 0,-8 1 12 0,1-1 7 16,0 1 26-16,-1-1 17 0,-3 1 28 0,0-1 18 16,0 1 22-16,0 0 17 0,-3 0 7 0,0 0 9 15,2 0 7-15,-3 1 1 0,1 2-5 0,3 2-7 16,-8-5-8-16,8 5-9 0,-8-1-5 0,8 1-5 15,0 0-8-15,-12 6 1 0,9-3-5 0,-3 0-4 16,4 4-8-16,-4 0 5 0,5 1-4 0,-3 2 0 16,4 1-2-16,-3 1 6 0,2-1-9 0,1 1 0 15,4 2 1-15,-3-1-1 0,3 1-2 0,2-2 0 16,-1 0 0-16,1 1 2 0,0 3-3 0,0-5-3 0,-1 1-1 16,5-2 3-16,-6 0-3 0,1 0-4 0,1-1 4 15,3 1-1-15,-3-2 1 0,-2-1-1 16,-1-1 2-16,-2-1 3 0,3-1 14 0,-4 1 6 15,1-1 10-15,2-2 15 0,-3-2 13 0,2 6 8 16,-2-6 3-16,2 2 5 0,-2-2-3 0,0 0-2 0,0 0 2 16,0 0-8-16,0 0 1 0,0 0-17 0,0 0-5 15,0 0-8-15,0 0-3 0,-12-9-14 16,11 5 4-16,1 4-2 0,-3-5-19 0,1 2-12 16,-2-2-7-16,4 0-11 0,0-1-18 0,2-1-20 0,2 0-18 15,0-3-19-15,0-1-12 0,3 0-18 0,-2-1-19 16,3-2-12-16,5 0 3 0,1 0 3 0,-4-3 4 15,4 2 12-15,1 1 11 0,-4-1 11 16,3 1 9-16,2-2 13 0,-3 4 12 0,1-1 2 0,-5-2 17 16,2 7 29-16,-5-3 16 0,2 1 28 0,-4 1 20 15,1 0 21-15,-1 3 23 0,2-1 14 0,-5 2 9 16,-1 0 4-16,3 0-2 0,-6 0-5 0,3 5-6 16,0-6-7-16,-1 3-7 0,1 3-8 0,-10-4-9 15,10 4-1-15,-9-2-7 0,1 4-7 0,8-2-6 16,-14 7-1-16,7-5 2 0,3 3 8 0,-4 1 16 15,1 1 1-15,-2 0-1 0,3 3-2 0,2-5-4 16,-1 7-6-16,2-4-3 0,0 4-6 0,2-2-3 16,2 0-3-16,2 2-3 0,0-1-9 0,2-2-1 15,-1 0 7-15,5 1-19 0,-2-2-21 0,0 0-16 16,0-3-18-16,0 2-18 0,1-2-28 0,0-3-43 16,0 2-61-16,-1-4-64 0,1 0-67 0,-8 0-169 15,11-3-529-15,-7 1 234 0</inkml:trace>
  <inkml:trace contextRef="#ctx0" brushRef="#br0" timeOffset="12200.16">5406 3509 34 0,'-8'-2'205'16,"2"-1"-23"-16,1-2-17 15,1 3-28-15,0-3-37 0,1 1-65 0,-1 1-74 16,4 3-98-16,-1-7-148 0,2 2 66 0</inkml:trace>
  <inkml:trace contextRef="#ctx0" brushRef="#br0" timeOffset="22918.37">5995 2934 61 0,'1'-11'279'0,"2"0"-4"0,-3-1-12 0,4 1-3 0,-4-1-3 16,3-1-10-16,-2 2-6 0,1 1-1 16,-2-3 2-16,0 4-2 0,1 0-6 0,-1 4-7 15,0-1-10-15,0 1-17 0,-1 0-23 0,1 5-20 16,-3-6-21-16,3 2-18 0,0 4-10 0,0 0-14 15,-13 11-13-15,7 1 2 0,-2 5 11 0,-6 7-5 16,-1 5-69-16,0-1-28 0,0-1 12 0,6 0-8 0,0 0 2 16,3 1-8-16,2-3 10 0,0 1 0 0,4-6-2 15,1 2 4-15,2 0 1 0,1-1-5 0,2-1 0 0,3 0 0 16,0-2-3-16,6-1-10 0,-1-1-10 16,-1-1-15-16,4-1-22 0,0-3-30 0,4 0-31 0,-1-5-38 15,-1 4-42-15,3-7-65 0,0-3-70 0,-3 1-210 16,-2-1-593-16,2-2 263 15</inkml:trace>
  <inkml:trace contextRef="#ctx0" brushRef="#br0" timeOffset="23211.89">6482 2988 272 0,'0'0'257'0,"0"0"-12"15,0 0-16-15,0 0-20 0,0 0-22 0,0 0-20 16,0 0-19-16,0 0-16 0,0 0-15 0,0 0-11 16,-7 12-8-16,3-7-17 0,3 1-6 0,-2-1-5 15,3 1-4-15,-4 1-8 0,1 0-8 0,-2 4-4 16,-1-1-2-16,2 1-6 0,0 1 1 0,-3-1-7 15,3 2-3-15,-1-3-30 0,-5 3-6 0,5-1-24 16,-5 3-20-16,3-3-31 0,-2-1-38 0,2-2-61 16,0 0-39-16,-1-3-131 0,-3 2-380 0,3-2 170 15</inkml:trace>
  <inkml:trace contextRef="#ctx0" brushRef="#br0" timeOffset="23448.89">6296 3036 271 0,'0'0'265'0,"-6"-1"-22"16,6 1-29-16,0 0-24 0,0 0-20 0,0 0-17 16,0 0-16-16,0 0-16 0,0 0-9 0,14 14-8 15,-6-8-15-15,0 1-4 0,0 1-9 0,7 3-5 16,0 2-9-16,4-3-6 0,4 5-1 0,2 1-9 15,-9-4-10-15,10 4-16 0,-2 0-21 0,-7-3-38 16,0 0-56-16,8 4-68 0,-10-7-217 0,2 2-412 16,-1-3 183-16</inkml:trace>
  <inkml:trace contextRef="#ctx0" brushRef="#br0" timeOffset="23693.06">6859 3237 122 0,'1'5'199'16,"-1"2"-16"-16,1-2-19 0,-1 1-15 0,-1 2-12 16,-2 2-13-16,0 2-13 0,2 0-11 0,-6-2-11 0,2 6-1 0,-1 1-11 15,1-5-7-15,-2 5-25 0,2-5-31 0,-3 0-55 16,2 0-55-16,2-2-161 0,-1-1-276 0,-2-4 123 15</inkml:trace>
  <inkml:trace contextRef="#ctx0" brushRef="#br0" timeOffset="24229.99">6943 2970 19 0,'0'0'227'16,"0"0"-22"-16,0 0-20 0,0 0-22 0,0 0-16 16,0 0-18-16,0 0-9 0,0 0-11 0,0 0-11 15,8 13-9-15,-4-8-12 0,0 2-9 0,-1-2-4 0,3 0-5 16,-1 2-5-16,0-2-7 0,1 0-2 15,-1-1-6-15,1 0-9 0,-1-2 4 0,2 1-6 16,-2-2-9-16,1-1-1 0,-6 0 1 0,11-1 0 16,-6-2-6-16,2 1 2 0,1-2-3 0,-4-1-3 0,0 1 0 15,3-1-1-15,-2-2 3 0,1 3-2 0,-2-4 0 16,0 3 6-16,0-1 11 0,-1-1 14 0,0 3 1 16,1 0-1-16,-3 1-3 0,3-2-1 15,-4 2 0-15,0 3-8 0,3-4-9 0,-3 4-4 16,0 0 2-16,0 0-3 0,0 0-1 0,16 9 5 0,-12-3-8 15,4-2 5-15,-1 6-6 0,0-2-1 16,-3 2-2-16,4 2 3 0,3 0-7 0,1 2 1 16,-1 2 0-16,-1-2 0 0,2 0 4 0,1 1-4 15,-3 0 0-15,0 1-2 0,-1-1 5 0,1 1-5 0,-3-6 3 16,-1 7 1-16,0-5-1 0,-4 0 1 0,1 1 1 16,-3-2 9-16,-1 1 14 0,-1-1 10 0,-4-1 12 15,-1 0 9-15,-1-1-1 0,-3-2-2 0,-3 0-7 16,-4 1-2-16,-2-5-6 0,0 0-5 0,1-1-5 15,-5-1-25-15,1-1-31 0,3-2-34 0,1 2-51 16,4-2-68-16,4-3-87 0,-1 0-171 0,5-3-471 16,2 1 208-16</inkml:trace>
  <inkml:trace contextRef="#ctx0" brushRef="#br0" timeOffset="24487.92">7513 3241 101 0,'7'5'224'0,"-6"-2"-8"0,5-2-17 0,-4 3-19 16,3 0-19-16,0-2-12 0,0 4-17 0,-1 0-11 0,0 1-13 15,2 1-10-15,-5-1-10 0,4 3-2 0,-2-2-15 16,0 3-4-16,1-3-7 0,-3 6-6 0,-1-4-1 15,0 3-6-15,-1-2 0 0,-3 2-9 0,0-2-23 16,-4 4-23-16,0-5-40 0,-1-1-45 0,4-4-55 0,-4 0-189 16,-2 0-364-16,2-3 162 0</inkml:trace>
  <inkml:trace contextRef="#ctx0" brushRef="#br0" timeOffset="24977.65">7635 2985 121 0,'0'5'183'16,"0"3"-4"-16,0 1-16 0,6 2-9 0,-5 2-17 0,2-2-12 0,1 1-6 15,-3 1-11-15,7 2-7 0,-1 1-7 0,-3-5-12 16,3 1-10-16,-1-1-5 0,2 0-7 0,-3-2-3 15,-1 2-7-15,3-6-2 0,-3 1-5 0,-1-1-2 0,2 1 0 16,2-4 7-16,-6 0-2 0,-1-2-7 16,9 0-2-16,-9 0-3 0,8-6 4 0,-3 2-1 15,0 1 5-15,-2-3 5 0,0 2 3 0,-2 1 5 16,2-4 3-16,-1 3 8 0,0-1-12 0,1 1-1 0,-3 4-4 16,0 0-4-16,4-6-10 0,1 5-7 0,-5 1 0 15,6-1-4-15,-6 1-6 0,8 6 2 16,-1-4-1-16,-2 3-2 0,6 0 1 0,0 1-4 15,1 1-2-15,2-2 1 0,-2 2-2 0,3-2-1 0,0 2 6 16,0-2-6-16,0-1-2 0,0 1 0 0,-3-1-1 16,2-3-2-16,-3 0 4 0,0-1 0 0,-2-1 2 15,1 0 2-15,-5-2 9 0,2-2 11 0,-4 1-1 16,-1-2-1-16,-1-2-1 0,-4-3-3 16,0 1-4-16,-3-2-3 0,1-1-3 0,-6-1-3 0,2 0-5 15,-1-1-13-15,0 0-13 0,0 1-18 0,4 3-31 16,-2 0-17-16,0 0-40 0,-2 2-50 0,4-1-48 15,0 3-52-15,1 2-139 0,-1 0-446 0,-2 0 197 16</inkml:trace>
  <inkml:trace contextRef="#ctx0" brushRef="#br0" timeOffset="25262.71">7979 2830 233 0,'0'0'249'15,"0"0"-9"-15,15 4-17 0,-7-1-17 0,3 1-17 16,1 1-19-16,2 2-13 0,2 2-14 0,2 3-15 16,5 4-12-16,3 1-10 0,-4 1-13 0,5-2-7 15,-1 4-10-15,-3-1-2 0,-1 0-5 0,1 1-11 16,-7 1-5-16,2 1-5 0,1-1-3 0,-8-3-7 15,-3 2-3-15,2 0-21 0,-5 0-2 0,-1 1-8 16,-1-1-13-16,-3 1-17 0,-3-2-14 0,-2 2-18 16,-5-3-28-16,3-3-40 0,-2 2-30 0,2-4-50 15,-3 0-154-15,1-3-390 0,1-2 173 0</inkml:trace>
  <inkml:trace contextRef="#ctx0" brushRef="#br0" timeOffset="25641.9">8726 2871 182 0,'0'0'364'0,"0"0"-18"0,0 0-16 0,0 0-21 16,0 0-18-16,0 0-19 0,0 0-27 0,0 0-19 0,0 0-24 15,0 0-19-15,0 0-24 0,0 0-16 0,0 0-8 16,12 0-17-16,-4-1-22 0,5 0 0 0,2-1-12 15,3-1-5-15,-1 2-15 0,6-1-21 0,-2-1-39 16,0 2-47-16,1-2-34 0,1 1-38 0,-5 1-47 16,4 1-56-16,-1-5-56 0,-7 4-240 0,1 0-556 15,-3 0 245-15</inkml:trace>
  <inkml:trace contextRef="#ctx0" brushRef="#br0" timeOffset="25823.22">8779 3062 22 0,'-4'2'223'16,"3"4"2"-16,-1-4-1 15,2 2 3-15,0-4 0 0,3 4-7 0,1-2-20 16,4-1-12-16,0-1-21 0,6-2-21 0,5 1-8 16,3-3-17-16,0 1-9 0,1 1-20 0,1-2-47 15,-2 1-62-15,8-2-88 0,-3 0-98 0,-5 0-173 16,5-2-406-16,3 0 179 0</inkml:trace>
  <inkml:trace contextRef="#ctx0" brushRef="#br0" timeOffset="30088.61">9795 2699 39 0,'-1'-5'324'0,"1"0"-6"0,0 0-21 15,0 0-22-15,-2 1-22 0,2 4-22 0,2-8-13 16,-2 8-36-16,0-2-24 0,0 2-17 0,0 0-15 16,0 0-16-16,0 0-9 0,7 10-6 0,-3-2-16 15,1 1-9-15,-1 1-3 16,3 2-7-16,0 3-7 0,0 0-4 0,-1 1-4 0,1 2 3 15,0 0-12-15,0 0-4 0,2 1-4 16,-3-2-6-16,1-3-4 0,-2 2-8 0,1 1 4 0,-1-6 6 16,0 1-14-16,-1-1 2 0,-1-3-2 0,0 0 2 15,0-2-1-15,-2 0 0 0,2-1-1 0,-2 0 4 0,-1-2 1 16,3 0 24-16,-3-3 26 0,0 0 4 0,0 0-12 16,0 0-4-16,0 0-1 0,5-11-1 15,-2 3-14-15,-1 0 4 0,1-1-9 0,0-4-6 0,1 0 18 16,0 0-18-16,-1-3 1 0,1 3-8 0,4-4-4 15,-3 6 8-15,0-3 5 0,-1 4-13 0,-1-2 0 16,2 1 3-16,-1 3-3 0,0 0 1 0,-3 2-1 16,2-1-9-16,1 3 6 0,-2 1-5 0,0 0-7 15,-2 3 3-15,6-2-9 0,-6 2-3 0,9 3-5 16,-3 2 0-16,0 2-7 0,1 1 5 0,0 2 1 16,2 0 0-16,-3 2 0 0,5 3-3 0,0 0-1 15,-2-1 1-15,2 2 1 0,-2-1 1 0,1 0 1 16,-4-3 3-16,2-2-1 0,-1 2 5 0,1-3-2 15,-3 0 2-15,-1 0 0 0,2-3 6 0,-5 1-3 16,3-1 0-16,-1-3 12 0,-2 1 13 0,5-3 18 16,-6-1 25-16,0 0-1 0,0 0-3 0,0 0-12 15,8-8 3-15,-8 2 8 0,1-4-6 0,2-1 4 16,3-1-3-16,-4-6 8 0,5 2 4 0,-2-2 1 16,-1-1-4-16,2 1 3 0,1 1 1 0,-3-1 5 15,1 5-7-15,-1-2 7 0,2 5-6 0,-4 0-6 16,1 3-9-16,0 0-3 0,0 2-7 0,-1-1-8 15,1 0-4-15,-1 3-11 0,1 1-2 0,-3 2-2 16,0 0-8-16,0 0-16 0,18 6-5 0,-9 0-9 16,0 1-17-16,-1 2-15 0,2 1-2 0,4 4-15 0,0-1-7 15,2 0 2-15,2 2-23 0,-2-2-12 16,12 4-2-16,-5-3-7 0,4-2-10 0,0 1 0 16,-6-5-21-16,2-1-11 0,5-1-10 0,-7-4 0 15,3 1 0-15,-1-3 5 0,-4-3 12 0,5 0 15 0,-3-1 13 16,-3-3 10-16,-2 1 29 0,-5 0 1 0,1-4 22 15,-2 2 25-15,1-3 23 0,-5 0 17 16,0-2 16-16,-2 0 18 0,0-3 11 0,-4-1 20 16,-3 4 11-16,2 2 11 0,0-2 11 0,-5 0 2 0,-2 2 0 15,1 0 0-15,-1 1-3 0,0 2-8 0,-3 1-13 16,0 0-8-16,-1 3-10 0,-3 2-2 0,1 2-9 16,-6 1-6-16,1 3-3 0,0 2-2 15,0 4-2-15,1 1-5 0,-1 0 1 0,3 2-6 0,2 1-3 16,-2 3-5-16,6-2 7 0,2 1-8 0,1-2-5 15,5-2 0-15,-1 4-2 0,2-3-1 0,1 0-2 16,4-1 3-16,1-1 0 0,-1-4-1 0,2-1 0 16,2 1 2-16,3-3 8 0,0-3-10 0,6-1 3 15,-3-2 0-15,2 0-2 0,1-4 0 0,0-1 5 16,1 0-2-16,-1-4 0 0,-3 1 7 0,0 2 1 16,-3-2 8-16,2 0 14 0,-3 1 16 0,-2 0 23 15,0 0 8-15,-1 1 11 0,-2 3 0 0,-1-2 5 16,-1 3-6-16,0 0-12 0,0 1-9 0,-3 3-12 15,2-6-17-15,-2 6-6 0,3-2-11 0,-3 2 8 16,0 0 6-16,0 0-22 0,8 11-18 0,-4-6 1 16,2 3-14-16,-1 0-11 0,3 1-11 0,6 1-17 15,-2 4-24-15,4-4-18 0,2 0-17 0,1 3-28 16,-1-4-35-16,5 0-41 0,0-3-49 0,6-1-48 16,-6-2-188-16,0-3-542 0,7 0 240 0</inkml:trace>
  <inkml:trace contextRef="#ctx0" brushRef="#br0" timeOffset="30303.09">11355 2703 230 0,'0'-6'284'0,"3"1"8"15,-3-1 5-15,-3 3-12 0,6-1-19 0,-3 4-27 0,-3-5-28 0,3 5-24 16,-4-2-6-16,4 2-36 0,0 0-14 0,-12 7-11 0,8-2-9 16,-6 4-15-16,2 0-1 0,1 1-17 15,2 0-4-15,-5 2-11 0,3 5-9 0,-2-2-10 16,2 0-18-16,-1 2-13 0,1 0-16 0,-1-2-17 0,1 1-21 15,3 0-21-15,0-3-23 0,-1-2-28 0,-1 1-42 16,4-3-41-16,-2-1-45 0,1-1-194 0,-1-3-471 16,1 0 210-16</inkml:trace>
  <inkml:trace contextRef="#ctx0" brushRef="#br0" timeOffset="30490.2">11177 2769 25 0,'0'-6'341'0,"0"3"-3"0,0-2-14 16,0 5-18-16,0-5-36 0,0 5-29 0,0 0-29 0,0 0-20 0,0 0-23 0,0 0-17 16,0 0-11-16,10 11-21 0,-3-1-6 0,2 2-13 15,3 2-8-15,4 3-7 0,-2-1-5 0,6 7-13 16,1-1-30-16,3 0-35 0,2-3-38 0,4 1-54 16,-3 0-75-16,6-5-96 0,-7-1-219 0,6-4-516 15,1-1 228-15</inkml:trace>
  <inkml:trace contextRef="#ctx0" brushRef="#br0" timeOffset="31406.57">12016 2125 194 0,'4'-7'227'0,"-4"7"-9"16,0 0-16-16,0 0-16 0,0 0-16 0,0 0-20 15,0 0-15-15,-12 0-15 0,12 0-8 0,-15 7-8 0,1-6-11 16,2 3-1-16,-7-2-6 0,-1 4-10 0,1 0-4 15,-3-4-3-15,-1 4 1 0,2 0-5 0,-2-2-3 16,0 1-6-16,4-3-2 0,3 1-4 16,1-1-2-16,1 0 0 0,2-1 3 0,1 1-1 0,0-1-1 15,4 0 5-15,1 0 0 0,6-1 1 0,-10 1-2 16,10-1-2-16,-8 0-3 0,8 0-4 0,0 0-6 16,0 0 1-16,-4 2-13 0,4-2 0 0,0 0-5 15,0 0-7-15,-4 3 2 0,4-3-2 16,0 4-1-16,0-4-2 0,1 7 0 0,-1-3-3 0,1 1-2 15,2 3 8-15,1 0-9 0,-2 3 3 0,-1 1-3 16,5 1-2-16,-1 4 3 0,2 2 0 0,1 8 3 16,-1-8 2-16,1 12-1 0,1 1 1 0,2 1 10 15,-1 16-12-15,-5-15 2 0,9 15-1 0,-6-13 15 16,8 14-3-16,-6-14-3 0,2 12 3 0,3 3 2 16,-4-3 1-16,1-11 3 0,-1-1 1 0,-4 1 9 15,6 1-4-15,-4-3-4 0,-1-2 5 0,0 1-1 16,4-2-9-16,-4-3 9 0,1 2-3 0,0-2 7 15,-5-3-1-15,3 1 9 0,-2-8-8 0,1-1 2 16,3 10 3-16,-6-9-3 0,2-3 1 0,0 0-3 16,0-3-1-16,-2 0-1 0,1-2 3 0,0 0-7 15,0-1 1-15,0-2-5 0,-3-2-4 0,2 0 12 16,3 2-11-16,-2-4-7 0,-3 1 7 0,4-1-3 16,2 0-1-16,0-1 11 0,-7-3-14 0,19 1 1 15,-4-4-25-15,4 0-38 0,0-2-73 0,10-3-62 16,-9-1-88-16,7-4-99 0,-1-6-290 0,-3 1-709 15,10-7 313-15</inkml:trace>
  <inkml:trace contextRef="#ctx0" brushRef="#br0" timeOffset="31991.18">12386 2554 47 0,'0'-5'378'0,"0"5"-15"16,-3-5-14-16,3 5-15 0,0 0-30 0,-1-5-34 16,1 5-26-16,0 0-27 0,0 0-27 0,0 0-20 15,0 0-20-15,0 0-15 0,0 16-9 0,1-6-15 16,2 2-13-16,0-1-2 0,0 2 2 0,-1 4-22 15,5 2-3-15,-1 0-6 0,0-2-4 0,1 1-4 16,-3 1-9-16,7-2 1 0,-5 1-13 0,3 0 0 16,-3 0-1-16,3-2 6 0,-4 1-19 0,5-4-27 15,-3 3-20-15,2-6-41 0,-3-1-27 0,1 0-40 16,2-1-49-16,2-2-62 0,-3-2-77 0,0-1-222 16,3-2-587-16,1-1 260 0</inkml:trace>
  <inkml:trace contextRef="#ctx0" brushRef="#br0" timeOffset="32288.16">12711 2739 114 0,'0'0'378'0,"0"0"-9"16,-4-4-13-16,4 4-18 0,0 0-18 0,0 0-17 15,0 0-25-15,8-5-26 0,-1 2-26 0,0 2-20 16,6-4-21-16,5 1-19 0,4 1-14 0,7-5-19 16,3 4-13-16,2-1-10 0,0 0-13 0,3-2-9 15,4 3-9-15,-2 0-10 0,-3 1-5 0,0 1-2 16,2-3-20-16,-4 4 3 0,3 1-7 0,-6-1-31 16,-8-2-21-16,-2 0-28 0,-1 1-25 0,-6 2-28 15,-2-2-33-15,-4 2-29 0,-2 1-35 0,-6-1-60 16,13-1-70-16,-13 1-233 0,0 0-601 0,0 0 266 15</inkml:trace>
  <inkml:trace contextRef="#ctx0" brushRef="#br0" timeOffset="34778.85">14006 2381 77 0,'0'-5'346'0,"-3"-1"-4"16,3 1-5-16,0 5-20 0,0-5 3 0,-3 2-20 16,3 3-22-16,-1-6-28 0,1 6-25 0,-5-4-28 15,5 4-24-15,0 0-21 0,-8 0-16 0,8 0-19 0,-17 11-14 16,7-3-6-16,-4 5-10 0,-2 4-8 15,-1 4 2-15,0 0-21 0,0 4-1 0,1-1 9 16,2 4-12-16,-1-1-10 0,7 1-2 0,-1-1-7 0,3-6 2 16,5 8-6-16,-2-2 1 0,6-5 1 0,6 3-3 15,-2-7-5 1,6 6 1-16,4-1-2 0,5 0-4 0,-3-6-9 16,8 0-18-16,2-3-40 0,-1-1-38 0,2-3-48 15,0-1-51-15,-8-4-57 0,9 1-77 0,-9-4-296 0,2-4-663 16,1 2 293-16</inkml:trace>
  <inkml:trace contextRef="#ctx0" brushRef="#br0" timeOffset="35325.61">14252 2466 63 0,'0'0'316'0,"-3"-8"-11"0,2 4-18 16,1 4-25-16,1-6-30 0,-1 6-25 0,0 0-24 0,0 0-22 0,0 0-18 16,0 0-13-16,0 0-12 0,0 0-15 0,3 18-7 15,1-7-13-15,-2-1-3 0,0 3-8 0,3 2-11 0,0 3-6 16,0 0-4-16,-2 0-7 0,1-2-4 0,0 5-4 16,2-3-3-16,-2-1-7 0,0-1-3 15,2-6-1-15,-1 3-10 0,-1-2-4 0,-1-4 0 16,-1-1 2-16,1 1-3 0,-2-2 2 0,2-1 4 0,1-2-1 15,-4-2-1-15,8 0 0 0,-8 0-6 0,8-6 0 16,1-3 2-16,-2 3 0 0,2-2-4 0,-4-1 9 16,4 0-8-16,-1-1 1 0,0 2 6 15,-3-2 4-15,-1 2-1 0,3 1 0 0,-1-1 3 0,-1 2-4 16,-1 1 4-16,-1-1-8 0,1 2-5 0,0 3 0 16,-4 1 2-16,8 0-7 0,0 4 2 0,0 0 0 15,1 1 0-15,0 0-1 0,3 3 1 0,-1 1 1 16,0 0-1-16,3 0-1 0,0 2 2 0,-4-2-2 15,1 0 2-15,0-1 1 0,-3-2 3 0,3 0-2 16,-4 1-1-16,1-3-1 0,-1-2 9 0,-3 0 11 16,0-1 16-16,2-1-1 0,-6 0 3 0,5-5-2 15,0-2 0-15,-2 1 6 0,-2-2-5 0,-1-2-5 16,-2-1-5-16,0-2 1 0,2-1-5 0,-4-4 1 16,3 0-11-16,-2 1-8 0,1 1-13 0,-1-1-26 15,1 5-28-15,-2 1-34 0,4-2-43 0,-4 3-32 16,4-1-73-16,-1 3-82 0,-2 0-167 0,2 5-531 15,-1 0 235-15</inkml:trace>
  <inkml:trace contextRef="#ctx0" brushRef="#br0" timeOffset="35562.6">14868 2560 195 0,'0'0'390'0,"0"0"-13"16,2-6-23-16,-2 6-5 0,0 0-27 0,0 0-26 16,0 0-31-16,0 0-29 0,0 0-19 0,-3-7-25 15,3 7-25-15,0 0-22 0,0 0-13 0,0 0-28 16,0 0-27-16,0 0-18 0,0 0-20 0,0 0-13 16,0 0-23-16,4 10-21 0,-4-10-32 0,0 0-12 15,1 5-28-15,-1-5-36 0,3 3-36 0,-3 1-63 16,0-4-48-16,4 5-218 0,-4-2-529 0,0-3 234 15</inkml:trace>
  <inkml:trace contextRef="#ctx0" brushRef="#br0" timeOffset="36025.39">15274 2417 148 0,'0'0'323'0,"0"0"-10"16,-3-7-27-16,3 7-27 0,-6-4-26 0,6 4-27 15,-6-1-23-15,-1 0-17 0,7 1-14 0,-14 1-22 16,7 1-12-16,-3 2 1 0,-1 0-22 0,-3 0-9 16,1 2-7-16,-4 4-7 0,1-3-4 0,-3-1-4 15,2 6-5-15,0-6-9 0,-1 5-5 0,6-4-1 16,-2 3-8-16,2-3-1 0,1-2-6 0,3 4-3 15,2-4-2-15,1 1-5 0,1 1-1 0,-1-2 7 16,3 1-10-16,2-2 4 0,6 2-1 0,-2-3 2 16,5 0-5-16,5-1 3 0,16 1-3 0,1-2 0 0,2-3-2 15,0 3-1-15,3-2-6 16,-1-2 0-16,-1-1-2 0,0 3-1 0,-1 0-1 16,1-3 3-16,-4 0-1 0,-7 0-3 0,-4 0 5 15,2 2-1-15,-8-1-1 0,1 1 1 0,-5-1-1 16,1 0 7-16,-5 1-1 0,1-1-1 0,-4 0-1 15,0-1-1-15,-2 4-5 0,-6-11 2 0,-3 8-3 16,-2-7 1-16,0 6-7 0,-11-3 1 0,4 1 0 16,0-1 2-16,0 1-2 0,-3-1-14 0,3 0-12 15,4 2-21-15,0 1-23 0,1 0-24 0,-2 0-35 16,1 0-36-16,5 2-59 0,-1-1-55 0,5 1-187 16,-2-1-506-16,1 2 224 0</inkml:trace>
  <inkml:trace contextRef="#ctx0" brushRef="#br0" timeOffset="36239.87">15238 2306 305 0,'0'0'300'0,"-4"-2"-27"0,4 2-28 0,0 0-29 0,0 0-23 0,0 0-19 16,0 0-18-16,4 12 0 0,0-1-22 0,1 1-11 15,4 4-10-15,2 4-8 0,1 5-14 0,3 3-4 16,0 2-11-16,0 1-2 0,0 5-7 0,-3-2-7 15,2 0 6-15,-2 2-17 0,0 0-26 0,-1-2-16 16,-3 0-28-16,3-1-29 0,-7-2-24 0,2-2-59 16,-1-9-75-16,-2 1-227 0,-3-3-470 0,1-6 207 15</inkml:trace>
  <inkml:trace contextRef="#ctx0" brushRef="#br0" timeOffset="36612.23">15759 2275 262 0,'0'0'323'16,"0"0"-18"-16,-4-5-19 0,4 5-23 0,0 0-26 15,0 0-25-15,0 0-26 0,0 0-22 0,0 0-15 16,0 0-16-16,-13 10-17 0,11-4-10 0,-2-2-16 0,0 5-6 16,1-2-7-16,-5 8-8 0,4-4-8 15,0 2-3-15,-1 2-4 0,0 3-9 0,1-1 8 16,2 1-20-16,-3-1 3 0,2 1-3 0,1 3-8 16,2-2 4-16,0 3-5 0,0-4 2 0,3 0-4 0,4 1 1 15,-2-2-8-15,-1-4 4 0,7 0-1 0,3 3-3 16,1-7-16-16,1 0-19 0,0-3-37 15,3-5-29-15,2 2-33 0,1 1-38 0,1-5-44 16,5-6-28-16,-5 2-35 0,7-5-156 0,-12 2-454 0,2-3 200 16</inkml:trace>
  <inkml:trace contextRef="#ctx0" brushRef="#br0" timeOffset="36817.17">16170 2363 121 0,'-3'-4'192'0,"3"4"-16"15,-7 0-15-15,7 0-7 0,0 0 6 0,-13 5-15 16,10-3-16-16,-2 2-6 0,-2 1-6 0,0-1-5 16,-2 5-2-16,3-1-12 0,-3 1-9 0,0 1-14 0,0 0-6 15,1 2-2-15,-3-1-7 0,-1 7-10 0,1-2 1 16,1-1-4-16,-2 2-7 0,2-2-3 0,1 0-19 16,-5 1-26-16,6-1-22 0,1-3-28 0,1-3-51 15,0-3-39-15,2 0-47 0,0 1-115 0,1-6-334 16,2 3 148-16</inkml:trace>
  <inkml:trace contextRef="#ctx0" brushRef="#br0" timeOffset="37034.81">15995 2388 96 0,'0'0'263'0,"-2"-2"-17"0,2 2-26 0,-4-4-27 0,4 4-20 0,0 0-17 15,0 0-14-15,0 0-13 0,0 0-10 0,-4 15-13 16,5-8-7-16,4-1-8 0,0 4-10 0,3 0-7 15,-1 1-6-15,2 3-4 0,6 0-7 0,-1-1-7 16,4 1 1-16,-3-4-7 0,4 4-1 0,-2-2-4 16,5 0-9-16,-3-1-38 0,0-1-39 0,2-3-57 15,0-2-57-15,-3-2-70 0,-4-1-117 0,2-2-376 16,-1 0 167-16</inkml:trace>
  <inkml:trace contextRef="#ctx0" brushRef="#br0" timeOffset="37281.14">16240 2255 174 0,'0'0'283'0,"-6"-3"-29"16,6 3-25-16,0 0-27 0,0 0-20 0,0 0-20 15,0 0-14-15,6 15-17 0,-2-12-10 0,2 7-13 16,1-2-7-16,1 4-7 0,6 2 4 0,-2-1 8 15,0 2-7-15,3 0-12 0,-1-1 4 0,2 2-19 16,2 7-8-16,2-1-4 0,-9-4-9 0,5 5-3 16,-2 1-2-16,-3 0-8 0,-6-4 1 0,5 4-14 15,-6-4-21-15,-1 1-16 0,-1-2-26 0,-4 0-22 16,-1-2-33-16,-2 0-46 0,-1-4-63 0,-1-2-228 16,-1-1-464-16,-1 0 206 0</inkml:trace>
  <inkml:trace contextRef="#ctx0" brushRef="#br0" timeOffset="40625.33">16371 2181 47 0,'0'0'268'0,"-5"-2"-6"16,5 2-17-16,0 0-19 0,0 0-21 0,0 0-16 15,0 0-19-15,0 0-17 0,9-6-16 16,-3 5-12-16,-1-1-14 0,-5 2-13 0,15 2-6 16,-7-1-12-16,3 2-8 0,3 0-7 0,-2 1-9 15,-1 3-2-15,7 0-5 0,-2 2-5 0,0 2-5 0,2 0-6 16,-2 3-1-16,1 2-4 0,2 3 1 0,-2 4 9 15,-2-1 3-15,0 1-1 0,-4 1-3 0,3 1-1 0,-5 1-1 16,1 4-6-16,-2 1 1 0,0-2-1 0,0 0-2 31,-2 2-4-31,-2-4-2 0,-1 2 1 0,-2-3 0 0,4-4-3 16,-5 0-2-16,-1-2-2 0,1-1-1 0,0-1-3 16,0-2 2-16,-5 1-9 0,3-6-17 0,0 1-15 15,2-4-27-15,-2 0-29 0,1-4-37 0,-1 4-32 16,2-6-44-16,0-2-76 0,0 0-145 0,0 0-454 15,0 0 201-15</inkml:trace>
  <inkml:trace contextRef="#ctx0" brushRef="#br0" timeOffset="41261.71">16960 2348 230 0,'0'0'227'0,"0"0"-24"16,0 0-25-16,0 0-16 0,0 0-18 0,-10 9-10 15,7-6-10-15,0 2 0 0,3-1-9 0,-3 3-8 16,3-2-9-16,2 1-11 0,-4 2-9 15,4-2-2-15,-1 0-9 0,0 1-6 0,2-2-3 0,1 0 3 16,3 0-11-16,-3-1-5 0,0 0-2 0,4-1-5 16,-2-3-3-16,2 2-1 0,3-2-3 0,0-1-3 15,1-2 1-15,-1 1-7 0,2-1-4 0,-2-2-1 16,-1 0 0-16,0 1-1 0,0-2-5 0,1 0 4 16,-3 0 17-16,0 2 13 0,-4-1 3 0,3 0 10 15,-3 1 10-15,-1 0 0 0,1 1 0 0,1 0-6 16,-2 0-6-16,-3 3-8 0,4-4-8 0,-4 4-7 15,4-1-3-15,-4 1-6 0,0 0-4 0,9 6 1 16,-8-1-3-16,3 1 2 0,1 1-7 0,2 4-4 16,-3-1 14-16,6 7-15 0,-1-2 1 0,1 3-1 15,2 5-8-15,0-4 10 0,1 7-2 0,3-3 2 16,-4 1-2-16,2 2-4 0,-1-1 1 0,-4-4 4 16,5 4-7-16,-4-6 3 0,-2 0-4 0,-1 1 0 15,5 6 4-15,-6-7 0 0,-1 0-3 0,-1-2 13 16,-1-1-9-16,1-2 9 0,-4-1 26 0,-4 0 31 15,4-3 37-15,-3 1 35 0,-2-2 32 0,-1-2 13 16,-3 1 15-16,-5-3 3 0,-1-1 3 0,-4-2 11 16,0 0 0-16,-3-4 6 0,-1-1-3 0,3-2 5 15,-1-3-6-15,1-1-7 0,0-1-14 0,3-2-18 16,-2-1-16-16,6-4-20 0,2 0-14 0,1-2-18 16,1-8-28-16,3-1-32 0,8-2-37 0,2-2-56 15,5 0-57-15,6 3-67 0,2-1-59 0,4 1-62 16,4 3-59-16,-2 4-56 0,0 3-51 0,4 2-67 15,-6 7-361-15,-1-1-949 0,7-1 419 0</inkml:trace>
  <inkml:trace contextRef="#ctx0" brushRef="#br0" timeOffset="41604.48">17752 2629 64 0,'5'3'287'15,"-5"-3"-5"-15,7 5-17 0,-1-1-14 0,-2-2-16 16,1 2-25-16,-1 0-19 0,1 1-16 0,1-1-18 15,1 1-8-15,-4-2-23 0,2 4-16 0,1-1-5 16,-3 1-12-16,4 1-9 0,-3 0-8 0,-1 0-10 16,1 1-2-16,-1 0-9 0,-2-1-4 0,-1 2-6 15,-4-1 0-15,3 1-5 0,-2-2-15 0,-4 0-13 16,-1 0-17-16,-3 2-26 0,-1-4-32 0,0-1-34 16,0-2-36-16,-1 2-53 0,5-5-71 0,-4 1-159 15,4-3-450-15,1-3 200 0</inkml:trace>
  <inkml:trace contextRef="#ctx0" brushRef="#br0" timeOffset="41952.31">18062 2375 31 0,'0'0'257'0,"-11"11"-9"0,11-6-9 0,-3 0-13 15,1 1-17-15,-1 1 2 0,1 3-26 0,2-1-13 16,-2 3-10-16,4-2-8 0,0 3-7 0,1-5-15 16,-1 5-11-16,5 0-6 0,0 0-12 0,1-2-6 15,2 0-9-15,-1-4-7 0,3 1-11 0,-2 1-4 16,1-3-7-16,1-1-4 0,-1 0-3 0,2-3 7 0,-3-1-15 16,2-2-4-16,-1-3-5 0,-1 0-3 15,-1 0-2-15,1-3-4 0,-4 0-3 0,1-2-1 16,0-1-5-16,-3-2-2 0,2-2 2 0,-4 1-5 15,2 1-1-15,-1-3-1 0,-3 0 0 0,0 3-3 0,-3-1 2 16,-1 0 3-16,4 3-4 0,-2-1-5 0,-4 3-6 16,2-2-22-16,0 4-22 0,-1 0-40 0,-1 2-35 15,1 0-40-15,-3 1-56 0,-1 2-61 16,1 0-185-16,0 1-502 0,-3 2 223 0</inkml:trace>
  <inkml:trace contextRef="#ctx0" brushRef="#br0" timeOffset="42695.65">18126 1876 144 0,'-4'-5'255'0,"4"0"-19"0,0 5-24 0,4-11-18 15,-2 6-20-15,1 2-18 0,4 0-15 0,-1-2-18 16,2 1-7-16,4 2-12 0,0-1-8 0,-3-1-11 0,4 4-10 16,-1-1-11-16,3-1-7 0,-1-1 0 15,-2 3-8-15,0-2-5 0,2 4-4 0,1-2-7 16,-6 0-4-16,5 0-2 0,-3 0-2 0,-3 0-5 16,0 1 0-16,0 2-6 0,-1-3 0 0,0 2 2 0,-1-2-3 15,1 7-3-15,-2-4-2 0,0 3 4 0,-1-1-5 16,-1 1 1-16,1 3 0 0,3 0-2 15,-3 0-2-15,0 2 5 0,0 2-4 0,0 0 5 16,0 6 10-16,2 0 13 0,4 10-3 0,-5-3 2 0,1 4-1 16,3 1-6-16,1-2 3 0,-3 3 7 0,4 3 22 15,0-1-5-15,-2 0-6 0,1 1-1 0,2-1-8 16,-1 1 0-16,0 1-2 0,-2 0 15 16,1-1 6-16,-2 5-3 0,3-6-2 0,-3 2-5 0,0 0 8 15,-1-2-2-15,3 0 2 0,-5-2 15 0,3 0-2 16,-4-1-4-16,7-1 0 0,-9-3-12 0,2 1 8 15,1-1 17-15,-2-6 3 0,-2-2-7 0,-1 0-8 16,0 2 4-16,0-4-5 0,0 0-3 0,0 1-3 16,2-6 7-16,-4 0-4 0,2-1-2 0,0 0-7 15,0-2-5-15,0 1 1 0,-1-2-7 0,1 0-2 16,-3-2 2-16,3 2-13 0,-1-2 0 0,1 0-5 16,-2 0 2-16,-2-1-5 0,4 2-1 0,0-2 0 15,-4-2-1-15,4 2 3 0,-3 0-6 0,3 0-2 16,0-5 2-16,-3 6 0 0,1-1-1 0,1-2 0 15,1-3-9-15,-6 6-14 0,-2-2-16 0,3-1-28 16,-3 0-26-16,-2-1-43 0,-1 1-40 0,-4-2-40 16,3 2-23-16,-8-2-43 0,3-2-58 0,-5 0-312 15,1-2-691-15,-3-1 307 0</inkml:trace>
  <inkml:trace contextRef="#ctx0" brushRef="#br0" timeOffset="43485.74">18179 2373 90 0,'0'0'152'16,"0"0"0"-16,0 0-5 0,0 0 0 0,0 0-3 15,0 0 0-15,0 0-1 0,0 0-7 0,0 0-3 16,0 0-8-16,0 0-3 0,0 0-10 0,0 0-1 16,0 0-6-16,0 0-7 0,0 0-8 0,0 0-3 15,0 0-8-15,0 0 2 0,0 0-12 0,0 0-5 16,0 0-8-16,-12 0-4 0,12 0-2 0,0 0-13 0,0 0-1 15,-7 0-2-15,7 0-3 0,0 0-5 16,-9-2-2-16,9 2-5 0,-9 0 0 0,9 0-3 16,-8 0-2-16,8 0-5 0,-12 2 4 0,12-2 4 15,-11 2-11-15,4-1-17 0,2 1-23 0,-2 2-16 0,0 0-23 16,3 1-29-16,0 0-36 0,-2 1-49 16,2 1-213-16,-1-2-432 0,4 3 191 0</inkml:trace>
  <inkml:trace contextRef="#ctx0" brushRef="#br0" timeOffset="76043.69">5753 4983 195 0,'1'-5'244'0,"-1"2"-8"15,0 3-14-15,3-5-24 0,-3 2-18 0,0 3-17 16,1-4-25-16,-1 4-15 0,4-3-11 0,-4 3-14 15,0 0-9-15,0 0-8 0,9 12-1 0,-8-8 5 16,-1 1 3-16,5 3-2 0,-1 2-3 0,0 2-2 16,1-1-8-16,-4 1 3 0,3 2 5 0,0 4-1 15,-2-6-5-15,-1 6-4 0,3 3-8 0,0-1 1 0,-3 6-5 0,2-3 5 16,1 5-4-16,0 2 0 0,2 0-5 16,-1 3-1-16,0-1-6 0,1 4-1 0,1 2 1 0,-3-1 1 15,4 15 6-15,3 2-4 0,-7-3-4 0,6 2 2 16,-1 5-8-16,5 3 13 0,-3 2 9 0,6 26 8 15,-6-28-15-15,3 32-3 0,-3-31-2 0,1 32 4 0,3-7-16 16,-3 2 10-16,0-4-2 0,-4 6-2 0,2 4 5 16,2-1 2-16,-6 6-6 0,2-4 1 15,-4 3-3-15,7-2-1 0,-7 1 2 0,0 0 0 0,4 5 4 16,-4-2-2-16,-1 2-5 0,6 5 3 0,-6-4-5 16,0-4-3-16,-2-1 4 0,2 4-8 0,2 2 2 15,-1-2 0-15,2 1-7 0,-1 2-1 0,1-8 0 16,3 0-1-16,0 0-3 0,0-1-3 0,-4 5 5 15,8-10-1-15,-6 1-3 0,2 5-5 0,-1-6 9 16,-1-5-6-16,1-22-5 0,-4 24 0 0,1-26 3 16,2 27-1-16,0-26 1 0,-1 30-7 0,-1-32 0 15,2 27-4-15,-3-29 8 0,0 4-5 0,-1-9 3 16,-2-1-4-16,-1-3-3 0,4-14 1 0,-1 0 1 0,2-2-2 16,-2-1-1-16,-2-7-2 0,3-5 0 15,-1-2-23-15,-3-3-34 0,3-4-31 0,-2-4-15 16,1-3-16-16,-1-3-40 0,-1-3-59 0,0 0-59 0,0 0-78 15,11-22-83-15,-7 4-224 0,4-10-713 0,-4-4 317 16</inkml:trace>
  <inkml:trace contextRef="#ctx0" brushRef="#br0" timeOffset="77024.95">5739 4973 50 0,'0'0'234'0,"0"0"-23"0,-1-3-23 15,1 3-22-15,0 0-19 0,0 0-14 0,0 0-10 16,0 0-14-16,0 0-3 0,-1 18-4 0,-2-10 1 15,3 3-4-15,0-1-8 0,-2 0-3 0,1 4-11 16,1-1-4-16,-3 1-1 0,2-1-6 0,-2 0-5 16,2 1-4-16,-5-3-2 0,1 2-5 0,1-3-4 15,0 1-2-15,-2-3 1 0,2 0 6 0,0-1 9 16,0-1 10-16,-1-2 12 0,2-1 18 0,3-3 8 16,-3 2-3-16,3-2-8 0,0 0-10 0,0 0-4 0,-5-17-11 15,5 10-8-15,1-7-1 0,1 1-13 0,3-3 6 16,3-1 11-16,-1-4-1 0,1 3 4 15,-1-1 1-15,1 1 4 0,0 0 18 0,-4 8 7 16,0-3 7-16,2 4 0 0,-2 3-5 0,3-5-1 0,-3 6-12 16,-3 0-14-16,2 0-13 0,-3 3-9 0,0 2-5 15,8-1-6-15,-8 1-5 0,12 6-7 0,-1-1-1 16,-3 2 0-16,10 5-3 0,1 8 2 0,6 6-51 16,0 0-72-16,4 1-77 0,8 15-85 0,1 0-80 15,1-1-69-15,-1-1-255 0,-1-2-714 0,0 2 316 16</inkml:trace>
  <inkml:trace contextRef="#ctx0" brushRef="#br0" timeOffset="78491.64">5100 10038 111 0,'-11'1'213'16,"-1"-1"-12"-16,5 1-14 0,4 0-4 0,-3 0-6 15,6-1-8-15,-9 0-13 0,9 0-8 0,0 0 10 16,0 0 11-16,0 0-3 0,0 0-11 0,23-4-15 16,-3 1-15-16,1-3-13 0,8-1-8 0,4 1-9 15,5 1-11-15,4-3-4 0,19-6-12 0,-3 4-6 0,9-1-6 0,1 0-9 16,30-8 1-16,-31 6-9 0,36-7-4 16,-5 7 0-16,5-1-2 0,5-6-8 0,1 5 3 0,-1-1-11 0,3 0 0 15,-3 4-4-15,3-1-1 0,7-3 0 16,-4 3 0-16,7 0 15 0,-1 0 4 0,2 2 0 0,-1-1-3 15,0 1-3-15,4-1-4 0,2 4 4 0,1-5-5 16,0 1 5-16,1 2-6 0,3-3-2 0,1 4-5 16,1-1-2-16,4-3 2 0,0-1 2 0,4 1-1 15,-3-4-4-15,1 4-3 0,-1-2 1 0,2 0 5 16,3 1-8-16,5-4 5 0,-5 1-6 0,-4 2 5 16,7-1-4-16,-1 0 6 0,-2 1-6 0,5 1 0 15,-3 2-3-15,-3-3 1 0,-5 6 0 0,1-3-1 16,1-1-4-16,-2 4 9 0,0-1 5 0,-3 4-8 15,-3-1-2-15,-3 1 3 0,0-5-1 0,-5 5 1 16,1 2 1-16,0-5-1 0,-1 3-8 0,-3 0 9 16,-3 2-2-16,-4-2 0 0,1 0-1 0,-2-1-2 0,-1 0 3 15,-4 3 0-15,-2 2 0 0,-2-2-1 0,-6-2-2 16,-29 4 3-16,32-2-2 0,-28 3-1 16,25-1 2-16,-31-2-1 0,2 3-1 0,0-3 0 0,2 1 2 15,-1 2-1-15,-1-3-1 0,-4 3-3 0,-2-2 3 16,-5 2 9-16,-2 0-9 0,-14-2-2 0,0 2 3 15,-2 1 0-15,2-3-1 0,0 2-1 0,-4 1 1 16,0-2 5-16,-1 2-4 0,-6-2 0 0,-1-1-1 16,-9 3 3-16,0-1-5 0,-6 1 1 0,-3 1-1 15,2-2 1-15,-3 1 5 0,-3 0-5 0,-4 0 5 16,3-1 7-16,1 1-7 0,-8 0-5 0,0 0 1 16,11 1 0-16,-7 2 2 0,-4-3-1 0,8-4 1 15,-8 4-4-15,11 1-1 0,-3-2 0 0,-1 1 9 0,3-1-9 16,-1 1 0-16,-2 0-2 0,4-2 2 15,0 4 0-15,1-1 3 0,-4-1 0 0,4 0 1 16,-1-1 1-16,-2 1 0 0,-2-2-3 0,0 2-3 0,3-1 7 16,-10 1-2-16,11 0 3 0,-6-1-1 0,1 0-6 15,1-1 4-15,-7 2-3 0,9 0 4 0,-9 0 4 16,12-3 0-16,-6 2-2 0,2 1-1 0,-2-2 3 16,3 0-6-16,-1 4 1 0,3-6 10 0,1 1-11 15,-2 3 5-15,2-1-2 0,-3-1-2 0,4 2 1 16,-1-3-3-16,0 3 1 0,-5-1 0 0,4-2 1 15,-3 2-2-15,0-2-1 0,-1 3-2 0,1-1 5 16,-8 1 1-16,5-1-5 0,-5 1-2 0,0 0-23 16,10 0-16-16,-10 0-16 0,0 0-37 0,0 0-31 15,0 0-33-15,0 0-39 0,0 0-42 0,-14-9-40 16,8 8-185-16,0-5-503 0,-1 4 222 0</inkml:trace>
  <inkml:trace contextRef="#ctx0" brushRef="#br0" timeOffset="78855.12">15402 8940 27 0,'-7'-4'268'16,"7"4"-24"-16,0 0-18 0,0 0-23 0,-7 4-18 15,7-4 1-15,0 0 0 0,0 0 0 0,0 0-7 16,12 10 0-16,-4-2-22 0,4-4-13 0,2 2-14 16,5 2-10-16,-1 0-15 0,4 1 0 0,6 0-19 15,4 2-9-15,-3 0-4 0,-1 0-10 0,0-2-5 16,-1 0-6-16,-7-1-5 0,1 0 0 0,-3-3-15 16,-2 2 1-16,-5 1-4 0,3-3 0 0,-5 3-8 0,0-1 0 15,-3-4-2-15,0 4-1 0,-5 0 5 0,0-5 5 16,-3 3 9-16,-4-2 10 0,-3 6 3 0,-2-4 1 15,-7 4 11-15,-1-2-17 0,-7 3 1 0,-4-4 5 16,-1 3-22-16,1 0 0 0,-1 1-5 0,1 1-12 16,-3-1-38-16,2 2-47 0,-4-1-51 0,5 4-59 15,-2-3-64-15,4-2-73 0,-2 5-196 0,4 1-559 16,0-2 247-16</inkml:trace>
  <inkml:trace contextRef="#ctx0" brushRef="#br0" timeOffset="81811.74">8952 10705 82 0,'1'-7'326'16,"3"3"-9"-16,-4 2-17 0,2-2-13 0,0 2-36 0,-2 2-27 15,4-5-24-15,-4 5-21 0,0 0-20 0,0 0-12 16,13 7-2-16,-9-2 2 0,4 2-6 0,-3 4-11 15,4 1-9-15,0 1-10 0,2 4-9 0,0 0-3 16,-2 1-8 0,2 1-13-16,-4-1-2 0,4 1-11 0,-6-3-6 15,5 2-3-15,-6-1-9 0,4-1-9 0,-1 0 2 16,-4-4-3-16,-2-2-12 0,3 0 6 0,-1 1 0 0,-2-8-6 16,1 4-1-16,-1-1 11 0,2-2 44 0,-3-4 22 15,0 1-3-15,0-1-9 0,0 0-6 0,0 0-9 0,1-15-10 16,-2 6-5-16,1-4-5 0,0 1-6 0,0-6-6 15,2 2 0-15,-2 2-6 0,6-4 15 0,-5 1 5 0,2 2-1 16,-1 1-1-16,0 0-2 0,-1 5-4 0,1 1 0 16,-1 1-7-16,3 2-11 0,-4-2-5 0,1 4-5 15,2 0-3-15,-3 3-1 0,6-2-1 0,-6 2-1 16,10 4-6-16,-5 0 5 0,4 5-3 0,-3 0 0 16,3 3-2-16,-4 1-2 0,1-1 1 0,5 2 7 0,0 3-9 15,-5 1 0-15,4-1-3 0,-3-1 5 0,4-1-7 16,-3 2 3-16,-1-1 1 0,-1-6 0 0,0 1-3 15,-1-4 2-15,-2 2-2 0,0-3 1 0,1-1 3 16,-4-1 4-16,1-3 2 0,-1-1-2 0,0 0-4 16,0 0 1-16,10-10 3 0,-9 4-5 0,2-6 2 15,-2 3 0-15,2-2 16 0,0-1 18 0,-1-2 10 16,2 1 8-16,-2 0 3 0,2-3 7 0,0 3 5 16,0 0 6-16,0 1-1 0,-1-1 6 0,1 2 4 15,-1 2-15-15,-1 4-6 0,2-3-10 0,-2 2-9 16,2 4-7-16,1-1-6 0,-1 1 4 0,-4 2-11 15,11 0-2-15,-11 0 2 0,11 5-7 0,-3 0-3 0,-2 5-2 16,2-4 3-16,-3 6-4 0,6-1-22 0,-4 1-22 16,-2-1-24-16,1 1-24 0,3 1-32 0,-3-1-33 15,-2 0-29-15,1-1-37 0,2 1-33 0,-1-2-28 16,0 1-24-16,3-4-21 0,-4 2-15 0,2-4-8 16,2 0-9-16,4-2-6 0,-2 0-5 0,2-4-213 15,-2-1-617-15,2 0 273 0</inkml:trace>
  <inkml:trace contextRef="#ctx0" brushRef="#br0" timeOffset="82228.27">9765 10904 73 0,'7'-9'144'0,"1"2"30"0,-5 1 16 0,-2-1 16 31,2-1 0-31,-2 0 6 0,-2 1 2 0,2-5 5 16,-2 6-5-16,-2-5 6 0,-1 0-6 0,3 6 0 16,-5 0-9-16,1-7-8 0,-1 7 6 0,1-3-21 15,-2 5-17-15,-6-1-13 0,3 0-5 0,3 3-24 16,-3 0-10-16,-3 1-14 0,0 2-6 0,3 4-15 15,-4-1-2-15,0 7-12 0,-3-2-1 0,1 4-6 0,1 3-10 16,0 0-1-16,4 0-3 0,0-1-8 16,3 2-4-16,3-2 2 0,-4 2-6 0,8-1 0 15,-2-4-5-15,2-2-2 0,1 2-6 0,4-5 14 0,-3 1-15 16,6-5-3-16,-1-2 1 0,7 3 0 0,-2-4 1 16,4-2-3-16,4-4-6 0,0-2-2 0,-4-2-1 15,4 0 1-15,-4-4-2 0,0 0-1 0,0 0 5 16,-3 0-3-16,-1 0 3 0,-1 2 2 0,-2-1-5 15,-3 1 3-15,1 1-2 0,-4-1 2 0,-2 0 2 16,2 1 2-16,-1 3 2 0,-2 0 8 0,1 2-5 16,-2-1-2-16,2 1-8 0,0 5 3 0,-4-3-3 15,4 3-5-15,0 0 6 0,0 0 5 0,-7 11-10 0,6-6-3 16,2 0 1-16,-1 4-4 0,3 2-23 16,-1-5-21-16,0 6-16 0,2-4-21 0,-1 4-22 15,4-3-20-15,-3 1-10 0,3-2-19 0,-2 1-21 16,2 0-24-16,0-3-20 0,-1 2-14 0,0-6-17 0,1 1-3 15,0-2-5-15,-3-1 2 0,5 1-132 0,-9-1-426 16,14-5 189-16</inkml:trace>
  <inkml:trace contextRef="#ctx0" brushRef="#br0" timeOffset="82824.94">9871 10937 1157 0,'0'-5'-77'0,"3"-1"38"0,-2-1 34 0,-1 1 47 15,0-1 26-15,0 0 13 0,0 1 14 0,2-1 10 0,-2-4 8 0,0 6 6 16,0-3 12-16,1 3-1 0,0-1 2 0,1-2-5 0,-1 2-3 16,3-1-12-16,-1 3-9 0,1 2-4 0,2-1 1 15,3 0-7-15,-2 3-3 0,4 0-2 0,2 2-2 16,-5-1-9-16,6 4-7 0,-2-1-8 0,-1 2 0 15,0 1-6-15,0 1-9 0,-3-1-7 0,3 1-4 16,-4-1-1-16,1 3-2 0,-1-2-4 0,-2 0 1 16,-1-1-6-16,-1-1 3 0,-2 0-4 0,-1 1 5 0,-1-3 4 15,-4-1 1-15,-1 1 4 0,2-1-1 0,-3-3 3 16,-1 1 6-16,1-1-6 0,7 0 2 16,-12-4-2-16,7 2-11 0,-1-3 3 0,3-2 0 0,2 1-14 15,1-3 0-15,1 1-12 0,6-3-17 0,3-5-19 16,5 3-13-16,0-2-14 0,1 1-5 0,7-3-8 15,2 2-2-15,-5 5 3 0,7-3 2 0,-9 3 4 16,1 2 7-16,0-1 4 0,-7 4 5 0,1 1 4 16,-3-1 7-16,0-1 4 0,-2 4 4 0,-4 1 8 15,3-1 10-15,-5-1 3 0,-2 3 7 0,0 0 7 16,0 0 10-16,0 0 12 0,0 0 11 0,0 0 11 16,-23 9 1-16,14-4 0 0,0 1-2 0,-1 3 5 15,2 0 1-15,-3 3 1 0,6-5 0 0,-4 5 0 0,5 5 2 16,0-5 2-16,-3 6-2 0,6 0 13 15,6 0-8-15,1 3 0 0,-1-3-13 0,13 7 7 16,-6 0-12-16,5 3 0 0,-1-5-5 0,3 0-3 0,0 0-1 16,4-3-13-16,-4 4 8 0,0-3-6 0,-7-4-3 15,1 2-2-15,-2-4-3 0,2-2-2 0,-9 0 0 16,0-2-1-16,-2 1 5 0,-4-4 7 0,-5 0 5 16,3-2 9-16,-8-1 11 0,-3-1 1 0,-4 0 9 15,-4-3 5-15,-7-1 3 0,-1-4 1 0,0-1-18 16,-2-3-4-16,4-2 0 0,5-6-7 0,-2 3-1 15,10-3 0-15,2-2-12 0,2-1-1 0,7 0-6 16,2-2-10-16,6 1-19 0,4-8-23 0,7 2-26 16,1-1-26-16,8 7-22 0,2-3-24 0,2 0-7 15,-1 6-22-15,1 2-15 0,-1-1-14 0,-3 9-18 16,-3-3-19-16,2 4-17 0,-6 0-26 0,3 0-15 16,-1 0-11-16,-6 1-211 0,1 3-545 0,-4-2 241 0</inkml:trace>
  <inkml:trace contextRef="#ctx0" brushRef="#br0" timeOffset="83353.27">10451 10815 81 0,'-4'-5'79'0,"0"1"20"0,1 0 17 16,0 0 27-16,-1 1 14 16,3 0 18-16,-2 0 9 0,3 3 5 0,-7-9 6 15,7 6 0-15,-1 0-10 0,1 3-18 0,0 0-14 16,-3-4-20-16,3 4-14 0,0 0-8 0,0 0-11 0,0 0-10 16,0 0-6-16,15 7-5 0,-11-5-13 0,2 6-4 15,0-5-7-15,0 2-3 0,0 3-7 0,0-1 1 16,1 1-8-16,-3-1-4 0,3 2-3 0,-2-1-1 15,1-2-4-15,-2-1-4 0,-3 1 1 0,3 0-3 16,0-2-1-16,-1 0 0 0,0-1-4 0,-2-1 0 16,3 2 4-16,-4-4-1 0,0 0 1 0,0 0-9 15,0 0-1-15,4-10 2 0,0 5-7 0,-4 0 3 16,0-2 4-16,4-1 8 0,-1 0 15 0,-2 0-1 16,4 0-1-16,0-3 0 0,-4 4-6 0,6-4-1 15,-4 6 2-15,2-1-8 0,-2-1 8 0,1 2-11 16,-1 1 4-16,1 2-5 0,-3-2-6 0,4 1 2 15,1 2 11-15,-6 1-11 0,11 2-1 0,-8 3-5 16,6 1 3-16,-5-1 1 0,2-1-4 0,1 2 5 16,-2 2-3-16,4 1-3 0,-2-1 1 0,1 2 0 15,-2 0 2-15,-1-3-3 0,5 3-1 0,-2-2 3 16,-7-3-5-16,6 2 1 0,-4-3 0 0,1 1-3 0,1-3 8 16,-2 3 1-16,0-4 1 0,-3-1-4 0,0 0-2 15,0 0 14-15,12-6-13 0,-12 6 2 0,3-7 20 16,0 3 10-16,-2-1 8 0,-1 0-4 0,4-3 13 15,-3 2-1-15,1-2 6 0,0 2-1 0,0 0-4 16,2-2 0-16,-1 3 3 0,-2 1 0 0,3-3-2 16,0 2-9-16,-2 1-4 0,3 1-9 0,-1-3 0 15,0 2-4-15,1 2-3 0,1 1-8 0,-6 1 1 16,11-2-2-16,-6 2 0 0,-5 0-1 0,8 4-4 16,-3-3-19-16,0 3-41 0,3-2-40 0,-7 3-35 15,3-4-38-15,1 2-39 0,0-1-45 0,-2 1-47 16,-3-3-44-16,1 5-249 0,-1-5-634 0,0 0 280 15</inkml:trace>
  <inkml:trace contextRef="#ctx0" brushRef="#br0" timeOffset="83535.03">10528 10565 162 0,'0'0'294'15,"-8"-4"-28"-15,3 3-28 0,5 1-23 0,-6-3-22 0,6 3-24 16,0 0-34-16,-5-2-42 0,5 2-58 0,0 0-58 16,0 0-79-16,0 0-178 0,0 0-302 0,7 12 134 15</inkml:trace>
  <inkml:trace contextRef="#ctx0" brushRef="#br0" timeOffset="92894.21">9984 9409 350 0,'-2'-5'345'0,"0"1"-9"0,-2-2-11 0,4 6-7 16,-1-7-2-16,-1 3 5 0,1 1-8 0,1 3-15 16,0-7-11-16,0 3-11 0,0 4-14 0,0-5-10 15,0 5-21-15,0 0-16 0,1-5-17 0,-1 5-21 16,2-4-17-16,-2 4-16 0,0 0-16 0,0 0-14 16,0 0-11-16,1-3-8 0,-1 3-6 0,0 0-12 15,0 0-8-15,12 7-7 0,-9-4-5 0,-1 0-3 16,1 2-5-16,0 1-4 0,0 1-4 0,0 2-2 15,-2 2-5-15,2 0 2 0,-3 3-7 0,1 4-1 16,2-5-5-16,-2 3-6 0,-1 1-36 0,3 2-52 16,-2-2-68-1,2 1-57-15,2 0-60 0,-2 0-52 0,4-3-70 16,-2-2-72-16,2 0-300 0,1-3-812 0,-1 3 360 16</inkml:trace>
  <inkml:trace contextRef="#ctx0" brushRef="#br0" timeOffset="93440.7">10071 9950 104 0,'-8'-1'358'16,"8"1"-12"-16,0 0-21 0,-9 3-6 0,3-1-11 16,2 3 1-16,0 0-8 0,0 7-14 15,-3-3-16-15,0 3-14 0,3-1-12 0,0 1-15 0,0 2-18 16,0-2-20-16,0 5-20 0,-2 0-16 0,5-4-17 16,1 0-11-16,1 0-13 0,-1-1-27 0,3-1-8 15,3-1-7-15,-1 0-3 0,5-4-3 0,-1 1-5 16,3-4-5-16,1 0-12 0,1-3 1 0,5-1-4 15,-1-2-9-15,1-3 1 0,-1-3-2 0,-6 2-3 16,3-3-3-16,0-4-3 0,-4 6 1 0,0-6-4 16,-4 1 0-16,-3 0-4 0,-2 0-4 0,-2 0-1 15,-2-4-2-15,-9 2-1 0,0 1-5 0,0 2-24 0,-7 0-34 16,-5 4-31-16,-4-2-42 0,-2 4-55 0,-6-1-44 16,1 5-58-16,-2 1-62 0,4 4-51 15,-2-2-265-15,0 8-718 0,1-3 319 0</inkml:trace>
  <inkml:trace contextRef="#ctx0" brushRef="#br0" timeOffset="94237.18">8980 9502 226 0,'-2'-6'348'0,"2"-2"-1"16,0 2-13-16,0-1 0 16,2 1-2-16,-4 3-15 0,4 0-15 0,-2 3-39 0,0-5-30 15,0-1-31-15,0 6-18 0,0 0-15 0,0 0-16 16,0 0-10-16,7 22-17 0,-4-14-9 0,-2 4-13 16,3 4-5-16,-1 3-15 0,3 0-8 0,-1 0-5 15,-4 3-5-15,2-3-5 0,2 1-15 0,-2-1-43 16,0 0-42-16,-2-2-53 0,2-3-39 0,3 3-56 15,-5-4-67-15,2 0-64 0,-1-1-303 0,-2-1-671 16,4-4 298-16</inkml:trace>
  <inkml:trace contextRef="#ctx0" brushRef="#br0" timeOffset="94594.62">8787 10189 110 0,'-4'2'388'16,"0"1"-14"-16,0-1-12 0,4-2-14 0,-5 5-11 16,3-4-19-16,2-1-23 0,-4 3-22 0,4-3-22 15,0 4-23-15,0-4-10 0,0 0-15 0,0 0-22 16,0 0-16-16,11 3-5 0,-3-4-24 0,4-3-15 16,2 2-36-16,5-3-54 0,0 1-47 0,4-1-43 15,-5 1-47-15,2-2-49 0,1 1-60 0,-2 0-65 16,1-2-72-16,-1 1-216 0,-5 2-613 0,5-3 272 15</inkml:trace>
  <inkml:trace contextRef="#ctx0" brushRef="#br0" timeOffset="94786.24">9183 10124 191 0,'-1'6'347'0,"-2"-4"9"0,3-2 0 16,0 7 0-16,0-7-14 0,0 7-10 0,3-3-18 0,-6 3-28 15,6-2-30-15,-3 0-24 0,1 1-21 0,-1 1-21 16,4-1-21-16,-4 2-56 0,3-1-79 0,1 4-65 16,0-3-65-16,-3 5-80 0,2-3-109 0,-3 2-299 15,0-2-630-15,1 1 278 0</inkml:trace>
  <inkml:trace contextRef="#ctx0" brushRef="#br0" timeOffset="95649.16">7529 9666 64 0,'4'-5'366'0,"-3"0"-3"16,1-2 1-16,-1 4 0 0,1-1 3 0,0 1-2 0,-2 3-12 0,3-8-19 0,-3 8-32 0,0 0-31 31,4-1-21-31,-4 1-24 0,0 0-22 0,7 8-22 16,-3 0-19-16,0-2-12 0,0 2-16 0,3 2-16 15,-3 3-6-15,3 2-18 0,1 2-43 0,-4-1-46 16,2 0-50-16,2 0-54 0,-1 2-53 0,1 2-38 0,-4-1-52 0,3-2-47 15,-1-6-73-15,0 2-279 0,0 0-693 16,0-2 307-16</inkml:trace>
  <inkml:trace contextRef="#ctx0" brushRef="#br0" timeOffset="95930.78">7340 10319 227 0,'-3'1'322'0,"3"-1"-7"16,0 5-11-16,0-5-7 0,0 0 9 0,3 5 14 15,-3-5-11-15,0 0-13 0,9 0-26 0,-9 0-24 16,14-3-23-16,0 0-21 0,-3 1-24 0,1-2-15 16,7-1-22-16,1 0-54 0,0-3-77 0,0-1-57 15,3 5-62-15,-4-4-83 0,4 2-89 0,-4 1-318 0,-2 0-646 16,1 1 285-16</inkml:trace>
  <inkml:trace contextRef="#ctx0" brushRef="#br0" timeOffset="96289.21">7683 10217 71 0,'-4'-4'407'0,"4"4"2"0,0 0-4 16,-6-1-23-16,6 1-31 0,0 0-31 0,0 0-30 0,0 0-30 15,0 0-19-15,17-3-26 0,-11 3-23 0,5 0-15 16,-1 2-19-16,2-1-18 0,0 1-11 0,3 1-14 15,-5 0-16-15,3 2-7 0,-3 1-9 0,4 1-8 16,-5 0-7-16,2 2-6 0,-3 0-7 0,0 0 3 16,-5 3 1-16,1-2-2 0,-1 1 4 0,-1 1 11 15,-4-1 11-15,0 1 11 0,1-2 8 0,-6 0 3 16,2-1-1-16,-2 0-4 0,3-4 0 0,1 2 0 16,0-2-3-16,-1-2-3 0,3 1-3 0,1 1 7 15,0-5-3-15,-3 2-2 0,3-2-12 0,0 0-18 16,0 0-19-16,18-14-27 0,-2 6-36 0,2-2-45 15,2-2-52-15,8-3-61 0,-3-3-53 0,-1 3-59 16,-7 0-69-16,9-3-106 0,-7-1-361 0,0-1-893 0,-8 5 395 16</inkml:trace>
  <inkml:trace contextRef="#ctx0" brushRef="#br0" timeOffset="96993.28">6044 10278 28 0,'-7'1'374'0,"-3"3"6"0,5-1-1 0,-6-2 19 16,3 1-2-16,4-1-12 0,-3-1-17 0,2 1-25 15,5-1-19-15,-11 1-27 0,11-1-27 0,-3 2-23 16,3-2-25-16,0 0-22 0,0 0-20 0,0 0-24 16,0 0-28-16,20-7-35 0,-6 4-48 0,5-2-45 15,-4 0-68-15,8 2-53 0,-1-3-58 0,-1 4-63 0,0-2-71 16,2 1-74-16,-5 0-259 0,1 0-702 0,-4 2 311 15</inkml:trace>
  <inkml:trace contextRef="#ctx0" brushRef="#br0" timeOffset="97572.67">6404 10158 218 0,'0'0'336'0,"-4"-3"-18"0,4-2-8 0,0 5-23 15,-4-3-13-15,4 3-24 0,0-5-7 16,0 5-24-16,-3-5-24 0,3 5-20 0,0-5-18 0,0 5-22 15,0 0-9-15,0 0-16 0,7-2-11 0,-7 2-8 16,4-4-8-16,-4 4-7 0,10 1-10 0,-2-1-8 16,0 0-4-16,-1 1-10 0,4 1-10 0,1-2-11 15,-5 2 10-15,4 1-22 0,-2 1-13 0,-2-2 3 16,5 3-3-16,-6-4 0 0,2 2 10 0,-3 1-13 16,-1 1 5-16,1 0 0 0,-4 2-4 0,0-2 0 15,-2 1 1-15,1 1-2 0,-4-1 14 0,0 0-7 16,-2 4-3-16,1-3 5 0,-2-1 3 0,0 0-2 0,3 0 8 15,0-1-16-15,3-1 1 0,-5 0 3 16,3 0-1-16,1-1 4 0,2 2-3 0,0-5-1 16,0 7 7-16,2-4-3 0,1 0 5 0,3 1-5 0,-1 1-2 15,-1-2 2-15,5 0-3 0,0-1-3 0,0 2 3 16,-2-2 2-16,5 3 2 0,-3 1 1 0,-1-5-3 16,0 3-3-16,0 1-3 0,-1-3 1 15,0 3 1-15,-3 0 1 0,1-2 1 0,-1 1 6 0,-2 2 3 16,-2 0 21-16,-2-1 16 0,-2 2 6 0,0-1-2 15,-3 2 0-15,-2 0 12 0,-2 0-22 0,0 1-3 16,-1-1-11-16,-6 0 4 0,2 3 0 0,-2-2-29 16,4-2-32-16,-3 0-47 0,-2-1-44 0,5 0-57 15,-1-1-91-15,6-3-94 0,-5 1-226 0,1-1-639 16,3-2 283-16</inkml:trace>
  <inkml:trace contextRef="#ctx0" brushRef="#br0" timeOffset="98490.74">11502 9240 53 0,'-2'-8'364'0,"2"2"3"0,0 0 7 15,-2-1 13-15,2 3 0 0,0-1-14 0,0-1-29 16,0 6-32-16,0-6-35 0,0 6-36 0,0 0-29 15,0 0-20-15,0 0-23 0,0 0-15 0,0 0-5 16,8 22-24-16,-4-9-14 0,3 4-9 0,0 2-9 16,1 0-9-16,1 5-11 0,2 1-39 0,-2-5-58 15,4 4-49-15,1 0-39 0,2 0-44 0,-5-4-64 0,2 2-84 16,0-5-85-16,-4-2-228 0,3-1-668 16,-3-5 296-16</inkml:trace>
  <inkml:trace contextRef="#ctx0" brushRef="#br0" timeOffset="98953.05">12714 9136 162 0,'4'-3'385'0,"-3"-2"2"0,2 5-11 0,-3 0-24 15,7-2-32-15,-7 2-43 0,0 0-33 0,0 0-12 16,9 2-28-16,-5 5-13 0,1-1-19 15,-1 4-14-15,-3 2-16 0,5 3-7 0,-2 3-15 0,1 0-11 16,-1 2-11-16,1-2-9 0,1 11-10 0,-2-9-38 16,3 6-57-16,1-1-45 0,2 3-39 0,-5-8-74 15,-1 0-85-15,8 7-89 0,-6-8-205 0,1-2-599 16,1-1 266-16</inkml:trace>
  <inkml:trace contextRef="#ctx0" brushRef="#br0" timeOffset="99439.83">13765 9162 224 0,'4'-8'389'0,"3"-1"5"15,0-1-6-15,-2 1 0 0,-2 2-5 0,1 0-7 16,0 2-21-16,-1 0-9 0,1-2-22 0,-1 3-22 0,-2 2-31 16,3-1-37-16,-2 0-28 0,-2 3-22 15,0 0-18-15,0 0-18 0,4 12-15 0,-3-2-9 0,0 7-16 16,2 2-10-16,0 2-16 0,-2 7-27 0,-1 0-46 15,3 4-45-15,-3-1-54 0,3-3-51 0,0 5-31 16,3 0-36-16,-5 1-40 0,4-1-60 0,-1-5-76 16,0 2-300-16,-3-5-740 0,-1-3 328 0</inkml:trace>
  <inkml:trace contextRef="#ctx0" brushRef="#br0" timeOffset="99963.77">11947 10029 97 0,'-2'-3'455'0,"2"3"30"16,-1-6 10-16,1 6-12 0,-3-3-29 0,3 3-37 0,0 0-37 15,0 0-46-15,0-5-36 0,0 5-29 16,0 0-30-16,0 0-23 0,0 0-22 0,0 0-19 15,3 13-17-15,0-5-16 0,1 1-12 0,0 2-19 0,0 0-44 16,0 1-75-16,7 3-65 0,-1 2-67 0,-1-2-47 16,6 2-65-16,-3-2-93 0,5 0-111 0,-1-2-234 15,2-2-747-15,2-3 330 0</inkml:trace>
  <inkml:trace contextRef="#ctx0" brushRef="#br0" timeOffset="100331.9">12740 9889 142 0,'2'-4'404'0,"-2"-1"14"0,3 1 2 16,-1 2-2-16,-2 2-7 0,4-7-22 0,-4 7-15 15,1-4-29-15,0 2-32 0,-1 2-31 0,7-4-28 16,-7 4-26-16,8-1-26 0,-8 1-16 0,13 1-22 15,-8 0-15-15,3 2-16 0,-1 1-14 0,3-1-13 16,-4 3-12-16,5-1-7 0,-3 2-8 0,2 1-10 16,-5 1-7-16,3 0-6 0,-4 0-5 0,2 1-7 15,-2 3-2-15,0-3-4 0,-4 4-2 0,0-1 1 0,0 0-5 16,0-2 2-16,-3 0-2 0,2 0 1 16,-2-2-2-16,1 1-1 0,0-2-2 0,-1-4-1 15,2 1-5-15,0 0 0 0,-1-2 1 0,2 1-2 0,0-4 2 16,0 0-1-16,7 2-2 0,-7-2 0 0,18-4-18 15,-2 1-24-15,2-4-36 0,5 2-47 0,6-8-53 16,5 3-48-16,-6-2-56 0,2 2-59 0,0-4-98 16,4 0-419-16,-3-4-906 0,5 0 401 0</inkml:trace>
  <inkml:trace contextRef="#ctx0" brushRef="#br0" timeOffset="100888.79">13737 9839 33 0,'-7'-1'397'0,"-1"0"-4"0,1-1 2 0,7 2-3 0,-11-1-2 0,7 0-13 0,4 1-16 31,-4-3-18-31,4 3-39 0,-2-4-32 0,2 4-29 16,0 0-24-16,13-9-22 0,-6 7-20 0,3-2-19 16,4 1-18-16,1 2-13 0,0 0-12 0,0-1-14 15,3 2-7-15,-3 2-18 0,-2-1-7 0,0-1-8 0,0 2-8 16,-2 0-8-16,0 1-2 0,-6 0-10 0,5 1 0 15,-6 0-6-15,1 1-4 0,-2 0-1 16,4 0-2-16,-6 2-3 0,-1-2-1 0,0 1 0 0,0 1-2 16,-3-1-2-16,-2 1-1 0,2-1-1 0,2-1-2 15,-3 2 2-15,1-1-5 0,0-1 2 0,-1 1-4 16,3-1 3-16,-2 0-1 0,3 2 0 0,-1-3 3 16,1 1 8-16,1 1-5 0,-1-1-4 0,3 1 4 15,2 0 2-15,0 0 0 0,0-2-2 0,4 5 0 16,-2-1-1-16,4-3 1 0,0 3-1 0,0-3-3 15,-1 1 0-15,0 1-2 0,1-1 5 0,-3-1-4 16,2 2-3-16,-5-3 0 0,1 1 5 0,-1-1-8 0,-1 1 0 16,-1-2 3-16,1 2-1 0,-4 1 1 15,-2 0 1-15,-1-1-2 0,-3 1-8 0,-2 1-13 16,-10-1-40-16,3 5-51 0,-8-4-61 0,-8 3-73 0,-3 1-79 16,-3-5-113-16,-16 3-349 0,-4 0-849 0,1-1 376 15</inkml:trace>
  <inkml:trace contextRef="#ctx0" brushRef="#br0" timeOffset="104342.98">6100 9251 87 0,'0'0'377'0,"0"0"-8"0,0 0-14 0,0 0-15 0,0 0-8 16,0 0-19-16,0 0-3 0,0 0-27 0,0 0-23 15,0 0-23-15,0 0-17 0,0 0-30 16,0 0-20-16,0 0-18 0,0 0-15 0,0 0-16 0,0 0-11 16,0 0-11-16,0 0-5 0,0 0-7 0,27-2-10 15,-12 0-8-15,5-1-26 0,9-2-41 0,3-6-43 16,1 4-59-16,1-1-43 0,3 0-60 0,-2 0-75 0,-1 1-94 0,0 1-245 15,-4-4-667-15,-8 5 296 0</inkml:trace>
  <inkml:trace contextRef="#ctx0" brushRef="#br0" timeOffset="104914.55">6020 8438 59 0,'0'0'405'0,"0"0"9"0,0 0-8 15,2-5-8-15,-2 5-24 0,0 0-16 0,0 0-29 16,0 0-26-16,0 0-24 0,0 0-26 0,0 0-21 15,4-3-24-15,-4 3-18 0,6-2-22 0,-1-1-15 16,2 1-12-16,5-2-19 0,2-1-18 0,3 0-25 16,1 4-30-16,2-6-37 0,9-2-52 0,-10 2-52 0,3 0-47 15,1 1-54-15,-4 3-70 0,0-5-79 16,-7 3-320-16,2 3-716 0,-2-1 317 0</inkml:trace>
  <inkml:trace contextRef="#ctx0" brushRef="#br0" timeOffset="105482.81">6026 7798 84 0,'-4'0'390'0,"4"0"-4"0,0 0 7 0,0 0-7 16,-11 0 3-16,11 0 3 0,0 0-13 0,0 0-11 16,0 0-22-16,0 0-24 0,-8 0-27 0,8 0-19 15,0 0-17-15,0 0-25 0,0 0-20 0,0 0-13 16,0 0-22-16,0 0-5 0,0 0-27 0,3-9-20 16,2 5-32-16,4-4-24 0,4-1-34 0,5 1-38 15,2-4-50-15,-1 1-50 0,11 0-59 0,-3-3-55 0,-2 0-49 16,-5 8-63-16,6-7-77 0,-4 8-367 15,-6 0-834-15,3-2 370 0</inkml:trace>
  <inkml:trace contextRef="#ctx0" brushRef="#br0" timeOffset="106033.65">5995 7079 207 0,'0'0'383'0,"0"0"-23"0,-3-6-17 16,3 6-5-16,0-3-13 0,0 3-9 0,0 0-11 16,0 0-13-16,0-5-15 0,0 5-30 0,0-7-18 15,0 7-23-15,0-5-19 0,1 1-21 0,-1 4-17 16,3-4-18-16,3-1-17 0,-2 0-28 0,-1 1-26 15,5-3-25-15,-2 2-39 0,5-1-38 0,-1-3-31 16,1 3-32-16,5-2-41 0,2-1-39 0,-2 1-46 16,3 1-48-16,-1-2-62 0,1 1-218 0,1 0-605 15,-2 0 268-15</inkml:trace>
  <inkml:trace contextRef="#ctx0" brushRef="#br0" timeOffset="106906.69">5935 9220 296 0,'0'0'435'0,"0"-5"-11"16,0 5-27-16,0 0-29 0,0 0-39 0,4-2-39 0,-4 2-31 16,0 0-26-16,0 0-26 0,0 0-17 0,4 8-19 15,-2-4-14-15,-2 0-19 0,1 3-11 0,-1 2-13 16,0 1-12-16,4 2-10 0,-4-2-12 0,0 1-17 15,0 2-39-15,-4-3-42 0,4 2-59 0,0-2-47 16,3-1-43-16,-6-1-71 0,6-3-63 0,-7-1-295 16,4-4-645-16,0 0 286 0</inkml:trace>
  <inkml:trace contextRef="#ctx0" brushRef="#br0" timeOffset="107391.07">5690 8477 73 0,'0'0'371'0,"0"0"-7"15,0-4-13-15,0 4-14 0,0 0-14 0,2-5-22 16,-2 5-8-16,0 0-21 0,0 0-21 0,0 0-20 15,5-2-21-15,-5 2-12 0,0 0-29 0,0 0-21 16,0 0-12-16,11 2-11 0,-11-2-13 0,4 2-15 0,-4-2-11 16,4 4-7-16,-4-4-10 0,7 6 6 0,-6-2-1 15,-1 0 2-15,4 1-4 0,-2-1 4 0,-4 1-3 16,4 2-5-16,-2-1-3 0,0-1 2 0,0 0-10 16,1-1-3-16,-2 0-7 0,1-4-1 0,0 0-7 15,1 6-3-15,-1-6 1 0,7 2-1 0,-7-2-3 16,0 0-5-16,19-12-10 0,-8 4-25 0,6-2-35 15,1 0-44-15,1-3-53 0,-1 0-43 0,5-3-46 16,-4 3-73-16,4-8-86 0,-8 6-331 0,5-4-776 16,-7-6 344-16</inkml:trace>
  <inkml:trace contextRef="#ctx0" brushRef="#br0" timeOffset="107995.13">5628 7806 262 0,'-5'-4'301'0,"5"4"-18"15,-2-4-19-15,2 4-17 0,0 0-16 0,0 0-29 0,0-7-22 16,0 7-18-16,0-3-17 0,0 3-15 0,5-4-20 15,-5 4-5-15,6-1-13 0,-6 1-6 0,11 0-11 16,-11 0-5-16,10 0-10 0,-10 0-7 0,11 1-8 0,-5 0 1 16,-2 0-8-16,-4-1-1 0,11 3-5 0,-6-2-4 15,-2 0-4-15,-3-1-1 0,5 5-4 0,1-2-2 16,-5 0-1-16,2 1-1 0,-2-2-1 16,2 3-2-16,0-2-1 0,-2 1-4 0,0 1 0 0,-1-1 4 15,0-4-6-15,0 8 1 0,0-3 2 0,3-3-6 16,-3 2 3-16,0-4-3 0,4 7 0 0,-1-4 2 15,-2 1 1-15,2-1-2 0,0-1-1 0,0 2-6 16,-2-1 8-16,-1-3 6 0,4 5-8 0,0-3-2 16,-1 1 3-16,-1 1 6 0,0-2-8 0,-2-2 4 15,1 7 16-15,-1-3 9 0,0-4 3 0,0 7-5 16,-1-5 0-16,-1 4 0 0,-6 0 0 0,3-1-14 16,-2 0 6-16,0 3-18 0,-2-2-29 0,-1 2-30 15,1 0-39-15,-1-2-55 0,-3 0-61 0,3-1-62 16,-3-2-218-16,0 1-532 0,-1 0 235 0</inkml:trace>
  <inkml:trace contextRef="#ctx0" brushRef="#br0" timeOffset="108706.21">5599 6988 33 0,'0'-7'321'0,"0"7"-5"16,-1-5-19-16,1 5-14 0,0-4-1 0,0 4-16 16,0 0-12-16,0 0-23 0,-3-4-24 0,3 4-33 15,0 0-6-15,0 0-24 0,0 0-12 0,0 0-13 16,0 0-17-16,4 12-4 0,-1-7-14 0,-2 1-8 16,1 2-6-16,0 1-11 0,1 0 8 0,0 3-22 15,1-4 12-15,-4 3-23 0,5-1-2 0,-1 0 1 16,-1 0-2-16,1 1-3 0,0-5-3 0,-2 2-1 15,0-3-6-15,1 0 8 0,0-1-9 0,3-1 3 16,-1 1 2-16,0-3-5 0,2-1 1 0,-7 0 15 16,10-5-21-16,-4 0 0 0,0 2 2 0,0-3-10 0,0-3 11 15,1 1-5-15,-1-2 7 0,0 3-1 0,-3-2 16 16,1 0 20-16,0 3 16 0,0-1 19 16,-3 1 10-16,2 2-1 0,-3-1 1 0,1 1-6 0,2 0-9 15,-3 4-11-15,1-6-10 0,-1 6-13 0,2-3-7 16,-2 3-1-16,0 0-10 0,9 9 0 0,-5-1-2 15,2 2-5-15,-2 2 1 0,3 0-13 0,-1 5-36 16,1-2-31-16,4 3-43 0,-3 0-36 0,3 0-20 16,-4 0-24-16,2 2-44 0,-2-4-58 0,2 1-66 15,-5-4-315-15,-3 0-718 0,2-4 318 0</inkml:trace>
  <inkml:trace contextRef="#ctx0" brushRef="#br0" timeOffset="109308.83">5810 6208 2 0,'-4'1'324'16,"-3"2"5"-16,7-3-3 0,-9 4-4 0,6-2 1 15,3-2-1-15,-8 1-9 0,8-1-15 0,0 0-20 16,-3 3-16-16,3-3-21 0,0 0-25 0,0 0-16 16,0 0-20-16,-5 2-6 0,5-2-11 0,0 0-12 15,0 0-13-15,24-5-14 0,-4 0-12 0,2 1-9 0,0 0-10 16,9-4-16-16,-1 1-29 0,-1-1-32 15,-8 5-47-15,11-4-50 0,-12 2-60 0,2 4-57 16,-7-2-79-16,-1 1-91 0,-6 0-306 0,1 2-729 0,-2 0 323 16</inkml:trace>
  <inkml:trace contextRef="#ctx0" brushRef="#br0" timeOffset="109901.93">5379 6306 130 0,'0'0'398'0,"0"0"0"0,0 0-8 0,0 0-17 15,0 0-15-15,0 0-26 0,0 0-31 0,0 0-30 16,0 0-25-16,0 0-24 0,0 0-27 0,0 0-17 16,0 0-15-16,0 0-21 0,0 0-10 0,0 0-14 15,2 13-14-15,1-9-5 0,-1 0-15 0,3 0-7 16,-1 0-6-16,2 1-6 0,0-2-10 0,0 4-2 15,6-3-5-15,-5 1-4 0,2 1-6 0,-2-3-4 16,4 1-3-16,-5 1-1 0,3 0-3 0,-5-1-3 16,3-2-4-16,0 1 0 0,-3 2-8 0,1-1 5 15,2-2 0-15,-3 2-4 0,-3-3 1 0,2 2-7 16,-1 1 0-16,-2-4-2 0,1 5-5 0,-1-5-4 16,-1 6-6-16,-1-3-16 0,-2 1-26 0,0-1-31 15,-2 0-29-15,-1 0-29 0,1-1-19 0,-1 1-23 16,-1-1-34-16,-3 0-44 0,4-1-46 0,-2-1-57 15,-3 0-211-15,2-1-620 0,-4-3 274 0</inkml:trace>
  <inkml:trace contextRef="#ctx0" brushRef="#br0" timeOffset="110076.86">5334 6272 68 0,'1'-4'331'0,"3"-1"-7"15,3 0-17-15,0 0-11 0,-2-1-17 0,1-1-12 16,6-1-22-16,-2 4-24 0,-1-3-14 15,3 0-20-15,-2 1-19 0,4 1-5 0,3-4-36 16,2 2-26-16,-1 1-67 0,4 1-72 0,-6-1-96 0,7 1-114 31,-3 2-237-31,2-2-524 0,1 1 232 0</inkml:trace>
  <inkml:trace contextRef="#ctx0" brushRef="#br0" timeOffset="118650.37">6290 9249 98 0,'0'0'177'0,"0"0"-8"0,0 0-2 0,0 0-6 15,0 0-3-15,0 0-7 0,0 0-3 0,0 0-1 16,0 0-4-16,0 0-3 0,0 0-6 0,0 0-6 0,0 0-4 16,0 0-10-16,0 0-7 0,0 0-4 0,0 0-17 15,0 0-6-15,0 0-8 0,0 0-5 0,0 0-8 16,0 0-6-16,0 0-10 0,0 0-1 16,0 0-7-16,0 0-2 0,0 0-5 0,0 0-2 0,0 0 3 15,0 0-10-15,0 0 1 0,0 0-5 0,0 0-3 16,0 0-1-16,0 0-3 0,0 0 0 0,0 0 1 15,0 0-2-15,0 0-2 0,9 3 1 0,-9-3 1 16,0 0-1-16,0 0 1 0,6 2-4 0,-6-2-1 16,0 0 5-16,0 0 0 0,0 0-1 0,0 0-4 15,14-3 3-15,-14 3-2 0,5-1 2 0,-5 1-3 16,9-1 1-16,-9 1 1 0,10 0-5 0,-6-2 3 16,-4 2 1-16,7-3-1 0,0 2 1 0,-2-2-1 15,1 0-3-15,-6 3 3 0,9-3 3 0,-3 2-5 0,3 1 4 16,-5-1-4-16,6 0 4 0,-6-1-3 15,1 1-4-15,3-1 2 0,-1 1 0 0,0-1 0 16,0 1-2-16,0 1 7 0,-2-1-7 0,-5 1 2 16,14-3-2-16,-10 3 4 0,0-2-2 0,5 1 5 0,-3 0-4 15,-2 0-3-15,-4 1 3 0,11-4 4 0,-2 3-2 16,-3 1-4-16,1-1 2 0,-2-1 2 16,2 0-2-16,-2 1 0 0,1-1 0 0,-1 0 2 0,1 0 0 15,-1 1-6-15,2-2 4 0,-2 2-1 0,2 0 4 16,-1-2 0-16,-1 1-2 0,2 1-1 0,-3-3 0 15,-4 4 0-15,9 0 1 0,-2-2-2 0,-5-2 1 16,2 3 4-16,-4 1-3 0,8-2-1 0,-6-1 2 16,-2 3-2-16,0 0-1 0,10-1-1 0,-10 1 2 15,0 0-1-15,6 2 1 0,-6-2-3 0,5-2 8 16,0-1-5-16,-5 3 4 0,4-2-5 0,-4 2 4 16,0 0-6-16,0 0 2 0,13-1 1 0,-8 1-2 15,-5 0 2-15,7-2 0 0,-7 2-1 0,8-3 7 16,-4 2-6-16,-4 1 1 0,8-1-4 0,-5-2 3 15,-3 3 0-15,9-2 2 0,-3 1-4 0,-6 1 2 16,8 0 0-16,-4-3 0 0,-4 3 0 0,10-4 1 16,-6 3-1-16,-4 1 1 0,7-3 0 0,-7 3-5 0,9 1 6 15,-5-3-2-15,-4 2 2 0,10-3 0 0,-6 1-3 16,-4 2 0-16,11-3 0 0,-6 3-1 16,3-1 2-16,-4 0 0 0,2 0 0 0,1-1-2 15,-2 0-1-15,-5 2 2 0,14 0 2 0,-14 0-2 0,12-4 1 16,-8 1-1-16,-4 3 2 0,13-1-3 0,-8 1 6 15,3-1-6-15,-8 1 4 0,9-2-4 0,1 2 1 16,-10 0-3-16,11 0 4 0,-3-1-1 0,-3 0 3 16,5 1 0-16,-5-1-4 0,4-1 3 0,-4 1 0 15,6 0 1-15,-4 1-2 0,-2-1 0 0,6-2 1 16,-3 1-4-16,0 0 4 0,0-1-2 0,2 2 3 16,-2 0-4-16,-1 1 2 0,1-1 2 0,0 1-4 15,0-3 5-15,-1 0-2 0,0-1-3 0,1 3 2 16,-3 0 0-16,5 0 3 0,-6-1-2 0,4 1-1 15,-1 0-1-15,0-2 1 0,1 3 1 0,-2-2 1 16,3 2-2-16,-5-1-3 0,3 0 5 0,-7 1 5 16,16 0-7-16,-9-2-6 0,0 4 7 0,0-4 1 15,0 4-3-15,-7-2 1 0,14-2 1 0,-7 1-3 0,0 0 0 16,1 1-1-16,0-2 3 0,-1 1-1 16,0-1 2-16,-7 2 1 0,16-2-2 0,-10 3 1 15,1-3-1-15,3 2-6 0,-4 0 7 0,2-1-3 0,-3-1 5 16,5 1-4-16,-5 4 1 0,-5-3-1 0,14 0 0 15,-8-2 6-15,3 2-6 0,-5-1 2 0,-4 1-2 16,15-1 1-16,-11 1-2 0,-4 0 1 16,12-1 0-16,-5-1 3 0,0 2-1 0,-7 0 0 0,11-1-1 15,-5 1 0-15,-6 0 2 0,13 0 1 0,-6 0-4 16,-7 0 1-16,12-1-1 0,-5 1-1 0,-2-1 3 16,1-1-1-16,-6 2 1 0,13 0-2 0,-7-2 0 15,-6 2 0-15,12 0 0 0,-6 0 3 0,-6 0-4 16,14 0 4-16,-10 0-5 0,-4 0 4 0,12 0 1 15,-7-2-4-15,-5 2 2 0,11-1 2 0,-5 1-2 16,-6 0 2-16,12-1-1 0,-3-1-3 0,-4 1-2 16,-1 0 5-16,-4 1 1 0,14-1-1 0,-9-1 0 15,-5 2-3-15,14-2 2 0,-8 2 3 0,0-1-1 0,1-1-1 16,0 1 0-16,0-1 1 0,1 0-2 16,-2 1 1-16,0-1-1 0,2 1-1 0,0 0 0 15,4 1-1-15,-2-3 2 0,1 1-1 0,0 1 3 16,-2-1-3-16,5 2 1 0,-5-1 0 0,1 0 0 0,-1-2 3 15,1 3-3-15,-2-1-3 0,0 1 6 0,-1-2-4 16,4 2-1-16,-5-1 2 0,7 0 1 16,-8 1 4-16,8-1-3 0,-4-1-2 0,2 1 0 0,0 0 0 15,1 1 2-15,-5-1-3 0,4-1 1 0,1 1-1 16,0 0-1-16,-3 1 2 0,4-3 2 0,-5 3-2 16,3 0 0-16,3-1 0 0,-5-1 4 0,3 1-6 15,-2 1-1-15,1-1 4 0,1 0-6 0,-1 1 5 16,0 0-2-16,1 1 2 0,-4-2 0 0,2-1-1 15,-1 1 1-15,-2 2 3 0,3-2-1 0,-2 1 0 16,1-1-5-16,0 1 3 0,-1-3-2 0,4 3 1 16,-5 0 2-16,1-1 1 0,4 1-2 0,-4-1 0 15,0 1-1-15,2-1 3 0,-1 1-4 0,1-2 4 16,1 2-3-16,-2-1 2 0,1 1-2 0,0-3 1 16,0 3 2-16,3-1-2 0,-8 0 3 0,6 1-3 15,-3-4-1-15,4 3 1 0,-5 1 0 0,7-2 0 16,-7 1 4-16,1 1-3 0,1 0-1 0,2 0 0 0,0-1-2 15,1 0 0-15,-5-1 1 0,1 2 1 0,2-1 1 16,-1 1 0-16,-1-1-3 0,2-1-2 16,-2 2 6-16,0-1-4 0,0 1 4 0,3 0-2 0,-3 0-3 15,-1 0 4-15,0-1 0 0,4 1 0 0,1 0-3 16,-1-3 1-16,0 3 1 0,0 0 0 0,0-2 1 16,1 2-2-16,0 0 1 0,0-3 2 0,-1 3-4 15,-2 0 2-15,4-1 2 0,-6 0-1 0,1 1-2 16,3 0 2-16,-3 0 0 0,3 0-1 0,1 0-2 15,-1 0 0-15,-3-2 1 0,3 2-1 0,0-1 1 16,-3 1 2-16,3 0-1 0,-3 0 3 0,3 0-4 16,1 0 0-16,-5-1-1 0,5 1 0 0,0 0 8 15,-2 0-6-15,2 0-2 0,0 0 3 0,-1-1 1 16,0 1-5-16,4 0 5 0,-4 0-1 0,3 0-1 16,-1 0 1-16,1 0 0 0,-2 0-3 0,2 0 2 15,-2 0 0-15,2 0-1 0,-1-3 9 0,0 3-8 16,0 0-1-16,-2 3 3 0,0-8-2 0,1 7-1 0,-4-4 4 15,0 1-2-15,1 1-2 0,0-1 2 0,1 0-2 16,-1 1 1-16,-2 0-1 0,1-2 0 0,-2 2 6 16,3-1-4-16,-1 0-2 0,-1 0 2 0,1-1 0 15,2 2 0-15,-1 0-2 0,2 0 1 0,-1-1-2 16,2 1 1-16,-3-1 0 0,2 1 1 0,0 0-3 16,3-2 4-16,-1 0 0 0,-2 0-1 0,0 2 0 15,1 0 0-15,-1-1 3 0,-1 1 0 0,2 0-3 16,-1-1 0-16,-3 1 0 0,4 0-4 0,1-1 3 15,-7 1-1-15,8-3 3 0,-6 3-1 0,2-1 3 16,3 0-3-16,-6 1 2 0,4-1-2 0,2-2 1 0,-3 3-3 16,3-1 4-16,-1 1 1 0,-3-1-4 15,3-1-1-15,-4 2 4 0,-1-1-1 0,4 0 2 16,-6-1-4-16,4 1 7 0,-1 4-6 0,-1-6 0 16,2 0 0-16,-2 3-1 0,1-1 2 0,-1 0-1 0,4 0-1 15,0-1 4-15,-3 1-2 0,3 0-3 0,-2 0 0 16,6-1 2-16,-4 0-2 0,-3 1 2 0,3-1-3 15,-1 4 0-15,-2-4 3 0,0 2 0 0,3-1 0 16,-3-1 1-16,-2 2 3 0,-6 0-3 0,14-1-1 16,-10 0 7-16,-4 1-7 0,10 0-1 0,-10 0 2 15,0 0 4-15,12-1-5 0,-12 1 6 0,0 0-7 16,6 0 1-16,-6 0-2 0,0 0 4 0,5-3-3 16,-5 3 0-16,7-1 2 0,-7 1-1 0,6-3-1 15,-6 3-2-15,9-2 5 0,-4 1 0 0,-1-1-4 16,-4 2 1-16,10-1 1 0,-4-1-4 0,-1 1 8 15,2 0-4-15,-7 1-2 0,9-3 0 0,-9 3 3 16,7-1 1-16,1 0-1 0,-8 1-3 0,7 0 2 16,-7 0 2-16,0 0 0 0,4-3-1 0,-4 3 4 15,0 0-2-15,0 0 0 0,0 0 4 0,6-1-8 16,-6 1 3-16,0 0-1 0,0 0 0 0,0 0-1 16,-2-5-2-16,2 5 2 0,0 0 0 0,0 0 2 0,0 0-2 15,0 0-3-15,0 0 4 0,-4-5-2 0,4 5 2 16,0 0-1-16,0 0 1 0,0 0 0 0,0 0-2 15,0 0-1-15,0 0-1 0,0 0 1 0,-3-3 2 16,3 3-1-16,0 0-4 0,0 0 1 0,0 0 1 16,0 0 0-16,0 0-2 0,0 0 8 0,0 0-8 15,0 0 4-15,0 0-1 0,0 0-3 0,-8 8 0 16,8-8 1-16,0 5-1 0,0-5-4 0,-5 5 8 16,5-1-1-16,-3 1 0 0,3-1 1 0,0 1-2 15,-1 0 1-15,1 1 0 0,-3-1 2 0,3 0 0 16,-3-2-1-16,3 3-1 0,0 0 2 0,-3-1 1 15,3-1-6-15,0 3 4 0,0-3 0 0,-1 4 1 16,2-1 2-16,-1-2-4 0,3 1 1 0,-3 0-2 16,0 0 5-16,0-1-1 0,3 2-2 0,-3 0 0 15,0-2 0-15,0-1 0 0,0 1-1 0,3 0 4 16,-2 0-1-16,-1-1 1 0,0 0-2 0,0 0 0 16,3 0-1-16,-3-4 1 0,0 5-1 0,0-5 1 0,0 6 0 15,1-4-1-15,-1 4 2 0,4-2 2 0,-4-1-5 16,0-3 2-16,1 5-1 0,2-2-1 0,-2 1 1 15,1 0 0-15,-1 0 6 0,1-1-3 16,-2 4-3-16,1-2 5 0,-1-1-4 0,3-1 3 0,-2 1-1 16,-1 1-3-16,2-1 0 0,2-1 1 0,-4 2 1 15,2 2-2-15,0-2 2 0,-1-3 0 0,1 2 0 16,0 1-1-16,-1-1-1 0,-1 0 6 0,3-2-3 16,0 5-3-16,-3-2 1 0,1-1 3 0,-1 0-5 15,2-1 1-15,-2-3 0 0,1 8 4 0,-1-3 0 16,0-2-1-16,0-3 0 0,0 6-3 0,0-1 2 15,0-5 0-15,0 8 3 0,0-8-6 0,-1 4 1 16,1-4-1-16,0 6 5 0,1-4-6 0,-1-2 3 16,0 0-3-16,-1 7 3 0,1-7 0 0,0 5 0 15,0-5 3-15,0 5-3 0,0-5 1 0,1 6-2 16,0-4 6-16,-1 2-5 0,0-4 3 0,2 6-1 16,-1-2-3-16,-1 0-2 0,3 0 6 0,-3-4-1 15,0 6-1-15,1-2-1 0,2 0 4 0,-2 0 1 0,-1-4 2 16,3 6-2-16,-2-3 1 0,-1-3 1 15,4 8-5-15,-4-5 3 0,2 1-2 0,-2-4 2 16,4 5-2-16,-4-1-1 0,1 0 3 0,-1-4 0 0,0 6-2 16,1-3-2-16,-1 1 3 0,0-4-4 0,2 6 1 15,-1-2 1-15,-1 0 0 0,0-4-3 0,0 6 2 16,0-6 3-16,0 6-5 0,0-6 2 0,0 5-1 16,0-5 1-16,0 6 1 0,0-4 0 0,2 2 0 15,-2-4-3-15,0 6 5 0,0-6-4 0,2 6 3 16,0-4-2-16,-2-2-1 0,1 6 1 0,0-2 4 15,-1-4-10-15,3 5-23 0,-3-2-38 0,3 1-51 16,-3-4-83-16,3 6-292 0,-3-6-532 0,5 2 235 16</inkml:trace>
  <inkml:trace contextRef="#ctx0" brushRef="#br0" timeOffset="119227.15">9972 9478 126 0,'0'0'278'16,"0"0"1"-16,0 0-8 0,0 0-6 0,0 0-14 16,0 0-20-16,0 0-13 0,0 0-17 0,0 0-21 15,18-9-18-15,-6 9-13 0,0-4-10 0,10 0-18 16,-2 1-11-16,9-5-13 0,2 4-10 0,3-1-31 16,-3-2-62-16,-1 2-90 0,7-2-112 0,-6 0-278 15,2 2-525-15,-3 0 232 0</inkml:trace>
  <inkml:trace contextRef="#ctx0" brushRef="#br0" timeOffset="120900.51">10750 8671 153 0,'-11'7'157'0,"-2"-1"-6"16,0 2-6-16,0-2 5 0,-5 3-2 0,-1 1-4 15,1 0-4-15,-5-2-2 0,-3 7-9 0,-4-7-7 16,10 3-8-16,-2-3-12 0,-4 4-12 0,-1 1-7 15,7-4-4-15,1 0-7 0,-4-1-8 0,2 0-7 16,3 2-4-16,-2-4-7 0,1 3-5 0,0 0-4 16,4-4 0-16,-1 1-6 0,-2 2-2 0,4-2-5 15,1 0 2-15,2 1-4 0,-1-4-6 0,1 0-1 16,1 2 1-16,2 0-2 0,0-2-2 0,1 0-3 0,0-1 0 16,3 2 2-16,0 0-2 0,0-1-10 0,-3-2-20 15,7-1-24-15,-5 1-18 0,5-1-25 0,-3 3-16 0,3-3-27 16,0 0-30-16,0 0-25 0,0 0-131 0,0 0-341 15,0 0 152-15</inkml:trace>
  <inkml:trace contextRef="#ctx0" brushRef="#br0" timeOffset="121315.88">10222 8803 172 0,'0'0'184'0,"0"0"-20"0,0 0-10 15,0 0-12-15,0 0-19 0,0 0-13 0,0 0-16 16,0 0-4-16,0 0-19 0,0 0-5 0,0 0-3 15,0 0-4-15,-5 14-6 0,5-9 1 0,-4 1 13 16,2 1-2-16,-3-1 0 0,2 1-6 0,-1 2 7 16,0 0 13-16,-3 0 1 0,2 0 2 0,-5-1-4 15,5 0-1-15,-5 1-2 0,2-1 6 0,0 1 2 16,1-4-8-16,-1 3-6 0,2-3-5 0,1 0-4 16,0 1-11-16,1-3-3 0,0 1-6 0,2 0-1 15,1-2-2-15,1-2-3 0,0 5-1 0,0-5 1 16,8 3-7-16,0-1 1 0,7 0-1 0,8-1-3 0,-4-1-4 15,13-1-15-15,-2-3-41 0,-2 5-43 0,6-1-53 16,-1-4-67-16,-2 3-77 0,-1 0-149 16,0 1-459-16,0-3 204 0</inkml:trace>
  <inkml:trace contextRef="#ctx0" brushRef="#br0" timeOffset="121953.56">11045 8570 215 0,'-8'-1'287'0,"8"1"-19"0,0 0-16 16,-12 1-15-16,12-1-18 0,-13 5-18 0,8-1-9 15,-2 1-14-15,2-1-16 0,-1-1-11 16,2 2-17-16,-1 1-12 0,-1-1-15 0,2-1-5 15,0 4-10-15,3-3-12 0,1 3-5 0,-2-3-3 16,2 1-9-16,2 1 1 0,-1-2-1 0,5 2-3 16,-1-1-7-16,2-1-2 0,2 1-3 0,2-1 2 15,0 2-8-15,0-5-5 0,0 1-4 0,4-2-7 16,-7 0 5-16,2-1-8 0,0-1 0 0,-1-2 1 16,-2 1-2-16,2 1 0 0,-4-3 6 0,-1-2-16 15,3 0 0-15,-4-1-6 0,0 0-4 0,-2-1 4 0,-2 1 1 16,1-4-5-16,-4 3-5 0,2-3-2 15,-3 4 2-15,2-1-4 0,-1 1-9 0,0 1-9 16,-3 2-8-16,0-4-13 0,5 5-16 0,-5-1-21 0,1 0-29 16,1 1-31-16,1 2-40 0,4 1-45 0,-7-4-43 15,7 4-185-15,0 0-494 0,0 0 218 0</inkml:trace>
  <inkml:trace contextRef="#ctx0" brushRef="#br0" timeOffset="122167.81">11263 8574 96 0,'0'0'280'0,"0"-4"-17"0,0 4-19 16,5-1-20-16,-5 1-17 0,6-4-20 0,-4 1-20 16,5 1-14-16,-2 0-15 0,2 0-14 0,0 1-14 0,1 0-11 0,-1-2-9 15,7 2-7-15,-2 0-10 0,0-1-21 0,0-1-41 0,2 2-48 16,-6 0-51-16,5-2-40 0,1 0-46 0,-3 1-189 15,-1-1-393-15,2 0 175 0</inkml:trace>
  <inkml:trace contextRef="#ctx0" brushRef="#br0" timeOffset="122377.53">11537 8408 40 0,'0'0'223'16,"0"0"-19"-16,0 0 1 0,0 0 0 0,0 0-6 15,0 0-8-15,0 0-17 0,-5 13-5 0,5-9-3 16,0-4-9-16,0 9-14 0,3 0-13 0,-1-1-15 16,-2 1-7-16,3 1-9 0,-2 0-13 0,1 1-5 15,2 0-9-15,0 2-4 0,0 0-7 0,3 2-9 0,-2-3-30 16,-2 1-46-16,1-2-66 0,0 1-67 16,-1-2-78-16,0-1-176 0,-2 2-445 0,5-3 197 15</inkml:trace>
  <inkml:trace contextRef="#ctx0" brushRef="#br0" timeOffset="123651.2">11793 8305 191 0,'0'-5'318'0,"0"5"-8"0,0-6-11 0,0 6-15 16,0-7-20-16,0 4-17 0,0 3-21 16,0 0-20-16,0 0-12 0,0-5-36 0,0 5-19 15,4-2-11-15,-4 2-14 0,7-1-16 0,-7 1-7 16,11 5-11-16,-7-4-6 0,1 1-9 0,1 2-9 16,-2 2-6-16,2-1-5 0,0 0-7 0,-2 0-2 15,2 1-3-15,-2 3-4 0,0 0-4 0,5 0 0 16,-6 2 7-16,-2 0-6 0,2-1-9 0,0 1-2 15,-2 1 3-15,-1 0-6 0,2 0-2 0,0-1-2 16,0 0 3-16,-1 1-3 0,-1-5 1 0,3 4-2 16,0-1 3-16,-2-2 2 0,-1-1-6 0,4 1 2 15,1 0-2-15,-3-3 0 0,2 1 0 0,0-2 1 16,0 1-3-16,3-1 3 0,1 0-4 0,-1-1 5 16,1 1-5-16,2-3 0 0,3 0-17 0,-2-1-11 15,2-1-16-15,-2-2-18 0,3 1-22 0,0-1-17 16,-5 0-17-16,5-3-9 0,-5 2-17 0,2-1 3 15,1 0 5-15,-1 1 17 0,-4-2 11 0,0 2 6 16,0 0 13-16,-3 0 15 0,0 0 5 0,1 3 19 0,-3-1 22 16,0-3 14-16,1 3 4 0,-3 2 10 0,3-4-1 15,-3 4 1-15,0 0-1 0,0 0 1 16,0 0 1-16,0 0-4 0,0 0-2 0,0 0 4 0,0 0-2 16,0 0 0-16,0 13 5 0,1-8 4 0,-1-1 18 15,0 1-2-15,4 0 3 0,-4 2-1 0,4-2 2 16,-1 0 0-16,1 1 0 0,-1-1-4 0,1 1 1 15,0-1-1-15,0-1-3 0,0-1 0 0,0 0-1 16,0 0-1-16,-1 2 3 0,-3-5 0 0,8 1-2 16,-4-1-1-16,-4 0-3 0,0 0-2 0,10-4 3 15,-10 4-5-15,5-5 1 0,-5 1-3 0,3 0 0 16,-3-1-2-16,0 0 2 0,0-1-6 0,0 1-2 16,0-3 2-16,0 1 1 0,-3 1-2 0,-1-2 0 0,4 1 3 15,0 0-5-15,-1 2 4 0,-1-1-4 16,1 1-1-16,-1-1 3 0,2 1-1 0,-2-1 0 15,2 0 1-15,0 3 1 0,-3-1-2 0,3 4-6 0,0-8 2 16,0 8-1-16,3-3 1 0,-3 3 2 0,7-3-3 16,-3 1-1-16,-4 2 1 0,9-2 1 0,-3 2 1 15,-6 0-4-15,13 1 2 0,-6 0 1 16,0 3-2-16,0-3 1 0,4 2 0 0,-2 1 2 0,2 0 0 16,0 1-1-16,-1-2 2 0,-1 4-6 0,0 0 4 15,2-1 0-15,-1-1 2 0,-3-1-1 0,1 4-2 16,0-2 0-16,-4-2 1 0,2 1-5 0,0-2 3 15,-2 2 0-15,-1-1 4 0,1-2 1 0,0 2-1 16,-1-1 1-16,1-1 2 0,-4-2 3 0,3 3 18 16,-3-3 12-16,0 0 4 0,0 0 8 0,0 0 7 15,0 0 1-15,3-10 7 0,-3 6 4 0,0-1-1 16,0-1-9-16,0 0 0 0,2 0 1 0,1-1 0 16,-2 0-5-16,2 0 4 0,1-1-3 0,-1 1-4 0,0-4 6 15,2 1-8-15,1 4-9 0,-1-3-2 16,-1 4 5-16,1 0-12 0,0 1 0 0,3-1-7 15,-4 2-5-15,1 2-11 0,-5 1 3 0,11-2-1 0,-11 2 0 16,10 1-2-16,-5 1-2 0,0 1 2 0,2 2-6 16,-3 0-5-16,2 1 13 0,-2 4-10 0,0-2 1 15,0 4-2-15,-1-3-15 0,-2 2-19 0,-1 1-21 16,3 1-22-16,-3-1-29 0,-3 3-46 0,0 0-36 16,-3 2-67-16,0-5-57 0,1 2-225 0,-5 2-581 15,-3-1 257-15</inkml:trace>
  <inkml:trace contextRef="#ctx0" brushRef="#br0" timeOffset="124569.66">3783 7427 262 0,'0'-8'302'15,"2"-1"-5"-15,-2 5-15 0,0-1-26 0,0 0-22 0,0 1-28 16,0 4-26-16,1-4-24 0,-1 4-14 0,0 0-15 0,0 0-12 15,6 13-11-15,-1-6-11 0,2 4-11 0,-2-1-9 16,6 11-4-16,-3-2-2 0,4 5-15 0,2-1-5 0,-6 2-2 16,6 0-4-16,-6-4-4 0,0-2-6 0,7 5-3 15,-8-5-1-15,0-1 2 0,4 2-8 0,-3-2-3 16,-4 2-1-16,4-3 2 0,-5-6-1 16,-2 3-1-16,3-2 17 0,-3 0 16 0,-1 0 23 0,0-2 4 15,0-1 7-15,-1-1 17 0,-4 0 7 0,2-2 14 16,-1 0 3-16,-1 0 3 0,3-1-5 0,1-3 7 15,-3 2 2-15,1 0-6 0,3-4-2 0,-1 5 0 16,1-5-5-16,0 0-7 0,0 4-11 0,0-4-11 16,0 0-3-16,0 0-18 0,19-8-7 0,-4 3-10 15,1-1-13-15,4 0-9 0,10-2-10 0,0-1-12 16,0 0-23-16,0 1-16 0,0-1-32 0,0 0-29 16,-2 3-37-16,1-2-34 0,-6 4-12 0,-1-2-26 15,-2 2-27-15,-2-1-36 0,-4 2-42 0,-2 2-36 16,0-2-46-16,-8 3-204 0,0-1-640 0,-4 1 283 15</inkml:trace>
  <inkml:trace contextRef="#ctx0" brushRef="#br0" timeOffset="125286.37">4300 7688 21 0,'0'0'294'0,"1"-4"-3"16,-1 4-16-16,0 0-24 0,2-4-22 0,-2 4-27 15,0 0-21-15,0 0-24 0,0 0-14 0,0 0-16 16,0 0-12-16,0 0-15 0,-3 13-6 0,3-6-9 16,1-2-9-16,1 1-8 0,-2 2-9 0,3 2-3 15,-2-2-5-15,3 2-3 0,2 0-6 0,-2-1 5 16,1 2 0-16,3-3-6 0,-1 0-6 0,1 0 1 16,3-3-4-16,-1 0-3 0,2 0 1 0,0-4-6 15,0 2-6-15,3-4-2 0,-4 1-12 0,2-4-9 0,-1 1 2 16,-1-1-7-16,-3-1 5 0,0 0-7 15,-1 0 3-15,-2 0 6 0,-2-3-6 0,-2 1 1 16,1 0-2-16,-4 0 3 0,-1-4 2 0,-2 4 0 0,-2-4 1 16,2 4 0-16,-3-3 2 0,-1 5 3 0,-3-3 5 15,3 2 7-15,-2-1 3 0,4 4 4 16,-4-1 3-16,0-1 2 0,3 1 0 0,0 2 2 16,0-1 3-16,1 1-5 0,4 0-5 0,3 2-2 0,-8-2-1 15,8 2-5-15,-7-3-4 0,7 3-1 0,0 0-1 16,-5-3 2-16,5 3-2 0,0 0 1 0,0 0 1 15,0 0-2-15,0 0 3 0,0 0-5 0,20 10 1 16,-13-10-2-16,0 1-3 0,2 0 6 0,2 0-4 16,-3 1 0-16,4 1 0 0,1 0 0 0,-2 1 1 15,1 0-1-15,-1 0-2 0,0-1-1 0,2 1 0 16,-3 2 4-16,1-3-4 0,-3 2-2 0,0-1 3 16,3 2 0-16,-4-3 0 0,1 2-2 0,-4-2 6 15,3 0-4-15,-3 2 0 0,3 1 4 0,-3-3-4 16,1-1-1-16,-2-1 3 0,-2 2-2 0,-1-3 1 15,7 3 4-15,-7 1 2 0,0-4 20 0,0 0 26 16,0 0 6-16,0 0 6 0,0 0-2 0,0 0 0 16,8-9 5-16,-8 6-5 0,0-2 9 0,0-5 4 15,3 4-8-15,-3-4 1 0,1 0-3 0,-1 0 1 0,3-2-6 16,1 0 5-16,-1 2-12 0,0-1-4 16,2 1-2-16,-2-1-7 0,3 1-6 0,-1-2 4 15,0 6-10-15,-4-2-1 0,5 2-6 0,-2 2-3 16,-1-1-3-16,-2 0-7 0,4 3-1 0,1 0 4 0,-6 2-5 15,8-1-2-15,-1 1-3 0,-2 2-1 0,3 1 2 16,2 5-3-16,-2-3 0 0,1 0-2 16,1 4 4-16,-2-2-1 0,2 4 4 0,-2-2-9 0,2 1 3 15,-2 0 2-15,1 1 0 0,-2 0-1 0,1-2-11 16,-2 2-35-16,1 1-23 0,-4-1-41 0,0 2-28 16,-2-2-41-16,-2 1-65 0,1 0-84 0,-4-1-327 15,-1 0-709-15,-2-4 314 0</inkml:trace>
  <inkml:trace contextRef="#ctx0" brushRef="#br0" timeOffset="142239.41">10037 8694 95 0,'0'0'245'0,"0"-5"-1"0,0 5-1 0,0 0-6 15,0-5-9-15,0 5-7 0,0 0-8 0,0 0-11 16,0-5-13-16,0 5-10 0,0 0-9 0,0 0-15 16,0 0-12-16,0 0-5 0,0 0-24 0,0 0-8 15,0 0-7-15,0 0-11 0,0 0-15 0,0 0-2 16,0 0-2-16,0 0-13 0,0 0-3 0,0 0-2 16,-8 13-8-16,5-8-8 0,-2 1 3 0,1 1-5 15,0 0-1-15,-2 3 9 0,1-3-14 0,-4 5-2 0,2-5 1 0,0 3-5 0,-2-1-6 0,0 1 1 16,1 1-7-16,1-1 8 0,0 0 0 0,-3-1-4 15,4 2 5-15,-2-3-6 0,2 2-5 0,1-2 2 16,-4 0-3-16,4-1 2 0,0-1 2 0,1 1 0 16,0-2-2-16,2 1-14 0,-2-3-12 0,-1 3-14 15,-1-2-8-15,5-2-12 0,1 2-8 0,0-4-9 16,-4 7-14-16,4-7-15 0,0 0-27 0,0 0-24 16,0 0-35-16,10 0-27 0,-10 0-28 0,10-6-28 15,-7 4-158-15,1-2-459 0,0 0 204 0</inkml:trace>
  <inkml:trace contextRef="#ctx0" brushRef="#br0" timeOffset="142557.01">9889 8756 150 0,'0'0'231'0,"-3"-4"1"0,3 4-2 0,-2-4-1 0,2 4-14 16,0 0-10-16,-3-2-22 0,3 2-17 0,0 0-17 0,0 0-14 31,-3-6-16-31,3 6-12 0,0 0-9 0,0 0-14 16,0 0-4-16,0 0-13 0,0 0 2 0,6 14-6 15,-4-7-6-15,1-2-2 0,1-2-9 0,0 3-3 16,3 0-7-16,-2 0 1 0,-1 0-6 0,5 1 0 16,-5 0-2-16,4 1-5 0,-1-2-2 0,-2-1-2 0,-1 2 0 15,3-2-6-15,1 1 1 0,-1-1 1 16,-3 0-2-16,4 2-3 0,-2-3 6 0,0 1-6 15,-3-1-2-15,3 0-1 0,-1 1 1 0,-1-3-20 0,0 2-12 16,0 0-15-16,2-2-15 0,-5 1-18 0,-1-3-16 16,7 3-27-16,-4 1-13 0,-1-2-24 0,-2-2-14 15,6 2-26-15,-6-2-19 0,1 2-148 0,-1-2-387 16,0 0 170-16</inkml:trace>
  <inkml:trace contextRef="#ctx0" brushRef="#br0" timeOffset="143015.2">10041 8734 83 0,'-1'-4'220'0,"1"4"-10"0,0 0-8 16,0 0-10-16,0 0-12 0,-1-5-10 0,1 5-16 15,0 0-17-15,0 0-14 0,0 0-13 0,0 0-11 16,0 0-8-16,0 0-7 0,0 0-8 0,-10 13-5 15,9-10-9-15,-1 4-4 0,-2-2-4 0,2 3-4 16,-1 0-4-16,-1 2-4 0,0-4 0 0,1 2-5 16,-1 1-3-16,1 0-2 0,-3 0-3 0,0 0-6 15,-1 1 1-15,3-1-3 0,-2 0-2 0,1 0-1 16,-3-1 1-16,1-1-2 0,3 0-2 0,0 0-1 16,-2-2-3-16,-1 2-1 0,1-2 2 0,2 0-19 15,-2 2-21-15,2-5-23 0,0 1-15 0,-1-2-26 16,2 3-24-16,3-4-28 0,-4 2-39 0,4-2-185 15,0 0-397-15,0 0 175 0</inkml:trace>
  <inkml:trace contextRef="#ctx0" brushRef="#br0" timeOffset="143378.59">9890 8789 32 0,'3'-7'242'0,"-3"7"-3"0,0-5-7 0,0 2-7 16,0 3-10-16,0 0-11 0,2-4-15 0,-2 4-18 15,0 0-14-15,0 0-17 0,0 0-16 0,2-3-14 16,-2 3-11-16,0 0-11 0,0 0-9 0,0 0-10 15,15 8-4-15,-12-4-4 0,1 1-10 0,4-2-2 16,-5 0-4-16,6 4-6 0,-6-1-6 0,5-1-4 0,-1 3-1 16,1-2-1-16,0 2-3 0,-2-3-4 0,-1 1-3 15,1 1 2-15,0 1-1 0,0-3 0 16,-2 1-2-16,0-1-4 0,0-1-1 0,2 1-1 16,0-1-26-16,-3 0-19 0,2-1-19 0,0-1-19 0,-1 0-29 15,-2 1-39-15,-2-3-41 0,9 1-48 0,-9-1-166 16,0 0-429-16,0 0 190 0</inkml:trace>
  <inkml:trace contextRef="#ctx0" brushRef="#br0" timeOffset="143747.16">10017 8709 37 0,'0'0'219'0,"0"0"-11"16,0 0-16-16,0 0-17 0,0 0-16 0,0 0-12 15,0 0-4-15,0 0-10 0,-8 8-15 0,6-4-2 16,0 2-14-16,-1 0-6 0,0-1 1 0,0 4-4 15,-2-5-11-15,1 6-4 0,-1-1-7 0,2 2-7 16,-3-2-7-16,-2 4-3 0,3-3-8 0,-2 2-1 16,0-1-7-16,2 4-1 0,-2-4-6 0,-1-1 1 15,0 1-2-15,2-1-2 0,-1-2-5 0,-1 0-1 16,1 1-8-16,3-1-31 0,-1-3-45 0,1 3-45 16,1-4-44-16,0 0-62 0,-1-2-161 0,4-2-403 15,-2 4 179-15</inkml:trace>
  <inkml:trace contextRef="#ctx0" brushRef="#br0" timeOffset="144351.04">9936 8765 19 0,'0'0'225'0,"0"0"-16"0,0 0-18 0,0 0-14 15,0 0-10-15,0 0-13 0,0 0-13 0,0 0-14 16,5 9-11-16,-4-4-12 0,-1-5-11 0,1 6-7 15,2-2-7-15,1 1-8 0,-1 1-9 0,4-1-4 16,-2 0-7-16,2 0-3 0,1 2-4 0,-2-1 0 16,3 0-7-16,-1 0-1 0,2 1-5 0,-3-2-25 15,2 1-45-15,-2 0-52 0,-2-4-53 0,2 2-41 0,1 0-135 16,-2-3-346-16,-1 1 153 0</inkml:trace>
  <inkml:trace contextRef="#ctx0" brushRef="#br0" timeOffset="161284.57">9187 10130 64 0,'0'0'126'0,"0"0"3"15,0 0-5-15,11-4 4 0,-11 4 2 0,0 0 6 0,0 0-4 16,4-3 4-16,-4 3-5 0,4-4-3 0,-4 4 0 16,0-3-7-16,0 3-8 0,0 0-1 0,0 0-5 15,0 0-1-15,0 0-12 0,2-4-2 0,-2 4-11 16,0 0-4-16,0 0-6 0,0 0-7 0,0 0-1 16,0 0-6-16,0 0 1 0,0 0-5 0,0 0-2 15,0 0-3-15,0 0 5 0,0 0 2 0,0 0 2 16,0 0 1-16,0-4-1 0,0 4 0 0,0 0-3 15,0 0 3-15,0 0-1 0,-2-8-1 0,2 8-5 16,2-4-3-16,-2 4 2 0,0 0-8 0,-2-5 7 16,2 5 0-16,0 0-9 0,0-6 7 0,0 6-17 15,0-4 6-15,0 4 1 0,-3-5-1 0,3 5-4 16,0 0-1-16,0 0-1 0,3-5-11 0,-3 5 3 16,0 0-3-16,0 0-2 0,0-7-6 0,0 7 3 0,0 0-6 15,0-4 3-15,0 4 1 0,0 0-3 16,0 0-4-16,0 0-1 0,0 0-2 0,0 0 3 15,0 0-2-15,0 0 11 0,0 0-6 0,0 0-4 0,0 0 1 16,0 0-5-16,0 0 1 0,0 0-6 0,0 0 7 16,0 0-1-16,0 0-2 0,0 0 1 0,0 0-8 15,0 0 6-15,0 0-4 0,0 0-2 0,0 0 3 16,0 0 3-16,0 0 0 0,0 0 2 0,0 0-4 16,-3 13 1-16,3-13 5 0,3 7 0 0,-3-1 1 15,2-1-2-15,-2 3-5 0,1-1 3 0,-1-2 1 16,1 3-2-16,1 0 3 0,-1-3-5 0,3 7 4 15,-4-7 1-15,3 6-2 0,-2 0-1 0,3-1-5 16,-3-1 4-16,1 1-3 0,1 1-14 0,-2-5-16 16,3 1-19-16,-3 2-17 0,2-1-30 0,-3-2-41 15,2 2-55-15,0-3-67 0,1 3-266 0,0-4-576 16,-2 0 255-16</inkml:trace>
  <inkml:trace contextRef="#ctx0" brushRef="#br0" timeOffset="177002.6">8749 8135 54 0,'0'0'137'0,"0"0"-2"0,0 0-2 15,0 0-3-15,0 0-10 0,0 0 1 0,3-3-4 0,-3 3 5 16,0 0-3-16,0 0-3 0,0 0-6 0,0 0-7 16,0 0-1-16,0 0-6 0,0 0-4 15,0 0-5-15,0 0-13 0,0 0-3 0,0 0-4 16,0 0-9-16,0 0-5 0,0 0-5 0,0 0-3 0,0 0-6 15,0 0-6-15,0 0-3 0,0 0-3 0,0 0 0 16,0 0-8-16,0 0 4 0,4-3-4 0,-4 3-4 16,0 0 2-16,0 0-2 0,0 0 4 0,0 0-2 15,0 0 2-15,0 0-2 0,3-3-1 0,-3 3-2 16,5-2-1-16,-5 2 1 0,3-3-4 0,-3 3 1 16,5-4 2-16,-5 4 2 0,6-7 2 0,-5 6 4 15,3-2 1-15,-4 3 1 0,4-5-2 0,-4 5-2 16,5-3 5-16,-3-1 1 0,-2 4 3 0,4-6 1 15,-4 5-2-15,0 1-3 0,4-4-3 0,-4 4-2 16,0 0 0-16,6-4 4 0,-6 4-4 0,1-3 7 16,-1 3-6-16,0 0-1 0,3-2-4 0,-3 2 0 15,0 0-3-15,0 0 0 0,0 0-4 0,0 0 1 0,0 0-3 16,0 0-4-16,0 0 4 0,0 0-5 16,0 0 0-16,0 0-2 0,0 0 0 0,0 0 0 15,0 0 1-15,0 0 0 0,-13 11 1 0,12-8-1 0,-2 3 1 16,2-1-3-16,-4 0-2 0,-1 0 5 0,2 2-2 15,0-1 3-15,-1 0-3 0,2 0 1 0,-4 1 0 16,2-2-2-16,-1 3 2 0,2-3-1 0,-3 3 5 16,2 0-5-16,-3-1-1 0,5-2 1 0,-4 1 1 15,3 0 2-15,0 0-2 0,1-2 1 0,-2 1 0 16,1 0 0-16,1-1 1 0,-1 1 2 0,1-1-5 16,-1 0 3-16,3 0-5 0,-2-1 4 0,3-3-2 15,-7 5 1-15,5-3 1 0,2-2 1 0,-6 4 7 16,6-4-8-16,-1 2 0 0,1-2-2 0,-3 4 4 15,3-4-1-15,0 0-3 0,0 0 3 0,-1 4 0 16,1-4 0-16,0 0-2 0,0 0-2 0,0 0 4 16,0 0 1-16,0 0-3 0,0 0-6 0,0 0-15 15,0 0-18-15,9-10-19 0,-9 10-18 0,4-2-14 0,0-2-23 16,-1 3-19-16,-3 1-20 0,6-5-17 16,-2 2-13-16,-2 0-11 0,1 1-9 0,0-2-111 15,-3 4-340-15,4-3 151 0</inkml:trace>
  <inkml:trace contextRef="#ctx0" brushRef="#br0" timeOffset="177308.94">8680 8122 33 0,'0'0'209'16,"-2"-5"-7"-16,2 5 2 0,-2-4-4 0,2 4-9 15,-2-5-11-15,2 5-20 0,0 0-9 0,0 0-12 16,-4-3-16-16,4 3-14 0,0 0-11 0,0 0-14 16,0 0-8-16,0 0-7 0,0 0-7 0,0 0-7 15,0 0-4-15,0 0-2 0,14 9-8 0,-9-7-4 16,1 1-3-16,2 0-4 0,0-1-2 0,-1 2-4 16,1 0-1-16,1 3-4 0,2-2 0 0,-1 1 0 15,2 1-8-15,-2 0 5 0,-1 0 1 0,2-1-4 16,-1 2-1-16,-2-2-1 0,0 2 0 0,-4-2-3 15,0 0 1-15,2 0-29 0,-4 1-31 0,0 0-28 16,-1-2-22-16,0 4-33 0,-2-6-39 0,1 2-43 16,0-5-127-16,-1 8-370 0,-2-5 164 0</inkml:trace>
  <inkml:trace contextRef="#ctx0" brushRef="#br0" timeOffset="177751.33">8778 8074 156 0,'-3'-6'230'0,"3"6"-8"0,3-3-9 15,-3 3-10-15,0 0-15 0,0 0-18 0,-3-7-15 0,3 7-17 16,0 0-12-16,0 0-16 0,0 0-14 0,0 0-9 15,0 0-9-15,0 0-9 0,0 0-7 0,-10 10-7 16,9-8-6-16,-3 3-6 0,4 2-4 0,-4-2-4 16,4 1-6-16,-1 0 4 0,-2 1-9 0,0 0 1 15,3 1-1-15,-3-2-3 0,2 2-3 0,1-1 1 16,-3 1-1-16,2-1-3 0,-5 0-28 0,5 0-35 16,-3-1-43-16,2 2-44 0,-1-3-46 0,0 0-200 15,-1-1-412-15,1 1 183 0</inkml:trace>
  <inkml:trace contextRef="#ctx0" brushRef="#br0" timeOffset="178037.34">8692 8150 182 0,'0'0'195'15,"0"0"-12"-15,0 0-17 0,7 3-10 0,-2-1-21 16,-1 1-10-16,0-2-12 0,2 2-9 0,1 0-17 16,-3 0-3-16,2 1-7 0,4 1-6 0,0 1-9 15,-1-1-6-15,2 1-5 0,-1 0-63 0,3 0-67 16,-2-1-64-16,-3 1-127 0,6-1-291 0,-5 1 130 15</inkml:trace>
  <inkml:trace contextRef="#ctx0" brushRef="#br0" timeOffset="195592.67">7409 7346 44 0,'0'0'192'0,"0"0"-9"0,0 0-1 0,0 0-20 16,0 0-10-16,0 0-12 0,0 0-10 16,0 0-15-16,0 0-8 0,0 0-14 0,0 0-6 0,0 0-5 15,0 0 8-15,0 0 0 0,0 0-4 0,0 0-3 16,-13 8 0-16,12-5-3 0,-4 0 0 0,3 2-2 15,-1 0-8-15,0 2-1 0,-2-4-5 0,0 3-4 16,-1-2-5-16,2 2-7 0,-2 1-8 0,-1-1 1 16,1 4-3-16,-1-1-7 0,0-2-2 0,0 1-5 15,-2 1-1-15,2 0-1 0,2-1-2 0,-1-1 0 0,1-1-3 16,1 1-1-16,-2-3-4 0,1 3-3 16,2-2-1-16,0-1-32 0,1 1-26 0,0-1-37 15,0-2-26-15,0 2-34 0,2-4-32 0,0 0-38 0,0 0-156 0,0 0-405 16,0 0 179-16</inkml:trace>
  <inkml:trace contextRef="#ctx0" brushRef="#br0" timeOffset="195802.78">7275 7392 8 0,'-4'-1'249'0,"4"1"-6"0,0 0-10 15,-6-1-13-15,6 1-21 0,0 0-18 0,0 0-21 16,0 0-15-16,-4 5-17 0,4-5-4 15,0 0-1-15,2 6-5 0,-2-6-5 0,4 7-12 0,-3-5-3 16,3 0-13-16,-1 3-9 0,2 0-8 0,2-1-5 16,-3-2-5-16,3 3-7 0,0-1-1 0,1 0-8 15,0 0-7-15,3 1-45 0,-6-3-62 0,6 2-87 16,-3 0-76-16,-1-3-182 0,-3 3-450 0,2-1 200 16</inkml:trace>
  <inkml:trace contextRef="#ctx0" brushRef="#br0" timeOffset="199329.55">6157 6774 132 0,'1'-6'311'0,"2"-1"-12"15,-2-4-14-15,2 5-11 0,-3 1-7 0,4-4-10 16,-4 4-18-16,2-3-6 0,-1 3-12 0,3 0-12 16,-3-1-19-16,2 1-5 0,-2 1-13 0,-1-3-17 0,0 5-19 15,0 2-14-15,3-4 3 0,-3 4-29 16,0 0-15-16,0 0-7 0,0 0-17 0,0 0-1 16,0 0-9-16,0 0-3 0,0 0-1 0,-3 13-3 0,-2-6-2 15,1 3-5-15,-2-2-7 0,2 3 1 0,-1 1-5 16,-1 0-2-16,-3-1 2 0,5 2-3 0,-6 4 0 0,3-6 1 0,0 1-8 0,0 0 3 15,0 0-5-15,0 0-20 0,0-2-30 0,-1 0-30 16,3 2-18-16,-1-4-40 0,-1 1-26 0,3-2-44 16,-1 1-46-16,4-3-53 0,-1-1-271 0,-2 0-614 0,4 0 271 15</inkml:trace>
  <inkml:trace contextRef="#ctx0" brushRef="#br0" timeOffset="199534.95">6060 6769 219 0,'0'0'299'0,"-1"-6"-18"0,1 6-25 15,0 0-29-15,-3-4-26 0,3 4-18 0,0 0-15 16,0 0-20-16,0 0-17 0,0 0-14 0,0 15-2 16,4-10-17-16,-2 3-10 0,4 0-10 0,0 4-6 15,6 1-9-15,-1 0-37 0,0 1-54 0,6-2-74 16,0 3-76-16,6 1-233 0,-4 0-445 0,-4-4 198 15</inkml:trace>
  <inkml:trace contextRef="#ctx0" brushRef="#br0" timeOffset="203813.98">6108 6799 57 0,'0'0'111'0,"0"0"-5"0,3 9 3 0,-3-9-10 16,0 4-8-16,0-4-8 0,0 0 3 0,3 5-2 15,-3-5 2-15,3 3-5 0,-3-3-7 0,3 3-8 16,-3-3 1-16,1 6-3 0,-1-6-4 0,3 4-6 15,0-3-1-15,-3-1 11 0,4 4-7 0,-4-4-3 16,3 3-4-16,-3-3-6 0,2 3-4 0,1 0-6 16,-3-3-2-16,3 4-3 0,2-2 2 0,-5-2 0 15,6 5-5-15,-4-2 17 0,4-1 4 0,-2 2-2 16,0-2-5-16,0-1-4 0,4 3-5 0,-2-1-1 16,-1 2-5-16,2 0 1 0,1-3 0 0,0 2-6 15,-1 1-1-15,0-2-1 0,2 2-2 0,2-1-3 16,-4 1-6-16,0-2 4 0,1 1 3 0,0 0-5 15,2 1 0-15,-5-1 1 0,6 1 2 0,-4-1-4 16,0 0-3-16,-2 0 0 0,3-1-1 0,-1 1-2 16,3 3 2-16,-2-2-2 0,-2-1 3 0,4 1-4 15,-3-1 2-15,0 0 3 0,3 2 25 0,0-1 2 0,-3-1 0 16,1 0-3-16,0 0-4 0,-1 1-5 16,1 0 3-16,3-1-3 0,-4 0-5 0,0-1 1 15,1 1-3-15,1 0 2 0,-2 1-5 0,0-1 2 16,-2 0 0-16,5-2 0 0,-5 3-2 0,3-2 0 0,-2 1 12 15,2-3 3-15,0 2-1 0,-1 2-2 0,0-2 0 16,1 1-2-16,-1-2 0 0,1-1-2 16,-1 2 0-16,0-2-3 0,1 3 1 0,-2-2-4 0,1-1 3 15,0 2-6-15,1 1 5 0,-2-1-10 0,-2-1 2 16,3-1 0-16,-2 2 0 0,-1-1-1 0,4 1-1 16,-4-1-5-16,3 0 5 0,-4 2 0 0,1 0-1 15,0-2-1-15,1 1 0 0,1-1-1 0,-1 2 2 16,2-2 1-16,-1 1-5 0,-1 1 0 0,4-1 3 15,-3-2-2-15,2 1 0 0,-1 2-3 0,0-1 5 0,-2 0-2 0,2-2-1 0,0 3 3 16,1-3 0-16,-1 1-2 0,0 1-1 0,1-2 5 16,-1 2-5-16,1 0 1 0,-2-2 1 0,3 0-1 15,0 2 1-15,-2-2-2 0,1 1 3 0,-1 1 0 16,0-1 0-16,2 1-5 0,-3-1 4 0,2 0 3 16,-4 2-6-16,3-3 0 0,1 2 1 0,-3-1 1 15,4 1-2-15,-4-1 0 0,2 4 4 0,-2-4-4 16,2 1 0-16,0 0 1 0,-3 2 3 0,5-2-2 15,-3 1-2-15,1-1 3 0,-2-2-4 0,3 2 3 16,-1 2 0-16,1-1-1 0,-1-1 2 0,1 1 0 16,3-2 2-16,-6 2 0 0,2-1-3 0,1-1 2 15,-1 1-4-15,1 0 0 0,-1-1 1 0,0 1 2 16,0-2-1-16,-2 1 2 0,2 2-3 0,1-3 1 16,0 2 1-16,-1-1-1 0,0 0 1 0,0-1-5 15,-3 1 4-15,4 0-2 0,-3 1 1 0,1-2-3 0,1 1 5 16,-3 0-5-16,1-1 4 0,2 2-1 15,-3-1 0-15,-4-2-2 0,10 2 4 0,-8 0-1 16,3 1 5-16,-5-3-7 0,9 3 4 0,-4-3-1 0,-2 3 4 16,-3-3-7-16,8 3-2 0,-4-1 2 0,-4-2 0 15,7 4 0-15,-3-3 0 0,2 1 0 0,-1 0 0 16,-2-1 0-16,-3-1 1 0,12 4 7 16,-8-1-6-16,0 0 2 0,0-2-4 0,0 1-2 0,1 1 2 15,0-2-1-15,0 2-1 0,1-1 2 0,-1-1-1 16,-1 2 4-16,3 0-2 0,1 1 3 0,-1-2-4 15,0-1 0-15,-3 1 3 0,2 0 1 0,0 2 0 16,1-3-4-16,-2 3 3 0,1-2 1 0,2 0-3 16,-1 2-1-16,-2-3 3 0,2 1-5 0,-1 0 2 15,-1 1 2-15,2 1-1 0,-1-2 0 0,0-1 0 16,0 3-1-16,-1-3 3 0,0 0 0 0,1 3-5 16,-1-3 3-16,-2 3 1 0,5-2 0 0,-4-1-3 15,3 2 6-15,-2-2-3 0,6 1-1 0,-4 1 1 16,-3-2-2-16,3 3 2 0,1-1-3 0,-2-1 3 15,2 1 1-15,-3-1-5 0,2 1 2 0,1-1 3 16,-1 2-3-16,1 0 2 0,0-1 0 0,3 1-4 16,-7-1 1-16,7 0 3 0,-6-1 0 0,5 1 0 0,-3 1 1 15,2-1-2-15,-2-1 0 0,1 1 1 0,-2 0-2 16,6 1 3-16,-4-1 0 0,-1 0-1 16,0-1-2-16,2 2-1 0,-2-3 5 0,0 3-4 15,1 0-2-15,0-3 4 0,-1 1-2 0,0 0 0 0,1 3 2 16,-1-4-2-16,-2 3 2 0,1-2-4 0,-1 3 0 15,3-1 3-15,-1-2 7 0,1-1-7 0,-4 2-1 16,3-1 1-16,-1 1-2 0,0 0 2 0,-2 1-1 16,3-2 7-16,-4 2-8 0,3-3 1 0,1 1 1 15,-1 2-3-15,-2 1 2 0,2-3 2 0,-1 0 1 16,2 1-2-16,-1-1 0 0,0 2 2 0,-2-1-3 16,3 0 2-16,-3 0 0 0,0 0-1 0,3-1 1 15,0 2-2-15,-2-1 0 0,-1-1 3 0,3 1 1 16,0 0 4-16,-2-1-8 0,1 1-1 0,-1 0-1 15,1 0 3-15,-1 1 0 0,3-1 0 0,-4 0-3 16,0 1 3-16,0 0-1 0,2 0 1 0,-1 0 1 16,1 0 0-16,-1-1-2 0,2 1-1 0,-3 1 1 15,4-1 1-15,-4 0-1 0,0 2-1 0,3-2 5 16,-3 2-2-16,2-3-4 0,2 4 5 0,-3-4-1 16,2 3 1-16,0 0 0 0,-2-1-3 0,6 0 0 15,-7 2 1-15,6-1 1 0,-2 0 2 0,1 1-1 16,-2-3 3-16,3 2-4 0,-2-2 1 0,0 2-5 0,-1-1 2 15,4 0 0-15,-3-1 0 0,1 0-3 0,-3 0 7 16,4 2-3-16,-3-3 5 0,2 1-7 0,-2 0 1 16,3-2 1-16,-6 3-4 0,6-1 6 0,-3 0-3 15,1 0 3-15,-1 0-2 0,1 0 2 0,-3-2-3 16,4 1 2-16,-3-1 0 0,-2 2 1 0,5-1-4 16,-4 1 5-16,-1-1-3 0,5 0-1 0,-3-1 2 15,-2 1-1-15,2 0 2 0,-1 1-1 0,-1-1-1 16,4 1-1-16,-5-2 1 0,5 3 0 0,-4-1-1 15,2-1 0-15,-1 2 1 0,2-4 4 0,0 6-7 16,0-4 4-16,-2 2-3 0,7-2 2 0,-8 1 0 16,3 0 0-16,0 0 2 0,1 0-1 0,0 0-2 15,-2-2 0-15,2 2 2 0,-2 0-1 0,3 0-2 16,-4-2 2-16,-1 1 1 0,5-1 1 0,-3 2 1 16,-2-2-6-16,0 2 1 0,0-2 1 0,-1-1 2 15,4 2-2-15,-7-3 0 0,8 2-1 0,-5 1 2 16,-3-3-1-16,5 4-4 0,-5-4 6 0,7 4 2 15,-4-4-4-15,1 2 2 0,0 1 1 0,1-2-4 0,-5-1 0 16,4 5 4-16,-1-2-2 0,0 0 0 0,4-1 2 16,-3 1-3-16,3-1 0 0,-1 1 1 15,0 0-3-15,-1 0 1 0,1 0 4 0,-2 1-2 16,1-2 0-16,1 2 0 0,-4-1 0 0,4 0 1 0,-1-1-4 16,0 2 2-16,-1-2 1 0,2 3 0 0,1-4 1 15,-3 3 1-15,0-2 1 0,2-2-2 0,-5 4-1 16,3-2-3-16,1 2 5 0,1-3-3 0,-2 1 0 15,0 1 1-15,-4-3-1 0,6 4 1 0,-2-3 0 16,1 3 0-16,-5-1-1 0,4-1 0 0,0 1 1 16,-4-3 1-16,7 3 0 0,-3 0-2 0,2-1-1 15,-3 1 3-15,0 0 1 0,1-2 1 0,2 2-3 16,-2 0 0-16,0 0 0 0,3-1 2 0,0 1-3 16,-2 1 2-16,-1-1 2 0,3-1-6 0,-3 2 5 15,4 0 0-15,-2-2-1 0,-1 2 0 0,1-1-1 16,-1-1-1-16,1 2-1 0,0-1 3 0,0 0-4 15,-2 0 2-15,0 1 1 0,3-3-1 0,-3 3 2 16,1-1-2-16,1-1 0 0,-1 2 0 0,2 0 3 0,-3-1-3 16,3 0-1-16,-1 0 4 0,0-1-2 15,-1 2 3-15,1-1-4 0,3 0 5 0,-3 2-4 16,-2-1 2-16,1-1-2 0,4-1 2 0,-3 2 0 16,-2-2-3-16,3 3 1 0,0-1 1 0,-1-1 2 0,0 1-1 15,1-2-4-15,-3 2 4 0,2-1-4 0,-1 2 3 16,1-3 0-16,0 0 2 0,-2 2-4 15,2-1-1-15,-2-1 1 0,0 1 0 0,0 1 2 0,0-2 4 16,1 4-7-16,0-3-3 0,0 2 2 0,-2-1 5 16,1 0-1-16,1 0-3 0,2 0 3 0,-2 1-2 15,1-1 0-15,2 0 2 0,-4 1-3 0,3 0 3 16,0 0-1-16,0 0 4 0,0-1-2 0,-2 0-1 16,4 0 0-16,-5-1-3 0,3 2 4 0,0-3 0 15,-3 1-3-15,3 0 6 0,0 1-5 0,-2 0 0 16,-2-3 0-16,5 2 3 0,-3-2-4 0,-1 2 2 15,2-1-2-15,1 1 2 0,0 0-4 0,-1 1 3 16,-3-1-1-16,1-1 1 0,2 1-2 0,-2 1 2 16,0-2 1-16,1 2-3 0,1-3 3 0,-2 2-3 15,0-1 0-15,0 3 1 0,0-3 0 0,0 1 1 16,-1-1-2-16,1 2 5 0,0 0-4 0,0 0-2 16,-1 0 2-16,1-1 2 0,0 1-1 0,0 0 1 15,0 0-1-15,-1 1 0 0,2-1 2 0,-1 0-2 0,-1 1 1 16,3-1 0-16,-1 1-2 0,-2-1 3 15,1 0-1-15,4 0-2 0,-5-1 4 0,2 2-1 16,2-1-1-16,-2 0 2 0,0 0-1 0,4-1 1 0,-5-1-3 16,0 0 0-16,3 1 0 0,-3-1 6 0,1 3-3 15,1-4-1-15,-2 2-2 0,0-2 1 0,0 0 0 16,2 1-2-16,-5 1-1 0,-1-3-2 16,9 4 4-16,-3-3 0 0,-6-1-1 0,4 4 1 0,0-2 1 15,0-1-2-15,-4-1-1 0,6 3 1 0,-4 0-2 16,2 1 2-16,-1-2 1 0,1 1 2 0,0 0-1 15,-1-1-3-15,1 3 5 0,2-2-3 0,0-1 1 16,-2 2 1-16,-2-2-1 0,-1 0-3 0,6 2 1 16,-6-2 1-16,-1-2 1 0,7 5 1 0,-3-2 0 15,0 0-3-15,-4-3 2 0,6 4-1 0,-4-2 1 16,-2-2-5-16,7 4 6 0,-5-3-2 0,-2-1 2 16,5 5-3-16,-4-4 3 0,2 2 0 0,1 0 0 15,-4-3-3-15,5 2 5 0,-2 1-4 0,-3-3-1 16,4 5 0-16,-1-3 1 0,-3-2 1 0,6 5-2 15,-4-3 3-15,-2-2-6 0,4 4 4 0,2-3 2 16,-4 2-5-16,1-1 0 0,1 1 5 0,-4-3 1 16,3 5 1-16,-2-4-5 0,-1-1 0 0,3 5 1 0,-3-5 1 15,4 3-3-15,-1-1 2 0,-3-2-2 0,1 4 1 16,2-2 1-16,-3-2-2 0,8 6 1 16,-8-6 0-16,3 3-1 0,-2-1 2 0,-1-2 0 15,4 4-2-15,-4-4 0 0,6 2 0 0,-6-2 4 0,3 3 5 16,-3-3-6-16,5 4 1 0,-5-4 0 0,5 3 0 15,-2-2 2-15,1 1 1 0,-4-2-4 0,7 3 4 16,-4-2-3-16,-3-1-1 0,8 4-3 0,-3-3 4 16,-5-1 1-16,7 3-3 0,-3-2 1 0,-4-1 1 15,7 3-4-15,-7-3 6 0,7 0 1 0,-7 0-4 16,5 2-2-16,-5-2 2 0,4 1-3 0,-4-1 3 16,4 3-2-16,-4-3-25 0,0 0-27 0,3 5-43 15,-3-5-52-15,0 0-71 0,0 0-251 0,0 0-510 16,0 0 226-16</inkml:trace>
  <inkml:trace contextRef="#ctx0" brushRef="#br0" timeOffset="205237.57">9805 8743 24 0,'0'0'78'0,"0"0"7"0,0 0-5 0,0 0-1 16,0 0-7-16,0 0 2 0,0 0-7 0,0 0-9 0,0 0-3 15,0 0 0-15,0 0 0 0,0 0-13 0,0 0 5 16,0 0-12-16,0 0-1 0,0 0-9 0,0 0 3 16,0 0-7-16,0 0-2 0,0 0 3 0,0 0-6 15,0 0-4-15,0 0 0 0,10 5-18 0,-10-5-11 16,0 0-8-16,0 0-12 0,2 3-11 0,-2-3-20 15,0 0-21-15,0 0-46 0,1 3-145 0,-1-3 65 16</inkml:trace>
  <inkml:trace contextRef="#ctx0" brushRef="#br0" timeOffset="209197.89">9818 8818 204 0,'0'0'217'0,"0"0"-6"0,0 0-1 0,0 0-8 0,0 0-4 16,0 0-7-16,0 0-7 0,0 0-11 0,0 0-9 15,0 0-12-15,0 0-9 0,0 0-6 0,0 0-15 16,0 0-7-16,0 0-4 0,0 0-18 0,0 0-9 16,0 0-7-16,0 0-8 0,0 0 0 0,0 0-16 15,0 0-9-15,0 0-3 0,0 0 0 0,0 0-7 16,0 0-6-16,0 0-3 0,0 0-1 0,0 0-5 15,14 0 0-15,-14 0 4 0,11 2-6 0,-7-1-2 16,1 0-6-16,-5-1 3 0,10 4 0 0,-1-2-7 16,-3-1 4-16,1 0-1 0,2 4-2 0,2-4 0 15,-3 2 1-15,-1-2-1 0,3 3-1 0,2 1-1 0,-3-2-5 16,2-1 5-16,0 1-1 0,-1 1-3 16,1 0 2-16,-1-2-4 0,-3 2 1 0,3-1 9 15,-2-1-10-15,1 3 3 0,-2-1-1 0,0-1 0 0,1-1-1 16,-1 1-1-16,0-1 3 0,0 2-4 0,-2-2 2 15,3 2 0-15,0 0 0 0,-4-2 0 0,3 0 3 16,1 2-1-16,-2-2 7 0,-1 4-5 0,2-4 0 16,0 1-4-16,1-1 5 0,-1 1-5 0,2 2 3 15,-5-2-2-15,6-1 2 0,-5 1-5 0,2-1 3 16,0 1 0-16,-3 1-1 0,5-2 2 0,-2 2 0 16,-3-1 3-16,5-2-5 0,-3 0 3 0,1 3 0 15,-3-1 0-15,3-1 7 0,-2-1-13 0,1 2 2 16,2-1-3-16,-4 0 7 0,2-1 7 0,-1 1-8 15,1-1-1-15,1 1-5 0,-1 1 4 0,-2-2 5 16,2 2-6-16,-2-2 5 0,1 2-2 0,-5-3 1 16,14 1 3-16,-9 0-1 0,-1 1 2 0,0 0 2 0,4-1 7 15,-4 2-5-15,0-2-2 0,2 2 2 16,0-1-1-16,-2-1 0 0,2 2 1 0,-6-3-2 16,11 3-3-16,-4-1 8 0,-3 0 2 0,4 1-6 0,-2 0 4 15,2-2 0-15,-3 1 1 0,2 2-4 0,-2-2-3 16,2-1 0-16,0 2 4 0,0-1-2 0,0 0 0 15,2-1 1-15,-5 2-3 0,3-1 12 0,-1-2-13 16,2 0 0-16,-3 1-1 0,2 2-2 0,-2-2-6 16,1 2 6-16,-1 0 0 0,2-3 1 0,0 2 0 15,-2 0 0-15,2 1 0 0,1-2 8 0,-4 1-12 16,3 2 5-16,0-2-3 0,-3 0-2 0,4 0 2 16,0-1-4-16,-1 0 3 0,0-2-5 0,-3 2 3 15,4 3 4-15,-1-4-2 0,0 2 0 0,0 3-3 16,-1-4 3-16,1 1-2 0,-3-2 3 0,3 3-4 15,0-2 3-15,-3 0 1 0,3 1 0 0,-2-1 1 16,1 0-1-16,-1 2-4 0,-1-1 3 0,0 0-3 16,3-1 3-16,-2 0-2 0,1 1-9 0,-1 0 12 0,2-1 1 15,0-1-5-15,1 2 4 0,-4-1-2 16,2 1 3-16,3 1-1 0,-2-1 2 0,-2 1-5 16,2-1 1-16,0-1 0 0,1-1 2 0,-1 0-2 0,1 2 0 15,-2 1-1-15,3-3 3 0,-5 1-3 0,4 2 5 16,-2-2-1-16,-2 1-3 0,5 0-2 0,-6 1 2 15,3-1-9-15,-1-1 13 0,1 2-3 0,-1-2 2 16,0 0-3-16,-1 2-2 0,-4-3 2 0,10 1-3 16,-6 2 5-16,0-1-1 0,-1 0 7 0,6 2-8 15,-9-4-3-15,7 2 1 0,-3-1-1 0,2 3 2 16,-2-1 0-16,1-2 3 0,1 1-3 0,-2 1 0 16,0-1-3-16,0 0 7 0,1 2-7 0,0-3 7 15,0 0 3-15,-3 2 3 0,4-1-11 0,-6-2-1 16,5 3 4-16,-2-1 1 0,-3-2-2 0,7 1-1 15,-7-1-2-15,7 2 4 0,-3 0 1 0,0 0 0 16,-4-2-1-16,4 2-2 0,-4-2 15 0,5 2-16 0,-5-2 9 16,10 2-8-16,-10-2 5 0,7 1-5 0,-3 1-2 15,-4-2-6-15,8 3 9 0,-4-2 1 16,0 0-3-16,4 2 14 0,-4 0-16 0,-1-1-1 16,3-1 2-16,-1 0 3 0,-5-1-2 0,8 4 2 0,-3-4 0 15,0 2-4-15,-5-2 4 0,8 2-1 0,-3 2 0 16,-2-3 10-16,1 2-9 0,3-2 0 0,-7-1-4 15,7 1 3-15,-2 0 1 0,-5-1 0 0,8 2 2 16,-1 0-8-16,-2-1 7 0,-5-1 2 0,9 6-1 16,-5-4-2-16,-1 1 0 0,1-2 0 0,0 0 0 15,-4-1 2-15,9 2-1 0,-5-1-3 0,-4-1 4 16,8 4-1-16,-3-3-6 0,-5-1 6 0,7 4-6 16,-2-3 4-16,0 1 19 0,-5-2-15 0,8 1-4 15,-2 0-6-15,-6-1 6 0,4 1-2 0,-4-1 4 16,8 2 3-16,-4-1-3 0,-4-1-4 0,8 0 4 15,-5 2-3-15,-3-2 1 0,7 2 1 0,-7-2-1 16,5 1 7-16,-5-1-9 0,0 0 2 0,8 2 2 0,-8-2 2 16,0 0-6-16,0 0 0 0,0 0-23 0,0 0-19 15,0 0-18-15,3 3-24 0,-3-3-32 16,0 0-39-16,0 0-50 0,0 0-57 0,0 0-242 16,0 0-547-16,0 0 242 0</inkml:trace>
  <inkml:trace contextRef="#ctx0" brushRef="#br0" timeOffset="210747.78">11359 9339 170 0,'0'0'222'15,"0"0"-1"-15,2-10-15 0,-2 8-8 0,0 2-8 0,2-4-9 16,-2 4-12-16,0 0-12 0,0-7-9 0,0 7-9 15,-2-3-12-15,2 3-11 0,0-5-12 16,0 5-8-16,0 0-12 0,0 0-6 0,0 0-10 0,0 0-6 16,0 0-8-16,0 0-6 0,0 0-5 0,0 0-6 15,0 0-1-15,0 0-6 0,0 0 0 0,0 0-8 16,0 0-1-16,0 0-1 0,0 0-1 0,0 0-5 16,0 0-2-16,0 0 2 0,0 0-5 0,0 0 1 15,0 0-3-15,0 0-1 0,0 0 0 0,-10 7 0 16,10-7-2-16,0 7 2 0,0-7-1 0,-1 7-4 15,1-3 0-15,-3 0 1 0,3 1 2 0,0-1-3 16,0 1 2-16,0 2 1 0,0-2-2 0,3 1 2 16,-2 0-3-16,3 0 0 0,-4-1 3 0,3 0-6 15,-2 2 3-15,1-1 3 0,0 1-5 0,0-2-2 16,-1-1-1-16,2 1-1 0,-2-1 0 0,-1-4 0 16,2 5-2-16,-1-1 4 0,-1-4 3 0,1 5 0 15,-1-5-1-15,0 0 4 0,0 0 5 0,0 0 13 0,0 0 18 16,0 0 13-16,8-14 12 0,-6 8 14 0,-2 1 6 15,1-3 9-15,-1-2 10 0,3-1 8 16,-3 0 9-16,1 0-3 0,2-4-4 0,-2-1-4 0,3 1-8 16,1-3-7-16,-3 3-12 0,5-1-1 0,-2 3 1 15,-2 3-9-15,0-3-5 0,1 4-4 0,-3-2 5 16,1 5-8-16,0 0-11 0,0 2 1 0,-1-1-8 16,-1 1-7-16,3 0-8 0,-3 4-8 0,0 0-1 15,1-3-8-15,-1 3-1 0,0 0 3 0,0 0-12 16,-5 13-4-16,3-2-20 0,0-3-15 0,-1 4-10 15,2 1-24-15,-4 3 3 0,5 2 6 0,-1-1-15 16,0 4 2-16,3-5 2 0,0 2-1 0,2-2-1 16,-3-3 7-16,2 4 5 0,-2-5 8 0,2-1 4 0,-1 1 7 15,-1-6 6-15,0 3-6 0,1-4 14 16,0-2 8-16,-2 1 12 0,4-1 20 0,-4-3 2 16,0 0 17-16,0 0 26 0,0 0-2 0,0 0 23 0,8-15 6 15,-6 5 10-15,-1-1 10 0,2-2 8 0,-3 2 5 16,1-4 4-16,2-3 8 0,-2-1-5 0,-2 4-2 15,1-3-1-15,3 1-1 0,-2 1-5 0,1 3-12 16,-1 0-4-16,-1 6-13 0,0 0-6 0,0 0-9 16,0 2-10-16,-1-1-4 0,1 2-22 0,0 4-21 15,-2-4-4-15,2 4-6 0,0 0-16 0,0 0-28 0,-4 14-17 16,0-8-8-16,1 5-11 0,2 0-8 16,1 2-11-16,-2 1 7 0,2 0-11 0,3 2 7 15,-1 2-5-15,-1-5 3 0,0-2-4 0,2 1 8 0,1-1 6 16,1-1 11-16,1 1 2 0,-3-6 5 0,1 1 14 15,-2-2 8-15,-2 0 9 0,3-2-2 0,-3-2 8 16,7 0 3-16,-7 0 7 0,0 0 15 0,7-10 9 16,-6 4 12-16,0-2 20 0,1-2-1 0,-1-1 8 15,-1 0 10-15,3-1 7 0,-6-1 12 0,6-4 1 16,-6-1 4-16,2 2 1 0,1 0-2 0,-2 4-8 16,1 1-6-16,-3-1-6 0,4 3-6 0,0 2-5 15,-2 0-6-15,0 5-9 0,2-3-9 0,0 5-8 16,-4-4-4-16,4 4-6 0,0 0-17 0,0 0-21 15,-12 11-14-15,9-2-15 0,-3 1-3 0,1 2-6 16,2 2-1-16,-1 2-1 0,3 0-8 0,0 2 3 16,-1 0 0-16,4 0-2 0,-1-5 5 0,0 3 0 0,2-3 6 15,1 0 7-15,-1-2 5 0,2 0 5 0,-1-3 6 16,-2 3 2-16,0-6 12 0,1-1 2 16,0-3 5-16,-3-1 4 0,4 2 5 0,-4-2 3 0,8-5 11 15,-3 3 15-15,-2-3 18 0,1-6 14 0,3 3 19 16,-4-2 11-16,4-2 14 0,-1-5 5 0,-3 5 14 15,3-5 16-15,-1 0 15 0,-4-1 1 0,4 7 4 16,0-1-8-16,-5-1-8 0,5 0-9 0,-2 3-6 16,-2 1-6-16,-1 3-11 0,3 1-14 0,-3-1-8 15,0 4-24-15,0 2-18 0,0 0-11 0,0 0-30 16,0 0-33-16,-7 13-41 0,2-2-43 0,0 5-45 16,-1 2-49-16,1 3-49 0,-6 5-85 0,1 1-115 15,2 0-248-15,-2 0-779 0,1-7 345 0</inkml:trace>
  <inkml:trace contextRef="#ctx0" brushRef="#br0" timeOffset="213963.85">11532 9345 43 0,'0'0'173'15,"0"0"-2"-15,0 0 2 0,-9-3-3 0,9 3-2 16,0 0-4-16,0 0-7 0,0 0-5 0,0 0-3 16,0 0-10-16,0 0-8 0,0 0-9 0,0 0-10 15,0 0-13-15,0 0-9 0,0 0-8 0,0 0-7 16,0 0-7-16,0 0-7 0,0 0-9 0,0 0-5 15,0 0-3-15,0 0-8 0,0 0-1 0,0 0-1 16,0 0-6-16,0 0-3 0,0 0-1 0,0 0-2 16,0 0 6-16,0 0-2 0,0 0 4 0,0 0-2 0,0 0-2 15,20 3-3-15,-20-3 1 0,16-1-2 0,-5 1-6 16,0 0 5-16,1 0-9 0,0 0-1 16,2-3-3-16,0 3 2 0,-2-1-1 0,-1 0-4 0,4 1 1 15,-4 0 2-15,4-2-2 0,-3 1 0 0,0 1-1 16,0-2 0-16,-1 1 2 0,-1 0-2 0,-1 1-1 15,-1-1 0-15,-1 1-3 0,1 0 2 0,-1-2-2 16,0 1-2-16,-7 1 5 0,12-1-5 0,-8 2 3 16,-4-1 0-16,13 0-7 0,-8 0 5 0,-5 0 3 15,12 0-1-15,-12 0 0 0,11 0-1 0,-5 0-1 16,-1 1 0-16,-5-1 3 0,13 2-3 0,-7-2 2 16,-6 0 0-16,10-2-2 0,-10 2 2 0,12 0 0 15,-12 0 0-15,8 0-2 0,-8 0 1 0,8-1 2 16,-8 1-1-16,4-1 0 0,-4 1 2 0,8 0-6 15,-8 0 2-15,4-3-1 0,-4 3 2 0,0 0-1 16,7-1 2-16,-7 1 0 0,0 0-3 0,0 0 1 0,7-2 1 16,-7 2-3-16,0 0 4 0,4-2-3 0,-4 2 3 15,0 0-3-15,3-3 2 0,-3 3-2 16,0 0 2-16,0 0-1 0,0 0-2 0,0 0 0 16,6-1 6-16,-6 1-7 0,0 0 3 0,0 0 1 0,0 0-4 15,0 0 6-15,0 0-4 0,11 0 2 0,-11 0-2 16,0 0 4-16,9 0-6 0,-9 0 2 0,5-1 2 15,-5 1-1-15,5-1-1 0,-5 1 4 0,9-2-3 16,-9 2 4-16,5-2-5 0,-5 2 0 0,6 0-1 16,-6 0 2-16,9-1-2 0,-9 1 1 0,5-2 1 15,-5 2 1-15,9-1 0 0,-9 1-1 0,7-2-3 16,-7 2 5-16,10-2-1 0,-6 2 0 0,-4 0-1 16,11-1-2-16,-5 1 3 0,-6 0 3 0,12 0-6 0,-12 0 0 15,12-1 1-15,-6 1-1 0,-6 0 2 16,15 0 2-16,-11-2-2 0,5 4-2 0,-9-2 3 15,9-2-2-15,-9 2-2 0,13-1-1 0,-8 0-31 0,-5 1-30 16,13 0-40-16,-8 0-45 0,3 0-56 0,-8 0-239 16,11-4-483-16,-4 4 214 0</inkml:trace>
  <inkml:trace contextRef="#ctx0" brushRef="#br0" timeOffset="-212762.76">11669 9425 182 0,'-9'-9'302'0,"9"9"-11"16,0 0-11-16,0 0-7 0,0 0-11 0,0 0-8 16,0 0-12-16,0 0-10 0,1-6-16 0,-1 6 5 15,0 0-44-15,0 0-15 0,1-5-3 0,-1 5-34 16,5-2-12-16,-5 2-6 0,5-4-14 0,2 1-11 16,5 0-14-16,-1-1 5 0,3 2-14 0,7-2-7 15,4 3-11-15,6-1-24 0,3-2-19 0,2 2-24 0,3-1-25 0,0 0-23 16,-2 3-33-16,3-3-33 0,-2 1-44 15,1-1-49-15,1 1-57 0,-5-1-206 0,7-2-538 0,0 1 238 16</inkml:trace>
  <inkml:trace contextRef="#ctx0" brushRef="#br0" timeOffset="-208368.37">11702 9863 171 0,'0'0'240'0,"0"-5"-4"0,0 5-11 0,0-6-2 16,0 6-6-16,0-5-1 0,0 5-8 0,-1-4-4 0,1 4-5 15,0 0-11-15,0-5 2 0,0 5-10 16,0 0-5-16,0 0 0 0,2-4-28 0,-2 4-8 16,0 0-15-16,0 0-14 0,0 0-9 0,2-4-13 0,-2 4 11 15,0 0-35-15,0 0-8 0,0 0-9 0,0 0-1 16,0 0-9-16,0 0-6 0,0 0 5 15,8 12-8-15,-4-7 3 0,1 0-5 0,-1 0-1 0,3 3-9 16,-1 0 1-16,2 0-2 0,0 3-4 0,2-1-3 16,1-2 1-16,-4 3-4 0,3 3 3 0,-2-4 0 15,-1 1-1-15,1-1 0 0,-4 0-6 0,0 0 6 16,1-1-3-16,-3 3-3 0,1-3-4 0,-2-3 3 16,2 1 0-16,-3 2-3 0,0-3-1 0,-3-1 2 15,3 2 3-15,-1-3-5 0,1 1 2 0,-3 0 0 16,3-2 0-16,0-3 8 0,-1 5-5 0,1-5 5 15,-3 3 7-15,3-3 3 0,0 0 5 0,0 0-2 0,0 0 8 16,0 0 15-16,-12-8 3 0,9 3-3 0,-1-1 3 16,0-2 4-16,0-2 1 0,1-1-1 15,-2-5-3-15,-1 1 5 0,-3-3 0 0,3 1 1 0,1-4 3 16,-2 3 2-16,2-2-3 0,-2 2-5 0,3-1 1 16,-3 1-3-16,2 0-14 0,-1 2 1 0,1-2-4 15,-2 2 0-15,4 3-2 0,-1 2-3 0,0 0 0 16,0 3 4-16,1 0-1 0,3 3-1 0,-4-2 1 15,3 3-10-15,1-2-3 0,-2 3-7 0,2 3-8 16,-4-6-16-16,4 6-18 0,0 0 1 0,0 0 3 16,0 0-5-16,-4 15-2 0,6-7-2 0,-2 4 2 15,1 2-10-15,2 4 6 0,2-2 3 0,-1 5-1 16,-2-3-4-16,2 2 7 0,4 8 6 0,-5-14-6 0,1 4 4 16,2 0 1-16,-2-1 2 0,3 0-8 15,-5-3 1-15,0-3 7 0,4 0-2 0,-5-1 1 0,2-4-1 16,-3 2 2-16,1-3 8 0,3-1-2 0,-2-1 3 15,-1 1 11-15,-1-4 9 0,0 0 3 0,3 3 3 16,-3-3-4-16,0 0 3 0,0 0 3 0,0 0-2 16,-6-15 21-16,5 9-5 0,-2-2 5 0,2-2 1 15,1-1 0-15,-3-3 7 0,2 4 6 0,-2-2 7 16,2 2 6-16,-1 3 5 0,-2-6 4 0,4 2-13 16,0 1 7-16,-2-2 2 0,0 3 1 0,2-2-10 15,0 5-2-15,-3-2-6 0,6 3-3 0,-3 0-4 16,-3 0-3-16,3 5-4 0,0-8-7 0,0 5-10 15,0 3-5-15,0 0-17 0,0 0-7 0,0 0-4 16,0 0 4-16,0 0-9 0,0 0-10 0,3 17-4 16,-1-9-1-16,0 3-11 0,0 1 1 0,0-2-2 0,4 2-2 15,-2 0-11-15,0 0-1 0,3 0-5 0,-2 1-5 16,-1-2-9-16,5 1-11 0,-3 0-15 16,0 0-18-16,-1-5-29 0,2 4-34 0,-3-5-43 0,0 0-55 15,3-2-65-15,-3-2-201 0,1 2-603 0,-2-3 268 16</inkml:trace>
  <inkml:trace contextRef="#ctx0" brushRef="#br0" timeOffset="-185327.09">8964 7292 56 0,'-1'-6'259'0,"1"1"-12"0,-2-2-5 0,1 1-16 15,0 2-6-15,-1-1-15 0,-1 1-19 0,2-1-10 16,1 5-17-16,-8-4-14 0,5 2-19 0,-1-1-13 16,-3 1-13-16,7 2-8 0,-12 2-10 0,-1 1-8 15,0-1-5-15,0 1-1 0,-5 0-4 0,-1 7-1 16,0-4 3-16,0 4 4 0,-3-1-5 0,-5 2-2 15,1 2-7-15,0 0 5 0,2 0-19 0,-2 2 1 0,2 1-6 16,6-3-5-16,-1-1-3 0,1 1-9 0,3 2 5 16,-1-2-7-16,2 4 1 0,3 0 0 15,-2-1-4-15,3-1 1 0,1 0 1 0,2 0-4 16,0-2-9-16,3-3 5 0,-2 3-2 0,2-4 3 0,0 4-1 16,0-3-3-16,3 0 1 0,0-2-13 0,-1 2-19 15,1-4-11-15,1 1-11 0,-1-1-23 16,-1-2-23-16,2 1-35 0,0-1-35 0,-4-1-34 0,4-3-54 15,0 0-205-15,0 0-494 0,0 0 219 0</inkml:trace>
  <inkml:trace contextRef="#ctx0" brushRef="#br0" timeOffset="-184974.82">8412 7475 70 0,'0'0'268'0,"0"0"-9"0,0 0-12 16,0 0-12-16,0 0-11 0,0 0-13 0,0 0-14 16,0 0-14-16,0 0-18 0,0 0-13 15,0 0-20-15,0 0-10 0,0 0-11 0,0 0-10 0,0 0-5 16,-8 11-12-16,4-5 4 0,1 1-10 0,-4 0 1 15,2 3-4-15,-2 1 2 0,0-1 2 0,0 1-3 16,-5 5-11-16,7-5-3 0,-4 2-2 0,5-1-5 16,-5-1-12-16,3-1 3 0,1 2-11 0,1-2-1 15,0 0 6-15,1-2-12 0,-1 1 9 0,4-2-7 16,4 0-1-16,-3-1-4 0,2 1 6 0,8-2-6 16,1 1 1-16,6-2-18 0,1-2-15 0,0 2-26 15,6-4-34-15,3-2-40 0,-5 2-59 0,-1-2-54 16,8-4-87-16,0 1-224 0,-10 0-574 0,-1-3 255 15</inkml:trace>
  <inkml:trace contextRef="#ctx0" brushRef="#br0" timeOffset="-184204.14">9269 6766 265 0,'-4'-10'348'0,"-2"-2"-4"0,1 1 6 0,2 2-9 0,2 0 12 16,-2 1 1-16,-1 0-11 0,1 2-12 0,3 1-24 0,-3 1-29 15,2 0-29-15,1 4-33 0,-1-6-24 0,1 6-20 16,0 0-21-16,0 0-16 0,0 0-15 0,1 14-8 16,3-6-14-16,-1 5-8 0,2 6-10 0,-2 0-5 15,2 2-10-15,-1-1-4 0,2 5-7 0,-2-4-6 16,0 6-5-16,-1-8-15 0,0 2-30 0,-2 2-30 16,2-3-36-16,2 1-33 0,-2-4-28 0,-2 0-21 15,3 0-17-15,-2-4-18 0,-1 2-20 0,0-6-32 16,1-1-34-16,-1-1-39 0,3-3-37 0,0 1-220 15,2-3-613-15,-2-2 271 0</inkml:trace>
  <inkml:trace contextRef="#ctx0" brushRef="#br0" timeOffset="-183967.15">9388 6727 243 0,'0'-7'318'16,"0"1"-6"-16,0 1 0 0,-1 0-6 0,2 0-30 15,-1 5-31-15,-1-6-22 0,1 6-29 0,0 0-21 0,0-5-9 16,0 5-23-16,0 0-17 0,0 0-9 0,4 13-14 16,-2-5-9-16,0-1-7 0,1 5-10 0,1-2-8 15,-1 0-4-15,5 6-11 0,-7-1-11 0,5-4 8 16,-2 6-5-16,0-4-7 0,0 3-5 0,0 1 1 16,0-1-13-16,0-1-24 0,0 0-23 0,-1-2-19 15,1 0-22-15,-1-2-30 0,1 1-35 0,-4-3-43 16,4-1-40-16,-4-1-48 0,5-1-221 0,-9 0-524 15,4-2 232-15</inkml:trace>
  <inkml:trace contextRef="#ctx0" brushRef="#br0" timeOffset="-182788.87">9319 6908 91 0,'-4'-1'281'15,"4"1"0"-15,-8-6-5 0,8 6-10 0,-3-3-15 16,0 0-17-16,3 3-8 0,-4-2-32 0,4 2-15 0,0 0-18 0,0 0-16 16,0 0-16-16,0 0-13 0,0 0-4 0,11-5-16 15,-1 4-13-15,-2-1-9 0,3-1-9 0,1 1-14 16,0-1-10-16,2 3-15 0,-1-2-10 0,3 1-4 16,-3-1-10-16,-1 0-6 0,3 2-8 0,-5-1-2 15,1 1 5-15,1-2-4 0,-4 2 2 0,-2-1 2 16,2 1-2-16,-8 0 2 0,9 0 1 0,-9 0 0 15,7-4 0-15,-7 4-3 0,8 1 0 0,-8-1 2 16,0 0-1-16,6 6 3 0,-5-5 1 0,-1-1-2 16,5 4 2-16,-5 1-1 0,3 0 2 0,-3 0 1 15,1 0 0-15,3 1 3 0,1 0-4 0,-4-1 5 16,3 1-5-16,-1-1 4 0,-2 2 4 0,3-2-3 16,1 0 3-16,1 0 1 0,-2-1-1 0,2 0-1 15,-2-2 2-15,1 1-1 0,2-2-2 0,-7-1 2 0,12 0-2 16,-12 0 0-16,11-5-2 0,-2 2-1 0,-2-1 6 15,0 0-5-15,1-2 1 0,-1 1 1 16,-2-4-2-16,1 5 2 0,-2-3-2 0,0 3 4 0,-1-2 4 16,-2-1 14-16,1 2 3 0,-1 1 9 0,2-1 11 15,-3 5-11-15,4-6-5 0,-3 3-3 0,-1 3-3 16,0-2-8-16,0 2 2 0,0 0-7 0,0 0 1 16,0 0-1-16,0 0-4 0,0 0 4 0,4 10-5 15,-4-5-1-15,2-1 0 0,0 0-2 0,0 3-2 16,0-3-2-16,1 1 2 0,-1-1-6 0,0 3 4 15,1-1-6-15,-2-3 4 0,3 0-1 0,0 1 0 16,-1-2 4-16,-3-2-2 0,8 2 1 0,-8-2 1 16,0 0 3-16,14-4-2 0,-12 2 0 0,3-2 0 15,-1-1 5-15,-2-1 0 0,0 0 2 0,-1 2 8 16,-1-3 9-16,0 1 12 0,3 1-4 0,-3-1 14 16,0-1 3-16,1 2 5 0,-2 2 1 0,1-3-3 15,0 6-6-15,0-6-10 0,0 6 17 0,0-6-25 0,0 6-6 16,1-3-5-16,-1 3-20 0,0 0-22 0,3-4-4 15,-3 4-5-15,0 0-4 0,0 0-10 16,0 0-2-16,12 7-8 0,-8-6-16 0,2 1-8 16,-1 2-10-16,4-3-12 0,0 1-5 0,0-1-10 0,6-1-2 15,-4 0 6-15,2-1 4 0,0-1 5 0,-1 0 10 16,-2-1 13-16,2 0 6 0,-1 0 6 0,-5-1 12 16,1 0 16-16,-1-1 11 0,-2 0 23 0,-4 0 22 15,4-2 18-15,-4 4 20 0,3-4 9 0,-6 2 7 16,3 0 11-16,-3 1 0 0,2 0 2 0,1 4-12 15,-7-3-10-15,4 0-5 0,-4 0-4 0,7 3-5 16,-10-1-6-16,10 1-4 0,-10 8-2 0,6-2-6 16,-4 2 0-16,4 1-5 0,0 2 1 0,4 1-4 15,-3 1-1-15,6 1-4 0,-2 4 4 0,4 1-3 16,0-1 3-16,7 1-3 0,-1 4-1 0,0-4-1 16,5 4 4-16,3-1-6 0,-2 3 1 0,3-6 7 15,-8-4-11-15,-1-1 4 0,0 0-4 0,-3-4 0 16,1 2 0-16,-3-5 4 0,2 1-9 0,-6-1 4 0,0-2 4 15,1-1 12-15,-4 1 14 0,-1-1 10 16,-5-3 12-16,2 0 3 0,-6 0 4 0,0-2 2 16,-2-1 2-16,-2-1 13 0,-2-2 10 0,1 0 3 0,5-2 0 15,-8-1 0-15,11 1 2 0,-5-3-13 0,6 1-8 16,-3 0-4-16,3-3-12 0,6 0-8 0,-4-4-7 16,3 3-13-16,5-3-7 0,5-2-14 0,0 1-14 15,3 2-25-15,8-6-15 0,-4 5-3 0,11-3-9 16,-4 1-1-16,2 1 5 0,-6 3-1 0,2 1 2 15,-4 1 1-15,-2 1 19 0,1 1-8 0,-5 1 1 16,-1 1 8-16,-1 0 3 0,-1 5 3 0,0-3 2 16,-4 2 9-16,-2 1 4 0,0-1 3 0,-1 4 4 15,0-5 4-15,0 5 5 0,-5-2 7 0,5 2 5 16,0 0-1-16,-19 3 6 0,11 1 1 0,2 1-3 16,-2-1-7-16,0 4 8 0,1-2-7 0,2 1 9 15,1 0-2-15,-1 1 2 0,3-2 4 0,-2 2-4 16,4-2-5-16,1 3 2 0,-1-2 1 0,5-1 2 0,0 3-5 15,4-3-18-15,-1 2-4 0,4-3-46 16,1 2-34-16,6-1-54 0,-8-3-87 0,9-3-106 16,-9-2-291-16,5 2-672 0,-2-4 298 0</inkml:trace>
  <inkml:trace contextRef="#ctx0" brushRef="#br0" timeOffset="-182613.17">9909 6565 255 0,'-5'-5'306'0,"-2"-1"-27"16,3 2-29-16,0 0-23 0,4-3-21 0,-4 5-23 15,4 2-19-15,1-6-17 0,-1 6-25 16,7-2-46-16,-7 2-55 0,12 2-60 0,-12-2-66 0,13 3-83 16,-4 2-130-16,2 3-344 0,-6-5 153 0</inkml:trace>
  <inkml:trace contextRef="#ctx0" brushRef="#br0" timeOffset="-182190.11">10365 6528 240 0,'0'-8'345'0,"0"8"-20"16,0-4-33-16,0 4-36 0,0 0-28 15,0 0-22-15,0 0-23 0,0 0-11 0,0 0-23 16,8 12-17-16,-5-8-11 0,1 7-15 0,2-2-11 0,0 3-6 16,2 3-11-16,1 2-8 0,0 0-6 0,2 2-11 15,-3-1 2-15,2 0-10 0,-2 2-3 0,-2-1 0 16,4-1-4-16,-3 1 0 0,2-1-9 16,-2-1-3-16,-1-2-6 0,-4-2 1 0,1-2-1 0,1 0-2 15,-2-2-4-15,-1-3 2 0,-1 1 9 0,1-2 17 16,-2-2 28-16,2 1 36 0,-1 2 23 0,2-4 21 15,-2-2 19-15,0 0 5 0,0 0 12 0,1 5-6 16,-1-5 2-16,0 0-1 0,0 0-5 0,3 4-13 16,-3-4 1-16,0 0-19 0,0 0-11 0,0 0-10 15,0 0-15-15,0 0-14 0,0 0-13 0,13-4-15 16,-13 4-22-16,14-4-22 0,-5 2-18 0,2 1-31 16,4-2-31-16,-1-1-26 0,-3 1-39 0,9 0-35 15,-7 0-32-15,8-2-29 0,-9 3-26 0,2-3-27 16,-3 0-45-16,5 0-47 0,-3-3-36 0,-1 1-287 15,-3-2-741-15,2 0 329 0</inkml:trace>
  <inkml:trace contextRef="#ctx0" brushRef="#br0" timeOffset="-181561.85">10792 6709 20 0,'-1'-5'123'16,"-2"2"11"-16,3 3 8 0,-3-5-1 0,3 5-4 16,-2-4-3-16,2 4 4 0,0 0-4 0,0 0 4 15,0 0 0-15,-10 9-10 0,7-4-8 0,2-1-8 16,-1 0-13-16,0 3-4 0,-1 0 0 0,2-1-3 15,0 3-8-15,1-2-10 0,-2 1-5 0,2 0-8 16,0 0-2-16,3 0-8 0,-2-1-4 0,4 2-2 16,1 1-1-16,-2-3-9 0,2 0 2 0,-1-1-4 15,3-1-5-15,-1-2-2 0,5 1-10 0,-5-1-16 16,1 0-17-16,2-3-14 0,-3-2-8 0,3-1-12 16,-3 1-5-16,1-3-9 0,-1 1-3 0,3-4-3 15,-5 1 10-15,1-2 8 0,-1 2-6 0,-2-4 16 0,0 3 4 16,-3-1 17-16,1-1 16 0,-1 2 20 15,-3-1 9-15,2 2 16 0,-2-2 12 0,0 1 8 16,-1 2 0-16,0 1 6 0,1-3 2 0,-3 4 4 0,3 0-2 16,-1 0 0-16,0 0-8 0,0 0-3 0,-1 3-8 15,5 1-2-15,-5-5-5 0,5 5-5 0,-1-2-10 16,1 2 0-16,0 0-4 0,0 0-2 0,0 0 0 16,0 0-4-16,0 0 1 0,0 0 3 0,0 0-11 15,15 12 2-15,-10-8-3 0,6 1 0 0,-3 2 1 16,2-1-5-16,-2 1-4 0,4-1-1 0,-1 1-3 15,0-1 2-15,0 3-6 0,0-3 5 0,-2 1 0 16,2-3-5-16,0 1 0 0,-3 2-1 0,0-3 3 16,-2 0-2-16,-2-1-1 0,1 2 2 0,-1-3 0 15,0-1 0-15,-1 3 0 0,-3-4 3 0,7 3 5 16,-7-3 12-16,0 0 4 0,0 0 18 0,0 0 16 16,0 0 11-16,0 0 0 0,4-10 10 0,-4 5 4 15,0 5-2-15,0-9-3 0,0 0 0 0,1 3 0 0,2-5-6 16,-2 1 7-16,4 0 5 0,0-2-6 15,0-1 3-15,1 3-3 0,2 1-11 0,-4 0 3 16,3 0-2-16,2 0-7 0,2 1-4 0,-4 0-5 0,5 2-8 16,-2 1 2-16,-3 1-2 0,-2 0-6 0,4 0-14 15,-3 2-7-15,1 1 7 0,-2 1-5 0,-5 0 1 16,12 3-5-16,-6 1-4 0,1 0-7 0,-2 5 8 16,-1-4 2-16,3 4-5 0,-2 1-1 0,-2 2-12 15,0-1-32-15,0 2-35 0,2 0-17 0,-3 0-31 16,-1 0-33-16,2 2-44 0,-3 0-64 0,2-2-82 15,-1 0-263-15,-2 0-660 0,-1-2 293 0</inkml:trace>
  <inkml:trace contextRef="#ctx0" brushRef="#br0" timeOffset="-167653.78">18569 4720 253 0,'-4'1'322'0,"0"2"-6"16,0-1-12-16,4-2-9 0,-7 4-20 0,7-4-21 15,-4 3-16-15,4-3-24 0,0 0-14 0,0 0 6 16,0 0 4-16,21-1-8 0,-8-2 0 0,20-2-9 15,0 1-17-15,0-1-14 0,11-1-14 0,-6 3-12 16,18-5-14-16,-14 1-12 0,12 1-6 0,-13 1-16 16,3-1-6-16,-5 2-7 0,1 0-11 0,0 1 23 15,-3-3-11-15,-3 5-10 0,0-1-3 0,-4 0-7 16,-7 1-14-16,-1-1-20 0,-3 0-23 0,-3 2-30 16,-5 0-34-16,4 0-29 0,-5 0-28 0,-3 0-35 15,-1 0-30-15,-6 0-33 0,8 0-24 0,-8 0-23 0,4 3-39 16,-4-3-49-16,0 0-198 0,-12 5-598 15,4-5 265-15</inkml:trace>
  <inkml:trace contextRef="#ctx0" brushRef="#br0" timeOffset="-167258.79">18700 4776 189 0,'1'-2'374'0,"-1"2"0"0,0 0 8 0,3-3-30 15,-3 3-22-15,0 0-40 0,0 0-42 0,0 0-20 16,0 0-28-16,0 0-26 0,0 0-18 0,8 8-11 16,-4-2-9-16,0 2-29 0,4 1-8 0,2 2-6 15,1 5-6-15,1 0-10 0,3 1-8 0,1 5-13 16,6-2 1-16,-3 2-3 0,0 0-8 0,2 1-2 16,-1-3-9-16,3 2 6 0,0-3-8 0,-1 4-4 15,-3-5-1-15,3 2-3 0,-6-6 1 0,-1-2-12 16,-1 1-31-16,2-3-28 0,-6-2-23 0,0-2-27 15,-4-2-27-15,1 3-27 0,-3-6-20 0,0 2-45 0,0-3-51 16,-4 0-58-16,0 0-200 0,0 0-564 0,0 0 250 16</inkml:trace>
  <inkml:trace contextRef="#ctx0" brushRef="#br0" timeOffset="-166816.4">19498 4601 106 0,'4'-4'324'0,"-1"3"-3"0,-3 1-16 16,4-4-10-16,-4 4-30 0,0 0-23 0,4-4-28 16,-4 4-23-16,0 0-24 0,0 0-18 0,0 0-15 15,0 0-13-15,-5 17-11 0,1-8-8 0,-2 1-9 16,5 3-3-16,-6 4-2 0,0-1 4 0,-2 3-2 16,-2 7-1-16,-2-2-6 0,1 0-11 0,-1 1 0 15,-1 2-12-15,1-3-4 0,-1 1-5 0,2-1-8 0,-2-1 2 16,-1 2-13-16,1 2 5 0,0-2-6 15,4-6 2-15,2-1-8 0,-3-2-2 0,3 0 1 16,2-3-3-16,-3 2-1 0,6-5 3 0,-3 1-7 16,1-3 2-16,5-2-2 0,-2 1-4 0,-1-1 3 0,1-1-22 15,0-2-18-15,0 3-25 0,1-4-13 0,1-2-23 16,0 0-49-16,0 0-67 0,0 0-85 16,10 0-307-16,-10 0-643 0,5-8 285 0</inkml:trace>
  <inkml:trace contextRef="#ctx0" brushRef="#br0" timeOffset="-164720.6">19490 5331 40 0,'0'0'397'0,"0"0"-3"0,0-5 0 16,0 5 5-16,0 0-9 0,0 0-16 15,-3-4-23-15,3 4-32 0,0 0-29 0,0 0-26 0,0 0-27 16,0 0-29-16,0 0-26 0,-4-3-19 0,4 3-23 16,0 0-10-16,0 0-17 0,0 0-11 0,0 0-8 15,3 17-10-15,-3-9-7 0,1-1-10 0,1 2-12 16,0 1 2-16,0 2-15 0,-1-4-19 0,3 5-9 16,-1-3-16-16,1 0-7 0,-2 0-14 0,3-1-10 15,-4-1-7-15,3-1 1 0,0 0-9 0,0-1 3 16,1 0-1-16,0-1 5 0,2 0-2 0,-2-2 5 15,1-1 6-15,-1-1 6 0,2-1-2 0,-7 0 3 16,16-5 2-16,-5 1 3 0,3-3 10 0,-5 2-1 16,2-1-2-16,1-3 7 0,-4 3-3 0,2-2 1 15,2 0-5-15,-4 1 9 0,-1 1-3 0,0 1 18 16,0 2-14-16,-2-1 2 0,-1 0 0 0,-1 2-8 16,1-1 3-16,0 0-3 0,-4 3-2 0,0 0-4 0,0 0 11 15,11 1-2-15,-11-1-4 0,11 6 4 16,-4-2-3-16,-3-1 9 0,4 1-7 0,0 2 3 15,0-1 2-15,-1-3 3 0,3 3 13 0,-1-1-11 0,-1 0 2 16,1-3 2-16,1 3 1 0,-1-3-6 0,3-1 17 16,-1-1-13-16,-2 0 13 0,0-3-14 0,1 1 2 15,-2-2 13-15,2 0 21 0,-6 0 6 0,7-4 4 16,-6 1 6-16,1-1 7 0,-2-1-4 0,-3 1-1 16,2-2-1-16,-2-2-4 0,-2 4-3 0,0-4-6 15,-2 1-7-15,-3 0-2 0,1 0-9 0,-2 1-7 16,-1-6-21-16,1 5-23 0,0 1-46 0,-4-3-49 15,1 0-55-15,3 5-46 0,-6 0-55 0,4 0-63 16,0 1-80-16,-5-3-225 0,6 3-694 0,0-1 307 16</inkml:trace>
  <inkml:trace contextRef="#ctx0" brushRef="#br0" timeOffset="-164199.12">20144 4392 48 0,'-1'-3'343'0,"-2"0"-8"15,3 3-22-15,0-8-19 0,0 8-31 0,-3-4-26 16,3 4-34-16,-1-5-15 0,1 5-23 0,0 0-18 16,0 0-22-16,0 0-7 0,0 15-12 0,1-4-12 15,2 0 10-15,0 3-10 0,-3 3-10 0,3 1-10 16,-2 3-8-16,3 6-7 0,0-1-3 0,3 2-11 15,-3-1 0-15,-1-6-8 0,-2 6 0 0,3-5-1 16,-2-2-7-16,0 8-5 0,0-8-1 0,-1 0 3 16,-1-2-7-16,3 0-3 0,-2-4 2 0,-1-3-5 0,0 1 0 15,0 1-1-15,4-5 1 0,-4 4-4 0,0-6-1 16,0 2-3-16,0-3 1 0,0 2 9 16,3-2-5-16,-2-2 2 0,2 2 4 0,-3-5 19 15,4 5 17-15,0-3 4 0,2-1 1 0,1 1-3 0,3-2-7 16,1 0-9-16,8-2 9 0,0 1-6 0,4-1-6 15,2-2-7-15,3 1 1 0,6-2-21 0,-12 1-28 16,0-1-30-16,2 0-32 0,5-2-22 0,1-1-40 16,-11 4-48-16,-1-5-52 0,1 1-58 0,-10 3-264 15,2-3-612-15,-6 1 271 0</inkml:trace>
  <inkml:trace contextRef="#ctx0" brushRef="#br0" timeOffset="-163483.27">20525 4707 31 0,'0'0'251'0,"0"0"-18"0,0 0-22 15,0 0-23-15,0 0-21 0,0 0-15 0,0 0-15 16,0 0-17-16,0 0-12 0,12 9-9 0,-9-4-6 16,-2 3-14-16,2 0-1 0,1-1-14 0,3 5-3 15,1-2-10-15,0 0-4 0,-5 0-2 0,5 2-8 16,-1 0-1-16,-2-2-3 0,2 3-3 0,0-2-5 15,-3-2 2-15,6 1-1 0,-5-4-3 0,-1 1-6 0,0-1 3 16,0 0 8-16,-1-1-13 0,1-3 4 16,1 1 0-16,0-2-2 0,-5-1 9 0,0 0-12 15,11-4 0-15,-9 2 8 0,-2 2 24 0,3-8-2 16,-3 3-5-16,2-4 0 0,-1 1-4 0,2-4-5 0,-2 2-3 16,-1-3 3-16,2 1-5 0,-2-1-1 15,3 2 10-15,-1-2 9 0,-2 2 1 0,1-1 11 16,-1 1 2-16,0 0-4 0,0 2 5 0,-3 0 0 15,0 0-4-15,1 3-4 0,-1-2-2 0,2 4-6 0,-2-1-10 16,0-3-5-16,1 5 0 0,-1-1-9 0,0 1 0 16,0 0-5-16,3 3-3 0,-4-5-6 0,4 5-7 15,0 0-8-15,-8-1-3 0,8 1-2 0,0 0-1 16,0 0 0-16,0 0-2 0,0 0 5 0,12 10-4 16,-6-7 4-16,2 0-1 0,1 0 4 0,4 2-4 15,-1-1-2-15,4-1 0 0,-2 2 3 0,2 1-2 16,2-1 5-16,-2 0-3 0,3 1 3 0,-1-1 1 15,-6 0-1-15,2 2 4 0,-2-2-2 0,0 0 3 16,-2 1-3-16,-2-1 3 0,3 3-2 0,-3-3 1 16,-2 0 1-16,-1 0-2 0,-1 0 0 0,3 0 0 0,-5 0 0 15,-2-2-1-15,2 0 1 0,-2-3 2 0,0 6 5 16,0-6-4-16,-4 4 4 0,4-4 1 16,-2 3 3-16,2-3 2 0,0 0 21 0,0 0 11 0,0 0 3 15,-14-7 8-15,12 3 14 0,1-1-7 0,1 2 4 16,0-4 1-16,3 1 8 0,-1-1-4 0,1-3-2 15,1 0 11-15,3 1-17 0,0 0 0 0,-1-2 5 16,1 1 14-16,1 0-2 0,-1 0-2 0,1 2-6 16,-1-1-10-16,1 1-6 0,-1 6-4 0,-3-5-1 15,0 5-7-15,0-2-4 0,3 3-12 0,-7 1-1 16,8 0-7-16,-8 0 2 0,11 6-5 0,-7-2-1 16,2 4-9-16,0 2 8 0,-3-1-19 0,4 1-21 15,-3 2-23-15,0 0-15 0,2 1-12 0,3 0-20 16,-5-1-19-16,4 1-23 0,-2-2-35 0,-2 1-43 15,7-4-57-15,-6 1-63 0,2-4-186 0,0 2-570 16,1-4 253-16</inkml:trace>
  <inkml:trace contextRef="#ctx0" brushRef="#br0" timeOffset="-163198.89">21381 4347 112 0,'-3'-5'397'0,"2"-1"-11"0,-3 2-6 16,1 0-33-16,1 1-32 0,2 3-41 15,-4-5-30-15,4 5-25 0,0 0-19 0,-8 8-23 0,4 0-18 16,4 2-16-16,-1 3-25 0,-2 1-6 0,3 4-10 16,-1 1-6-16,-1 2-7 0,4 6-12 0,-2 2-9 15,0-3-2-15,0 2-8 0,1-2-4 0,2 3-1 16,-2-3-8-16,6 2-9 0,-2-2 0 0,2 1-1 15,1-6-20-15,-1-2-29 0,4-1-21 0,-1-1-18 16,-1-2-18-16,3-1-31 0,3-1-33 0,-5-4-43 16,1-3-41-16,2-2-44 0,2 0-55 0,-1-6-187 15,-1-1-545-15,5-2 241 0</inkml:trace>
  <inkml:trace contextRef="#ctx0" brushRef="#br0" timeOffset="-162945.02">21843 4399 168 0,'0'-4'361'0,"0"0"-15"16,0 4-28-16,3-5-37 0,-3 5-26 0,1-3-28 0,-1 3-27 15,0 0-24-15,0 0-12 0,0 0-14 0,-7 14-8 16,3-5 7-16,0 3-9 0,0 1 4 16,-1 2-9-16,-5 0-11 0,3 3-13 0,-1-1-12 0,1 1 0 15,-5 1-13-15,5 0-10 0,-4 1-4 0,2-1-7 16,-5 4-7-16,2-5-1 0,3 1-23 0,-4-1-26 15,-1-1-40-15,4-1-35 0,0-2-28 0,1-2-37 16,-2 2-57-16,1-6-50 0,1-1-75 0,5-2-216 16,0-2-574-16,1-3 254 0</inkml:trace>
  <inkml:trace contextRef="#ctx0" brushRef="#br0" timeOffset="-162755.42">21700 4487 346 0,'0'-5'341'0,"3"2"-24"0,-3 3-33 0,0 0-29 16,0 0-30-16,0-5-28 0,0 5-17 0,0 0-15 16,0 0-19-16,0 17-12 0,-3-10-15 0,3 3-12 15,4 3-10-15,-4 0-12 0,4 4-1 0,-1-2-14 16,4 3 2-16,1-1-12 0,2 1-5 0,-1-1-5 0,2-1-12 16,4-1-36-16,-1-1-47 0,2-2-58 15,0 1-78-15,3-4-87 0,-1-3-204 0,0-2-512 16,3-3 227-16</inkml:trace>
  <inkml:trace contextRef="#ctx0" brushRef="#br0" timeOffset="-162584.34">22106 4689 98 0,'0'0'216'0,"0"0"-11"16,0 0-5-16,0 0-4 0,-5 12-11 0,0-9-13 16,1 3-9-16,0 0-8 0,0 2-17 0,0 1-11 15,-3 2-14-15,1 1-9 0,-3 0-9 0,2 2-7 16,-4 3-9-16,2 2-6 0,-1-2-6 0,3 0-24 15,-3 0-36-15,3-5-53 0,0 0-74 0,0-3-90 16,0-3-148-16,4-1-389 0,1-1 172 0</inkml:trace>
  <inkml:trace contextRef="#ctx0" brushRef="#br0" timeOffset="-162189.35">22262 4406 307 0,'-6'-2'297'0,"6"2"-33"0,0 0-26 15,0 0-24-15,0 0-21 0,0 0-19 0,-1 11-17 16,1-4-16-16,0-2-9 0,4 3-14 0,-2-1-9 16,2-1-8-16,1 4-14 0,1-1-2 15,-1 1-10-15,3 0-5 0,3-3-6 0,-1 1-13 0,0-3-25 16,0 2-30-16,1-2-42 0,1-1-37 0,-1-4-36 15,5 0-32-15,-2-2-21 0,-1 0-1 0,5-4 14 16,-6 0 17-16,-1 1 14 0,0-3 22 0,-4 1 43 16,4-2 50-16,-6 0 49 0,0 2 46 0,0 3 38 15,-1-3 37-15,0 2 21 0,1 2 7 0,-5 0 0 16,0 3 0-16,3-5-15 0,-3 5-18 0,2-3-18 16,-2 3-15-16,0 0-2 0,0 0-21 0,-10 9-14 15,5-4-5-15,1 2-8 0,-2 2-14 0,-1 7 0 16,-5 0-1-16,7 1-10 0,-5 3-2 0,3 6-2 15,-5 0-9-15,0-2-17 0,2 3-37 0,0-3-32 16,1 3-34-16,-2-2-62 0,7-5-80 0,0-2-67 16,0 0-232-16,4-5-573 0,2-1 253 0</inkml:trace>
  <inkml:trace contextRef="#ctx0" brushRef="#br0" timeOffset="-162015.56">22636 4831 86 0,'0'0'318'15,"8"2"-23"-15,-8-2-23 0,2 2-16 0,-2-2-8 0,1 6-7 16,-1-2-9-16,0-4-24 0,-3 9-16 0,-1-1-17 16,3 0-12-16,-5 2-14 0,2 2-15 15,0-1-15-15,-4 1-10 0,5 1-7 0,-3-2-12 16,-1 4-9-16,0 2-24 0,0-6-34 0,2 0-46 0,1-1-58 16,-1-2-82-16,4-2-89 0,-3-1-254 0,3-2-547 15,1-3 243-15</inkml:trace>
  <inkml:trace contextRef="#ctx0" brushRef="#br0" timeOffset="-161484">22776 4401 332 0,'-4'-4'401'16,"1"2"-21"-16,1-2-25 0,-1 1-36 0,3 3-33 15,-3-2-35-15,3 2-35 0,0 0-20 0,0 0-23 16,0 0-18-16,-1 10-10 0,4-4-15 0,-3 5-8 16,4 0-22-16,-2 2-5 0,5 4-7 0,-3 1-16 15,0 1-5-15,3 1-3 0,-3 0-7 0,5 8-7 16,-4-8-8-16,0-1-15 0,3 2 4 0,-3-3-25 16,-1 0-15-16,2-6-11 0,-2 2-4 0,-1-3-7 0,1 0 3 0,0-2-2 0,-1-4 1 15,0 0 5-15,1-1 10 0,0-2-4 0,1-1 1 16,-5-1 6-16,15-4-1 0,-8 0 3 0,5-2 3 15,-5-2 17-15,4-1 11 0,-2-1 11 0,1 1 23 16,1-4 12-16,-2 3 14 0,-2 1 9 0,0 0 7 16,0 2 0-16,-1 0-5 0,-3 3-4 0,1-1-12 15,1 3-9-15,-3-2-12 0,-2 4-12 0,6-4-1 16,-1 4 2-16,-5 0-16 0,6 5-1 0,0-1-6 0,1 0 2 16,-4 2-6-16,2-1 4 0,4 2-10 15,-1 0 4-15,1 1-1 0,-2-2-1 0,2 3-4 16,-2-6 8-16,0 2-3 0,1 0-5 0,-1-3 5 15,5 0 1-15,-5-1-1 0,1-1-1 0,3-1 1 0,0-3-3 16,-4-1-1-16,-3 0-9 0,5-3 8 0,-2-1-1 16,-3-1-3-16,1-1-10 0,-3-2-1 15,1 0-15-15,0-5-2 0,-6-2-22 0,4 3-22 0,-2-2-29 16,0 1-23-16,-1 0-19 0,-2-1-21 0,1 1-26 16,-2 2-31-16,-1-1-35 0,4 6-48 0,-5-1-57 15,0 2-206-15,0 1-606 0,-1 2 269 0</inkml:trace>
  <inkml:trace contextRef="#ctx0" brushRef="#br0" timeOffset="-161215.4">23192 4175 106 0,'0'0'310'0,"0"0"-31"0,6 3-28 0,-3 0 1 16,-1 3-1-16,4-2-5 0,2 6-8 0,-3-1-12 16,5 0-14-16,5 4-19 0,-4 0-18 0,6 1-14 0,5 5-20 15,-1 1-15-15,0 0-8 0,1 2-13 16,0 1-9-16,2 0-11 0,-2-2-4 0,-3 5-10 16,0 2-6-16,-4 3-6 0,-1 1-8 0,-5 0-6 0,-2 2-11 15,-4 1-38-15,-9 3-49 0,-9 11-49 0,-12 1-82 16,-3-3-111-16,-9-2-262 0,-13 0-603 15,-4-5 267-15</inkml:trace>
  <inkml:trace contextRef="#ctx0" brushRef="#br0" timeOffset="-156696.79">23991 4507 352 0,'0'0'339'0,"0"0"-14"16,0 0-15-16,0 0-15 0,0 0-20 0,0 0-17 15,4 3-16-15,-4-3-21 0,0 0-20 0,0 0-20 0,0 0-21 16,0 0-17-16,0 0-15 0,0 0-14 0,0 0-3 15,0 0-19-15,8 0-3 0,-8 0-14 0,9 0-5 16,0 0-13-16,-1 0 7 0,5-2-13 0,1 2-3 16,2-1-2-16,-2 1-5 0,6-1-8 0,1 0-10 15,1-1-41-15,-1 1-34 0,-1 0-35 0,-2-2-43 16,-5 6-49-16,0-3-53 0,-2 0-54 0,-2-3-49 16,-2 6-170-16,-4-2-545 0,-3-1 241 0</inkml:trace>
  <inkml:trace contextRef="#ctx0" brushRef="#br0" timeOffset="-156529.09">24052 4673 116 0,'-3'2'217'0,"2"2"9"16,1-4 0-16,-4 2 3 0,4-2 3 16,0 0-12-16,0 0-12 0,0 0-19 0,0 0-14 0,8 4-20 15,-3-4-18-15,4 1-9 0,1-2-14 0,4 1-12 16,-2 0-9-16,3-1-50 0,4 0-72 0,-5 2-75 15,9-1-102-15,0 0-207 0,-4 1-445 0,2-1 198 16</inkml:trace>
  <inkml:trace contextRef="#ctx0" brushRef="#br0" timeOffset="-154659.16">25253 3282 5 0,'-4'-10'224'0,"-2"-1"-9"0,2 3-11 0,-4 0-8 15,1-2 1-15,-1 0-16 0,-2 2-7 0,4 0-11 16,-4 0-16-16,-4 1-4 0,-2-1-14 0,4 1-14 15,-3 2-12-15,-4-1-9 0,-1 4-11 0,-2-3-7 16,-1 4-22-16,1 1-4 0,-9 1-5 0,2 3-2 16,3-2-5-16,-2 5-3 0,-1-2-1 0,1 5-7 15,3-3-1-15,-2 4-4 0,9 0-3 0,-3-3-4 0,4 4 2 16,-6 5-3-16,4-1-2 0,8 0-4 16,-6 5 5-16,4 2 0 0,4 3-2 0,2 0-2 15,6 1 2-15,2 1 0 0,8 2-1 0,0 1-1 0,4 2 0 16,5 0-1-16,2 0 1 0,12 10-1 0,0 0-1 15,2-3 2-15,2 0-1 0,-2-3-1 0,-6-8-2 16,10 8 2-16,3-1 9 0,-16-8-12 16,-1 2 1-16,3-2-1 0,-2 3 2 0,9 7-2 0,-14-7-4 15,-1-2 3-15,0 2 1 0,-4 2 0 0,0-4-2 16,-7 2-1-16,3 0 2 0,-3 0 1 0,-2-1 2 16,-5-1-1-16,-2 0-3 0,-1-2 1 0,-4 0-2 15,-2 0 0-15,-1-8 2 0,1 10 3 0,-4-9-2 16,-6 0 0-16,-1 1 14 0,4-7-5 0,-9 3 4 15,-1-4 3-15,5-1 3 0,-1-1 0 0,1-4-2 16,2 2-1-16,-2-4 0 0,4-1 5 0,2 1 3 16,-1-1 4-16,3-2 9 0,2-1 1 0,1 1 8 15,2-2 2-15,7 0-2 0,-9 0 7 0,9 0-12 16,-9 1-3-16,9-1-4 0,-6 0-5 0,6 0-2 16,0 0-6-16,0 0-4 0,0 0-2 0,0 0-5 15,0 0-5-15,24-1 1 0,-12 1-7 0,-1 3 0 16,2 3-2-16,4 0 4 0,-3-2-8 0,2 6 8 15,-1 1-5-15,1 1-2 0,-1 3 2 0,0 1-8 0,5 6 4 16,-2 0 3-16,-1 6-3 0,-2 0 0 16,-1 5 4-16,0 1-5 0,-6 3 5 0,7 13 0 15,-8-2 0-15,4 3-1 0,-4-2 1 0,1 8-3 16,-7-2 1-16,-1-1 6 0,0 4-6 0,0-3 1 0,0 2 2 16,-1 0 0-16,-2 1-1 0,-2 0 3 0,3 3 6 15,2 0 2-15,-5 2 9 0,10 1 5 0,-5 0 14 16,0 26-6-16,4-30-3 0,2 0 9 15,-3 1 0-15,1-3 17 0,5 1-7 0,5-1 7 0,-5-3-6 16,6 3 2-16,3 1 9 0,4-4 7 0,4-2-1 16,1 0-2-16,5-5 5 0,5-1-5 0,4-5-4 15,8-5-4-15,1-1-9 0,9-1 0 0,3-4-11 16,28 5 2-16,-26-13-10 0,0-4-11 0,7-1-24 16,-3-4-30-16,1-1-67 0,-2-5-68 0,-3-2-73 15,-2-3-108-15,-5-6-369 0,-13-3-779 0,8-6 345 16</inkml:trace>
  <inkml:trace contextRef="#ctx0" brushRef="#br0" timeOffset="-149432.47">29910 3357 27 0,'0'0'368'0,"0"0"-9"0,-1-3-29 0,1 3-30 0,0 0-33 0,0 0-27 16,0 0-30-16,0 0-24 0,-3-3-21 0,3 3-17 15,0 0-14-15,0 10-15 0,0-3-11 0,1-1-12 16,-1 5-7-16,2-1-7 0,-1 1-8 0,0 2-9 16,1 0-6-16,-1 0-5 0,-1-1-4 0,0 1-7 15,0 0-5-15,4-2-5 0,-4 2 3 0,0 2-5 16,5-4 0-16,-5 1-7 0,-5-4-3 0,10 2-1 15,-5-4-2-15,0 1 1 0,0-1 1 0,0 0-4 16,2-3 3-16,-2 0-7 0,0-3 6 0,0 6 10 16,0-6 2-16,4 2 0 0,-4-2-2 0,0 0-5 15,12-5-1-15,-5 1-7 0,1 2 3 0,2-3 0 16,-3 1 1-16,3-3-6 0,-1 1-2 0,0 0 3 16,-1 0-3-16,0 4-2 0,1-2-5 0,-3 3 1 15,0-3-3-15,2 3-4 0,-4-1 0 0,3 2 10 16,-7 0-14-16,12 4-1 0,-7-3-1 0,2 3 8 15,-1 1-11-15,2 3 8 0,-1-2 3 0,2 1-2 16,-1 1 1-16,-1-1 3 0,4 1-1 0,-3-2 1 16,1 1-20-16,-1-3 5 0,0 1-3 0,0-1 9 15,-3-2 0-15,2-1 1 0,1 1 35 0,0-2 12 16,-8 0 18-16,11-4 21 0,-4 0 4 0,4-2 20 16,-5 0 0-16,-2-2 2 0,1-2 8 0,-1-1-13 15,-2-1-8-15,1-1-8 0,-3-4-5 0,-3-1-8 16,1 1-10-16,2-2-2 0,-2 6-13 0,-3-4-4 0,3 6-2 15,0-1-4-15,0 1-13 0,-3-1-24 0,4 4-24 16,-2 1-41-16,0-1-44 0,2 5-50 16,-3-3-53-16,3 2-56 0,-2 2-53 0,3 2-49 15,0 0-309-15,0 0-735 0,0 0 325 0</inkml:trace>
  <inkml:trace contextRef="#ctx0" brushRef="#br0" timeOffset="-147853.35">30651 3378 4 0,'0'0'265'0,"0"0"-10"15,0 0-13-15,0 0-6 0,0 0-15 0,0 0-14 16,0 0-19-16,0 0-17 0,0 0-14 0,0 0-14 15,0 0-17-15,0 0-7 0,-19 4-1 0,7-1-11 16,4 2-1-16,-10 2-8 0,5-1-5 0,0-1 6 16,-6 3-17-16,3 2 0 0,-2-2-11 0,3 0-10 15,2-1-5-15,3-1-6 0,-1 1-7 0,3-1-8 16,3-1 3-16,-1 0-6 0,0 2-1 0,4-4 0 16,2 2 2-16,3 0 3 0,6 3-6 0,5-4-7 15,6 1 6-15,9 3-2 0,4-1-3 0,1-3 1 16,0-1-7-16,0-2 10 0,1 0-10 0,0 1-2 15,1-1-7-15,-13-1 3 0,5 0-8 0,-5 0-11 16,-2-1 9-16,-3-2-1 0,-4 2-10 0,-3-1 8 16,-4 2 4-16,1-2-3 0,-1 1-11 0,-3-2-6 15,-2 1-3-15,-2 2-2 0,0 0-4 0,-13-7 2 16,3 2 3-16,-3 0-7 0,-2 2-11 0,-1-1-11 16,-6-1-12-16,2-2-11 0,-2 2-15 0,0 1-13 15,2-2-7-15,-2 0-14 0,0-1-26 0,5 1-22 0,4 3-28 16,2-2-23-16,1-2-170 0,2 1-421 0,2 2 187 15</inkml:trace>
  <inkml:trace contextRef="#ctx0" brushRef="#br0" timeOffset="-147656.45">30688 3312 83 0,'5'-4'209'0,"-5"4"8"0,2-4 5 16,-2 4-15-16,2-4-18 0,-2 4-13 0,0 0-14 15,0 0-19-15,0 0-9 0,0 0-14 0,0 0-16 16,0 0-1-16,-14 8 1 0,10-2-5 0,4 3-1 15,-2-1-2-15,2 5 2 0,2-1-2 0,-2 6-7 16,0 1-7-16,2 1-7 0,1-1-8 0,0 7-7 16,3-4-2-16,1 4 7 0,-3-5-19 0,3 4-2 0,-1-3 7 15,3-3-23-15,-4 2-21 0,2-2-26 16,0 0-40-16,3 1-59 0,-4-3-73 0,1 0-81 16,0-6-174-16,-3-3-483 0,4 0 214 0</inkml:trace>
  <inkml:trace contextRef="#ctx0" brushRef="#br0" timeOffset="-147330.71">31077 3264 160 0,'4'-1'323'0,"-4"1"-15"16,4-4-18-16,-4 4-28 0,0 0-26 0,4-1-27 16,-4 1-12-16,0 0-31 0,0 0-12 0,0 0-12 15,-2 13-13-15,2-7-2 0,-6 4-9 0,5 0-2 16,-2 3-6-16,-1 4-17 0,-2 2 2 0,2 0-6 16,3-1-14-16,-3 2-12 0,1-1 5 0,-1-2-8 15,4 2-4-15,0-2-6 0,3-1-14 0,1 0 1 16,0 2 0-16,0-4 2 0,4 0 1 0,2 2-31 15,-2-6-18-15,0 0-30 0,2-1-29 0,2-2-57 16,-1-2-55-16,9-3-61 0,-8 1-60 0,4-3-188 16,-2-3-529-16,1 2 234 0</inkml:trace>
  <inkml:trace contextRef="#ctx0" brushRef="#br0" timeOffset="-147122.3">31414 3378 16 0,'0'0'263'0,"-2"-5"-17"0,2 5-13 0,-7-1-30 16,7 1-21-16,0 0-19 0,0 0-16 0,-11 5-16 16,7-3-14-16,0 1-14 0,2 3-2 0,-3-1-14 15,1 2-8-15,0 2-9 0,-1 1-6 0,-4 2-3 16,2-1-5-16,2 1-8 0,-2 2-3 0,0 0-4 16,-1-2-5-16,1 1-20 0,-1-1-24 0,-3 2-38 15,3-2-48-15,1-2-48 0,-2-1-47 0,-1 0-150 16,6-4-366-16,-1 0 163 0</inkml:trace>
  <inkml:trace contextRef="#ctx0" brushRef="#br0" timeOffset="-146933.28">31257 3450 174 0,'0'0'298'0,"0"0"-29"0,0-5-25 15,0 5-19-15,0 0-33 0,0 0-22 0,0 0-14 16,0 0-17-16,0 0-13 0,6 13-16 0,-4-6-6 0,2 2-12 15,1 2-14-15,3-4-2 0,-4 6 4 0,3-6-18 16,0 5-8-16,2-2 6 0,0 1-11 0,0 0-52 16,1-1-51-16,-1-1-66 0,1-1-85 0,3-2-191 15,-4 1-429-15,2-2 189 0</inkml:trace>
  <inkml:trace contextRef="#ctx0" brushRef="#br0" timeOffset="-146658.43">31489 3268 178 0,'-4'-1'339'0,"4"1"-26"0,-5-4-16 0,5 4-41 16,0 0-29-16,0 0-21 0,0 0-21 0,0 0-7 15,0 0-12-15,8 13-8 0,1-5-18 16,-1 0-9-16,6 4-14 0,2 0-10 0,-2 0-17 15,2 2-5-15,-1 0-8 0,4 7-6 0,0 0-5 0,-4-6-6 16,-3 1-5-16,-1 2-7 0,0 2-4 0,1 3-6 16,-5-6-8-16,-1 3-15 0,-1-2-17 0,-1 0-16 15,-4-2-21-15,-1 2-18 0,-9-1-24 16,2-1-23-16,-2 1-34 0,-3-1-47 0,2-7-36 0,-4 6-51 16,0-4-155-16,-1-2-462 0,4-4 204 0</inkml:trace>
  <inkml:trace contextRef="#ctx0" brushRef="#br0" timeOffset="-146345.95">31707 3145 1 0,'0'0'326'0,"0"0"-19"0,0 0-18 16,13-2-10-16,-2 6-20 0,-1-1-15 0,3 1-16 15,6 7-14-15,2-2-15 0,-1 3-22 0,5 6-8 16,0 0-25-16,-3 1-10 0,1 0-16 0,-4 6-8 16,-1 2-14-16,-2 0-7 0,-3 1-6 0,0 1-13 15,-5 3-2-15,-2 0-6 0,-3 5-10 0,-2-2-3 16,-4 1-18-16,-6 0-12 0,-5 0-33 0,-5-1-36 15,-10 11-34-15,4-15-34 0,-7-4-63 0,-9 6-69 16,9-7-270-16,-2-4-564 0,-1-3 250 0</inkml:trace>
  <inkml:trace contextRef="#ctx0" brushRef="#br0" timeOffset="-145631.17">29923 3094 31 0,'-5'-5'368'0,"1"-2"-21"0,3 2-13 0,-3 1-20 15,1 1-30-15,-3 0-36 0,6 3-23 0,-8 0-18 16,-1 3-37-16,-5 3-7 0,2 3-24 0,-3 12-15 15,1-3-10-15,-5 6-10 0,3 5-7 0,2 6 4 16,1 1-25-16,-2 11 4 0,7 5-7 0,-3 1 1 0,1-3-3 16,8 4-9-16,-1-2-2 0,7 2 4 15,1-1-6-15,5-5-6 0,5 0-2 0,-3-13-5 16,13 10-6-16,3-3 4 0,6-3-4 0,-4-12-18 16,13 5-28-16,-10-9-43 0,20 2-62 0,0-2-97 0,9-10-123 15,-1-1-263-15,-4-7-644 0,5-3 285 0</inkml:trace>
  <inkml:trace contextRef="#ctx0" brushRef="#br0" timeOffset="-144407.84">32204 3282 362 0,'2'-3'358'0,"-2"3"-21"0,0 0-24 0,0 0-23 16,0 0-34-16,0 0-29 0,0 0-22 0,0 0-25 16,0 0-16-16,0 0-18 0,0 0-10 0,0 0-18 15,-2 12-15-15,2-6-7 0,0 2-10 0,0-3-7 16,0 0-8-16,2 5-6 15,-1-3-7-15,2 2-8 0,-2-4-2 0,3 4-4 0,3 0 7 16,-1-3-17-16,0 2-3 0,1 0-9 0,1-1-10 16,2-2 0-16,-1 0-10 0,-2-3 0 0,2 1 4 15,0-2-6-15,-1-1 7 0,-2 0-7 0,-6 0-2 16,13-4 3-16,-8 2 5 0,1-3-4 0,-1 2 12 16,0-4-8-16,0 4 3 0,-1-3 13 0,1 1 23 15,0 0 11-15,-4 0 15 0,2 1 16 0,1 0 1 16,-1 0 4-16,-1-1-14 0,-2 5-12 0,4-2-6 15,-4 2-8-15,0-3-12 0,0 3-9 0,0 0-2 16,0 0-4-16,11 7-2 0,-5-1-2 0,-4 4-5 16,5 0 3-16,1 1-3 0,2 4 5 0,-3 3-12 15,2 2-2-15,0-1-3 0,3 9 5 0,-4-4-11 16,-1 3 6-16,1-1 0 0,-2 0 5 0,-3-5-1 16,0-1-2-16,-2 0-5 0,5 1 3 0,-5 0-6 15,-1-3 4-15,-3 0 4 0,-1-2-3 0,0-3 6 16,0-3 4-16,-3 1 4 0,-1-2 23 0,0-2 25 15,-2 0 15-15,-2-1 16 0,-1-2 3 0,-2-2 1 16,-2 1-5-16,-2-3-9 0,-3-2-9 0,-1 0-4 16,2-3-9-16,-8-2-7 0,2-4-28 0,8 1-35 15,-2 0-53-15,1 1-49 0,6-2-56 0,6 1-63 0,-2 1-80 16,5-4-106-16,1 2-380 0,4-3-857 16,9-2 379-16</inkml:trace>
  <inkml:trace contextRef="#ctx0" brushRef="#br0" timeOffset="-143350.03">32811 3217 2 0,'0'0'330'0,"-4"-3"-5"16,4 3-11-16,-5-2-18 0,5 2-18 0,0 0-33 15,0 0-16-15,-4-3-24 0,4 3-19 0,0 0-29 16,0 0-19-16,0 0-13 0,0 0-10 0,0 0-11 15,5 11-6-15,-1-3-13 0,5 0-2 0,2 0-11 16,2 2-8-16,6 0-6 0,-5 2-6 0,4 1-1 16,1 0-9-16,-1-2-1 0,5 6-6 0,0 4-1 15,-8-7-5-15,4 0-7 0,-4-1-2 0,-1-1-1 16,0-1 7-16,-5 0-9 0,3-4 1 0,-3 2-6 16,-5-4 0-16,1 0 0 0,0-1-2 0,-1 2-4 15,2-3 1-15,-3 0-3 0,-1-1-1 0,-2-2 0 16,0 0 3-16,3 4-4 0,-1-2 5 0,-2-2-8 15,-2 7 9-15,2-7-9 0,-1 4-9 0,-2 0 12 16,-1-1-1-16,-2 4-1 0,2-3 2 0,-2-2 0 16,-2 7 8-16,-1-2-6 0,-3 0-2 0,4 1 2 15,1 0-3-15,-4 2 5 0,0-1-3 0,2 1 2 16,-1-1 1-16,0 0-1 0,-1 0-5 0,0 0 7 16,-1 4 0-16,0-4-6 0,0-1 3 0,6-1-12 15,-3 1-39-15,2-1-31 0,-2-4-41 0,6 1-47 16,-1 2-62-16,3-3-60 0,1-3-235 0,0 0-565 15,0 0 250-15</inkml:trace>
  <inkml:trace contextRef="#ctx0" brushRef="#br0" timeOffset="-142875.87">33348 3370 39 0,'-5'-2'310'16,"5"2"-14"-16,-7-3-21 0,7 3-28 0,-7-1-25 16,7 1-21-16,-8 1-20 0,1 1-17 0,3 0-16 15,0 1-17-15,3 4-13 0,-4-1-9 16,0 0-12-16,3 1-11 0,-2 3-1 0,4 1-12 16,-2 1-3-16,1-2 0 0,2 1-8 0,1 0 6 0,0-1-8 15,2 4 0-15,1-7-9 0,-3 6 0 0,6-4-2 16,-2 0-5-16,2-1-1 0,-3 0-4 0,6-1-3 15,-3 0-1-15,2-2-5 0,-4 0-1 0,3-4 1 16,-1 1-2-16,0-4-6 0,1 1-1 0,1-1 2 16,-3-1-1-16,-3-2-3 0,4 0-3 0,0 0-6 15,-4-5 12-15,1 2-4 0,-3-2 15 0,-2 2-25 16,4-3 10-16,-8 0 1 0,3-1 2 0,-2 2-8 16,-2-1-8-16,-1 2 3 0,1 1-21 0,-2-1-7 15,-2 0-32-15,-3 0-32 0,3 2-41 0,-4 1-58 16,1 2-63-16,-1 3-290 0,1-3-579 0,-3 4 256 15</inkml:trace>
  <inkml:trace contextRef="#ctx0" brushRef="#br0" timeOffset="-139441.49">30893 5613 357 0,'0'-3'390'0,"0"3"6"0,-4-6-3 0,4 6-18 16,-4-4-21-16,4 4-26 0,-3-5-34 0,3 5-31 16,0 0-29-16,-6 0-24 0,6 0-20 0,-10 7-24 15,5-2-16-15,-2 0-15 0,0 5-16 0,0 1-10 16,-2 5-11-16,-1-1-10 0,5 1-10 0,0 1-7 16,0-2-7-16,3 4-4 0,2-2-4 0,4 1-6 15,2-1 1-15,-2 0 2 0,6-3-13 0,2 2-4 16,2-3 1-16,2 0-2 0,-1-2-9 0,8 0 6 15,-4-4-5-15,5-4 2 0,-3 0-4 0,1 0-5 16,1-3-2-16,-1-5 1 0,0 4-1 0,-3-6-7 16,0-3 7-16,-3 2-5 0,2-7-1 0,-4 2-1 15,0-2 0-15,-3-2 5 0,0-1-9 0,-3 0-3 16,-4 2 0-16,0-4-6 0,-1-1 8 0,-3 1 3 0,-3 1 10 16,-1 2 8-16,0-2 3 0,-3 4-2 15,-1-1-2-15,2 1-5 0,-5 1-1 0,0 4-5 16,1 1-2-16,-2 0-6 0,-2 3 1 0,2-1-5 0,-1 3-24 15,0 3-28-15,1 1-37 0,-1 0-44 0,3 1-32 16,3 3-24-16,-1 2-11 0,1 0-18 0,3-1-27 16,1 4-38-16,3-3-55 0,4 1-56 0,-1-1-199 15,9 3-639-15,-1-3 283 0</inkml:trace>
  <inkml:trace contextRef="#ctx0" brushRef="#br0" timeOffset="-139102.47">31549 5328 85 0,'5'-12'404'0,"-3"3"4"16,0-2 5-16,1 4 10 0,-1 0-20 0,2-1-11 16,-4 3-13-16,4-1-29 0,-3 2-33 0,-1 0-37 15,0 4-33-15,0 0-32 0,0 0-24 0,0 0-19 16,0 0-18-16,4 14-12 0,0-3-16 0,2 6-18 15,-2 4-11-15,0 8-9 0,-3 1-6 0,3 1-9 16,-6 3-7-16,0-1-6 0,-1 3-8 0,1 1 1 16,-1 1-7-16,-4-1-7 0,2-1-2 0,-3 12-3 15,2-9-1-15,1-5-6 0,-5-1-1 0,10 1 1 16,-5-2-8-16,2-4-11 0,-2 2-18 0,2-10-11 16,3-1-30-16,0-3-28 0,-2 1-28 0,2-3-29 15,3-3-23-15,-1-2-13 0,0-3-33 0,2-1-55 16,3 0-72-16,3-3-72 0,-3-2-286 0,1-2-748 15,1-3 331-15</inkml:trace>
  <inkml:trace contextRef="#ctx0" brushRef="#br0" timeOffset="-138594.95">31783 5528 92 0,'0'-3'397'16,"-1"-3"-11"-16,1 6-12 0,0-7-18 0,0 7-41 16,0-3-34-16,0 3-41 0,0 0-26 0,0 0-20 15,0 0-22-15,0 0-15 0,-5 15-16 0,7-6-17 16,-2 5-10-16,3 3-15 0,-1 0-10 0,-2 2-7 16,2 0-3-16,0 2-15 0,-2 6-7 0,0-6-5 15,5 3-18-15,-4-2-22 0,2-4-1 0,-1 0-15 16,1 0 3-16,-2-4-12 0,-1-3-9 0,3 1-5 15,0-2 1-15,-1-3 3 0,0-2 3 0,1-2 3 16,1-1-2-16,1-1 5 0,-5-1 3 0,12-3-4 16,-4 1 6-16,-2-4 2 0,7-4 1 0,-3 0 11 15,0-4 15-15,3 0 3 0,-1 0 14 0,-1 3 19 16,4-4 22-16,-8 4 6 0,1 1 8 0,2-2 14 16,-5 7 2-16,-1-4 12 0,2 4-12 0,-1-2-11 15,-1 2-14-15,0 3-13 0,0-1-8 0,-1 0-14 16,-3 3-11-16,0 0 3 0,11 6-7 0,-7-4-1 15,1 5-5-15,4 1 3 0,-3-2-4 0,1 4-5 16,3 2-5-16,-1-3-1 0,0 0-1 0,3 0 1 16,-1 2-6-16,2 1 0 0,-1-4-4 0,-1 1 1 15,4-5-1-15,-3 4-2 0,0-6 3 0,2 3 0 0,-1-5-1 16,-3 0 1-16,1-3-6 0,0 1 6 16,0-3 0-16,-1 0 1 0,-4 1-2 0,1-5 0 15,1 1-3-15,-4-3-2 0,1-1-3 0,-5 0 0 0,1-1-5 16,-1-1-7-16,0-2-20 0,0-1-19 0,-1-4-39 15,-2 0-34-15,-3 0-30 0,4 2-38 0,-5 1-41 16,0 0-57-16,3 1-75 0,-3 2-284 16,0 2-706-16,1-3 312 0</inkml:trace>
  <inkml:trace contextRef="#ctx0" brushRef="#br0" timeOffset="-121710.53">26153 3476 264 0,'0'0'249'0,"-5"-4"-14"15,5 4-9-15,-6-4-7 0,6 4-19 0,-4-1-21 16,4 1-13-16,-4-2-12 0,4 2-16 0,-10-2-14 16,10 2-10-16,-9 0-5 0,9 0-5 0,-11 4-1 15,2-2-6-15,2 2 1 0,-3 1 1 0,1 2-10 16,-5-2-4-16,2 2-1 0,-4 3-4 0,2-1-1 15,-5 2-5-15,8 0-9 0,-5 1-2 0,2-2 12 16,1 1-10-16,3-1-2 0,1-2-11 0,-1 3-2 16,2-1-5-16,-2-2-9 0,5 4 2 0,-2 1 8 15,3-3-15-15,2 3 3 0,2-2 10 0,2 0-8 16,0 3 5-16,3-1 7 0,3-3 3 0,3 3 4 16,-1-4-9-16,9 3 6 0,1-2-3 0,-1-1-2 15,3-2-1-15,-2 0-1 0,4-1-3 0,-1-2 1 16,1 0-1-16,-4-3 4 0,2-1 1 0,0 0 12 15,-3 0 16-15,-1-1 11 0,1-4 19 0,-6 0 12 16,-1 2 6-16,-1-3 9 0,0-1 6 0,1-1 1 0,-5-2-1 16,2 0-10-16,0-1-19 0,-1-1 10 0,-4-5-19 15,2 2 7-15,-2-1-11 0,-4-1-1 16,1 0-8-16,-5-3-12 0,1 0-9 0,-4 2-6 0,2-1-2 16,-6 2-24-16,-2 2-11 0,-2-3-13 0,0 5-17 15,-3-1-27-15,0 4-27 0,-2 1-36 0,-2 2-54 16,4 2-78-16,-9 0-72 0,3 5-55 0,-7 8-75 15,2 0-102-15,-1 4-283 0,2-3-883 0,0 4 392 16</inkml:trace>
  <inkml:trace contextRef="#ctx0" brushRef="#br0" timeOffset="-106546.14">12669 3231 46 0,'0'0'103'0,"3"5"-5"0,-3-5-13 16,2 4 3-16,1-2 7 0,-3-2 2 0,0 7-11 15,3-3-2-15,-2-1-11 0,-1 1-5 0,0 2-7 16,3-4 13-16,-3-2 6 0,0 6-14 0,1-2-1 16,-1-4-8-16,3 9-7 0,-3-7-7 0,1 0 0 15,-1-2-2-15,5 5 0 0,-4-2 24 0,-1-3 2 16,4 5 1-16,-2-2 4 0,3-3 5 0,-5 0-5 15,5 3-7-15,-1-1-1 0,0-1-7 0,3 1-4 16,0-2 1-16,-2 1-6 0,-5-1-5 0,14 0-5 16,-6 3-3-16,0-2-3 0,2-1-4 0,2 1-3 15,0-1 0-15,2 2-6 0,1-2 7 0,0 0-7 16,4 2-2-16,0-4-2 0,0 2-2 0,4 2 1 16,-4-4-3-16,3 0-3 0,0 0 1 0,0 3-2 15,2-2-1-15,-2-3 0 0,2 4 0 0,-2-1 1 16,8 0-2-16,1-2 1 0,-1 2 0 0,-7-1 1 15,7-1-1-15,-1-2-2 0,-5 2-5 0,5-2 5 16,-5 3-2-16,6-5 3 0,-2 3 1 0,-5 2-6 16,6-3-1-16,-7 1 2 0,1 0 5 0,-1 1-5 15,1-1 0-15,3 2-2 0,-6-2 1 0,2 0 1 16,0 2 1-16,1-2 0 0,-4 2-4 0,3 0 3 0,0 1 2 16,-3-2-5-16,1 2 4 0,2-2-3 15,-9 1 3-15,9 2-3 0,-5 0 1 0,0-4-1 16,1 2 2-16,-5 0-7 0,6-1 6 0,-1 1 0 15,-3-1 1-15,2 1-2 0,3-2 2 0,-8 1 1 0,4 1-2 16,4-1 1-16,-1-2-2 0,1 3 3 0,0-2 0 16,-2 0 0-16,1 1-3 0,-5 1 3 15,-2-1-3-15,4-2 3 0,-1 4 0 0,-3 0-1 16,1-4-1-16,0 4 2 0,-3 0-4 0,-1-4-1 0,-1 4 2 16,1 0 2-16,-1-1 1 0,0 0-1 0,-1 1 2 15,-2-1-4-15,2 0 1 0,-3 0 3 0,-4 2-5 16,11-4 2-16,-6 3 2 0,1 0-1 15,-6 1-1-15,8-3 0 0,-8 3 1 0,4-1 1 0,-4 1-1 16,7-4-2-16,-7 4 5 0,5 0-3 0,-5 0-1 16,0 0-2-16,6 0 2 0,-6 0-3 0,7-1 5 15,-7 1-2-15,0 0-2 0,5-2-1 0,-5 2 2 16,4-2-2-16,-4 2-1 0,0 0 3 0,0 0-2 16,0 0-3-16,8-1 4 0,-8 1-4 0,0 0 2 15,0 0-1-15,8 3 3 0,-5 0-1 0,1-1 3 16,-1 0-3-16,0 2 0 0,2 0 1 0,2-1 7 15,-3 2-7-15,0-4-4 0,3 4 4 0,0 1 4 16,-1 0-3-16,3-4-4 0,-4 4 6 0,5 0 4 16,0 0-5-16,-4-2 1 0,1-1-2 0,0 1 6 15,2 0-4-15,-1-2 2 0,-4 1 2 0,3-1-6 16,0-1-1-16,0 0 5 0,1 0 0 0,-3-1-1 16,-5 0 2-16,11 0-2 0,-3-1 7 0,-2-1-4 15,-1-1-2-15,-1 0 2 0,-1 1 13 0,4-2 10 16,-3 0-3-16,-3-1 9 0,3 0 0 0,-2 0 13 15,2-3-13-15,-4 3 0 0,1-2-1 0,-1-1 2 16,1 2-2-16,-1-1-2 0,0 2 6 0,2 1-9 16,-4-3-4-16,2 1 1 0,2 2 0 0,-2 1-8 15,0 3 4-15,0-8-6 0,1 5-6 0,-1 3 5 16,0 0-7-16,0-6-3 0,0 6-4 0,0 0-8 16,0 0-4-16,0 0 0 0,0 0 2 0,0 0 3 15,0 0-4-15,0 0 1 0,0 0 3 0,15 6-2 16,-12-3 5-16,-3-3 0 0,5 5-1 0,2-4 2 15,-3 3 1-15,0-1 0 0,6-2-1 0,-5 1 2 16,1 0-1-16,1 0 1 0,3-1-1 0,-3 1 2 0,5-1-3 16,0-1 3-16,1 0 0 0,2 0-3 15,-2 0 11-15,8-4-11 0,1 3 6 0,-2 0-5 16,0 1 1-16,1-4-1 0,3 1 2 0,6 0 1 16,-9 0-5-16,3 1 4 0,3-1 1 0,3-1 1 0,-7 1-2 15,2 1-2-15,5-2 0 0,-9 1 1 0,0 1 0 16,3-1 2-16,-1-1-3 0,-1 3 2 15,0-1 0-15,-2-1-4 0,2 2 1 0,-3-1 3 16,2 0 2-16,-2 2-2 0,-6 0-2 0,8-2 2 0,-10 2-2 16,2-1 1-16,1-3 2 0,-1 4-2 0,2 0 3 15,-1-1-5-15,1 1 0 0,-1-1 3 0,3 1 1 16,-3-1-1-16,1-1 0 0,1 1 0 0,0 0 2 16,-2 0-3-16,6-1 0 0,-6 2 1 15,5-3-1-15,1 2 1 0,-6 0 0 0,6 0 1 0,-2-1-1 16,-3 1 0-16,0 1-2 0,-3-1 2 0,7 0-5 15,-7-1 5-15,2 1-1 0,-3 0 1 0,-3 0 0 16,3 0-1-16,-3-1 2 0,3 2 2 0,-3 0-3 16,3-3 0-16,1 3 0 0,-1-1 1 0,-1 0-1 15,3 1 3-15,-2-2-1 0,-1 1-6 0,6 1 4 16,-1-1 0-16,3 0 9 0,-3 2-10 0,5-2-1 16,-1-1 1-16,0 2 2 0,0 0-1 0,0-1-3 15,-1 1 4-15,2 0 3 0,-2 0-6 0,3 0 2 16,0-1-3-16,-3 1 1 0,2 0-1 0,-5-1 2 15,-1 1 4-15,6 0-3 0,-6-3 0 0,2 3-3 16,-2 0 4-16,2 0-1 0,-4-1 2 0,2 1-2 16,2 0 1-16,3-2 1 0,-1 1 7 0,-3 0-9 15,-1 1-3-15,-1-3 4 0,2 3-2 0,1-1 3 16,-2-2-4-16,0 2 4 0,-1-2-2 0,-2 1 0 16,3 1 0-16,-3 1 0 0,-3-2-2 0,4 2 2 15,0-2 1-15,-2 0-2 0,1 1-3 0,-2 0 4 16,-3 0 1-16,3 2-1 0,-1-1 1 0,-1-1-5 0,0 0 6 15,0 1-1-15,2 0-1 0,-2-4-3 16,1 3 3-16,-1 1-1 0,1-2 1 0,0 1 8 16,2 1-10-16,2-1 1 0,-1 1 0 0,-1 0 2 15,-1-1-1-15,2-1-1 0,-3 2 9 0,1 2-8 0,0-4-2 16,0 4 0-16,3-4-2 0,-1 2 6 0,-5 2-5 16,2-2 3-16,4 0 1 0,1 0-2 0,-5 1 0 15,4-1-1-15,-4 0 1 0,0 0-3 16,2 1 4-16,-1-1-1 0,2 0 0 0,0 1 3 15,-1 1-2-15,-2-1 1 0,1-1-1 0,-2 1 0 0,0 2-1 16,1-3 4-16,1 1-3 0,-2 0-1 0,1 1 2 16,1-2-1-16,3 2-2 0,-3 0 1 0,-2-2 1 15,4 0 1-15,1 1 0 0,-3-1 7 16,3 1-9-16,-3-1 0 0,-2 0 1 0,4 1 0 0,-4-1 9 16,2 2-10-16,2-2-1 0,-3 0 2 0,5 0 0 15,-4 1-1-15,0 1 2 0,-2-2-4 0,6 0 5 16,-7 1-5-16,2-2 3 0,1 1-3 0,-1 0 2 15,1 0-1-15,-2 0 5 0,4 1-4 0,-5-2 2 16,2 2-1-16,-2-1 0 0,3 0-4 0,-1 0 6 16,0-1 3-16,0 1-4 0,0 1-1 0,-1-1-2 15,1 0 2-15,0 0 4 0,-1-1-6 0,3 1 2 16,-4 1 1-16,3-2-1 0,-1 1 1 0,1 1-1 16,-2-1 1-16,-1-1 0 0,-6 1-2 0,17 0 1 15,-9-2 1-15,-2 1 1 0,1-1-1 0,-2 1 7 16,3 0 18-16,-1 0 8 0,-1 1 10 0,-1-2 6 15,-5 2 10-15,12-4 10 0,-8 2 8 0,0-2-1 16,-1 0 5-16,0 0-4 0,0 0-10 0,-1-3 2 16,1-1-6-16,-2 0-9 0,2-1-5 0,1-1-4 15,-1 0-12-15,1-2-44 0,-3 1-54 0,-1-2-52 16,2 2-75-16,0 0-110 0,-2-1-298 0,2 0-646 16,0 0 285-16</inkml:trace>
  <inkml:trace contextRef="#ctx0" brushRef="#br0" timeOffset="-101973.81">25767 5742 110 0,'0'0'218'0,"-9"-1"-9"0,9 1-17 0,-4-3-16 16,4 3-12-16,-6-1-14 0,6 1-18 0,0 0-10 0,-10 0-13 16,10 0-11-16,0 0-8 0,-10 1-11 0,6 0-5 15,4-1-13-15,-10 4 0 0,5 0-6 16,-5-3 2-16,5 4 10 0,-6-1-6 0,2 0-5 0,0 2-7 15,1 2-1-15,-2-1-2 0,5-1-8 0,-7 0 1 16,6 1-7-16,-3 1-4 0,-1 0 5 0,2 0-9 16,1-1 0-16,0 3-4 0,2-2-3 0,0 0-2 15,-1 1 1-15,2-1 1 0,1 1-1 0,1-4 3 16,0 4 0-16,1-1 0 0,-1-2 4 0,2 1 2 16,0 0 3-16,2-2 2 0,-1 1-1 0,1-3 1 15,0 2-1-15,1 1 1 0,1 1-3 0,0-2 5 16,3 0 1-16,-3 0-6 0,0 1 2 0,2-3 2 15,-1 2-2-15,1-2-1 0,2 1 3 0,-3-1 0 16,3 0 1-16,-4-1 2 0,3-1-2 0,1-1 4 16,0 1-7-16,-1 3 4 0,0-4 5 0,4 0-7 15,-6 0 11-15,5 0-15 0,-2 0 1 0,2 0-3 0,-4-3-1 16,3 2 14-16,1-1 3 0,-1-1 6 0,-3 1 8 16,3 0 3-16,-3-2 6 0,2 0 5 15,-2 1 3-15,1-2 4 0,-2-1 9 0,3 0-1 0,-2 0-1 16,1-2-5-16,-3-2-3 0,1 0-1 0,0 2-3 15,-2-4-2-15,0 5-2 0,-2-2-1 0,1-3-5 16,0 2-4-16,-2 1 0 0,0-1-3 0,0 2-3 16,0-3-4-16,-2 3 1 0,-1-2-9 0,-1 0-2 15,-1 2-4-15,-2 0-2 0,1 0-8 0,-1 1-1 16,-1 0-2-16,-4 1-2 0,4 1-6 0,-2 0-3 16,0 2-8-16,0-1-8 0,0 3-13 0,1 0-15 15,-1-2-30-15,4 2-34 0,-4 0-55 0,10 1-37 16,-9 1-38-16,9-1-42 0,-10 1-64 0,10-1-71 15,0 0-240-15,0 0-700 0,0 0 311 0</inkml:trace>
  <inkml:trace contextRef="#ctx0" brushRef="#br0" timeOffset="-68704.1">28071 5671 62 0,'0'0'283'0,"0"-4"-3"0,0 4-13 0,0 0-8 15,0-5-8-15,0 5-7 0,0 0-10 0,0 0-8 16,0-4-8-16,0 4-14 0,0 0-10 0,0 0-12 16,0 0-23-16,0 0-22 0,-1-6-5 0,1 6-17 15,0 0-8-15,0 0-8 0,0 0-16 0,0 0-12 16,0 0-4-16,0 0-11 0,0 0-4 0,0 0-4 0,0 0-3 15,-11 10-7-15,8-7 1 0,-2 2-6 16,-1-1-5-16,0 1 3 0,-3 3-4 0,1-2-4 16,1 3-7-16,-2-3-1 0,-1 7 4 0,1-5-3 0,-5 5-4 15,5-3-3-15,-5 3 1 0,3-5-1 0,2 1 3 16,-1 4-4-16,-5 1 5 0,3 1-2 0,1-1-3 16,4-4 0-16,-4 4-8 0,4-5 13 15,-2 1 5-15,4-2-24 0,-1 1 5 0,2-3-37 0,0 2-7 16,-1-1-17-16,2-1-12 0,0-1-10 0,0 0-12 15,3-1-14-15,0-4-20 0,-2 6-24 0,3-2-31 16,-1-4-45-16,0 0-31 0,10 0-39 0,-10 0-153 16,0 0-490-16,15-6 216 0</inkml:trace>
  <inkml:trace contextRef="#ctx0" brushRef="#br0" timeOffset="-68149.46">27818 5697 105 0,'-4'-5'230'0,"1"1"-4"0,1 0-2 16,-3-1-4-16,1 1-6 0,0 1-3 0,3 0-13 15,-4 1 5-15,5 2-18 0,-6-5-13 0,6 5-14 16,-4-2-10-16,4 2-20 0,-3-4-14 0,3 4-12 16,0 0-14-16,0 0-7 0,-7-2-10 0,7 2-10 15,0 0-7-15,0 0-4 0,-9 6-5 0,9-6-3 16,-1 5-8-16,-2-3-1 0,3-2-3 0,-4 7-8 16,3-3 5-16,1 0-6 0,0 1-4 0,0-5 2 15,0 7-2-15,1-1-5 0,-1-3 4 0,0 1-4 16,3-1 1-16,-3 0-1 0,1 4 5 0,-1-7-5 15,3 6-1-15,-2-4 3 0,1 1-2 0,1 1-3 16,-3-4 12-16,6 6 0 0,-5-3-3 0,-1-3 0 16,3 4 4-16,-2-1 5 0,3-1-3 0,-1 0-2 15,-3-2-2-15,4 4 2 0,0-2-2 0,0 1 8 0,0-1-16 16,3 1 1-16,-1-1-2 0,-1 2 1 16,3 0-6-16,-4 0 0 0,3 1 1 0,1 0-4 15,1 2 3-15,-1-3-1 0,1 3-5 0,-1 1 10 16,-1-1-1-16,4 2-7 0,-3 3 3 0,0-6 1 0,3 3 2 15,-1-1-12-15,-1 1 8 0,3 0-1 0,-5-3 2 16,4 2-5-16,-3-3 2 0,2 0-6 16,-5 2-11-16,4-2-3 0,-2-2-2 0,0 0-4 0,0-1-7 15,-1 1-8-15,1 0-12 0,-2-2-16 0,0 0-24 16,-5-1-29-16,11 2-39 0,-7-2-44 0,-4 0-48 16,11-4-248-16,-8 1-540 0,-2 0 239 0</inkml:trace>
  <inkml:trace contextRef="#ctx0" brushRef="#br0" timeOffset="-66827.31">28483 5597 178 0,'0'0'277'16,"0"0"-4"-16,0-6-11 0,0 6-14 0,0 0-18 15,0-5-18-15,0 5-26 0,0 0-18 0,0 0-19 16,0 0-13-16,0 0-23 0,0 0-9 0,0 0-11 0,0 0-10 16,0 0-6-16,0 0-11 0,0 0-8 0,-7 13-2 15,2-8-9-15,5 0-5 0,-3-1-6 16,3 3-1-16,0-1-3 0,0 1-4 0,-1-4-4 15,2 3 1-15,-1 0 0 0,3-1-3 0,0 2-5 0,2-2 3 16,-2-1-1-16,2 1 1 0,2-1-3 0,1-2-1 16,4 3 3-16,2-3-3 0,-2-1-3 0,2-1-1 15,2 0 8-15,-2-1-8 0,5-2-2 0,-5-3-1 16,0 2 2-16,4-1-2 0,-2-2 0 0,-2-1-5 16,2 1 0-16,-5 1 4 0,5-4 28 0,-6 2 14 15,0 0 24-15,-5 0 11 0,3 0 14 0,0 0 15 16,-1 3 6-16,-3-2 3 0,-1 1 4 0,2-1 1 15,-1 4 0-15,1-4 0 0,-5 2-6 0,1 2-11 16,0 1-12-16,-1 2-13 0,0 0-11 0,2-6-10 16,-2 6-4-16,0-5-18 0,0 5-2 0,0 0-5 15,0 0-6-15,0 0-4 0,0 0-3 0,-2 15 0 16,4-9-3-16,-2 2-4 0,2 1-2 0,0 1-3 16,-1 2-5-16,3-1 3 0,0 6 0 0,2 0 1 15,0 1-6-15,3-1 1 0,0 2 3 0,-2-1-5 16,0 4 0-16,2-3 3 0,3 6-2 0,-1-1 2 15,-4-4 6-15,7 6-9 0,-5-7 7 0,0 0-7 16,0 6-2-16,-1-5-3 0,0-1 4 0,1-1-2 0,-4 0 0 16,3 0 1-16,-1-2 1 0,-2 0-1 0,-2-3 2 15,1-3-3-15,-1 0-1 0,-2 2 1 0,3-2 0 16,-4-3-1-16,0 0 2 0,0-1-1 0,0 1 8 16,0-3 9-16,-1 0 13 0,-3-1 8 0,1 2 4 15,-4-2-5-15,3 0-5 0,-1-2 0 0,-4 0 1 16,3 2-9-16,-4-2-14 0,-1-1-33 0,-1 0-48 15,1-1-65-15,-2 0-77 0,-6-2-70 0,-2-1-87 16,-2 0-119-16,-5-5-260 0,0 3-810 0,1-4 358 16</inkml:trace>
  <inkml:trace contextRef="#ctx0" brushRef="#br0" timeOffset="-61668.35">27263 5718 113 0,'0'0'240'0,"0"-7"-18"0,0 7-21 16,0 0-20-16,0 0-21 0,-2-4-13 0,2 4-20 15,0 0-10-15,-18 5-15 0,4 2-6 0,3-3-6 16,-8 1 3-16,3 4 3 0,-6-2-8 0,6 2-2 16,-2 2-8-16,-1-3-2 0,4 0 0 0,-4 0 5 15,1-1-2-15,2 2 1 0,4-5-9 0,3 1-6 16,-1-1-7-16,4 0-5 0,-1 0-6 0,2-2-1 15,3 1-3-15,2 2 16 0,0-5 12 0,7 3 7 16,3 1-10-16,3-3 0 0,8 3-6 0,2-3-4 16,8-1-7-16,2 2-11 0,-3 1 2 0,0-3-6 15,-6 1-2-15,4 1-2 0,-4 0-10 0,-2 2 1 16,-2-3-2-16,-2 1-5 0,-2 0-5 0,-5-2 1 16,0 1 0-16,-1 1-2 0,-4 0 1 0,0-1-5 15,-1 1 2-15,-5-2-7 0,8 0 1 0,-8 0 7 16,4 3 1-16,-4-3-2 0,0 0 0 0,0 0 1 15,0 0-2-15,-14-11 5 0,8 7 12 0,-1 1-13 16,3-3-2-16,-4 1 2 0,1-2 3 0,1 0-5 16,0 1-1-16,-1-2-8 0,1 0-14 0,0 1-22 0,-1 1-25 15,4-1-29-15,-1 0-42 0,0 1-49 16,0-2-70-16,3 2-43 0,-3 0-199 0,0 0-534 16,2 0 237-16</inkml:trace>
  <inkml:trace contextRef="#ctx0" brushRef="#br0" timeOffset="-61407.35">27187 5597 284 0,'0'0'312'16,"1"-4"-30"-16,-1 4-27 0,0 0-33 0,0 0-23 0,0 0-20 15,0 0-20-15,0 0-17 0,11 13-9 16,-11-6-20-16,2 3-9 0,0 2-11 0,3 4-8 15,-3 0-12-15,-1 2-7 0,2 0-1 0,-1 3-7 0,0 1-7 16,2 3-1-16,-2-5-7 0,-1 1-4 0,2 1-6 16,-2-3 2-16,3 0-5 0,-2-1-2 0,2 0-5 15,0-2-23-15,1-1-31 0,-3-3-35 16,2 1-58-16,0-2-52 0,5-4-74 0,-1 0-169 0,-1-4-453 16,3 0 201-16</inkml:trace>
  <inkml:trace contextRef="#ctx0" brushRef="#br0" timeOffset="-60925.32">27723 5565 110 0,'1'-5'333'0,"-1"5"-3"0,3-3-5 16,-3 3-11-16,0 0-15 0,0 0-17 0,0-6-30 0,0 6-28 16,0 0-25-16,0 0-27 0,0 0-14 0,0 0-17 15,-7 14-12-15,2-5-7 0,-1 0-11 16,-2 2-8-16,1 5-5 0,-1 0-6 0,1 1-5 16,-3 1-8-16,1 0-9 0,3 4-5 0,-1-3-5 0,1 2-5 15,1-1-5-15,0 5-7 0,3-4-2 0,1-2 6 16,2 0-4-16,2 2-6 0,2-3-6 15,3-1 11-15,1-1-14 0,0-1 1 0,3 1-2 0,1-3-26 16,3-2-30-16,3-1-37 0,0 0-43 0,-1 0-53 16,-1-3-61-16,6-1-81 0,-1-1-319 0,0-4-675 15,0 3 299-15</inkml:trace>
  <inkml:trace contextRef="#ctx0" brushRef="#br0" timeOffset="-60456.6">28119 5542 112 0,'0'0'371'15,"0"0"-19"-15,0 0-20 0,0 0-34 0,0 0-36 16,0 0-30-16,0 0-22 0,0 0-21 0,0 0-22 16,7 11-15-16,-5-4-13 0,6 1-16 0,-4 3-13 15,6 1-6-15,-2 4-7 0,4 1-8 0,2 0-13 16,-2 0-6-16,5 5-5 0,-3 3-9 0,0-2-5 16,-3-5-6-16,-2 2-2 0,5 5-1 0,-6 6-7 15,0-4-1-15,-4 2-6 0,1-3-1 0,-5-5-9 16,-2 5-25-16,-2 0-18 0,-7 0-37 0,2-2-36 15,-4 0-44-15,-5 1-67 0,7-8-75 0,-6-2-233 16,2 1-561-16,-1-3 248 0</inkml:trace>
  <inkml:trace contextRef="#ctx0" brushRef="#br0" timeOffset="-55694.86">26545 5889 11 0,'0'0'292'0,"0"0"-10"0,0 0-11 15,-7-1-12-15,7 1-13 0,0 0-7 0,0 0-20 16,0 0-12-16,0 0-19 0,-4-2-1 0,4 2-24 16,0 0-14-16,0 0-12 0,0 0-19 0,0 0-5 15,0 0-10-15,0 0-13 0,0 0-9 0,0 0-9 16,0 0-7-16,0 0-6 0,0 0 7 0,0 0-19 15,0 0 2-15,0 0 4 0,0 0 22 0,0 0 14 0,0 0 13 16,22 4-4-16,-9 0-3 0,1-7-9 0,6 3-12 16,5-2 1-16,-6 1-12 0,4-2-6 15,0 2-11-15,-2-2-1 0,-1 1-13 0,3 1 8 16,-5-4-3-16,0 0-8 0,-5 4 0 0,2 0-10 0,-4 0 8 16,0-2-1-16,-6 3-6 0,6 0 5 0,-7-4-6 15,2 3-3-15,-6 1-7 0,8-1-8 0,-4-2-2 16,-4 3-12-16,0 0-12 0,0 0-13 0,0 0-3 15,0 0 2-15,0 0 0 0,-18-3 10 0,13 2-6 16,5 1 2-16,-12 0 17 0,12 0-6 0,-12 1 3 16,7-2 0-16,-3 0 5 0,8 1 2 0,-9 0 4 15,9 0 1-15,-11-1-2 0,11 1 3 0,-6-2 6 16,6 2-1-16,-9-2 11 0,9 2-16 0,-7 0 17 16,0-1-12-16,7 1 0 0,-11 0-4 0,4 0 4 15,7 0 1-15,-14 3 3 0,3-3-5 0,-3 2 10 16,2-2-12-16,-1 1 2 0,-7 0 2 0,3 0 0 15,0 2 0-15,-2-2-4 0,0 2 5 0,1-2-2 0,5 3-3 16,-1-3 2-16,3-1 17 0,-3 3-19 16,7-2 10-16,-2-1-9 0,4 0-1 0,-2 1 7 15,7-1-1-15,-7 2 8 0,7-2-11 0,0 0-1 16,0 0 7-16,0 0-3 0,0 0-1 0,0 0 2 0,24-4 2 16,-11 1 2-16,3 2-3 0,0-4-7 0,-2 2 7 15,4 2-1-15,0-2-5 0,-1 1-5 0,-3-1-11 16,-1 1-15-16,-2 4-4 0,0-4-22 0,-4 1-11 15,3-1-22-15,-10 2-29 0,9 0-35 0,-9 0-45 16,7-1-61-16,-7 1-72 0,0 0-206 0,2-2-584 16,-2 2 259-16</inkml:trace>
  <inkml:trace contextRef="#ctx0" brushRef="#br0" timeOffset="61475.64">2130 11925 45 0,'0'-8'253'31,"-2"2"3"-31,2-1-2 0,0 2-4 0,0 0-14 16,-1 1-16-16,1 4-19 0,0-8-22 0,0 8-19 0,-2-5-18 16,2 5-15-16,-1-3-18 0,1 3-11 0,0 0-15 15,0 0-13-15,0 0-17 0,0 0-5 0,0 0-3 16,-4 16-8-16,8-9-3 0,-4 3-3 0,1 1 2 15,1 4 5-15,-2 3 1 0,0 2-3 0,1-1-13 16,-2 9 13-16,2-2-3 0,-1 2-7 0,2 0 1 16,-2 1 6-16,-2 0-4 0,5 2-3 0,-3-5 0 15,3 4-1-15,-3-1-5 0,4 1-1 0,-4-2 0 16,1-6-4-16,4 6 4 0,-2-1-6 0,1 0-2 16,3-2 1-16,-4-5-2 0,1 3-1 0,0-5 1 15,3 2-2-15,-2-2 2 0,-1 0 0 0,3-3-3 16,-1 1-1-16,-1-4 0 0,0-3-1 0,-1 3 8 15,3-2-4-15,2-1 0 0,1 0 2 0,1-4-1 16,3 3 0-16,-2-3 1 0,4-3-2 0,5-2-4 16,3 0-12-16,6-2-31 0,0-2-35 0,3-3-37 15,-2 0-38-15,3 0-29 0,0-2-24 0,0 1-22 16,0 0-14-16,-4 0-171 0,0-1-441 0,-10 4 196 16</inkml:trace>
  <inkml:trace contextRef="#ctx0" brushRef="#br0" timeOffset="61819.37">2759 12553 41 0,'-11'2'224'0,"11"-2"-10"0,0 0-9 0,-8-3-23 15,8 3-18-15,0 0-18 0,0 0-16 0,-4-1-11 16,4 1-16-16,0 0-6 0,0 0-13 16,0 7-6-16,0-7-7 0,3 8-3 0,-2-4-9 0,2 1-4 15,0 0-8-15,2 1-2 0,-1 0-4 0,4 3-5 16,-2-4-4-16,-1 3 1 0,5-2-6 0,-1 2-4 15,2-2-2-15,-4 0 2 0,5 0-4 16,-1-1-2-16,-1-3-3 0,0-1 0 0,0 1-2 0,1-2-3 16,-2-2 0-16,-2 0-1 0,0 0 0 0,0-3-2 15,-1 0 1-15,-2 0 5 0,1 0 1 0,-3-1 5 16,0-1 7-16,-2 1 10 0,-2-1 8 0,1-3 3 16,-2 0 16-16,-1 1-3 0,-2 2 3 0,0-3 0 15,-1 3-13-15,0-1 4 0,3 2-10 0,-6-1-4 16,3 1-4-16,0 2-5 0,1-2-3 0,0 2-4 15,-1 2-11-15,4 0-18 0,-2 1-22 0,5 1-27 16,-6-6-29-16,6 6-15 0,0 0-29 0,0 0-17 16,10-7-12-16,-2 6-15 0,4 0-11 0,0 1-3 15,3 0-6-15,-1-3-109 0,6 1-326 0,-6 0 145 16</inkml:trace>
  <inkml:trace contextRef="#ctx0" brushRef="#br0" timeOffset="62491.2">3079 12467 17 0,'12'-5'39'0,"2"3"14"0,-3-1 10 16,2-2 21-16,-5-1 11 0,-1 2 15 0,-1-1 17 15,-1 0 11-15,3 1 14 0,-4 0 9 0,-1-1-7 0,1 1-1 16,0-1-7-16,-1 0-8 0,-3 2-14 16,1-2-8-16,-1 5-7 0,3-2-17 0,-3 2-13 15,0 0-11-15,0 0-7 0,0 0-6 0,0 0-8 16,1 10-6-16,2-2-4 0,-2 0-4 0,5 4 1 0,-4 0-7 16,4 5-1-16,2 2-2 0,6 8 0 0,-5-1-5 15,6 0 0-15,-1-2-3 0,-2 3-4 16,6 0 0-16,-6 3 0 0,3-5-3 0,-1-1-1 15,0 2-1-15,-1-3 0 0,-6-5-3 0,1-1 0 0,-2-2-1 16,0-1 2-16,-5-1 1 0,2-3 4 0,-6 2 13 16,2-2 21-16,-5-2 16 0,0-3 9 0,-6 1 15 15,-5-1 12-15,1-2 7 0,-2-3 6 0,-1 0 4 16,-4-3-3-16,1-1-1 0,-1-3 1 0,-1-6-2 16,5 1-9-16,2-1-13 0,0-1-11 0,3-1-2 15,3-3-14-15,3 0-8 0,4-1-13 0,1-1-13 16,7-1-14-16,3-7-9 0,5 1-11 0,5 7-7 15,0-3-11-15,5 1-10 0,0 1-1 0,1 3-1 16,5 0-3-16,-3 0-6 0,-7 8-5 0,2-1-1 16,0-1-1-16,-2 5 4 0,0-3 5 0,-6 5 4 15,0 2 2-15,-2-1 3 0,1 1 2 0,-6-1 5 16,3 2 1-16,-1 0 2 0,-3 0 2 0,-4 2 3 16,10 0-1-16,-10 0 6 0,9 2 0 0,-5 0 2 15,-4-2-1-15,7 5 3 0,-3 1 1 0,3-3-1 16,-2 3 1-16,3 3 3 0,1-1 2 0,-2 5-3 15,5-1-2-15,-5-1 1 0,-1 2-8 0,4 0-6 16,-2-1 2-16,0 4 1 0,-2-6 5 0,1 1 7 16,-5-4-5-16,3-1 3 0,0 1-1 0,-3-1 3 0,1-1 4 15,1-1 10-15,-1-3-6 0,-3-1-1 16,0 0 0-16,0 0 2 0,7-6 1 0,-2-1 4 16,-1 0 7-16,-3-4 5 0,5 0 6 0,-2-1 7 15,-1-2 6-15,2-3 3 0,5 2-5 0,-5 0 5 0,-1 2-5 16,3 3-3-16,0-4-4 0,-2 2 0 0,2 3-2 15,0 3-3-15,-2-2-6 0,1 2 1 0,-2 2-1 16,0 0-6-16,1 3-2 0,1-1 2 16,-6 2-4-16,12 3-1 0,-4 4-2 0,-1-2-1 0,0 3 1 15,0 2-2-15,2-1-10 0,-2 3-14 0,-2 3-4 16,1-1-11-16,-1-2-15 0,1 2-5 0,-4-4-16 16,0 3-15-16,-1-3-26 0,-2-2-31 0,-2 0-43 15,2-3-42-15,-5 0-215 0,-2-1-484 0,1-3 216 16</inkml:trace>
  <inkml:trace contextRef="#ctx0" brushRef="#br0" timeOffset="63159.36">3955 11961 194 0,'5'-5'371'0,"-4"1"-35"0,2 0-31 15,-1 1-33-15,0-1-30 0,-2 4-28 0,0 0-20 16,0 0-23-16,7 8-17 0,-4-1-10 0,-2 5-20 16,3 1-7-16,3 4-15 0,-3 4-9 0,4 6-9 15,-2 0-7-15,1 3-5 0,2-2-5 0,2 0-13 16,0 3-4-16,1-6-4 0,-4 1-2 0,3 0-8 16,-3-6-4-16,3 6-6 0,-7-7-7 0,3-1-20 15,0 2-16-15,-5-8-14 0,3 1-18 0,-3-2-19 16,0-3-23-16,2-2-12 0,-6 1-15 0,2-7-31 15,-2 6-12-15,2-6-5 0,0 0 9 0,0 0 17 0,0 0 8 16,0 0 12-16,-21-9 10 0,16 5 17 0,-5-2 13 16,1 1 21-16,1-3 35 0,0 2 35 0,-1 1 31 15,0-2 23-15,1-1 18 0,2 3 20 0,1 2 9 16,1-2 18-16,-2 2 13 0,2-2 7 0,0 2-5 16,4 1-3-16,0 2-5 0,-3-5-9 0,3 5-14 15,0 0-13-15,2-6-15 0,-2 6-8 0,9-3-8 16,-9 3-6-16,21-2-7 0,-6 1-8 0,-2 0-2 15,1 1-3-15,5 0-8 0,1 0 0 0,-6 0-5 16,5 2-6-16,-5 2-3 0,2 0 0 0,-2-1-5 16,0 3-6-16,-1 1-2 0,-2 0-9 0,1-1-1 15,0 3-2-15,-1 2-5 0,-3-4-8 0,0 4-8 16,-1 0-4-16,2 3-3 0,-3-2-6 0,-1-1-7 16,0 3-1-16,0-4-13 0,-1 1-9 0,1 2-14 15,0-5-13-15,3 2-10 0,-4-2-20 0,3 1-25 16,2-1-30-16,2-5-30 0,0 0-50 0,1-1-161 15,0-2-455-15,9-4 201 0</inkml:trace>
  <inkml:trace contextRef="#ctx0" brushRef="#br0" timeOffset="63378.1">4673 12368 129 0,'-2'-6'257'0,"-2"4"-15"0,-1-2-14 0,1-1-16 15,-1 4-18-15,-5 0-20 0,-1 0-4 16,2 2-12-16,-4 0-15 0,1-1-11 0,1 6-12 15,-1-1-12-15,-2 3-11 0,3 0-8 0,-1 0-8 0,3 2-5 16,-1 4 0-16,2-3-10 0,1 1-3 0,5 2-1 16,-1 0-5-16,3-2-4 0,3 1-4 0,-1-2 0 15,2 3-6-15,6-3-1 0,-2-2-5 0,2 1-6 16,3-2-6-16,1-1-8 0,1-4-37 0,1-1-47 16,4-2-43-16,0-3-51 0,0-1-51 0,-1-1-240 15,-5 0-490-15,3-8 218 0</inkml:trace>
  <inkml:trace contextRef="#ctx0" brushRef="#br0" timeOffset="63534.34">4544 12176 2 0,'-8'-4'235'0,"-2"2"-26"0,3-3-22 0,-2 3-18 15,6 2-23-15,-2-4-33 0,5 4-22 0,0 0-36 16,-10 0-50-16,10 0-88 0,0 0-106 0,0 0-203 15,0 0 90-15</inkml:trace>
  <inkml:trace contextRef="#ctx0" brushRef="#br0" timeOffset="64581.14">5542 12005 250 0,'-6'-13'259'0,"2"2"-7"16,-1 2-14-16,4 3-21 0,-2 1-20 0,2 0-22 15,-2 0-21-15,3 5-21 0,-3-5-13 0,3 5-9 16,0 0-12-16,-3 12-12 0,3 0-7 0,3-2-8 16,-3 8-8-16,0 2-3 0,0 1-9 0,3 5-3 15,-3 2-5-15,-1 0 0 0,1 1-6 0,-2-1-5 16,-1-1 3-16,2 1-6 0,-2-8-2 0,2 0-3 15,-3 1-2-15,1-1-1 0,-2 1-1 0,2-4-4 16,-1 4 1-16,4-3-4 0,-4-3 8 0,3-2 4 16,-1 0-6-16,4-2 0 0,-1 1 5 0,3 0 1 15,-1-1 4-15,1-1 3 0,4-3-6 0,1 3-3 16,5-5-1-16,4 1 3 0,2 0-10 0,-1-2 1 16,6-3-2-16,5 1 3 0,1-3-4 0,-1-1-1 15,0-4-1-15,-2-2-7 0,-5 5-1 0,10-8-5 16,-5 1-14-16,0-1-8 0,-9 1-11 0,1 0-9 15,-3 2 2-15,0-3 4 0,-7 4 3 0,-1-3 8 0,-1 3 2 16,-3 2 4-16,1-1 3 0,-3 3-1 0,0-2 3 16,-3 1 1-16,0 0 3 0,0 4-1 0,-3-7 4 15,3 7-3-15,-3-2 2 0,3 2-2 0,-8-1 5 16,8 1-4-16,0 0 1 0,-8 5 0 0,5-1 0 16,2-2 4-16,-2 3 3 0,3 0 1 0,0 0 1 15,3 2 5-15,0-1-4 0,-2 5-2 0,4-4 4 16,1 2 1-16,1 0-2 0,-3-1 1 0,2 2-2 15,0-5 2-15,-2 1 0 0,2 1-1 0,-1-4 0 16,-2 1 1-16,2 0 3 0,-5-1-1 0,0-3-2 16,0 0 2-16,5 2 1 0,-5-2 2 0,0 0 0 15,5-9-5-15,-7 5 3 0,2-4 0 0,-3 0 2 16,2 0-3-16,-2-2 9 0,2 3 4 0,1-4 5 16,-2 1 2-16,-1 0-1 0,1 0 1 0,1 2-5 15,2-2-3-15,-2 2 4 0,2-2-1 0,1 3 0 16,1-2-1-16,-1 2-2 0,-1 0 0 0,2 1-3 15,3 0-4-15,-1 3-2 0,-1-1 2 0,5 0-5 0,-3 2 2 16,4 1-2-16,2 1 1 0,0 2 1 0,2 3-4 16,-1 1-2-16,4 1 2 0,0 2-5 0,-2 1 2 15,0 1-9-15,-1-1 3 0,-4-1-4 16,3 6-3-16,-2-2-1 0,-2 0-5 0,-1-3 4 0,-2 0-1 16,-2-1 1-16,3 0 1 0,-2-4 1 0,-5 2-2 15,3-4 6-15,1 2 3 0,-3 0 2 0,-1-5 4 16,0 3-3-16,0-3 10 0,0 0 12 0,0 0 13 15,0 0 3-15,0 0 3 0,-12-8 8 0,10 1 0 16,0 1 6-16,0-1-9 0,4-3 12 0,-2 1-20 16,2-1-1-16,0-2 3 0,2 2-5 0,3 1 0 15,-1-3-1-15,-1 2-11 0,3 0 1 0,2 1 3 16,-2 1-2-16,0 2-5 0,3-2-2 0,-3 2-4 16,3 1 1-16,-3 4 10 0,3-2-16 0,1 2-1 15,-1 1-5-15,0 1 7 0,0 2-2 0,0-1-8 16,-2 2 8-16,2 2-5 0,-1 1-3 0,-1-2 2 15,1 3-4-15,-2 0 8 0,-3 1 1 0,2 2-2 0,-3 0-1 16,3 2-3-16,-1-1-33 0,-5 0-23 0,-1 1-40 16,-3 6-46-16,-1-4-74 0,0-3-69 0,-4 2-247 15,-1 1-578-15,2-7 256 0</inkml:trace>
  <inkml:trace contextRef="#ctx0" brushRef="#br0" timeOffset="66044.72">2396 13125 121 0,'0'0'132'16,"-1"3"-10"-16,1-3 1 0,0 0 1 0,13 2-3 15,2-1-1-15,3-1-7 0,4-1-4 0,9-1-3 16,7 1-3-16,18 0 0 0,0-3 12 0,6 3-6 15,9-2-5-15,30-2 1 0,-2 1-10 0,11 0-4 16,1-3-6-16,5 3-9 0,3-1-6 0,7-5-9 16,-8 5-5-16,6-1-5 0,0-1-7 0,0-1-3 15,6-1 3-15,2 0 19 0,-3 4-4 0,-3-2-2 16,-1-2 3-16,-6 5 3 0,-2-2-1 0,3 0-2 16,-10-1 7-16,3 2-2 0,-4-1 0 0,-9 3-8 15,0 0-5-15,-32 1-10 0,31 0 2 0,-30-1-10 16,29 1 3-16,-28 2-3 0,-2 0-5 0,5-2-1 15,-2 2-3-15,2-1 1 0,-6 0-10 0,-2 0 4 16,-1-2 2-16,0-1-4 0,-4 3-6 0,-3-1 2 0,1 0-5 16,-3-1 2-16,1 1 1 0,-13-2 0 15,-3 1-6-15,2-1 0 0,0 2 2 0,-4-2-1 16,-1 2-4-16,-2-1 0 0,-3-1-2 0,-1 1 5 0,-11 2-3 16,2-3-2-16,-4 3 2 0,-5 0-2 0,-2 0 2 15,1 1 0-15,-2-2-3 0,-3 1 3 0,-2 0-20 16,-5 1-9-16,10 0-23 0,-10 0-31 15,0 0-30-15,6-3-45 0,-6 3-56 0,0 0-68 0,0 0-197 16,0 0-513-16,0 0 227 0</inkml:trace>
  <inkml:trace contextRef="#ctx0" brushRef="#br0" timeOffset="68686.69">6047 13296 48 0,'-6'-11'301'0,"1"0"-27"0,2 1-16 0,-4 1-11 16,7 3-15-16,-4-1-24 0,4 4-22 0,-2-3-20 16,0 2-17-16,2 4-19 0,0 0-11 0,0 0-17 15,0 0-11-15,0 0-8 0,0 0-9 0,12 11-11 16,-5-1-4-16,0 5-3 0,0 2-9 0,2 2-5 0,-3 2-5 15,2 5-7-15,1 4 2 0,-3-2-6 16,-1 2 0-16,1 0-3 0,-4 0 0 0,3 0-5 16,-4 1-2-16,8-3-4 0,-9 1 0 0,2-1-2 0,0-7 1 15,0 1-7-15,-1 0 5 0,0-2 0 0,1-2 0 16,-1 0-4-16,2-1 1 0,-2-3-3 0,-1-1 4 16,3-2-1-16,-2 0-2 0,-1-4 0 0,2 0 1 15,-1 1 0-15,-1-5 8 0,0 1 6 0,2 1 19 16,-2 1 17-16,0-6 18 0,1 3 41 0,-1-3 3 15,0 4 24-15,0-4 6 0,0 0 3 0,0 5-1 16,0-5-9-16,0 0-6 0,0 0-14 0,0 0-14 16,0 0-10-16,0 0-9 0,0 4-9 0,0-4-11 15,0 0-8-15,0 0-12 0,0 0-6 0,11 1-2 16,-3-1-11-16,4 0-1 0,7 0-1 0,4-1-15 16,13 0-20-16,-2-1-25 0,-2 0-19 0,7-3-24 15,-3 2-25-15,2 1-15 0,0-2-13 0,-1-1-13 16,-2 1-20-16,2-2-23 0,-4-1-22 0,-5 2-29 15,-6 0-17-15,1 0-7 0,-3-2-7 0,-6 2-3 16,1 2-7-16,-5-3-159 0,-6 3-472 0,1 0 209 16</inkml:trace>
  <inkml:trace contextRef="#ctx0" brushRef="#br0" timeOffset="69342.9">6755 13789 1160 0,'-4'-6'-78'0,"0"3"36"0,0 1 33 0,-3-1 22 0,-1 1 30 16,4-1 19-16,-3 0 29 0,0 1 18 0,5 0 11 16,-5 1 10-16,7 1 10 0,-8-4 9 0,5 3-7 15,3 1-4-15,-7-2-12 0,7 2-11 0,0 0-9 16,-4-3-13-16,4 3-15 0,0 0-11 0,0 0-7 15,0 0-7-15,0 0-3 0,-7 5-8 0,7-1-2 16,0-4-4-16,-1 9-3 0,-3-3-3 0,4 1-6 16,0-1 6-16,0 1-8 0,4 0-4 0,-3 1-2 15,2 1 3-15,-2-3-5 0,3 3 3 0,1-3-6 16,3 3-2-16,-4-6-3 0,8 1-1 0,-4 0 1 16,-1 1-4-16,2-2-1 0,0-1 2 0,-4-2-3 15,3 0 5-15,0 1-4 0,-8-1 6 0,10-1-6 16,-5-1 5-16,-2-1-3 0,0 0 2 0,-3 3 1 15,-3-11 4-15,3 7-6 0,0-3 2 0,-4 1-2 16,-1-3 5-16,-1 1 1 0,2 2 14 0,-4-3-2 16,1 0 7-16,3 1 4 0,0 2 7 0,-3 0 9 15,2-3 5-15,-1 2-1 0,2 2-7 0,0 0-2 16,1 1-9-16,2 0 1 0,0 1-4 0,1 3-7 0,-3-7-3 16,3 4-4-16,0 3-6 0,0 0 0 15,4-3-1-15,-4 3-5 0,12-2 15 0,-5 4-21 16,5-2 0-16,-2 1-3 0,5 1-6 0,1 1 0 0,-1 2-4 15,7-2-6-15,-6 2-4 0,-2 0-3 0,6-1 4 16,-1 1-13-16,-4 1-1 0,0-1 0 0,-3 2 2 16,2-2-4-16,-2 0-6 0,-5-1 1 15,4 1 2-15,-3 0-1 0,-3 0 0 0,0-1 5 0,-1 2 3 16,-3-2 3-16,-1 0 8 0,0 1-1 0,0 1 4 16,0-6-1-16,-5 6 5 0,2-4 1 0,-1 0 5 15,-2 1-2-15,1-1 9 0,5-2 19 0,-7 2 5 16,7-2 7-16,0 0 8 0,-11-6 1 0,8 3-3 15,2 0-3-15,0-2 3 0,1 1-3 0,1-3-7 16,2 1 1-16,-2 0-4 0,3-2-4 0,5-1 0 16,-5 0-2-16,5 0 2 0,-1 0-4 0,3 0-4 15,0 1 1-15,0-1-6 0,-2 3 4 0,2 1-2 16,0-2 0-16,0 4-4 0,0-2 4 0,-3 2-4 16,0 3-1-16,4 0-1 0,-3 0 2 0,-3 0 0 15,8 0 1-15,-9 3 3 0,2 2-15 0,0-2 7 16,0 1 4-16,1 3-3 0,-4-2-1 0,3 2 0 15,0 0 1-15,-3-1-2 0,-3 1 1 0,7 1-1 0,-6-2-1 16,-1 1 4-16,2 0 6 0,-3-1-12 0,0 0 2 16,-3 1-3-16,2-1-11 0,-5 1-13 15,1 0-20-15,2-3-25 0,-5 3-27 0,2 0-35 16,-3-5-54-16,1 3-68 0,-2-1-210 0,2-1-509 0,1 0 226 16</inkml:trace>
  <inkml:trace contextRef="#ctx0" brushRef="#br0" timeOffset="71649.89">7299 14318 90 0,'0'0'180'0,"0"0"-11"16,9-8 1-16,-8 6-7 0,3-4-6 0,-2 1 1 0,3 0-12 15,-3-2-8-15,1-1 2 0,4-1 3 0,-6 0-7 16,3-1-3-16,2-2-3 0,-2 2-10 0,-3-3-9 15,0 1-8-15,4-3-9 0,-5 0-2 0,1 1-12 16,-1-2-4-16,0 3-12 0,0 1 0 0,-1-1-7 16,-1 3-1-16,2-2 10 0,-3 3-2 0,2 1-3 15,1 2-10-15,-5-1-4 0,5 4-6 0,0-1-8 16,0 4-8-16,-7-4-1 0,7 4-1 0,0 0-7 16,-14 9 3-16,10-1-3 0,-5 4-2 0,2-1-1 15,2 4-10-15,-2 1-4 0,-1 1-7 0,5-1-3 16,-4 2-7-16,3-2 1 0,1 2-5 0,3-1-3 15,0 0-1-15,2-2-1 0,-1-2-2 0,2 0-1 16,1-2 1-16,0 0 0 0,4-3 0 0,-4 2 5 16,4-4 0-16,-2-1 1 0,4-1 1 0,0 0 2 0,1-3-1 15,1-1 6-15,-2 0 0 0,2-3 1 0,-1 1 1 16,-3 0 3-16,-1-3 0 0,1 3 3 16,3-1-2-16,-7 1 4 0,3 1 3 0,-3-2 2 15,0 2-5-15,-4 1 4 0,7-6-5 0,-2 5 1 0,-5 1 1 16,0 0-4-16,7-1 3 0,-7 1-1 0,0 0 2 15,8 4 0-15,-4-3 2 0,-4-1 2 0,8 5-1 16,-4-2-3-16,1 0-1 0,0 1 4 0,1 1-4 16,1-2 6-16,0 0-1 0,0-1-4 0,-1-1 7 15,2 3-3-15,0-3 3 0,1 1-4 0,-2-1 2 16,4-1-5-16,0 0 5 0,-5 0-2 0,3 0 1 16,-9 0 0-16,9 0-1 0,-9 0 4 0,9-3-1 15,-5 1 0-15,-4 2 2 0,1-4-1 0,-1 4 1 16,0-6 1-16,0 2 1 0,0 4-5 0,-4-5 8 15,-1 1-3-15,0 0 2 0,1 2 1 0,-1-1-4 16,-2 0 4-16,0 1-5 0,2-2-1 0,-1 3 4 16,1-2-2-16,5 3 0 0,-7-2 1 0,7 2-4 15,-7-3 2-15,7 3-3 0,-4-1 3 0,4 1-7 16,0 0 4-16,0 0-3 0,0 0 0 0,0 0-2 16,11-8-1-16,-4 6-1 0,1-1-1 0,0-1 2 15,6 1 0-15,-2 0 0 0,-1-2 1 0,4 1 1 16,0 0 1-16,-3-3-7 0,2 4 5 0,0-1 0 0,-2-1 4 15,0 0-1-15,-1-1-1 0,-2 1-1 0,-3 0 3 16,1 2 0-16,-2-2 2 0,-1 0 1 16,-1 2 1-16,-1 0-2 0,-2 3 1 0,3-4 0 15,-3 0-1-15,0 4-2 0,0 0-2 0,0 0-1 0,-5-5 0 16,5 5 1-16,0 0-1 0,-8 9-2 0,8-9 0 16,-4 7 3-16,2-1-3 0,2 2 2 0,-2-2 3 15,3 2-2-15,-1 1-2 0,0 1-3 0,3 2 7 16,1-2-2-16,0 1 0 0,0 1-1 0,1 0 3 15,1 2-2-15,2-3 2 0,1 3-2 0,-3 1 1 16,-2 0 1-16,3-5-3 0,1 3 1 0,-3-2 2 16,-1-1 0-16,0 0-1 0,2 1 1 0,-5-4 1 15,2 0 4-15,-3 1 11 0,1-4 10 0,-2 3 18 16,1-2 5-16,-4 0 2 0,1-1 2 0,-1-1-2 16,-3 0-2-16,2-1-5 0,-3 0-3 0,1 0-7 15,-1-4-2-15,-3 1-4 0,3 0-11 0,-1 0-17 16,0 0-27-16,1-4-28 0,0 3-37 0,2-2-47 15,-4-2-57-15,5-1-58 0,0 2-189 0,1-2-481 0,2 0 213 16</inkml:trace>
  <inkml:trace contextRef="#ctx0" brushRef="#br0" timeOffset="72462.34">7856 13381 42 0,'-2'-10'298'0,"2"4"-13"0,-1-3-25 0,-3 4-21 16,2 0-18-16,1-1-25 0,-2 2-19 0,-1 3-19 15,4 1-18-15,0 0-17 0,-12 6-13 0,8 4-8 16,-6 2-5-16,1 6 0 0,2 0-10 0,-1 8-4 16,1 1-10-16,2 4-7 0,-1 0-6 0,0 3-7 15,0-2-5-15,3 2-3 0,3-4-3 0,-3 1-2 16,6 1-5-16,4-2-3 0,0-4-3 0,4-2-1 15,-3-6-8-15,3 0 6 0,0-1-2 0,2-3-3 16,6 1-2-16,-1-4-8 0,2-4-7 0,5-4-35 16,5 4-41-16,-8-7-58 0,9-5-49 0,-1 0-42 15,1-2-42-15,-8-2-154 0,4-4-450 0,-1-1 200 16</inkml:trace>
  <inkml:trace contextRef="#ctx0" brushRef="#br0" timeOffset="72696.7">8319 13520 22 0,'0'0'191'15,"0"0"-18"-15,0 0-15 0,0 0-15 0,0 0 0 16,0 0-7-16,-13 9-13 0,10-5-9 16,-2 4-9-16,2-2-9 0,-4 2 1 0,0 3-2 0,0 0-8 15,0 0-9-15,-2 4-3 0,1 0-9 0,-3 0-10 16,-1-1-5-16,0 0-1 0,0-1-7 0,-2 4-5 15,-1-5-1-15,1 2-3 0,2-4-2 0,-3 1-3 16,0 0-17-16,3-4-30 0,0-1-33 0,0-1-36 16,3-2-21-16,-2 0-21 0,3-2-30 0,0-2-130 15,1-4-313-15,3 2 139 0</inkml:trace>
  <inkml:trace contextRef="#ctx0" brushRef="#br0" timeOffset="72868.56">8096 13618 81 0,'6'-8'186'16,"-5"4"8"-16,2 0-4 0,1 0-16 0,-4 2-9 15,1-2-18-15,-1 4-15 0,7-3-13 0,-7 3-10 16,0 0-14-16,0 0-14 0,0 0-3 0,4 11-9 16,-1-8-9-16,-2 5-6 0,3 1-2 0,2 0-8 0,-2 1-2 15,5 2-2-15,-2-2-10 0,6 4-4 16,1 0-13-16,0-1-52 0,1-4-34 0,0 0-30 16,8-2-41-16,-3-1-160 0,-2-2-329 0,4-2 146 0</inkml:trace>
  <inkml:trace contextRef="#ctx0" brushRef="#br0" timeOffset="73041.95">8563 13711 121 0,'0'0'175'15,"0"0"2"-15,-3 11-3 0,3-11-14 0,-5 8-7 16,3-1-11-16,-2 0-3 0,4 0-15 0,-1 0-11 16,-3 3-7-16,3 1-11 0,-4-1-9 0,3 3-9 15,-1-1-8-15,0 0-4 0,2 0-6 0,-2 2-3 16,-1 0-9-16,1-1-6 0,-2 1-3 0,0-4-26 0,0 2-39 15,0-4-46-15,2-1-56 0,-1-2-205 0,0-2-361 16,3-1 160-16</inkml:trace>
  <inkml:trace contextRef="#ctx0" brushRef="#br0" timeOffset="73411.39">8737 13479 79 0,'0'0'226'15,"5"8"-15"-15,-2-1-19 0,1-1-14 0,-1 4-15 16,4-4-15-16,1 6-16 0,0-4-11 0,0 2-12 16,4-4-7-16,1 3-13 0,-1-3-8 15,0 0-7-15,6-1-6 0,-2-3-7 0,-2 1-7 16,2-4-9-16,-2-1-16 0,1 1-14 0,-2-1-8 0,2-2-8 0,-5 0 1 0,-1-3-2 0,1 2 4 15,-5-1 1-15,2 2 0 0,-4-2 2 0,1-1 19 16,0 3 21-16,-4 2 20 0,4-2 13 0,-4-1 5 16,0 5 8-16,1-4-8 0,-1 4-9 0,0 0-9 15,0 0-3-15,0 0-12 0,0 0-3 0,-16 10 5 16,13-5 4-16,-1 6-3 0,-3-1-6 0,-2 6-1 16,1 2-5-16,-2 2-3 0,1-2-7 0,-1 7 1 15,-1 0-2-15,2-5-10 0,2 1-15 0,0 0-26 0,2-1-35 16,-2 0-40-16,-1 1-57 0,5-5-69 15,0-3-256-15,1-2-517 0,4 4 229 0</inkml:trace>
  <inkml:trace contextRef="#ctx0" brushRef="#br0" timeOffset="73595.97">9206 13816 179 0,'0'0'241'0,"0"5"-9"0,0-5-22 15,-3 11-19-15,-1-8-16 0,3 2-18 0,-7 5-14 16,3-3-14-16,-2 3-12 0,1-1-10 0,-1 2-12 16,-2 1-8-16,-2 2-8 0,4 2-8 0,-2-5-8 15,-2 3-18-15,3-4-39 0,-2 1-51 0,5-3-58 16,-1-1-59-16,4-2-175 0,-1-1-363 0,3-4 161 0</inkml:trace>
  <inkml:trace contextRef="#ctx0" brushRef="#br0" timeOffset="74064.69">9352 13561 31 0,'0'0'244'16,"0"0"-21"-16,-6-4-25 0,6 4-26 0,0 0-12 15,0 0-9-15,0 0-7 0,0 0-12 0,0 0-9 16,0 17-15-16,3-11-5 0,0 4-17 0,-2 1-7 15,2 1-3-15,-2-1-13 0,0 1-2 0,2 0-8 16,0 0-5-16,0 0-2 0,-1-1-6 0,0-2-4 16,1 2-3-16,-2-5-2 0,-1 0-1 0,5 1-4 15,-3-2-3-15,0 1-1 0,0-4 1 0,-2-2 2 16,2 3-4-16,-2-3-5 0,0 0-1 0,0 0-2 16,10-8 2-16,-7 2-2 0,1 1 6 0,-1-3 17 15,2 4-3-15,-2-5 10 0,1 3-2 0,0 0 4 16,0-1-1-16,-3 3 4 0,3 1-10 0,-1-3 2 15,2 3-14-15,2 0 0 0,-4 0-5 0,2 3-2 16,4-1 0-16,-9 1-4 0,15 2 1 0,-6 1-2 0,2 1-2 16,3 3 7-16,-5-5-11 0,3 3-1 15,2-1 1-15,5 4-6 0,-3-3 2 0,-2 1 4 16,-2-2 0-16,3-2 0 0,-4 1-3 0,0-3 1 0,1 1-1 16,-4 1 6-16,3-2 20 0,-5-2 14 0,3 1 12 15,-5 1 4-15,2-4-1 0,-2 0-2 0,-1-3-2 16,-2 2-3-16,0-1-3 0,-1-3-2 0,0-1-3 15,-1 0-7-15,0-1-5 0,-2 0-14 0,-3 0-29 16,2-1-38-16,0 1-37 0,-4 0-51 0,4 0-58 16,-3 0-68-16,2 4-281 0,0-2-588 0,1 2 260 15</inkml:trace>
  <inkml:trace contextRef="#ctx0" brushRef="#br0" timeOffset="74330.3">9734 13369 167 0,'0'0'309'16,"0"0"-30"-16,0 0-20 0,0 0-4 0,0 0-11 16,15 8-15-16,-10-6-5 0,3 3-3 0,3 0-5 0,3 2-17 15,4 2-25-15,2 1-11 0,0-1-15 0,6 4-14 16,-4 4-11-16,3-4-18 0,-1 7-7 15,-1-2-8-15,-1 5-8 0,-6-7-9 0,1 6-10 0,-5-4-7 16,0 8-5-16,-4 1-3 0,-4-1-12 0,-4 2-29 16,-8 1-37-16,1-1-41 0,-6 0-44 0,-6 1-62 15,-3 0-84-15,-12 9-306 0,8-10-613 0,3-2 271 16</inkml:trace>
  <inkml:trace contextRef="#ctx0" brushRef="#br0" timeOffset="74955.26">10513 13516 130 0,'0'0'352'0,"-6"2"-7"0,6-2-7 0,0 0-7 15,0 0-32-15,0 0-28 0,0 0-31 0,21-13-12 16,-6 5-26-16,4-1-24 0,8-2-18 0,3-1-16 15,-1 2-17-15,2 0-15 0,2 1-4 0,-3-3-21 16,1 2-23-16,-4 1-41 0,-5 4-47 0,0 1-42 16,-5-1-48-16,-3 5-47 0,-4 2-46 0,-1 0-16 15,-6 0-41-15,-6 3-183 0,0 0-484 0,-6 6 214 16</inkml:trace>
  <inkml:trace contextRef="#ctx0" brushRef="#br0" timeOffset="75127.12">10551 13627 38 0,'-13'10'152'0,"3"-3"11"0,1 1 9 15,-1 1 2-15,6-5 2 0,-1 3 10 16,2-4 8-16,0 2 13 0,-1 0 9 0,4-5-5 0,10 6 7 16,-3-4-16-16,6-1-19 0,3 2-17 0,6-3-28 15,8-3 2-15,1 1-13 0,2-2-14 0,2-5-13 16,5 2-32-16,-2 0-48 0,-1-1-55 0,-3 0-69 16,2 1-89-16,-3-1-100 0,0 1-164 0,-2 1-495 15,-9 3 220-15</inkml:trace>
  <inkml:trace contextRef="#ctx0" brushRef="#br0" timeOffset="79612.72">11667 13765 75 0,'0'0'256'0,"2"2"-1"0,-2-2-8 0,10 0-6 16,-3-4-8-16,-1 1-6 0,0-2-10 0,2-3 0 0,-1 1 3 15,2-3-5-15,2-5-2 0,0-2 0 16,-1 2-6-16,-1-3 0 0,2-8-18 0,-3 7-19 16,3-8-8-16,-4 0-5 0,3 0-11 0,-4-4-11 0,1 1-11 15,0-7-14-15,-3 0-10 0,4-15-7 0,-5 14-10 16,-2-11-8-16,3 11-4 0,-4 1-7 0,3-3-12 16,-3 4 8-16,0 1-15 0,-3 1-5 0,2 1-5 15,-2 4-2-15,-3-1-7 0,1 9 0 0,1 1-1 16,2 2-4-16,-1 5 0 0,-3 0-1 0,2 0-2 15,4 8-4-15,-4-4-8 0,2 2-1 0,0 3-7 16,-2 0-13-16,1 2-7 0,3 2-1 0,0 0 3 16,-5 11 4-16,-1 0-2 0,2 6-1 0,-4 4-9 15,1 6-17-15,2 2-6 0,-2 2-3 0,-1 5 3 16,4-3 5-16,0 1 1 0,0 5 3 0,2-1-8 16,1 12 7-16,1-1-3 0,1-13-2 0,1 0-9 15,3 0 4-15,-1-3-3 0,7 0 4 0,-3-2 2 0,2-3 7 16,6-3-4-16,-5-2 5 0,1-5 15 15,-1-3-14-15,4-2 8 0,-4-5 3 0,0-3 3 16,5 1 3-16,1-2 3 0,3-4-3 0,-1-2 7 0,-5 1 0 16,3-4 5-16,0-3 2 0,-3 3 0 0,-3-4 2 15,2 1 1-15,-3 2 8 0,0-1 17 0,-2-1 6 16,2 0 8-16,-5 0 12 0,3 3 4 0,-5 1-4 16,1 1-3-16,0 0 1 0,-1-2-10 0,-1 2 1 15,-2 3-1-15,6-3-5 0,-3 0-17 0,-3 3 1 16,0 0-4-16,7-1-1 0,-7 1 6 0,0 0-5 15,12 2-2-15,-5 0 6 0,-2 0-11 0,5 0-4 16,3 5 8-16,-5-4 0 0,3 3 3 0,0-1-8 16,1-1 5-16,-2-2-4 0,5 1-4 0,-7 1 7 15,3 0-5-15,-4-2-2 0,2 1 2 0,-2-2 5 16,0 0-1-16,1-1-4 0,-4 1 16 0,-4-1-4 16,8-3-7-16,-8 3 4 0,3-5-3 0,-3 1 2 15,0 4-3-15,-3-7 3 0,-1 3 4 0,-3-2 2 0,2 1-4 16,-5 0-4-16,2-3 4 0,-3 3 2 15,2 0-3-15,-1 0 4 0,-1 1-4 0,2-1-6 16,-1 1 6-16,3 0-2 0,1 1 3 0,-1 1-1 0,3 0-3 16,4 2-9-16,-7-4-5 0,7 4-11 0,-3-3-5 15,3 3-1-15,0 0 12 0,11-8-5 0,0 6-15 16,1-1 0-16,2 0-3 0,5 0-3 0,-3 1 2 16,5-4-7-16,10 2-4 0,-8 1-3 0,0-2-3 15,-1 0 2-15,1 0 1 0,-1 2 5 0,1-2-3 16,-4-1 6-16,0 0-2 0,-5 2 9 0,-1-2 2 15,-2-1 10-15,0 3-3 0,-3-1 5 0,-1 0 4 16,-3 0 2-16,0 2 5 0,-4-4 4 0,4 2 7 16,-4 1 0-16,2 1 8 0,-2-3 1 0,0 6-1 15,-2-7 4-15,2 7 8 0,-4-6-1 0,4 6-2 16,0-5-5-16,0 5 0 0,-1-4-4 0,1 4-5 16,0 0-6-16,0 0 9 0,0 0-1 0,0 0-6 0,7 10 4 15,-2-4 3-15,-1 1-6 0,3 5-3 0,-2 0 7 16,2 4-4-16,4 2 2 0,-3 1-2 15,-1 0 0-15,5 6 7 0,-5 1-5 0,3 2 2 16,-5-1-5-16,3 3 2 0,0-1-1 0,-4 0-5 0,3-1 11 16,-4 2-7-16,1 0 4 0,-2-2-3 0,-2-1-2 15,0 2 3-15,0-1-2 0,-5-2 4 0,4-5-4 16,-3 2 3-16,0-3 9 0,-2-1 4 0,-2 1 13 16,0-1 45-16,1-4-1 0,0 1 25 0,1-5 28 15,-4-1 15-15,2 2 8 0,0-3 22 0,-2-3 14 16,2 1 19-16,0-5 13 0,0-2 7 0,0 0-12 15,-2-1-14-15,2-3-7 0,-4-2-15 0,2-2-12 16,2-5-6-16,-4-1-22 0,5-4-10 0,0 1-17 16,3-3-7-16,0-8-9 0,3-3-32 0,2-3-22 15,2-2-44-15,-1-3-64 0,8-12-75 0,3-1-77 16,1 1-85-16,2 3-61 0,-2 12-63 0,9-15-54 16,-8 18-353-16,10 3-910 0,-5 0 403 0</inkml:trace>
  <inkml:trace contextRef="#ctx0" brushRef="#br0" timeOffset="80237.68">13274 12980 58 0,'0'-8'331'0,"2"1"-14"0,-2 0-24 15,-3 2-23-15,2 0-25 0,-4 1-17 0,1 0-30 16,4 4-16-16,-12 2-8 0,12-2-34 0,-22 7-8 16,8 4-4-16,1 1 13 0,-3 5 4 0,5 1 3 15,-8 5-1-15,5 3 8 0,-2 4-20 0,1 1-8 16,3 2-14-16,1 2-12 0,0 2-6 0,-1 11-11 15,5-12-4-15,4 4-6 0,-1-3 4 0,4 2-19 16,4-2-6-16,3-1-11 0,5-1 5 0,-1-1-3 16,3-3-4-16,2-5-9 0,7-2 2 0,-1 1-3 15,4-7-6-15,5-3-32 0,3-3-38 0,0-3-28 0,0-4-44 16,4-1-38-16,-2-4-58 0,-4-3-66 16,5-1-58-16,-8-2-244 0,1-3-630 0,-2 0 279 15</inkml:trace>
  <inkml:trace contextRef="#ctx0" brushRef="#br0" timeOffset="80659.52">13685 13130 61 0,'-1'-5'335'0,"1"1"9"0,0 4-22 15,-2-8 1-15,2 4-2 0,0 4-9 0,-1-6-16 16,1 2-35-16,0 4-25 0,0 0-25 0,0 0-22 0,0 0-31 15,0 0-17-15,0 0-20 0,0 0-8 0,0 0-16 16,4 15-7-16,-4-6-5 0,3 2-7 0,2 1-11 16,-4 5-6-16,1-5-10 0,-1 9 3 0,1 7-9 15,-1-7-10-15,-1 1-10 0,3 3 10 0,-2 1 6 16,-1-5-11-16,0-2-6 0,0 2 0 0,3-3-8 16,-3 2-1-16,1-2-17 0,1-3-40 0,-1 1-35 15,0-3-24-15,1-2-26 0,1-1-26 0,-2 0-54 16,3-5-60-16,1 0-66 0,-1 0-219 0,3-4-597 15,3 2 264-15</inkml:trace>
  <inkml:trace contextRef="#ctx0" brushRef="#br0" timeOffset="81503.22">14084 13296 169 0,'0'0'289'15,"-9"0"-13"-15,9 0-13 0,0 0-13 0,0 0-13 16,0 0-15-16,0 0-16 0,0 0-12 0,0 0-14 0,0 0-11 16,0 0-3-16,0 0 14 0,0 0 8 0,0 0 7 15,0 0-2-15,22 2-9 0,-11-1-12 0,8-1-12 16,3 0-25-16,2-3-4 0,6 0-13 0,4 1-17 15,0-2-5-15,1 0-2 0,2 2-17 0,-3-2-6 16,-1 1 0-16,1-3-15 0,-1 3-6 0,-5 0 1 16,-5 0-11-16,-2 1-5 0,-2-1-8 0,-3 0-1 15,-4-1-14-15,-2 3-3 0,1 1-33 0,-6-2-23 16,3 0-19-16,-2 2-28 0,-2-1-29 0,-4 1-38 16,0 0-22-16,8-2-29 0,-8 2-29 0,0 0-27 15,0 0-18-15,-19-7-31 0,8 4-196 0,-1 1-554 16,0-2 246-16</inkml:trace>
  <inkml:trace contextRef="#ctx0" brushRef="#br0" timeOffset="81737.58">14361 13063 241 0,'0'0'319'0,"-4"-5"-3"0,1 3-7 0,3 2-22 15,0 0-20-15,-2-6-30 0,2 6-26 0,0 0-22 16,0 0-14-16,0 0-22 0,0 0-15 0,-2 16 0 15,-1-9 8-15,3 4 5 0,3 1-19 0,-3 1-7 16,2 5-16-16,-1 0-10 0,-1 0-4 0,1 10-12 16,1-9-8-16,-1 11-5 0,3-10-5 0,0 6-9 15,1-4-20-15,-2-3-32 0,4 1-34 0,0 1-28 16,0-3-46-16,2 1-50 0,-2-2-80 0,1-3-97 16,-1-3-222-16,2 0-599 0,0-3 266 0</inkml:trace>
  <inkml:trace contextRef="#ctx0" brushRef="#br0" timeOffset="82643.77">15010 13217 160 0,'0'0'263'16,"0"0"-23"-16,0 0-21 0,0 0-23 0,0 0-17 15,0 0-8-15,0 0 3 0,0 0-12 0,0 0-12 0,0 0-15 16,19 9-10-16,-12-9-11 0,6 2-10 15,1 2-6-15,2-3-11 0,3 0-8 0,0 1-6 16,4-4-9-16,-3 1-6 0,1 0-5 0,2 1-4 0,-5-3-8 16,2 1-1-16,-1-2-5 0,-5 2-4 0,0-2 3 15,-1-3-6-15,-2 6-7 0,0-4-3 0,-4-3-4 16,0 3 6-16,-2-3 8 0,-1 0 0 0,-1 3 2 16,-2-2 1-16,-1-1 5 0,-1 1 5 0,-2 0 0 15,2 0 2-15,-3 1 8 0,-2-1 7 0,-2 0 0 16,0 3-5-16,-3-1 4 0,1 3-6 0,1-2-3 15,-2 1-13-15,-3 3 8 0,1 3-1 0,-1 0-8 16,2 3 10-16,-2-1 2 0,-2 5 4 0,0 0 11 16,1 3 0-16,0 2-5 0,3-2 0 0,0 3-8 15,3 0-2-15,1 2 1 0,7 2 1 0,-2-2-1 16,7 0 1-16,-1 0 4 0,5-2 2 0,2 0-9 16,3 0-1-16,4-6-5 0,0 4-2 0,10 2-26 0,0-6-30 15,6-4-56-15,1-1-45 0,3-2-48 16,0-3-70-16,-1-1-74 0,0-4-78 0,0-4-221 15,0 1-661-15,-2-1 293 0</inkml:trace>
  <inkml:trace contextRef="#ctx0" brushRef="#br0" timeOffset="83187.7">15252 12677 163 0,'-7'0'320'0,"7"0"-14"16,0 0-17-16,0 0-19 0,-7-1-12 0,7 1-18 16,0 0-14-16,0 0-18 0,0 0-13 0,0 0-7 15,0 0-8-15,0 0-15 0,23-1-12 0,-9 1-13 16,1 0-19-16,4-1-13 0,0 1-11 0,0-2-10 15,4 0-21-15,-2 2-29 0,-1 0-35 0,-1-2-51 16,3 2-45-16,-8-3-60 0,0 3-62 0,-3-2-57 16,2 0-233-16,-7 2-548 0,4-2 243 0</inkml:trace>
  <inkml:trace contextRef="#ctx0" brushRef="#br0" timeOffset="83797.04">15601 12491 32 0,'0'0'297'15,"0"0"-10"-15,3-3-15 0,-3 3-18 0,1-3-20 16,-1 3-21-16,0 0-20 0,0 0-24 0,0 0-17 16,0 0-14-16,0 0-19 0,0 0-12 0,0 0-13 15,0 0-6-15,0 0-9 0,6 8-9 0,-6-3-11 16,4 3-2-16,-4-2-6 0,0 3-6 0,0 0 0 0,1 3-6 16,-1-1-5-16,2 0-4 0,-1 1-4 0,-1 0-2 15,2-1-1-15,-1 1 0 0,0-2-3 0,1 2-3 16,-1-5 0-16,1-1-6 0,1 1-2 0,-3-2-1 15,2 2-3-15,-1-3-3 0,0-2 6 0,2 2-6 16,0-2-2-16,0 3-2 0,-3-5 4 0,0 0-4 16,9 0 4-16,-9 0-1 0,11-7 0 0,-7 3-1 15,2 2 4-15,-1-8-4 0,1 5 1 0,-2 2-2 16,1 0 0-16,0-3 3 0,-1-1 3 0,1 4 0 16,-1-1-1-16,-3 1 0 0,3 1 1 0,-4 2-2 15,0 0 0-15,4-4-7 0,-4 4 1 0,0 0 1 16,0 0-1-16,15 5 1 0,-11-2 3 0,0 0-3 15,1 2 1-15,-3-1 1 0,6 0-2 0,-2 3 3 0,-1-3-1 16,3 1-2-16,-1 4-3 0,-3-6 6 16,3 1 3-16,-3 1-4 0,0-1 1 0,0-1 9 15,3-1-4-15,-7-2 17 0,4 1 15 0,-4-1 7 0,8 0-1 16,-8 0-4-16,0 0 4 0,10-4 12 0,-6 0-8 16,1-3 2-16,-3 2-6 0,-1-2-3 0,2 0-2 15,-2 1-8-15,2-9-4 0,-3 5-3 0,0-1-2 16,0 1-4-16,0-2-11 0,0-1-23 0,0 0-33 15,-2 2-37-15,1-1-44 0,0-1-51 0,1 5-58 16,-2-3-58-16,-2-1-208 0,4 6-548 0,0 3 243 16</inkml:trace>
  <inkml:trace contextRef="#ctx0" brushRef="#br0" timeOffset="84859.47">16039 12560 60 0,'0'0'234'16,"0"0"-15"-16,-1-4-20 0,1 4-14 0,0 0-15 15,0 0-18-15,0 0-17 0,0 0-12 0,0 0-15 16,0 0-13-16,0 0-6 0,0 0-9 0,0 0-6 16,0 0-11-16,0 0-3 0,0 0-8 0,0 0-4 15,0 0-7-15,0 0-7 0,0 0 3 0,0 0-9 16,0 0 2-16,0 0-5 0,0 0-3 0,0 0 1 16,0 0-2-16,0 0-6 0,0 0 4 0,0 0-4 0,0 0 1 15,0 0-2-15,0 0 14 0,0 0 5 16,0 0 12-16,0 0 3 0,0 0 6 0,0 0 3 0,0 0 4 15,0 0-5-15,0 0-2 0,0 0-6 0,0 0-1 16,0 0-4-16,0 0-7 0,0 0-5 0,0 0-2 16,0 0-4-16,0 0-2 0,0 0-6 0,0 0-8 15,0 0-18-15,0 0-25 0,0 0-22 0,0 0-25 16,-3 12-44-16,3-12-50 0,0 0-55 0,0 5-190 16,-4-4-455-16,4-1 201 0</inkml:trace>
  <inkml:trace contextRef="#ctx0" brushRef="#br0" timeOffset="88653.7">16309 12493 107 0,'-4'-2'205'0,"4"2"-14"0,0 0-13 15,-10-1-7-15,6-1-14 0,4 2-7 0,-8-1-13 16,8 1-13-16,-12 0-12 0,5 1-3 0,1 2-13 15,-2-2-3-15,0 2-4 0,0 1-4 0,1 1-11 16,2-1-7-16,-5-2-8 0,6 0-4 0,-3 2-6 16,3 1-4-16,0 0-5 0,1-3-4 0,1 2-4 15,-4-1-1-15,5 2 0 0,-2 0-6 0,3-2 6 0,3 2-4 16,-3-1 2-16,0-4 2 0,11 7-2 16,-6-3-2-16,9-1 0 0,1 1-6 0,3-3 6 15,2 2-9-15,0-2-1 0,2 0-3 0,1-1 2 0,0 2-1 16,-4-1-5-16,0 1 0 0,-1-2-2 0,-4 1 0 15,-1 0 0-15,-5-1 0 0,2 0-1 0,-3 0 1 16,-1 0-1-16,-6 0 1 0,9 0 0 0,-9 0-3 16,4-2 1-16,-4 2-1 0,0 0 2 0,-8-8-2 15,3 4 2-15,-1 0 1 0,-1-1-3 0,0 1-2 16,-2-2 1-16,-2-1 3 0,3 1-3 0,-2-4 0 16,-1 5 1-16,4 0 1 0,2-1-2 0,-2 0 1 15,4 2-16-15,-2-3-22 0,-2 3-27 0,5-1-39 16,-1-2-46-16,3 2-40 0,0-1-42 0,1-1-157 15,1 2-414-15,0-1 184 0</inkml:trace>
  <inkml:trace contextRef="#ctx0" brushRef="#br0" timeOffset="88897.04">16375 12378 129 0,'0'0'252'0,"0"0"-14"0,-4-3-19 0,4 3-23 15,0 0-18-15,0 0-22 0,0 0-16 0,0 0-17 16,0 0-11-16,0 0-11 0,-1 12-10 0,2-6 6 16,-1 2-4-16,0 4-6 0,2-1-10 0,0 6-7 15,0-1-6-15,0 4-7 0,0-2-7 0,2 1-2 0,-3 1-3 16,2-1-6-16,-3-1-5 0,4 0-2 0,-4 2-4 16,0-4 1-16,2 1-4 0,-2-6-3 15,0 4-2-15,0-6-9 0,0 4-25 0,0-1-29 0,0-4-43 16,0-2-52-16,0-1-34 0,2 0-54 0,-2-2-138 15,0-3-395-15,7 2 175 0</inkml:trace>
  <inkml:trace contextRef="#ctx0" brushRef="#br0" timeOffset="89235.09">16645 12432 211 0,'0'0'220'0,"0"0"-16"0,0 0-20 0,0 0-9 0,0 0-12 16,0 0-20-16,0 0-17 0,0 0-8 0,0 0 10 16,0 0-2-16,0 0 0 0,-11 11-3 15,8-7-6-15,-2 3-5 0,0-1-9 0,4 1-7 0,-3-2-8 0,-4 3-8 0,5 2-9 16,-1-3-4-16,3 2-10 0,-6-1-1 0,4 0-8 15,0 0-3-15,2-3-3 0,1 3-5 0,0-1-3 0,0 0-1 16,0 1-4-16,3 0 1 0,0-2-5 0,-1 1-1 16,4-1 1-16,-1 0-4 0,4-2-7 15,-2 3-4-15,3-4-19 0,1 1-26 0,1 0-29 0,-1 0-32 16,0-3-35-16,1-1-32 0,-1 2-19 0,3-5-34 16,-5 2-24-16,-1 1-123 0,-2-3-392 0,6 0 173 15</inkml:trace>
  <inkml:trace contextRef="#ctx0" brushRef="#br0" timeOffset="89766.31">16802 12508 16 0,'0'-6'105'0,"0"6"2"16,0 0-8-16,0 0 10 0,-5-4-2 0,5 4 6 15,0 0-17-15,0 0 16 0,0 0 9 0,0 0 0 16,0 0 1-16,0-5-4 0,0 5 6 0,0 0-5 15,0 0 1-15,0 0 0 0,0 0-2 0,0 0-4 0,0 0 1 16,0 0-4-16,0 0-2 0,2-5-2 0,-2 5-5 16,0 0-2-16,0 0-4 0,0 0 3 15,0 0-2-15,5-3-2 0,-5 3-7 0,0 0-5 0,0 0 3 16,0 0 0-16,0 0-13 0,0 0 15 0,0 0-4 16,0 0 3-16,0 0-5 0,0 0-2 0,0 0 9 15,0 0-3-15,0 0-6 0,0 0-4 0,0 0-4 16,0 0-11-16,0-6-1 0,0 6-16 0,0-4 0 15,0 4-5-15,0 0-2 0,0 0-5 0,2-5-6 16,0 3 3-16,-2 2-5 0,4-6-4 0,-3 4 3 16,-1 2-5-16,0 0 0 0,3-5-3 0,-3 5 5 15,1-4-12-15,2 2-5 0,-3 2 4 0,0 0 4 16,0 0 0-16,4-4-7 0,-4 4 4 0,0 0-4 16,3-4-5-16,-3 4 5 0,0 0-2 0,0 0-2 15,0 0 3-15,0 0-7 0,0 0 2 0,3-3-2 16,-3 3 1-16,0 0 0 0,0 0-1 0,0 0-3 0,0 0 9 15,0 0-20-15,0 0 14 0,0 0-8 0,0 0 5 16,-7 13 2-16,6-8 0 0,-4 0 5 0,4 2-7 16,-3-1-1-16,-2 1 9 0,2 3 5 0,-4 3-11 15,3-5 2-15,-2 6-2 0,2-2-4 0,-2 0 6 16,0-1-1-16,2 2-3 0,-2-1 15 0,1-4-38 16,2 3-35-16,-1-4-30 0,1 2-20 0,1-2-20 15,0-1-19-15,-1-1-22 0,4 2-34 0,-1-2-27 16,1-5-46-16,1 3-45 0,-1-3-167 0,0 0-536 15,0 0 239-15</inkml:trace>
  <inkml:trace contextRef="#ctx0" brushRef="#br0" timeOffset="89985.04">16732 12498 79 0,'0'0'193'16,"0"0"-13"-16,0 0-6 0,0 0-2 0,0 0-11 15,0 0 2-15,-7 11-13 0,8-8 0 0,2 4-2 16,-2-2-12-16,2 0-11 0,0 1-10 0,2 1-12 16,1-1-10-16,-1 2-9 0,1-2-3 0,1 2-12 15,0 0-4-15,0-3-6 0,3 1-8 0,-2-1-8 16,4 0-23-16,-5 0-47 0,-1-3-59 0,4-1-51 16,-6 1-65-16,5-2-159 0,-4 1-390 0,-5-1 173 15</inkml:trace>
  <inkml:trace contextRef="#ctx0" brushRef="#br0" timeOffset="90219.46">16959 12465 12 0,'3'5'202'0,"-1"0"-14"0,0 0 0 0,2 3-11 16,-3-3-15-16,5 0-18 0,-1 5-12 0,2-4-14 15,-2 4-9-15,-1-4-12 0,-1 1-7 0,0 1-8 16,-2-1-8-16,3-1-10 0,-4 1-5 0,2-1-5 16,0 2-5-16,-2-3-5 0,-1 2-10 0,1-1-38 15,-3-1-46-15,-2-1-60 0,2-1-78 0,-2 0-101 16,-1 0-311-16,3-1 138 0</inkml:trace>
  <inkml:trace contextRef="#ctx0" brushRef="#br0" timeOffset="90500.6">17023 12310 294 0,'0'0'280'0,"14"2"-10"0,-2-1-14 16,0 1-16-16,2 1-15 0,3 3-8 0,2-2-19 15,0 3-17-15,0 1-25 0,-1-1-8 0,-2 3-19 16,3-1-9-16,-5 1-11 0,-2 3-13 0,2 0-10 16,-2 1-8-16,-1 0-8 0,-3 3-5 0,-4 1-11 15,-2 4 1-15,-4-3-12 0,-2 1 1 0,-9 6-4 16,0 2-7-16,-6-2 0 0,-1 0-11 0,-5 2-18 16,-2-3-31-16,-4 0-29 0,-2 1-41 0,-16 2-47 15,2-2-50-15,10-7-52 0,-4-1-218 0,3-2-503 16,-1 0 223-16</inkml:trace>
  <inkml:trace contextRef="#ctx0" brushRef="#br0" timeOffset="91271.89">15751 12287 21 0,'0'0'162'0,"-2"-3"-14"16,2 3-5-16,0 0-13 0,-7-1-8 0,7 1-13 16,0 0-7-16,0 0-7 0,-11 3 0 0,11-3 7 15,-10 4-11-15,9 0-7 0,-6-1-2 0,3 2 4 16,-3 3-5-16,3-1-3 0,-4 4 8 0,1-2-5 15,-1 3-5-15,1 3-6 0,-4 1 0 0,3 2 3 16,-1 2 8-16,0-1-2 0,-3 6-6 0,4-4-4 16,-2 0 4-16,0 4-1 0,1-6-8 0,1-1-3 15,0 3-9-15,0 4 2 0,3 1-5 0,-1-8-2 16,3 2-1-16,-1 2-1 0,4-4-5 0,3 1-2 16,1 0-1-16,4 2-3 0,6-4 1 0,4 7-8 0,5-3 1 15,4-3-5-15,4 3-4 0,4-4-13 16,4-2-29-16,14 3-58 0,-2-1-64 0,-10-8-71 15,0 1-263-15,12-1-520 0,-15 1 231 0</inkml:trace>
  <inkml:trace contextRef="#ctx0" brushRef="#br0" timeOffset="92087.17">17424 12436 24 0,'0'0'184'0,"0"0"-15"0,0 0-23 0,0 0-11 16,0 0-16-16,0 0-7 0,0 0-14 0,8 0-9 16,-8 0-8-16,0 0-11 0,0 0-6 0,13 1-10 15,-13-1 0-15,8 2-9 0,-8-2-2 0,4 2-5 16,-4-2-3-16,0 0 1 0,0 0 5 0,4 2 14 16,-4-2 17-16,0 0 16 0,0 0 16 0,0 0 10 15,0 0 3-15,0 0-7 0,0 0-3 0,0 0 5 16,0 0-1-16,0 0-6 0,-8-11-9 0,6 7-8 0,2 4-10 15,-6-2-7-15,6 2-9 0,-3-7-4 0,3 7 0 16,-4-1-23-16,4 1-22 0,0 0-33 0,0 0-42 16,-6-3-50-16,6 3-57 0,0 0-52 0,0 0-50 15,0 0-135-15,0 0-441 0,0 0 195 16</inkml:trace>
  <inkml:trace contextRef="#ctx0" brushRef="#br0" timeOffset="92591.49">17575 12305 5 0,'0'0'241'0,"0"0"-25"0,-4-4-23 15,4 4-21-15,0 0-15 0,0 0-16 0,0 0-12 16,0 0-5-16,0 0-10 0,0 0-10 0,0 0-11 15,9 9-6-15,-9-9-9 0,6 3-6 0,-2-2-3 16,-4-1-6-16,6 4-4 0,-2-2-3 0,1-1-2 16,-5-1-7-16,8 3-4 0,-2-1-3 0,-6-2-1 15,5 1 11-15,-5-1-2 0,0 0-2 0,11-6 1 16,-7 4 1-16,0-2 3 0,-3 1 8 0,5 0 4 16,-3-1 8-16,1 0 0 0,-3 0-3 0,4 1 9 15,-2 0 4-15,-3 3-3 0,3-5-2 0,-3 5-2 16,4-4-10-16,-3 1-7 0,-1 3-7 0,0 0-6 15,3-2 0-15,-3 2-8 0,0 0-5 0,0 0-9 16,12 6-4-16,-9 1 1 0,2 2-3 0,1 1-1 0,-2 0-4 16,0 2 1-16,6 6 2 0,-2 0-3 0,0 1-3 15,0 8 1-15,4-1-3 0,1-1 0 0,0 1 1 16,2-1 4-16,-1 2 6 0,-4 0 12 0,3-3 9 16,0 0-15-16,-6-4 1 0,1-1-3 0,-2-1 8 15,-2-2 27-15,3 0 9 0,-5-5 17 0,-2 1 16 16,-1-2 26-16,-3-1 27 0,0-1 7 0,0-2 4 15,-6 1-2-15,-1-4-8 0,-6 1-15 0,-5-1-13 16,0-3-11-16,-6-5-11 0,0-2-9 0,-4-1-27 16,3-2-16-16,2-3-20 0,0 1-33 0,5 3-47 15,7-4-69-15,2 0-76 0,0-1-68 0,2 2-82 16,6-5-110-16,1 5-311 0,5-2-828 0,5 1 367 0</inkml:trace>
  <inkml:trace contextRef="#ctx0" brushRef="#br0" timeOffset="93528.93">18097 12515 57 0,'-3'-5'277'0,"3"5"6"16,-2-4 6-16,2 4 5 0,0 0 1 0,2-7-11 0,-2 7-6 16,0 0-12-16,0 0-13 0,0 0-27 0,-2-3-26 15,2 3-22-15,0 0-22 0,0 0-11 0,0 0-19 16,0 0-12-16,12 12-6 0,-6-9-15 0,3 7-8 15,7 4-7-15,0 1-7 0,9 6-11 0,-2 2-2 16,3 3-2-16,-1 0-4 0,1 3-10 0,-1 1-4 16,8 11 6-16,-11-10-18 0,-2 3 3 0,7 8-4 15,-12-5 3-15,-2-1-9 0,-1 1 2 0,0 13-4 16,-10-13 4-16,-2 0-4 0,-5 1-1 0,-4 10-3 16,-7 2 4-16,-8-3 0 0,-4-5 0 0,-6-1 0 15,-7 1-8-15,-3-4 6 0,-2-8-5 0,-7 1 1 16,-3-2-11-16,2-1-31 0,1-4-53 0,-7-4-63 0,-1-2-64 15,9-2-94-15,-4-2-100 0,14-5-207 0,3-1-662 16,-1-5 293-16</inkml:trace>
  <inkml:trace contextRef="#ctx0" brushRef="#br0" timeOffset="96648.68">12593 13383 21 0,'4'-2'116'0,"-4"2"-6"0,0 0-2 0,4-3-1 16,-4 3 0-16,0 0-4 0,0 0-2 0,0 0 1 15,6-4-3-15,-6 4-1 0,0 0-7 0,0 0-3 16,0 0 1-16,0 0 1 0,0 0-3 0,0 0-2 16,2-3-4-16,-2 3-8 0,0 0-12 0,0 0-1 15,0 0-5-15,4-2-6 0,-4 2-11 0,0 0 1 16,3-5-3-16,-2 2-5 0,-1 3-2 0,2-8 1 16,-1 6-7-16,2-2-3 0,1-1 1 0,-3 0-1 0,-1 1 9 15,2-2 5-15,0 0-3 0,0-3-3 0,-1 3 0 16,1-1-5-16,-1-2-4 0,-1 1 0 15,1 0 0-15,1-2-4 0,0 0 0 0,-1 1-1 0,2-2-1 16,-3 3 0-16,0 0 1 0,2 0 13 0,0-2 3 16,-2 2 5-16,0 3 3 0,-2-1 3 0,2 2-4 15,-2-3 0-15,2 5-7 0,0 2-1 0,-4-7-4 16,4 7-3-16,-5-4-3 0,-1 2-4 0,6 2-1 16,-11 2-4-16,5-1 2 0,-6 2-3 0,-1 0-3 15,2 2 0-15,2-1 4 0,-2 2-6 0,-1 0-3 0,2 0 3 16,-1-1-3-16,2 4 2 0,-1-4-1 0,2 3-2 15,1 0 1-15,-1-1-1 0,3 0 2 16,-1-2-2-16,2 4 0 0,0-3 3 0,4 2-1 0,-1-2 1 16,1 1 1-16,0-2-2 0,1 2 3 0,2-1-3 15,-2-1 0-15,3 1 6 0,-2 1-5 0,3-2 2 16,-1 0 0-16,-1-2 2 0,6 0-1 0,-3 3 2 16,1-4-1-16,1 2-3 0,-2-2 1 0,3-1 3 15,-4-1-2-15,2 2-1 0,-7-2 1 0,12-2-2 16,-6 1-1-16,-6 1 2 0,8-1 0 0,-4 0 0 15,1-3 2-15,-5 4 9 0,7-2 10 0,-4-1 10 16,-3 3 1-16,4-3-3 0,-3 0 0 0,-1 3 5 16,0 0-1-16,6-3 2 0,-6 3-4 0,0 0-6 15,3-3-5-15,-3 3 3 0,0 0-8 0,0 0-3 16,0 0 8-16,0 0-13 0,0 0-2 0,13 6-1 16,-9-1 0-16,0 0 0 0,0 2-4 0,0-2 4 0,2 7-7 15,-3-3-18-15,3 6-30 0,-2 1-34 0,-1 2-39 16,-3 0-62-16,3 0-81 0,-5 0-244 0,2 1-546 15,0 0 242-15</inkml:trace>
  <inkml:trace contextRef="#ctx0" brushRef="#br0" timeOffset="113050.17">6131 6962 17 0,'0'0'225'16,"0"0"-9"-16,0 0-2 0,0 0-5 0,-7-5-4 15,7 5-6-15,0 0-3 0,0 0-8 0,0 0-10 16,-3-4-6-16,3 4-7 0,0 0-12 16,0 0-3-16,0 0-2 0,0 0-17 0,0 0-5 0,0 0-14 15,0 0-5-15,-1-4-8 0,1 4-13 0,0 0-6 16,0 0-8-16,0 0-8 0,0 0 8 0,0 0-20 15,0 0-7-15,0 0-6 0,0 0-1 0,0 0-8 16,0 0 0-16,0 0 1 0,0 0-8 0,0 0-1 16,0 0-6-16,0 0 3 0,0 0-8 0,0 0 2 15,0 0-2-15,0 0 0 0,11 9 1 0,-8-7 2 16,-1 2-3-16,1-2-2 0,-1 2-4 0,-1-1-7 16,4 1 6-16,-1 0 3 0,0 0-3 0,-1 0 0 15,1 0-8-15,0 1-9 0,-1 0-22 0,1-1-20 16,3 1-24-16,-3 0-18 0,-1-1-20 0,2 4-25 15,-2-5-15-15,1 2-26 0,0 2-22 0,0-3-38 16,0 1-210-16,0 0-489 0,-1 2 216 0</inkml:trace>
  <inkml:trace contextRef="#ctx0" brushRef="#br0" timeOffset="113456.9">6305 7125 25 0,'0'0'234'0,"0"0"-4"15,0 0-10-15,0 0-16 0,0 0-9 0,0 0-11 16,0 0-12-16,0 0-11 0,0 0-17 0,0 0-9 16,-4 6-7-16,4-6 4 0,0 0-10 0,0 5-17 15,0-5-7-15,3 4-8 0,-3-4-9 0,1 4-9 16,-1 0-8-16,4-2-8 0,-1 2-6 0,1-2-4 16,0 2-14-16,2-1-25 0,-1 2-22 0,0-1-19 15,2 0-24-15,-3-1-10 0,3 3-16 0,-3-2-21 16,3-1-18-16,-2 2-12 0,2-2-4 0,-1 1-7 15,-1 1 0-15,0-2-2 0,-1 0 14 0,1 1 9 16,-1 2 10-16,0-5 17 0,-3 1 6 0,2 1 10 16,-3-3 11-16,3 4 10 0,-1-1 17 0,-2-3 12 15,6 3 12-15,-6-3 20 0,0 0 9 0,1 4 15 0,-1-4 5 16,0 0 5-16,4 3 4 0,-4-3 8 0,0 0 8 16,0 0 1-16,4 2-5 0,-4-2-3 15,2 2-4-15,-2-2 0 0,5 4 4 0,-2-1-8 0,1-1-3 16,-4-2-8-16,7 3 14 0,-2 1-14 0,-1-2-5 15,0 1-3-15,5 1-1 0,-5 0-2 0,2 0-8 16,-2-1-23-16,-1 1-17 0,1 1-18 0,0-2-23 16,2 2-17-16,-2-1-18 0,0 1-15 0,1 0-80 15,-1-1-218-15,-1-1 97 0</inkml:trace>
  <inkml:trace contextRef="#ctx0" brushRef="#br0" timeOffset="113941.24">6557 7363 98 0,'1'2'17'0,"-1"-2"25"15,3 4 23-15,-2 0 11 0,-1-4 15 0,0 0-5 16,0 0 16-16,3 4 5 0,-3-4-3 0,0 0 16 15,0 0-13-15,0 0-6 0,4 3-6 0,-4-3-6 16,0 0-8-16,0 0-7 0,4 2-8 0,-4-2-5 16,7 4-8-16,-7-4-12 0,5 2 3 0,-2 0-4 15,1 0-8-15,0-1-3 0,0 2-28 0,0 2-23 16,4-1-29-16,-2 0-22 0,-1-2-9 0,2 3-9 16,-1 1-13-16,0-1-6 0,-2-2-3 0,2 4 1 15,-2-2 8-15,2 1 12 0,-2-1 11 0,2-1 9 16,-3 2 10-16,1-1 11 0,0 0 17 0,-1-2 14 15,0 0 9-15,-2 0 14 0,3-1 14 0,-1 3 16 0,-3-2 11 16,2 1 3-16,-2-4 7 0,4 4 4 16,-4-4-7-16,0 0-3 0,5 4-9 0,-4-2 3 15,-1-2 6-15,0 0-10 0,4 3-1 0,-4-3-5 0,4 5 2 16,0-4-4-16,-1 2-13 0,-3-3 4 0,8 5-15 16,-3-1 11-16,0-2 1 0,0 2-2 0,9 0-4 15,-9 0-2-15,6 2-15 0,0-3-7 0,2 0-8 16,-2 3-5-16,1 0 2 0,-1-2-11 0,-1 1-6 15,2 0 10-15,-4 0-8 0,-1-1 7 0,2-2 6 16,-3 2 1-16,0-1 2 0,-1 1 5 0,-1-3 2 16,-1 2 11-16,-3-3 0 0,5 3 16 0,-2 0 15 15,-3-3 7-15,7 4 14 0,-7-4 13 0,0 0 9 16,4 3 5-16,-4-3-2 0,0 0 3 0,0 0 3 16,4 2-3-16,-4-2-2 0,0 0-8 0,0 0 2 15,0 0-9-15,0 0-3 0,0 0-8 0,0 0-3 16,7 1-1-16,-7-1-6 0,4 3-4 0,-4-3-7 15,11 1-3-15,-6 2-5 0,-1-1-23 0,5-1-28 16,-4 3-27-16,4-1-5 0,0 1-37 0,-1 1-53 16,0 0-20-16,-3 3-91 0,2-3-285 0,-3 1 126 15</inkml:trace>
  <inkml:trace contextRef="#ctx0" brushRef="#br0" timeOffset="114108.66">7049 7796 27 0,'0'3'170'0,"0"-3"2"0,0 0-7 16,0 0-12-16,0 0-11 0,0 0-12 0,0 0-17 0,0 0-8 16,4 2-14-16,-4-2-5 0,0 0-13 0,0 0-10 15,11 0-10-15,-11 0-48 0,8 0-25 16,-8 0-34-16,6 1-28 0,-1 1-38 0,-5-2-92 16,4 4-230-16,-2-1 101 0</inkml:trace>
  <inkml:trace contextRef="#ctx0" brushRef="#br0" timeOffset="114275.9">7184 7946 186 0,'4'2'220'0,"-4"-2"-13"0,0 0-19 0,0 0-15 0,0 0-24 16,0 0-11-16,0 0-17 0,0 0-11 0,0 0-14 15,0 0-14-15,11 0-26 0,-11 0-34 0,4 1-53 16,0 0-48-16,-4-1-45 0,5 1-129 0,-5-1-273 15,9 5 121-15</inkml:trace>
  <inkml:trace contextRef="#ctx0" brushRef="#br0" timeOffset="114473.36">7457 8165 106 0,'2'4'256'16,"-2"-4"-2"-16,0 0-12 0,0 0-20 0,0 0-13 15,0 0-20-15,0 0-16 0,0 0-17 0,0 0-18 16,0 0-13-16,0 0-16 0,0 0-19 0,0 0-16 16,0 0-21-16,0 0-19 0,0 0-25 0,10-1-22 15,-10 1-43-15,7 4-17 0,-1-3-31 0,-1 2-14 16,2 1-31-16,1-2-20 0,-3 3-125 0,2-2-317 16,-1 1 142-16</inkml:trace>
  <inkml:trace contextRef="#ctx0" brushRef="#br0" timeOffset="114628.07">7615 8242 123 0,'0'0'203'0,"0"0"-7"0,0 0-6 16,0 0-7-16,0 0-14 0,8 1-15 0,-8-1-14 15,0 0-15-15,0 0-19 0,0 0-6 0,0 0-14 16,4 2-6-16,-4-2-29 0,0 0-32 0,4 2-38 16,0-1-47-16,-4-1-34 0,8 4-55 0,-5-2-110 15,-3-2-285-15,11 5 126 0</inkml:trace>
  <inkml:trace contextRef="#ctx0" brushRef="#br0" timeOffset="115091.14">7804 8365 154 0,'0'2'251'16,"0"-2"-2"-16,0 0-8 0,0 0-10 0,7 2-18 16,-7-2-18-16,0 0-18 0,0 0-18 0,0 0-13 15,2 3-17-15,-2-3-13 0,0 0-11 0,0 0-13 16,4 1-14-16,-4-1-18 0,0 0-31 0,10 1-23 15,-6 2-18-15,-1-1-20 0,5 1-21 0,-4-2-18 16,-4-1-10-16,10 2-29 0,-5 3 6 0,2-4-3 16,1 3-6-16,-3 0-6 0,1-2-12 0,2 3 10 15,-1-2 8-15,-3 1 13 0,0-1 17 0,1 2 0 0,1-2 14 16,-1-1 7-16,-2 2 20 0,2-3 29 16,-1 0 6-16,-4-1 18 0,5 2 21 0,-5-2 14 15,4 3 17-15,-4-3 9 0,0 0 2 0,0 0-1 0,8 0-14 16,-8 0 0-16,0 0-7 0,8 1-5 0,-8-1-6 15,0 0-3-15,10-1-1 0,-10 1-15 16,8 2 4-16,-4 0-7 0,1-1-24 0,-5-1-29 16,15 2-23-16,-9 1-5 0,2-1 10 0,1-1-10 0,2 4-22 15,-5-3 9-15,4 3 4 0,-3-2 0 0,0 1 9 16,-3-1 3-16,5 0 11 0,-3 1 1 0,-2 1 10 16,0-2 21-16,2 0 6 0,-2-1 10 0,-4-2 21 15,5 5 13-15,-2-4 0 0,-3-1 17 0,0 0 13 16,8 4 10-16,-8-4 3 0,3 1 5 0,-3-1-2 15,0 0-4-15,7 2 0 0,-7-2-12 0,5 3-6 16,-5-3-5-16,6 1-3 0,-6-1-13 0,8 1 3 16,-8-1-4-16,9 1-15 0,-5-1-24 0,2 2-33 15,-2-1-31-15,7 1-19 0,-3 0 8 0,3 0-30 16,1 2-19-16,-1 0 1 0,1 0-95 0,0 1-238 16,1-1 106-16</inkml:trace>
  <inkml:trace contextRef="#ctx0" brushRef="#br0" timeOffset="115293.92">8329 8565 445 0,'5'3'-1'16,"2"-1"14"-16,-3 1 28 0,-1-2 20 0,-3-1 11 15,8 1 34-15,-8-1 12 0,0 0 14 0,8 1 8 16,-8-1 7-16,0 0 0 0,4 3 6 0,-4-3-4 16,0 0-7-16,4 1-11 0,-4-1-14 0,0 0-9 15,0 0-12-15,0 0-10 0,0 0-9 0,0 0-7 0,0 0-7 16,0 0-10-16,13-1-1 0,-13 1-9 0,9 0-10 16,-9 0-11-16,7 1-9 0,-7-1-19 15,10 3-14-15,-6-2-16 0,-4-1-14 0,9 0-8 16,-9 0-19-16,8 0-20 0,-4 2-6 0,-4-2-26 0,10 0 2 15,-6 1-21-15,-4-1-14 0,0 0-141 0,12 1-328 16,-12-1 145-16</inkml:trace>
  <inkml:trace contextRef="#ctx0" brushRef="#br0" timeOffset="116247.17">8792 8609 118 0,'-11'-5'279'0,"11"5"-13"0,0 0-17 16,0 0-17-16,0 0-20 0,0 0-11 0,0 0-16 15,0 0-18-15,0 0-14 0,0 0-16 0,0 0-11 16,0 0-13-16,0 0-15 0,0 0-5 0,0 0-8 16,0 0-12-16,9 11-4 0,-4-10-4 0,-5-1-7 15,9 4-2-15,-4-3-5 0,2 0-6 0,1 1-9 16,0-1 4-16,3 1-21 0,1 0-13 0,-1-2-37 16,0 4-22-16,3-2-37 0,-5 1-35 0,4-1-30 15,-3 1-33-15,4-2-38 0,-6 2-168 0,1 1-428 16,-2-2 190-16</inkml:trace>
  <inkml:trace contextRef="#ctx0" brushRef="#br0" timeOffset="116432.4">9051 8710 49 0,'0'0'196'0,"10"-1"-1"0,-10 1-12 0,0 0-9 15,7-4-13-15,-7 4-16 0,6-3-12 0,-2 2-15 16,-4 1-11-16,6-3-13 0,-6 3-11 0,0 0-9 15,8 0-7-15,-8 0-8 0,0 0-16 0,8 1-32 16,-8-1-24-16,8 3-28 0,-5-2-23 0,-3-1-34 16,11 4-29-16,-7-4-19 0,0 4-89 0,1-1-252 15,1-1 112-15</inkml:trace>
  <inkml:trace contextRef="#ctx0" brushRef="#br0" timeOffset="116633.44">9251 8748 103 0,'0'0'237'0,"8"-5"-1"0,-8 5-4 0,0-4-4 15,0 4-6-15,0 0-7 0,4-5-14 0,-4 5-18 32,0 0-15-32,2-5-15 0,-2 5-17 0,0-2-15 15,0 2-14-15,0 0-14 0,0 0-15 0,0 0-19 16,0 0-19-16,0 0-16 0,0 0-19 0,0 0-26 16,0 0-26-16,12 5-26 0,-6-3-23 0,-1 0-31 0,0 1-16 15,2-1-18-15,0 4-28 0,1-3-142 0,0-1-358 16,-1 0 158-16</inkml:trace>
  <inkml:trace contextRef="#ctx0" brushRef="#br0" timeOffset="116832.66">9466 8780 180 0,'7'0'176'0,"-7"0"-9"16,0 0-21-16,0 0-10 0,7-3-12 0,-7 3-14 15,0 0-12-15,0 0-15 0,9-2-3 0,-9 2-9 16,7 0-5-16,-7 0-3 0,9 2-12 0,-5 0-6 15,-4-2-11-15,9 2-5 0,-4-1-24 0,-1 1-22 16,-4-2-16-16,8 3-15 0,-5-1-12 0,4-2-17 16,-7 0-9-16,8 5-8 0,-4-4-12 0,0 2-7 15,0-1-59-15,0 1-186 0,-1 0 83 0</inkml:trace>
  <inkml:trace contextRef="#ctx0" brushRef="#br0" timeOffset="117002.15">9663 8820 28 0,'0'0'169'15,"0"0"14"-15,0 0 2 0,8-3-2 0,-8 3-2 16,0 0-7-16,3-2-9 0,-3 2-13 0,0 0-18 16,0 0-11-16,0 0-11 0,7-2-15 0,-7 2-9 0,0 0-9 15,3-2-10-15,-3 2-14 0,0 0-17 16,9 0-26-16,-9 0-23 0,8 2-30 0,-2 0-30 16,-1-1-42-16,-1 0 0 0,4 2-17 0,-2-2-26 15,-1 0-110-15,2 2-287 0,0 0 127 0</inkml:trace>
  <inkml:trace contextRef="#ctx0" brushRef="#br0" timeOffset="117184.94">9824 8851 59 0,'0'0'177'0,"5"1"5"0,-5-1 17 0,0 0-1 15,0 0 0-15,0 0-4 0,8-4-7 0,-8 4-4 16,6-2-12-16,-6 2-11 0,0 0-10 16,5-3-21-16,-5 3-14 0,7-2-7 0,-7 2-4 0,4-3-19 15,-4 3-12-15,6-2-4 0,-6 2-12 0,0 0-7 16,10 0-15-16,-10 0-15 0,0 0-20 0,10 4-15 15,-6-3-26-15,0 2-22 0,0 0-21 0,7 1-17 16,-6-3-21-16,4 3-24 0,-2-2-5 0,5 2-14 16,-7-1-3-16,6 1-3 0,1-1-109 0,-5-1-302 15,3 1 133-15</inkml:trace>
  <inkml:trace contextRef="#ctx0" brushRef="#br0" timeOffset="117368.95">10044 8894 613 0,'4'1'-21'16,"4"0"26"-16,-2 1 19 0,-6-2 28 15,9 1 20-15,-5-1 21 0,-4 0 21 0,0 0 19 0,10 1 5 16,-10-1 15-16,0 0 9 0,5 1 7 15,-5-1 2-15,0 0 13 0,0 0-11 0,0 0-4 16,0 0-6-16,0 0-13 0,7 0-10 0,-7 0-15 0,0 0-10 16,0 0-18-16,8-1-3 0,-8 1-16 0,0 0-2 15,6-1-12-15,-6 1 3 0,9 0-19 0,-9 0-10 16,7 0-26-16,-7 0-24 0,8 1-29 0,-1-1-20 16,-3 3-30-16,4-1-24 0,-2 0-35 0,0-1-38 15,1 0-54-15,3 1-221 0,-2-2-499 0,2 1 221 16</inkml:trace>
  <inkml:trace contextRef="#ctx0" brushRef="#br0" timeOffset="118256">10120 8866 98 0,'0'0'233'0,"0"0"-12"15,0 0-4-15,0 0-7 0,0 0-6 0,0 0-2 16,0 0-9-16,0 0-6 0,0 0-4 0,0 0-11 15,0 0-12-15,0 0-13 0,0 0-15 0,10 4-15 0,-10-4-9 16,0 0-13-16,8 1-8 0,-8-1-7 0,4 1-11 16,-4-1-4-16,0 0-5 0,12 2-9 15,-8-1 3-15,-1 0-15 0,2 1-2 0,1 1-6 0,-2 1-2 16,4-1-6-16,0-1-26 0,1 1-29 0,-4-1-36 16,10 2-42-16,-6 0-31 0,6 1-40 0,2-1-40 15,2-2-47-15,-7 1-146 0,8 4-448 0,1-2 199 16</inkml:trace>
  <inkml:trace contextRef="#ctx0" brushRef="#br0" timeOffset="118470.64">10553 8990 98 0,'0'0'237'16,"2"-2"-7"-16,-2 2 3 0,0 0-8 0,0 0-7 15,6-4-7-15,-5 1-15 0,-1 3-17 0,0 0-16 16,0 0-16-16,2-4-13 0,-2 4-15 0,0 0-8 15,0 0-15-15,0 0-11 0,0 0-12 0,0 0-7 0,0 0-10 16,5-1-14-16,-5 1-22 0,0 0-19 0,0 0-23 16,13 5-24-16,-8-2-27 0,-1-1-26 15,4 1-31-15,-2-2-34 0,0 2-5 0,2-2-9 0,2 1-18 16,-2 0-115-16,4-2-336 0,-4 1 149 0</inkml:trace>
  <inkml:trace contextRef="#ctx0" brushRef="#br0" timeOffset="118641.27">10803 9007 14 0,'0'0'185'0,"0"0"-1"0,0 0 3 16,8-1-9-16,-8 1-14 0,0 0-7 0,0 0-13 0,0 0-9 15,0 0-16-15,0 0-10 0,4-3-8 0,-4 3-11 16,0 0-14-16,0 0-6 0,0 0-8 0,0 0-6 16,0 0-10-16,7 3-17 0,-7-3-17 0,8 2-33 15,-5-1-18-15,-3-1-34 0,11 2-35 0,-6-1-32 16,6 0-31-16,-3 0-90 0,3 1-283 0,1-2 125 15</inkml:trace>
  <inkml:trace contextRef="#ctx0" brushRef="#br0" timeOffset="118824.18">11076 9047 87 0,'0'0'203'0,"0"0"-4"0,0 0-3 0,4 2-9 15,-4-2-8-15,0 0-15 0,6 1-14 0,-6-1-19 16,0 0-8-16,0 0-12 0,0 0-12 0,8-1-11 15,-8 1-10-15,0 0-8 0,12 0-13 0,-8 1-10 16,-1 1-24-16,5-1-35 0,-1 0-18 0,0 0-28 16,1 0-27-16,-1 2-19 0,4 0-18 0,-1-2-19 0,-1 2-21 15,2-2-85-15,1 1-267 0,-4-2 119 0</inkml:trace>
  <inkml:trace contextRef="#ctx0" brushRef="#br0" timeOffset="118992.45">11329 9077 22 0,'0'0'188'0,"0"0"0"0,6-1-5 0,-6 1-5 16,0 0-8-16,0 0-14 0,0 0-6 0,1-4-11 16,-1 4-15-16,0 0-9 0,3-3-16 0,-3 3-8 15,0 0-10-15,1-3-9 0,-1 3-14 0,0 0-17 16,0 0-24-16,11 0-37 0,-11 0-28 0,8-1-31 16,-8 1-37-16,13 0-48 0,-8 0-111 0,6 0-297 15,0 0 132-15</inkml:trace>
  <inkml:trace contextRef="#ctx0" brushRef="#br0" timeOffset="119164.33">11577 9073 115 0,'3'-2'203'0,"-3"2"-12"0,0 0-8 0,0 0-14 16,5-2-18-16,-5 2-14 0,4-2-13 0,-4 2-14 15,0 0-11-15,8-2-15 0,-8 2-4 0,6 0-6 16,-6 0-12-16,0 0-20 0,12 0-24 0,-8 1-28 15,4 0-28-15,-2 1-36 0,-1-2-32 0,3 0-25 16,1 0-117-16,0 2-268 0,-2-2 119 0</inkml:trace>
  <inkml:trace contextRef="#ctx0" brushRef="#br0" timeOffset="119350.13">11868 9065 86 0,'0'-4'183'0,"0"4"-9"15,0 0-6-15,0 0-14 0,0 0-11 0,0 0-16 16,0 0-14-16,7-3-12 0,-7 3-12 0,0 0-12 16,0 0-12-16,0 0-17 0,0 0-17 0,0 0-19 15,0 0-24-15,0 0-30 0,0 0-37 0,13 5-30 16,-13-5-113-16,9 2-240 0,-4 0 107 0</inkml:trace>
  <inkml:trace contextRef="#ctx0" brushRef="#br0" timeOffset="119526.59">12080 9076 3 0,'0'0'161'16,"0"0"-9"-16,3-4-19 0,-3 4-10 0,1-3-14 16,-1 3-7-16,0 0-15 0,5-2-5 0,-5 2-8 15,0 0-10-15,6-1-20 0,-6 1-21 0,0 0-22 16,8-1-28-16,-8 1-15 0,0 0-19 0,11 1-111 15,-11-1-185-15,11 1 81 0</inkml:trace>
  <inkml:trace contextRef="#ctx0" brushRef="#br0" timeOffset="119710.7">12280 9071 104 0,'0'0'171'0,"8"-4"-7"0,-8 4-11 0,3-2-11 0,-3 2-11 15,4-3-11-15,-4 3-10 0,0 0-13 0,4-3-5 16,-4 3-9-16,5-1-8 0,-5 1-20 0,0 0 2 16,7-4-13-16,-7 4-15 0,4-1-21 0,-4 1-27 15,0 0-33-15,9 0-23 0,-9 0-21 0,5 2-16 16,-5-2-102-16,8 1-232 0,-8-1 104 0</inkml:trace>
  <inkml:trace contextRef="#ctx0" brushRef="#br0" timeOffset="119910.26">12453 9058 148 0,'0'0'164'0,"0"0"-21"15,0 0 3-15,0 0-14 0,0 0-8 0,0 0-13 0,0 0-21 16,5-3 3-16,-5 3-6 0,0 0-15 16,0 0-6-16,7 0-6 0,-7 0 1 0,0 0-15 15,8 3-11-15,-8-3-20 0,7 1-20 0,-3 1-21 0,-4-2-14 16,9 1-28-16,-9-1-16 0,13 1-24 0,-8-1-7 15,1 3-77-15,-1-2-207 0,-5-1 93 0</inkml:trace>
  <inkml:trace contextRef="#ctx0" brushRef="#br0" timeOffset="120097.75">12632 9067 148 0,'0'0'156'0,"0"0"-14"15,5-2 0-15,-5 2 2 0,0 0-9 0,7-2-5 16,-7 2-10-16,0 0-8 0,0 0-10 0,7-2-9 15,-7 2-8-15,0 0-11 0,3-2-6 0,-3 2-10 16,0 0-6-16,8-3-3 0,-8 3-12 0,0 0-23 16,7 0-20-16,-7 0-30 0,0 0-24 0,12 2-22 15,-9-1-27-15,-3-1-21 0,11-1-110 0,-11 1-260 0,8 1 115 16</inkml:trace>
  <inkml:trace contextRef="#ctx0" brushRef="#br0" timeOffset="120279.42">12839 9047 75 0,'0'0'138'0,"0"0"-11"16,0 0-11-16,6-2-8 0,-6 2-16 0,0 0-10 16,0 0-4-16,0 0-13 0,0 0-6 0,0 0-6 0,0 0-7 15,14 3 3-15,-14-3-8 0,3 2-13 0,-3-2-14 16,6 2-20-16,-6-2-13 0,0 0-24 15,9 0-21-15,-3 0-23 0,-6 0-72 0,10-2-172 16,-3 2 76-16</inkml:trace>
  <inkml:trace contextRef="#ctx0" brushRef="#br0" timeOffset="120467.03">13013 9047 146 0,'0'0'146'15,"0"0"-13"-15,0 0-14 0,8-3-13 0,-8 3-8 16,0 0-13-16,0 0-3 0,0 0-15 0,0 0-8 16,9 0-16-16,-9 0-25 0,0 0-28 0,0 0-18 15,9 0-20-15,-9 0-27 0,5 3-5 0,-5-3-64 16,7 2-155-16,-3-1 68 0</inkml:trace>
  <inkml:trace contextRef="#ctx0" brushRef="#br0" timeOffset="120647.23">13189 9065 181 0,'0'0'208'16,"0"0"-7"-16,0 0-15 0,0 0-13 0,0 0-19 15,0 0-10-15,0 0-13 0,0 0-16 0,0 0-12 16,0 0-10-16,0 0-14 0,0 0-14 0,0 0-25 16,0 0-15-16,0 0-25 0,1 2-26 0,-1-2-22 15,0 0-32-15,8 0-17 0,-8 0-19 0,8 2-12 16,-8-2-10-16,7 0-74 0,0 0-227 0,-7 0 100 15</inkml:trace>
  <inkml:trace contextRef="#ctx0" brushRef="#br0" timeOffset="120831.23">13334 9069 11 0,'0'0'186'0,"0"0"-11"0,0 0-8 0,0 0-2 15,0 0-10-15,0 0-21 0,0 0-7 0,4-4-13 16,-4 4-11-16,0 0-16 0,0 0-2 0,0 0-10 15,0 0-8-15,0 0-18 0,0 0-12 0,0 0-23 16,0 0-21-16,0 0-32 0,11 4-17 0,-6-4-31 16,-5 0-18-16,9 2-38 0,-4-1-76 0,-5-1-238 15,15-1 105-15</inkml:trace>
  <inkml:trace contextRef="#ctx0" brushRef="#br0" timeOffset="121015.2">13500 9076 30 0,'0'-5'169'0,"0"5"-8"16,0 0-8-16,0 0-7 0,0 0-17 0,0 0-8 0,0 0-5 15,0 0-15-15,0 0-11 0,0 0-14 0,0 0-2 16,3-4-7-16,-3 4-5 0,0 0-20 0,0 0-17 16,0 0-15-16,0 0-23 0,12 4-20 0,-12-4-22 15,7 2-17-15,-7-2-28 0,8 0-24 0,-4 1-73 16,-4-1-211-16,12-1 94 0</inkml:trace>
  <inkml:trace contextRef="#ctx0" brushRef="#br0" timeOffset="125042">13934 7762 170 0,'0'0'177'16,"-4"-5"-9"-16,1 3-7 0,3 2-12 0,-7-3-20 16,3 0-9-16,4 3-8 0,-12-1-15 0,12 1-9 15,-14 1-7-15,6 0-2 0,1 1 0 0,-2 1-5 16,-2 2-7-16,1-3-8 0,-3 2-8 0,2 0-2 15,-4 4-9-15,-1-2 18 0,2 0 0 0,3 1-4 16,-2-2-3-16,-5 4-4 0,1-1-2 0,0 2-4 16,-1-1-5-16,3 1-1 0,-1-1-4 0,1 1-2 15,-2-1-4-15,0 4-2 0,2-3-1 0,-1 1-2 0,1 2 0 16,0-1-2-16,0-1-1 0,3 2-3 16,-5-1-1-16,5-1 1 0,-3 2-3 0,3-1 4 15,-2 1-4-15,1-2 3 0,-1 2 1 0,-1 1 18 0,4 2 4 16,-5-4-3-16,4 2-7 0,2-1 2 0,-5 0-4 15,2 0-1-15,2 0-3 0,-3-1 0 0,4-1-3 16,-4 0-3-16,4-2-2 0,-1 1 2 0,2-1-4 16,-1 4-3-16,-3-3 2 0,3 0-3 0,3 2 2 15,-5-3 4-15,4 2-3 0,-3 4 3 0,0-2 1 16,4-2-3-16,-1 1-2 0,1-2 6 0,-2 0 0 16,-1 4 1-16,4-2-2 0,-1 1-1 0,-3-5 4 15,2 4-3-15,1-2-2 0,-1 2-2 0,-1-1 1 16,3 1-2-16,-1-1 5 0,-1 1-8 0,-1-1 1 15,1 3 1-15,1-2-3 0,0-2 0 0,-1 2-2 16,1-1 1-16,-1 2 2 0,2-1-3 0,-2 0 1 16,3-2 0-16,-2 5-1 0,0-5 1 0,0 3-5 0,2-2 5 15,-2 2 0-15,0-3-1 0,3 0-5 0,0 1 3 16,-4-1 4-16,3-1-5 0,-1 1 3 16,2-3-1-16,1 3 0 0,-4-4 0 0,6 2-4 0,-6-3 4 15,3 1-3-15,2 2 3 0,-3-4 3 0,4 1-5 16,-3 0 2-16,1 2-1 0,0-4 2 0,1 1 0 15,0 0 3-15,0 0 10 0,-2 0 3 0,4 0-1 16,-3-2 1-16,2 2-3 0,1-4-2 0,-3 4-3 16,3-4-1-16,-3 4 3 0,3-4-5 0,0 4-2 15,0-4 3-15,0 5-1 0,0-5-2 0,-3 2 2 16,3-2-5-16,-4 5 3 0,3-1-3 0,1-4 2 16,-3 4-3-16,0-1 3 0,2 0-3 0,1-3 1 15,-4 5-1-15,0-2-1 0,4 1 3 0,0-4-3 16,-5 5 1-16,2-1 0 0,2-1 0 0,1-3 0 15,-6 6-2-15,5-3 2 0,-2 0-1 0,3-3-1 16,-3 5-1-16,-1-2 2 0,4-3-1 0,-4 5-1 16,3-1-1-16,1-4 3 0,-3 2 4 0,3-2-4 0,-4 4-1 15,4-4-1-15,0 0 4 0,0 4-2 0,0-4 0 16,0 0-3-16,0 0 6 0,0 0-8 16,-3 7 4-16,3-7 1 0,-1 2-1 0,1-2-1 0,0 0 2 15,0 0-8-15,0 0-2 0,-3 4-13 0,3-4-7 16,0 0-17-16,0 0-21 0,0 0-13 0,0 0-19 15,0 0-22-15,0 0-34 0,0 0-47 0,0 0-51 16,11 0-168-16,-11 0-457 0,0 0 202 0</inkml:trace>
  <inkml:trace contextRef="#ctx0" brushRef="#br0" timeOffset="125371.11">13025 8847 70 0,'0'0'214'0,"0"0"-9"0,0 0-19 0,0 0-12 16,0 0-18-16,0 0-18 0,0 0-9 0,0 0-16 15,0 0-14-15,0 0-4 0,0 0 2 0,0 0 0 16,0 0-4-16,-14 6-5 0,14-6-3 0,-10 4-7 15,7-2-6-15,-2 3-5 0,-4-3 2 0,3 2 0 16,-4 0-8-16,2-1-6 0,-3 1-8 0,2 2-3 16,-1-1-3-16,-3-2-5 0,3 1-5 0,-1 2-1 15,0-3-4-15,3 1-1 0,-3 0-3 0,4-2-1 0,-5 4-8 16,5-4-18-16,-1 1-17 0,0-2-32 16,3 1-28-16,-1 1-48 0,2-2-43 0,4-1-61 15,-7 4-124-15,7-4-387 0,0 0 170 0</inkml:trace>
  <inkml:trace contextRef="#ctx0" brushRef="#br0" timeOffset="125626.15">12711 8829 176 0,'0'-4'265'0,"0"4"-12"0,0 0-13 0,0 0-14 16,0 0-26-16,0 0-16 0,0 0-19 0,0 0-16 16,0 0-14-16,0 0-13 0,0 0-12 15,0 0-10-15,0 0-7 0,0 0-5 0,0 0-6 16,7 11-8-16,-3-7-8 0,2 2-9 0,-2 0-3 0,2 1-5 16,5 0-6-16,-2 1-1 0,5 2-13 0,3-1-23 15,-1-1-51-15,3 0-66 0,0-3-83 0,0 2-249 16,-1-1-481-16,2-3 213 0</inkml:trace>
  <inkml:trace contextRef="#ctx0" brushRef="#br0" timeOffset="127395.15">14118 7236 73 0,'4'-8'337'15,"-3"5"-4"-15,-1-5-4 0,0 3-5 0,1 1-8 16,-1 0-12-16,0 4-26 0,-1-8-26 0,1 8-37 0,1-5-14 15,-1 5-27-15,-1-4-16 0,1 4-14 0,0 0-22 16,0 0-22-16,0 0-6 0,0 0-11 16,0 17-4-16,0-9-9 0,0 3-7 0,0 1-5 0,0 2-8 15,0 3-1-15,0-1-12 0,0 0-5 0,-1 2 0 16,2 0-5-16,0 2-7 0,-1 0-13 0,0-2 18 16,3-1-16-16,-3 1-8 0,1-2-3 0,2-2-7 15,-3-1-1-15,0 0-1 0,4-2-14 0,-1-1-1 16,-2 0 6-16,1 0-3 0,-1 1-7 0,3-4 3 15,0-1 0-15,2-1-5 0,-4 1 2 0,1-2 3 0,1-2-1 16,3 2 9-16,-1-3-5 0,1 0 1 0,0-1-3 16,0-2-1-16,3 3-7 0,-2-2 6 15,0 1 3-15,0-3 8 0,1 1-7 0,-2-2 6 0,0 3-1 16,0 0 3-16,0-3-2 0,1 3 5 0,-4-1-1 16,3 2 1-16,-7 0 1 0,8-1 4 0,-2-1-2 15,-6 2 0-15,6 0 2 0,-6 0 4 0,0 0-3 16,11 0 2-16,-11 0 1 0,7 2-3 0,-1-1 3 15,0 0 4-15,-2 0-2 0,3 0 0 0,0-1 0 16,-3 4 0-16,5-3 1 0,-9-1 0 0,13 0 0 16,-6 0 1-16,-2 1 0 0,-5-1-3 0,14 0 3 15,-9 3 2-15,-5-3-1 0,10-3-1 0,-10 3 5 16,9-2-3-16,-5 0 0 0,-4 2 6 0,4-4-1 0,-2 2 1 16,-2 2-1-16,1-7-1 0,-1 4 2 15,0 3-2-15,-4-10-1 0,1 5 4 0,-4 0-1 16,2-1-2-16,0 1-2 0,-1-2 16 0,-2 1-13 0,2 2 0 15,-3-1 0-15,4 0-1 0,-1-1 1 0,-1 3-4 16,3 0 3-16,-2-1-6 0,1 2 3 0,5 2-4 16,-4-1-1-16,0-2 13 0,4 3-13 0,-4-4-4 15,4 4 1-15,-3-4-3 0,3 4 2 0,0 0-6 16,-4-2 0-16,4 2 0 0,0 0 8 0,0 0-1 16,0 0-2-16,0 0-4 0,7-5 6 0,-7 5-3 15,10-3 7-15,-8 2-3 0,5 0 3 0,0-2-3 16,-7 3-1-16,11-3 3 0,-4 3 0 0,2-1-2 15,-2-3 5-15,-2 4-5 0,4 0 3 0,-9 0-3 16,10-1 0-16,-1 2-1 0,-9-1-3 0,13 1-6 16,-9 2-4-16,2-1 2 0,-1 2 2 0,-1-3 0 15,-4-1 1-15,10 5 0 0,-7-3 4 0,1 1-1 0,1 0-2 16,-1 1 2-16,0 2 2 0,-3-3-3 0,2 4 2 16,0-2 0-16,0-2 3 0,-2 0-2 15,-1-3 10-15,3 5-13 0,-2-2 7 0,-1-3-2 0,0 7-3 16,0-7 5-16,0 5-2 0,0-5 4 0,0 0 1 15,0 3 2-15,0-3 4 0,0 0 1 0,0 0 4 16,0 0 0-16,0 0 7 0,0 0 0 0,0 0 0 16,0 0-1-16,-4-15 4 0,7 11-3 0,-3-1-2 15,1-2 6-15,2 1-11 0,-2-1 2 0,3 0-5 16,-1 2 4-16,1-4-2 0,0 2-1 0,2 1 0 16,-4 3-1-16,5-4 2 0,-3 0-2 0,0 4-2 15,-1-2-3-15,4 0 5 0,-3-1-4 0,-3 4-3 16,2-1 2-16,-3 3-3 0,8-6 1 0,-5 5-4 15,-3 1 1-15,0 0 3 0,9 0-4 0,-9 0 5 16,6 5-6-16,-2-3 2 0,-4-2 0 0,5 5 0 16,-2-2-2-16,0 4 2 0,1-2 1 0,-3-1 3 0,2 5 0 15,-2-3 7-15,2 0-10 0,-2-2-4 0,2 2 0 16,-1-1-15-16,-2 0-10 0,1 3-10 0,-1-3-8 16,-1 2-19-16,1-1-17 0,-2 1-28 0,1-2-30 15,-2 0-31-15,0 0-36 0,2 0-40 0,-3 0-160 16,1 0-443-16,0-1 197 0</inkml:trace>
  <inkml:trace contextRef="#ctx0" brushRef="#br0" timeOffset="128618.69">14800 7898 197 0,'0'0'202'0,"0"0"-7"0,0 0-15 0,0 0-17 15,0 0-12-15,0 0-1 0,0 0-12 0,7-8-14 16,-3 7-7-16,-4 1-16 0,6-3 2 0,-5-2-14 0,3 3-4 16,0-2-10-16,2 0-6 0,-4-1 0 0,2 0-5 15,3 0-6-15,0-3-3 0,-1 0-5 16,2-1 0-16,-3 2-6 0,1-5-4 0,-1 1-7 0,-1-2 0 15,5 2-6-15,-3-5-2 0,-2 3-1 0,0-5-2 16,-2-2-3-16,0 7-1 0,0 0-2 0,1-4-1 16,-3 4 5-16,-3 1 5 0,1 0 1 0,0 2-1 15,0-2 1-15,-2 6-5 0,0-4-3 0,1 5-1 16,0-1-4-16,-1-3-1 0,-1 6-5 0,4 2 2 16,-5-2-5-16,6 3 2 0,-8 0-4 0,8 0 0 15,-8 4-1-15,1-3-1 0,3 4 0 0,0 3 0 16,0-3 0-16,1 2 0 0,-1 3 3 0,1 0-3 15,2 0-1-15,0 2-4 0,1-1 5 0,0 1 1 16,1 0 4-16,0 1-5 0,-1 0-4 0,4-3 0 16,1 3 7-16,-1-2-4 0,0 3 4 0,1-7-8 15,0 5 4-15,2-4-4 0,-3-1-1 0,5 1-1 16,-4 0-1-16,3-3-1 0,-2 0 2 0,-1-2-4 0,1 1 3 16,-4-1 2-16,4 0 0 0,-1-1 0 15,1-1 1-15,-6-1 2 0,6 2 0 0,-6-2-2 16,0 0 2-16,9-4 2 0,-9 4-2 0,4-4 4 0,0 3 2 15,-4 1 0-15,2-4-1 0,-2 4 0 0,4-4-1 16,-4 4 3-16,3-3 0 0,-3 3-3 0,4-2-1 16,-4 2 0-16,0 0-3 0,0 0 3 0,0 0-2 15,0 0 1-15,0 0-2 0,0 0 2 0,11 4 1 16,-7-2-1-16,2 2 2 0,-1-1 0 0,-1 1 0 16,3-1 1-16,0 1-2 0,-2 0-2 0,2 0 1 15,0 0 1-15,0 0 3 0,2-2 0 0,-3 2-3 16,2-2-2-16,-3 0 5 0,2 1-4 0,0-3 1 15,-7 0 4-15,8-2-3 0,-8 2 2 0,8-1-1 16,-8 1 0-16,6-4 3 0,-6 0-2 0,0 4 1 16,0-9 3-16,0 9-1 0,-4-8 4 0,1 3-1 15,-1 0 3-15,-2 0 1 0,2 0 4 0,-1 0 7 16,-1 0 0-16,2-1-4 0,0 3-2 0,-3-2 1 0,3 2-5 16,0-2 0-16,-1 3-5 0,1-1 1 15,4 3-2-15,-6-3-2 0,6 3 1 0,-4-2-8 16,4 2 3-16,-4-3-12 0,4 3-1 0,0 0-1 0,0 0-1 15,0 0 4-15,0 0 0 0,0 0 1 0,0 0 2 16,0 0-1-16,23 1 0 0,-19-1 3 0,6-1-3 16,-2 0 1-16,4 0-5 0,-2-2-4 0,1-1-9 15,3 1 0-15,-2 1-2 0,2 0-1 0,-3-7 2 16,0 4 1-16,3 2-3 0,-5-1 10 0,0-1-2 16,1-1 8-16,-3 3-2 0,-3 0 6 0,3 1 1 15,-3-1 1-15,1 0 4 0,1-1 4 0,-5 1 3 16,2 0 5-16,-3 3-5 0,0-5-5 0,0 5 1 15,0 0-2-15,0 0-1 0,0 0 1 0,0 0-2 16,0 0 1-16,0 0-1 0,0 0-2 0,-15 7-3 16,11-5 4-16,0 2-5 0,3 0 8 0,-1 2 0 15,1-1-3-15,-1 1 3 0,2 3-1 0,0-5 2 0,2 7 3 16,-1-2 0-16,5 2 2 0,-3-1-2 0,4 6 0 16,-1-4 2-16,2 3-1 0,-4-4 1 15,8 5-3-15,-9-3 6 0,5-2-5 0,-4 1-3 16,1-1-1-16,1 6 3 0,-3-9-1 0,2 4-1 0,-5-2 0 15,0-1 3-15,0-2 6 0,-1 1 23 0,-6-2 11 16,1 2 18-16,0-3 16 0,-4-1 4 0,0 1-3 16,-3 0-2-16,1-4-3 0,-3 2-5 0,1-3 7 15,1-1-21-15,1-2-6 0,-2-1-2 0,3 0-1 16,0 0-13-16,1-2-10 0,4-1-37 0,-1 0-28 16,4 1-51-16,1-1-58 0,3-1-63 0,3-3-76 15,3 2-214-15,7-4-546 0,2-1 241 0</inkml:trace>
  <inkml:trace contextRef="#ctx0" brushRef="#br0" timeOffset="128809.59">15471 7803 179 0,'0'0'359'16,"0"0"-21"-16,0 0-24 0,0 0-32 0,0 0-27 0,0 0-28 15,0 0-23-15,0 0-25 0,0 0-25 0,0 0-42 16,0 0-68-16,0 0-108 0,19-6-108 16,-19 6-231-16,0 0-434 0,11 4 192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2T09:57:48.68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3960 1544 268 0,'11'-29'292'16,"-7"4"-16"-16,-1-2-14 0,0-3-6 0,-2 11 4 16,-2-2-16-16,-1-6-9 0,-2 9-4 0,-1 0-7 15,-1 1 1-15,-3 0-22 0,3 6-8 0,-2-2-16 16,-1 5-15-16,-2-2-25 0,-3 4-19 0,-5 0-4 16,-3 5-14-16,-6 2-12 0,-2 5-10 0,-7 4-9 15,6 0-10-15,-3 5-6 0,4 1-4 0,-3 0-10 16,5 1 2-16,4 1-11 0,0 1-5 0,5 0 0 15,8-2-7-15,-2-1-2 0,6 4 1 0,4-2-7 16,6 0 8-16,2-2-2 0,10 2-2 0,8 5-22 16,7-2 18-16,5-5 0 0,17 6 2 0,1-6 0 15,2 2 6-15,0-5-11 0,-3 3-4 0,-12-4-5 16,10 6 7-16,-11-5-1 0,-2 3-2 0,-3 0-3 16,-3 0-1-16,-2-2 2 0,-5 1-20 0,-10-1 29 15,1 1-5-15,-8-4-4 0,-2 2-2 0,-3 1 3 16,-5 4 0-16,-7 0 0 0,-6-2 11 0,-7 5-8 15,-5-2 0-15,-2 0 14 0,-6-2 8 0,2-2 2 16,-3 1 2-16,2-4 7 0,1 1-1 0,1-7 6 16,2 2-3-16,7-4 0 0,2-3-1 0,5 1 1 15,1-2-3-15,5-2 0 0,-1 0-3 0,4 1-16 16,4-2 9-16,0-2-9 0,5 0-12 0,-1-1-27 16,4-6-42-16,9-4-43 0,3 1-71 0,7-6-55 15,2-1-53-15,4 5-65 0,6-1-54 0,-3-1-227 16,0 0-682-16,5 2 302 0</inkml:trace>
  <inkml:trace contextRef="#ctx0" brushRef="#br0" timeOffset="328.1">4341 1682 295 0,'0'0'285'16,"4"-3"-26"-16,-4 3-25 0,4-2-21 0,-4 2-20 16,0 0-14-16,0 0-24 0,0 0-14 0,0 0-17 15,6 7-14-15,-6-3-10 0,0 2-8 0,5 1-9 16,-5 0-7-16,4 5-5 0,-3 1-7 0,5-2-4 15,2 6-7-15,4-1-3 0,-1-1-6 0,3-1 3 16,2 1-10-16,-2-2-1 0,3 0-6 0,0-2-3 16,2-3 1-16,0 1-3 0,-3-3-4 0,3-2 3 15,-5-1-4-15,1-3-1 0,-3-2 2 0,3 1-3 16,-4-3-2-16,-3-4 2 0,4 2-1 0,-5-6 0 16,1 3 8-16,-5-2 13 0,1 0 26 0,-1-3 40 15,-3 2 12-15,0-1 14 0,0 2 4 0,-3 2 2 0,2-3-5 16,-2 5-10-16,0 2-11 0,2-2-14 15,-5 2-11-15,6 0-11 0,-1 1-16 0,1 4-9 16,0-4-2-16,0 4-18 0,0 0-24 0,0 0-24 16,7 13-32-16,-3-8-42 0,5 3-39 0,0 1-41 0,0 0-40 15,16 15-329-15,-12-14 219 0,-2 1-229 16,0-3-597-16,0 0 264 0</inkml:trace>
  <inkml:trace contextRef="#ctx0" brushRef="#br0" timeOffset="843.69">4893 1711 205 0,'-1'-6'233'0,"-2"0"-5"0,3 1-11 0,0 5-16 15,0-5-24-15,3 2-22 0,-3 3-17 0,0 0-17 16,0 0-13-16,0 0-11 0,0 0-8 0,12 7-10 16,-6-2-3-16,4 3-13 0,-3 2-2 0,7 3-3 0,1 1-9 15,-3-1-3-15,0 1-1 0,1 1-6 0,1 0-7 16,-3-2-3-16,2 0-2 0,-1-2-3 15,-4 1-4-15,-2-3-3 0,-2-3-2 0,0 0 1 16,-2-4 2-16,1 2 2 0,-2-3-3 0,-1-1 0 0,0 0 2 16,0 0-2-16,3-9-3 0,-3 3 2 0,-3-3 8 15,2-2 18-15,1-1 1 0,0-1 1 0,0-3 10 16,1-1-6-16,2 3-6 0,-3 1 9 16,1 0 3-16,5 3-14 0,-3 0-7 0,1 2-3 0,0 3-1 15,4 0-11-15,-4 0-4 0,1 1-2 0,2 1-1 16,0 2-6-16,4 1 4 0,-3 5-4 0,2 2 4 15,0-1-4-15,0 0 1 0,4 7 1 0,-9-4-2 16,3 0 1-16,3 5-3 0,-4-5 2 16,1 3 1-16,0-5-3 0,-5 1-1 0,1 0 3 0,0-1-4 15,4-3 6-15,-6 3-1 0,-2-5 19 0,4 2 43 16,-4-4 43-16,5 1 31 0,-5-1 17 0,0 0-10 16,0 0-13-16,10-7-20 0,-6 1-7 0,-3 1-8 15,4-2-11-15,1-2-6 0,-2-1-6 0,0 0-11 16,3 2-8-16,-1-3 0 0,-1 5-7 0,0-3-14 15,1 0-4-15,-2 4-9 0,0 0-7 0,1 1 3 16,5 1-9-16,-2 3 1 0,3 1 1 0,1 2-6 16,-1 2 5-16,0 2-13 0,2-1-19 0,1 6-41 15,-2-3-36-15,2 2-31 0,-1 3-30 0,-3-6-37 16,-2 0-35-16,2 1-38 0,1-1-54 0,-5 0-40 16,4 0-216-16,-7-5-623 0,2 2 276 0</inkml:trace>
  <inkml:trace contextRef="#ctx0" brushRef="#br0" timeOffset="1453.19">5561 1615 117 0,'0'-4'243'16,"-1"0"-23"-16,1 4-28 0,0 0-21 0,0-5-24 16,0 5-15-16,0 0-14 0,0 0-8 0,0 0-16 15,5 13-8-15,-1-5-6 0,3-2-8 0,-3 7-7 16,0-3-4-16,4 3-10 0,-1 3 3 0,1-2-10 15,-1 4-3-15,4-2-4 0,-7 1 0 0,4-5-6 16,-4 1-2-16,2 3 0 0,3-3-7 0,-6-5 0 16,0 4-3-16,-1-6 1 0,1-1 0 0,0 1 0 15,-2-2 3-15,2-2 2 0,-3-2-4 0,0 0-3 16,0 0 8-16,0 0 28 0,0 0 10 0,7-10-1 16,-5 2 16-16,1-2 20 0,1-2 2 0,-2-2-3 15,0 2 5-15,1-4-1 0,1-1 11 0,0 7-8 16,0 0-19-16,2-2 15 0,-4 4 9 0,1-1-5 15,-3 3-10-15,3 3-1 0,-2-1-36 0,1-1 13 16,-1 3-13-16,-1 2-36 0,3-5 18 0,-3 5-7 16,0 0-6-16,0 0 4 0,12 9-6 0,-8-4 0 15,4 4-5-15,-5 2 8 0,5 5-2 0,-2-6-7 16,0 1-4-16,-3-1 3 0,4 4-1 0,-3-5-27 16,1 1 18-16,1-5 1 0,-1 6-1 0,2-6 1 15,-2 0 8-15,0 0-4 0,-4-2-1 0,3 0-6 0,-4-3-2 16,12 3 7-16,-12-3 4 0,0 0-18 15,14-7 12-15,-10 2-5 0,0-1 4 0,1 2-2 16,-1-8 3-16,-1 7 5 0,-1-3-7 0,-1 2-1 16,2 0-3-16,-1-5 0 0,1 4 5 0,-3 1-7 0,0-2 13 15,0 3-15-15,0 5 4 0,2-10 2 0,-2 10-10 16,-2-6-1-16,2 6-2 0,0 0-4 0,2-5 2 16,-2 5-1-16,0 0-21 0,0 0 25 15,0 0-3-15,0 0-15 0,8-1 23 0,-8 1-3 0,0 0-1 16,0 0 3-16,10 10-4 0,-4-5 4 0,2-1 2 15,-4 1 3-15,7 1-28 0,-7-1-25 0,7 1-28 16,-4 0-18-16,4 1-24 0,-4-1-20 0,2-2-15 16,-1 2-16-16,-1 1-30 0,-3-3-29 0,2-1-32 15,2 4-22-15,-3-4-187 0,0 0-509 0,2 0 226 16</inkml:trace>
  <inkml:trace contextRef="#ctx0" brushRef="#br0" timeOffset="2390.63">6349 1596 230 0,'2'-7'307'0,"0"4"9"0,-2-4-7 15,0 1-15-15,-3 1-23 0,0 0-27 0,-1 0-48 16,-6 2 3-16,3 0-34 0,-6 2-11 0,-1 1-11 16,-3 1-13-16,-1 3-18 0,-4 0-11 0,2 1-9 15,1 4-11-15,0 3-12 0,0-1-4 0,5 1-7 16,-3 2-3-16,3-2-6 0,6-1-7 0,-3 6-7 15,7 2-4-15,-3-3 0 0,7-2-4 0,-1 0-8 16,2 4-8-16,3-6-12 0,0-2-7 0,3-1-7 16,2 0-22-16,1-4-5 0,1-1-3 0,3 0 9 15,-2-3 0-15,3-5 5 0,-2 2 5 0,-2-2 1 16,4-2 7-16,-2-4-1 0,-3 4 2 0,3-8 5 16,-6 3-1-16,3-4 4 0,-6 4 29 0,2 1 12 15,-2-1 23-15,-4-1 3 0,3 1 16 0,-3 4 7 16,0-1 2-16,-4 0 1 0,4 5-7 0,0-3-10 15,-2 2-10-15,2 4-10 0,0-7-13 0,0 7-8 16,0 0-4-16,0 0 0 0,0 0-3 0,0 0 4 16,0 0-6-16,3 18-1 0,1-11-8 0,0 3-27 15,2 0-33-15,0 1-24 0,1 2-28 0,-1-2-25 16,3 2-26-16,0-5-18 0,-3 2-25 0,4-1-21 16,-3-1-11-16,-1-4-7 0,0 2 0 0,-2-3 4 15,1-2 4-15,-1 0 21 0,-4-1-104 0,12-4 269 16,-5-2-97-16,-4 1 27 0,4-4 43 0,-3 3 38 15,-1-5 29-15,-1 1 30 0,4 0 14 0,-5-1 18 16,4 1 19-16,-2 0 25 0,1-1 2 0,-1 0 6 16,1 0 0-16,-1 3-8 0,2-1-8 0,1 4-9 15,-2 0-16-15,0-2-5 0,0 2-4 0,3 3-11 16,-3-4-6-16,3 6-1 0,2 0-4 0,-1 0-9 16,3 3 0-16,6 1-2 0,-4 0-4 0,-2 0-4 15,0 4-2-15,4-2 1 0,1 3-3 0,-2-1-5 0,-1 0 4 16,1 2-4-16,-5-3-1 0,3 2-2 15,-2 0 2-15,1 0-2 0,-4-2-2 0,-3-1 0 16,3-1-3-16,-3 0 2 0,-1 0 6 0,-2 0-2 16,0-4 2-16,-1-1-2 0,-4 4 0 0,4-4-1 15,0 0 3-15,-16-1 5 0,16 1 4 0,-15-3 4 0,7 0 1 16,3-1 0-16,-1-2 2 0,0 1 5 16,0 2 0-16,4 0-2 0,-2-2-2 0,2 1-3 15,-1 0-2-15,3 4-4 0,-1-4-8 0,1 4-3 16,2-6 2-16,-2 6 3 0,10-1-8 0,-5 0 2 0,-5 1-1 15,17 0-5-15,-4 0-6 0,-2 2-10 0,0 0-12 16,1-1-2-16,-1 1-15 0,4-1-12 0,-3 2-4 16,2-1-1-16,1 1 8 0,5-2 1 15,-6 1-1-15,2-2 5 0,-2-2 6 0,2 0 4 0,-4-3 3 16,3 0 7-16,3-1 5 0,-6-2 6 0,2-2 0 16,3 0 28-16,-6 2 16 0,2-7 21 0,-3 8 13 15,0-2 20-15,1 1 21 0,-3 0 11 0,-4 2 1 16,3 2 5-16,-3-1-15 0,1 0-8 0,-2 2-16 15,-3 3-16-15,7-4-20 0,-7 4 6 0,0 0-10 16,0 0-1-16,12 9-7 0,-9 0 4 0,2 6-10 16,0-7-2-16,1 10 3 0,-2 10-4 0,0 2 8 15,3 2 1-15,0 1-10 0,1 3 0 0,0 1-17 16,5 13 11-16,-3-14-2 0,8 14-5 0,-3-4 8 16,-5-11-5-16,11 11 3 0,-14-13 5 0,7-1-4 15,-1-4-7-15,1-1-32 0,-5-1-43 0,2-2-37 16,-5-3-38-16,-2-6-41 0,1-2-73 0,-3-2-52 15,-2-3-194-15,-3-1-541 0,-2-2 239 0</inkml:trace>
  <inkml:trace contextRef="#ctx0" brushRef="#br0" timeOffset="2843.73">3692 2744 136 0,'-15'3'376'0,"2"-2"-47"16,7 1-20-16,6-2-36 0,0 0-17 0,34-5-4 15,19-3-8-15,45-10-8 0,14-7-1 0,13-2-4 16,14 3-9-16,16-8-8 0,2 1-27 0,17-5-11 15,3 5-6-15,11 2 0 0,0 0-15 0,2 1-15 16,-1 1-14-16,-7 0-8 0,1 2-16 0,-13 4-9 16,-9 5-12-16,-19-5-28 0,-7 7-41 0,-21 0-56 15,-12 1-44-15,-35 8-52 0,-8 1-61 0,-19 1-86 16,-3 2-96-16,-14 0-243 0,-11-1-678 0,-9 0 300 16</inkml:trace>
  <inkml:trace contextRef="#ctx0" brushRef="#br0" timeOffset="8797.59">8428 2834 135 0,'-4'-8'309'0,"2"4"-23"0,-1-4-17 16,0 1-18-16,0 3-12 0,-1-1-5 0,0 0-12 15,-1 3-22-15,-1-3-20 0,-2 5-15 0,8 0-20 16,-15 3-10-16,4 1-14 0,-4 6-6 0,-1-2-2 16,1 4-8-16,-1 4-13 0,-2 4-7 0,3-2-9 15,1 7-5-15,0 1-7 0,0-1-8 0,3 1-2 16,2-1-5-16,3 1-3 0,2-4-9 0,1-2-2 16,5 2 2-16,-1-2-2 0,4 0-6 0,5-1-4 15,2 5-1-15,0-9 6 0,6 1-11 0,-1-5-1 16,4 0-2-16,8-3-2 0,1 2 0 0,-2-5 3 15,2-4-4-15,3-5-21 0,-3 0-3 0,0-2-3 16,1-4 2-16,-5-2 1 0,2-4-4 0,-2 0 2 16,-4-5 11-16,1-2-7 0,-3-5 8 0,-5 2-7 15,3-5 0-15,-3 2 0 0,-4-7 1 0,-2 3 5 16,0 3-6-16,-4-4 11 0,-1 5 11 0,-4 1 11 16,-1 7 16-16,-2 0 2 0,-1 3 5 0,-3 1 9 15,3 4 2-15,-3 0 2 0,2 2-5 0,2-1-10 16,-4 7-6-16,5-1-8 0,-3 3-8 0,4 1-11 15,1 2-1-15,0 0 0 0,-16 12 2 0,13-1-5 16,-2 0 1-16,3 9-4 0,1-1-3 0,0 8 0 16,6 2-6-16,3-1-13 0,7-1-10 0,-7 0-6 15,8 1-21-15,-2 1-23 0,4-5-12 0,0 1-9 16,2-4-5-16,3 0-11 0,-4 0 3 0,-1-6-2 16,5 2 5-16,-7-6-1 0,3-3 3 0,-4 0 5 15,0-4 7-15,3 0 2 0,-2 0 11 0,-2-6 7 16,-1-1 10-16,1-2 7 0,-2 0 3 0,-1 0 10 15,-4-4 4-15,4 0 20 0,-7-1 20 0,0 0 12 16,0-1 17-16,-3 0 13 0,-1-1 15 0,-1 2-1 16,-3 0 4-16,0-1 10 0,-3 3-12 0,-1 0-10 15,0 1-6-15,-2 1-6 0,2 3-3 0,0 0-5 16,-2 2-4-16,0 2-8 0,0 2-2 0,3 3 4 16,-5 0-5-16,5 2 1 0,-1 1-7 0,1 1-14 15,3 0-11-15,0 2-8 0,1-1-14 0,2 1-4 16,2-2-6-16,1 0-5 0,2-3-4 0,0 1-1 0,1-1-5 15,1-1 5-15,-1-3 2 0,2-1 7 16,4-1 3-16,-3-2 4 0,2-1 9 0,0-3 1 16,1-3 4-16,-1 1 5 0,2-1 0 0,-4-2 5 15,-1-1 14-15,2 1 13 0,-3-1 13 0,1 1 7 0,-2-1 2 16,-2 1 7-16,1 2 5 0,0 2-4 0,1-1-1 16,-2 2-8-16,-1 1-5 0,2 1-4 15,0 2-3-15,-4 1-4 0,9 4 0 0,-1 1-5 16,1 1 3-16,0 0 0 0,2 0 0 0,-1 4-1 15,1 0-1-15,3 1-1 0,-3 1-1 0,4-1 1 0,-4 2-2 16,3 0-2-16,-5-5 2 0,-2-1-1 0,4 0 6 16,-5-1-6-16,-1-2 2 0,0 0 2 0,-3-2 16 15,3 2 17-15,-5-4-2 0,0 0-1 16,0 0-6-16,7-10 11 0,-7 5-2 0,0-3 3 0,0-2 0 16,0 0-2-16,-3-2-3 0,3 1-4 0,0-1-10 15,-1 1 1-15,2-2-4 0,2 3 1 0,-3-1-8 16,5 1 3-16,1 3-5 0,-2 2 0 0,1-1-2 15,2 3-7-15,0-1 2 0,2 3-5 16,-2 0 1-16,1 2 2 0,2 4-4 0,1-4-2 0,1 6-1 16,-2-1-4-16,2 4 6 0,-3 0-3 0,0 0 0 15,1 1-2-15,-2 0 0 0,1 0-3 0,-3 0-5 16,0 0-1-16,-1-2-4 0,-2-3 7 0,1 4 0 16,0-5 2-16,-1 0 6 0,0 0 2 0,-2-4 7 15,-1-1 16-15,4 4-3 0,-4-4 1 0,0 0 8 16,0 0-6-16,0 0 6 0,0-15 4 0,-4 10-4 15,4-3 3-15,0 0 4 0,-1-1-6 0,2-1 2 16,-1-2-7-16,0 2 0 0,4-3-2 0,-3 3-5 16,3 0 1-16,1 0-8 0,-4 0 2 0,4 2-8 15,1 2 2-15,-1 0 4 0,-1 4-10 0,4-5 4 16,-2 4-4-16,2 1-4 0,0 2-3 0,-2 0 0 16,-6 0-3-16,16 5 3 0,-4 2-7 0,-1-1-25 15,-3-1-2-15,4 4 2 0,-6-1 9 0,4-1-20 16,-2 2-8-16,1 0-7 0,-2 0-18 0,1-1-8 15,2 1-18-15,-2-1-24 0,-3 1-24 0,1-4-49 16,-2-2-18-16,0 2-30 0,1-2-177 0,1-1-466 16,-6-2 206-16</inkml:trace>
  <inkml:trace contextRef="#ctx0" brushRef="#br0" timeOffset="9000.7">9960 2899 168 0,'0'0'264'0,"0"0"-25"0,5-2-25 0,-5 2-12 16,0 0 29-16,1 11 22 0,2-3 4 0,-2 1-24 16,1 4-17-16,-1-2-26 0,1 4-18 0,-1 3-12 15,3 1-17-15,2 1-22 0,-2-1-28 0,1-1-20 16,3 1-37-16,-2 0-23 0,-1-1-25 0,3 0-29 16,-1-2-39-16,-2-5-30 0,2-2-62 0,0 0-64 15,1-4-203-15,-2-2-473 0,0-2 210 0</inkml:trace>
  <inkml:trace contextRef="#ctx0" brushRef="#br0" timeOffset="9281.94">10251 2613 107 0,'-3'-3'313'0,"0"0"-24"0,3 3-33 0,-6-1-24 15,6 1-23-15,-9 13 0 0,4-3-8 16,-1 8-18-16,4 3-14 0,-5 10-17 0,2 0-14 15,3 19-10-15,1-10-11 0,5 11-2 0,1 4-27 16,1-2-6-16,2-2-7 0,-1 4-5 0,5-4-10 0,2-1-4 16,0 0-6-16,-1 3-3 0,3-1-3 0,3-5 7 15,-8-11-15-15,3 0-5 0,-3-2 1 16,-1-1-1-16,0-3-7 0,-2-3-2 0,-2-7-3 16,2-4 6-16,-6-2-6 0,1-5 6 0,-3-4 0 0,0-2-5 15,0-3 0-15,0 0-24 0,0 0-18 0,-13-22-19 16,3 3-40-16,-4-10-43 0,-1-4-54 0,0-12-46 15,5 7-43-15,-4-13-205 0,6 15-511 16,-3 0 226-16</inkml:trace>
  <inkml:trace contextRef="#ctx0" brushRef="#br0" timeOffset="9486.07">10281 3274 1588 0,'-5'-30'-80'0,"-1"1"55"16,2 4 47-16,2 5 49 0,0 2 39 0,-1 1 19 15,3 3 12-15,0 2 8 0,0-2 0 0,3 4 1 16,-1 1-6-16,1 0-9 0,4 2-14 0,-3 1-8 16,4 0-15-16,3 2-5 0,1 1-12 0,1-1-11 15,1 3-4-15,0 2-9 0,5-1-4 0,0 2-2 16,2 1-9-16,0 2-4 0,-8-2-1 0,8 5-7 15,-1-3 2-15,-2 3-4 0,-1-1-5 0,0 3-3 16,-3-3 3-16,-3 1-6 0,4 1 1 0,-2 5-6 16,-3-6-9-16,0 3-12 0,-4-2-12 0,4 3-14 15,-6-2-8-15,0 0-13 0,-3-4-14 0,-1 1-26 16,3-1-30-16,-1-2-39 0,1 1-33 0,0-4-44 16,-3-1-216-16,0 0-497 0,0 0 220 0</inkml:trace>
  <inkml:trace contextRef="#ctx0" brushRef="#br0" timeOffset="9635.92">10712 2843 2405 0,'-2'-9'101'0,"0"0"27"0,2 1 19 15,-3 0-14-15,-1 1-35 0,3 1-19 0,-2-1-14 16,2 3-10-16,-2-1-3 0,3 1-7 0,-1 1-7 16,1 3-16-16,-5-6-35 0,5 6-19 0,0 0-31 15,0 0-38-15,-15 8-56 0,10-4-66 16,1 2-241-16,-3 0-502 0,-1 1 223 0</inkml:trace>
  <inkml:trace contextRef="#ctx0" brushRef="#br0" timeOffset="9839.03">9946 2751 92 0,'-10'-3'414'0,"-3"0"-25"15,3 0-27-15,5 0-20 0,-3 2-35 0,3 0-21 16,5 1-43-16,-9-3-14 0,9 3-30 0,0 0-32 16,0 0-41-16,-5 5-37 0,5-5-41 0,3 8-39 15,2-3-54-15,1 5-67 0,4 1-93 0,1 2-285 16,3-2-532-16,2 2 236 0</inkml:trace>
  <inkml:trace contextRef="#ctx0" brushRef="#br0" timeOffset="10448.37">10989 2893 244 0,'0'0'274'0,"0"0"-23"16,0 0-24-16,0 0-10 0,0 0-25 0,-19-1-10 15,10 6-14-15,-2 0-19 0,-1 3-13 0,1-1-15 16,0 2-13-16,1 0-6 0,1 3-13 0,2-2-6 16,-1 5-8-16,4-2-5 0,1 0-7 0,3 0-4 15,3-1-10-15,2 0-1 0,5-2-1 0,-1 0-4 16,5 2-3-16,5-4-4 0,1-1-1 0,2-1-10 16,1-4 2-16,0-1-4 0,10-3-3 0,-2-4-14 15,-4 1-3-15,-4-3-8 0,-2 0-4 0,6-5-2 16,-6 3 0-16,-5-5 13 0,3 3-7 0,-5-4-5 15,-1 1 0-15,-7-1 7 0,-1 4-2 0,-1-1-3 16,-1 3 7-16,-3 0-2 0,0 0 6 0,-3 3-2 16,-2 2-2-16,-1 0 0 0,-3 1 0 0,-3 3 0 15,1 2 0-15,-2 3 1 0,-3 1-2 0,2 2-1 16,-2 3 0-16,1-2-2 0,0 4 4 0,6 0 0 16,-1-3-2-16,2 2 0 0,5 3 5 0,1-5-4 15,-3 2 2-15,5-4 0 0,2 4 4 0,3-4-2 16,-2-2 2-16,3 0 3 0,6-2 0 0,-1-2-2 0,2-1 2 15,-2-3-4-15,4-2 0 0,3 1 3 16,-1-6-1-16,0-1-1 0,-3 2 1 0,0-4 1 16,-3 0 10-16,4 0 10 0,-7 3 3 0,1 1 6 15,-2-1 19-15,2 1 11 0,-5 3 2 0,-3-1 1 0,2 1-1 16,1 2-7-16,-3 0-12 0,-1 0-12 0,0 4-4 16,0 0-5-16,0 0-2 0,0 0-2 0,7 9-2 15,-7-4-5-15,4 3 1 0,-4 1 0 16,4 1-2-16,0-1-4 0,2 2-7 0,2 1-10 15,1-3 3-15,4 6-7 0,0-4-9 0,-2-2-10 0,6-2-11 16,0 1-19-16,-3-4-20 0,5-2-25 0,-2-1-28 16,-1-1-29-16,2-5-31 0,3-1-12 0,-2-1-30 15,1-4-11-15,-3-2-163 0,-2-3-440 16,-2-1 196-16</inkml:trace>
  <inkml:trace contextRef="#ctx0" brushRef="#br0" timeOffset="10995.3">11695 2530 129 0,'-7'-11'280'0,"2"0"-2"0,1 3-8 0,1 4-25 16,-1-4-26-16,4 4-22 0,-3 3-17 0,3 1-29 16,0 0-10-16,-9 5-16 0,5 3-12 0,1 2-16 15,2 9-6-15,1 3-8 0,-2 5-10 0,5 2-5 16,0 1-8-16,3 3-1 0,0 0-9 0,2 5-6 16,-2-2 7-16,3 1-11 0,1-1-2 0,-1-1-4 15,1 1 0-15,-1-5-13 0,-2-3-14 0,0-6-12 16,-6-4-17-16,2-4-16 0,2-2-18 0,-2 1-6 15,0-6 13-15,-2-2-20 0,-2-2-14 0,1-3-6 16,0 0 10-16,0 0 2 0,-14-13 8 0,6 1 10 16,1 1 3-16,-2-5 12 0,1-3 20 0,1 0 12 15,1-2 22-15,2 2 20 0,0-1 23 0,-1 0 10 16,3 2 6-16,2 0 9 0,-1 0 0 0,1 7 5 16,3-3-1-16,1 3-8 0,1 3-13 0,-1-2-11 15,3 3-1-15,1 0-9 0,3 2 3 0,1 2-9 16,3 2-4-16,3 2-4 0,4 2-4 0,-4 0 0 15,2 4-3-15,0 2-3 0,3 1-1 0,-6 2 0 16,0 0 0-16,1 1-3 0,-2 2-3 0,-2 2 0 16,-2-3 3-16,-1 1-3 0,0 0-2 0,-3 0 0 15,-1-4 0-15,-3 0-4 0,0-2-2 0,0 1 2 16,0-5-4-16,-1 4 5 0,1-5-3 0,-3 2 5 16,-1-3 3-16,0-3 1 0,3 2-4 0,-3-2 1 15,0 0 1-15,0 0 2 0,7-10-1 0,-4 7 0 16,1-4 0-16,1-2-2 0,5 1-1 0,-4-1 2 15,4 2 8-15,0-2-3 0,-1 1-4 0,2 0-3 16,-3 2 2-16,3 1 4 0,1 1-3 0,-3 0 6 16,1 1-4-16,-3 2 0 0,1 1-4 0,3-1 3 15,0 2-6-15,-3-1 1 0,3 3 1 0,-3-3-2 16,0 3 3-16,2 3-5 0,3-2-3 0,-10-2-10 16,5 1-19-16,1 0-40 0,-3-1-52 0,1-1-66 15,0-1-89-15,1-3-225 0,-1 1-542 0,-2-2 240 16</inkml:trace>
  <inkml:trace contextRef="#ctx0" brushRef="#br0" timeOffset="11151.54">12028 2555 111 0,'-20'-6'359'0,"-3"3"-44"0,4-2-29 0,4 0-33 15,5 2-60-15,1 2-74 0,4 2-61 16,5-1-91-16,0 0-108 0,0 0-113 0,13 8-274 15,-2-6 121-15</inkml:trace>
  <inkml:trace contextRef="#ctx0" brushRef="#br0" timeOffset="12074.86">17957 2292 301 0,'7'-2'320'16,"-5"-2"-30"-16,3 3-30 0,-5 1-29 0,5 0-26 15,-5 0-21-15,7 2-22 0,-4 3-14 0,1 8-3 16,1-1-23-16,3 6-9 0,-2 2-10 0,-1 8-9 15,6 2-8-15,-3 3-8 0,2-2-5 0,-2 2-4 16,3 0-8-16,1 2-5 0,-1-3 8 0,0 1-15 16,-3-2-8-16,3-3-2 0,0-3-5 0,-6-4-3 0,2-3-4 15,-1-1-1-15,-4-4-3 0,1-4 2 16,1 0 5-16,0-2-9 0,-1-2 8 0,-2-4-2 16,-1-1-6-16,0 0-2 0,0 0-3 0,0 0-9 15,6-20-9-15,-6 9-4 0,1-7-1 0,2 0-10 0,-3-10-17 16,0-3-16-16,0-2-15 0,0-1-25 15,-3-3-17-15,2 0 1 0,-2 1 8 0,0-1 5 16,0-2 8-16,-2 5 13 0,1 1 7 0,-1 2 9 16,-1 2 26-16,2 1 24 0,-2 8 10 0,4 1 17 0,-1 2 10 15,-1 4 14-15,3 2 3 0,-2 1 2 0,2-1-3 16,1 4-6-16,0 3-7 0,1-3-1 0,-1 3-7 16,4 2 2-16,-4 2-6 0,11-1-3 0,-3 1-4 15,3 5-6-15,1 0 2 0,1 1-1 0,4 4-2 16,-5 1-2-16,5 2 4 0,-2 1 0 0,1 1-4 15,-4-1-3-15,1 2 1 0,-3 1 0 0,-3 0-3 16,1 0 2-16,3 2-2 0,-11-5 3 0,0 3 0 16,-1 2-2-16,-4-6 0 0,-4 2 2 0,2 2 0 15,-6-3-1-15,-1 0 1 0,2 0-3 0,0-1 4 16,-2-3-3-16,1-1 2 0,3 0-3 0,0-3 0 16,1 2-2-16,4-2 13 0,3 1-9 0,0-1 0 15,4 1-3-15,0-4 5 0,5 5 0 0,3-1-1 16,8-1 9-16,2-1-9 0,10 4-3 0,0-4 3 15,0-1-9-15,1 0-19 0,-1-3-20 0,-5 1-23 16,3 3-25-16,-6-4-36 0,-1 0-31 0,2-1-17 16,-4 1-28-16,-3-1-34 0,-4 0-120 0,-2 0-389 15,-3 0 172-15</inkml:trace>
  <inkml:trace contextRef="#ctx0" brushRef="#br0" timeOffset="13512.34">18601 2659 63 0,'6'1'124'0,"-6"-1"-1"0,15-1-22 0,-8-1 3 15,5 1-8-15,-1-3-7 0,-3-1-15 0,3 2-4 16,1 1-8-16,1-3-2 0,-4 0-4 0,5 1 0 0,-7-1 6 16,2-3-3-16,1 1-5 0,-5 1-1 0,-1-5 3 15,0 7-5-15,-4-6 6 0,0 2-11 0,0 0 16 16,-4 1 0-16,3-4 5 0,-5 6 7 15,-2-3 3-15,2 1 3 0,-3 3-1 0,0-1-2 0,-5 1-11 16,3 0 0-16,-3 3-4 0,-2-1-5 0,-1 4-1 16,2-1-5-16,0 3-8 0,3 0-2 0,-1 0-4 15,1 1-3-15,3 1 7 0,2 1-16 0,3 1-1 16,0-3-3-16,2 5 0 0,4-3-1 0,6 1 1 16,0 1-4-16,4-1 1 0,3-1-1 0,8 1-2 15,-1-1 1-15,1-4-2 0,8 0-5 0,-1 2-7 16,0-6-4-16,-7-2-2 0,7 2-4 0,1-2 4 15,-10 0-1-15,2-3 0 0,-3-1 1 0,0 2 2 16,-3-1 3-16,-2 2-1 0,-3 1 2 0,-3-1 13 16,-1 1 13-16,-3 2 9 0,3-1 2 0,-5-1-14 15,1 1-2-15,-4 2-5 0,0 0-1 0,7 6-4 16,-7-1-3-16,0 1-1 0,-3 5 2 0,3 1-2 16,0 6-2-16,3 0-2 0,-2 2 0 0,6 9 0 15,-3-1 3-15,2 3-4 0,-1-1-1 0,6 6 2 16,-2-2 1-16,4 0-1 0,3 2-2 0,-4-1 3 15,7 12 0-15,-5-15 10 0,-6 0-2 0,4-1 28 16,-1-2 1-16,-4-2 7 0,0-5 13 0,-3-3 5 16,-3 0 27-16,-1-6 32 0,-4 0 39 0,-2-3 22 15,-3-2 9-15,-5-2 4 0,-3-2-3 0,-13-1-7 16,7-6-13-16,-6-5-16 0,0-3-13 0,1-3-10 16,1-4-4-16,1-3-9 0,3-2 0 0,0-2-18 15,7-4-13-15,2-2-13 0,6-7-20 0,4 0-34 16,4-15-42-16,5 1-62 0,11-1-54 0,0 1-43 15,8 1-37-15,3 3-21 0,-1 4-8 0,-7 14 0 16,8 2-2-16,-1 4 3 0,1 4-4 0,-2 5-1 16,-6 3-2-16,1 3 7 0,-1 2 10 0,-4 1 11 15,0 4 10-15,-4 2 14 0,-1 0 10 0,-3 0 1 16,2 4 12-16,-4 0 15 0,-2 0 20 0,1 1 10 16,-2 0 14-16,-1 0 9 0,0-1 10 0,-1 2 6 0,0 0 13 15,2 0 7-15,-2 0 11 0,1-1 21 0,-1-1 21 16,3-1 10-16,-3 1 22 0,2 1 7 15,-2-5 22-15,4 7 13 0,0-3 13 0,-1-1 2 16,0-1 2-16,1 2-4 0,0 0 0 0,2 0-4 16,0 0-8-16,4 1-6 0,-3 1-6 0,1-2-2 0,1 3-6 15,1 1-5-15,-2-1 2 0,3 1-6 0,1-1-2 16,-3 1-5-16,0-1-4 0,-2 0-1 16,-2-2-3-16,1 0-4 0,-2 0 6 0,2 0-8 15,-3 1-3-15,-2-4 5 0,2 2 3 0,-3-4 8 0,0 5 7 16,0-5 18-16,0 0-2 0,-12 0 11 0,12 0 8 15,0 0 3-15,-9-8-6 0,7 3-5 0,-2 0 2 16,1-3-13-16,1 2-6 0,3-6-8 16,0-2-2-16,2 3-7 0,5-4-3 0,-1-1-8 0,5-1-8 15,-1 1-4-15,3 1-5 0,-1-1 3 0,3 3 6 16,-2-1-10-16,2 3 2 0,-2 1 2 0,-3 2-2 16,-3 2 3-16,0 2-1 0,-2-3-3 0,-1 3-1 15,1 2-3-15,-2 1-1 0,-4 1-2 0,0 0 3 16,0 0-1-16,0 7 3 0,-6 1-1 0,2 2 2 15,-1-1 0-15,-1 6-2 0,-2 2-2 0,0 0 5 16,1-2 2-16,3 2-2 0,1 1-1 0,2-6 2 16,-2 8 2-16,2-4 0 0,2 1-1 0,1-4 3 15,2-2 2-15,-3 1 1 0,6-2 1 0,1-2 3 16,2-1-2-16,-1-2 1 0,1-3-2 0,5-1 0 16,-2-1 0-16,9-3 2 0,-2-3-2 0,-2 0-1 15,1-2 2-15,1-2-1 0,-2-1-4 0,3 0 10 16,-4-1-8-16,1-3 1 0,-3 4 4 0,-3 2 14 15,-1-1 1-15,4-1 8 0,-7 4 3 0,-2 0-2 16,3 2-1-16,-4-1-7 0,-2 1-3 0,1 2-5 16,0 0-6-16,-4 3 0 0,5-1-5 0,-5 1 0 15,0 0 6-15,8 8-5 0,-4-3-4 0,-2 1 5 16,1 2 5-16,-3 1-9 0,4 0-1 0,-1 2 0 16,0 2 0-16,-2-3 0 0,3 3 9 0,-4-1-10 15,4-2 1-15,-2 3-1 0,-1-1 1 0,3-1 1 16,-4-4-2-16,3 0-2 0,-3 1-5 0,0-3 1 15,-5 3 3-15,3-5-3 0,-1 0 3 0,-1-2-4 16,-4 0-3-16,8-1 0 0,-10-2 3 0,2-1-2 16,4-3 4-16,-3 1 0 0,3-4-1 0,0 0 2 15,4-3-1-15,0 1 1 0,0-2 0 0,2-4 8 0,3 1-12 16,1-1 3-16,2-2 0 0,2 2 1 16,0-1-2-16,1 3 1 0,5 1 0 0,-6-2 0 15,-2 5 5-15,0 3 2 0,0-1-1 0,1 1 3 16,-4 3-4-16,2 2-5 0,-2-1 1 0,-1 4 1 15,3-1-2-15,-7 1 3 0,12 4-4 0,-8 2 5 0,2-1 2 16,-1 4-5-16,-1 1 1 0,2 2-1 16,0 1 2-16,-3 3-2 0,3 2 3 0,-2-1-3 15,1 2 6-15,-1-2-2 0,-1-2-2 0,0 2 1 16,2-1 9-16,-4-3-7 0,2 4 2 0,-3-6-1 0,4 1-1 16,-4-3-4-16,0-4-27 0,0 1-24 0,0 0-19 15,0-1-20-15,0-3-60 0,0-2-46 0,0 0-48 16,0 0-167-16,0 0-445 0,6-14 197 15</inkml:trace>
  <inkml:trace contextRef="#ctx0" brushRef="#br0" timeOffset="14043.56">20233 2513 108 0,'0'0'166'0,"0"0"1"16,-7 13-7-16,4-7-15 0,2 0-7 0,1 2-12 15,-3 1-13-15,3 1-14 0,0 0-3 0,0 0-13 16,1 1-3-16,1-1-12 0,0 0-2 0,3 2-2 16,0 1-9-16,-1-3-5 0,6 0-6 0,-1-3-2 15,-2 2 0-15,5-3-5 0,-4-1-6 0,1 0-1 16,2-1-8-16,1-2-7 0,1-2-3 0,-6 0-8 16,7-2 0-16,-2-3-3 0,-1 2 2 0,-2-2-4 15,2-1 6-15,-4-5 1 0,4 5 14 0,-6-4 25 16,2 2 14-16,-5-1 17 0,0 1 6 0,1 0 5 15,0 0 4-15,-3 4-3 0,0-4 0 0,2 5-4 16,-4-3-8-16,-1 0-6 0,3 6-10 0,0-6-5 16,0 2-9-16,0 4-6 0,0 0-4 0,0 0-6 15,0 0-5-15,0 0-2 0,0 0 12 0,0 0-16 16,0 0-4-16,-1 16 0 0,2-9-2 0,4-1 3 16,1 0-5-16,-1 1 1 0,3 2-1 0,2-2-1 15,1 1-5-15,5 0 3 0,-6-3 2 0,2 2-2 16,0-1-1-16,0-3-3 0,-2 3 1 0,3-2 1 15,0-2-3-15,-8 1 6 0,7-3 0 0,1-2 21 16,-5 1 6-16,-4 0 11 0,8-1 13 0,-6-1 12 16,3-3 6-16,0 4 2 0,1-2-4 0,-2 1 1 15,-2-5-4-15,0 4-3 0,3 0-5 0,-4-2-8 16,1 1-6-16,1 2-6 0,-1-1-5 0,2 2-3 16,-2-2-5-16,-1 1-3 0,-1 1-5 0,3 1-4 15,-2-2-9-15,2 1-3 0,-7 2-29 0,11-1-21 16,-1 2-19-16,-5-2-20 0,3 2-22 0,1-2-28 15,-3 2-35-15,-6-1-56 0,13-2-71 0,-8 2-290 16,1-5-629-16,0 2 279 0</inkml:trace>
  <inkml:trace contextRef="#ctx0" brushRef="#br0" timeOffset="14184.18">20498 2174 126 0,'-15'0'126'0,"-5"3"-46"0,0 0-57 0,-3 2-83 0,-6 5-64 16,-3 1 29-16</inkml:trace>
  <inkml:trace contextRef="#ctx0" brushRef="#br0" timeOffset="16414.45">1737 4971 365 0,'-2'-13'383'0,"2"3"0"0,0 0-14 0,-3 1-16 16,3 2-16-16,0 3-31 0,3-1-30 0,-6 2-35 15,3 3-30-15,0 0-37 0,0 0-22 0,0 0-15 16,12 12-9-16,-6 0-10 0,-1 6-28 0,2 1 6 16,5 8-7-16,-2 1-11 0,0 3-6 0,3 0-5 15,-2-1-7-15,1 0-7 0,-1 0 2 0,0-1-49 16,1-1-34-16,-1-1-24 0,-1-2-25 0,-5-4-15 15,4-5-32-15,-3 4-36 0,4-8-46 0,-5 0-71 16,2-3-63-16,-5-3-201 0,1-2-586 0,-1-4 260 16</inkml:trace>
  <inkml:trace contextRef="#ctx0" brushRef="#br0" timeOffset="16680.05">1674 4877 283 0,'0'-11'313'0,"0"-1"-14"0,0 2-9 0,0 1-22 16,5 2-25-16,-5-1-26 0,3 1-23 0,1 1-25 0,1 1-14 15,1 1-19-15,2 0-11 0,3 2-18 0,0-1-7 16,0 3-15-16,4 2-6 0,1 3-6 16,-1-2-13-16,0 3-1 0,4 2-10 0,-3 0-2 15,1 4-8-15,-8-2-3 0,6 3-2 0,-4 1-6 0,1 3-1 16,-5-2-7-16,-3-2-2 0,-1 6 4 0,-2-1-15 15,-2 0-5-15,-3-3-9 0,-3 4-19 16,-4-2-20-16,3 2-20 0,-4-5-30 0,-6 3-34 16,3-2-45-16,0-5-50 0,1 1-55 0,0 1-143 0,4-2-457 15,4-4 203-15</inkml:trace>
  <inkml:trace contextRef="#ctx0" brushRef="#br0" timeOffset="17648.74">2010 5201 166 0,'-6'-2'321'16,"6"2"-23"-16,0 0-22 0,-5-4-25 0,5 4-26 15,0 0-24-15,0 0-23 0,0 0-11 0,0 0-27 16,0 0-12-16,23 2-11 0,-15 1-15 0,3 0-9 15,3 2-9-15,-2-3-6 0,-1 6-2 0,1-3-14 16,0 3-9-16,2-2-3 0,-3 2-8 0,0 1-2 16,-1-3-5-16,-1 2-4 0,-2-2-2 0,-3 0-4 15,1-1-2-15,-2 1 0 0,-2-2 3 0,-1 1-2 16,-1-1-4-16,-5-1 1 0,1-2 3 0,5-1 13 16,-12 2 9-16,3-4 17 0,-1-1 27 0,0 1-17 15,0-5-2-15,1 2 3 0,4-2-15 0,-1-2 0 16,2 1-3-16,1-3-14 0,3 0-12 0,3-1-14 15,4 1-2-15,1-2-23 0,4 1-15 0,2-1-10 16,5 0-20-16,-1 3-16 0,2 2-2 0,-1 0-23 16,0 1-15-16,0 2-15 0,3 2-12 0,-3 0-4 15,3 1-15-15,-7-1 0 0,4 5-2 0,-7-1 11 16,3-1-6-16,-4-1 12 0,-2 2 14 0,-3 0 13 16,-1-1 8-16,-5 0 8 0,10 0 30 0,-10 0 25 15,4-2 12-15,-4 2 20 0,0 0 22 0,0 0 24 16,0 0 16-16,0 0 11 0,0 0 10 0,0 0 7 15,-15-8 8-15,9 6 0 0,-3 1-3 0,9 1 7 16,-12 0-15-16,5 1-8 0,0-1-6 0,-1 2-1 16,0-1-11-16,-2 0-7 0,5 1-4 0,-6 3-5 15,4 0-2-15,0 0-3 0,-2 0-6 0,1 2-1 16,2-1-2-16,1 0-3 0,2 3 0 0,1-3-3 0,2 4 2 16,5-5-3-16,-4 1 0 0,4 0 1 0,8 1 3 15,2-5-6-15,8 3-3 0,5 0-22 16,3-5-20-16,4-1-15 0,-1-3-19 0,2-2-18 15,1 2-17-15,1-6-6 0,3 4-6 0,-4-1 5 0,-2-3 7 16,-2 1 9-16,-6 0 11 0,-4 0 2 0,-5 1 28 16,-3 2-7-16,-6 0 39 0,5 0 40 0,-9 1 21 15,1 2 9-15,-2-2 4 0,-3 1-8 16,-1 4 1-16,-5-6 6 0,5 6 12 0,-21 0 3 0,10 3 8 16,-8-1 3-16,0 3-2 0,-2 0-2 0,-1 2 0 15,0 1 5-15,-4 2 0 0,-1 2-1 0,3 1-9 16,6-1-7-16,0 1-4 0,2-2-7 0,1 2-5 15,0 2-2-15,5-2-7 0,4-2-6 0,-1-1 1 16,2 0-4-16,3 0-1 0,1 2 0 0,2-3-5 16,1-1-2-16,3-2 6 0,3-1 0 0,0 0-5 15,4-1 2-15,1-4-2 0,0 0 1 0,5-5-1 16,1 0-4-16,-3-3 1 0,2-2 1 0,-4 1-2 16,3-3-1-16,-6-4-3 0,4-6-8 0,-1-4 6 15,-2 0-3-15,0-3-1 0,-6 0-2 0,-2-2 0 16,-2 2 2-16,-4-1-1 0,-1 1-3 0,0 2 17 15,-2 6 36-15,-5 1 33 0,5 2 20 0,-3 2 18 16,-1 0 13-16,2 4 5 0,-2 1 9 0,4 3-7 16,1 1-11-16,-1 0-13 0,1 5-19 0,3-2-17 15,-4 0-11-15,5 4-8 0,0 0-8 0,-8 9-8 16,8-4-4-16,0 8-11 0,4 3-20 0,2 1-27 16,1 9-40-16,4 0-34 0,2-1-26 0,3 3-31 15,0-2-26-15,2 2-32 0,2-1-38 0,-2 1-69 16,5-6-83-16,-3-1-274 0,3 0-717 0,-6-7 317 15</inkml:trace>
  <inkml:trace contextRef="#ctx0" brushRef="#br0" timeOffset="18322.09">3439 4885 6 0,'0'0'237'0,"0"0"-24"16,0 0-23-16,-9 9-14 0,9-9-18 0,-1 8-9 15,1-3-16-15,2 3-13 0,3 2-5 0,0-4-14 16,0 2-5-16,-1 1-13 0,3 0-6 0,0 0-6 16,5-2-6-16,2 1 0 0,-1-1-10 0,1-4-5 15,6 0-4-15,-2-2-3 0,1-1-5 0,-3-1-2 16,-2-2-2-16,-3 1-1 0,4-2-6 0,-3-3-1 16,-1 2-6-16,-2-1 1 0,1-1 2 0,-5 3 3 15,3-1 37-15,-2 0 16 0,-2-1 11 0,-3 0 14 16,3 2 11-16,1 0 12 0,-4 1 0 0,-1 3-3 15,4-3-27-15,-4 3-17 0,4-3-11 0,-4 3-6 16,0 0-12-16,0 0 0 0,8 9-6 0,-5-1-6 16,1-1-9-16,2 4 0 0,-1 0 0 0,6 7-3 0,-4 1-5 15,2 7-3-15,0-5 3 0,1 4-8 0,1-2 0 16,0 4 1-16,-3-8 3 0,-1 8-5 16,0-6-1-16,-1-2-2 0,1 0 1 0,-7 3 4 15,0-4 22-15,-3-1 13 0,-1-1 36 0,-4-1 22 0,0-2 16 16,-3 0-1-16,-6-2-6 0,0-1-8 0,-3-5-10 15,-5-4-7-15,-7 0-11 0,2-2-10 0,0-4-20 16,-1-4-26-16,2 0-46 0,7-2-41 0,5-1-57 16,0-2-74-16,-1-8-98 0,8-4-108 0,0 2-310 15,5-7-766-15,2-2 339 0</inkml:trace>
  <inkml:trace contextRef="#ctx0" brushRef="#br0" timeOffset="18707.12">3567 4601 248 0,'0'0'256'0,"0"0"-29"0,0 0-25 0,0 0-18 16,0 0-23-16,-5 12-15 15,2-6-10-15,-1 0-14 0,0 1-14 0,1 1-8 16,-2 3-11-16,1-2-10 0,-2 0-6 0,2-3-6 16,-1 5-8-16,1-5-4 0,1 1-7 0,0 0-4 0,2-4-3 15,-2 3-3-15,0-2 4 0,2-2 27 0,1-2 28 16,0 0 1-16,0 0-10 0,0 0-10 0,0 0-9 16,0 0-7-16,8-15-6 0,-2 7 3 0,-2-2-14 15,1 1-5-15,3-3-4 0,-1 2 3 0,0 2 2 16,-2-3 9-16,2 4-3 0,1-2-1 0,-4 3-4 15,2 0-9-15,-3 2-4 0,3-1 2 0,-5 2-1 16,2 2-15-16,-3 1 2 0,0 0-4 0,13 5-4 16,-9 2 0-16,5 2 0 0,1 4 1 0,-1 3-29 15,2-2-35-15,0 5-39 0,4 4-53 0,-3-5-31 16,2 0-55-16,6 4-72 0,-3-1-158 0,0 1-499 16,-2-6 221-16</inkml:trace>
  <inkml:trace contextRef="#ctx0" brushRef="#br0" timeOffset="19425.87">4137 5013 90 0,'0'0'349'16,"0"0"-14"-16,0 0-24 0,0 0-26 0,0 0-25 0,0 0-18 16,0 0-20-16,-3-4-27 0,3 4-22 15,0 0-17-15,0 0-21 0,0 0-9 0,0 0-15 16,0 0-14-16,0 0-14 0,0 0 1 0,0 0-13 15,0 0-7-15,0 0-8 0,0 0-4 0,0 0-7 0,0 0-6 16,0 0 1-16,0 0-5 0,0 0-3 0,0 0-1 16,18 7-6-16,-18-7 2 0,4 5-10 15,-4-5 5-15,1 2-5 0,-1-2-1 0,0 0-1 0,6 2-6 16,-6-2-1-16,4 2-2 0,-4-2 3 0,4 3 5 16,-4-3-7-16,7 2-5 0,-5 0 4 0,1 1 0 15,-3-3-7-15,4 5 2 0,2-2-1 0,-2 1 2 16,-4 1-2-16,3 1-2 0,-2 0-11 0,-1-1-18 15,4 1-16-15,-4 1-19 0,-4 0-30 0,3 2-43 16,-3 0-33-16,-2-2-41 0,3 1-69 0,-2 0-196 16,2-2-517-16,-5-2 228 0</inkml:trace>
  <inkml:trace contextRef="#ctx0" brushRef="#br0" timeOffset="19847.84">4610 4816 226 0,'11'-16'346'0,"-3"1"-15"16,2-1-9-16,-2 0-3 0,-1 0-14 0,-3 0-3 15,-1 2-18-15,-2 0-9 0,2 4-14 16,-3-2-20-16,0 1-24 0,-3 0-19 0,-1 0-18 0,1 2-16 16,-4 1-16-16,2 3-10 0,-4 0-23 0,3 4-16 15,-5-2-9-15,0 5-11 0,-1-1-13 0,2 4-5 16,1 1-9-16,-5 4-8 0,3 2-5 0,2 2-8 16,-2 2-2-16,4 0 2 0,0 2-9 0,2 3 0 15,4-2-1-15,-1 7-3 0,4 0-6 0,4 4 6 16,3-5-8-16,0 6 0 0,6-3-5 0,2 0 9 15,1 2-5-15,4 3 2 0,0-1 20 0,5-3-21 16,-5 2-2-16,4 2 0 0,-4-3-16 0,1 3-30 16,-3 0-24-16,-2-3-9 0,-2-1-16 0,-5-4-10 15,1-1-14-15,-8-3-14 0,0-3-21 0,-2-2-18 16,-2 2-41-16,-4-6-40 0,2-3-50 0,-2-4-40 16,-4 0-205-16,0-1-583 0,1-3 259 0</inkml:trace>
  <inkml:trace contextRef="#ctx0" brushRef="#br0" timeOffset="20082.15">4575 5091 213 0,'-11'-1'396'0,"11"1"19"0,-4-2 5 0,4 2-19 16,0 0-21-16,0 0-23 0,-4-3-27 0,4 3-30 0,0 0-29 15,0 0-30-15,10-4-26 0,0 4-20 0,1-3-28 16,2 2-48-16,7 1-40 0,0 0-38 0,1 1-65 16,3-1-44-16,5 0-42 0,-9-2-54 0,1 4-57 15,2 0-66-15,0 3-74 0,-5-4-191 0,-4 3-596 16,2-3 265-16</inkml:trace>
  <inkml:trace contextRef="#ctx0" brushRef="#br0" timeOffset="20519.63">4940 5140 66 0,'0'0'316'0,"0"0"-19"16,-2-13-19-16,2 13-8 0,0 0-24 0,0 0-22 16,0 0-27-16,0 0-19 0,0 0-18 0,0 0-15 15,3 13-14-15,-3-8-10 0,0 3-17 0,-1-2-10 16,-1 4-7-16,2 3-13 0,0-3-2 0,-1 2-7 15,4 1-4-15,-3-3-9 0,1 4 1 0,4-4-13 16,-1 2-6-16,0-3-9 0,2-1-14 0,2 1-10 16,-1-6-5-16,-2 1-3 0,5-2-8 0,-2 0 4 0,1-4-4 15,-9 2 1-15,18-3 3 0,-11-1 2 16,4-1-2-16,1-1 5 0,-5 1-1 0,2-2 1 16,1 1 1-16,-3 0 7 0,0 1 10 0,-2 0-2 15,-1 2 10-15,1-3-7 0,1 4 2 0,-2-1-6 0,0 2-2 16,-4 1-1-16,11-4-2 0,-7 4-2 0,-4 0 1 15,11 4 3-15,-5-2 1 0,0 2-3 16,0 0 4-16,-1 0-8 0,1 0-2 0,-1 0 8 16,3 1-4-16,-4-1 4 0,3 0 19 0,-3-2 18 0,2 1 18 15,-2-1 27-15,-4-2 35 0,9-1 17 0,-9 1-7 16,8-3-7-16,-6 0-14 0,0-3-9 0,1 1-7 16,0-2-6-16,-3-3-11 0,0-1-20 0,0 2 1 15,-4-4-14-15,1-1-34 0,-3-4-43 0,1 3-48 16,1-3-46-16,-4 2-51 0,2 4-86 0,4 0-107 15,-5 0-261-15,4-1-681 0,-1 1 301 0</inkml:trace>
  <inkml:trace contextRef="#ctx0" brushRef="#br0" timeOffset="21552.7">4272 4373 241 0,'1'-13'367'16,"3"0"-10"-16,-1 3-5 0,-2 0-18 0,-1 3-17 0,2 1-47 16,-1 3-33-16,0 1-32 0,-1 2-22 0,0 0-17 15,7 18-25-15,-7 0-5 0,0 10-10 0,0 6-11 16,0 17-10-16,0 6-11 0,-5 5-3 0,-4 24-6 16,0-21-12-16,-6 25-5 0,0-1-8 0,-1-1-5 15,6-23 1-15,-6 25-13 0,6-28-1 0,3 1 2 16,-2 0-9-16,4 0-2 0,-4-7 3 0,8-3-10 15,-2-2-12-15,3-13-17 0,4-3-29 0,-4 2-34 16,3-2-26-16,0-3-38 0,1-5-61 0,-4-9-81 16,4-1-96-16,-1-8-192 0,2-2-604 0,-4-4 267 15</inkml:trace>
  <inkml:trace contextRef="#ctx0" brushRef="#br0" timeOffset="24882.14">9169 4521 205 0,'3'-3'352'0,"0"-2"-20"15,-2 2-15-15,-1 3-11 0,3-4-4 0,-3 4-14 16,4-5-14-16,-4 1-4 0,0 4-34 0,0 0-18 16,4-3-24-16,-4 3-14 0,0 0-22 0,0 0-11 15,0 0-17-15,0 0-7 0,0 0-16 0,0 0-12 16,0 0-7-16,-18 2-10 0,9-1-6 0,-1 3-9 16,-2 0-5-16,-1-1 3 0,-1 3-12 0,-5 1-1 15,4-2-4-15,0 0-5 0,-3 2-5 0,3-2-5 16,2-1-5-16,2 3-3 0,0-2 1 0,0 0-1 15,3-3-6-15,1 2-1 0,0 0-5 0,3 0 2 16,0 0-5-16,4-1-2 0,-1 3-3 0,2-1 3 16,0 0 3-16,4 1-1 0,4 2 0 0,1-1-1 15,2 0-1-15,2 3 1 0,2 0-2 0,-1-1-3 16,1 0 2-16,1 3-5 0,-1-3 14 0,-4 2-16 16,3-1 15-16,0 1-12 0,-4-1 0 0,-3 0-1 0,2 1-2 15,-1-2-1-15,-2 1 0 0,-2-1 2 0,2 1 2 16,-5-1-8-16,0 0 9 0,0 0-2 0,-2 0 3 15,0-3 0-15,-2-1 1 0,0 4 1 16,-1-5 4-16,-3 3-1 0,-2-1 5 0,0-1 14 0,1 2-13 16,-1-5 17-16,-2 1-13 0,0 0 0 0,-1-1-2 15,2-2 1-15,0 0 0 0,0 0-6 0,-2-2 1 16,1 0 0-16,2-1-7 0,2 1-7 0,-2-3-32 16,4 2-31-16,-1-1-36 0,2-1-29 0,0-2-34 15,2 1-45-15,1-1-45 0,4 0-49 0,2 1-41 16,0-3-254-16,4 3-652 0,-2-1 289 0</inkml:trace>
  <inkml:trace contextRef="#ctx0" brushRef="#br0" timeOffset="25132.12">9384 4658 151 0,'0'0'322'0,"4"-2"-6"0,-4 2-14 16,5-2-22-16,-5 2-21 0,0 0-27 0,5-2-12 0,-5 2-38 15,0 0-22-15,0 0-16 0,0 0-14 16,6 8-16-16,-6-3-6 0,2-1-10 0,2 1-5 16,-1 4-8-16,-2-3-10 0,1 4 2 0,-1 0-14 15,2 2-5-15,1 0-9 0,0-1-2 0,-3 0-6 0,3 2 5 16,1-1-1-16,-3 0-12 0,5-1 0 0,-3-1-15 16,-1 4-21-16,1-6-27 0,0 4-28 15,0-5-36-15,1-2-39 0,-2 0-41 0,3 0-55 0,-4 0-55 16,2-3-179-16,-4-2-501 0,10-1 221 0</inkml:trace>
  <inkml:trace contextRef="#ctx0" brushRef="#br0" timeOffset="25600.84">9764 4666 45 0,'1'-6'278'0,"-1"2"5"16,0 4-7-16,0-7-8 0,0 1-13 0,-1 1 2 16,-2 0-12-16,0-2-16 0,1 1-12 0,-4 0-4 15,6-1-14-15,-5 2-15 0,2-1-10 0,-2 1-8 16,2-1-3-16,0 3-26 0,-1-2-28 0,1 2-3 16,3 3-22-16,-12-2 1 0,8 2-13 0,4 0-6 15,-12 3-10-15,4 4-9 0,1-1-6 0,0 2-2 16,0 2-6-16,3 2-3 0,0-1-6 0,3 2-4 15,-5 3 3-15,5 1-4 0,1 0-2 0,7 0 3 16,-5 0-7-16,5 1 1 0,0-1 8 0,3 1-13 0,3 0-3 16,2 3 1-16,3 4 1 0,-3-4 3 15,5-1-3-15,2 2-6 0,-4-2 4 0,-5-5 7 16,4 2-8-16,3 7-3 0,-9-7-1 0,2-2-2 0,-3 1 2 16,1 1-5-16,-2-4 1 0,-5 0 4 0,1-4 9 15,-1 2-12-15,-7-3 31 0,2-1-4 0,-2 1 28 16,-4-2 23-16,-4 1 18 0,3-3 13 0,-4 0 7 15,-3-1 13-15,2-1 0 0,-5-2-1 0,-5-1 0 16,5 0-1-16,-4-3-12 0,4-2-4 0,7 0-10 16,-2-2-9-16,-3-1-11 0,2-3-17 0,-1 1-22 15,8-1-21-15,0-5-36 0,0-1-46 0,6-2-57 16,1-1-74-16,4-5-67 0,3 5-72 0,4-6-86 16,7 0-405-16,-1 1-893 0,2 4 396 0</inkml:trace>
  <inkml:trace contextRef="#ctx0" brushRef="#br0" timeOffset="25991.44">9957 4655 136 0,'0'0'179'0,"8"6"4"16,-8-2 1-16,4 0 4 0,-1 2-4 0,0 2-9 16,-2-3-11-16,5 4-6 0,0 0-12 0,1 1-10 15,-3-1-14-15,4 1-11 0,-1 0-9 0,0 1-10 0,0 1-8 16,-1-2-4-16,0 0-10 0,1-1-5 15,-3-1-9-15,2 0-4 0,-1 0-5 0,-4-1-3 16,3-4-4-16,0 2-3 0,-2 0-6 0,-1-1 6 0,-1-4-2 16,6 3-7-16,-6-3-1 0,0 0-2 0,0 0 1 15,7-9-5-15,-4 3-1 0,0 1-3 0,0-6-2 16,2 1 1-16,-3 0 18 0,2-1 18 0,0-1 16 16,1 0 16-16,0 1 18 0,0-2 15 0,0 1 11 15,-1 1 6-15,3-1 1 0,-4 1-9 0,5 2 9 16,-4-1 2-16,-1 4-17 0,1 0-13 0,0 1-9 15,0 1-19-15,0 2-5 0,1-1-10 0,-5 3-8 16,11 0-8-16,-11 0-1 0,11 7-7 0,-8-3-7 16,6 5-1-16,-2 0-3 0,-3 1 0 0,3 1-9 15,-4-1-25-15,5 3-30 0,-4 0-40 0,1-2-47 16,-2 1-17-16,0 1-27 0,0-2-40 0,-1 0-53 16,0-2-57-16,-2-2-58 0,-2 1-220 0,1-3-644 15,0 0 285-15</inkml:trace>
  <inkml:trace contextRef="#ctx0" brushRef="#br0" timeOffset="26163.3">9784 4289 124 0,'-1'-4'207'0,"-2"-1"-17"0,3 2-25 0,0 3-17 15,0 0-15-15,0 0-18 0,0 0-54 0,0 0-78 16,19 9-59-16,-8-2-99 0,0 0-191 0,0 0 85 16</inkml:trace>
  <inkml:trace contextRef="#ctx0" brushRef="#br0" timeOffset="26475.79">10577 4280 101 0,'4'-3'371'0,"-4"3"-36"0,0 0-31 16,0 0-33-16,0 0-24 0,0 0-11 0,-16 11-4 16,9-3-10-16,0 3-8 0,-3 6-11 0,-3 0-2 15,-2 5-1-15,4 3-14 0,3 1-12 0,-4 2-3 16,4 2-7-16,1 3 2 0,4-1-12 0,0 0-15 15,-1 0-5-15,4 0-15 0,4 1-7 0,6-1-12 0,-6 0-8 16,6-1-7-16,2-1-9 0,-1-3-3 16,4 2-8-16,3-7-4 0,2-1-15 0,-4 0-20 15,3-7-26-15,0 0-38 0,0-5-41 0,10 1-41 16,-9-5-32-16,5 2-63 0,-2-7-77 0,0-3-75 0,0 0-303 16,-1-2-726-16,-3-5 322 0</inkml:trace>
  <inkml:trace contextRef="#ctx0" brushRef="#br0" timeOffset="26975.75">10936 4394 78 0,'0'0'237'0,"0"0"-26"0,0 0-17 15,0 0-22-15,-9 6-11 0,6-1-10 0,2 2-10 16,-1 0-11-16,2 2-13 0,0 3-7 0,2 1-15 15,-2 0-3-15,1 3-11 0,2 3-10 0,-2 0-4 16,3-1-7-16,2 3-4 0,-1-1-3 0,2-2-5 16,-2 3-4-16,2-3-3 0,-3-2-6 0,3-1-1 15,0-1-5-15,0-4-4 0,-2 1-2 0,-1-4-5 16,3 0-3-16,-3-2-2 0,0-1-2 0,0-3-1 16,3 1-1-16,-7-2-2 0,8-6 3 0,-1 3-4 15,-2-2 0-15,2-3 3 0,0 3 17 0,-2-5 21 0,1 2 13 16,3-1 9-16,-5 1 7 0,2 2 1 15,-2 0-1-15,0 1-4 0,0 0-1 0,-1 1-14 16,2 1-5-16,-2 0-10 0,1 2-4 0,-4 1-5 16,0 0-1-16,15 6-3 0,-8-1 0 0,0 0-10 0,2 1 0 15,2 0 4-15,-2 3-8 0,1 1-3 0,1-2 1 16,1 1-1-16,3 1 1 0,-4-2-3 16,-1-2-2-16,-1-1 6 0,0-1-3 0,1 0 3 15,-2-4 0-15,-1 0 1 0,3 0-2 0,-1-1 22 0,-5-3 7 16,5-3 11-16,-3 2 11 0,0-5-7 0,-1 2-6 15,-1-3 1-15,-4-3 0 0,0 1 1 0,3-5-5 16,-3 2-5-16,-3 0-6 0,6-2 0 0,-6 0-2 16,2 0-10-16,1 2-9 0,-3 3-35 0,3-2-30 15,-1 3-31-15,-3-1-36 0,2 2-49 0,2 3-50 16,0 0-72-16,-3 2-305 0,2 0-641 0,-3 4 284 16</inkml:trace>
  <inkml:trace contextRef="#ctx0" brushRef="#br0" timeOffset="27194.49">11631 4554 149 0,'0'0'481'15,"0"0"-16"-15,0 0-2 0,0 3-17 0,0-3-39 16,0 0-28-16,0 0-43 0,0 0-33 0,0 0-31 15,0 0-32-15,3 4-48 0,-3-4-60 0,0 0-53 16,0 0-90-16,0 0-65 0,0 0-36 0,0 0-46 0,1 6-64 16,-1-6-71-16,3 3-286 0,1 1-627 15,0-3 277-15</inkml:trace>
  <inkml:trace contextRef="#ctx0" brushRef="#br0" timeOffset="27631.96">12012 4449 213 0,'0'-2'347'0,"0"2"-12"0,0 0-20 16,0 0-24-16,0 0-24 0,0 0-28 0,0 0-21 15,-16-2-25-15,5 4-15 0,0 2-13 0,-4-1-16 16,-4 2-5-16,-1 1-4 0,1 2 1 0,-2-1-9 15,-1 2-10-15,2 0 2 0,1 0-4 0,-3 2-9 16,7-1-12-16,-2-1-11 0,4 0-13 0,4-1-4 16,-1 0-9-16,2 3-6 0,3-5-2 0,1 0-4 15,2 2-5-15,4 0 0 0,4 0-2 0,1 2-4 16,8-5-1-16,4 2-5 0,10 0-6 0,-1-2 2 16,9-1-6-16,-2 0 0 0,1-4-3 0,3 1-6 15,1-2-2-15,-5-1-2 0,-4-3-3 0,1 1-1 16,-4 1 11-16,-5-1-11 0,-4-2 3 0,0 1-5 15,-5 2 1-15,1-3 3 0,-5-1-6 0,0 1-3 16,-6 1 3-16,-1 0-6 0,0-2 3 0,-5-1-7 16,-2 2 14-16,0-2-19 0,-5-1 0 0,-2 0-9 15,-4 2-17-15,-1-5-20 0,-6 1-23 0,-5-1-17 16,-2 0-13-16,4 1-4 0,7 4-12 0,-3 0-19 16,10 4-34-16,-1-3-42 0,-3 0-29 0,4-1-29 15,3 3-33-15,-3-2-166 0,4 1-519 0,3 0 229 16</inkml:trace>
  <inkml:trace contextRef="#ctx0" brushRef="#br0" timeOffset="27803.83">12016 4314 61 0,'0'0'260'0,"0"0"-8"16,0 0-18-16,0 0-21 0,0 0-17 0,0 0-24 16,0 0 4-16,0 0-4 0,0 0-2 0,-2 16-8 15,0-9-7-15,2 4-8 0,0 4-4 0,2 1-10 16,0 4-13-16,2-1-7 0,-1 6-2 0,5 4-15 15,-2 1-13-15,2-3-6 0,-3 5-4 0,3-2-10 16,0-1-5-16,-2 0-9 0,1-3-21 0,0 2-41 16,-6-9-60-16,1 3-76 0,1-4-87 0,-1-1-272 15,-1-3-550-15,-1-5 244 0</inkml:trace>
  <inkml:trace contextRef="#ctx0" brushRef="#br0" timeOffset="28116.31">12458 4392 149 0,'0'-6'458'0,"0"1"-7"0,-2 1-13 0,0-1-18 16,2-1-34-16,0 6-35 0,-4-3-36 0,4 3-35 15,0 0-29-15,0 0-25 0,-14 5-26 0,10 1-9 0,-4 1-28 16,4 1-18-16,0 3-14 0,-1 2-11 15,1-1-10-15,1 1-14 0,0 5-1 0,0 3-15 16,-1 7-8-16,4-8-12 0,0 2 0 0,0-2-4 16,0 3-8-16,4 2-1 0,-1-4-6 0,3-1-16 0,-2-2-14 15,1 0-15-15,2-1-14 0,1-4-35 16,2 2-25-16,-1-7-28 0,5 0-35 0,-2-3-35 16,5 0-50-16,4-2-58 0,2-4-56 0,0-1-52 0,0-1-218 15,7-5-660-15,-4-2 291 0</inkml:trace>
  <inkml:trace contextRef="#ctx0" brushRef="#br0" timeOffset="28319.42">12967 4396 61 0,'0'0'237'0,"-7"-2"-18"0,7 2-10 0,-11 5-10 15,7 0-10-15,-3 0-10 0,1-1-12 0,-1 5-7 16,-4 1-15-16,3 0-14 0,-5 3-11 0,0 3-8 15,2-2-13-15,-7 7-9 0,5-4-10 0,-5 3-4 16,6-2-8-16,-2 0-7 0,2 0-8 0,1-1-31 16,-4 0-45-16,1-1-60 0,4-2-70 0,-3-1-250 15,8-2-438-15,-6-3 194 0</inkml:trace>
  <inkml:trace contextRef="#ctx0" brushRef="#br0" timeOffset="28522.53">12740 4479 164 0,'2'-2'334'0,"-2"2"-31"0,0 0-23 15,2-4-30-15,-2 4-19 0,0 0 9 0,0 0-8 16,0 0-9-16,4 14-2 0,-3-9-13 0,1 4-18 0,-1-3-14 16,3 6-18-16,0-3-9 0,3 5-18 0,-3-4-8 15,7 4-10-15,1 3-9 0,3-3-9 16,0 0-6-16,4-1-29 0,-3-1-50 0,2-4-51 15,1 0-72-15,-2 0-78 0,4-3-108 0,-7-3-275 0,5-2-621 16,-3 0 275-16</inkml:trace>
  <inkml:trace contextRef="#ctx0" brushRef="#br0" timeOffset="28772.51">13115 4369 184 0,'0'0'461'0,"3"-6"0"0,-3 3-10 0,0 3-23 16,1-4-37-16,-1 4-34 0,0 0-38 0,0 0-37 16,0 0-21-16,0 0-36 0,0 0-19 0,9 8-19 15,-5-4-19-15,2 4-22 0,0 0-8 0,5 2-20 16,-6 1-8-16,6 2-8 0,1 0-10 0,-2 4-2 16,-1 1-14-16,2 1-8 0,8 4-6 0,-8-3-7 15,1 4-16-15,-1-4-34 0,-5-1-42 0,2-3-47 16,-3 3-45-16,0 2-32 0,-2-2-34 0,-1-1-44 15,-4-1-56-15,1-4-59 0,-3-2-311 0,0 1-721 16,-3-5 320-16</inkml:trace>
  <inkml:trace contextRef="#ctx0" brushRef="#br0" timeOffset="29100.62">13243 4147 3108 0,'0'-2'386'0,"-1"-3"-65"0,2 0 6 0,-1 5-29 15,-3-7-22-15,3 7-37 0,3-2-40 0,-3 2-45 16,0 0-34-16,4-3-10 0,-4 3-2 0,0 0 18 16,14 9 6-16,-3-1 1 0,0 1 0 0,2 4 1 15,2 0-10-15,3 0 8 0,2 5-5 0,3 2-6 16,-2 0-12-16,3 1-23 0,3 3 20 0,2 2-8 15,0-1-5-15,-1 2-9 0,-3 4-11 0,-1 0-12 16,-4 0 1-16,-2 3-9 0,-2 1 3 0,-3 0-34 16,-5 1-27-16,-5 0-38 0,-3 1-41 0,-3-2-35 15,-9 3-52-15,-9 8-60 0,-2 3-53 0,-11-2-30 0,-4-1-32 16,-4 0-49-16,-6-2-51 0,-1-4-71 16,-4-2-276-16,0-4-859 0,-4-1 380 0</inkml:trace>
  <inkml:trace contextRef="#ctx0" brushRef="#br0" timeOffset="35126.57">18580 4265 247 0,'0'0'302'15,"0"0"-32"-15,-1-3-27 0,1 3-28 0,0 0-18 16,0 0-27-16,0 0-17 0,0 0-16 0,-3 13-14 15,3-7-11-15,3 2-13 0,-3 3-8 0,0 0-11 16,1 6-5-16,3 2-10 0,3-1-4 0,-3 0-7 16,3 1-6-16,-3 1-3 0,2-2-8 0,1 0-3 15,0 0-1-15,0-3-5 0,-3 2 1 0,2 0-7 16,-3-4 1-16,3-1-4 0,-2-2 1 0,-1 0-2 0,-2-3-1 16,1 0-1-16,-2-1-1 0,1-3 0 15,2 1 33-15,-2 0 28 0,1 0 30 0,-2-4 31 16,0 0 7-16,0 0-4 0,0 0-13 0,0 0-6 0,7-8-13 15,-6 4-5-15,4-2-2 0,-4-1-15 0,4 0-7 16,-3 0-13-16,2 1-3 0,2 0-5 0,-2-1 3 16,0 1-12-16,3 2-16 0,-2 0-4 15,1-1-6-15,3 5-1 0,-1 0-3 0,3 1-3 0,3 3-4 16,1 0 0-16,-1 2-4 0,2 3 1 0,2 1-3 16,-1 2-3-16,2-1 4 0,-1 1 0 0,-1 1-1 15,1-2-7-15,-2 1 4 0,2-2 0 0,-6-1 2 16,1-1-1-16,-4-1-2 0,1-3-1 0,-5 0 5 15,2 1 7-15,-1-1 12 0,-3-2 45 0,0-2 10 16,-3 0 4-16,0 0 4 0,10-7-4 0,-9 1 32 16,-1 0-4-16,-1-5-6 0,-1-1-9 0,0-6-8 15,-3 2-9-15,3-2-7 0,-3-1-8 0,-1-2-9 16,2 2-6-16,-6-7-21 0,6 6-25 0,-5-8-26 0,3 10-32 16,0 1-32-16,1 3-46 0,4 3-52 15,-2-1-49-15,-1 6-47 0,0-1-68 0,4 1-74 16,0 4-342-16,0 2-827 0,0 0 366 0</inkml:trace>
  <inkml:trace contextRef="#ctx0" brushRef="#br0" timeOffset="35595.29">19254 4433 144 0,'-5'-5'285'0,"5"5"-29"0,-2-3-24 16,2 3-21-16,0 0-29 0,-7-1-18 0,7 1-17 15,0 0-14-15,-8 8-13 0,5-4-15 0,2 1-11 16,1 0-8-16,-2 2-7 0,2-2-8 0,2-1-5 16,-1 3-9-16,-1 0-3 0,5-1-6 0,-2 0-1 15,0 1-2-15,1-4 13 0,0 2 4 0,0-1 7 16,0-1 13-16,-1 0 9 0,-3-3 15 0,4 2 12 0,-4-2 1 15,0 0-4-15,12-4-8 0,-12 4-3 16,6-5-13-16,-5 1-8 0,-1-3-12 0,0 1-12 16,0 0-16-16,0-1-31 0,0 2-33 0,0-4-35 15,-3 3-46-15,1 1-46 0,2-1-75 0,-2 1-85 0,2-2-219 16,0 3-570-16,0 4 252 0</inkml:trace>
  <inkml:trace contextRef="#ctx0" brushRef="#br0" timeOffset="36001.68">19887 4311 90 0,'0'0'360'0,"0"0"-14"15,0 0-27-15,0 0-18 0,0 0-24 0,0 0-14 16,0 0-9-16,-24 2-18 0,11-1-5 0,-1-1-5 15,0 3-10-15,-4-2-8 0,-9 4-21 0,9-1-10 16,-12 1-5-16,9 0-13 0,-1 1-15 0,3-2-12 16,-4 4-13-16,2-3-6 0,8 0-17 0,-1-1-6 15,3 3-14-15,2-2-11 0,2-2-4 0,-1 1-9 16,5 0-6-16,0 1-5 0,1-1-3 0,0 1-3 16,6-1 3-16,5 3-8 0,5-2 1 0,8 0 1 15,15 1-3-15,-2 1-9 0,3-4 3 0,5 0-4 16,0 0-5-16,11-1 0 0,-13 0-5 0,0-2-2 15,0 0-6-15,-6-2 4 0,-1 0-3 0,-5-1 3 0,-10 0-4 16,1 1 1-16,-9-2 5 0,1 0 11 0,-3 2-8 16,-4-2-5-16,-1-1 9 0,0 0 5 15,-5 0-11-15,-6-2 0 0,0-2-4 0,-4 1 4 16,-6 1-3-16,-12-6-8 0,2 4-16 0,-3-2-23 0,0 3-40 16,0-4-48-16,-1 3-39 0,-2-1-36 0,3 2-32 15,2 2-35-15,9 2-53 0,0-2-57 0,6-1-227 16,1 2-660-16,1-1 292 0</inkml:trace>
  <inkml:trace contextRef="#ctx0" brushRef="#br0" timeOffset="36220.43">19789 4127 67 0,'-5'-2'271'0,"5"2"-25"15,-7-3-27-15,7 3-20 0,0 0-23 0,-7 5-14 16,5 1 5-16,-1 0-7 0,1 5 0 0,1 3-10 15,2 4-12-15,2 1 8 0,1 1-5 0,0 5-15 16,6 2-8-16,-1 3-10 0,4 1-8 0,0 0-6 16,-1 0-1-16,5 1-19 0,-1 0-2 0,2-1-7 0,-2 2-8 15,2-3-19-15,0-2-29 0,-2-1-46 16,-1-3-56-16,0-1-72 0,-3-8-91 0,-4-2-212 16,4-4-506-16,-3 0 223 0</inkml:trace>
  <inkml:trace contextRef="#ctx0" brushRef="#br0" timeOffset="36517.28">20348 4127 162 0,'0'-4'411'0,"0"-1"-19"16,0 2-8-16,0 3-51 0,0-5-32 0,0 5-32 15,0 0-33-15,0 0-23 0,0 0-17 0,-19 10-23 16,11-3-5-16,1 2-25 0,-3 2-10 0,1 6-12 16,1 2-14-16,0-1-5 0,4 2-11 0,-1-1-12 15,2 3-5-15,3-3-3 0,4 7-6 0,1-5-5 16,3 4-2-16,3 0-7 0,3-1 0 0,2-2 4 16,-2-5-15-16,6 0-4 0,3 1-18 0,-5-6-5 15,9 1-46-15,-5-6-35 0,5 0-34 0,-2-2-35 16,-5-2-47-16,3-5-38 0,-5 0-42 0,2-4-35 15,2 0-251-15,-4 0-596 0,-3-6 265 0</inkml:trace>
  <inkml:trace contextRef="#ctx0" brushRef="#br0" timeOffset="36704.76">20767 4206 37 0,'0'-2'290'0,"0"-2"-13"15,0 4-23-15,0 0-26 0,0-6-25 0,0 6-21 16,0 0-21-16,0 0-14 0,-11 10-12 0,4-4-12 0,2 2 2 15,-2 2-7-15,-1 4-9 0,-1 2-9 0,-1 1-8 16,2-1-7-16,-2 2-7 0,-1 0-10 0,2 0-5 16,-2 0-2-16,1 1-9 0,-2-1-12 15,0-3-29-15,3 3-32 0,-2-5-44 0,-2 2-61 0,6-5-66 16,2-3-248-16,-3 0-476 0,4-3 211 0</inkml:trace>
  <inkml:trace contextRef="#ctx0" brushRef="#br0" timeOffset="36907.87">20578 4245 66 0,'-4'-5'359'0,"3"1"-13"0,-2 2-21 0,3 2-26 16,-4-6-33-16,4 6-32 0,0 0-26 0,0 0-18 16,0 0-23-16,0 0-9 0,8 14-21 0,-4-3-11 15,0-1-11-15,7 5-9 0,-1 0-12 0,2-1-8 16,8 6-13-16,1 0-11 0,1-1-11 0,1 3-40 15,2-5-41-15,3 0-50 0,0-1-60 0,1-5-74 16,3 0-79-16,-9-5-161 0,5 1-491 0,-5-4 216 0</inkml:trace>
  <inkml:trace contextRef="#ctx0" brushRef="#br0" timeOffset="37126.62">21024 4158 259 0,'0'0'291'16,"0"0"-31"-16,0 0-19 0,0 0-21 0,0 0-21 0,15 9-18 16,-5-4-14-16,-1 5-7 0,-2-1-10 0,6 6-12 15,-1 1-7-15,1-1-16 0,-2 3-12 0,4 4-4 16,-4 2-16-16,2 2 0 0,-3 0-14 0,-2 0-4 16,0 2-2-16,-5 1-11 0,-3-1 2 0,-1 3-21 15,-5-1-44-15,-3-1-48 0,-5-1-75 0,-2-3-94 16,-6 0-236-16,-4-2-503 0,2 1 222 0</inkml:trace>
  <inkml:trace contextRef="#ctx0" brushRef="#br0" timeOffset="39333.19">16850 4431 152 0,'4'-6'262'0,"-4"-1"-5"0,0-1-10 0,2 0-9 0,-2 1-2 15,-2-4-3-15,2 0-11 0,2 1 5 16,-2-2-4-16,-2 2-4 0,2 1-7 0,0 0-6 15,0-3 10-15,-2 6-34 0,0-1-6 0,-2 0-13 0,3-1-6 16,-5 2-12-16,3 0-14 0,1 3-17 0,-2-2-11 16,-3 1-7-16,1 3-20 0,1 0-8 0,-5-1-4 15,-3 4-9-15,3-1-8 0,-6 1-3 0,5 3-6 16,-1 1-7-16,-2 1-4 0,6 2 0 0,-4 0-4 16,4 2-5-16,2-1-1 0,-2 0-5 0,0 3-1 15,4-3-6-15,0 3-14 0,4 0 2 0,0-1-2 16,1 1 12-16,2 0-23 0,1-2 3 0,4 2 7 15,0-2-2-15,3 2 1 0,3 2-6 0,-1-3 6 16,2 4-5-16,-1-3 6 0,6-2-3 0,-6 2 3 16,5-1 0-16,-1-2 6 0,-2 0-7 0,3 1 8 15,-9-3-11-15,3 1 14 0,2 2-6 0,-4-3 7 16,-3 0-1-16,2-1-7 0,-5 0-6 0,2 1 10 16,-1-2-7-16,-4 0 1 0,-2 0 6 0,4-1 0 0,-4 1-2 15,-4-1 21-15,2 1-19 0,-3-1 4 16,-1 0 5-16,-3-2 5 0,-3 2-1 0,-2 1 1 15,0-2 1-15,1-1-5 0,-2 0 2 0,-1-2-1 0,2 2-7 16,-2-2 1-16,2 1-1 0,0-1-4 0,1 0-2 16,4-1-31-16,1-1-21 0,1-2-36 0,3 1-28 15,-2-1-38-15,5-1-39 0,1 4-42 0,5-9-44 16,4 3-43-16,2-2-220 0,3-4-592 0,4 2 261 16</inkml:trace>
  <inkml:trace contextRef="#ctx0" brushRef="#br0" timeOffset="40593.19">17174 4488 116 0,'0'0'252'0,"0"0"-5"16,0-5-6-16,0 5-11 0,0 0-5 0,0 0-16 15,0 0-19-15,0 0-16 0,0 0-18 0,0 0-17 16,0 0-15-16,0 0-13 0,0 0-11 0,0 0-11 15,-21 6-9-15,17-1-7 0,0-1-11 0,-1 4-6 16,-5-1-1-16,3 1-8 0,-1 0-2 0,-1 2-3 0,2 1-2 16,0-1-7-16,0 0-7 0,-2 0-2 0,2 1 0 15,0 0-1-15,3 0-4 0,0-2-2 16,0 2-3-16,3-2 3 0,1 1-4 0,0-4 9 16,1 3 1-16,3-2-9 0,0 0-3 0,3-2 4 0,3 0 2 15,0-3-4-15,1 2 0 0,7-2 4 0,-4-2-7 16,3-2-1-16,5-2-3 0,-3 0 10 0,1 1-8 15,-2-2 3-15,0-2-4 0,0 0-1 0,-1-2-1 16,-3 3-2-16,-3-2 2 0,0 1-5 0,-2-1 9 16,-1 0-7-16,-1 2 2 0,-3-2-1 0,-1 2 6 15,-2-2 10-15,2 3-1 0,-2 0 7 0,-2 0 4 16,1 0-7-16,0 1-4 0,0 4-1 0,-1-5-2 16,1 5-2-16,-3-5-7 0,3 5 4 0,0 0-6 15,0 0-2-15,0 0-5 0,0 0-2 0,-11 8 0 16,12-2-7-16,-2-2-3 0,5 1-6 0,-1 1-5 15,1-1-7-15,1 3-10 0,5 0-13 0,-5-1-17 16,5-1-13-16,-2 1-13 0,4 0-19 0,0-3-14 16,0 3-7-16,-2-3-17 0,3 0-3 0,0-1 6 15,1 0 8-15,-1 1 16 0,-2-4 4 0,0 1 16 16,-3-1 10-16,0-1 12 0,-1-1 21 0,0-1 18 16,-3 1 32-16,1-1 31 0,-2 0 17 0,-3 3 13 15,7-5 20-15,-7 1 3 0,1 0 3 0,-1 4-5 0,0-5 7 16,0 5 2-16,0-7-3 0,0 7-2 0,0-5-5 15,0 5-3-15,0 0-7 0,0-3-5 16,0 3-8-16,0 0-6 0,0 0-5 0,0-5-2 16,0 5-3-16,0 0-2 0,0 0-2 0,0 0-2 0,0 0-2 15,0 0-4-15,0 0-2 0,14 4 3 0,-14-4-3 16,5 2-1-16,-5-2 1 0,3 2-3 0,-3-2 2 16,0 0-2-16,0 0 4 0,0 0-3 0,0 0-3 15,0 0 1-15,0 0-2 0,-8-11 0 0,8 7 4 16,-5-1 13-16,0 0 4 0,1 0-4 0,-1-2 0 15,-1 0 8-15,-2-1 11 0,3 0 9 0,-1 1-3 16,2-1 1-16,-3 2-11 0,-1-2 14 0,4 1-1 16,-1 4-1-16,1-5-1 0,-2 3-3 0,2 1 5 15,3 0-6-15,-4 0-6 0,2 1-4 0,-1-1-3 16,4 4-6-16,-9-4-1 0,7 2-5 0,-1 0-6 16,3 2 1-16,-8-3 4 0,8 3-9 0,-5-1-2 15,5 1 4-15,0 0-4 0,-5-2 1 0,5 2-2 16,0 0-2-16,0 0-5 0,0 0-2 0,0 0-1 15,0 0-9-15,-8-1 1 0,8 1 2 0,0 0-2 16,0 0-4-16,0 0 0 0,0 0 6 0,0 0-4 16,0 0 3-16,0 0 2 0,0 0-1 0,0 0 1 15,0 0 5-15,0 0-8 0,0 0-3 16,0 0 0-16,0 0-4 0,0 0-5 0,0 0-7 0,11-5-8 16,-11 5-6-16,0 0 0 0,6-2-8 0,-6 2-6 0,0 0-3 0,0 0 0 0,0 0 1 15,13 3 4-15,-13-3 2 0,7 0 14 0,-7 0-2 16,8-1 4-16,-8 1 5 0,12 1-1 0,-6-1 5 15,-6 0 4-15,12-1 3 0,-4 1 2 0,0 1 2 16,-8-1 0-16,14-1 3 0,-7 1 1 0,-1 0 3 16,4 0 0-16,-4 1 1 0,-6-1 1 0,14 1 1 0,-5 0-1 15,-4 1 0-15,3 0 5 0,0 2-1 16,-1-1 1-16,-1 0 2 0,-1 1-1 0,3-1-2 16,-4 0 1-16,2 4 0 0,-4-4 1 0,3 3-2 0,-4-1 1 15,2 1 1-15,-2-2 1 0,-1 3 5 0,3-2-2 16,-3 0 1-16,-3-1 2 0,3 1 0 0,0 0 11 15,-1-1 1-15,-2 1 10 0,3-5 11 16,0 6 3-16,0-6 12 0,-1 5 18 0,1-5 16 0,-2 4 22 16,2-4 16-16,0 0 0 0,0 0-2 0,0 0 10 15,0 0-13-15,0 0-6 0,0 0-4 0,-3-18-11 16,3 12-10-16,3 0-8 0,0-5-13 0,0 2 2 16,1-1-14-16,0 0 0 0,1-1-13 0,1 2-5 15,-1-3-16-15,2 3-15 0,1 1-27 0,0 1-16 16,-1-2-25-16,-3 5-16 0,4 0-18 0,-4-1-21 15,4 2-16-15,-5 2-14 0,3-2-17 0,-6 3-10 16,0 0-15-16,13 6-10 0,-7-4-6 0,-1 3-3 16,-1-1-2-16,0 1 12 0,0 2-2 0,3-1 1 15,1 3 21-15,-2-3 6 0,3 0 20 0,2 1-88 16,-3-2-260-16,3 1 115 0</inkml:trace>
  <inkml:trace contextRef="#ctx0" brushRef="#br0" timeOffset="40858.81">17884 4514 678 0,'12'0'-59'0,"-2"-1"16"15,2-1 13-15,-3 1 10 0,1-2 12 0,3 1 13 16,-6-2 3-16,3-1 3 0,2 0 4 0,-5 1 22 0,1-3 1 15,-4 4 8-15,4-3 12 0,-4 0 5 16,3 1 19-16,-7 0 3 0,3-1 9 0,0 0 9 16,-1 3 4-16,-2-4 11 0,2 2 0 0,-2 5 1 15,-4-8-3-15,2 5 1 0,-1 0-2 0,-1-1 1 0,4 4-10 16,-9-3 7-16,2 3-12 0,7 0-7 0,-15 2-5 16,4-1-4-16,3 2 0 0,-1-1 1 0,0 2-11 15,-1 1-5-15,-1 3-6 0,4-2-6 0,-5 3 0 16,3 2-5-16,1-2-5 0,3 2-3 0,-2-1 1 15,3 4 2-15,4-2 2 0,0 2 9 0,1 0 16 16,7 1-9-16,-1-2-1 0,1 0 0 0,7 1-7 16,0-2-4-16,-1 0-1 0,5-1-4 0,7-1-6 15,-2-2-12-15,3-2-26 0,-5-1-32 0,8 0-40 16,-7-4-57-16,7 1-65 0,-1-4-75 0,-5 2-76 16,-6-2-173-16,2-3-555 0,-1 0 245 0</inkml:trace>
  <inkml:trace contextRef="#ctx0" brushRef="#br0" timeOffset="41093.17">18293 4503 95 0,'0'0'370'0,"0"0"-7"0,-1 3-11 0,1-3-16 15,0 0-8-15,0 0-24 0,0 0-15 16,0 0-24-16,0 0-12 0,0 0-22 0,0 0-25 15,16 1-16-15,-9-1-22 0,0 0-13 0,0 1-18 0,-2-1-15 16,6-1-25-16,-2 2-36 0,1-1-50 0,1-1-54 16,-3 1-44-16,3 0-57 0,-3 1-64 0,-1 1-64 15,0-2-67-15,-7 0-201 0,9 0-585 16,-9 0 258-16</inkml:trace>
  <inkml:trace contextRef="#ctx0" brushRef="#br0" timeOffset="41233.79">18343 4600 21 0,'-1'2'266'0,"1"-2"9"16,-4 4 4-16,4-4 8 0,0 0 6 0,0 0 20 16,7 5-1-16,-7-5-6 0,11 0-23 0,-3 0-36 15,4-1-28-15,0 0-15 0,3-1-24 0,7 0-16 16,-1 0-34-16,3 0-66 0,-1-1-77 0,2 2-75 16,-5-1-104-16,3 0-145 0,7 0-199 0,-8-1-580 15,2 0 257-15</inkml:trace>
  <inkml:trace contextRef="#ctx0" brushRef="#br0" timeOffset="47802.72">1266 6994 146 0,'0'0'341'0,"0"0"-18"16,0 0-38-16,0 0-32 0,0 0-28 0,0 0-24 16,0 0-19-16,0 0-14 0,-7 14-24 0,7-8-16 15,1 6-11-15,1 1-13 0,0 5-10 0,1-2-4 0,0 5-11 16,1-1-8-16,4 6-7 0,-4-6-5 0,0 1-8 16,2 0-4-16,-2 0-2 0,4 0-6 0,-4-1-3 15,0 1-3-15,3-5 1 0,-2 4-7 0,-2-4-4 16,1-2-9-16,-1-2-36 0,2-1-26 0,-2 1-25 15,-3-7-30-15,1 0-28 0,2 3-21 0,-2-6-31 16,-1-2-39-16,0 3-194 0,0-3-448 0,0 0 198 16</inkml:trace>
  <inkml:trace contextRef="#ctx0" brushRef="#br0" timeOffset="48177.69">1218 7097 72 0,'-6'-19'273'16,"1"-1"7"-16,0 2 4 0,1 0-2 0,0 2-4 15,-2 0 2-15,2 3-16 0,3-4-3 0,1 6-27 16,-4 1-9-16,4 0-16 0,0-1-19 0,0 1-26 16,4 1-14-16,-4 3-15 0,5 1-14 0,2-1-16 15,0 1-14-15,3 3-7 0,-1-1-11 0,3 3-7 16,4 0-4-16,2 2-14 0,1 3-4 0,2 1-6 16,-4 1-7-16,2 1 0 0,-1 2-4 0,1 1-5 0,-5 1-9 15,0 2-4-15,0-1-9 0,-3 2 8 0,-3-4-16 16,-2 2-4-16,-1 2 7 0,-2 0-2 15,-3 1 1-15,-1 0-1 0,-5 1 3 0,-1-3 0 16,-5 2 3-16,4-2 0 0,-6-1 3 0,1 0 10 0,-1-6 4 16,2 2 8-16,0 0 5 0,2-1 3 0,-2-3-9 15,1 1-2-15,4-2 4 0,3 0-11 0,-1 0 2 16,1 0-9-16,1 0 5 0,0-2-3 0,3 3 0 16,0-5-3-16,3 9-6 0,1-4 6 0,5 5 5 15,-2-4-6-15,4 1 2 0,1 3-7 0,5-2 8 16,-1 3 3-16,-1-1 3 0,1-1-25 0,1 0-14 15,-4-1-19-15,1 2-18 0,-1-4-20 0,0 1-16 16,-1 0-26-16,-1 2-24 0,-2-1-43 0,1-2-40 16,-2 1-55-16,0-1-48 0,-4-2-180 0,-1 0-556 15,-2-3 245-15</inkml:trace>
  <inkml:trace contextRef="#ctx0" brushRef="#br0" timeOffset="49599.48">1562 7267 111 0,'3'1'184'16,"-3"-1"-2"-16,7 2-5 0,-6 1-1 0,-1-3-9 15,8 1-7-15,-1 0-11 0,-7-1-9 0,12 0-11 16,-6-1-12-16,2 0-9 0,0 0-13 0,-1-1-4 15,0-1-11-15,0-1-7 0,1-2-7 0,-3 1-7 0,-1 1-1 16,4-1-11-16,-5-3-5 0,3 0 13 0,-4 0 5 16,1 3 0-16,-3-1 17 0,-3 0-8 15,3 0 4-15,-2 1-11 0,-1 0 2 0,0 1-5 16,0 0-4-16,-2 3-6 0,-2 0-4 0,7 1-5 0,-16 0-5 16,10 2-7-16,-2 2 8 0,0 1-12 0,-3 3-3 15,4 0 1-15,-1-1-6 0,4 2-2 0,-4 2 2 16,4 2 0-16,0-4-4 0,1 5-2 15,2-3 0-15,1 0 1 0,0 1-1 0,1 1 4 0,3-3-2 16,2 0 1-16,3-1 0 0,3 0 2 0,-2-1 2 16,6-2 11-16,2 1-13 0,4-4-1 0,-2 0 6 15,1-3-6-15,-1-1 0 0,3-3 4 0,-4-1-7 16,1 0-2-16,1-3-2 0,-5-1 5 0,3 0-7 16,-5-1-2-16,-2-1-3 0,0-1 4 0,-2-2-13 15,-2-3-5-15,0-1-4 0,-4-1-5 0,-1-2-10 16,-2-5-4-16,-2-1 10 0,-2 0-8 0,-2 1 3 15,-2 0 5-15,-1 0 2 0,4 5 2 0,-4 2 10 16,-2 1 14-16,3-1 16 0,-2 3 13 0,2 4 11 16,-3-4 10-16,5 6 9 0,-4 1 9 0,3 0 7 15,2 2-1-15,0 1-10 0,1 1-12 0,-1 0 2 16,0 0-16-16,4 2-12 0,0 3 0 0,0 0-4 16,0 0-3-16,-7 11-4 0,7-4-3 0,3 6-1 15,0 0-3-15,2 5-5 0,-1 1-10 0,3 1 4 16,3 8-2-16,0-3-1 0,1-1-5 0,-4-2-4 15,8 4-6-15,-1-2-11 0,-2 0-5 0,3-2-4 16,-3-4-2-16,3-1-11 0,4 3 3 0,-4-5-9 16,0-6-2-16,1 6-2 0,-2-5-5 0,1-4 6 15,-6-2-5-15,6 0-2 0,-1-2-4 0,-3-2 0 16,4-1 11-16,-3-3 6 0,0-1 5 0,1-1 6 16,-4-3 5-16,5 2 4 0,-8-4 5 0,1 2 5 15,1-2 11-15,-4-1 14 0,-1 2 8 0,0-3 18 16,-2 3 7-16,-4-1 6 0,3 5-3 0,-2 0-5 15,-2-2-4-15,-2 3 3 0,0 1-9 0,0 0 0 16,-2 4-5-16,1 0-2 0,-5 3-2 0,5-1-2 16,-3 3-2-16,-2 2 3 0,5 1-5 0,-1-2-3 15,3 4-1-15,1-2 1 0,-2-2 1 0,5 1-3 16,-2 0-2-16,3 1-3 0,0-1 13 0,0-2-14 16,3-2 1-16,1 2 1 0,-1-4-3 0,2 3 5 15,-2-3-2-15,-3-1 5 0,0 0 0 0,15-6-1 16,-10 3 0-16,3-1 0 0,-2 0 0 0,-1-4 3 15,0 2 4-15,-1 1 11 0,0-4 8 0,1 4 16 16,-1-2 10-16,-1 1 5 0,1 2 6 0,-1-1-6 16,-1 1-6-16,1 2 0 0,-3 2-10 0,3-6-11 0,-3 6-3 15,0 0-3-15,0 0 0 0,0 0-7 0,15 9 1 16,-11-4-2-16,4 3 0 0,-2 1 3 16,3 0-1-16,0 1-5 0,1-1-11 0,6 3-8 15,1-2-3-15,-2-1-4 0,1 2 0 0,-4-6-24 0,2 1-15 16,1-1-10-16,-2-3-14 0,1 0-12 0,-2-2-13 15,1-2-18-15,-1 1-13 0,-1-3 7 16,0 0 5-16,-2 0 8 0,-2-5 10 0,-2 1 5 16,1-2 5-16,-3-1 4 0,-3 1 6 0,0-1 0 0,-2-7-4 15,-2 1 8-15,0-4 2 0,0 2-6 0,-2-7 11 16,-2-3 10-16,0 1 6 0,0 1 8 0,0 0-7 16,-3 0 36-16,7 8 44 0,-6-5 37 0,2 5 38 15,5 1 22-15,-6 1 13 0,5 4 5 0,0 2 8 16,1-1 3-16,-4 2-1 0,6 2 7 0,-2 2-8 15,-1-1 5-15,1 2-23 0,1 3-22 0,-1-3-9 16,3 5-28-16,0-4 16 0,0 4-28 0,0 0 2 16,-4 11-11-16,5-4 4 0,-1 0-10 0,0 5-12 15,0 2-1-15,3 4-3 0,-2 2-7 0,6 8 0 16,-3-2-3-16,0 1-1 0,0-7-2 0,2 8 3 16,-2-8-4-16,1 6-2 0,5 1-5 0,-5-6 14 15,2-3-17-15,0 8 4 0,2-8-4 0,-3-3-6 16,-2-2-2-16,3-1-1 0,-1-2-3 0,1 0-1 15,1-4 3-15,2-1 5 0,0 1-6 0,3-6 0 16,-2 4 0-16,2-6 2 0,1-3 3 0,1 2 0 16,1-3-3-16,-1-2-3 0,-1-1 6 0,3-1-2 15,-3-1-2-15,-4 0-1 0,0 1 3 0,0 0 1 16,-3 2 7-16,1-1 9 0,-3 1 36 0,-2 1 4 16,0 3 16-16,0-3 2 0,-1 4 4 0,1-1-7 15,-3 4-8-15,0-4-10 0,0 4-9 0,0 0-1 16,0 0-7-16,-15 10-1 0,11-5-3 0,-3 3-5 15,3-2-8-15,2 5 4 0,-4-1-2 0,5 0-3 16,-2 0 5-16,3 1-7 0,3-2-4 0,-2 1 0 16,3-2 2-16,2-1-1 0,-1 1-7 0,2-4 4 0,1 1-7 15,4 0-15-15,3-3-31 0,-4-2-35 0,8-4-40 16,-4 3-34-16,3-5-35 0,-5 1-44 16,5-3-54-16,-4-2-63 0,-2 1-264 0,-3-1-662 15,1-4 293-15</inkml:trace>
  <inkml:trace contextRef="#ctx0" brushRef="#br0" timeOffset="49771.34">2414 6993 228 0,'-14'2'305'0,"3"-2"-4"0,-4 1-11 16,7-1-6-16,3 2 4 0,5-2-5 0,-11-2-29 16,11 2-2-16,0 0-37 0,0 0-18 0,15-8-25 15,-4 4-18-15,2-2-32 0,6 1-45 0,2-1-50 16,2-1-54-16,0 4-67 0,-3-2-95 0,6 1-96 15,-4-2-191-15,5 1-516 0,-5 2 229 0</inkml:trace>
  <inkml:trace contextRef="#ctx0" brushRef="#br0" timeOffset="50069.79">3033 6676 152 0,'4'-5'372'0,"-3"-1"19"0,3 1 9 0,0 1-14 15,-1 0-21-15,-3 2-36 0,0 2-34 0,0 0-38 16,0 0-28-16,0 0-23 0,0 0-23 0,8 12-15 0,-4 0-19 16,3 5-11-16,-3 2-2 0,3 8-24 15,0 0-10-15,-2 1-10 0,3 2-9 0,-2 1-7 16,0 4-11-16,4-2-1 0,-1 0-5 0,1-1-7 0,-3-1-6 15,0 0-17-15,3-2-32 0,-4 0-21 0,2-10-33 16,-4 0-27-16,0-1-24 0,3-3-28 0,-3-3-31 16,-3-2-40-16,2 0-41 0,-1-5-40 15,0 0-41-15,-2-2-219 0,0-3-593 0,0 0 263 16</inkml:trace>
  <inkml:trace contextRef="#ctx0" brushRef="#br0" timeOffset="50491.58">3100 7016 113 0,'-4'-5'231'0,"-1"0"-9"0,1-1 0 16,0 2-11-16,-2 2-4 0,1 1-5 0,2-3-2 16,3 4-4-16,-6-3 3 0,6 3-13 0,-3-4-18 15,3 4-17-15,0 0-16 0,-4-2-11 0,4 2-9 16,0 0-2-16,0 0-4 0,0 0-5 0,0 0-4 16,13 8-16-16,-6-6-10 0,1 1-5 0,6-1-10 15,-1-1-1-15,0 3-6 0,7 0-4 0,-1 3-8 16,-4-4 3-16,4 4-5 0,-1 1-9 0,-3-5-3 15,-3 4-7-15,0 1 3 0,-1-3-19 0,0 3 5 16,0 0-4-16,-3 0-2 0,-1 1 1 0,-2-2-5 16,2 2 3-16,-3-2-2 0,-1 0-2 0,1 0 3 15,-3-1 3-15,2-1-4 0,-1 0 1 0,-1 1 3 16,-1-2-5-16,0-1 3 0,3 1 0 0,-2 0 6 16,3-1 3-16,-4-3 7 0,4 4 6 0,-4-4 5 15,7 1 5-15,1-1 0 0,-8 0 14 0,16-3-18 16,-8 1-8-16,3-4-3 0,3 1 6 0,-5 0 5 15,3-1-13-15,1-2 8 0,-5 0-5 0,2-2 16 16,-1 0-13-16,-3 1 4 0,-1-1-1 0,-1-3 6 16,-4 6 4-16,2-5 7 0,-4 4 0 0,2-3-13 15,-4 3-12-15,-1-1-10 0,-4 1 2 0,0 2-20 16,-2 1-20-16,1 0-30 0,0 2-26 0,-4 1-45 0,-1 2-30 16,-3 1-50-16,-1 1-65 0,7 0-70 15,-4 1-215-15,5 0-607 0,-1 1 269 0</inkml:trace>
  <inkml:trace contextRef="#ctx0" brushRef="#br0" timeOffset="51454.95">3975 6916 132 0,'6'-18'308'0,"-2"2"-21"16,1-3 8-16,-5 3-11 0,0 3 3 0,-1-5-31 15,-2 6 2-15,0 0-14 0,1 1 1 0,-1 1-33 16,-1 0-24-16,1 6-24 0,-1-3-9 0,-3 4-10 16,2 0-30-16,-3 3-10 0,-3 2-12 0,-3 0-9 15,3 3-10-15,-1 3-5 0,-4 1-13 0,-1 2-7 16,2 2 2-16,2 1-8 0,-2 1-6 0,4 1 6 15,0 3-14-15,2 0-5 0,2 3-1 0,1-3 11 16,3 2-22-16,3 0 0 0,0 0-2 0,3-1 1 16,5 8-8-16,1-10-9 0,0-4-5 0,3 3-3 15,1-1-3-15,3-3-5 0,4-3-6 16,-2-1 2-16,5-3-15 0,-5-1-5 0,0-1-7 16,3-1 0-16,-2-2 4 0,2-1 3 0,-2-1 5 0,-1 0 4 0,-5-1 3 0,-1-1 8 0,-1 2 2 15,-1 0 3-15,-5 0 11 0,2-1 7 0,-2 2 7 16,-5 0 4-16,11-2-6 0,-11 2-3 0,4 0-5 15,-4 0 5-15,0 0-2 0,8 5 5 0,-5-1-7 16,0-1 1-16,1 0 7 0,0 2-6 0,3 0 3 16,1 1 2-16,-1-2 0 0,1 2-1 0,3-2 0 15,0 1-2-15,-3-1 0 0,5 0 1 0,-4-2 0 0,-1-1-6 16,0 1-2-16,0-2 0 0,-2 0 5 0,-6 0-7 16,11-3-4-16,-6-1-1 0,-2 2-6 15,-3-5-1-15,-2 2 5 0,-1-1 4 0,-3-3-2 16,-2 1 2-16,-2 1 3 0,-2-4 1 0,4 1 1 0,-2 1 0 15,2-1 4-15,-4-1 7 0,4 3 0 0,-1-4 2 16,0 5 5-16,2-5 2 0,0 6 4 0,3-2 4 16,3 3 0-16,-6 0-4 0,7 0 6 0,0-1-10 15,-1 2-1-15,6-1-1 0,-2 3-3 0,-3 2-1 16,8-4 5-16,-1 2-5 0,4 2-4 0,0 0 1 16,0 3-1-16,-1 0-10 0,4-1-8 0,-2 3-7 15,2 0-4-15,2 5-15 0,-5-5-7 0,3 1 4 16,2 2-3-16,-4-1-1 0,-1 1-2 0,4-1-1 15,-7 1 4-15,3-1 3 0,-3-2 0 0,-1 1 0 16,-3-2 6-16,-1 2 6 0,1-4 3 0,-4 2 5 16,0-4 8-16,0 3-5 0,0-3 3 0,0 0 9 15,-8 2 9-15,8-2 13 0,0 0 12 0,-10-8 8 16,10 5 7-16,-4-3 2 0,1 1 4 0,2-2-3 16,1 0 3-16,-1-2-2 0,2 4-5 0,-1-4-3 15,4-1-3-15,-3 3 0 0,2 1-3 0,0 0-5 16,1-1 0-16,0 2-4 0,0 0-6 0,4 1 0 15,-1 2-4-15,-3 0 4 0,6 1-2 0,-5 1-5 0,6 0 0 16,-4 3 0-16,1-1-2 0,3 3-3 0,0 0 2 16,-3 2 2-16,4 2 2 0,-2-2-6 0,-3 2 3 15,1 1-5-15,0-2 1 0,-3 1-3 16,-1-1 4-16,2-1-2 0,-2 0-3 0,-3 0-2 0,2-3 4 16,0 1 0-16,-3-2 5 0,0-3 4 0,-3 8 19 15,3-8 20-15,-4 1 21 0,4-1 12 0,0 0 7 16,0 0 9-16,-10-7 2 0,10 7 4 0,-4-8-9 15,4 2-9-15,-1-4-6 0,1 3-8 0,0-5-8 16,0 2-10-16,1-3-10 0,1 3-17 0,2-3-34 16,1 0-44-16,2 2-49 0,-2-1-34 0,2 3-40 15,0 0-45-15,-1 2-52 0,4-1-50 0,-2 3-265 16,-2 0-637-16,-1 2 281 0</inkml:trace>
  <inkml:trace contextRef="#ctx0" brushRef="#br0" timeOffset="52173.65">4708 7004 79 0,'0'0'172'0,"6"-3"-7"0,-5 1-4 15,-1 2-9-15,7-6-5 0,-1 2-7 16,-1-1 1-16,-3-1 8 0,3 1-3 0,-3 2-7 16,0-2-2-16,-1-2 1 0,2 3-7 0,-2-1-8 15,2 2-2-15,-3-2 8 0,0 5-8 0,0-6-11 0,0 6-11 16,-4-5-8-16,4 5-9 0,0 0-6 0,-10-1-4 15,10 1-10-15,-13 1 1 0,3 2-1 16,3 0 1-16,-5 1 0 0,5 0-5 0,-2 2-4 0,0 2-7 16,-1 0 6-16,2-1-13 0,-2 1 17 0,6 0-28 15,-6 1 0-15,8 0-4 0,-1-2 2 0,3 1 1 16,3 0-5-16,-2 1-3 0,3 0-2 0,6-2 6 16,-1 3-27-16,1-5-24 0,5-2-34 0,-3 3-36 15,8-1-39-15,-2-4-33 0,2-1-31 0,2-2-28 16,-3 0-19-16,2-3-5 0,0 0 8 0,-1 1-123 15,-3-5-399-15,-5 4 1299 0,3 0-671 0,-2-3 39 16,-3 2 44-16,-2 1 37 0,-1 0 50 0,-1-1 26 16,-2 2 27-16,0 1 10 0,-3-1 16 0,2 1 6 15,-3 3 9-15,0 0 5 0,0 0 4 0,-8-5 4 16,8 5-6-16,0 0 3 0,-14 7-4 0,10-5 14 16,-3 2 14-16,-2 1-4 0,3-1-17 0,-2 4-10 15,3-1-10-15,-1 4-13 0,-2-5-8 0,6 4-5 16,-1-1 0-16,3 3-10 0,-2-1-3 0,4 0-3 0,-1 0-6 15,2-1-7-15,1 0 1 0,7-1-10 16,-6 0-8-16,5-1-3 0,0-2-12 0,3-2-16 16,1-1-17-16,3 0-26 0,-3-3-23 0,1-2-17 15,-3-2-23-15,7-1-19 0,-4-4-16 0,0-1-8 0,-4-1-3 16,5-2 1-16,2-9 4 0,-2-2 0 0,-1-2-1 16,0-1 1-16,-3-1 10 0,0-3 4 15,-2-1 10-15,1 2 14 0,-3-6 11 0,-3 2 7 0,-2 2 36 16,-1-1 55-16,-2 6 49 0,-3 6 36 0,0-5 37 15,-1 6 28-15,0 2 38 0,-1 3 37 0,1-2 26 16,-2 6 13-16,3 0 7 0,-1 2-4 0,0 2-18 16,-1 1-27-16,2 1-25 0,-1 0-35 0,-3 3-13 15,7 2-17-15,0 0-16 0,-16 7 2 0,9-1-29 16,4 3-12-16,-4 2-9 0,3 6-8 0,0 8-6 16,1 3-8-16,1 0-6 0,1 3-4 0,2 0-4 15,4 3-4-15,-1-2-3 0,3 1-12 0,0-3-26 16,1 4-40-16,2-2-35 0,-2-1-56 0,2-2-59 15,0-2-59-15,1-4-39 0,-3-3-46 0,3-4-66 16,-3-5-79-16,-1-1-306 0,1-3-846 0,3-1 374 16</inkml:trace>
  <inkml:trace contextRef="#ctx0" brushRef="#br0" timeOffset="52361.14">5258 6921 45 0,'-6'-6'344'0,"-2"-1"-18"0,1 4-20 15,3-3-7-15,-4 1 3 0,1 1-1 0,3 2 18 0,0-1 16 16,1 0 0-16,1 0-35 0,2 3-30 0,-4-4-32 16,4 4-32-16,0 0-27 0,0 0-19 0,0 0-13 15,0 0-40-15,0 0-48 0,17 4-59 0,-6-3-76 16,0 3-65-16,4 0-79 0,6-4-89 0,-4 1-330 16,1-1-692-16,5 1 306 0</inkml:trace>
  <inkml:trace contextRef="#ctx0" brushRef="#br0" timeOffset="52939.22">5626 6861 64 0,'6'-2'159'0,"-6"2"-15"0,5-1-12 15,-5 1-6-15,0 0-19 0,9-1-9 0,-9 1-12 16,0 0-8-16,12 1-5 0,-12-1-7 0,9 1-8 16,-9-1 0-16,7 0-7 0,-7 0-7 0,11-1-3 0,-6-1-4 15,-2-2 8-15,1 1 16 0,3 1 12 16,-3-4 2-16,0 1 4 0,1 0 9 0,2-4 14 16,-1 4 12-16,-2-1 10 0,0-1 11 0,0 0 10 15,1 2 12-15,-1 0-3 0,-1-2 24 0,0 1 18 0,1 0 4 16,-3 0-6-16,2 1-14 0,0 0-8 0,1 1-17 15,-4 4-17-15,4-2-22 0,-4 2-15 16,0 0-10-16,0 0-8 0,11 4-10 0,-7 2-4 0,0 2-9 16,0 4-6-16,4 4-2 0,-4 2-8 0,3 2-3 15,0 6-4-15,0 3-3 0,-1 1-6 0,-4 1-2 16,2 3 0-16,0-1-4 0,-4 2-3 0,0 1 4 16,0-3-8-16,0 1-11 0,4 1 11 0,-1 1-3 15,-2-1 1-15,2 0-4 0,0 1 2 0,-2-4-5 16,4 3 1-16,-2-2 1 0,-2 3 1 0,-1-8 3 15,-1-1 7-15,1-6 13 0,-3-1 13 0,-3-1 38 16,0-1 17-16,-2-8 28 0,0 2 22 0,-3-3 17 16,0-4 23-16,-1-1-6 0,-3-4-1 0,-4-3-8 15,1-1-2-15,-2-5-3 0,6-1-5 0,-5-4-13 16,4-9-1-16,0-3-8 0,2-6-6 0,2 3-9 16,4-7-14-16,0-1-19 0,3-12-95 0,7-1 0 15,-2-2 0-15,9-1 0 0,0 5 0 0,7-1 0 0,-9 12 0 16,7 2 0-16,0 3-119 0,0 3-94 15,-1-1-69-15,2 5-74 0,-1 1-66 0,-6 8-77 16,2 1-95-16,-4 3-357 0,0 5-1031 0,1-1 456 16</inkml:trace>
  <inkml:trace contextRef="#ctx0" brushRef="#br0" timeOffset="53923.53">5637 6757 170 0,'-4'-5'331'0,"4"5"-9"0,4-4-10 16,-4 4-6-16,0 0-2 0,-4-5-1 0,4 5-9 0,4-4-9 16,-4 4-13-16,0 0-16 0,0 0-22 0,-4-6-25 15,4 6-25-15,0 0-14 0,0 0-23 16,0 0-16-16,0 0-17 0,0 0-12 0,0 0-12 0,0 0-8 16,4 14-8-16,-4-14-11 0,0 9-1 0,0-4-7 15,0 3-12-15,0-1-14 0,0 1-44 0,4 1-52 16,2-2-42-16,-1 4-27 0,1-4-50 0,-1 3-75 15,2-3-99-15,3-1-275 0,0 2-689 0,1-1 305 16</inkml:trace>
  <inkml:trace contextRef="#ctx0" brushRef="#br0" timeOffset="60579.63">9055 6570 325 0,'0'-2'401'0,"0"2"-8"0,-3-7-6 16,3 7-19-16,-1-6-26 0,1 6-23 0,0-4-29 0,0 4-33 16,0 0-28-16,0 0-23 0,0 0-24 15,0 0-19-15,0 0-22 0,0 0-8 0,0 0-16 16,0 0-12-16,12 10-8 0,-2-7-13 0,-5 1-11 0,-1 0-3 16,5 3-6-16,0 0-10 0,-1 2-6 0,-1-2-10 15,0 2 1-15,0 1 2 0,1 1-8 0,-1 0-4 16,-2 1-6-16,1-2 2 0,-1 3-5 0,0-2 0 15,-2 1-7-15,1-1-3 0,0 1 3 0,-1-2-2 16,1 3 0-16,-2-5-4 0,0-1 6 0,-2 0-7 16,2-2-1-16,-2-3 2 0,2 2 9 0,-2 0-7 15,4-1 5-15,-4-3 3 0,3 3 12 0,-3-3 36 16,0 0 2-16,0 0-6 0,0 0 8 0,0 0 6 16,1-15-2-16,-1 9-5 0,3-5-4 0,-3 0 4 15,0-2 0-15,1 1-3 0,2-1 5 0,-3 1-1 16,2 3-4-16,-1-3-2 0,2 2-6 0,-3 0-4 15,1 2-10-15,-1-1-1 0,3 3-4 0,-2 2-11 0,-1 0-6 16,3 0-15-16,-3 0-20 0,0 4-7 16,6-1-5-16,-6 1-6 0,0 0-10 0,14 8-5 15,-4-2-8-15,-4 1-3 0,4 0 1 0,-3 2-2 0,1 1-4 16,3-2 1-16,-3 2-2 0,-1 3 2 0,1 0-5 16,0-5 4-16,-1 4 0 0,0-6 7 0,-3 1-2 15,0 1 10-15,0-3 4 0,0 0 3 16,0-1 13-16,-3-2 7 0,2 2 28 0,-3-4 28 0,0 0 10 15,0 0-1-15,0 0 8 0,7-7 10 0,-6 2 9 16,-1-3 7-16,2 2 3 0,-1-6 2 0,2 3 3 16,2-3 1-16,-1 0 0 0,-4-1 4 0,4 2-1 15,-1-1-9-15,1 2 1 0,-1-2 0 0,1 3-6 16,-2 3-9-16,0-1-8 0,0 1-6 0,0 1-7 16,2 1-11-16,-4 1-2 0,0 3-13 0,4-3-9 15,-4 3-10-15,0 0-10 0,11 1-14 0,-4 1-16 16,-2 1-21-16,2 3-11 0,1-1-21 0,2 3-24 15,-3 0-17-15,1 1-26 0,0 1-27 0,3 0-28 0,1 0-16 16,-5-2-14-16,4 4-18 0,2-2-35 16,3 2-30-16,-6-2-14 0,3-3-36 0,0-1-275 15,-2-1-705-15,3 0 311 0</inkml:trace>
  <inkml:trace contextRef="#ctx0" brushRef="#br0" timeOffset="60980.29">9855 6673 115 0,'0'-7'270'16,"1"1"11"-16,-1-1 5 0,3 1 3 0,-3-2-4 16,-3 2-4-16,2-1-6 0,-3 0-12 0,1 1-12 15,-1-1-20-15,-3 0-18 0,2 3-24 0,-2-3-20 16,-3 4-22-16,1-2-12 0,0 3-20 0,-4 1-9 16,1 2-16-16,-2 0-7 0,1 5-8 0,-2 4-5 15,0-3-12-15,1 4-8 0,1 0-4 0,-1 2-11 16,0 0 1-16,4 0-22 0,4-1-8 0,-1 4-8 15,5-1-7-15,0-4-15 0,1 1 6 0,2 2 3 0,1-4-6 16,2 0 4-16,1-3-5 0,-1 0-3 16,7 0 13-16,-6-3-2 0,5-3 3 0,0-1 0 15,3-1 7-15,1-1-8 0,-2-3 5 0,-1-1 1 16,0-1 3-16,2-2 2 0,1-2 1 0,-3 2 1 0,-3-1 6 16,-1 2 26-16,0-3 18 0,-2 2 13 0,-1 1 26 15,-1-1-10-15,-2 1-3 0,-1 2 3 16,3-2-5-16,-3 3-6 0,1 0-8 0,-1 1-15 0,0 4-4 31,0-6-11-31,0 6-34 0,0 0-12 0,0 0-7 16,0 0-18-16,0 0-12 0,0 0-18 0,7 11-7 15,-5-4-15-15,2 3-2 0,2-1-13 0,-2 1-19 0,2-1-24 0,2 2-24 0,-1 1-3 16,4-3-28-16,2 3-33 0,5-2-36 0,-3-1-247 16,1-1-563-16,-5-1 250 0</inkml:trace>
  <inkml:trace contextRef="#ctx0" brushRef="#br0" timeOffset="61324.02">9995 6661 47 0,'-2'-6'245'0,"-1"2"7"0,1-3 2 0,0 2-5 16,0 1-14-16,0 1-21 0,2 3-19 0,0-7-29 16,0 7-13-16,2-4-12 0,-2 4-17 0,9 0-13 15,-9 0-17-15,16 1-4 0,-7 1-8 0,5 3-12 16,-2 0-8-16,3 0-6 0,3 1-4 0,-1 1-2 15,0 2-6-15,-1-1-4 0,-5-2-4 0,4 3-6 16,-6 0-3-16,1-1 0 0,1 0-8 0,-3-2-3 16,-3 1-4-16,0 0-1 0,-3 1 7 0,-2-5-6 15,2 3 0-15,-5-4 0 0,0 3-6 0,-4-2 6 0,3-1-2 16,-7 1 15-16,6-3 19 0,-6 1 3 0,4-2 14 16,-4 1 12-16,11 0 0 0,-12-4 1 15,8 2-1-15,-2-3 1 0,1-1 5 0,3 1-25 16,-1-2-9-16,1 2-9 0,5-2 5 0,1-1-37 0,0 3-19 15,2-4-23-15,3 2-21 0,-1 0-22 0,7-1-26 16,-4 3-15-16,7-1-25 0,-4 1-22 0,4 1-24 16,-1-2-27-16,3 1-31 0,0 2-11 0,-3-2-143 15,-2 1-437-15,-1 0 193 0</inkml:trace>
  <inkml:trace contextRef="#ctx0" brushRef="#br0" timeOffset="61714.62">10555 6543 81 0,'2'-4'217'0,"-2"4"0"16,-3-6-3-16,3 6-4 0,-3-5-6 0,-2 1-7 16,2 0-17-16,-1 2-15 0,4 2-12 0,-8-3-15 15,1 2-14-15,-1-2-11 0,1 3-11 0,0 3-10 16,1-3-13-16,-3 1-6 0,0 2-8 0,2 0-7 0,2 4-7 16,-1-3-5-16,-3 2-6 0,1 5-8 15,2 0-1-15,2-1-2 0,0 5-2 0,-3 2-3 16,7 2 0-16,0 8-3 0,0-6-2 0,0 4-2 0,0 5 0 15,7-2-3-15,0 0 0 0,-2 2 0 0,5-1-4 16,0 1 2-16,3 0 0 0,0-1-3 0,1 0 2 16,1-1-1-16,-3-1 0 0,-1-2-7 15,-4-4 6-15,5 5-3 0,-6-11 1 0,-2-2-4 0,-2-1 0 16,-2-4 1-16,2 0 27 0,-4-2 39 0,1-1 42 16,-3-1 39-16,0-1 20 0,-4-2 26 0,-4-2 13 15,-1-3 4-15,-2 1 0 0,-2-4 3 0,-1-2-5 16,1-1-5-16,4-3-6 0,1-2-22 0,-3 1-20 15,3-2-12-15,3-3-9 0,0 0-32 0,4-9-25 16,3 8-35-16,2-7-47 0,6 2-57 0,2-3-50 16,1 2-48-16,1 7-47 0,2 1-30 0,0 2-45 15,8-4-38-15,-3 8-52 0,-1-1-37 0,-1 4-287 16,0-1-748-16,3 0 331 0</inkml:trace>
  <inkml:trace contextRef="#ctx0" brushRef="#br0" timeOffset="61964.61">10652 6632 281 0,'0'-4'280'0,"0"4"-3"0,1-6-4 0,2 4-10 16,-3 2-8-16,0 0-20 0,3-5-21 0,-3 5-20 0,0 0-27 16,0 0-18-16,0 0-13 0,0 0-14 0,0 0-18 15,8 7-5-15,-8-7-10 0,1 8-2 0,3-3-23 16,-4 2-3-16,3 1-4 0,0 3-7 0,-2-1-3 15,2 2 0-15,-2 1-9 0,2-2 3 0,1 2-11 16,-1-3-2-16,0 3-4 0,-2 0-6 0,3-1-19 16,1-3-24-16,-2 2-26 0,-2-2-35 0,4 1-35 15,-3-1-39-15,1-4-46 0,3-1-40 0,-1 1-227 16,2-4-511-16,-2 1 226 0</inkml:trace>
  <inkml:trace contextRef="#ctx0" brushRef="#br0" timeOffset="62386.45">10882 6611 139 0,'-3'-2'318'15,"2"-3"8"-15,1 5-18 0,0-5-20 0,0 5-17 16,-3-3-25-16,3 3-27 0,0 0-28 0,0 0-22 0,0 0-15 16,0 0-21-16,0 0-9 0,0 0-4 0,0 14-18 15,0-8-9-15,4 4-15 0,-4-2-7 0,4 1 2 16,4 4-11-16,-5-1-8 0,3 4-3 15,2-3-5-15,-3 0-5 0,-2-1-8 0,4 0-3 0,-3 1-13 16,0-1-4-16,-3 0-13 0,5-4 0 0,-4-1-8 16,1-3-1-16,0 1-4 0,1 0 3 0,-3-1 3 15,3-2 5-15,-4-2 0 0,0 0 0 0,0 0 1 16,0 0 1-16,10-11 0 0,-6 5 7 0,-1-3-1 16,2 0 13-16,3-7 5 0,-2 0 8 0,-1 5 14 15,2-2 20-15,-3 2 13 0,4-1 17 0,0-4 14 16,-4 5 8-16,3 2 0 0,1-2 6 0,-1 1 3 15,0 1-10-15,-3 3-9 0,0 1-17 0,2 0-5 16,0 1-12-16,-4-1-10 0,4 3-7 0,0 2-9 16,-6 0-9-16,11 2-2 0,-3 3-2 0,-3 0-6 15,5 0-1-15,-2 4-5 0,0 0-3 0,-1 2-8 16,1 5-19-16,-1 1-34 0,1-6-26 0,-2 6-34 0,-1-6-32 16,-2 2-11-16,2 0-9 0,-5 0-19 0,2-3-24 15,-4 1-33-15,1-1-32 0,0-3-41 0,-2-1-44 16,-1 1-222-16,0-3-614 0,-2 0 271 15</inkml:trace>
  <inkml:trace contextRef="#ctx0" brushRef="#br0" timeOffset="62667.68">10599 6423 285 0,'-4'-3'320'0,"4"3"-27"16,-7-2-29-16,7 2-28 0,0 0-24 0,-7-3-23 16,7 3-23-16,0 0-11 0,0 0-19 0,0 0-11 15,0 0-16-15,1 11-15 0,2-6-5 0,0-1-8 16,0 0-6-16,1 0-7 0,0 0-6 0,0 2-8 16,-1-4-3-16,2 0-5 0,-1 1-4 0,-2-1-6 0,0 1 0 15,-2-3-1-15,3 4 0 0,-3-4-4 0,0 0-7 16,0 0-17-16,0 0-30 0,0 0-27 15,0 0-35-15,-8-15-46 0,0 9-55 0,1-3-63 16,-3 3-190-16,2-3-475 0,-4 2 209 0</inkml:trace>
  <inkml:trace contextRef="#ctx0" brushRef="#br0" timeOffset="68708.75">18516 6097 344 0,'0'-6'421'0,"0"1"9"0,0 5-13 15,0-7-12-15,-2 3-23 0,2 4-30 0,-2-6-36 0,2 6-36 16,0 0-35-16,0 0-30 0,0 0-22 0,0 0-18 16,0 0-20-16,6 15-16 0,-5-4-10 0,3 3-18 15,-4 4-11-15,8 1-11 0,-2 7-6 0,-2 1-9 16,-3 1-7-16,3-2-6 15,2 0-5-15,-2-5-7 0,0 6 1 0,-3 0-10 16,-1-7-7-16,4 2-35 0,-2-1-38 0,-1-3-41 16,0-2-46-16,1-2-31 0,-1 3-20 0,-1-7-27 0,0 1-48 15,0-4-57-15,0-1-61 0,0-2-244 0,0-1-666 16,0-3 296-16</inkml:trace>
  <inkml:trace contextRef="#ctx0" brushRef="#br0" timeOffset="69146.22">18512 6109 181 0,'-4'-6'325'16,"3"0"-12"-16,-2 0-9 0,2 1-11 0,-4-1-17 16,4 1-6-16,1-2-21 0,-1 3-19 0,1-1-22 15,0-3-18-15,2 5-9 0,0-2-25 0,5-2-16 16,-5 3-18-16,7 0-10 0,-4 2-16 0,3-3-6 15,2 4-17-15,2-2-12 0,0 3-10 0,-2 0-15 16,3 1-6-16,-3 4-11 0,1-1-10 0,-1-1-5 16,0 3-9-16,0 3 0 0,-3-1-9 0,1 3 1 0,-3 0-2 15,2-1-2-15,-4 0-3 0,-2 1-2 0,2 3 3 16,-3-1-2-16,-2-1 5 0,0 0-1 16,0 0 3-16,-5 1-1 0,3-1 4 0,-9 2 0 0,3-3-2 15,2-2 3-15,-3 0 3 0,0 0 2 0,2 0-2 16,-2-1 2-16,3-2-4 0,1 0 3 0,0-2 5 15,3 0-1-15,-1 0 10 0,-1-2-11 0,5 2 0 16,-2-1 4-16,3-3 9 0,0 6-6 0,3-2 7 16,-2 2 3-16,6-3 2 0,2 4 2 0,4-1-1 15,0 1-6-15,0-1 1 0,4 3-1 0,-2-3 0 16,1 6 10-16,2-4-11 0,-2 2-2 0,-2-2-2 16,5 2 0-16,-8-6-2 0,1 5 2 0,2-2-1 15,-2-1-19-15,-1 0-1 0,-1-1-44 0,-1-2-32 16,-1 3-38-16,-4-3-38 0,2-1-43 0,-2-1-44 15,-4-1-244-15,5 1-539 0,-5-1 239 0</inkml:trace>
  <inkml:trace contextRef="#ctx0" brushRef="#br0" timeOffset="69536.82">18884 6351 39 0,'0'0'208'0,"0"0"-6"0,0 0-8 0,0 0-8 16,0 0-13-16,14 7-12 0,-14-7-14 0,10 0-13 15,-10 0-12-15,12 0-14 0,-5-2-9 0,1 2-11 16,-2-1-8-16,3 0-6 0,-2 0-11 0,1-2-4 16,-4-1-7-16,2 1-2 0,-1 1-6 0,3-2-3 15,-4 0-3-15,0 0-9 0,-1-1 5 0,1 0 4 16,-4 0 3-16,3 2 6 0,-3-3 3 0,0 6 4 15,-4-8 1-15,1 4 2 0,-1 0 3 0,-2 1 2 16,1 0-1-16,0 2-2 0,-3 0-6 0,1 1-3 16,-3 1-6-16,2 0-7 0,-3 3 0 0,0 2-4 15,0-3-5-15,0 3 3 0,1 3-6 0,0-2 5 0,2 0-3 16,2 4-1-16,-3-2-1 0,5 0-3 16,0 2-2-16,1-3 6 0,2 1 3 0,1-3-1 15,1 3 3-15,2-1-4 0,0-3 1 0,2 4 2 16,6-2-2-16,1-1-5 0,-1-1-6 0,8 0-21 0,1-3-33 15,-2 0-28-15,5-2-47 0,2-2-43 0,-2 0-55 16,7-3-42-16,-7 1-237 0,0-3-528 16,7-1 233-16</inkml:trace>
  <inkml:trace contextRef="#ctx0" brushRef="#br0" timeOffset="69880.55">19254 6297 241 0,'-5'-2'266'0,"-2"0"5"0,-1 0-5 0,3 0-3 15,-2 1-13-15,7 1-13 0,-11-1-13 0,11 1-20 16,-10 0-24-16,10 0-15 0,-6 0-17 0,6 0-10 16,-8 2-14-16,8-2-8 0,-4 4-9 0,4-4-7 15,-2 6-5-15,2-3-8 0,0 2 0 0,2 0-13 16,-1 1-4-16,2 0 1 0,1 1-12 0,0-1-6 16,5 3 0-16,-2-1-10 0,1 2-1 0,2-2-2 15,2 3-9-15,-5-4 0 0,3 3-1 0,0-2-5 16,0 3 2-16,-3-4-10 0,0 3 15 0,1-3-16 0,-4 0-2 15,0-1 0-15,0 0-9 0,-1 1-1 16,-3-2-1-16,1-1 0 0,-2 1 5 0,-1-1 2 16,-2 1-3-16,0-2-5 0,-1 0 8 0,-3-1-5 15,-3-1 1-15,2 1 4 0,-1-2-8 0,-3 2 3 0,6-4-17 16,-1 2-18-16,0-2-6 0,0 2-25 0,4-3-19 16,0 1-22-16,1-2-22 0,0 0-34 0,3 4-34 15,4-11-36-15,2 3-28 0,2-1-37 0,-1 0-178 16,5 0-508-16,-1-2 225 0</inkml:trace>
  <inkml:trace contextRef="#ctx0" brushRef="#br0" timeOffset="70052.41">19343 6365 109 0,'3'-5'63'0,"3"0"46"0,0 0 17 16,-3 2 30-16,1-1 28 0,-3 3 17 0,1-3 5 15,2 2-3-15,-4 2-15 0,5-3-19 0,-5 3-15 16,0 0-18-16,3-2-19 0,-3 2-11 0,0 0-11 16,0 0-7-16,0 0-10 0,0 12 7 0,1-8 1 15,1 3-4-15,-2-2-6 0,1 4-5 0,4-1-2 16,-1-1-5-16,2 1-7 0,1 3-4 0,-2-5 0 15,1 6-11-15,3 0 0 0,-1-2-2 0,3-1-15 0,1 0-14 16,-1 0-21-16,1-4-30 0,2 1-38 16,-1-1-45-16,1 1-51 0,4-2-40 0,1-3-45 15,0-2-149-15,-1-1-442 0,1 1 196 0</inkml:trace>
  <inkml:trace contextRef="#ctx0" brushRef="#br0" timeOffset="70913.17">19817 6407 129 0,'2'-3'245'0,"-2"3"6"15,-4-8-2-15,0 3 7 0,0 1 0 0,1 1-15 16,-5 0-2-16,3-2-4 0,-3 1-11 0,-2 0-13 16,-2 4-16-16,0-2-10 0,-1 1-1 0,-2 0-9 15,2 1-10-15,-6 1-13 0,5 2-16 0,-1-3-7 16,1 3-13-16,2 2-13 0,-4 2-9 0,4-2-10 16,0-1-11-16,1 4-7 0,2-3-7 0,0 3-5 15,1-1-8-15,2 1 0 0,-1 1-11 0,2 0 1 16,1-1-2-16,1-2-6 0,3 1-7 0,0 3-9 15,3-4 2-15,0 1 6 0,2-1-18 0,-1-1 2 0,4 0-16 16,1-1 8-16,1-1-8 0,1-1-2 16,0-2-4-16,4 0-12 0,-3-2 0 0,3-1-3 15,-1-1-5-15,1-1-6 0,-1-4 8 0,-1-4-12 0,2 1-1 16,0-1-14-16,-1-3 2 0,-2 0-3 0,-1-2 1 16,-3-3 10-16,0-4 6 0,0 5 2 0,-2 1 7 15,-2 0 14-15,-2 0 19 0,1 2 24 0,-1 5 31 16,-2-3 25-16,0 2 17 0,0 1 14 0,-2 3 10 15,2-3 8-15,-3 4 7 0,2 2-7 0,1-1-1 16,-1 2-11-16,-1-1-11 0,1 2-7 0,-2 2-17 16,-1-2-10-16,4 4-10 0,-1-4-11 0,1 4-7 15,0 0-6-15,0 0-8 0,0 0-12 0,0 0-3 16,-7 12-9-16,7-7-2 0,-1 1-6 0,2 2 4 16,-1 3-5-16,0 0-4 0,4 1 4 0,-4 6-14 15,2-1-1-15,0-2-16 0,2 3-13 0,-1 0-25 16,0 0-12-16,2-1-22 0,1-1-8 0,-1-3 1 15,3 4 4-15,-4-6 4 0,4 6-4 0,-1-7-1 0,3 0 1 16,-4 0-4-16,4-4-4 0,-2 0-5 16,3-2-2-16,-3 0 7 0,2-3 4 0,-5 0 13 15,5-2 10-15,-1 0 7 0,2-3 12 0,0-1 2 0,-3-2 8 16,-1 1 11-16,1-2 5 0,0 0 5 0,-2-2 14 16,-1 2 13-16,-1-3 16 0,1 0 16 0,-1 2 16 15,-1 1 9-15,0 1 16 0,-3 0 10 0,4 1-1 16,-4 1 8-16,2-1 0 0,-2 2-14 0,0 4-5 15,1-6-6-15,-1 6-8 0,0 0-8 0,0 0-6 16,0 0 4-16,0 0-5 0,0 0 0 0,0 14-5 16,1-7-4-16,1 0-3 0,-1 4-5 0,2-1-4 15,-2 0-6-15,2 0-1 0,1 3-1 0,3-4-8 16,-3 3 0-16,1-2-1 0,2-3-4 0,0 2-3 16,0-1-2-16,0-3-2 0,-1-1 6 0,-1 2 1 15,0-5 0-15,3 0 3 0,-4 0 3 0,-4-1 0 16,11-2 3-16,-7-4 0 0,0 2 6 0,0-2 2 15,0 0 11-15,-1-2 12 0,-2-2 12 0,2 0 10 16,-2-4 19-16,5 6 13 0,-6-4 6 0,4 0 18 16,-4 2 12-16,0-1 6 0,3 2-4 0,-3 1-1 15,0 1-11-15,1 0-9 0,-1 2-5 0,0 1-19 0,0 1-10 16,0 3-30-16,-1-6-32 0,1 6-24 0,0 0-8 16,0 0-13-16,0 0-15 0,0 0-6 0,4 17-12 15,-3-11-1-15,6 1-5 0,-2 3-10 0,0-1-10 16,3 2-17-16,-3-4-13 0,7 3-22 0,1-3-25 15,3 4-15-15,0-5-26 0,3 2-22 0,-1-4-24 16,2 1-152-16,1-1-458 0,2-2 203 0</inkml:trace>
  <inkml:trace contextRef="#ctx0" brushRef="#br0" timeOffset="71501.28">20525 6364 66 0,'0'-8'137'0,"0"0"20"0,-2 2 10 0,-1-1 14 0,-3 0 3 15,2 2-7-15,-3-3-10 0,-3 4-9 0,0-1-11 16,0 3-13-16,0-1-12 15,-3 1-12-15,2 2-12 0,-1 1-11 0,1 0-7 0,2 2-9 16,-3 0-8-16,3 3-5 0,0-1-7 0,2 0-2 0,0 0 0 0,3 2-13 0,1 0 5 16,1-1-6-16,0 2 0 0,2 0-10 0,0-3-2 15,2 2 0-15,2 0-4 0,-3-2 1 0,3-1-3 0,1 1-3 16,2-2-8-16,-1-1-1 0,-1 0-3 16,4-2-9-16,-9 0-4 0,14-3-4 0,-7 2 4 15,0-3 1-15,0-1 2 0,4 2 1 0,-6-1 1 0,2-2 0 16,-1 1-2-16,-1 0 4 0,-1 1 5 0,-1-2 10 15,1 2 5-15,-1 0-2 0,-2 1 3 0,2 1-2 16,-3 2-2-16,5-5-4 0,-5 5-3 0,0 0-2 16,0 0-2-16,0 0 3 0,0 0-1 0,0 0-1 15,9 6-4-15,-7-1 3 0,2 0 2 0,0-1-5 16,0 4 7-16,2-5-1 0,-1 2-2 0,3 2 1 16,3-2-2-16,-5 3 4 0,3-4-3 0,5 1 0 15,-5-3 2-15,3-1 2 0,2 1-3 0,0 1 0 16,-1-3-2-16,1-3 2 0,1 0-4 0,-1 1 2 15,4-4 4-15,-5-1-5 0,0 2 3 0,-3-1-6 16,1-6 0-16,-1 2 0 0,0 1-4 0,3-5-3 16,-3-2-7-16,-2 0-1 0,-3-2 4 0,-1 0-5 15,-3-3 2-15,3-4 3 0,-8 3 1 0,-3-6 3 0,3-2 1 16,-3 3 8-16,-5-3 22 0,4 3 24 16,2 0 28-16,-2 6 20 0,3 3 12 0,-2-1 2 15,-1 2 22-15,4 0 12 0,-2 4 20 0,2 3 6 0,0 0-4 16,0 3-12-16,3 2-16 0,-2-1-12 0,2 3-27 15,1 3-12-15,0 0-18 0,0 0 1 0,0 0-5 16,-10 14-10-16,9-5-7 0,1 5 1 0,0 4-4 16,1 3-7-16,2-2-10 0,1 9 6 0,1 0-3 15,2 3-5-15,1-3-2 0,3 3-10 0,-1 0-11 16,3-1-11-16,-2-1-47 0,4 1-37 0,-3-1-38 16,3-2-31-16,-1 0-43 0,-4 0-71 0,4-2-68 15,-7-9-300-15,4 1-699 0,-1 0 309 0</inkml:trace>
  <inkml:trace contextRef="#ctx0" brushRef="#br0" timeOffset="86035.93">1976 9094 116 0,'0'-8'371'0,"-2"-1"-8"0,0 1-19 15,0 4-16-15,1-2-35 0,1 1-36 0,-1 1-33 16,1 4-1-16,0 0-40 0,0 0-7 0,2 13-5 15,-3-2-9-15,6 9-17 0,1 7-13 0,3 2 1 16,-1 3 5-16,3 2-12 0,2 2-14 0,3 12-10 16,-3-12-9-16,0 1-11 0,-5-1-10 0,4 2-5 15,-1-2 2-15,-4-4-12 0,1 0-4 0,0-3-8 16,-4 0-4-16,0-9 7 0,-1-1-10 0,-1-1 0 16,-1-1 9-16,-1-5-6 0,-1 2-10 0,1-3 12 15,0-2 7-15,-3-2 10 0,1 0 0 0,4-2-7 0,-5-2 2 16,3-3 0-16,0 3-14 0,0-3-4 15,0 0-22-15,0 0-10 0,11-7-10 0,0 2-10 16,-3-2-7-16,6 2-18 0,-1-1-1 0,9-2-8 0,0 3-11 16,-2-1-13-16,3 2 5 0,7-2-10 0,-7 3 16 15,-1 2-2-15,0 1 7 0,-3-2 5 0,1 2 2 16,-7 0 6-16,1 2 2 0,-3-1 2 0,-3-1 0 16,1 1 27-16,-3 0 15 0,0-1-9 0,-6 0 0 15,9 1 27-15,-9-1 25 0,7 0 20 0,-7 0 18 16,0 0 19-16,4-2-6 0,-4 2-5 0,0 0-2 15,-1-7 1-15,-2 2-11 0,0-1-8 0,1 1-6 16,-4 0-5-16,5-1-5 0,-3-2 1 0,0 3-11 16,0-4-3-16,2 4-5 0,-2-5-5 0,4 2-2 15,-1 3-5-15,-2-2-5 0,2 1-3 0,1 1-6 16,0-2-2-16,0 3-2 0,0-2-7 0,0 2-8 16,0 4-1-16,0-7-3 0,4 4-3 0,-1-1-1 15,1 1-3-15,-4 3-10 0,8-2-5 0,-3 1-5 0,3 1-2 16,2 1-5-16,-3 0-9 0,3 0 13 15,3 2-9-15,-5-1-2 0,7 4-20 0,-4-2-6 16,6 3 2-16,-3 0 6 0,0-2 0 0,2 4-9 16,0 2 5-16,-2-3 6 0,-2 2 5 0,0-2-3 0,-1 0-8 15,-1 1 19-15,-1-3-13 0,-2 2 9 0,0-3 4 16,-4 0 4-16,1-1 8 0,0 0 6 16,-1 0 11-16,-2-2 22 0,2 1 29 0,-3-3 13 15,0 0 13-15,0 0 10 0,0 0 26 0,0 0 15 0,0 0-8 16,-15-13-5-16,12 8-6 0,3-2-5 0,-4-3-5 15,1 5-6-15,3-6-8 0,0 0-4 0,2-1-5 16,2 4-13-16,-3-4 1 0,2 3-3 0,-2-1-1 16,2 2-1-16,1 2-13 0,0-1-6 0,0 3-13 15,0 1-2-15,0 3-5 0,3-1-2 0,-7 1-11 16,12 2-8-16,-5 2-10 0,1 1-14 0,3 3-7 16,-1-1-6-16,-2 4-6 0,0-3 5 0,0 3-16 15,0-1 1-15,-1 2 3 0,0-6 6 0,0 4 5 16,-2-2 7-16,-1-3 5 0,2 0 9 0,-4-1 6 15,3 0 6-15,-4-3 8 0,-1-1-4 0,0 0 8 16,13-2 3-16,-13 2 6 0,6-9 23 0,-2 2 12 16,-1 2 11-16,1-5 20 0,-1 1 13 0,0 0 12 15,1 0 9-15,-1-4 10 0,1 3 1 0,-1-1 3 16,0 4-2-16,1-2-3 0,0 1-9 0,-4 2-6 16,3 0-18-16,1 0-6 0,0 3-16 0,0 1-1 15,0 0-7-15,-4 2-2 0,10 0-26 0,-5 2-11 16,4 3-53-16,2 1-42 0,3 1-47 0,-6 2-39 15,5 3-49-15,0 1-74 0,-2-3-88 0,-3-1-274 0,4 2-726 16,2 2 322-16</inkml:trace>
  <inkml:trace contextRef="#ctx0" brushRef="#br0" timeOffset="86645.21">3745 9254 193 0,'3'-11'311'0,"1"-3"-9"16,-3 1-19-16,-1 1-4 0,0-1-14 0,0 0 4 16,-1 3-6-16,0 0-5 0,-2 0-15 0,0 2-15 15,-2-1-12-15,4 4-23 0,-2-2-12 0,0-2-14 0,-1 6-22 16,1-2-19-16,2-1-6 0,-1 1-14 15,1 3-14-15,1 2-7 0,-7-8-7 0,4 6-7 16,3 2-26-16,-6-2 11 0,6 2-11 0,-6-3-3 0,1 2-5 16,5 1-6-16,-7 0-3 0,7 0 1 0,-12 1-4 15,12-1-2-15,-7-1-4 0,7 1-3 0,-9 1 0 16,3 1 0-16,6-2-3 0,-9 1 3 0,9-1-4 16,-10 1-6-16,10-1-3 0,-8 3 1 0,5 1-3 15,-1-2-3-15,-4 1 6 0,3 2-5 0,2 3-2 16,-4 1-3-16,1 2 1 0,5 2-1 0,-5 2-4 15,3 3 6-15,1 3 13 0,4 5-12 0,7 3-3 16,-5 1 6-16,6 4 0 0,-3-2-5 0,6 2 7 16,-2 0-2-16,2 3 1 0,1-1 0 0,1 0 5 15,3-3-5-15,-3 3 1 0,1-3 4 0,3-4-5 16,-5 4-1-16,1-4-6 0,-3-1-7 0,-1-1-9 16,1-4-6-16,-5-3-21 0,-3-2-14 0,0-2-27 15,-1-3-15-15,0-3-23 0,-3 0-13 0,1-2-22 0,-4-2-37 16,2 0-44-16,-3-4-43 0,-3-1-47 15,7-1-177-15,-12-2-555 0,1-5 246 0</inkml:trace>
  <inkml:trace contextRef="#ctx0" brushRef="#br0" timeOffset="87113.93">3504 9623 191 0,'-5'-5'317'0,"0"2"-8"0,-1 0-18 16,2 1-17-16,0 0-10 0,4 2-2 0,0 0-13 15,-1-7-11-15,-2 4-18 0,3 3-26 0,0 0-23 16,5-8-18-16,4 6-12 0,4-6-11 0,4 2-18 16,3-2-6-16,0 2-21 0,10-5-16 0,-9 5-13 15,3 0-8-15,3-1-9 0,3 1-16 0,-10 2-3 16,1 2-15-16,1-2-4 0,-3 2-1 0,-6 2-9 16,1 2-3-16,-2-1-8 0,-4 1 1 0,2 0-6 15,-2 2 6-15,-2 0 0 0,-1-1 3 0,-1 4 1 16,-1-1 0-16,0 3 3 0,-2 1-2 0,0 0 0 15,-1 0 8-15,4 0-6 0,-4 3 0 0,3-6 5 16,-3 2 1-16,4 0 1 0,-3-1-1 0,2-2 1 16,0-1 4-16,1 1 7 0,0-2-3 0,0-2 5 15,4-1-1-15,-1-1 3 0,-7 0 7 0,18-3-6 0,-7-3-5 16,-3 1 4-16,3-2 11 0,1-4 2 16,-4 5 7-16,6-8 11 0,-6 4 1 0,-1-1 12 15,-2 0 3-15,2-2 22 0,-2 1 6 0,-2 1 14 16,1 0-5-16,-3 3 2 0,2 0-5 0,-3 2 2 0,4-1-1 15,-4 2-12-15,2 0-8 0,-2 1-15 0,0 4-9 16,0-5-14-16,0 5-2 0,0 0-8 0,0 0 4 16,0 0-2-16,0 0-5 0,4 14-9 0,0-7-12 15,-1 3-16-15,3-1-30 0,1 1-9 0,1-1-22 16,2 0-23-16,-1 1-9 0,2-1-21 0,-1-1-20 16,2 1-25-16,-1-4-32 0,1 0-39 0,-4-1-41 15,6-2-34-15,-5 0-228 0,-2-4-593 0,0-1 262 16</inkml:trace>
  <inkml:trace contextRef="#ctx0" brushRef="#br0" timeOffset="87457.66">4197 9430 75 0,'-3'-3'243'0,"-1"-4"-18"0,4 2-9 16,-3 1-21-16,3 4-20 0,-1-2-18 0,1 2-22 16,0 0-13-16,0 0-14 0,0 0-11 0,0 0-10 15,0 0-6-15,-3 11-6 0,6-4-4 0,-2-4-9 16,2 4-4-16,4 3-4 0,1-6-4 0,-3 6-4 15,4-2-3-15,-3 1-5 0,3-1-3 0,-4-1-2 16,3 0-5-16,-2-2-1 0,-1 0-1 0,1-1-1 0,-1 0-2 16,-1 0 8-16,0-2 26 0,-1 1 25 15,-3-3 3-15,5 0-2 0,-5 0-1 0,0 0 5 16,7-9 7-16,-5 5 5 0,-1-1 7 0,1-2 14 0,-2 1 10 16,2-1-1-16,-1 0-2 0,-1-1-6 0,1 0-8 15,1-3-12-15,-1 4-10 0,1 1-5 0,0-1-7 16,1 2-12-16,-2 2-7 0,2-2-6 15,-1 2-7-15,-2 3-12 0,8-5-5 0,-3 3-13 0,1 1-8 16,-6 1-12-16,12 4-10 0,-1-1-19 0,-2 1-25 16,2 3-18-16,3-2-16 0,-3 4-22 0,-2-2-22 15,5 2-28-15,-5-2-43 0,4 2-50 0,0-2-54 16,-1 0-253-16,-6-2-611 0,7 2 271 0</inkml:trace>
  <inkml:trace contextRef="#ctx0" brushRef="#br0" timeOffset="87692.02">4693 9376 6 0,'-2'-3'354'0,"-1"0"-6"0,3 3-12 0,-7-3-26 16,3 1-25-16,4 2-32 0,-15 0-19 0,4 3-14 16,2-1-13-16,-5 3-18 0,3 1-19 0,0-1-16 15,-4 2-13-15,7 0-15 0,1-1-16 0,-3 3-8 16,4-1 2-16,-1 1-25 0,3 1-6 0,1-2-3 15,1 5-10-15,2-5 2 0,2 4-15 0,2-1-13 16,6 1-9-16,-3-3-23 0,5 0-27 0,3 1-40 16,1-1-44-16,2-3-51 0,1-2-62 0,1-1-72 0,1 0-244 15,-2-4-582-15,4-1 257 0</inkml:trace>
  <inkml:trace contextRef="#ctx0" brushRef="#br0" timeOffset="90100.37">9447 8671 346 0,'-3'-3'382'0,"-1"-2"-18"15,2 2-26-15,0-1-28 0,-2 1-29 0,4 3-33 16,-4-3-26-16,4 3-28 0,0 0-19 0,-11 7-17 15,7-1-17-15,-5 4-18 0,3 1-8 0,-4 3-13 16,4 2 5-16,-2 0-26 0,5 2-6 0,-1 0-10 16,0 0-10-16,2-2-1 0,2-1-3 0,3-2-6 15,0-1-5-15,2 0-1 0,3 0 0 0,-1-4 7 16,4 0-9-16,4-1-2 0,-4-1-7 0,6-4 2 16,-3-1-7-16,8-1 1 0,-10-1-2 0,8-4-3 15,-3 0 1-15,-5-2 3 0,-1-1-4 0,5-3-4 16,-9 0 8-16,1-1-22 0,-2 0 6 0,-5-1-1 15,-1 0-4-15,0-4-5 0,-1 5-2 0,-6-5 4 0,0 6-4 16,-4-1-1-16,2 4-11 0,-1 1-4 16,-1 0-13-16,-1 2-18 0,2 1-21 0,-3 0-25 15,2 4-19-15,0 0-20 0,2 4-22 0,0-1-27 0,4 1-33 16,2 1-33-16,-1 0-49 0,4-2-173 0,3 2-514 16,1 1 227-16</inkml:trace>
  <inkml:trace contextRef="#ctx0" brushRef="#br0" timeOffset="90319.11">9734 8763 145 0,'0'0'248'0,"0"0"-17"16,0 0-13-16,0 0-7 0,3 3-7 0,-3-3-9 15,12 0-11-15,-5 0-16 0,-1-1-13 0,1-2-18 16,8 2-16-16,0-3-10 0,4 1-11 0,-1-1-4 15,1-3-15-15,1 0-8 0,0 4-9 0,1-5-22 0,-1 3-34 16,-3-1-41-16,-1 3-41 0,-3-3-49 0,1-1-46 16,-1 2-59-16,-4 0-134 0,2-2-390 15,-4 4 173-15</inkml:trace>
  <inkml:trace contextRef="#ctx0" brushRef="#br0" timeOffset="90522.22">10056 8592 239 0,'0'0'289'0,"0"-5"3"15,0 5-3-15,0 0-18 0,0-7-20 0,0 7-24 16,0 0-29-16,0 0-18 0,0 0-19 0,0 0-22 16,0 0-9-16,7 11-13 0,-4-5-10 0,-1 1-10 15,1 4-10-15,1-1-6 0,1 3-7 0,-4 5 1 16,3-1-20-16,-4-1-2 0,5 5-3 0,-2-2-6 16,4 2-22-16,-2-2-26 0,-2 1-30 0,1-2-27 15,4 1-45-15,-4-6-44 0,0 0-72 0,3-3-71 16,0 0-150-16,4-2-481 0,-2-1 213 0</inkml:trace>
  <inkml:trace contextRef="#ctx0" brushRef="#br0" timeOffset="91500.99">10660 8492 172 0,'0'0'391'0,"3"-5"-14"0,-3 5-25 0,0-4-34 16,0 4-27-16,0 0-26 0,3-3-32 0,-3 3-27 15,0 0-32-15,0 0-11 0,0 0 7 0,0 0-33 16,0 17-12-16,-3-8-9 0,3 4-5 0,0-1-9 16,0 1-9-16,0 4-10 0,0 0-6 0,0 2-12 0,3 1 2 15,-2-2-8-15,-1 0-5 0,0 0-2 0,5 0-11 16,-1-2 2-16,0 0 1 0,-1-3-13 15,1 1 0-15,3-5-6 0,-4 1-4 0,6-2 4 0,1 1-8 16,-2-4 7-16,4 1-7 0,1-3-5 0,0-2-1 16,2-1-6-16,7-2-13 0,-4-1-1 0,2-2-10 15,2-2 7-15,-6-1-4 0,3 0-4 0,-2-1 0 16,0 2 6-16,-6-3 3 0,0 4 2 0,-3-1-2 16,0 0 9-16,-2 2 3 0,-1 1 6 0,-1 0 8 15,0 3-7-15,0-2 2 0,-4 3-4 0,3-4-8 16,-3 4-2-16,0 0-2 0,0 0 5 0,0 0 1 15,0 0-1-15,0 0-7 0,4 12 7 0,-4-7-3 16,0 0-2-16,2 3 6 0,-1-2 3 0,0 0-4 16,2 3-4-16,1-5-2 0,1 4 3 0,-1-1-6 15,5-1 0-15,-4 0-5 0,2-2-13 0,4 0-14 16,-3 0-6-16,-4-3-11 0,3 2-7 0,2-3-2 16,-3 0-7-16,1 0-9 0,-7 0 3 0,9-7-4 0,-6 5-3 15,2-2 5-15,-5-1 7 0,3-2 8 16,-3 4 6-16,0-4 6 0,-3-1 5 0,2 4 7 15,-6-8 11-15,3 3 10 0,0 2 10 0,1-3 13 0,-4 0 16 16,5 5 8-16,-1-1 8 0,-1-1 16 16,3 2-10-16,-2 0 6 0,0 0-2 0,3-2-4 15,0 2-2-15,2-1-5 0,2 2-2 0,1 1-6 0,-1-1 2 0,3 1-7 0,-2 1-3 0,10 1-1 16,-7 0 0-16,6 1-4 0,0 1-3 16,-3 0 1-16,2 1-10 0,-2 0 2 0,1 1-3 0,0 1-3 15,-2 3-2-15,2 0 1 0,-1-1-14 0,-3-1 1 16,1 3-4-16,-3 1-2 0,-2-4-2 0,0 1 2 15,-1 2-1-15,1-1 5 0,-4-1 1 0,2-1 5 16,-1 2-1-16,0-4 2 0,1 2 3 0,-2-2-2 16,0 2 8-16,0-5 13 0,0 4 21 0,0-4 17 15,0 0 12-15,0 0-12 0,0 0 5 0,0 0 2 16,4-12 3-16,-3 7-13 0,2 0 15 0,2-5-7 16,-2 1-5-16,4-1 5 0,-2 0-7 0,1-1 3 15,3 0 12-15,-3-1-2 0,2 2 0 0,0-2 1 0,0 2 5 16,-4 2-2-16,4 0 0 0,-2 2-5 15,2-1-6-15,-1 3-5 0,-2 2-4 0,-1-2-7 16,2 2-12-16,-1-2 6 0,2 4-7 0,-2-1-2 0,-5 1 2 16,11 4-2-16,-5-1-2 0,-1 1-5 0,3-2-4 15,-1 3 1-15,1 2 0 0,-4-2 2 0,2 2-47 16,-1-2-36-16,1 3-32 0,-1 2-35 16,1 1-40-16,-4 0-54 0,1 2-60 0,-3-1-339 0,0-1-685 15,-5-1 303-15</inkml:trace>
  <inkml:trace contextRef="#ctx0" brushRef="#br0" timeOffset="92908.84">9482 9351 270 0,'-1'-6'318'0,"0"1"5"15,-2-2-3-15,0 2 1 0,0-1-9 0,-1 0-19 16,3 1-21-16,1 3-19 0,0 2-25 0,-4-5-19 16,4 5-31-16,0-5-19 0,0 5-25 0,0 0-12 15,0 0-13-15,0 0-14 0,0 0-5 0,0 0-16 16,3 17-1-16,-2-4-12 0,0 0-6 0,5 5-5 16,-2-2-5-16,0 6-6 0,0 3-5 0,2 0 2 15,-2 4-6-15,1-4 5 0,0-4-7 0,1 4-8 16,-3-6-7-16,2 1-4 0,-4-4-2 0,5 2-3 15,-3-3 4-15,2-3 0 0,-4-1-4 0,2-1 1 0,-2-2-1 16,2-1-3-16,-2-1 7 0,1-1 1 0,-1-2 7 16,1 1 15-16,-1-1 17 0,-1-3-7 0,0 0-1 15,0 0-6-15,0 0 0 0,10-12-6 0,-9 6-2 16,3-4 0-16,-2-1-2 0,3 0 0 0,0-2-1 16,-2-1 6-16,1-4-10 0,0 5-2 0,0 0 2 15,3-5-1-15,-3 6-4 0,0 0 1 0,0 4-4 16,2-3 0-16,-4 2-2 0,1 2 2 0,1 1-8 15,-3 1 0-15,2 2-4 0,0 1-7 0,0-1 5 16,-3 3 1-16,0 0 0 0,12 4-7 0,-8 0 1 16,4 1 5-16,-4 0-2 0,3 3 0 0,1 1 0 15,-2 1-15-15,3 0 19 0,-3 0-12 0,0 1-6 0,1 2 1 16,1-1-8-16,-2-1-11 0,-1 0-8 0,-1 3-18 16,3-3-4-16,-4-3-20 0,2 4-10 15,-4-3-12-15,4 0-11 0,-4-3-22 0,0 1-12 0,1-1-21 16,-1-2-22-16,2 1-18 0,-2-1-13 0,2-3-32 15,-3-1-32-15,5 2-176 0,-5-2-506 0,0 0 224 16</inkml:trace>
  <inkml:trace contextRef="#ctx0" brushRef="#br0" timeOffset="93675.94">9855 9519 252 0,'0'0'287'16,"0"-4"-2"-16,0 4-11 0,0 0-14 0,0-6-22 15,0 6-22-15,0 0-24 0,0 0-23 0,0 0-19 16,0 0-16-16,0 0-14 0,0 0-17 0,0 0-6 15,0 0-9-15,5 13-9 0,-3-7-7 0,1 2-5 16,3-1-11-16,-3 3-3 0,0-1-9 0,2 1-8 16,2 0-5-16,-3-3-2 0,0 1-8 0,3 1 0 15,-3-4-5-15,0 0 1 0,0 3-6 0,2-3 1 16,-5-3-5-16,3 4-1 0,-1-4 0 0,3 0 2 16,-6-2-5-16,0 0 1 0,14-8 0 15,-8 4 3-15,-2 0-4 0,1-3-1 0,-1 0 3 16,0 2 2-16,-1-3-2 0,1 0 3 0,-2 1 7 0,2 1 10 15,-2-2 8-15,1 1-2 0,1 3 12 16,-3-1-6-16,-1 0 4 0,3 2 0 0,-3-1-14 16,0 4-6-16,4-4-4 0,-4 4 1 0,0 0-4 0,0 0 3 15,0 0-5-15,17 8-2 0,-9-5-3 0,1 2-4 16,2 1-4-16,1 0 1 0,5 1 3 0,0 0-1 16,1-2-7-16,1 1-4 0,0 0-3 0,0-4-7 15,0 3-8-15,3-2-6 0,-3-3-8 0,0 0-1 16,-5 0 0-16,2-1 8 0,3-3 0 0,-7 1 3 31,2-1 4-31,-2-1 6 0,-1-1-1 0,-1 0 4 0,0-2 0 16,0-1 3-16,-2 1 4 0,-4-1-2 15,0 0 3-15,3-2 4 0,-6 2 1 0,2 1 5 16,-2 1-1-16,2 0 3 0,-6 1 8 0,3-1 6 0,-1-1 1 16,1 5 1-16,-3-2-4 0,2 0-2 0,-6 0-4 15,6 2 0-15,1 3-4 0,0 0-2 0,-5-2 0 16,5 2-2-16,0 0 9 0,0 0-9 0,-3 15 2 15,3-9 5-15,0 3-8 0,1 2-1 0,3 1 2 16,-1 5-3-16,4-5 6 0,-5 6-5 0,5 0 1 16,0 0 8-16,1 3-7 0,2-3-2 0,-5 0 1 15,3 0 1-15,-2-2 4 0,-2 0-4 0,1 1 0 16,-1 1 1-16,-2-6 0 0,-1 2 6 0,-1 0 16 16,-3-2 23-16,0 0 5 0,-3-1-5 0,-1-4 8 15,-1 4 2-15,-6-4 0 0,2 0-5 0,-2-2-12 16,-3-1 2-16,-1-2-7 0,-4-2-2 0,2-2-3 15,1-3-19-15,-2-3-23 0,1-1-27 0,2-3-27 0,3 0-32 16,0-1-53-16,1-3-67 0,4-2-80 0,-5-6-242 16,8-1-587-16,0-3 260 0</inkml:trace>
  <inkml:trace contextRef="#ctx0" brushRef="#br0" timeOffset="93847.8">10166 9309 13 0,'-4'-3'350'0,"4"3"-30"16,-2-6-23-16,0 3-24 0,2-2-12 0,0 5-29 16,-1-4-22-16,1 4-23 0,0 0-19 0,-3-6-25 15,3 6-38-15,0 0-49 0,0 0-60 0,0 0-74 16,12 1-82-16,-5 3-236 0,3-3-428 0,-1 6 189 16</inkml:trace>
  <inkml:trace contextRef="#ctx0" brushRef="#br0" timeOffset="94191.53">10588 9541 2 0,'0'0'269'0,"0"0"-12"16,0 0-14-16,0 0-16 0,0 0-15 0,0 0-17 15,0 0-21-15,0 0-19 0,0 0-12 0,15-5-17 16,-9 3-15-16,0-1-8 0,-6 3-11 0,10-3-8 15,-6 2-10-15,-4 1-5 0,10-3-9 0,-4 2-9 16,1-2-2-16,-3 1-5 0,2-1-3 0,-2 2-6 16,-3-3 1-16,4 1-3 0,-2 1 1 0,-2-2-5 15,1 0 1-15,-2-1 1 0,0 5 7 0,0-6-2 16,0 6 2-16,-10-5 3 0,9 1-4 0,-3 1 6 16,0-1 3-16,-3 3-10 0,3-2-4 0,-2 2-3 15,6 1-5-15,-13 1-4 0,5 1-3 0,2-1-3 16,-3 0 1-16,2 4-3 0,3 1-3 0,-2-1 0 15,2 0 2-15,1 5-2 0,2-2-2 0,1 0 0 0,4 0-4 16,-1 3-3-16,4-4-1 0,1 2-7 0,4 0-15 16,2-4-20-16,2 5-30 0,2-4-33 15,5 0-34-15,0-5-43 0,-1-1-46 0,1 1-227 0,0-2-494 16,-1-4 218-16</inkml:trace>
  <inkml:trace contextRef="#ctx0" brushRef="#br0" timeOffset="94941.48">11025 9314 229 0,'-2'-6'293'0,"2"-1"-2"0,0 2-1 0,0-3-5 15,-1 5-16-15,1-1-27 0,0 4-10 0,-3-7-41 16,3 7-26-16,0 0-13 0,0 0-18 0,0 0-12 0,0 0-9 16,0 14-14-16,0-5-8 0,0 3-9 15,0 1-9-15,3-1-10 0,-2 5 0 0,-1 3-13 16,0-2-4-16,0 2 0 0,2 0-5 0,-1-1-4 0,2-1-2 15,-2 2-6-15,3-2 0 0,-1-4-6 0,-2 1-1 16,3-2-2-16,-2-1-6 0,0-3 0 0,1 2-4 16,0-5 1-16,-2 0-1 0,2 0 0 0,-2-2 1 15,2 1-4-15,0-3-1 0,1-1-2 0,5-1 1 16,-9 0 0-16,13-3-1 0,-8-1-4 0,2 0 5 16,2-1 0-16,4 1 0 0,-4-2-3 0,1 0 14 15,-2-1-9-15,0 0-6 0,1-1-3 0,1 2 2 16,-5 3-2-16,1-1-3 0,0 1 8 0,-3-2-6 15,1 2 2-15,-4 3-7 0,6-2 2 0,-2 1 3 16,-4 1-6-16,0 0 2 0,0 0 3 0,10 6-2 16,-8-3 3-16,2-1-1 0,-1 2 0 0,1 0 3 15,0-1-1-15,2 2 0 0,-1 0 0 0,-2 0-2 0,3-2 0 16,0 1-1-16,-1 1-7 0,2-2 9 0,0 1-5 16,1-3 2-16,-4 3 1 0,2-3-1 15,-1 0 4-15,-5-1 13 0,10 0-15 0,-10 0 1 0,6-1-1 16,-3-1-2-16,-3 2 5 0,4-5-2 0,-4 5 1 15,-2-6-4-15,2 6 6 0,-2-9-2 0,2 6 1 16,-3-2 2-16,2-1 1 0,1 1 6 0,-4 0 7 16,4 2-2-16,-1-3 0 0,0 2 0 0,1 4 1 15,0-6-9-15,0 6 4 0,0-6-7 0,0 6-2 16,0 0-1-16,0 0-2 0,7 0-6 0,-7 0 0 16,9 5 0-16,-5-3-9 0,0 2-2 0,0 1-7 15,3 1 1-15,-2 0 2 0,5 0-4 0,-2 2 1 16,3-2 3-16,-3 2-3 0,-3-3 5 0,4 3 3 15,-1-5 0-15,-2 1-1 0,0 0 6 0,1-1 1 16,-2 1 3-16,3-3 4 0,-4 0-1 0,-4-1-1 16,10-1 4-16,-10 1 3 0,8-6 3 0,-3 2-2 0,2-2 12 15,-5 3 7-15,2-5 12 0,0-1 27 0,1 1-6 16,2-1 15-16,-3 1 15 0,3-1 22 16,-3 0-5-16,0-1 10 0,0 0-11 0,2 2 8 0,0-3-5 15,0 5-5-15,-1-2-7 0,2 2-9 0,-3-1-12 16,-1 1-4-16,5 1-10 0,-4 3-5 0,3 0-6 15,-3 1-9-15,-4 1-3 0,14 0-6 0,-9 2-25 16,2 1-30-16,0 0-35 0,-2 4-28 0,3 1-29 16,-1 3-29-16,-3-2-35 0,-1 2-49 0,0 0-65 15,-2 1-61-15,-4-1-238 0,-1 1-649 0,0 1 288 16</inkml:trace>
  <inkml:trace contextRef="#ctx0" brushRef="#br0" timeOffset="95979.98">8798 8929 33 0,'0'0'366'0,"-3"-3"-22"16,3 3-23-16,0 0-11 0,0 0-23 0,-5-5-7 16,5 5-21-16,0 0-25 0,0 0-10 0,0 0-33 15,-1-4-25-15,1 4-17 0,0 0-22 0,0 0-42 16,5-5-46-16,-5 5-51 0,14-3-58 0,-6 3-58 16,4-2-56-16,2 2-67 0,0 0-211 0,0 1-500 15,2 0 221-15</inkml:trace>
  <inkml:trace contextRef="#ctx0" brushRef="#br0" timeOffset="96458.24">8858 9815 91 0,'0'0'332'0,"-8"2"-15"0,8-2-20 0,0 0-8 0,-3 2-18 15,3-2-14-15,0 0-15 0,0 0-6 16,0 0-23-16,0 0-10 0,0 0-34 0,0 0-20 16,19-8-34-16,-6 6-49 0,1-1-62 0,6-1-67 0,0 0-69 15,1-1-87-15,0 2-255 0,1 2-512 0,6-3 228 16</inkml:trace>
  <inkml:trace contextRef="#ctx0" brushRef="#br0" timeOffset="96848.84">8964 10770 278 0,'0'0'430'0,"0"0"-26"0,-7-3-27 0,7 3-36 16,0 0-27-16,-4-3-39 0,4 3-23 0,0-6-23 16,0 6-28-16,4-5-22 0,-1 1-24 0,2 2-23 15,1-4-33-15,6 0-45 0,-1 2-60 0,7-3-59 16,2 1-74-16,0 0-88 0,4 3-100 0,-4-2-166 16,9 0-534-16,-5 1 237 0</inkml:trace>
  <inkml:trace contextRef="#ctx0" brushRef="#br0" timeOffset="98426.87">9448 10725 202 0,'0'0'274'16,"0"0"-13"-16,0 0-9 0,0 0-3 0,0 0-10 15,0 0-4-15,10-10-11 0,-6 5-15 0,0 0-16 0,1-1-11 16,4-2-11-16,0 0-19 0,-2-2 0 0,2-1-2 15,0 0-5-15,-4-1-5 0,6 0-14 16,-3-3-14-16,0 0-8 0,3-2-8 0,0-1-8 0,-3 2-8 16,-1-3-4-16,-3-2-13 0,3 1-7 0,-3-9-5 15,-3 10-4-15,-1-10-4 0,-1 9-7 0,-6-8 1 16,2 9-8-16,-2 0-3 0,0 4-4 0,3 1-3 16,-3 4-4-16,2 0-2 0,1 1-11 0,1 4-9 15,-3 1-11-15,1 2-9 0,1 2 1 0,4 0 2 16,-11 7 0-16,3 1-1 0,4 2-2 0,-2 3-8 15,1 4-4-15,1 4 5 0,4 0 8 0,-1 6-13 16,2 3 3-16,3-4 0 0,1 2 3 0,1-2 1 16,1 0-2-16,1-7 0 0,1-1 0 0,2-1-3 15,3-1 9-15,-2-1-5 0,-1 1 1 0,-3-4 1 16,2-4 4-16,-1 2 0 0,-3-5 4 0,3 1 5 0,-2-2 1 16,1-3-1-16,-1 0 4 0,0 1 0 0,2-2-2 15,-9 0 7-15,11-2 0 0,-7 0 4 0,2 0 0 16,-1 0 4-16,-1-1 2 0,0 1 3 0,-4 2-1 15,10-1-2-15,-10 1 2 0,4-2-4 0,-4 2 0 16,5 0 8-16,-5 0-9 0,8 3 1 0,-2-2-1 16,-2 0 2-16,1 3-3 0,1 1-2 0,0-1 6 15,4 3-2-15,-2-2-2 0,6 0 3 0,-7-2 2 16,4 2 0-16,-1-2-2 0,1-2 0 0,-1 3 4 16,1-1 0-16,-3 0-2 0,0-2-4 0,0-1 7 15,0 0 0-15,-1-1-1 0,0 0-1 0,-3-3 4 16,2 2-1-16,0-3 0 0,-3 3 2 0,-2-3 0 15,-2-2-6-15,-2 2 2 0,-2-1-2 0,-2-4-1 0,-1 3-1 16,-2 3 0-16,-2-4 11 0,1 1-11 0,0 4 3 16,-4-1-3-16,4-1-1 0,-2 1-2 15,3 0 5-15,-2 2-4 0,5 1-1 0,-1-3 0 0,5 2-1 16,3 2-5-16,-8-1-5 0,8 1-2 0,-4-3 4 16,4 3 1-16,0 0 0 0,12-3 1 0,-5 1 0 15,8 1-2-15,-1-1 2 0,6-2-2 0,-1 1-2 16,3-1-2-16,0 0-2 0,2 1-1 0,-2-3 3 15,-2-1 3-15,2 3-3 0,-3-2 5 0,0 1 5 16,-6-1-4-16,0 1 1 0,-3 0 2 0,-2 2 5 16,0-3 2-16,-4 1 1 0,1 1 1 0,-2 1 4 15,0 0 11-15,0 0-5 0,-3 3-2 0,3-6 0 16,-3 6-7-16,0 0 1 0,0 0-4 0,0 0 0 0,0 0-4 16,0 0 2-16,-5 14 4 0,7-6-4 15,-1 1 2-15,2 2-2 0,1 6 1 0,1-4 0 16,1 3 2-16,1 3-1 0,-1-1 0 0,6 0 0 0,-2 1 3 15,1-1-1-15,4 6 2 0,-4-4-5 0,2 3 5 16,-3-5-2-16,-2-3-2 0,-1 3 1 16,2-1-2-16,-2 0 5 0,-4-1-2 0,2-5-4 0,-2 0 5 15,-1-1 12-15,-2-3 16 0,0-1 26 0,-2-1 24 16,-1 0 5-16,-2-1 13 0,1-3-4 0,-4 1 17 16,8-2 17-16,-17-3 11 0,12-1 3 0,-2 0-3 15,-5-2-11-15,4-3-9 0,2-1-3 0,-2-2-16 16,0 1-5-16,4-2-7 0,1-6-13 0,2-1-9 15,1 1-14-15,1-1-14 0,6-6-16 0,4 0-10 16,-4 6 1-16,5 2-8 0,-1 2 0 0,-2 0-11 16,4 3-4-16,-3 4-8 0,0 0-14 0,1 3-11 15,-2 0-9-15,2 1-16 0,-3 2-3 0,2-1-13 0,-3 4 4 16,0 0-4-16,-2 0-2 0,6 1 4 16,-6 3-2-16,2-1 6 0,-3 1 7 0,2 2 2 15,-1 2 0-15,0-2 1 0,1 0-3 0,-2 4-2 0,0-3 5 16,0 4-2-16,-1-6 0 0,1 5 4 0,1-4 4 15,-2 2 3-15,-3-3 8 0,4 0 1 0,-4-1 5 16,1-1 4-16,1 1 9 0,-2-4 3 0,3 3 6 16,-3-3 1-16,0 0 2 0,0 0 1 0,0 0 5 15,0 0 5-15,0 0 6 0,4-12 8 0,-3 7-4 16,-1 0 10-16,0-1 3 0,2 0-7 0,0-1 4 16,0 0 2-16,0 2-2 0,2-5-2 0,-1 4-2 15,1 1 1-15,-3-3-3 0,2 3 0 0,1 1-1 16,-1-2-2-16,0 2 0 0,-2 0-2 0,-1 4-11 15,4-4-7-15,-4 4-13 0,7-2-16 0,-7 2-16 16,0 0-21-16,0 0-26 0,8 4-25 0,-8-4-35 16,6 3-35-16,-2-1-34 0,0 0-193 0,-3 1-464 0,4-1 205 15</inkml:trace>
  <inkml:trace contextRef="#ctx0" brushRef="#br0" timeOffset="98647.07">10292 10308 281 0,'-4'-4'318'0,"-1"1"-28"0,1-2-33 0,3 3-26 16,1 2-25-16,-4-4-30 0,4 4-30 0,-4-1-16 15,4 1-15-15,0 0-19 0,0 0-34 16,0 0-43-16,16 8-59 0,-9-1-54 0,5-5-62 0,-1 2-184 15,-3-1-368-15,7 4 163 0</inkml:trace>
  <inkml:trace contextRef="#ctx0" brushRef="#br0" timeOffset="99100.17">10596 10240 52 0,'0'0'224'0,"0"0"-25"0,0 0-17 0,0 0-6 15,0 0-15-15,0 11 0 0,3-2-7 0,-2 3-9 0,4 2-10 16,1 4-11-16,-2 0-11 0,0 1-11 16,3 1-9-16,0 6-8 0,4-5-13 0,-3 4-8 15,2 3-1-15,-5-7-6 0,4-1-4 0,-2 0-5 0,-3-2-3 16,5 0-5-16,-5-1-4 0,1-4-2 0,-2 0-6 16,1-3 0-16,-3 3-2 0,2-4-4 15,-2 0-5-15,1-4-8 0,-2-2-7 0,0-3-9 0,-3 2-10 16,3-2-6-16,0 0 1 0,0 0 1 0,-15-7 6 15,11-1-1-15,0 3 4 0,-3-2-2 0,3-3 2 16,-2 0 5-16,-2 1 2 0,6-3 12 0,-2 1 14 16,1 0 8-16,-3 2 21 0,5-1 11 0,-2 2 10 15,3 1 9-15,0-1-2 0,0-1 8 0,0 3-3 16,0-1-4-16,0 2-3 0,3 0-11 0,-2 1-2 16,5 0-13-16,-3 2-6 0,1-2-5 0,2 3-1 15,-6 1-6-15,11 1-3 0,-2 0-5 0,0 6-3 16,2-3-4-16,-3 1 2 0,4 2-3 0,0 1 0 0,-1 0-1 15,1 0-5-15,1 4-2 0,2 0 3 16,-4-3-5-16,0 4-6 0,-1-5-6 0,3 0-7 16,-5 0-4-16,4 1-13 0,-4 0-16 0,-1-3-17 0,1 3-24 15,2-4-24-15,-5 2-23 0,2-2-15 0,-1-1-14 16,-1-2-26-16,4 0-37 0,-2-2-206 0,1 1-467 16,2-2 206-16</inkml:trace>
  <inkml:trace contextRef="#ctx0" brushRef="#br0" timeOffset="99303.28">11155 10519 67 0,'2'-5'262'16,"-4"1"3"-16,1 0-8 0,1 4-2 0,-7-6-10 15,3 3-20-15,0 1-18 0,4 2-19 0,-15-2-8 16,10 4-14-16,-4-1-17 0,0 1-14 0,-1 2-15 16,1 3-12-16,2-1-10 0,-2-1-10 0,3 4-7 15,-1-1-13-15,0 2-3 0,5 0-3 0,0 2-5 0,-2-2-11 16,8-1-4-16,-2 2-9 0,3 0-5 0,2-6-2 15,-2 4-13-15,9-1-32 0,-2-1-38 16,2-1-44-16,-2-4-50 0,10 2-46 0,-4-2-52 0,-2-2-212 16,2-1-498-16,2-1 220 0</inkml:trace>
  <inkml:trace contextRef="#ctx0" brushRef="#br0" timeOffset="99459.52">11094 10269 202 0,'-7'-4'189'16,"2"2"-24"-16,1 0-29 0,4 2-21 0,0 0-14 15,0 0-33-15,0 0-44 0,0 0-56 0,0 0-130 16,12 13-175-16,-1-8 78 0</inkml:trace>
  <inkml:trace contextRef="#ctx0" brushRef="#br0" timeOffset="100271.97">11433 10193 87 0,'0'0'299'0,"-2"-6"-32"16,2 6-29-16,0 0-20 0,0 0-13 0,0 0-9 15,5 13-18-15,-4-4-10 0,4 1-7 0,-1 2-11 16,0 4-15-16,0 6-5 0,2-2-16 0,-1 0-14 15,1 6-7-15,2-6-13 0,-5-1-9 0,2 2-5 16,1 0-5-16,-1-1-5 0,2-1-7 0,-6 0 1 16,3 0-8-16,-1-2-5 0,-3-5-3 0,1 3 0 0,-1-2-3 15,3-2-6-15,-3 1 4 0,0-4-8 16,-3 0-5-16,6-1 0 0,-6-2 1 0,3 1-1 16,0-3-7-16,0 2 6 0,0-5 2 0,0 0 0 0,0 5-1 15,0-5 0-15,7 1-4 0,-7-1-3 0,16-4 7 16,-5 3-12-16,2-3-3 0,6 2-5 0,-6-1-9 15,2-3-4-15,5 1 4 0,-3 0-1 0,2 0 3 16,-5 0-1-16,0 0-2 0,-1 2 1 0,-2-2 6 16,2 0 3-16,-6 2-6 0,0-1 5 0,-3 0 4 15,1 1-2-15,1 0 5 0,-5 0 1 0,3 0 2 16,-4 3 1-16,3-3-6 0,-3 3-3 0,0 0 0 16,0 0-1-16,0 0 0 0,0 0 10 0,0 0-9 15,0 0 2-15,0 0-4 0,-3 15 3 0,3-11-5 16,0 2-4-16,0 0 3 0,3 0-1 0,0 0 0 15,-1 1 1-15,4-1 0 0,3 0-4 0,-2 2-2 16,-3-4 3-16,3 1 3 0,1-1-5 0,-1 1-2 0,0-2 3 16,-3-2 2-16,0-1-6 0,-4 0 0 15,11 0 0-15,-11 0 8 0,5-8-5 0,-2 4 4 16,-3 1-4-16,3-2 5 0,-3-3-1 0,-3 1 1 0,3 1 5 16,0-2 0-16,0 1 4 0,-3 2-2 0,3-2 1 15,-1 1 1-15,1 0 3 0,0 0-5 0,0 2 3 16,0 4-2-16,0-6 2 0,0 6-2 0,1-5 0 15,-1 5-3-15,0 0 2 0,10 0-1 0,-10 0 0 16,7 5-1-16,-1-3 6 0,1 2-6 0,0 0 3 16,-2 2-6-16,1 0 2 0,3 0-3 0,-2 2-4 15,0-1 2-15,0 0-4 0,-2-1 1 0,3-1-2 16,-4 0 6-16,2 1-3 0,-2-1 4 0,0-3-1 16,-1 1 3-16,-2-1 5 0,-1-2 3 0,5 4 2 15,-5-4 3-15,0 0 6 0,0 0 8 0,0 0 2 16,11-9 7-16,-9 7 3 0,1-1 11 0,2-3 5 15,-2-1 4-15,1 2 2 0,0-4 9 0,4 2 2 0,-4-3 15 16,0 4 10-16,3-2-11 0,1-1 1 0,-2 1-6 16,-1-2 9-16,3 3-15 0,-2 2 3 15,-1-2-2-15,0 4-7 0,1-2-10 0,-2 0 0 0,0 3-11 16,3 1-6-16,-7 1-3 0,11 1-4 0,-6 1-4 16,1 1-6-16,-1 1-5 0,5 2 3 0,-5 0-4 15,6 3-24-15,-4 0-15 0,2 1-32 0,-1 0-28 16,-1 0-34-16,-1 2-54 0,-1-1-73 0,3 1-98 15,-5 1-261-15,1-2-653 0,-2 2 290 0</inkml:trace>
  <inkml:trace contextRef="#ctx0" brushRef="#br0" timeOffset="102609.37">18441 8346 14 0,'0'-8'272'0,"3"3"7"0,-1-3 9 0,0 2-4 0,0-1-3 15,0 0 1-15,1 1-4 0,-3-1-7 0,4 1-2 16,-4-1-3-16,2 0-11 0,-1 3-17 0,1-1-8 15,-2-3-14-15,0 5-14 0,0-3-23 0,-2 0-9 16,2 1-7-16,0 5-16 0,-3-7-18 0,3 1-11 16,-4 3-18-16,1 0-6 0,-2-1-13 0,-1 1-27 15,1 2 0-15,-6-2-10 0,3 2-4 0,-4 1-6 16,0-1-3-16,-2 2-7 0,-1 0-1 0,5 0-5 16,-6 4-5-16,5-2-2 0,0 1-13 0,2 0-8 15,-1 1-5-15,5-1-7 0,-1 0-12 0,2 1-6 0,-1 2 4 16,5-1-4-16,0 1 2 0,2 3-2 0,3-1 12 15,1 0 2-15,1 3-5 0,4-2 6 16,4 4 0-16,-1 0 2 0,3 2 5 0,-3-4-3 0,2 1 1 16,2 0 4-16,-3 1-1 0,-1-5-12 0,-1 6 3 15,-2-7-1-15,-2 3-4 0,1 0 4 0,-4-2 0 16,-1-1 19-16,-1 0-12 0,-1-1-5 0,-2 1 8 16,-1 0-3-16,-1-2 8 0,-2 0 5 0,-4-1 1 15,3 1-11-15,-7-1 16 0,1-2-2 0,-1 1 1 16,-4 0 8-16,1-2-2 0,-1-1-5 0,-3 0-1 15,7-1 2-15,-3 0-2 0,1-1 22 0,1 0-15 16,5 1-5-16,0-4 0 0,-1 3-9 0,4-1-3 16,4 2-13-16,-4-5-26 0,4 5-27 0,3-6-25 0,5 3-27 15,3-1-27-15,4 1-21 0,4 1-24 16,3-1-21-16,1 1-21 0,8-2-10 0,-10 3-5 16,7-2-13-16,-5 2-138 0,1-1-442 0,0 0 196 0</inkml:trace>
  <inkml:trace contextRef="#ctx0" brushRef="#br0" timeOffset="103078.09">18735 8405 142 0,'0'-8'176'16,"-1"1"12"-16,-5-2 5 0,4 0 1 0,-1 1-2 15,0 2-1-15,-1-2-10 0,-1 3-14 0,-1-2-14 16,2 1-16-16,-3 1-13 0,3 1-11 0,-3 1-17 16,1 1-12-16,-1 1-9 0,0-1-6 0,7 2-10 15,-19 3-4-15,12-1-9 0,-2 2-3 0,-3 3-1 16,3 0-5-16,0 1-5 0,1 1-6 0,-2-1-2 15,5 1-3-15,-1 1-7 0,2-1-3 0,0 0-3 16,1 1-1-16,2-1-6 0,1-2 3 0,0-1-4 0,1 1 2 16,1 0-1-16,-1-3-1 0,5 0 2 0,-2-1 1 15,1-1-2-15,3 0 2 0,-1-1-3 16,-3 2 1-16,3-2 0 0,0-1 3 0,-2 2-3 0,-5-2 3 16,12 1-3-16,-5-1-2 0,-3 3-2 0,2-1 2 15,0 2 2-15,1 0-2 0,-3 2 2 0,3 2-1 16,0 1 0-16,2 1-3 0,2 6 3 0,-1-3-3 15,5 3 2-15,-7 2 0 0,3 8 2 0,1-8-1 16,2 8-2-16,-5-1 5 0,5-1-2 0,-6-5 2 16,0 0 2-16,2 0-11 0,-2-1 11 0,0-1-1 15,-3 0 4-15,1-6 9 0,-2 0 4 0,-1-4 3 16,1-1 18-16,-3 1 35 0,2-3 46 0,-2 1 68 0,2-4 55 16,-3-1 27-16,5 1-25 0,-5-1-18 15,6-8-28-15,-2 1-18 0,1-4-24 0,4-5-13 16,-4-1-12-16,3-1-11 0,-1-2-17 0,1-7-13 0,0 1-10 15,0-2-11-15,1 2-17 0,-1 0-29 0,-3-1-44 16,5 0-41-16,-8 7-47 0,5 2-36 0,-3-1-34 16,-1 6-26-16,1 1-28 0,0 6-43 0,-4-1-60 15,1 4-60-15,2 1-259 0,-3 2-705 0,0 0 313 16</inkml:trace>
  <inkml:trace contextRef="#ctx0" brushRef="#br0" timeOffset="103374.95">19130 8497 58 0,'0'0'406'0,"0"0"16"0,0 0-8 0,-6-6-23 16,6 6-33-16,-3-3-29 0,3 3-26 0,-1-5-25 15,1 5-25-15,-1-4-16 0,1 4-37 0,0 0-22 16,-3-5-19-16,3 5-25 0,-3-2-52 0,3 2-62 16,0 0-58-16,0 0-56 0,0 0-55 0,0 0-59 15,0 0-87-15,0 0-278 0,0 0-621 0,0 0 274 16</inkml:trace>
  <inkml:trace contextRef="#ctx0" brushRef="#br0" timeOffset="104203.02">19425 8122 160 0,'0'0'275'0,"-2"-8"-22"0,2 8-36 15,-1-5-19-15,1 5-26 0,0 0-15 0,0 0-19 16,0 0-11-16,0 0-20 0,-7 15-6 0,6-5-15 16,0 1-5-16,-1 2-7 0,2 4-8 0,0-4-6 15,0 5-7-15,-1 8-2 0,1-6-3 0,1-2 0 0,-2 3-1 16,2 0-6-16,2-2-5 0,0 0 1 0,2 0-7 15,-1 1 0-15,0-3-1 0,4 0-2 16,-2-7-2-16,0 1-3 0,3 0-3 0,0-4 4 0,1 1-1 16,5-3-5-16,-3-1 0 0,7-1-1 0,0-3-2 15,-4-2-2-15,3-3 0 0,-5 3-2 0,2-3 2 16,3-1-1-16,-3 1 1 0,-4-3-2 0,-1 2-1 16,0-3 4-16,-2 5 7 0,1-1 10 0,-4-1 10 15,2 2 2-15,-2 1 1 0,-1 0-4 0,-1 0-11 16,-2-2-1-16,2 3-13 0,-3 2-7 0,0 0 0 15,0 0-3-15,8 7 3 0,-8-7-5 0,0 7-1 16,3-2-2-16,-3 2 2 0,0-1-8 0,5 2-1 0,1 0-1 16,-1 1-1-16,2 0 3 0,0-1-3 15,0-1-1-15,1 0-15 0,-1-2-1 0,1 0-4 16,0-1 1-16,0 0 0 0,-2-3 4 0,-1 2 3 0,1-2 2 16,-1 0-2-16,-5-1 4 0,0 0 2 0,12-2-1 15,-12 2 2-15,0-7 1 0,0 3 2 0,0-1 2 16,-3-1 3-16,1-1 2 0,0 1 3 0,-2 0 3 15,1-3 0-15,0 1 1 0,1 1 6 0,2 0 1 16,-1 1 1-16,1 0-3 0,1-1 2 0,-1 2-5 16,2 1 2-16,3-4-1 0,-1 3-3 0,4 1-2 15,-2 2 3-15,4 2-3 0,-1-1 2 0,0 3 2 16,5 1-2-16,-5 0-3 0,5 2 3 0,-2 2-1 16,0-2-1-16,-2 5 0 0,3-3-2 0,-1 3 2 15,-3-1-1-15,0 1-1 0,-2 0 0 0,0 0 0 16,-1 1-3-16,-3-1 1 0,0-2-2 0,-3-2 0 15,4 0 2-15,-4 1-1 0,0-2 0 0,0-1 2 0,0-4 5 16,0 4 9-16,0-4 10 0,0 0 15 0,0 0 8 16,0 0-2-16,0 0 3 0,0 0 1 0,4-16-1 15,-1 10 0-15,1 0-6 0,3-7-2 0,0 3-3 16,2-6 2-16,2 3-6 0,-1 1-1 0,-2 2 0 16,4-3 1-16,-1 3-2 0,-3 4 0 0,0-2-4 15,-1 2-3-15,1 1-7 0,-1-1 2 0,-3 4-4 16,2 1-5-16,-1 0 1 0,-5 1-3 0,14 2 3 15,-9 0-5-15,-1 4-2 0,0 2-14 0,2 1-12 16,-5 1-18-16,3 3-19 0,-1 5-26 0,-2-1-42 16,-2 2-63-16,1-1-70 0,-3 0-207 0,-1 2-510 15,0-3 226-15</inkml:trace>
  <inkml:trace contextRef="#ctx0" brushRef="#br0" timeOffset="104718.61">17586 8573 382 0,'0'0'375'0,"-8"-1"-27"0,8 1-33 16,-6-2-34-16,6 2-31 0,0 0-22 0,0 0-23 0,0 0-22 16,0 0-21-16,0 0-22 0,0 0-32 0,0 0-33 15,0 0-50-15,24 0-61 0,-10 3-82 0,8-1-80 16,-5 2-257-16,4 1-492 0,0 1 218 0</inkml:trace>
  <inkml:trace contextRef="#ctx0" brushRef="#br0" timeOffset="105093.59">17862 9829 72 0,'0'0'367'0,"0"0"-25"0,0 0-31 15,0 0-22-15,-7-3-35 0,7 3-19 0,0 0-23 16,0 0-21-16,0 0-17 0,0 0-20 0,0 0-18 16,0 0-12-16,0 0-23 0,18-4-11 0,-10 4-45 15,0-1-59-15,5 0-76 0,1 0-79 0,3 1-96 16,2-2-162-16,0 1-462 0,0 1 204 0</inkml:trace>
  <inkml:trace contextRef="#ctx0" brushRef="#br0" timeOffset="106231.43">18329 9564 261 0,'0'-8'340'0,"1"1"-20"0,-1 1-19 15,0 1-16-15,0 1-19 0,1 0-18 0,-1 4-44 16,-1-5-25-16,1 5-27 0,0 0-20 0,0 0-8 15,-4 13-15-15,0-4-12 0,2 3-7 0,0 1-12 16,-1 4-9-16,0 4-2 0,2-1-12 0,-3-1-4 16,3 3-2-16,1-2-7 0,-2 1-6 0,-2-2 0 0,4-1-12 15,-3 1 3-15,2-6-2 0,-2-1-8 16,3 2 2-16,-3-5 4 0,2 1-5 0,1-3 0 16,-1 3 1-16,-1-6 16 0,2-2 0 0,0-2-1 0,0 0-9 15,0 0 0-15,0 0 4 0,0-15-5 0,2 6 0 31,0-2-1-31,0-7-5 0,2 1 12 0,0-1-11 0,-3-1-8 16,9-8 8-16,-5 0-4 0,3 0-9 0,-1 2 2 16,-1 2 3-16,2 3 0 0,-3-2 31 0,1 5 10 0,-2 1 15 0,0 0 10 15,0 4 8-15,1 2 1 0,-5 2-9 0,3 2-9 16,-2-1-10-16,1 3-8 0,-1-1-10 0,1 4-7 16,-2 1-7-16,0 0-4 0,0 0-6 0,15 9 0 15,-7-1-2-15,-2 0-3 0,1 4-4 0,3 4-1 16,-1-1 5-16,1 2-8 0,-2 1 4 0,7 6-1 15,-5 3-11-15,2-9-11 0,-1 1-3 0,0-1-24 0,-2-1-21 16,5-1-4-16,-6 0-25 0,3-1-8 0,-2 0-15 16,-3-2-9-16,-1-4-9 0,2 1-17 15,-2-3-17-15,-2 0-14 0,-2-1-15 0,1 1-5 0,-2-3-14 16,0 0-6-16,0-4-8 0,-7 3-2 0,0-1-1 16,0-2-142-16,7 0-406 0,-20-2 181 0</inkml:trace>
  <inkml:trace contextRef="#ctx0" brushRef="#br0" timeOffset="106372.04">18507 9821 1085 0,'-18'-4'-80'0,"4"2"49"16,-4-4 34-16,2 3 19 0,0 0 34 0,4-1 23 15,1 1 11-15,-1-2 22 0,2 3 7 0,3 2 11 16,-2-3 3-16,4 2 3 0,0 0-5 0,5 1-9 16,-9-3-5-16,6 1-10 0,3 2-11 0,-5-3-8 15,5 3-8-15,0 0-11 0,13-4-4 0,-3 3-5 16,3 0-8-16,1 1-7 0,6-2-4 0,-2 1-18 0,4-4-31 16,1 4-34-16,-1-3-34 0,0 1-35 0,1-4-40 15,-2 2-52-15,-4 1-191 0,2-3-425 16,-1 1 188-16</inkml:trace>
  <inkml:trace contextRef="#ctx0" brushRef="#br0" timeOffset="106809.52">18711 9497 19 0,'-10'-3'200'0,"10"3"-18"0,0 0-3 0,-9 8-14 16,7-3-4-16,-2 0-14 0,1 2-6 0,2 3 7 15,-4 1-14-15,4 0-6 0,-1 3-18 0,1-1-12 16,1 1-7-16,1 4-12 0,-2 0-7 0,1-2-5 16,0 2-4-16,0-1-9 0,-2-5-5 0,0 5-2 15,2-5-4-15,-2-1-6 0,2 1-3 0,0-1-1 0,0-4-5 16,0 0-6-16,0-3 2 0,-1 2 0 0,1-1 2 16,0-5 0-16,1 5-3 0,-1-5-4 0,0 0 2 15,0 0-7-15,0 0 3 0,12-9 0 0,-5 5 0 16,-1-1-1-16,2 1-2 0,0-2 1 0,4 1-3 15,1-1-1-15,1 2 5 0,-3 1-6 0,3-1-3 16,-2 0 2-16,-1 2-2 0,1 1 1 0,-1 1-1 16,-4 1-6-16,2 3 2 0,0-3 0 0,-2 1-5 15,-1 3 4-15,-3-2 0 0,4 4-2 0,-3-1-3 16,-1 4 8-16,-1-4-3 0,-2 3-3 0,-1-3 4 16,-3 2-1-16,0 1 1 0,-3-2 0 0,2 0 0 15,-5 1-1-15,0 0 4 0,-3-3 1 0,2 0-3 0,-4-3 2 16,-3 4-3-16,6-4-11 0,0 0-12 0,-3-4-18 15,3 2-29-15,5-1-41 0,0-1-31 16,3-3-22-16,4 5-53 0,0-8-151 0,4 1-396 16,4 1 175-16</inkml:trace>
  <inkml:trace contextRef="#ctx0" brushRef="#br0" timeOffset="107122">19142 9648 226 0,'-7'-4'244'0,"7"4"-12"16,-5-1-7-16,5 1-11 0,-7-2-11 0,7 2-7 15,-10-2-13-15,10 2-16 0,-13 0-16 0,7 0-13 16,-1 2-11-16,1-1-13 0,-2 0-11 0,2 0-10 16,1 2-11-16,-1-1-10 0,1 2-10 0,-2 0 1 15,3 1-8-15,0-1-10 0,0 1 1 0,1 1-1 0,3-1-6 16,0 1 3-16,3 1-2 0,-2 0 0 0,7-1-3 15,2 4-5-15,-1-3-9 0,1 2 5 16,2-1-3-16,0-1 11 0,-1-1-15 0,1 1-2 0,-1 1-5 16,3-4-2-16,-5 3 2 0,-2-2 6 0,-3-2-14 15,1-1 0-15,0 3-1 0,-1 0 0 0,-3-2 1 16,-1 0 0-16,0-3-1 0,-8 4-11 0,4 0-11 16,-5-2-28-16,0 0-33 0,-6-2-50 0,2 2-54 15,-1-3-57-15,-5 1-240 0,6 1-519 0,0-1 230 16</inkml:trace>
  <inkml:trace contextRef="#ctx0" brushRef="#br0" timeOffset="107496.97">19612 9567 285 0,'2'-6'406'0,"-1"1"-11"15,2 0-3-15,-3 0-10 0,0 0-23 0,0 5-27 16,1-7-33-16,-1 4-34 0,0 3-33 0,0 0-29 15,3-4-19-15,-3 4-26 0,0 0-13 0,0 0-12 16,4 15-18-16,-2-8-7 0,0 4-13 0,6 1-13 0,-2 5-4 16,3 0-13-16,-4 1-20 0,5 2-12 15,-3-3-21-15,1 0-29 0,-1 0-30 0,2 2-25 16,-2-3-19-16,-3-3-22 0,-1-1-20 0,1 1-24 0,-1-3-27 16,-2 1-35-16,2-4-46 0,1 0-44 0,-4-2-224 15,-4-2-578-15,4-3 257 0</inkml:trace>
  <inkml:trace contextRef="#ctx0" brushRef="#br0" timeOffset="108325.04">19599 9531 102 0,'-1'-6'333'0,"1"1"-3"0,-2 0-8 0,4 1-4 15,-2 4-27-15,0-6-19 0,0 2-25 0,0 4-25 16,0 0-24-16,2-4-21 0,-2 4-16 0,0 0-20 15,0 0-17-15,18 8-10 0,-10-3-12 0,3 2-6 0,0 0-17 16,9 3-2-16,-3 3-13 0,7 2-2 0,-1 2-6 16,2-2-8-16,-8 1-6 0,9 0-7 0,-3 1-11 15,-6-4-7-15,0 1 0 0,0 0-22 0,-2 0-12 16,-3-1-5-16,1 0-3 0,-6-3-6 0,-1 0 2 16,-2 0-1-16,-1-3 2 0,-3 3 2 0,-3-3 3 15,-3 0 4-15,2-3 3 0,-8 5 3 0,1-4-1 16,-5-1 0-16,-3 4 5 0,-3-4 1 0,3-2 2 15,1-1 5-15,5-1 8 0,-2 2-2 0,4-1 15 16,-3-1-9-16,6-1 3 0,8 1 6 0,-11 0 10 16,3 0-1-16,8 0-1 0,-11 0 0 0,11 0-2 15,0 0-7-15,-5-2-4 0,5 2-5 0,0 0 0 0,0 0-5 16,0 0-6-16,0 0 0 0,0 0-16 0,0 0-9 16,30 4-2-16,-21-3-5 0,3 1-2 15,2-1-10-15,1-1-2 0,3 4-11 0,1-5-5 0,-6 1 0 16,9-2 1-16,-3 0 3 0,3-1 3 0,-2 1 0 15,-2-1 6-15,5-2 4 0,-1 0 1 0,-2 1 7 16,1-4 3-16,-1 0 4 0,-3 2 2 0,1-5 5 16,0 0-2-16,-3 2 9 0,-3 0-4 0,-1 1 6 15,0-2 2-15,-4 3 8 0,2-2 19 0,-2 0 16 16,-5 3 14-16,2-1 6 0,-3 0 10 0,-1 0-1 16,-1 2-1-16,-1 1-11 0,-2-1-6 0,1 0 1 15,-2 2-11-15,-2 2-2 0,-1-2-2 0,-2 3-7 16,2 0-2-16,0 0-2 0,0 4-3 0,-2 0 9 15,1 1-12-15,2-1-4 0,0 1-2 0,3 2-8 16,-1 2 0-16,3-3-3 0,2 2-5 0,0-2 3 16,0 2-8-16,5 1-8 0,0-3-14 0,3 0-15 0,3 0-12 15,-3-3-11-15,3 2-13 0,1-1-14 0,-1-3-6 16,0 0 2-16,3-2-3 0,-5 0 8 0,2-3 7 16,0 3 8-16,1-5 5 0,-5 1 17 0,2-1 11 15,0 0 20-15,0 0 25 0,-5 1 21 0,2-1 25 16,-1 2 13-16,-1 0 4 0,-1-1 21 0,0 2 7 15,0-1 3-15,2 2-7 0,-4-1-7 0,-1 3-8 16,3-4-14-16,-3 4-3 0,0 0-6 0,0 0 1 16,12 2-6-16,-12-2-4 0,7 5-5 0,-3-2-3 15,3 2 0-15,-2 0-6 0,2 0 4 0,1 1-2 16,-2-1-4-16,2 0-1 0,-3 0 1 0,1-1-3 16,2 2 3-16,-4-4 2 0,3 0 8 0,-5 1 18 0,1-1 25 15,-3-2 19-15,7 4 42 0,-7-4 9 0,0 0-29 16,0 0-10-16,0 0-11 0,7-9-3 15,-7 9-9-15,1-8-7 0,1 3-1 0,-1 3-5 0,-1-4-10 16,1 1-30-16,2-2 11 0,-3 1-13 0,5-2-28 16,1 0-41-16,-5 2-38 0,3 1-46 0,3-2-59 15,-3 4-60-15,4-4-80 0,-1 2-248 0,3 1-629 16,-2 3 278-16</inkml:trace>
  <inkml:trace contextRef="#ctx0" brushRef="#br0" timeOffset="108496.91">20627 9749 296 0,'0'0'299'15,"0"0"-19"-15,0 0-16 0,0 0-28 0,8-10-21 16,-8 10-26-16,2-8-22 0,-1 6-24 0,-1 2-39 0,1-7-51 16,1 5-64-16,-2 2-68 0,1-6-83 0,-1 1-171 15,0 5-360-15,4-4 160 0</inkml:trace>
  <inkml:trace contextRef="#ctx0" brushRef="#br0" timeOffset="109295.21">20861 9346 68 0,'0'0'284'0,"-4"-2"-27"15,4 2-29-15,-3-3-24 0,3 3-21 0,0 0-14 16,0 0-15-16,0 0-7 0,2 17-11 0,0-7-4 16,4 0-12-16,2 5-9 0,-3 3-7 0,4 0-10 15,0 6-5-15,1 5-2 0,-1-4-11 0,1-1-10 16,-1 1-6-16,-1 1-6 0,-1-5-4 0,-3 0-7 16,3-2-3-16,-2 3-3 0,-2-3-5 0,0-1-1 15,-2-4 1-15,1 0-6 0,-1-2-9 0,-1-2 5 16,0-1 1-16,0 0-4 0,1-4-7 0,-1 3 5 15,0-3 4-15,0-3 3 0,2 2 19 0,-2-4-1 16,0 0-8-16,9 2 0 0,-9-2-4 0,12-7-11 0,-5 4 9 16,3-2-3-16,2-2-4 0,4-4-3 0,-1 3-4 15,-4 0-2-15,8-1 0 0,-6 1 0 16,-1 0-6-16,0 1 5 0,-1 0-3 0,1 2 0 0,0-1-3 16,-2 2-1-16,-1 1-2 0,-2 1 0 0,1 1-2 15,-1 1 2-15,-7 0-5 0,12 0 3 0,-12 0 0 16,9 2-1-16,-4 0-4 0,-1 2 4 0,-2-1-4 15,3 0 5-15,-1 1-4 0,-3-2 0 0,2 3 2 16,-2 1 1-16,2-3-5 0,0 2-7 0,0-1 6 16,-1 2 1-16,1-3-4 0,2 1 1 0,-3 2-4 15,2-5 6-15,1 4-2 0,-2-4 0 0,1 1 4 16,0 1 0-16,0-1 1 0,-4-2 7 0,0 0-8 16,11-3 4-16,-11 3-2 0,6-4 4 0,-4 2 1 15,1-3-3-15,0 1 6 0,-3-1-3 0,1 1 3 16,-1-2-3-16,2 1 1 0,0 0 4 0,-2 0 2 15,0-1-7-15,0 2 2 0,0 0 0 0,2 0-1 0,-2 4-4 16,0-7 1-16,0 7-4 0,1-5-8 0,-1 5-9 16,0 0 0-16,0 0 3 0,0 0-1 0,0 0 6 15,0 0-7-15,-5 15-2 0,5-9-2 0,2-1 4 16,-2 2-3-16,3 0-2 0,-2-1 1 0,3 2 2 16,0-2 0-16,2 3-1 0,-2-5 6 0,3 1 1 15,-2 2 1-15,5-5 2 0,-3 2 0 0,-1-2 3 16,1 1 2-16,3-3-1 0,1 0 6 0,-5-2 5 15,5-1 9-15,-3-2 17 0,3 2 8 0,1-4 7 16,-3 2 15-16,0-2 18 0,-2-2 16 0,2 0 14 16,-2 2 7-16,-3-1 20 0,3 1 4 0,-3 1 9 15,2 1 4-15,-1-2-2 0,-1 3-5 0,0 0-11 0,-1-1-16 16,1 1-15-16,-2 1-7 0,0-1-8 0,2 2-13 16,0-1-12-16,-4 3-8 0,6-2-3 0,-6 2-6 15,8 0-7-15,-8 0-14 0,12 6-17 0,-8-3-23 16,4 0-28-16,-2 3-27 0,1-2-41 0,2 1-40 15,-1 1-36-15,-1 1-47 0,0 1-67 0,0-1-79 16,-3-1-272-16,3 2-709 0,-2 1 313 0</inkml:trace>
  <inkml:trace contextRef="#ctx0" brushRef="#br0" timeOffset="113815.28">2290 12474 149 0,'1'-14'320'0,"1"3"5"0,-2-1-7 16,0 1-3-16,2 3-1 0,-2 1-22 0,-2 1-17 15,2-1-24-15,2 4-40 0,-2 3-22 0,0-4-26 16,0 4-22-16,0 0-16 0,0 0-7 0,-2 18-8 15,0-3-12-15,1 6-17 0,-4 7-8 0,3 3-6 16,-2-1-7-16,-1 5-3 0,-4-2-6 0,4 2-4 16,-2 0 9-16,0 3-17 0,-2-2-5 0,1-2 2 0,0-2-2 15,1 0-13-15,-2-4 15 0,2 1-17 16,1-10-1-16,1-2-3 0,0-5-4 0,3 0 8 16,-1-2-4-16,2-2 15 0,-2-3 35 0,0 1 39 0,-1-4 28 15,4-2-2-15,0 0-17 0,0 0-8 0,2-13-11 16,3 0-6-16,-1-5-4 0,3-8-2 0,-3-1-12 15,3-5-5-15,-2-1-3 0,3 0-6 0,0-3-7 16,-5-15-2-16,6 11-5 0,1 3-3 0,1-10-1 16,-4 9 20-16,-3 4 7 0,1 1 11 0,1 6 8 15,-2 5 7-15,-4 4 3 0,3 0-4 0,-2 4-7 16,-1-2-7-16,0 6-7 0,1 3-9 0,-2-1-4 16,2 0-5-16,-1 5-10 0,3-3-8 0,-3 2-8 15,0 1-2-15,0 3-7 0,0 0-3 0,0 0 1 16,19 4 0-16,-12 6-2 0,3-4-7 0,7 6 2 15,-6 0-1-15,8 9 0 0,-2 2 3 0,0 1-5 16,2 3-3-16,3 2-4 0,-4-2-11 0,-2 4-8 16,-1-1-15-16,-4-1-17 0,2 1 12 0,-3 1-21 15,-2-1-12-15,-2 0-16 0,-5-2-8 0,4-2-10 16,-5-5-1-16,0-2 3 0,-5 0-19 0,0-2-17 16,0-4-13-16,0-1-24 0,1-2-17 0,-5 0-17 0,3-2-8 15,-2-3-1-15,2-2 0 0,-3 0 4 0,2-2-3 16,-3-1-1-16,4-2-6 0,-3-3-1 15,0-3-13-15,2-2-17 0,-1-2-12 0,1-3 0 16,-1-1-145-16,3-2-452 0,2 6 1467 0,-1-1-758 0,0 1 50 16,-1 1 44-16,4 1 37 0,-4 1 37 0,2 2 24 15,-1 1 14-15,-1 2 17 0,2-1 7 0,-1 2 6 16,-2 1 7-16,-2 0 5 0,8 2 0 0,-8 0 1 16,8 0-3-16,-11 3 2 0,6 0 1 0,-3-2 3 15,2 3 0-15,2 0-1 0,-3 2-2 0,0-2-3 16,2 1-12-16,0-1-4 0,-1 2-11 0,2-2-7 15,0 1-5-15,0 0-4 0,0-2-3 0,1-1-6 16,-1 1-2-16,4-3-3 0,0 5 2 0,0-5-3 16,0 0 1-16,9 2-2 0,-9-2-2 0,20-7 0 15,-2 1-7-15,2-1 1 0,1-2-2 0,7-2 0 16,0-3-5-16,3 1-2 0,1-2 2 0,-1-2-9 16,0 0 0-16,2 0-1 0,0-2-1 0,-3 1-2 15,-3 0-2-15,-2-1 1 0,0-1-2 0,-3-1-1 16,-2 1 2-16,-1-2 3 0,-5 5 0 0,-3-1-6 0,-1 2 2 15,0-2 1-15,-6 1 4 0,3 2 1 16,-3 2 5-16,-3-1 8 0,-2 0 18 0,1 1 22 16,-4 2 20-16,0-1 35 0,-2 2 12 0,2 0 10 0,-3 2-12 15,2-1-10-15,1 4-13 0,-3 0-8 0,3-1-10 16,0 3-9-16,0 0-13 0,-3 2-7 0,7 1-7 16,0 0-7-16,-16 5-2 0,12 0-9 15,-3 3 1-15,3 4-1 0,-3 7-5 0,6-1-9 0,-3 11-19 16,1-1 2-16,3 2-17 0,0 1 1 0,4 3-7 15,-1 0-4-15,1 1-12 0,3-3-8 0,1 1 6 16,-1 2 0-16,2-6 4 0,2 5-10 0,3-6-3 16,5-2 1-16,-6-2-2 0,5-7 12 0,4-1-4 15,-3-5 7-15,2 0 0 0,1-6 7 0,8-3-9 16,0-3-6-16,1-3-8 0,-1-5 4 0,-2 2 5 16,0-6 2-16,2-1 7 0,-5 0 6 0,0-3 2 15,1 0 2-15,-3-1 8 0,-9 3 3 0,0 0 1 16,-1-2 2-16,-5 0 5 0,2 2 13 0,-5 3 13 15,-2 0 18-15,-2 0 22 0,-1 2-2 0,-4 0-1 16,-1 2-1-16,-2 1-7 0,-3 0-8 0,-2 3 0 16,-4 0-9-16,-3 3-1 0,1 1-4 0,-2 1-2 0,-5 1-3 15,6 1-6-15,-1 1 1 0,3 2 0 16,4-3-2-16,2 2-6 0,-1 2-4 0,4-1 6 0,1-1-5 16,0 2-2-16,6-2 5 0,-3 1-4 0,4-1-1 15,4 1 2-15,-2 3-1 0,8-3 1 0,1 3 1 16,1-2-2-16,3 5-5 0,4-3 4 0,-1 1 1 15,2 3 2-15,5 0-3 0,-1 4 0 0,-6-5 0 16,5 4-3-16,-3 3 1 0,1 0 3 0,-8 0-3 16,5 3 0-16,-3 2 0 0,-4 1 1 0,2 2-2 15,-4-3-1-15,-3 4 8 0,-3 1-3 0,0-2-3 16,-2 0-3-16,-3 0 2 0,-3-6 5 0,-1 4 0 16,-4 0-1-16,-2-6-3 0,-3 5 4 0,4-6 1 15,-1-2-3-15,2-1 2 0,2-5 13 0,0-1-10 16,2-4 3-16,-2-1 0 0,4-4-20 0,4 0-20 15,-9-9-25-15,6 4-28 0,3-4-30 0,3-4-37 16,1-4-34-16,4-3-53 0,4-7-57 0,1-3-207 16,3-1-545-16,0-4 242 0</inkml:trace>
  <inkml:trace contextRef="#ctx0" brushRef="#br0" timeOffset="114096.51">3545 12717 123 0,'0'0'239'16,"3"-2"-22"-16,-3 2-17 0,0 0 8 0,0 0-4 15,4 9-7-15,-4-4 1 0,2 1-2 0,0 1 4 16,1 0-12-16,1 2-2 0,4 3-2 0,-1-3-7 16,5 0-6-16,-2-2-6 0,5 4-15 0,5-4-15 15,3 1-14-15,-4 0-2 0,14-5-13 0,-3 0-12 16,0-3-7-16,-2-3-5 0,-5 1-7 0,6-4-12 16,-10-1-1-16,0 1-8 0,0-3 0 0,-5 1-1 15,-2 1-11-15,-4-3-1 0,0 2 5 0,-3-2 0 16,-5-1 0-16,-3-1 5 0,-1 1-11 0,-6-4-1 15,-2-1-2-15,-5 4-1 0,0-2 3 0,-8-3-8 16,-2 3-1-16,0 0 9 0,0 2-20 0,-3 2-7 16,0 1-19-16,1 1-31 0,9 3-36 0,-2 0-32 15,0 2-33-15,3 1-42 0,6 2-57 0,-1-3-73 16,5 5-324-16,-2 0-688 0,4-1 305 0</inkml:trace>
  <inkml:trace contextRef="#ctx0" brushRef="#br0" timeOffset="115158.95">8627 12305 205 0,'-3'-9'376'16,"-1"3"-26"-16,4 0-23 0,-3 1-26 0,2 2-27 15,-1-1-30-15,1 0-31 0,1 4-17 0,-4-4-30 0,4 4-18 16,0 0-14-16,0 0-19 0,0 0-7 0,-2 15-10 16,4-4-8-16,-2 0-12 0,1 7-3 0,1 0-7 15,-1 1-5-15,2-1-4 0,1 3-5 0,-3-1-7 16,5-1-4-16,-2 2-7 0,0 1-8 0,4-3-10 16,-3-1-13-16,2 0-16 0,-1-4-19 0,3 0-25 15,-3-4-15-15,-4-4-24 0,3 2-15 0,-1-1-20 16,1-4-32-16,-1 0-38 0,1-3-37 0,-5 0-236 15,0 0-509-15,10-6 226 0</inkml:trace>
  <inkml:trace contextRef="#ctx0" brushRef="#br0" timeOffset="115612.04">8640 12276 149 0,'-2'-5'224'0,"2"-2"-12"16,-3 1-9-16,3 1-18 0,0 1-19 0,0-2-16 0,5 3-16 15,-5 3-14-15,6-7-13 0,1 5-9 0,-1 1-11 16,5-2-6-16,-1 3-10 0,-2 1-6 0,0-1-6 16,4 3-3-16,2 1-10 0,1-1-2 0,-1 4-7 15,-1-2-4-15,-2 1-3 0,8 3-2 0,-8-2-6 16,0 0 4-16,5 4-10 0,-6-2 0 0,-2 1-7 16,1-2 5-16,-3 3-1 0,-1-3-3 0,-2 6 1 15,-2-4 1-15,-1 0-4 0,0 3 0 0,-2-3-3 16,0 2 1-16,-2-2 2 0,3 1-1 0,-3-3-2 15,1 0 1-15,3-1-7 0,-2 1 3 0,1-3 3 0,1 1 4 16,0-1 23-16,3-3 17 0,1 2 7 16,4 2 6-16,1-1 0 0,3-2-2 0,5 0-8 15,-2-1-7-15,3 2-2 0,1-1-5 0,-1 1-1 0,-5-2-8 16,1-1-1-16,1 2-1 0,-6 2-6 0,5-3-3 16,-7 3-2-16,0-4 1 0,-3 3-1 0,-3 1 5 15,0 0 31-15,-2 1 11 0,0 2 34 0,-5 1-17 16,-5 0 7-16,-1-2-4 0,-6 1-10 0,-1 1-5 15,-5 2-7-15,5-4-8 0,-7 0 4 0,6-3-9 16,-2-1-6-16,3 0-4 0,1-2-8 0,2-1-11 16,1-1-20-16,4-2-25 0,1 1-33 0,5-5-35 15,4 2-38-15,2-2-43 0,3-3-43 0,1-1-47 16,9-2-49-16,1 0-186 0,7-3-542 0,5 0 241 16</inkml:trace>
  <inkml:trace contextRef="#ctx0" brushRef="#br0" timeOffset="115908.1">9471 12251 202 0,'0'-5'335'0,"-5"1"-15"16,5 0-8-16,-4 1-12 0,-2 0-24 0,4 1-13 0,2 2-16 0,-10-6-20 0,2 5-20 0,0 1-20 15,-2 0 0-15,-2 4-31 0,1 0-5 0,2 1-3 16,-3 2-9-16,-4 4-9 0,3 2-8 16,1-1-13-16,1 3-13 0,-3 1-6 0,6 0-3 0,0-1-17 15,0 4-6-15,1-4-4 0,4-2-3 0,2 5-10 16,-2-1 1-16,7 1-6 0,-4 0-8 0,6-4 0 16,0 4-10-16,1-7-4 0,1-2-11 0,3 1-16 15,3-3-24-15,-2-1-34 0,7-2-26 0,-1 0-29 16,2-1-25-16,-1-3-35 0,-1-2-39 0,1 1-40 15,-3-4-49-15,2-2-255 0,-4 5-609 0,1-4 270 16</inkml:trace>
  <inkml:trace contextRef="#ctx0" brushRef="#br0" timeOffset="116173.71">9447 12470 219 0,'-9'-2'268'15,"9"2"-9"-15,-10-1-9 0,3-1-6 0,7 2-8 0,-8-1-12 16,8 1-10-16,0 0-8 0,-11 0-15 0,11 0-2 15,0 0-27-15,0 0-15 0,0 0-12 0,0 0-13 16,0 0-10-16,0 0-10 0,26-3-11 16,-18 4-11-16,0-1-10 0,0 0-1 0,5 0-9 0,-1 5-7 15,-4-2-6-15,2-1 7 0,0 1-20 0,0 1-4 16,1 4-1-16,-2-2 4 0,-2 3-16 0,0 0-2 16,-3 2-2-16,4-1 1 0,-4 3-6 0,-3-2 4 15,4 1-2-15,-4-1-4 0,3-1-13 0,-2 2-20 16,-4-2-20-16,4 0-21 0,-2 1-19 0,0-3-26 15,-2 0-35-15,2-2-36 0,0-1-32 0,2 1-43 16,0-2-220-16,2-3-518 0,-4-1 230 0</inkml:trace>
  <inkml:trace contextRef="#ctx0" brushRef="#br0" timeOffset="116408.07">9780 12314 278 0,'0'0'335'16,"-4"-4"-31"-16,4 4-31 0,0 0-30 16,0 0-21-16,0 0-10 0,0 0-7 0,-8 9-9 0,8-2-19 15,0-1-16-15,0 3-14 0,1 0-15 0,-1 1 7 16,4 0-26-16,-2 2-8 0,3 4-21 0,-1-3-14 16,2 2-9-16,-1 0-29 0,1 1-22 0,-1-3-24 15,3-2-25-15,-4 1-35 0,2 3-45 0,-2-7-45 16,0 3-68-16,1-6-245 0,-1 1-515 0,-2 1 228 15</inkml:trace>
  <inkml:trace contextRef="#ctx0" brushRef="#br0" timeOffset="116658.05">9726 12348 140 0,'-2'-7'364'0,"-2"2"-2"0,4 0 10 16,0 2-12-16,0 3-10 0,-4-8-30 0,4 5-28 0,0 3-26 15,0 0-26-15,4-4-27 0,-4 4-27 0,0 0-11 16,14 5-16-16,-7-2-15 0,2 4-14 16,1-3-15-16,-1 2-15 0,2 4-5 0,1-2-10 0,-2 2 1 15,5 2-21-15,-4 1-6 0,2 1 2 0,-3 1-13 16,-2 2-5-16,4-2 3 0,-6 3-29 0,-2 3-20 16,0-3-24-16,0-3-22 0,-4 3-21 0,-3 0-25 15,-2-2-22-15,1 1-19 0,-6 0-16 0,-1 0-14 16,-1-1-24-16,-1-3-27 0,0 0-44 0,0-6-35 15,-2 4-223-15,1-6-563 0,3 1 249 0</inkml:trace>
  <inkml:trace contextRef="#ctx0" brushRef="#br0" timeOffset="116970.53">10373 11908 12 0,'3'-11'457'0,"1"0"-28"0,-1 1-29 0,-2 2-34 0,3 3-24 15,-4 0-38-15,3 2-38 0,-3 3-34 0,5-4-24 16,-5 4-21-16,0 0-13 0,-4 18-21 0,4-5-12 16,6 7-20-16,-8 8-7 0,-2 5-5 0,3 4-5 15,0 12-11-15,-3 1-6 0,1 3 2 0,-1 0-4 16,-1 2-3-16,0 2-9 0,1 3-8 0,-4 0-7 15,2 1 15-15,5 2-2 0,1-3-11 0,-3 3-3 16,2-4-3-16,2-1-10 0,2-4-8 0,1-1-8 16,2-4-16-16,3 2-18 0,-4-19-22 0,4-1-29 15,-4-2-36-15,-3-8-47 0,4-2-57 0,-3-1-66 16,1-7-84-16,0-1-330 0,0-4-731 0,2-1 324 16</inkml:trace>
  <inkml:trace contextRef="#ctx0" brushRef="#br0" timeOffset="117439.25">10966 12152 306 0,'-3'-4'299'15,"2"-2"-20"-15,-3 1-16 0,-3 3-20 0,1-2-12 16,-1 0-17-16,-3 3-16 0,3-1-16 16,-5 1-6-16,1 1-14 0,-4 0-18 0,4 3-14 15,-1 2-3-15,-7 0-21 0,5 1-3 0,2 4 2 0,-3 1-17 16,3-3-12-16,2 2-3 0,1-1-7 0,1 1 9 15,2 2 1-15,1-1-1 0,5-1-1 0,0 0 3 16,0 2-5-16,4-2-4 0,0 1-5 0,4-3-5 16,0 3 1-16,1-1 9 0,4 4-17 0,-2-5-11 15,1 0-5-15,0 2 2 0,1-5-5 0,-5 2-4 16,4 0-7-16,-2 0 2 0,-2 0-1 0,0-2-6 16,-4-1-3-16,0 1 4 0,0 2-5 0,-4 0-1 15,0-1 2-15,-4-1 1 0,-1 4 2 0,-6-1-3 16,-1 0 0-16,-6 3-1 0,2-4-2 0,-5 2 0 15,2-4-11-15,0 0 2 0,-3 0-43 0,5-3-39 16,-2 1-27-16,5-3-24 0,2 2-23 0,-1-3-36 16,5 0-41-16,3-3-54 0,5 3-309 0,-4-5-644 0,4 5 284 15</inkml:trace>
  <inkml:trace contextRef="#ctx0" brushRef="#br0" timeOffset="117970.47">11258 12178 301 0,'2'-5'343'0,"-2"0"-2"0,-2 0-12 0,1-1-22 16,-1 2-20-16,-1 1-27 0,0-1-31 0,-4 0-13 15,0 3-27-15,-1 1-14 0,-4 3-13 0,0 2-7 16,-2-1-1-16,-2 6-10 0,0-1-6 0,-1 5-7 15,-4 4-5-15,-2 1-6 0,5 1-5 0,0 1-18 16,0-1 2-16,1 3-8 0,3 1-6 0,2-5-8 16,2 5-7-16,5-5-8 0,-2 2-3 0,6-2 3 0,-1 0-3 15,5-1-3-15,4-1-5 0,0-2-3 16,1-6-7-16,4 7-3 0,2-5-11 0,3-3-3 16,1-2-11-16,2-3-7 0,5-3-20 0,-6-2-19 0,4 1-14 15,0-3-10-15,-4-2-12 0,3-1 0 0,-4-1 1 16,-3-4 6-16,1 5-6 0,-7-2 11 0,0 2 20 15,-4-2-12-15,3 3 11 0,-4-1-6 0,-1-1 12 16,0 1 21-16,-2-1-13 0,3 2 16 0,-4-1 20 16,-1 1 14-16,1 1 6 0,0 0 3 0,0 1 9 15,0-1 9-15,0 5 2 0,-3-7-14 0,3 7 2 16,0 0 9-16,0-5-21 0,0 5 0 0,0 0-1 16,3-2-11-16,-3 2-2 0,0 0-1 0,0 0 0 15,10 7-2-15,-8-3-2 0,6-1-3 0,-4 3 10 16,2-1-13-16,-2 7-2 0,1-3-6 0,2 4 8 15,-3 0-3-15,2-2-4 0,2 4-16 0,-5 2-5 16,-2-1-20-16,3-4-18 0,3 5-21 0,-5-4-20 0,1 3-23 16,0-4-26-16,-2-1-21 0,-2-1-22 0,2 1-28 15,-1-1-39-15,6-5-25 0,-3 3-46 16,-1-6-181-16,1 1-552 0,6-2 244 0</inkml:trace>
  <inkml:trace contextRef="#ctx0" brushRef="#br0" timeOffset="118220.45">11638 12173 314 0,'-1'-2'418'0,"-1"-1"-17"16,1-1-27-16,1 4-38 0,-4-6-31 0,4 6-29 15,0 0-3-15,0 0-17 0,0 0-17 0,-7 13-17 16,7-6-17-16,0 3-15 0,0-1-15 0,0 4-15 15,4 7-18-15,-3-4-12 0,2 1-13 0,1-1-10 16,-1 6-13-16,1-4-19 0,0 1-28 0,0 0-39 0,-1-2-47 16,0 1-33-16,5-1-29 0,-5 0-35 0,-2-5-38 15,0 1-46-15,2-2-51 0,-3-3-52 16,-1-1-265-16,1-1-637 0,0-1 281 0</inkml:trace>
  <inkml:trace contextRef="#ctx0" brushRef="#br0" timeOffset="118486.06">11597 12241 297 0,'0'-5'395'15,"0"-1"7"-15,0-1 1 0,0 2 0 0,-1 1-11 16,1 4-25-16,0-6-28 0,1 2-29 0,-1 4-34 16,0 0-26-16,2-5-26 0,-2 5-16 0,0 0-20 15,15 6-13-15,-6-1-23 0,6 0-15 0,2 3-12 16,4 0-16-16,-2 1-10 0,7 2-14 0,-7-1-4 15,8 5-2-15,-1-1-13 0,1 0-8 0,-1 1-22 16,-9-2-26-16,-1 4-20 0,-3-4-21 0,2 0-24 0,-5 3-22 16,0-2-25-16,-5-1-23 0,0 0-11 0,-5 1-8 15,0 1-19-15,-6 3-20 0,-4-3-15 16,-2 2-15-16,-11 3-22 0,-3-2-17 0,-3-1-24 0,5 1-30 16,-6-2-221-16,0 1-571 0,-1-1 253 0</inkml:trace>
  <inkml:trace contextRef="#ctx0" brushRef="#br0" timeOffset="119329.75">18263 11790 109 0,'-4'-10'397'15,"1"1"-26"-15,-2 3-24 0,2 1-28 0,-1 0-27 16,3 0-30-16,-2 2-32 0,3 3-34 0,-4-4-14 16,4 4-25-16,0 0 2 0,0 0-11 0,-1 14-15 15,5-4-8-15,-3 2-8 0,-1 1-18 0,4 3-4 16,0 2-10-16,0 1-11 0,-2-1-3 0,2 1-7 0,0 1-10 15,-3-2-22-15,2 0-14 0,0-2-17 16,0 2-25-16,-2 0-20 0,0-7-24 0,1 0-25 0,-1 1-21 16,-1-2-26-16,2-3-42 0,1-1-30 0,1-3-60 15,-1 1-226-15,1-3-540 0,-4-1 239 0</inkml:trace>
  <inkml:trace contextRef="#ctx0" brushRef="#br0" timeOffset="119798.47">18206 11752 184 0,'-15'-17'290'0,"0"6"-16"16,0 0-11-16,2-1-10 0,3 6-14 0,0-3-8 15,1 5-6-15,5 0-5 0,-1-3-12 0,-1 4-21 16,3 1-22-16,3 2-15 0,0-4-18 0,0 4-11 16,0 0-12-16,18-1-11 0,-4 4-8 0,1-1-9 15,5 2-7-15,3 0-8 0,-4 2-10 0,4 0-4 0,-2 4-10 16,-1-2-1-16,-1 3 0 0,0-1-14 0,-2 0 4 15,-1 0-8-15,-5 0-5 0,-3-2-4 16,3 4-8-16,-6-3 1 0,-1 1-4 0,-4 3 2 0,0-3 1 16,-5 3 0-16,-1-3 1 0,-3 1-2 0,-1-1-1 15,2 0-2-15,-4-2 6 0,2 0-7 0,1 0 7 16,0 0-7-16,0-4 11 0,5 1-12 0,0-1-4 16,1-2 6-16,-1 2-4 0,1-1 1 15,3-3 3-15,0 0 5 0,5 9 0 0,4-7-3 0,2 1 1 16,1 1 1-16,3-1-2 0,4 2 9 0,1 0-9 15,-2 1-4-15,1 0 7 0,-1-2-8 0,1 4 6 16,-2-1 2-16,-4-2-2 0,-2 1-2 0,0 0-3 16,-4 0-1-16,-2 1-4 0,1-2 3 0,-2 2 6 15,-3-1 11-15,-1 1-5 0,-3 1 14 0,-5-1 23 16,3 1-9-16,-6-1 0 0,-7 2-2 0,1-1-4 16,0-1 0-16,-2-2-6 0,-4 3 1 0,4-4-1 15,-3 1 1-15,2 0-17 0,5-2-20 0,0 0-18 0,4-2-20 16,-3 0-27-16,8 0-23 0,-3-1-25 0,4 0-43 15,5 0-52-15,0 0-40 0,0 0-34 16,0 0-247-16,15-6-581 0,0 3 257 0</inkml:trace>
  <inkml:trace contextRef="#ctx0" brushRef="#br0" timeOffset="120267.19">18939 11775 334 0,'-3'-7'333'0,"-1"-3"-15"16,-4 2-16-16,2 2-9 0,-3 0-30 0,0 0-17 15,-2 0-4-15,1 2-19 0,-1 3-11 0,-1 0-20 16,0 2-19-16,-3 2-21 0,-1 3 4 0,-2 2-21 16,2 2 2-16,-2 3-5 0,4 1-8 0,-2 1-15 15,5 3-10-15,-1-1-10 0,0 7-3 0,2-4-7 0,3 6-1 16,4-6 1-16,1-1-8 0,1 0-4 0,4-1-8 15,3 1-11-15,2 1-5 0,-1-4-2 16,8-2-5-16,0 0-19 0,5-3-21 0,-2 0-23 0,5-5-17 16,-1 1-24-16,1-5-13 0,-2 1-9 0,-1-3-14 15,-1-1-7-15,-4-3-15 0,-1 1-12 0,-1-2-3 16,-2 0-1-16,-3-1 11 0,2-2 15 0,-8 0 5 16,3-1 14-16,-3 0 14 0,-2 2 17 0,-2-5 25 15,0 5 21-15,2-2 22 0,-3 2 32 0,2 0 29 16,-2 0 17-16,-1 1 18 0,0 2 16 0,2-3 9 15,0 5-2-15,2 2-8 0,-1-7 0 0,1 7-22 16,-3-5-13-16,3 5-7 0,0 0-5 0,0 0-11 0,0 0-4 16,0 0 0-16,8 14-6 0,-5-6-8 15,2 1 6-15,-2 1-11 0,1 3-5 0,0-1 5 16,0 0-8-16,-1 1-4 0,1 0 0 0,-4-2-32 0,5 3-6 16,0-2-14-16,-3-1-35 0,0 1-26 0,-1-2-24 15,2 1-23-15,-2-4-34 0,-1 1-32 0,3-3-41 16,1 0-46-16,-1 1-279 0,3-3-620 0,1-1 274 15</inkml:trace>
  <inkml:trace contextRef="#ctx0" brushRef="#br0" timeOffset="120503.07">19285 11742 296 0,'-3'-7'325'0,"2"2"-14"0,-2-1-19 15,2 2-25-15,1 4-25 0,-3-6-32 0,3 6 6 16,0 0 4-16,0 0-24 0,0 0-10 0,-6 16-22 0,6-8-9 16,0 3-14-16,3 2-16 0,-2 3-11 0,5 2-7 15,-3 1-17-15,2-1-1 0,1 1-9 0,0 2-26 16,1-5-27-16,-3 2-35 0,2 0-23 0,-1-3-33 16,3 2-30-16,-5-4-42 0,1-4-44 0,-3 1-45 15,3-5-45-15,-1 4-214 0,-1-4-523 0,0-2 232 16</inkml:trace>
  <inkml:trace contextRef="#ctx0" brushRef="#br0" timeOffset="120768.68">19226 11781 140 0,'-1'-13'332'16,"0"2"3"-16,1 1-13 0,0 0-16 0,2-1-18 0,0 5-14 15,-1 0-14-15,4 0-29 0,1 2-10 0,-1 2-29 16,2 1-14-16,1 1-2 0,4 1-36 0,1 3-7 15,0 1-13-15,1-1-12 0,2 6-15 0,1 2-9 16,0 1-8-16,-2 3-8 0,0 1-8 0,3 6-8 16,-1-2-7-16,-3 3 1 0,0-6-6 0,-5 2 12 15,2 4-22-15,3-1-6 0,-6-5 7 0,-3 2-3 16,0-2-4-16,1-2-14 0,-3-2-21 0,-3-1-20 16,1-1-6-16,-1 1-19 0,-4-2-16 0,-1 0-23 15,-2 0-30-15,-3-3-38 0,-3 0-41 0,5-3-66 0,-6-1-54 16,-1 0-199-16,1-3-564 0,4-1 250 15</inkml:trace>
  <inkml:trace contextRef="#ctx0" brushRef="#br0" timeOffset="121049.91">19830 11406 412 0,'0'-6'462'0,"1"-2"-8"0,2 2-32 16,-3 2-31-16,0-1-44 0,0 1-40 0,0 4-32 16,0 0-29-16,0 0-12 0,0 0-11 0,4 19-15 15,-4-7-14-15,3 8-10 0,0 7-2 0,-2 6-16 16,4-2-14-16,-2 8-7 0,1 14-19 0,2 1-11 16,-5 1-11-16,2-1-9 0,1 2-9 0,-3-1-8 0,2 3-9 15,5 0-16-15,-7 0-22 0,4-2-26 0,-1 0-21 16,0 2-19-16,-3-5-29 0,3 0-30 15,-1 2-37-15,1-3-27 0,0-2-26 0,-3-14-32 0,-2 0-37 16,-3-5-48-16,0-5-75 0,1-6-281 0,-1-4-711 16,1-3 315-16</inkml:trace>
  <inkml:trace contextRef="#ctx0" brushRef="#br0" timeOffset="121528.9">20320 11725 332 0,'0'0'355'0,"1"-5"-19"15,-1 1-1-15,3 1-38 0,-3 3-15 0,-3-10-21 0,0 8-10 16,1-2-28-16,-4 0-24 0,5 0-18 0,-6 1-31 16,2 2-3-16,-2-1-13 0,-7-1-16 0,3 2-11 15,-1 0-10-15,-3 2-8 0,1-1-10 0,-6 3-10 16,1-2-6-16,3 2-7 0,1 1-3 0,1 1-13 16,3-2-2-1,1 1-3-15,1 1-4 0,1-1-5 16,5 0-1-16,-3 1 14 0,2 1 4 0,2-2 1 0,4 1 4 15,2 0-7-15,1 2 1 0,3 1-2 0,3-1-13 0,1 1 8 0,1 1-4 16,-1-2-7-16,4 3 2 0,-5-3-7 0,3 1 1 16,-5 1-1-16,2-1-7 0,0-1 0 0,-3 3-5 15,0-3 0-15,-2 3 3 0,-2-4-7 0,-3 1 8 16,0-1-4-16,-3 2 3 0,-4 0-1 0,-2-1 2 16,0 1 0-16,-2 0-13 0,-6 2-11 0,-3-4-14 15,8-1-35-15,-2-1-27 0,-2 2-30 0,1-4-33 16,1 2-29-16,2 0-30 0,4-2-37 0,0-1-50 0,2 3-305 15,5-4-652-15,0 0 288 0</inkml:trace>
  <inkml:trace contextRef="#ctx0" brushRef="#br0" timeOffset="121997.62">20672 11679 287 0,'0'-8'405'0,"2"4"-11"0,-5-1-33 16,1-1-32-16,0 0-29 0,-4 3-34 0,2 0-11 15,-3-2-39-15,-1 3-18 0,-1 1-21 0,-1 1-18 16,-5 3-15-16,1 2-11 0,-2 1-10 0,4 1 0 16,-4 4-11-16,2 1-6 0,1 3 1 0,0-1-17 15,1 2-10-15,1 2-5 0,4-1-5 0,0 2 4 0,2 0-11 16,0 0 1-16,2 1-6 0,2 1-5 0,3-3 0 15,1-1-3-15,6 1-3 0,0-1-4 16,2-2 3-16,3-2-16 0,2-3 1 0,1 0-5 0,3-1-2 16,-4-4-11-16,2-5 8 0,0 2-7 0,-2-2 0 15,-2-2-6-15,1-1-6 0,-3-3-4 0,0-1-1 16,1-1-3-16,-4 0-3 0,1 1 0 0,-3-4 1 16,-2 2-2-16,1-1 6 0,-1-2-2 0,-1 2-6 15,-1 0 12-15,-2 2 8 0,2 1 3 0,-3 0 6 16,1 2 0-16,0 0-1 0,2 0 3 0,-3 2-6 15,0 3-5-15,0-5-7 0,0 5-4 0,0 0 0 16,0 0 3-16,0 0 0 0,0 0 0 0,0 0-2 16,0 18 5-16,0-11-3 0,4 4-1 0,-4 2-6 15,0-1-2-15,3 5-5 0,1-1-18 0,0-2-25 16,-1 4-29-16,2-2-24 0,-1 2-24 0,-1-5-21 0,1 0-26 16,0-1-34-16,-2 0-38 0,1-4-60 0,2 2-307 15,-1-5-669-15,1 1 296 0</inkml:trace>
  <inkml:trace contextRef="#ctx0" brushRef="#br0" timeOffset="122247.6">21072 11634 342 0,'0'-4'350'0,"-3"-2"-25"0,3 2-30 0,0 4-28 15,0 0-23-15,-4-1-8 0,4 1-18 0,-7 9-11 16,4-4-13-16,-1 4-12 0,4 3-17 0,-5 4 5 0,5-2-37 16,-3 5-9-16,3 0-9 0,0 2-12 0,0 4-11 15,2-5-8-15,-1 1-8 0,-1 0-11 16,5 7-31-16,-2-10-29 0,1 3-25 0,0-3-32 0,-1 1-35 16,1-4-39-16,0-2-47 0,1 0-55 0,0-3-70 15,-4-3-209-15,3-1-550 0,-2 0 243 0</inkml:trace>
  <inkml:trace contextRef="#ctx0" brushRef="#br0" timeOffset="122513.21">21015 11704 82 0,'-3'-11'392'0,"0"3"8"0,1 0 14 0,0-1-24 15,2 3-10-15,-2 4-25 0,0-3-24 0,2-1-23 16,0 6-34-16,4-2-24 0,-4 2-24 0,7-1-22 15,-7 1-20-15,19 3-22 0,-5 3-13 0,-1-1-23 0,2 3-8 16,0 1-9-16,3 2-12 0,-2 2-11 0,2 1-11 16,-2 0-3-16,7 6-11 0,-8-4 1 0,-3-1-18 15,1 1-1-15,-1 0-3 0,-1 2-4 0,-6-2-10 16,1 0 2-16,1 2-7 0,-6-6 0 0,-1 4-24 16,-1-1-13-16,-5 5-27 0,-1-5-30 0,-4 1-34 15,-3-1-55-15,-8 6-43 0,-4-2-46 0,-3 1-59 16,-2 1-97-16,-4-5-259 0,-5 2-720 0,2-3 320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29F2-D3D5-4D10-0342-798B3BD9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0D665-F338-79E9-622C-5F37B5B88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B3615-7D4D-C94E-C1EF-7444DBD81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345BC-B026-5EB1-1F91-A8979212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0287F-E9BA-0487-7A2B-8CD49FC5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3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A1AE-D95D-C9C3-2CFA-913390E2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1F438-D680-79B0-50E0-E3AEE849F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351-B7D1-E27F-4201-4FB5CFD12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9E034-0FAD-2B5E-FA60-B9685315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73AD2-E160-CF56-794D-FB2AE505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0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9ED2-994A-3204-BA58-EC8A15DB1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2F9F7-E093-7C6C-7E57-703984305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E1E1C-74F1-7477-8CED-DB9966C5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769E7-5A80-B223-0B9A-907F882D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0CE3C-C727-2AC2-19FB-8BC83A63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3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184E-B5A8-BA5D-E4DA-035BC808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766D3-21BF-188F-A4EE-D3F728E9E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6AE6B-0C43-579D-6E52-5448F0962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164C1-39DE-F639-2878-4A4D8EBC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39880-5488-F494-B565-F98E899F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DB2CC-8F2E-F62B-8F12-5A4CF38F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6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2D5B-269D-A8B5-D8AA-711AAF02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E7CAB-8E68-999A-6ADF-C0BF1A1FF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24345-5D38-2AE0-2BCD-58812D232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411D2-603C-3890-0F58-01CDEDE27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77E22-005C-37AB-72DF-46A645F03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3F9EF-E030-CB9F-4B18-5C05A1855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35A12-F219-5F23-4D07-4064F8FC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51128B-5CE0-E579-6D90-88BC138F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1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AA98-5C94-2CAD-3940-64496465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4BE4E3-EE5B-68E1-2261-277434870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C3953-92F1-6842-49BC-FA8CAC50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27707-F88E-304A-A63A-6145A356A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0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718B99-B4BB-1A4E-B8FD-08CC614A8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A904D-93CD-606F-3ACF-7F9893ED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49AA2-9C82-F21D-72E1-A6026022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68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5F92-7290-15F4-9F5B-4745E1B9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880C-C0D8-206B-C7F3-79FE5E484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84CBE-2CCF-FAB7-D111-6391FB6AB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914E6-E945-8B67-21C8-91F88BAF7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EB04A-E90C-1522-0949-105F8D3E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F64D5-FD10-CBDB-D10F-7AFFAE8F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D3B3-CD72-ED2C-06F6-4E1369884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D8F85-5B28-0F8E-8C07-312C26902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A0B23-8A85-C316-E9FC-EF021333C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A488D-D6BB-9573-9548-A4E04E78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9C87C-E220-2FCC-6143-78AC5683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6242E-D066-0D7A-C9CF-F08D546B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6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56F97-DFC5-CE1D-6A68-9C601FCB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10A69-07AF-79BB-6DE9-A2D50F4F9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EC2CB-FB5B-F7DC-A979-F570C60C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8961C-4EB2-B149-BC7E-C07EF21F9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E79D9-F5A2-95F4-29E6-290FC9B4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9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52002-0D3F-3C58-EBDC-C36C96AB2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25ED4-4E71-63F8-DBF2-FAF40DA97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C7C38-5392-1973-B6D1-43993FB5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C59D9-37E6-5C73-CF31-0051078B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F5470-930A-167F-C1D6-DDC1FB05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7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345945-ADBE-9E25-A1E3-34FDA01C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75A6C-A2F9-E60B-91DA-650A40324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03991-963E-2850-5FDE-F6598AADD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10771-252A-45F9-8496-79AEF9675BB6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6480A-0E74-BD3F-CE1F-9F908445C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9D120-3E09-1B0A-3002-E49422B2B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DF596-51A8-47EB-B956-3782810B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3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71A4-FFA6-528D-B11B-D26D2926AF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5D1A5-6360-379C-BA18-414815B753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EF86C-22B7-A6FC-4D3E-350AD10E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2DC9D-FDFA-3ED3-1732-24E06B52B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D9A25F-AA0C-07F7-15C6-FA7AC8697EA3}"/>
                  </a:ext>
                </a:extLst>
              </p14:cNvPr>
              <p14:cNvContentPartPr/>
              <p14:nvPr/>
            </p14:nvContentPartPr>
            <p14:xfrm>
              <a:off x="566280" y="349920"/>
              <a:ext cx="11439360" cy="5484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D9A25F-AA0C-07F7-15C6-FA7AC8697E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6920" y="340560"/>
                <a:ext cx="11458080" cy="550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38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8E930-2882-9438-CCBF-E07D0F2B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DEF3-C558-4806-C0A4-12D0D1A1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EBF68-6335-45FA-5F46-92F1A8399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1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8CFFB-D7E1-FE6E-048F-177B9C66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D739-1910-DD8B-BA69-0866BFFD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4C64-A7A4-B800-E654-D1F97EABE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A2F019-B268-456F-8D45-2AD85B04188F}"/>
                  </a:ext>
                </a:extLst>
              </p14:cNvPr>
              <p14:cNvContentPartPr/>
              <p14:nvPr/>
            </p14:nvContentPartPr>
            <p14:xfrm>
              <a:off x="877680" y="380520"/>
              <a:ext cx="10809720" cy="4926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A2F019-B268-456F-8D45-2AD85B0418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320" y="371160"/>
                <a:ext cx="10828440" cy="494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2411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BD99A-DF19-D995-2DC2-EDE7E67F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E7A2-F2E6-6DB1-6CCD-9B37782A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C39CC-BC46-88B9-42B9-82517CB8B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847425-EE9B-FD43-CF40-599A07F56622}"/>
                  </a:ext>
                </a:extLst>
              </p14:cNvPr>
              <p14:cNvContentPartPr/>
              <p14:nvPr/>
            </p14:nvContentPartPr>
            <p14:xfrm>
              <a:off x="763200" y="313200"/>
              <a:ext cx="11279160" cy="4903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847425-EE9B-FD43-CF40-599A07F566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3840" y="303840"/>
                <a:ext cx="11297880" cy="49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624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A60A5-2D6E-0E9D-1CD7-DC9C9CD4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E9DE4-F0AB-BC69-3808-967E932B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374A5-B0BE-13EA-0B89-BAC3E30E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E5E853-73C3-0E48-F30F-3B20DC75669D}"/>
                  </a:ext>
                </a:extLst>
              </p14:cNvPr>
              <p14:cNvContentPartPr/>
              <p14:nvPr/>
            </p14:nvContentPartPr>
            <p14:xfrm>
              <a:off x="424440" y="446760"/>
              <a:ext cx="7371360" cy="434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E5E853-73C3-0E48-F30F-3B20DC756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5080" y="437400"/>
                <a:ext cx="7390080" cy="436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676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2122-AD09-779A-0A26-787B095F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904D0-36D3-70C9-D9C2-45253C2E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A8B28-D933-B564-A45C-EF04D025C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6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642A-ED3E-D219-E524-94CCE98B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A614-C44E-AD02-9055-FF4BE80C0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55158-15FC-535B-5197-D4CCC574F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00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4B98-9598-45CE-2C39-EDCF395C4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8991-D1CD-35D9-EDD9-DF712612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1CAD5-C5D4-089C-40B8-5963A35A6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9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6C50A-1D75-AD67-9E41-16CA5662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39BA-B601-731E-CD27-4A1D6C4EF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3DFCF-E7FE-530A-625B-05EC1165A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95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Ayyaz Hussain</dc:creator>
  <cp:lastModifiedBy>Ayyaz Hussain</cp:lastModifiedBy>
  <cp:revision>1</cp:revision>
  <dcterms:created xsi:type="dcterms:W3CDTF">2024-10-22T09:14:38Z</dcterms:created>
  <dcterms:modified xsi:type="dcterms:W3CDTF">2024-10-22T10:00:28Z</dcterms:modified>
</cp:coreProperties>
</file>