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1T09:21:21.375"/>
    </inkml:context>
    <inkml:brush xml:id="br0">
      <inkml:brushProperty name="width" value="0.05292" units="cm"/>
      <inkml:brushProperty name="height" value="0.05292" units="cm"/>
    </inkml:brush>
    <inkml:context xml:id="ctx1">
      <inkml:inkSource xml:id="inkSrc147">
        <inkml:traceFormat>
          <inkml:channel name="X" type="integer" max="21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52.82927" units="1/cm"/>
          <inkml:channelProperty channel="Y" name="resolution" value="33.3913" units="1/cm"/>
          <inkml:channelProperty channel="T" name="resolution" value="1" units="1/dev"/>
        </inkml:channelProperties>
      </inkml:inkSource>
      <inkml:timestamp xml:id="ts1" timeString="2024-10-01T09:33:14.658"/>
    </inkml:context>
  </inkml:definitions>
  <inkml:trace contextRef="#ctx0" brushRef="#br0">1411 668 230 0,'0'-8'249'16,"-5"1"-10"-16,5 7-5 0,5-10-10 0,-5 5-24 16,0 5-20-16,0-7-20 0,0 7-21 0,0 0-16 0,0 0-13 0,0 0-13 15,0 0-8-15,0 0-8 0,0 0-4 0,-5 22-9 16,10-5-8-16,-5-2-7 0,0 4-4 0,-5-3-5 16,5 5-4-16,5 4-2 0,-10 2-4 0,0 2-4 15,5 0-2-15,-3-1-2 0,0 2-4 0,4 1-1 16,4-4 3-16,-10-3-8 0,5 6 0 0,-1-6-2 15,4-4-2 1,0 4 2-16,-6 0-4 0,3-4 0 0,0-4 2 16,3 0-5-16,-6-1-2 0,6-3 4 0,1-4-3 0,-3-1-1 15,-1 1 2-15,0-2 0 0,5 2-4 0,-5-6 0 16,0-2 0-16,0 11 0 0,0-11 1 0,0 7 0 16,0-7 0-16,0 0 3 0,0 8-4 15,0-8 4-15,0 0 0 0,0 0-4 0,0 0 0 16,0 0 2-16,0 0-5 0,0 0 5 0,0 8-2 0,0-8-3 0,0 0 1 15,0 0 2-15,0 0-3 0,2 4 0 0,-2-4-1 16,0 0 2-16,0 0 7 0,0 0-11 0,0 0 1 16,0 0 4-16,0 0-7 0,0 0 6 0,0 0-5 15,0 0 0-15,0 0 3 0,0 0-1 0,0 0 0 0,0 0 1 16,0 0 1-16,0 0-1 0,0 0 1 16,0 0-4-16,0 0 3 15,0 0 0-15,0 0-1 0,0 0-2 0,0 0 4 16,0 0-4-16,0 0-6 0,0 0-18 0,0 0-21 15,0 0-31-15,0 0-22 0,0 0-27 0,0 0-32 16,0 0-33-16,0 0-30 0,0 0-141 0,0 0-393 16,0 0 175-16</inkml:trace>
  <inkml:trace contextRef="#ctx0" brushRef="#br0" timeOffset="701.52">1413 886 11 0,'2'-12'112'0,"9"0"1"0,-7 1-24 0,7-1-3 15,-3-5-16 1,2 5-2-16,2-5-10 0,-5 2 11 0,4 3-1 16,1 0-6-16,-4-3-3 0,7 7 8 0,0-4-9 0,-2 0 7 15,-1 0-4-15,-1 2 0 0,-1-2 0 0,3 0-2 16,-6 5-5-16,3-1-8 0,3 1 8 16,-6 1-16-16,1 0 1 0,-1 1-7 0,-1 1-2 15,3-2-4-15,-3 0 2 0,7 4-11 0,-4-2 3 0,-3 1-1 16,-6 3-6-16,17-2 2 0,-12 2-4 0,-5 0-1 0,15 0-2 15,-5 2 0-15,1 0 2 0,-2 2-5 0,0-1 0 16,3 3 0-16,-4 0-1 0,1 0 0 0,-3 1 2 16,-1 4-9-16,3-2 9 0,-3 1-3 0,-1 1 5 15,2 4-6-15,-6 3 5 0,0-1 2 0,-8-1-1 16,5-3 0-16,-7 5 0 0,0-2 1 0,-8 4 10 16,1-1-1-16,-9 1 6 15,6-5 5-15,-5 0 7 0,-5 0 4 0,4 1 8 16,1 0 6-16,-7-2 7 0,8-2-1 0,-3-2-1 15,-3 0-2-15,10-3 5 0,-8 0-1 0,10-1 2 16,-2-2 6-16,5 4 2 0,-1-5 0 0,3 1 2 16,6-4 1-16,0 2 2 0,7-2-17 0,-10 3-5 15,10-3-5-15,-11 0-9 0,11 0-5 0,0 0-2 16,0 0-6-16,0 0-3 0,0 0-5 0,0 0-4 0,0 0-4 0,-2 6 2 16,2-6-1-16,0 0-2 0,0 11-4 0,0-11-1 15,0 5 11-15,7-1-12 0,-7-4 0 0,0 13 1 16,0-6 1-16,6 0 2 0,1 1-4 0,-4 4 1 15,9-4 2-15,-4 4 0 0,7 0-4 0,-7-2-1 16,7 2 4-16,2 0-4 0,-4 3 4 0,4-3 0 16,1 2-1-16,-2-3-1 15,-1 1-2-15,0-2-1 0,0 0-2 16,0 2 4-16,-2-4-2 0,0 3-9 0,-3-3-25 0,-5 0-27 16,5-1-20-16,-3 1-25 0,-7-2-20 0,6-3-18 15,-6 4-15-15,0-7-19 0,2 11-26 0,-2-7-17 16,0-4-147-16,-8 8-397 0,8-8 175 0</inkml:trace>
  <inkml:trace contextRef="#ctx0" brushRef="#br0" timeOffset="1124.51">1797 1265 58 0,'0'0'125'0,"0"0"-13"0,10-4 3 0,-10 4-3 15,0 0 21-15,16 0 3 0,-16 0-1 0,0 0-14 16,17 5-12-16,-10-5-10 0,-7 0-10 0,15-1-11 16,-4-3-6-16,-6 1-4 0,-5 3-5 0,22-2-6 15,-14-3-4-15,0 3-3 0,4-4-2 0,-4 5 0 16,0-3 6-16,2-3-1 0,2 0 14 0,-7 2 6 16,-2-2-1-16,4-3-2 15,-1 0-6-15,-4 5 5 0,-2 5-1 0,0-11-3 16,0 0-5-16,-2 4 2 0,-3-2-3 0,4 0 1 15,-6 3 0-15,4 1 6 0,-2 1-13 0,-3-2-6 16,1 5 2-16,7 1-10 0,-15-7-4 0,7 6-5 16,8 1-2-16,-20 3 3 0,8 2-13 0,-3 2 3 15,5 1-6-15,1-3 1 0,-5 2-4 0,8 0 2 16,-4 2-6-16,1 3-2 0,0 0-1 0,0 0 10 0,1-2-13 0,6 2 2 16,-4 0-1-16,6 0-2 0,-2-1-2 0,4-4-3 15,-1 2-3-15,1-1-3 0,1-1 4 0,6 4-2 16,1-5-5-16,3-6-24 0,3 2-41 0,3-2-50 15,12-2-55-15,0-8-29 0,3 1-44 0,-3-1-146 16,-3-5-436-16,7 0 193 0</inkml:trace>
  <inkml:trace contextRef="#ctx0" brushRef="#br0" timeOffset="1572.23">2438 769 211 0,'0'0'307'0,"3"-4"-23"16,-3 4-28-16,0 0-25 0,6-4-26 0,-6 4-19 0,0 0-18 0,0 0-28 16,0 0-14-16,0 0-12 0,0 0-10 0,5 13-10 15,-3-2-8-15,-2 2-2 0,2 5-15 0,-2 6-3 16,0 3-5-16,1 6-3 0,-6 7-6 0,0 4-3 0,-1 5-4 16,1 7-6-16,-5-4 0 0,7 25-1 15,-6-25-10-15,6 5 6 0,-7 16-7 0,2-19 8 16,6 2-9-16,-3-3-4 0,-5-2-4 0,10 2-1 0,0-6 2 0,-1-4 0 15,-3-5-2-15,4-3 0 0,0-4-4 0,0-2 1 16,0-5-3-16,0-4-2 0,5-1-2 0,-3-4 0 16,5-3-7-16,-6-3 0 0,4 0 5 0,5 0-1 15,-3-1 2-15,6-1 0 0,4-7-1 0,-1 0-4 16,2-5 3-16,2 3 3 0,2-6-2 0,-1-1-4 16,6-3-10-16,-4 0-7 15,0-1-1-15,-2-6 1 0,-4 1 1 0,-2-2 0 16,3-4 5-16,-10 1 3 0,4-4-6 0,-7-3 5 15,0 3-6-15,-13-5 5 0,1-10 0 0,-6 7 1 16,-4-4 2-16,-11 0-2 0,10 1 12 0,-12 5-3 16,4 1 6-16,-6 3 12 0,4 7-11 0,5 2-1 15,-2 1 2-15,-1-1-4 0,-1 1 9 0,2 4-6 16,7 5-3-16,3 0 3 0,5-4-4 0,-3 11-1 0,5-4-11 0,3-3-48 16,-5 8-60-16,8-3-69 0,2 5-66 0,0-8-216 15,0 8-507-15,0 0 225 0</inkml:trace>
  <inkml:trace contextRef="#ctx0" brushRef="#br0" timeOffset="2242.54">2643 1443 163 0,'0'0'199'0,"6"1"1"0,4 1-2 0,-5-1-6 0,-5-1-4 0,17-1-11 0,-2-2-16 16,-10-3-16-16,10-3-9 0,-2 0-18 0,-3-6-13 15,11-4-8-15,-8 3-9 0,-6-2-9 0,8-4-10 16,3-2-4-16,-5-4-7 0,9-8-5 16,-12 7 5-16,5-10-11 0,-4-3-8 0,-6 3-6 0,-1-1-4 15,4 9-1-15,-6 1-4 0,-2-1-6 0,-2 3 1 16,2 1 0-1,0 0 6-15,-2 7 1 0,-4 2 0 0,4 0 10 16,-1 4 5-16,1-4-7 0,-3 5-3 0,0 4 0 16,5 2 3-16,-3-4 2 0,1 3-8 0,2 5 2 0,-2-4-7 15,2 7-2-15,-4-8-4 0,4 8 2 16,-7-4-11-16,7 4-5 0,0 0 3 0,0 0-3 16,0 0-1-16,-15 15 0 0,15-8-3 0,0 5 1 15,-2 3 3-15,2 6 3 0,0 2-1 0,0 4-2 0,2 3 3 0,3-2-7 16,-10 13 5-16,10-9-5 0,-2-1 2 0,1 8 2 15,-1 0-2-15,0 3 2 0,1-15-1 0,4 3 1 16,-3-2-6-16,1-1-3 0,-4-7-9 0,0-1-5 16,1 0-15-16,2-6-6 0,0 2 1 0,0 1-7 15,-3-6-1-15,6-2 8 0,-2 0-12 0,4-5-6 16,4-3-9-16,1-3-19 0,1 0-7 0,4-6-27 0,8-5 7 0,-5 5 2 16,7-7 0-16,0 1 9 0,-4-3 16 0,1 5 2 15,-2-3 9-15,-2 5 8 0,-8-5 8 0,0 6 23 16,-2-2 24-16,-5 0 21 0,2-3 21 0,-5 7 13 15,-3 0 16-15,4 1 12 0,-4 2 3 0,-2 5-1 16,-8-8-4-16,8 8-7 0,-10-11-8 0,-2 10-2 16,12 1-6-1,-21 6-9-15,6-3 4 0,1 1-9 0,-2 4 1 0,1 3 0 16,0-1 0-16,0 0-6 0,4 0 0 0,1 7-1 16,1-3-7-16,3-2 0 0,-4 1-5 0,10 0-5 15,0 0-1-15,0 1-5 0,7 3-1 0,-4-9-16 16,7 4-31-16,1-1-39 0,8-6-36 0,4 3-36 15,0-6-41-15,7-4-151 0,-1 2-377 0,3-2 167 16</inkml:trace>
  <inkml:trace contextRef="#ctx0" brushRef="#br0" timeOffset="2442.98">3886 1129 187 0,'0'0'197'0,"0"0"-14"15,0 0-4-15,0 0 6 0,0 12 0 0,-4-1-3 0,1 2-16 16,-8 2-9-16,-1 2 2 0,0 8-14 0,-4 1-16 16,-2 1-9-16,-2 8-13 0,-2 1-9 15,2-9-13-15,-3 7-7 0,2-7-6 0,1 0-4 16,3 0-10-16,-4-5-5 0,3 1-6 0,-2-4-28 0,5 0-36 16,0-6-36-16,2-3-36 0,6-2-38 0,-1-5-45 15,4 2-41-15,4-5-152 0,0 0-396 0,0 0 176 0</inkml:trace>
  <inkml:trace contextRef="#ctx0" brushRef="#br0" timeOffset="2627.82">3681 1241 25 0,'0'0'260'0,"0"0"-13"0,-4-10-16 0,4 10-27 0,0 0-23 16,0 0-15-16,0 0-19 0,0 0-2 0,0 0-9 15,0 0-4-15,4 25-7 0,-1-16-10 0,2-1-11 16,-5 2-11-16,6 4-7 0,-4 0-6 0,6 2-10 15,-3-1-5-15,5 2-6 0,3-2-5 0,-1 1-6 16,3 1-20-16,-2-4-76 0,-1 2-70 0,13 1-65 16,1 0-226-16,-1-2-443 15,0-1 196-15</inkml:trace>
  <inkml:trace contextRef="#ctx0" brushRef="#br0" timeOffset="3075.56">4568 1107 318 0,'5'-18'345'0,"-4"-3"-8"16,3 3 3-16,-4-2-20 0,1-1-15 0,8 6-23 16,-9 2-21-16,1 3-13 0,3-4-18 15,-4 4-20-15,1 2-17 0,-1 1-9 0,0-1-26 0,5 2-22 0,-5 6-18 16,2-8-10-16,-2 8-17 0,0 0-10 0,1-5-9 15,-1 5-5-15,0 0-5 0,2 23-6 0,-2-6-6 16,0 0-10-16,-2 10-3 0,2 1-3 0,-3 5-2 0,-2 6 0 16,4 3-8-16,1-5-1 0,-5 7 1 0,3-5-3 15,-5-7 1-15,6 9-5 0,-4-9-5 16,0-5-16-16,0-2-30 16,0 2-15-16,-2-7-33 0,1-4-24 0,4-1-31 0,-3-5-28 15,0 2-21-15,3-5-19 0,-3-5-38 16,5-2-52-16,0 0-27 0,0 0-189 0,-5-20-553 15,7 5 245-15</inkml:trace>
  <inkml:trace contextRef="#ctx0" brushRef="#br0" timeOffset="3661.24">4665 864 174 0,'2'-13'275'0,"-2"-3"1"0,0 5-8 0,0 9-12 0,3-7-16 16,-3 1-21-16,0 8-27 0,0-9-21 15,0 9-21-15,0 0-15 0,0 0-15 0,0 0-10 16,-3 26-13-16,3-13-5 0,0 4-12 0,2 10-6 15,-1-1-8-15,3 2-7 0,6-1-5 0,-5 2-9 16,-1-2-2-16,8-2 0 0,0 6-7 0,-4-5-2 0,7 1-5 0,-4-3-2 16,8-5-32-16,-3-3-30 0,-3-6-25 0,4 2-24 15,-2-4-25-15,5-4-24 0,-5 0-17 0,8-4-26 16,-3-4-10-16,-2-3 5 0,2-4-2 0,3-5 14 16,0-3 6-16,-3 4-3 0,3-6 10 0,-8 8 19 15,6-8 29-15,-11 9 33 0,2-3 22 0,-2 4 44 16,-5 4 32-16,3 0 18 15,-8-1 15-15,0 8-1 0,0 0-4 0,7-5-10 16,-7 5-1-16,0 0-8 0,-22 15 4 0,11 2 0 16,-1-2 8-16,5 0 5 0,-14 11 11 0,-1-4 1 15,1 14-4-15,-1-10-6 0,-1 10-1 0,5-4-12 16,-2-5 2-16,4-1-8 0,-4-3 2 0,-2 0-5 16,12-7-3-16,-3-1-2 0,0-2 4 0,10-2-3 15,-9-4 3-15,5-3 29 0,4 1 13 0,3-5-8 0,0 0-6 0,0 0-9 16,-2-21-1-16,4 6-9 0,8-12 0 0,-5 8-3 15,10-10 4-15,0-15 1 0,8 5 5 0,-2 4-2 16,-2-8 3-16,0 8 2 0,-4 6 8 0,9-10 9 16,-10 15 0-16,1 0 14 0,-3-2 8 0,1 13 18 15,-5-3 6-15,1 2-4 0,-1 5 2 0,0 2-21 16,-1-1 9 0,-7 2-23-16,6 1-22 0,-6 5 2 0,4-4-10 15,-4 4-2-15,0 0-8 0,0 0-1 0,18 11-3 0,-18-7-4 16,8 4-1-16,-8 0 0 0,5 9-7 0,-1 0-3 15,2 0 9-15,1 3-7 0,-1 6 4 0,-2-1-4 16,1 5-4-16,3 1 6 0,-1 10-6 16,-6-3 2-16,6-9-5 0,-7 13-10 0,0-13-33 0,0 13-48 15,-7-1-42-15,-1-1-52 0,6-7-48 0,-4-5-52 0,6-1-42 16,-7 2-206-16,5-4-565 0,-4-2 250 0</inkml:trace>
  <inkml:trace contextRef="#ctx0" brushRef="#br0" timeOffset="3993.12">5418 1374 187 0,'2'-9'317'16,"5"2"-8"-16,-7-4-14 0,0 11-18 0,5-12-19 15,-2 9-21-15,-3 3-25 0,3-9-25 0,-3 9-25 16,0 0-10-16,0 0-20 0,0 0-11 0,0 0-17 16,-6 35-14-16,6-20-2 0,0-2-9 0,3 2-7 15,0 1-12-15,6 1-7 0,0 0-7 0,-2-4-12 0,6 1-23 16,2-1-20-1,-6-3-17-15,4-1-10 0,2-4-8 0,0-2-10 16,6 2 2-16,-4-7 0 0,-1-1 6 0,-1 0 4 16,-2-4 3-16,-1-3 3 0,-2 0 4 0,-4-5 6 15,4-3 2-15,-5 3 10 0,-5 0 8 0,0-2 12 16,0 1 13-16,-1-3 15 0,-6 4 10 0,-1 1 8 16,-4 1 5-16,2-1 3 0,0 1 3 0,2 5-16 15,-4-4-5-15,-2 6-7 0,0-2-1 0,-1 4-7 0,1 3-1 0,14 1-8 16,-15-4-13-16,15 4-17 0,0 0-36 0,-17 9-29 15,17-9-20-15,2 13-24 0,-2-13-32 0,21 14-38 16,-4-3-31-16,9 0-28 0,4-1-141 0,2-4-423 16,12 9 187-16</inkml:trace>
  <inkml:trace contextRef="#ctx0" brushRef="#br0" timeOffset="4879.46">6249 1385 97 0,'7'-5'238'0,"-7"5"0"0,0 0-14 0,0 0-17 15,-36-7-12-15,19 3-4 0,-3 1-5 0,-8 8-20 16,0-2-17-16,-2 1-14 0,-8 4-9 0,-5 4-10 16,11-5-3-16,-9 5-12 0,8 2-10 0,5-2-5 15,5 3-6-15,-5-2-12 0,1-1-4 0,6 6-12 0,4-4-5 16,9-1-5-16,-7 1-8 0,7 3-5 0,3-4-2 0,1 1-2 16,4-2-2-16,4-7-3 0,1 6-2 0,8 0-4 15,3-6-2-15,6 2-7 0,1-4-15 16,5-3-12-16,4-3-10 0,2-4-9 0,-2 0-10 15,9-5 3-15,1-1-4 0,-3-9-3 0,1-2-3 0,-4 0 3 16,-1-7-11 0,-3 1 6-16,-3-5-1 0,0 0-9 0,0-6-1 15,-2-7-1-15,-1 5 4 0,-6-4 0 0,-3 1 10 16,-2-1 18-16,0 2 35 0,-4 6 45 0,-3 12 22 16,-1-3 14-16,-4 3 28 0,1 10 16 0,-3-2 9 15,1 3-1-15,-2 0 5 0,0 1 0 0,-2 7-6 16,2 0-11-16,0 1-10 0,-5 0-9 0,5 7-9 15,-3-7-15-15,3 7-2 0,0 0 5 0,-18 14-29 0,8-1 1 0,0 2-7 16,3 7-8-16,-6 9-1 0,6-6-5 0,-7 20-7 16,4-3 6-16,-5 6-4 0,2-3-5 0,6 2-1 15,-6-2-1-15,4 1-6 0,3-1-1 0,2 1-20 16,-1-4-27-16,5 1-9 0,5-15-9 0,-1 3-11 16,-4-4-5-16,6-1-2 0,1-10 1 0,1 3-2 15,-1-14 4-15,6 13 2 0,2-10 11 0,3-5 2 0,0-5 10 0,2-2 4 16,8-5 3-16,2-5 5 0,5 2 0 0,-4-12 8 15,4-1 5-15,0-2-3 0,-4-2 2 0,-6 7-7 16,5-10 1-16,-3 4 3 0,-4 7 3 0,-3 0 4 16,-9 5 1-16,-1 2 8 0,0 2-3 0,-3-3 12 15,1 10 9-15,-3 0-3 0,-3-6 0 0,-2 11-1 16,0 0-2-16,0 0 7 16,0 0-8-16,0 0 3 0,0 0-5 15,-22 24 6-15,14-8-4 0,-1 2 1 0,-2-1 1 0,4 1 1 16,-4 5-2-16,6-4 0 0,-4 6 0 0,4-8 2 15,0 3-4-15,1-3 0 0,8 2-1 0,-2 0 5 16,1-5 1-16,6 0-4 0,-4-6 2 0,5 7 0 16,1-4 2-16,-1-6 2 0,10-3 0 0,-5 3-1 15,13-5-4-15,-5-5 1 0,7-1 2 0,-2-3-7 0,-5-3-9 0,9-3 1 16,3-11-8-16,-2-3-5 0,0-1-13 16,0-2-2-16,-2-6-6 0,-1-4-6 0,0 0-2 15,1-5-7-15,2-3 2 0,-3 0 6 0,7-16 1 0,-18 17 2 16,-7 4 15-16,5 0 23 0,-6 6 31 0,-4 7 33 15,-6 9 8-15,-1-6 6 0,-1 8 13 0,-1 1-2 16,-3 2 6 0,-6 2-7-16,2 4 6 0,-1-3-8 0,-3 6 0 0,7 2-8 15,-4 0-13-15,-4 5-1 0,-1 2-2 16,-4 1-9-16,10 7-4 0,-6 0 1 0,6 4-12 16,-5 3-4-16,-1 4-1 0,9 6-4 0,-1 2-1 15,-1 3-2-15,3 1-5 0,3 8 1 0,-4 3 0 16,6 4 3-16,6-7-3 0,-4 4-2 0,5 0-3 0,-1-2-15 15,2-2-38-15,-3-8-36 0,9 12-37 0,-6-15-37 0,-1 5-35 16,2-5-18-16,6-2-29 0,-6-2-26 0,4-6-150 16,-8 2-447-16,8-7 198 0</inkml:trace>
  <inkml:trace contextRef="#ctx0" brushRef="#br0" timeOffset="5211.35">7885 1215 115 0,'0'-11'414'0,"0"11"-10"0,-7-12-36 15,7 5-28-15,-7-1-25 0,-1-1-10 0,-7 5-31 16,-1 0-22-16,1 2-24 16,-5 1-28-16,-2-3-18 0,1 4-18 0,-2 5-18 15,3 1-12-15,0-3-13 0,-2 2-15 0,1 3-13 16,-1 4-10-16,3 0-11 0,9-1-10 0,-5 3-6 15,10-1-2-15,-7 3-7 0,12 3-11 0,2 0 8 16,-1 2-13-16,13 1-3 0,2 4-6 0,2-6 4 16,7 2-5-16,-3 2 0 0,6-8-2 0,-2 4 4 15,-1-1-11-15,0-4 1 0,-10-1 2 0,2-4-3 0,-3 2-4 0,0-4 0 16,-6-2 3-16,-3 2 6 0,3-4-1 0,-8-4 4 16,0 0-3-16,-21 9 0 0,4-5-4 0,-9-2-11 15,-4 4-45-15,-17-6-72 0,-4 0-72 0,-13 0-97 16,-17-8-121-16,-6 3-255 0,3-4-713 0,-4-9 317 15</inkml:trace>
  <inkml:trace contextRef="#ctx0" brushRef="#br0" timeOffset="6482.57">963 2139 125 0,'-5'5'203'0,"-8"-4"-6"15,6 2-7-15,7-3-20 0,-8 7-19 0,6-3-11 16,2 1-13-16,0-5 22 0,5 10 8 0,0-5 6 0,5 2-1 15,5 1 2-15,1-1-9 0,7 0 1 0,9 2-11 0,3 0-13 16,14 2-8-16,-2-3-9 0,7 3-12 0,8-3-15 16,-11 2-4-16,38-1-7 0,-3-1-7 0,5-3-7 0,5 3-2 15,2 4-13-15,3-10-2 0,8 3 7 16,-8 2-17-16,5 1 5 0,0-1-13 0,46 13 0 16,-51-15-2-16,10-2-2 0,38 4-4 0,-3 4-2 15,-50-5 0-15,13 1 5 16,-3 3-10-16,40-1-1 0,-52-6-2 0,2 4-6 15,2-2 16-15,-11-4-9 0,3 2-6 0,-4 3 1 16,-23-1 0-16,-5-1-6 0,26-3 1 0,-24 2 8 16,-7-1 2-16,0 1-9 0,-5-1 0 0,-2-2 1 15,-13 2-5-15,0 3 12 0,-1-5-10 0,-3 2-2 16,-1-1 2-16,-6 5 0 0,8-5 15 0,-10-1-20 16,-1 2 5-16,5-1-2 0,7 4 3 0,-13-3-5 0,10-1 3 0,6 0-1 15,-3 2 2-15,4-1-8 0,9 0 8 0,-10-1 2 16,0-1-1-16,11 0-1 0,-9 6 3 0,7-3-2 15,-11-3-2-15,16 6 6 0,-15-6-10 0,-5-3 9 16,10 6-3-16,5-3-4 0,-8 2 4 0,-2-1-3 16,-5-1 2-16,9-1-1 0,-9 3-2 0,2-2 13 15,-1 5-9-15,-5-2-1 0,-3-3-4 0,7 3 5 0,4 0 1 0,-11 0 3 16,11 3-7-16,-3-3 3 0,6 3 2 0,2 0-5 16,7 2 1-16,1-4 1 0,1 7-3 0,2-6 0 15,2-2 2-15,5 5-3 0,-6-1 4 0,9-2 5 16,-5 1-8-16,-2-1 3 0,7 2 4 0,-5-1 2 15,7-3-6-15,-9 1 3 0,9 3 3 0,-7-4-2 16,-4-2 18-16,-11 3 5 16,10 0 6-16,-3-4 4 0,-15 1-8 15,5-1 17-15,-19 0 10 0,9 0-3 0,-5 0 12 16,-3 0 0-16,-6-1-5 0,-11 1-2 0,20-4-8 0,-8 1-7 16,-12 3 0-16,19-1-5 0,-7 0-8 0,-12 1-9 15,22-3 6-15,-4-1-8 0,-2 1 2 0,6 3-7 16,-6-1-1-16,6-3-2 0,-7 2 1 15,6 0 1-15,-6-1-4 0,8 3-2 0,-8-1 5 0,7-1-5 0,-9-2 2 0,-3 3-1 16,10-3 0-16,-4 4-6 0,-6-1 3 16,-10 1 0-16,17-2-5 0,-17 2 3 0,15 0-1 15,-15 0 0-15,0 0-8 0,0 0 4 0,15-1-1 0,-15 1-4 16,0 0 1-16,0 0-1 0,0 0-3 0,0 0 5 16,15 3 2-16,-15-3 5 0,9 1-5 0,-9-1 0 15,17 9 0 1,-9-3 11-16,4-4-27 0,-12-2-34 0,20 3-32 0,-10 0-38 15,-10-3-44-15,16 3-64 0,-4 3-70 16,-4-4-77-16,-8-2-223 0,0 0-652 0,20 1 289 16</inkml:trace>
  <inkml:trace contextRef="#ctx0" brushRef="#br0" timeOffset="6968.04">8547 2233 34 0,'-2'-5'405'0,"-3"-3"-22"0,-3 2-37 16,1 2-25-16,-1-3-16 0,1 3-12 0,-3-1-23 15,0 1-25-15,2-2-32 0,-2 3-17 0,4-2-16 16,-3 3-22-16,9 2-16 0,-13-3-18 0,5-1-15 15,8 4-15-15,0 0-20 0,0 0-4 0,-9 8 2 0,9-8-23 0,0 9-4 16,2-2-6-16,-2-7-8 0,3 11-6 0,-1-3 3 16,1-4-5-16,4 2-9 0,-4 0-14 0,1-2-18 15,2 1-7-15,-6-5-8 0,9 3 0 0,-9 3 1 16,0-6 7-16,0 0 4 0,0 6 5 0,0-6 4 0,0 0-12 16,0 0-28-16,0 0-23 0,0 0-28 15,0 0-44-15,0-22-48 16,0 12-53-16,0 0-63 0,-2 0-176 0,-1-7-527 15,1 2 234-15</inkml:trace>
  <inkml:trace contextRef="#ctx0" brushRef="#br0" timeOffset="7268.69">8533 1788 110 0,'0'0'303'0,"-8"-3"-20"0,8 3-27 15,0 0-21-15,-8-3-21 0,8 3-20 0,0 0-20 16,0 0-18-16,0 0-17 0,0 0-15 0,0 0-9 16,0 0-17-16,0 0-8 0,0 0-7 0,0 0-8 0,0 0-7 15,0 0-6 1,0 0-6-16,0 0 0 0,0 0-7 0,0 0 10 16,0 0 12-16,0 0 17 0,0 0 11 0,0 0 8 15,0 0-13-15,0 0-8 0,0 0-12 0,0 0-4 16,0 0-5-16,8-12-12 0,-8 12 1 0,-5-7-9 15,5 7-4-15,-3-8-9 0,3 8-4 0,0-6-10 16,0 6-11-16,-3-8-14 0,3 8-43 0,0 0-36 16,-9-1-45-16,9 1-43 0,0 0-48 0,0 0-44 0,-8 10-40 0,8-3-160 15,0-7-503-15,0 16 223 0</inkml:trace>
  <inkml:trace contextRef="#ctx0" brushRef="#br0" timeOffset="7453.51">8820 2051 251 0,'6'4'327'0,"3"-3"-7"16,-1 2-2-16,2 0-14 0,5-1-5 0,1 1-15 15,9 0-25-15,-3-2-23 0,7 4-24 0,1-5-25 16,3 3-11-16,-1 0-23 0,3-3-33 0,9 1-64 16,-12 1-56-16,-1 3-62 0,-1-4-78 0,5 4-91 15,-6-3-281-15,-2 1-554 16,3-3 245-16</inkml:trace>
  <inkml:trace contextRef="#ctx0" brushRef="#br0" timeOffset="19025.59">3093 3426 152 0,'0'0'359'0,"0"0"-17"0,-15 0-24 16,15 0-20-16,0 0-5 0,-13 0 2 0,13 0-7 15,0 0-20-15,0 0-29 0,0 0-22 0,-17-3-20 16,17 3-23-16,0 0-14 0,0 0-10 0,0 0-12 0,0 0-18 16,0 0-10-16,-6 5-11 0,6-5-9 0,0 0-11 15,0 0-13-15,0 0-3 0,0 0-3 0,0 0-2 16,0 0-8-16,0 0-3 0,21 5-2 0,-8-1-5 15,2-4-4-15,2 1-3 0,4 1-12 0,-2 0 7 16,-3 1 8-16,9-1-15 0,-4-2-5 0,-1 0 3 16,3 0-13-16,-4 0-6 0,1 1-11 0,-4 1-2 0,-3 1-3 0,-1-3-7 15,-4 0-2-15,-8 0 3 0,15 2 0 0,-15-2-2 16,8 2 3-16,-8-2 3 0,7 3-1 0,-7-3 2 16,0 0-2-16,0 0-2 0,0 0 0 0,-28 9 17 15,21-6-4-15,-11-1 3 0,-5-2-8 0,5 3 7 16,1 0 0-16,1-1 5 0,-4 0-2 0,1-2 15 15,8 3-10-15,-2-3 8 16,4 0-1-16,9 0-8 0,-18 4 0 0,18-4 4 16,0 0-11-16,-11-4-18 0,11 4-34 0,0 0-48 15,0 0-64-15,0 0-75 0,21-11-95 0,1 7-291 16,2-3-683-16,6-1 301 0</inkml:trace>
  <inkml:trace contextRef="#ctx0" brushRef="#br0" timeOffset="19695.91">4248 2871 125 0,'-8'-18'315'0,"0"-2"-23"0,-1 10-11 0,3-5-5 0,-1 6-3 15,4-1-17-15,0-3-22 0,1 8-19 0,-1-3-22 16,3 8-26-16,-5-6-22 0,1 3-22 0,4 3-32 16,0 0-21-16,0 0-7 0,0 0-4 0,0 25-2 15,2-8-9-15,-2 10-6 0,2 0-4 0,-4 2-8 16,4 2-14-16,-4 9-1 0,-1 2-1 0,-4 2-2 15,4 1 9-15,-4-2-15 16,0 4 2-16,1-3-1 0,-9 0-2 16,8-2 4-16,-1 1-6 0,6-11 2 0,-3-2 2 0,-3 2-3 15,3-2 0-15,-1-3 0 0,4-1-3 0,-5-9 3 16,6 6 2-16,-4-4-5 0,5-7 8 0,-2 7-4 16,2-11 3-16,-7 3 12 0,7 1 2 0,0-3 2 15,0-3-4-15,0-2 12 0,0 5 2 0,0-9 11 16,7 7 10-16,0-2 11 0,-6 0 4 0,-1-5 4 0,15 1-9 0,-2 1 1 15,-6 1-2-15,6-1-13 0,4 0-7 16,-2 0 4-16,1-1-17 0,3-1 2 0,-1 0 0 0,5 4-2 16,-2-3-7-16,6 1-4 0,-2-2 2 0,5 2-12 15,-2-2 11-15,1 7-2 0,-7-6-19 0,1 2-16 16,-1-3-24-16,6 0-28 0,-10 0-26 0,0 2-27 16,-6-2-28-16,6 0-37 15,-3-2-53-15,0-4-52 0,0 0-278 0,-7 2-614 16,7-1 272-16</inkml:trace>
  <inkml:trace contextRef="#ctx0" brushRef="#br0" timeOffset="19996.56">4942 3426 62 0,'0'0'367'0,"0"0"-31"0,0 0-23 0,0 0-23 0,0 0-27 16,0 0-16-16,0 0-25 0,0 0-23 0,0 0-22 0,0 0-20 15,0 0-20-15,0 0-15 0,-12 15-10 0,12-15-9 16,0 14-15-16,0-4-7 0,2 1-6 0,-1-3-8 0,4 7 6 16,-1-3-17-16,1 5-6 0,-4 0-7 0,6 2-1 15,-5 1-8-15,3-1 2 0,0-4-16 16,0 6-15-16,0-3-18 0,-1-2-21 0,1-1-15 15,0 2-29-15,-3-5-37 16,0 5-48-16,-1-4-57 0,4-4-58 0,-5 3-194 16,7-5-510-16,-2 3 226 0</inkml:trace>
  <inkml:trace contextRef="#ctx0" brushRef="#br0" timeOffset="21098.32">5284 3426 260 0,'0'0'376'0,"0"-8"-23"0,0 8-29 16,0 0-35-16,0-8-31 0,0 8-29 0,0 0-26 15,0 0-26-15,0 0-19 0,0 0-14 0,0 0-15 16,7 18-8-16,-5-8-14 0,1 0-14 0,0 2-4 16,2 4-9-16,2 0-8 15,-2-1-11-15,3 0-1 0,-1 1-8 0,-6 4-16 16,8-6 5-16,-3 3 10 0,-4-6-20 0,0 1 1 15,4-5 1-15,-4 5-11 0,1-4 2 0,0-4 12 16,-1 4-14-16,3-5-4 0,-5-3 11 0,5 6 21 16,-5-6 12-16,0 0-4 0,0 0-2 0,3-17-5 15,-1 7-8-15,3 3 10 0,-2-3-4 0,4 0 8 16,-7-4-16-16,8 4 13 0,-6-8-5 0,3 3 2 0,6 1 1 0,-6 1-2 16,2 0 5-16,0-2 0 0,-2 4-7 0,3 2 2 15,-5 0-6-15,9 0-9 0,-6 1-4 0,3 2-1 16,-3 2-4-16,-1-2-5 0,0 0-7 0,2 3 1 15,-2 0-5-15,-5 3-2 0,21 0-3 0,-12 3 0 16,2 2-3-16,1 0 4 0,-1 4-3 0,8 2-1 16,-6 1-1-16,2 0-2 15,0 2-1-15,6 4 4 0,-3 1 1 16,-6-4-12-16,6 4-6 0,0 3-9 0,-3 0 3 0,2-1-4 16,-1-3-2-16,4 6-8 0,-13-8-4 0,14 3-4 15,-12-3 4-15,7-2 0 0,-3-1 4 0,2 1 4 16,-8-5 4-16,1-2 8 0,-3-1-9 0,10 0 8 15,-3 0 0-15,-1-3 5 0,-1 0 4 0,3-3 3 16,2-3-4-16,2 3 0 0,3-5 6 0,-5-3 14 0,8 0-15 0,-5-1-2 0,2-5 3 16,0 4-4-16,-5-7 12 0,4-2-6 15,5 1-8-15,-10-2-3 0,1-5 6 0,-6 6 4 0,6-4-12 16,-10 4 14-16,3-4-2 0,-3-1-5 0,-4 8 13 16,-1-4-5-16,0 3 12 0,0 2-1 0,0 1 5 15,-5-1-5-15,4 3-1 0,-7 1 1 0,3 0-11 16,-4 7 6-16,3-4 1 0,-3 4-2 0,-4 0 0 0,3 2-8 15,10 2-1-15,-18 2 4 0,6-1-5 16,4 3-1-16,-2 1 7 0,0 2-8 0,-1 3 1 16,1-2 4-16,5 8-2 0,3-3 0 0,-1 2-2 15,6 2 1-15,-1 0 0 0,3 0 2 0,10 8 7 0,5-2-6 16,4-2-15-16,4 0-12 0,11 3-17 16,-5-9-16-16,13 3-20 15,1 0-8-15,3-4-14 0,-5-2-1 0,6-7-9 16,1 0 4-16,-2 0 2 0,4-4 6 0,-1-2 10 15,-6-4 8-15,3 0 10 0,-1 0 6 0,-20-3 7 16,5-3 11-16,-4 0 12 0,-3-5 11 0,-6 8 20 16,-6-3 21-16,-1 0 9 0,-2-4 16 0,-6 2 9 15,0-6 2-15,-12 3-1 0,3 1-4 0,-3 0-1 0,-6 0 0 16,1 3-5-16,-5 0-8 0,-2-3-2 0,1 8-1 0,-11-2-6 16,2 1 2-16,-3 4-8 0,0 3-2 0,-5 1-1 15,0 1-1-15,0 8-4 0,-10 0 5 0,15 0-4 16,-4 3 1-16,4 2-2 0,5 0-5 0,-5 4 2 15,6 2 1-15,7 1-1 0,0-6 0 0,7 3-3 16,-4 1 3-16,11 0-4 0,-7-2 2 0,8 0-1 16,0 0-3-16,8-1 6 15,-7-5-3-15,13-1 11 0,-1-1-8 0,3-3-3 16,-1-3-2-16,7-1 6 0,8-2-3 0,-4-5 0 16,2-1-3-16,5-3 2 0,-4 0 3 0,2-6 2 15,-9 3 6-15,2-5 10 0,1 7 21 0,0-8 8 16,-3 3 16-16,-8 1 11 0,1 1 18 0,0-1 20 15,-10-1 11-15,5 8 6 0,-5-5 1 0,3 4-1 16,-1 3-7-16,0 1-8 0,-6-3-11 0,-1 7-17 0,5-5-12 0,-5 5-13 16,4-7-10-16,-4 7-7 0,0 0-5 0,0 0-8 15,0 0 0-15,0 0-6 0,11 19 0 0,-9-14-3 16,-1 7-2-16,3 0-11 0,1-5-10 0,1 8-17 16,-1-1-20-16,5 2-21 0,-3-5-19 0,6 4-25 15,0-3-24-15,-1-3-20 0,6 3-30 0,-10-6-27 16,9 0-36-16,3-2-35 0,-4-1-38 0,6-3-23 0,-7-3-6 0,1 2-192 15,3-3-573-15,-3-3 254 0</inkml:trace>
  <inkml:trace contextRef="#ctx0" brushRef="#br0" timeOffset="21367.74">7365 3585 503 0,'10'-15'39'0,"1"0"30"0,-1-2 23 15,-1 1 20-15,-3 1 23 0,3 3 20 0,-5 1 17 16,3 3 3-16,0-1 8 0,-1 2 9 0,1 2-9 16,-5-2-14-16,-1 1-17 15,-1 6-17-15,7-4-16 0,-7 4-15 0,7-5-7 16,-7 5-11-16,0 0-10 0,18 12 2 0,-12-7-18 15,-1 2-6-15,4 4 2 0,2 3-12 0,-1-4-1 16,0 7-7-16,5-3-1 0,0 9-2 0,0 1 0 16,1-3-9-16,-1 3 4 0,-3-6-3 0,-4 0-5 15,7-3-1-15,-4-1-2 0,-6-6 0 0,2 3-2 16,0-3 1-16,1-1-2 0,-3-1 19 0,-2-2 31 0,-3 3 59 16,0-7 40-16,4 4 3 0,-4-4-9 0,0 0-10 0,0 0-4 15,-12-21 10-15,4 14-15 0,8-3-13 0,-7-7-11 16,0-2-9-16,6 1-13 0,1-2-9 0,-4-6-19 15,4 6-31-15,-1-4-23 0,-1 2-40 0,2 0-45 16,0 0-64-16,2 4-60 0,-2-1-74 0,-2 6-93 16,4-7-375-16,-4 5-803 15,-6-1 355-15</inkml:trace>
  <inkml:trace contextRef="#ctx0" brushRef="#br0" timeOffset="21946.92">5059 3003 430 0,'0'-6'425'0,"0"6"-30"0,0 0-46 0,-3-3-34 16,3 3-32-16,0 0-34 0,0 0-29 0,0 0-27 0,0 0-21 16,0 0-13-16,0 0-23 0,0 0-14 0,0 0-8 15,0 0-8-15,3 18-13 0,4-14-13 0,-7-4 1 0,0 8-5 16,6-5-11-16,-6-3-3 0,2 4-7 0,-2-4-2 15,0 0-5-15,5 5 0 0,-5-5 10 16,0 0-14-16,0 0 19 0,0 0 1 0,0 0 7 16,0 0-9-16,0 0-5 0,0 0-9 15,0 0-3-15,0 0-8 0,-7-20-3 16,7 20-9-16,-6-5-3 0,-2 1-19 0,8 4-17 16,-14-5-41-16,11 3-40 0,3 2-45 0,-15-3-46 15,15 3-41-15,-20 5-56 0,10-3-76 0,4 5-242 0,1 1-651 16,-2 2 289-16</inkml:trace>
  <inkml:trace contextRef="#ctx0" brushRef="#br0" timeOffset="22617.21">9040 3447 128 0,'7'-29'340'0,"4"2"13"0,1 2 5 0,-4-2 17 16,4 1-6-16,-9 7-6 0,5-6-33 0,-1 5-12 0,-7 0-13 16,6 6-18-16,-1-3-24 0,0 2-15 0,-1 6-10 15,-1 0-21-15,-3 0-23 0,3 3-20 0,-6 0-22 0,3 6-20 16,3-9-23-16,-3 9-18 0,0 0-7 16,0 0-8-16,0 28-7 0,2-10-7 0,-2 9-2 15,0 7-11-15,0 10-6 0,-5 7-16 0,2-1-23 0,-1 4-29 16,3 0-7-1,-3-3-27-15,1 6-23 0,1-2-27 0,-4-5-33 16,4 1-20-16,0-6-14 0,-1 0-15 0,1-8-30 16,-4-5-37-16,4-5-54 0,2-8-49 0,-1-2-254 0,1-7-666 15,1 1 295-15</inkml:trace>
  <inkml:trace contextRef="#ctx0" brushRef="#br0" timeOffset="22971.23">9209 3236 214 0,'-5'-12'397'0,"-2"-5"-10"15,-1 0-27-15,1 5-9 0,-1-5-6 0,6 2-8 16,-4 1-28-16,4 2-14 0,-5-3-27 0,6 6-25 0,1-9-24 16,-2 6-22-16,5-4-19 0,-3 4-17 0,10-3-19 15,-3-1-15-15,8 3-16 0,0 1-10 0,0 0-14 16,-2 3-7-16,3-2-11 0,4 7-10 0,-3-4-13 15,3 3-10-15,1 3-10 0,-4 1-14 0,4 1-6 0,-2 1-14 16,-1 2-13-16,-2 1-11 0,4 1-5 0,-3 5-8 16,-6 1 0-1,4 0 8-15,-2 2-2 0,-3 2 4 0,-3 1 2 16,-5 1 3-16,6 1 4 0,-10-2 3 0,1 4 4 16,-6-5 1-16,-8 7 5 0,-1 1-1 0,-4 0 0 15,-7-6 0-15,4 8 7 0,-13 0-1 0,-2-1-3 16,1 2-31-16,1-3-45 0,-6 0-37 0,4 0-28 15,0 2-32-15,8-10-43 0,6 4-57 0,-3 1-52 0,6-2-197 16,6 3-578-16,6-6 255 0</inkml:trace>
  <inkml:trace contextRef="#ctx0" brushRef="#br0" timeOffset="23403.35">9369 3669 74 0,'0'0'317'16,"10"-8"-18"-16,-2 5-8 0,-1 2-13 0,6-3-10 15,-6 2-27-15,3 1-20 0,-3-6-24 0,2 7-13 0,-9 0-27 0,20 0-13 16,-10 2-17-16,0 3-9 0,7-1-15 0,-4 0-11 15,2 7-11-15,-7-2-3 0,4 0-12 0,-1 4-7 16,4 3-3-16,-11-1-10 0,-1-2-4 0,5 6 0 16,-8-1-6-16,0 2-4 0,-3 1-2 0,-2-7-2 15,2 5-4-15,-1-3 3 0,-9 3-7 0,5-6 5 16,-7 1-7-16,0-4 5 16,5 2-4-16,-3-3 12 0,6-3 28 0,-4-3 28 15,2 0 23-15,9-3 3 0,-15-3 4 0,9-2-1 16,2 0-11-16,3-5-4 0,1-2-17 0,1-4-8 15,9-7-12-15,4-4-15 0,-1 4-21 0,10-3-22 16,2-6-28-16,3 3-26 0,-3 4-28 0,-2 6-23 16,3-4-28-16,1 7-22 0,1 3-28 0,-5-1-29 15,-3 5-28-15,-3-2-22 0,1 4-18 0,-7 4-11 0,3 5-13 0,-4-2-162 16,-2 0-498-16,-1 1 221 0</inkml:trace>
  <inkml:trace contextRef="#ctx0" brushRef="#br0" timeOffset="24405.51">9851 3781 1 0,'13'4'84'0,"2"-1"9"0,2-3 1 16,-1 1 8-16,2-1 7 0,6 0 2 0,-8-1 4 0,12-4 6 0,0-3-3 16,-6 3 8-16,-6-3 2 0,6 0 7 0,-4 4 0 15,-1-3 1-15,-2-1 3 0,-4 0-3 0,-3 3 2 16,4-3-10-16,1-6-4 0,-8 4 2 0,-1 1-8 16,-1-2 2-16,2 1-4 0,-5 0 3 0,0-2-2 15,-2 1-5-15,-4 0-3 0,2 6-8 0,-1-3-9 16,-5-4-12-16,0 6-7 15,2 3-5-15,-7-3-10 0,0 0-6 0,0 6-7 16,-1-2-3-16,-4 2-6 0,4 4-6 0,1 1-6 16,-7-2 1-16,4 6-3 0,1 6-5 0,2-4 0 15,1 7-5-15,0 0-1 0,4-3 3 0,5 4-1 16,-5 1-4-16,7 7 0 0,2 0 5 0,5-1 0 16,6 1-8-16,4 0 4 0,2-2 2 0,6 1-6 15,12 4-1-15,5-3-9 0,4-5-6 0,1-4-15 0,6-2-11 0,0-2-16 16,6-5-13-16,-3-2-10 0,5-3-9 0,0-4-1 15,1 0 0-15,-2-2 9 0,-3-5 6 0,-3-4 10 16,7 0 3-16,-6-7 9 0,-8 4 5 0,-2-4 6 16,-11 6 2-16,-1-5 3 0,-5 0 11 0,-4 1 26 15,-6 5 28-15,-2-5 0 0,-6 4 15 0,0 4 0 16,-6-7 3-16,-2 7 1 16,-6-6-9-16,0 2 1 0,-7 3-2 0,-1 1 0 15,-7 2 14-15,-8 1 5 0,-1 1-2 0,-2 0 6 16,0 5 1-16,-12-1 13 0,2 8-13 0,7-1-6 15,1 0 9-15,3 3-18 0,1 0 4 0,-2 9-15 16,3-7 4-16,2 4-16 0,5 3-8 0,0-4 2 16,4 5-5-16,4-4 1 0,2 1-1 0,8-4 2 15,-1 4-3-15,1-2-8 0,5 2 1 0,3-3 2 0,5 0-2 0,4-1-9 16,-6-5 0-16,9 2-2 0,4-2-7 0,4-4-3 16,3-4-1-16,2 4 10 0,5-8-21 0,-1-3 2 15,-1-3 8-15,2-4-8 0,2-9 5 0,3 1-1 16,-1-7-6-16,-3-5-5 0,0-1-1 0,-6-5-8 15,-5-6-5-15,0 2-6 0,-1-7 7 0,-6 0 0 16,1 3 5-16,-2 0 0 0,-6 6 8 0,-2 1 15 0,0 10 11 0,-6 3 18 16,-1-1 38-16,0 8 4 0,0-5 5 0,0 10 11 15,0-2 6-15,-1 9-1 0,-6-5-4 0,7 7-9 16,-7-2-8-16,7 4-9 0,-1 1-9 0,1 4-3 16,0 0-3-16,0 0-8 0,-23 12 0 0,19-3-2 15,-2 1 6-15,2 6-15 0,1 3 3 0,0-4-6 16,-2 6 1-16,3 3-2 15,2 6 5-15,-6-3-3 0,6 2-6 0,0 10 4 16,1 1-7-16,4 2 0 0,2 0-5 0,-4 1-13 16,9 0-19-16,-6-4 3 0,4-8-17 0,3 7-5 15,1-6 0-15,-6-5-9 0,0-3 3 0,-1-2 2 16,-2-6 5-16,5 0 4 0,-5-2 5 0,-4-3 5 16,11-4 9-16,-4-1 3 0,1-3 10 0,0-3 5 15,-9 0-8-15,20-7 9 0,-6-1 9 0,-6-3 4 0,5-1 11 0,0-1-3 16,6-9-5-16,-5-2-3 0,5 1 4 0,-3 2 9 15,1-3-11-15,-1 0-2 0,6 0-2 0,-6 3 6 16,-4 4-3-16,-2 1 12 0,3 5 9 0,-6-4-3 16,3 8 1-16,-5-1-2 0,3 6 0 0,-1-6-10 15,-7 4-13-15,0 4 10 0,8-2-4 0,-8 2-3 16,0 0 1 0,8 14 0-16,-8-7-3 0,5 2 18 0,2 7-15 15,-6-1-1-15,-1 1-4 0,7 3 2 0,0 0 0 0,-6-2 4 16,6 5-3-16,1-6 3 0,0 4 2 0,4-3-2 15,-9 1 0-15,11-3 5 0,-1 0-8 0,-5 1 0 16,5-6 8-16,-4-1-4 0,-3-2 1 0,11-1 7 16,-7 0-7-16,3-5 2 0,-1 4 0 0,2-3-13 15,1-4-24-15,2 0-32 0,-2-3-28 0,1-5-46 0,-1 3-49 16,-2-2-60-16,2-2-60 0,0 1-279 0,-2 0-632 0,1-4 280 16</inkml:trace>
  <inkml:trace contextRef="#ctx0" brushRef="#br0" timeOffset="24806.37">12080 3789 371 0,'0'0'395'0,"0"-8"-25"0,0 8-24 15,-5-11-19-15,-3 4-23 0,2 3-21 0,-4-4-27 0,-5 4-21 16,-3 0-24-16,1-4-21 0,-5 5-12 0,-6 2-12 16,-3-3-11-16,1 8-14 0,-1-3-8 0,-1 2-9 15,-3 9-1-15,6-5-10 0,2 5-5 0,-3-1-14 0,1 2-5 0,2 2-8 16,4 4-12-16,1-4-1 0,4 1-6 0,5 7-5 15,5-8-2-15,3 2 0 0,3 0-8 0,7 3 1 16,2-3-9-16,8 3-1 0,11 2-4 0,9-2-5 16,-2-4-8-16,8-2-14 0,9-1-24 0,-2-3-19 15,2 2-20-15,1-11-23 0,0 2-23 0,9-3-18 16,-11-3-21 0,3-9-23-16,-6 4-21 0,2-4-32 0,-7-4-37 0,-2 0-38 15,-3-9-39-15,-1-2-241 0,-14 3-618 0,9-7 273 16</inkml:trace>
  <inkml:trace contextRef="#ctx0" brushRef="#br0" timeOffset="25075.71">12592 3216 10 0,'3'-8'371'0,"-6"4"3"0,6-2 2 0,-3 6-13 16,-3-10-24-16,3 10-28 0,0-7-34 0,0 7-26 15,0 0-30 1,0 0-32-16,0 0-20 0,0 0-16 0,0 0-13 15,-10 17-13-15,8-8-16 0,2 1-12 0,-1 9-9 16,-1 0-2-16,2 5-20 0,-3 10 1 0,3-3-10 16,-2 9 0-16,-3-3-3 0,3 9-9 0,2-3-8 15,0 4-2-15,2 0-30 0,-2-1-22 0,0-3-17 0,5-2-13 16,-5-12-10-16,2 3-11 0,-1 1-8 0,-1-6-20 16,0 1-10-16,0-5-22 0,2-7-23 0,1 2-21 15,-1-4-15-15,5-2-12 0,-4-3-3 16,2-3-12-16,3 0-11 0,-3-5-13 0,0 1-151 0,-5-2-418 15,0 0 186-15</inkml:trace>
  <inkml:trace contextRef="#ctx0" brushRef="#br0" timeOffset="25993.29">12589 3777 54 0,'-10'-11'180'0,"-2"-4"20"0,4 5 18 16,-2-4 17-16,-2 3 12 0,4 7 10 0,1-4 17 16,-4-3 15-16,-1 3 12 0,7 1 9 0,-5 1 3 15,5 0 5-15,4 1-9 0,-6 1-8 0,7 4-16 0,-3-6-17 0,3 6-17 16,-4-8-24-16,4 8-30 0,0 0-14 15,7-9-17-15,6 9-22 0,2-1-12 0,10 1-32 0,1-2-25 16,-2 2-28-16,7 0-31 0,14 3-31 0,-10 1-23 16,18 1-26-16,-10-3-18 0,6 6-18 0,-2-1-11 15,-13-1-22-15,11 5-6 0,-17-6 4 16,4 1 6-16,-3 5 5 0,-5-3 4 16,-10-6 8-16,0 3 7 0,-4 1 7 15,3-3 14-15,-12 6 8 0,3-6 6 0,-4 3 11 16,0-6 13-16,-5 13 12 0,-5-6 9 0,-3 3 16 15,-1 0 7-15,0-1 6 0,-6 3 3 0,6-2 1 0,-5 3 1 16,10-1 3-16,-6 3 1 0,4-3-2 0,-2 3 2 16,8 0 5-16,-7 1-1 0,10 1 6 0,1 0-1 15,1-5 1-15,1 4 8 0,1-4-6 0,11 3 6 0,-4 0-8 0,0-3 1 16,6 0-2-16,4-1-1 0,-5-3 0 16,10 3 6-16,-3-3-10 0,-4-5-5 0,1 5 3 15,-2-6-3-15,6-2-6 0,-10-2 0 0,-1-5-12 0,2 3 0 16,-6-4-5-16,3-3-2 0,-5-1-2 0,3-3 6 15,-6 0-2-15,-1-1 3 0,-2 0 5 0,-2-1 7 16,-4-2 23 0,0-1-2-16,-6 3 9 0,3-3 12 0,3 6 10 0,-1-4 14 15,-3 4 17-15,2-1 11 0,8 8 1 0,-4-5-2 16,-4 3-5-16,8 3 2 0,1-1-6 16,-4 2-12-16,4 5-7 0,4-8-9 0,-4 8-8 0,10-4-6 15,3 3-7-15,-1 2-3 0,2 2-5 0,3 0 0 16,-2 3-6-16,8 0 1 0,2 3-5 0,1-2-2 15,3 8-3-15,-5-6 1 0,6 6-3 0,3-4 2 0,-8 1-7 0,-8 0 1 16,7-1-3-16,3 0-1 0,-9 0-2 0,-3-1-2 16,0 4-4-16,-7-5-4 0,7-2 0 0,-2-2-3 15,-9 2-4-15,4-4 6 0,-5 2-2 0,-3-5 1 16,10 7-3-16,-5-5 4 0,-5-2 3 0,0 0 3 16,5 3-3-16,-5-3 3 0,0 0-1 0,0 0-1 15,0 0 0 1,0 0 1-16,0 0-1 0,0 0-3 0,0 0 0 0,0 0-4 15,0 0-12-15,0 0-8 0,-3-20-8 0,3 20-6 16,3-10-10-16,0 3-11 0,7-1-20 0,-3 2-6 16,13-6 3-16,-4 3 1 0,4-2 2 0,10-4-7 15,-7 7 4-15,7-7-1 0,0 4 7 0,0-5 0 16,-1 4 9-16,-2 1 9 0,3 0 4 0,3 2 6 16,-7-1 10-16,-4 2 1 0,-7 1 9 0,1 1 7 0,-4 0 20 0,-6 1 20 15,6 3 16-15,-9-3 20 0,1 0 4 0,4 1-5 16,-8 4-2-16,0-8-7 0,0 8-3 0,0 0-5 15,-13-4 8-15,13 4-11 0,-17-1-2 0,17 1-3 16,-15 1-7-16,7 0-2 0,-5 6 1 0,3-3 1 16,3 0-6-16,-3 0 1 0,7 2 0 0,-4 1 2 15,2 0-3-15,2 1 0 0,1 2 13 0,2 2-8 0,4 3 10 0,2 1-3 16,3 0 6-16,0 2-16 0,1 3 7 0,5 0 0 16,4 0-2-16,-3 2-5 0,1-5 4 0,-6-4-6 15,1 1 6-15,-7 2-10 0,5-7-4 0,-10 2 2 16,-2 0-1-16,-6-4 2 0,-5 6-4 0,-6-9-11 15,-7 3-26-15,-11-2-42 0,-6-2-56 0,-5-2-59 16,-15-8-85-16,-18-1-119 16,-6-9-269-16,6-2-720 0,-2-7 318 15</inkml:trace>
  <inkml:trace contextRef="#ctx0" brushRef="#br0" timeOffset="26641.43">11584 3126 336 0,'-3'-3'409'15,"-4"-3"-32"-15,0-2-18 0,1 3-24 0,2 1-24 16,-2 1-19-16,-3-1-32 0,1 1-4 0,2-2-45 15,6 5-25-15,-15-3-21 0,15 3-25 0,-14 0-6 16,14 0-12-16,0 0-15 16,-14 3-18-16,7 4 0 0,7-7-13 0,-7 7-3 15,6-2-8-15,1-5-9 0,5 12-2 0,-2-5-9 16,-3-4-1-16,7 3-1 0,-2-2-9 0,3 4-2 16,-2-5 1-16,3 1-7 0,-6-1-6 0,2 2 0 15,3-3 4-15,-3 2-4 0,-5-4-2 0,10 1 6 16,-10-1-5-16,0 0-2 0,0 0 3 0,0 0-9 15,0 0-2-15,5-10 0 0,-5 10-1 0,0 0-9 0,0 0-15 0,-11-12-15 16,7 4-34-16,4 8-42 0,-6-4-35 0,-1-1-45 16,7 5-64-16,-7-3-73 0,7 3-319 0,0 0-696 15,0 0 309-15</inkml:trace>
  <inkml:trace contextRef="#ctx0" brushRef="#br0" timeOffset="33368.93">3123 5387 194 0,'0'0'277'0,"0"0"-5"0,0 0-22 16,0 0-13-16,0 0-15 0,0 0-24 0,0 0-15 0,0 0-16 15,0 0-9-15,0 0-6 0,0 0-15 0,0 0-7 16,-18-5-13-16,18 5-10 0,0 0-9 15,0 0-13-15,0 0 0 0,0 0-12 0,0 0-10 16,0 0-2-16,0 0-8 0,0 0-7 0,0 0 0 0,0 0-7 16,0 0-4-1,0 0-3-15,0 0-7 0,0 0-3 0,0 0-2 16,0 0 0-16,0 0-3 0,0 0-3 0,0 0-1 16,0 0-4-16,0 0-2 0,0 0 2 0,0 0 0 15,0 0-3-15,0 0 0 0,34 0 5 0,-16-2-3 0,-1 2 9 16,-5 0-13-16,6-3 3 0,-3 3-5 15,3 0 2-15,-8 0-2 0,3 0 1 0,-1 0-2 16,-1 0 6-16,-11 0-3 0,15-1-1 0,-7 1 5 0,-8 0-3 0,12 1-1 16,-12-1 3-16,0 0-1 0,0 0-3 0,12 0 1 15,-12 0 1-15,0 0 4 0,0 0-4 0,0 0-2 16,11-1 9-16,-11 1-1 0,0 0 0 0,0 0-3 16,0 0-2-16,0 0 3 0,0 0 0 0,0 0-5 15,0 0-1-15,0 0 6 0,0 0-6 0,0 0-3 16,0 0 5-16,0 0-5 15,0 0 1-15,0 0-1 0,10 1-1 0,-10-1 1 16,0 0-8-16,0 0 6 0,0 0-2 0,0 0-2 16,0 0 3-16,0 0 0 0,0 0-2 0,0 0 3 15,13 0-2-15,-13 0 2 0,0 0 0 0,0 0 0 16,0 0 1-16,0 0 2 0,0 0 0 0,0 0-1 16,0 0 0-16,0 0 2 0,0 0-1 0,0 0-1 15,0 0 0-15,0 0 0 0,0 0 8 0,0 0-6 0,0 0-2 0,0 0 6 16,0 0-5-16,0 0-1 0,0 0 3 0,-38 0-1 15,23 0-15-15,4-1-16 0,-2 1-32 0,-4 3-39 16,5-5-36-16,12 2-51 0,-24 0-76 0,10-1-256 16,4-3-562-16,4 1 250 0</inkml:trace>
  <inkml:trace contextRef="#ctx0" brushRef="#br0" timeOffset="36027.56">4440 4872 135 0,'0'-10'261'0,"0"-6"-6"16,0 6-9-16,-1 2 5 0,1-4-12 0,1 7-22 0,-2-3-14 15,1 8-23-15,0-11-22 0,-7 8-15 0,7 3-18 16,0 0-13-16,0-7-19 0,0 7-9 0,0 0-12 16,0 0-9-16,0 0-9 0,0 0-6 15,0 0-4-15,0 0-4 0,0 0-3 0,8 29-5 0,-8-21-2 0,2 7 1 0,3 1-8 16,-3 3-1-16,-2-4-4 0,0 3 1 15,0 4-2-15,0 5-5 0,-2-8 3 0,-3 8-2 16,3-2 1-16,2 0-4 0,-8-1-3 0,3 2 1 0,3-5 0 16,1 3-4-16,-8 3 3 0,9-5-2 0,-3-2-1 15,1-2 3-15,-4 3-6 0,6-2 4 0,-2-1-3 16,1-1 0 0,1-2 1-16,0 0-1 0,-4 1 4 0,4-11-3 0,0 10 0 15,4-3 5-15,-3-5 6 0,1 3 11 16,6-2 18-16,4-1 10 0,-4 3 5 0,15-3 5 15,2-2-5-15,6 1-11 0,4-2 2 0,12 0-9 16,-1-1 1-16,5-2 1 0,-1-2-6 0,-4 2-8 0,-1 0-5 16,3-1-1-16,-13 0 3 0,-2 0-13 0,-2 5-21 15,-1-5-30-15,-10 0-25 0,3 2-38 0,-8-4-48 0,-5 4-55 16,1-2-53-16,-4 0-51 0,-7 0-182 0,10 4-532 0,-10-4 236 16</inkml:trace>
  <inkml:trace contextRef="#ctx0" brushRef="#br0" timeOffset="37045.37">5329 5353 120 0,'0'0'306'0,"7"0"-30"0,-7 0-31 16,0 0-27-16,0 0-21 0,0 0-19 0,-12 17-18 15,4-10-17-15,0 3-14 0,-6 6-13 0,4-5-12 0,-3 2-10 0,6 1-13 16,-4 0-4-16,3 0-9 0,1 2-6 0,2 1-7 16,0 1 3-16,5-2-10 0,2 3 2 0,-2-3-8 15,5 3-3-15,5 0-6 0,3-6 2 0,-2 4-1 16,11 0 0-16,1 2-4 0,-1-11-6 0,4 9 2 16,2-8-3-16,2 2-3 0,-3-4 4 0,2-4-6 15,-4 0-2-15,0-3 2 16,-8 0-2-16,6-4 0 0,-8 0-1 0,-4 0-3 15,2-7 2-15,-6 4 0 0,0-5-3 0,-6 0-5 16,-2-4 0-16,-3-3-5 0,-6 0 3 0,1 3-1 16,-10-8 1-16,-1 2 1 0,1 3-5 0,-6-2 3 15,5 3-2-15,-3-2 4 0,0 3-3 0,3-1 4 16,5 3 2-16,0 4 7 0,5-1 2 0,-2 3 3 16,4-2 0-16,5 1-7 0,4 5-4 0,6-3 3 0,1-3-3 0,9 5-6 15,-2-1 6-15,16-3-2 0,2 0-2 0,-1 4-1 16,3-2-1-16,11 0-3 0,2 3 2 0,-3-2-1 15,-1 0 1-15,-11 3 1 0,2 0-2 0,2 0 0 16,-8 1 4-16,1-2-1 0,-10 3-3 0,3-3 2 16,-6 3 5-16,3 0 10 0,-14-1 15 0,4 2 17 15,-10 1 13-15,13-2 7 0,-13 2 15 0,9 0-16 0,-9 0-4 0,0 0-8 16,0 0-12-16,0 0-4 0,0 0-2 0,-38 2-15 16,24 2 4-16,-1 0-5 0,1 1-3 0,-3 1-8 15,10 2-2-15,-6-3 7 0,3 1-8 0,5 3 1 16,-1 2-11-16,2-2 1 0,1 5 1 0,6-1-1 15,1-1 0-15,2 5-2 0,7-2 2 0,2 5 0 16,4 0 1-16,4-1 1 16,2 1 12-16,-2-4-11 0,16 6-3 0,-15-6 0 15,2-1 1-15,-1 0 1 0,1 0-5 0,-6-3-1 16,-3 0 3-16,4-4 0 0,-9 0 0 0,-2-1-9 16,-3 1 0-16,2-3 7 0,-5 2-7 0,-3 0 2 15,-1 0 5-15,0-7-1 0,-8 10 0 0,-5-7 4 16,-7 5-1-16,-3-4-1 0,0 1 10 0,-12 1-17 15,-3-5 5-15,5 7 5 0,0-4 0 0,0 1-2 0,3-5-3 0,7 2 6 16,4-2 2-16,-2 1-3 0,13-1 0 0,-6 0-5 16,8-3-9-16,6 3-7 0,-4-6-16 0,4 6-7 15,25-15-7-15,5 3-4 0,11-1-4 0,11-2 2 16,2 1-1-16,1-2 3 0,6-1 0 0,-3-1 4 16,0 3 5-16,2-1 4 0,-7-3 4 0,1 3 2 15,-2 1 8-15,-4-1-1 16,-19 1 6-16,1 4 7 0,-13-1 4 0,-1 1 12 15,-3-1 3-15,-3 5 6 0,-6-2 2 0,-4-2-7 16,-5 2 1-16,-4 1 0 0,0-3-1 0,-6 3 4 16,-5 1 1-16,0 4 0 0,-2-3-2 0,3 4 3 15,-3 1 1-15,-1 1-2 0,3 0 4 0,0 0-9 16,9 3 1-16,-3 2-4 0,1-2 1 0,6 2 0 16,-2 0 2-16,5 5-4 0,1 2 3 0,1-4 0 0,9 7 0 0,-2 0 1 15,5 3 2-15,0 0-2 0,6 1 0 0,4 4-1 16,-3-4 2-16,3 1-1 0,3-1 0 15,-8-2-1-15,-1-2-4 0,1 0 8 0,-5 0-7 0,2 1 1 16,-7-1 4-16,5-3-8 0,-4 3 5 0,-6-5 6 16,0 2-3-16,-1-5 0 0,-4 2 5 0,-10 2-5 15,-7-4 2-15,-1 0-4 0,-13 3-1 0,1-5 5 0,-10 3-14 16,1-4-32-16,-4 2-44 0,0-2-40 0,8 0-50 0,12-4-54 16,0 0-83-16,6 0-159 0,12-3-506 0,10 3 224 15</inkml:trace>
  <inkml:trace contextRef="#ctx0" brushRef="#br0" timeOffset="37631.06">7707 5400 214 0,'2'-13'372'15,"6"2"-22"-15,-4-1-29 0,-3 1-15 0,-1 1-14 16,2 1-15-16,-2-2-20 0,0 4-31 0,2 2-32 0,-2 5-27 16,1-7-20-16,-1 7-17 0,0 0-11 15,0 0-14-15,0 0-5 16,-1 31-15-16,-1-14-11 0,4 1-1 0,-2 1-10 0,1 7 10 15,1 1-27-15,5 4 1 0,-4 0-8 16,2-3-3-16,2 5-3 0,-4-5-9 0,3 7-9 16,6-9-6-16,-5 2-11 0,1-1-6 0,-5-2-4 15,-3 1-10-15,7-10-6 0,-1 3-2 0,-4-6-1 0,1-3 3 16,-1 1 0-16,1-5 11 0,1 1-3 16,-1-4 10-16,0 2 0 0,-3-5 1 0,0 0-1 0,0 0 1 0,4-21 0 15,1 6 3-15,-5-3-2 0,0-2 2 0,0-2-3 16,-5-7 4-16,3-13-1 0,2 3 3 0,0-3 6 15,-2-1-1-15,-1 0 13 0,0 2 4 0,-1 2 4 16,-1 9 16-16,5-4 36 0,-3-4 1 0,0 11 11 0,-2 1 13 16,2 7-2-16,-1-1 15 0,4 4-1 0,-3 1 4 15,0 3-19 1,1 4-5-16,2 0-10 0,0-1-13 0,-3 2-14 16,3 3-8-16,0 4-8 0,0 0-6 0,0 0-3 0,0 0-4 15,0 0-9-15,11 21-4 0,-2-9-4 16,-1 3-7-16,3 0-13 0,-2 4-19 0,12 4-21 15,2 10-12-15,5-3-31 0,-8-9-14 0,12 9-20 0,1-3-17 16,-8-1-20-16,6 1-33 0,-6-8-19 0,6-3-24 16,-1 3-23-16,2-6-13 0,-1 1-22 0,-3-2 0 0,-1-4-163 15,-2-1-499-15,-6-6 221 0</inkml:trace>
  <inkml:trace contextRef="#ctx0" brushRef="#br0" timeOffset="38031.96">8346 5574 1381 0,'9'-3'-95'0,"6"0"41"0,-9-2 31 0,1 0 38 16,-6-2 29-16,1 0 28 0,1 2 23 15,-3 5 14-15,0-15 7 0,0 15 1 0,-5-8 0 16,4 1-4-16,1 7-10 0,-7-4-10 0,-3 3-7 0,10 1-12 15,-16 1-6-15,6 3-5 0,1 1-5 0,-5 2-3 0,-5 3 1 16,9 2 6-16,-4 0-6 0,-1-2-3 0,0 2-4 16,2 0-5-16,-2 3-3 0,-2 0-3 0,5-3-3 0,-2 1-5 15,0-3-3-15,6 3-3 0,-2-5 2 16,5-1-2-16,-3-3-3 0,3 4 0 0,2-2-1 16,-4-3 11-16,7-3 28 0,-2 5 26 0,2-5 26 0,0 0-22 15,0 0-7 1,0 0-8-16,2-26-7 0,5 17 2 0,1-8-23 15,0-2 0-15,0-5-10 0,4-4 0 0,6-7 1 16,-5-3-4-16,2-5-8 0,2 7 9 0,-2-5 7 16,-5 11 34-16,1 2 4 0,8-10 7 0,-10 10 16 0,-4 1 8 15,5 1 6-15,-3 10 6 0,0 1 1 16,-1 0 1-16,-4 9-6 0,1-9-5 0,-1 9-15 16,-2 1-16-16,6-3-12 0,-4 1-13 0,-2 7-12 0,5-2-5 0,-5 2-4 15,0 0-3-15,2 22-6 0,6-5-3 0,-3-2 0 16,5 10-2-16,-3 4-1 0,6 8-3 0,-2 2-1 15,3 3-3-15,-1 1-11 0,3 1-13 0,6-2-23 0,-2 0-18 16,1-3-25-16,-1 2-17 0,5-2-14 0,-7-7-33 16,4-5-23-16,-1 0-9 0,-6-1-20 15,0-2-27-15,5-5-22 16,-10-2-27-16,1-7-23 0,3 2-21 0,-4-5-40 16,-4-2-201-16,2-2-598 0,-1-3 265 0</inkml:trace>
  <inkml:trace contextRef="#ctx0" brushRef="#br0" timeOffset="38232.4">8835 5666 296 0,'8'-7'340'0,"-8"7"-1"15,0 0-28-15,0-5-23 0,0 5-25 0,0 0-19 16,0 0-24-16,0 0-24 0,0 0-20 0,0 0-21 16,0 0-13-16,2 17-9 0,1-12-12 0,-3-5-20 15,2 15-3-15,-2-8-10 0,3 3-12 0,2 0-6 16,-4-1-2-16,4 0-12 0,-3 3-28 0,3 1-23 0,5-2-33 15,-5 5-45-15,5-5-59 0,0 0-68 0,0-3-77 0,5 3-241 16,0-2-560-16,3-2 248 0</inkml:trace>
  <inkml:trace contextRef="#ctx0" brushRef="#br0" timeOffset="38664.5">9239 5570 93 0,'0'-7'402'0,"0"7"-9"16,0-7-28-16,0 7-38 0,0 0-27 0,-2-9-39 16,2 9-31-16,0 0-28 0,0 0-19 0,0 0-20 15,0 0-13-15,-3 23-14 0,3-15-22 0,3 11-3 16,-1-4-14-16,-1 4-9 0,6 2-9 0,-2 6-17 16,-4 0-12-16,9-3-8 0,-5-5-10 0,5 8-18 0,0 0-6 0,-5-8-16 15,2 0-6-15,8-4-3 0,-4 1-5 0,-7-1 1 16,1-4-2-16,1-3 4 0,-4 2 3 0,4-3 4 15,3-5-2-15,-3-1 3 0,-6-1 6 0,0 0 0 16,20-5 7-16,-10-1 11 0,-3-5 8 0,1 2 17 16,0-2 3-16,4-4 10 0,-2-1 11 0,0 1 9 15,1-1 9-15,-1 0-2 16,0 0 9-16,2-2 14 0,1 3 6 0,-6 2 7 16,1 3 2-16,-1-3-1 0,-1 2-9 0,1 3-2 15,-6 0-2-15,9 0-6 0,-5 3-9 0,-3-1-11 16,5 4-11-16,-6-4-10 0,-1 6-9 0,0 0-6 15,0 0-4-15,0 0-3 0,17 8-1 0,-12-4-1 16,5 0-9-16,-5 6-2 0,-2-1 0 0,7-1-3 16,3 9-2-16,-5-4-2 0,6 3-2 0,-8 0-13 0,4 0-31 0,3 2-50 15,-6-2-26-15,8 0-30 0,-3-1-37 0,-7 3-21 16,8-2-33-16,-7-4-45 0,6 5-49 0,0-7-47 16,-4 6-279-16,5-10-705 0,2 4 312 0</inkml:trace>
  <inkml:trace contextRef="#ctx0" brushRef="#br0" timeOffset="38902.67">9968 5709 60 0,'0'-9'405'0,"-6"2"12"16,4-4 11-16,1 8-11 0,1 3-19 0,-5-8-24 15,5 8-30-15,-7-8-37 0,7 8-26 0,-2-5-36 16,2 5-25-16,0 0-27 0,0 0-19 0,0 0-14 0,0 0-17 0,0 24-16 15,2-12-11-15,5 3-10 0,-2 1-12 0,-4 1-7 16,7 2-17-16,-1 1-16 0,-5 2-40 0,11 1-31 16,-8-4-50-16,5 0-43 0,-4-3-28 0,4 3-28 15,2-2-42-15,-5-3-49 0,-6-2-51 0,14-1-51 16,-7-4-242-16,2-2-651 0,2-1 288 0</inkml:trace>
  <inkml:trace contextRef="#ctx0" brushRef="#br0" timeOffset="39466.24">10258 5702 287 0,'0'-8'335'0,"5"0"-7"0,-5 4-16 0,0 4-29 15,0-7-25-15,0 7-27 16,0 0-29-16,0-8-23 0,0 8-18 0,0 0-15 16,0 0-18-16,0 0-8 0,2 24-14 0,-2-15-10 15,1 0-11-15,4 7-9 0,-3-1-8 0,3 1 4 16,-2 0-17-16,6 0-11 0,-6-1-14 0,2 0-17 15,5 2-13-15,-5-3-13 0,3 1-11 0,-5-2-12 16,2 2-7-16,8-4-2 0,-9-1-3 0,7-4 1 16,-6 0 7-16,7-5 4 0,-7 3 3 0,10-4 6 0,-15 0 2 0,20-7 5 15,-9 5 3-15,1-6 6 0,-4-2 18 16,4-1 6-16,-1-4 12 0,-2 2 13 0,0-1 10 0,3-1 13 16,-4 2 10-16,1-1 8 0,-1 1 5 0,-1-3 8 15,-3 8 1-15,0-2 3 0,-3 5-7 0,4-2-11 16,0 2 4-16,-1-2-27 0,-1 6-11 0,-3 1-17 15,0 0 1-15,0 0-5 16,0 0-7-16,0 0-3 0,15 8-8 0,-13 0 1 16,3 0-15-16,-2 1-6 0,0 1-7 0,0-1-4 15,4 5 1-15,-2 1 0 0,-2-2-1 0,1-2-2 16,1 0 1-16,3 2 2 0,-5-1 0 0,7-3 2 16,-5 0 12-16,3-6-5 0,1 2 1 0,4-2 5 15,-11 2 1-15,12-3 1 0,-7-2 7 0,-7 0 11 16,22-7 11-16,-16 0 14 0,9 0 6 0,0-5 16 0,-7 1 6 0,7-1 11 15,0 0 18-15,-3-1 6 0,1 3 2 0,0-4-4 16,2 2 1-16,-2 0 10 0,-3 3 4 0,2-3-1 16,-2 5-4-16,-2-5-10 0,-1 5-7 0,-2 4-8 15,0-2-10-15,-5 5-11 0,8-7-2 0,-5 6-19 16,-3 1-9-16,0 0 0 0,10 9 3 0,-8-3-8 16,-1 0-5-16,1 4-19 0,1-2-16 0,-3 3-28 0,5 6-20 0,0-2-40 15,4-1-28-15,-3 1-24 0,2 3-23 0,1 0-18 16,1-2-38-16,0-2-38 0,-4-1-27 0,9-1-28 15,-7-5-31-15,7 1-218 0,-6-4-624 0,9 2 276 16</inkml:trace>
  <inkml:trace contextRef="#ctx0" brushRef="#br0" timeOffset="39651.06">11309 5776 252 0,'0'-5'300'0,"7"-2"-3"0,-7 3-19 16,0 4-19-16,0 0-24 0,0-11-27 0,0 11-22 15,0 0-19-15,0 0-17 0,0 0-16 0,0 0-4 16,0 0-21-16,-22 20-6 0,22-10-16 0,-3 2-1 16,0 0-14-16,1 2-3 0,0 4-7 0,-3 0-8 0,5 1-4 15,0-2-27-15,5 5-34 0,-3-3-52 0,0 1-74 0,4-1-71 16,2-3-274-16,-1-1-523 0,8-1 232 0</inkml:trace>
  <inkml:trace contextRef="#ctx0" brushRef="#br0" timeOffset="40553.01">11612 5682 98 0,'0'-6'332'0,"0"-3"-18"0,0 1-19 15,0 8-17-15,0-10-20 0,3 7-24 0,-3 3-23 16,0-7-23-16,0 7-22 0,0 0-20 0,2-7-14 0,-2 7-10 0,0 0-13 15,0 0-13-15,25 11-12 0,-20-8-5 16,5 0-9-16,-4 2-7 0,1-3-6 0,1 5-5 16,-3 1-7-16,5-4 0 0,-5 3-10 0,3 2-10 0,-6-5 1 15,3 4-7-15,2-1 0 0,-6 3 0 0,-1-1-6 16,0-1-1-16,0 3-2 0,0 1 1 0,0-1-3 16,-1 2 4-16,1-1-1 0,-7 2-3 0,5 2-3 0,2 0-3 0,0 6 3 31,0-7 0-31,0 4-2 0,2 6 0 0,6 1 4 0,-1-1-5 0,1 5-3 0,4 2 2 15,1 7 1-15,2 2 0 0,1-2 0 0,-1-1 1 16,2 1-1-16,-2-1-3 0,0 1 3 0,1-3-2 0,-6-3 0 16,-2-5-2-16,1 4 4 0,-1-3-4 0,-5-2 4 15,1 0-1 1,-3-3-2-16,-1-7 11 0,-5 3-3 0,0-3 25 16,-3-1 19-16,-4-4 28 0,-2 3 22 0,-3-9 14 0,-1 1 7 15,0 1 0-15,-11-5-5 0,0-3 1 16,-1-4 0-16,-2-3-11 0,6 3 0 0,-4-5-3 15,2-5-11-15,2 1-4 0,4-3-4 0,0 1-11 0,1-5-1 16,9 3-8-16,1 1-6 0,-2-7-5 0,6 4-10 16,7-8-13-16,5 0-13 0,2-2-15 0,6-1-29 0,12-4-22 15,-2-3-38-15,13 0-25 0,9 3-31 0,0-5-24 0,-1 3-11 16,1 4-8-16,6 1 1 0,-1 0-4 0,-4 5 11 16,6 2 14-16,-8-3 2 0,-2 8 12 15,4-2 9-15,-11-2 13 0,-5 9 16 0,-6-2 14 16,-2-2 17-16,-4 6 21 0,-1-1 25 0,-4-1 18 0,-2 2 11 15,-4 0 14 1,-4 1 3-16,2-4 7 0,-1 6 13 0,-3-3 10 16,-1 2 3-16,0 1-3 0,-5-2-6 0,5 3 0 15,-5 0-5-15,2 2-3 0,-5 0-5 0,0 3-1 0,-6 3-3 16,6-3-2-16,-5 2-3 0,13 1-2 0,-27 6 1 16,12-1-5-16,4 3 2 0,-4 0-3 15,0 0-1-15,2 4 0 0,1 0-1 0,1-1-2 0,4 0 0 16,-1 2 3-16,-1 1-3 0,9-1-1 0,-5-1 1 0,4-2-5 15,1 1-1-15,1 1-3 0,4-3-1 0,-5 0 3 16,5 0 1-16,5-6-2 0,-5 3 1 0,7-2 2 0,-7 1 4 16,8-3-3-16,2-2-3 0,2 0 3 0,-4-2 1 15,-2-3-2-15,9 1 2 0,0-1 2 16,-3 1-2-16,-2-4 4 0,1 1-1 0,-3-2 5 16,-3 3 6-16,-1-2 4 0,2-4 6 15,-4 5 10-15,-1-1 20 0,1 1 3 16,-5-1 13-16,6 3 0 0,-6-2-3 0,1 2 1 15,-3 5-5-15,2-8-8 0,-2 8-3 0,3-7-9 16,-3 7-5-16,0 0-9 0,5-4-11 0,-5 4 0 0,0 0-3 16,0 0 0-16,0 0 1 0,1 17-6 0,4-11 1 15,-3 3-3-15,5-2-8 0,-6 4-4 16,9 2-14-16,0 1-9 0,5-1-14 0,0 2-13 0,0-3-28 0,10 3-22 16,0 0-31-16,1-1-33 0,1-4-43 0,4 1-52 15,2-3-48-15,-1-4-198 0,2-4-550 0,13 1 243 16</inkml:trace>
  <inkml:trace contextRef="#ctx0" brushRef="#br0" timeOffset="41100.49">13024 5063 152 0,'-2'-12'343'16,"-3"2"-23"-16,4 3-38 0,1 1-32 0,0 6-34 0,0 0-18 15,0 0-25-15,0 0-17 0,0 0-15 0,1 31-10 16,6-5-15-16,-6 1-10 0,4 3-13 0,0 14-7 16,0-1-8-16,-5 2-4 0,0 3-10 0,0 0-7 15,4 1-6-15,-4 1-5 0,1-2-1 0,-2 0-5 16,1-3-1-16,1-1-8 0,-1 2 2 0,4-13-4 16,1-3-2-16,-10 2 2 0,10-2-6 0,-5-3-1 15,0-2-4-15,0-6-5 0,0-2-9 0,0-7-2 0,0 2-1 16,0-1 2-16,0-4 4 0,0 0-4 0,0-7 7 0,0 5-4 15,0-5-2-15,0 0-2 0,0 0 0 0,0 0-3 16,-5-30-13-16,1 16 1 0,3-3-8 0,-3-1-5 16,4 0-12-16,0-8-18 0,-1-1-10 0,1 2 4 15,1 4 4-15,-2 1 5 0,1-7 7 0,0 3 6 16,0 5 6-16,0-2 19 0,0 2 20 0,0 2 19 0,0 0 15 16,0 2 9-1,0 7 12-15,0-3 12 0,0 2 13 0,0 2 2 16,1 0 3-16,-1 7-8 0,0-12 0 0,4 8-23 15,-4 4 3-15,10-3-3 0,-4 1-8 0,-6 2-3 16,0 0-1-16,23 4-5 0,-16 0-1 0,8 2-1 16,0 1 1-16,5 1-3 0,-4 1 0 0,4 1-5 15,5 1 2-15,-5 0-2 0,5 2-6 0,-1-1-6 0,1 5 1 16,-2-4-7-16,-3 2-4 0,-5-1 3 0,-2-1-5 0,1-1-8 16,-3 2-12-16,-2-1-17 0,-3 2-14 0,-1 0-13 15,-2 1-7-15,-3 1-7 0,0-3-22 0,-3 1-14 16,-2-3-28-16,5 3-36 0,-6-3-33 0,6 0-36 15,0-1-36-15,0-2-8 0,0-1-166 0,0 3-484 16,8-5 214-16</inkml:trace>
  <inkml:trace contextRef="#ctx0" brushRef="#br0" timeOffset="41755.18">13833 5767 225 0,'-8'-4'295'0,"-4"1"-13"0,2 3-17 15,-1-3-12-15,1 3-21 16,-5 3-23-16,0-2-19 0,8 2-18 0,-6 4-14 16,3 1-12-16,-1 1-8 0,2-1 0 0,1 4-9 15,3-3-11-15,4 9-5 0,1-4-7 0,0 1-4 16,6-2-15-16,-4 5-6 0,6-7-3 0,2 6-4 16,-2-5-12-16,7 2-8 0,-2-3 0 0,4-2-5 0,-9-2-4 15,4 2-9-15,-2-5-14 0,3 1-5 16,-6-2-4-16,8-3-7 0,-7 0-4 0,-8 0-4 0,15-9-5 0,-9 6 1 15,-4-8-2-15,3 2 4 0,-2-3-1 0,-3-1-1 16,-3-4 1-16,1 0 0 0,-1 0 4 0,1-1-2 16,-3 0 6-16,-3 0 8 0,8 0 5 0,-7-1 15 15,6 0 8-15,1 1 13 0,-7 4 11 0,7-3 7 16,0 7-3-16,0-2-2 0,0 2-7 0,0-2-3 16,0 7-7-16,8-3-3 15,-3 1-12-15,4 0 3 0,-3 6-13 0,4-3 2 16,-10 4-4-16,22 4-2 0,-11-3 0 0,-2 7 2 15,7 0-11-15,1-1-3 0,1 5 4 0,-1 2 8 16,6 0-10-16,-2 6-5 0,-1-2 1 0,2 1-6 16,-4 0 14-16,-3 0-11 0,-2-4-12 0,2 2-8 0,-7-1 3 15,5-2-21-15,-6 2-5 0,1-5-3 16,-6 2 2-16,-2-2 7 0,5 2 0 0,-3-3 1 0,4-3 6 0,-6-2 3 16,0-5 3-16,0 9 9 0,0-9 6 0,0 8 15 15,0-8 24-15,0 0 7 0,0 0 8 0,0 0 4 16,0 0 4-16,0 0-1 0,-6-22-2 0,12 12-5 15,1 2-2-15,-1-1-3 0,4-5 0 0,-3-2-4 16,1 2 0-16,7 1 0 0,-2-6 6 0,9 3-7 0,-2-2-13 16,3 3 8-1,-7 3 3-15,4-1 7 0,-3-6 2 0,1 9 1 16,-1-2-3-16,-1 3-5 0,-3 1-4 0,-9 1-3 16,7-1-5-16,-6 6-6 0,2 0-11 0,-7 2-3 15,13-3 0-15,-13 3 1 0,7 10-8 0,-6-3 2 16,3 0-8-16,-1 2-2 0,-3 3-14 0,7 1-14 15,-7 2-24-15,0-1-16 0,1 4-33 0,3-3-15 0,-4 3-21 16,0-3-17-16,1 0-32 0,-1 1-41 0,4 0-40 0,1-3-40 16,-4-4-53-16,4 1-192 0,3-2-607 0,-3 2 269 15</inkml:trace>
  <inkml:trace contextRef="#ctx0" brushRef="#br0" timeOffset="42055.83">13707 5086 217 0,'-13'-3'384'0,"3"-4"-35"16,-3 5-34-1,0-2-32-15,6 1-35 0,-1 0-23 0,8 3-28 16,-10 0-22-16,10 0-16 0,-12 6-20 0,9 2-6 15,0-1-15-15,3 5-12 0,0 1-12 0,5-5-6 0,-4 3-11 16,6 2-5-16,1 2 1 0,-1-5-9 0,4 2-10 16,-7 0-2-16,7-4-9 0,-6 1 1 15,2-3-7-15,-2 2 6 0,0-4-5 0,0 0 3 0,0-1 12 16,-2 1 4-16,-3-4 0 0,0 0-10 0,0 0-15 0,0 0-31 16,0 0-55-16,7-11-52 0,-7 11-66 0,-10-15-81 0,0 6-336 15,-2-2-637-15,-3-1 282 0</inkml:trace>
  <inkml:trace contextRef="#ctx0" brushRef="#br0" timeOffset="43158.21">3308 7529 87 0,'0'0'371'0,"-10"-2"-14"15,10 2-19-15,0 0-14 0,0 0-25 0,-11-3 9 16,11 3-27-16,-10-3-16 0,10 3-21 0,-5-4-20 16,5 4-24-16,0 0-23 0,0 0-15 0,0 0-14 15,-10-4-15-15,10 4-14 0,0 0-16 0,0 0-13 16,0 0-8-16,0 0-10 0,0 0-15 0,0 0-10 0,0 0-3 0,0 0-1 16,0 0-5-16,38 5-4 0,-17-2 0 0,-1 0-12 15,3 0-5-15,7-3-12 0,-2 2-5 0,2 2-4 16,2-3-5-16,1 2-5 0,-7 1-1 0,-4-1-11 15,6-2 5-15,-12-4-8 0,-2 5 2 0,-1-2 0 16,-5 1 4-16,0-1 2 0,-8 0-6 0,0 0 2 16,17-1-1-16,-17 1-7 15,0 0-12-15,0 0-34 0,0 0-36 0,0 0-35 16,0 0-46-16,0 0-64 0,0 0-58 0,-33-8-222 16,26 6-584-16,7 2 259 0</inkml:trace>
  <inkml:trace contextRef="#ctx0" brushRef="#br0" timeOffset="46017.28">4978 7145 45 0,'3'-11'332'0,"1"2"-14"16,2 0-13-16,-4-3-4 0,0 4-5 0,1 0-3 15,4-1-18-15,-11 1-25 0,8-1-9 0,-4 1-10 16,-4-1-19-16,1 2-23 0,3 7-20 0,-2-11-16 15,1 7-23-15,-3-1-13 0,-1 1-13 0,5 4-10 16,-16-6-11-16,6 6-10 0,-3 0-7 0,-4 2-8 16,-3-1-10-16,4 5-4 0,-4-1-18 0,3 2 7 0,-4-1-2 15,6 1-10-15,-5 4 3 0,5-3 0 0,-1 0 4 16,1 2-17-16,1 2-6 0,8-4-2 0,-4 4 4 16,5-4-13-16,-2 4-3 0,2-1-7 0,5 0 1 15,0 3 3-15,4 1 1 0,4 0 1 0,-3 0 0 16,10 0 14-16,10 4-11 0,-4 5 12 0,14 2-15 15,3 2 2-15,-2-4 6 0,-1-1-4 0,-5-2-8 0,-4-3 14 0,1 1-1 16,1 4-1-16,5 0 11 0,-10-4-13 0,4-3-11 16,-12 4 0-16,0-5-2 0,-7 1 0 0,2-2-1 15,0 1 3-15,-5-2 0 0,-4-1 7 0,-1-1-5 16,0 1 7-16,-1-1-2 0,-4-6 1 0,-5 9 1 16,-7-1 3-16,1 0-2 0,1-6 1 0,-15 3 11 15,4-5 12-15,-6 2-23 0,1 0 6 0,-7-3-1 0,-4 0-2 0,6 0 6 16,4-4-3-16,-4 1-1 0,8-2 2 0,-2-3 5 15,8 1-4-15,6-1-16 0,3-1-21 0,-1 1-27 16,6-5-15-16,7 0-41 0,1 0-45 0,4 2-49 16,8-7-50-16,8 5-47 0,5-6-219 0,18-2-571 15,-2 2 253-15</inkml:trace>
  <inkml:trace contextRef="#ctx0" brushRef="#br0" timeOffset="46349.18">5673 7153 202 0,'5'-3'420'0,"-5"-4"2"0,0-1-18 0,0 8-23 16,4-9-29-16,-4 9-17 0,0-7-27 0,3 4-30 15,-3 3-28-15,0 0-28 0,0-9-26 0,0 9-23 16,0 0-25-16,0 0-21 16,0 0-12-16,0 0-14 0,0 0-11 0,3 24-7 15,-3-10-9-15,2 1-11 0,1 6-4 16,2 4-3-16,-3 5-5 0,3 11-5 0,1 2-5 0,-2-1-3 16,2 1-2-16,-1 4-4 0,2 1-2 0,1-3-2 15,-6 1-8-15,3 1-1 0,-4 1-11 0,8-4-26 16,-4 0-37-16,-4-10-36 0,-1-4-29 0,2-1-15 15,-2 1-25-15,0-1-36 0,0-9-45 0,0-3-64 0,0 0-59 0,0-7-224 16,0-2-636-16,0 1 282 0</inkml:trace>
  <inkml:trace contextRef="#ctx0" brushRef="#br0" timeOffset="46796.91">5534 7488 208 0,'0'0'383'0,"0"0"-20"0,-6-5-30 0,6 5-30 15,0 0-28-15,0 0-33 0,0 0-26 0,0 0-21 0,23-1-19 16,-8 2-16-16,5-1-20 0,-1 5-13 0,10 1-11 16,4 0-15-16,-2 1-7 0,4-4-12 0,6 5-6 0,-6-2-12 15,1 0-6-15,-2 1-5 0,-3 4-7 0,-1 1-6 16,-7-3-7-16,5 1-2 0,-8 1-1 0,-2 1-7 0,-5-1-11 15,2 2 1-15,-3 2 0 0,1 5 0 16,-8-4-4-16,2 1 3 0,-4 5-3 0,4 2 0 16,-7 1-5-16,3-1 3 0,0-4 0 0,-1 1 8 0,0-3-12 15,-2 1 0-15,5-1-4 0,-5-1 4 0,5-2 3 0,-2 1 5 16,3-5 3-16,-1 1 2 0,5-2 5 0,-3-2-3 16,6-2-1-16,2-3 4 0,2-3-3 0,1 0 4 0,-2-5-5 15,6 1-1-15,-6-7-2 0,4 3-5 16,-3-8 0-16,-2 5 3 0,5-10 2 0,-9 6-3 15,2-10 4-15,-4 9-6 0,-3-4 1 0,1 1 5 16,-5 1-1-16,-4-3 12 16,0 2-14-16,-6 3-5 0,3 0-6 0,-10-2-5 15,0 8-4-15,-3-3-10 0,-5-1-8 0,-2 6-20 16,-5-1-19-16,1 1-19 0,0 6-20 0,0 2-21 16,-3 1-30-16,1 7-44 0,4-5-51 0,9-1-66 0,0 9-197 15,8-7-555-15,7 6 246 0</inkml:trace>
  <inkml:trace contextRef="#ctx0" brushRef="#br0" timeOffset="47135.31">6926 7694 216 0,'0'0'403'0,"-1"-8"-12"0,-3-1-17 0,1 1-24 15,-2 4-21-15,-2-7-27 0,-1 6-16 0,0-3-29 16,-5 2-23-16,6 1-22 0,-8 0-17 0,-3 2-22 16,0-2-15-16,3 5-12 0,-3 0-19 0,-2 1-10 15,2 6-16-15,-1-2-5 0,3 3-13 0,-2 3-7 16,-1 1-8-16,1-1-4 0,3 5-19 0,-1-5 4 16,1 10-4-16,0-3-7 0,5 1-1 0,3-2-3 0,2 5-2 0,0-3-7 15,5 2-6-15,2-2 0 0,8 0-7 0,-3-1-6 16,9 4 0-16,7-3-13 0,5-1-12 0,14-3-29 15,-2 1-22-15,3-9-24 0,3-2-17 0,2-5-20 16,-2-4-16-16,4 3-14 0,-2-10-18 0,-2-4-12 16,1 0-13-16,-3-4-17 0,-2-5-7 0,-3-7-18 15,3 0-15-15,-4-3-12 0,-5-2-150 0,-8-7-458 0,0-1 204 0</inkml:trace>
  <inkml:trace contextRef="#ctx0" brushRef="#br0" timeOffset="48253.34">7459 7468 616 0,'-5'-43'66'0,"0"3"35"0,0 10 29 0,-3-2 32 15,1 3 30-15,-1 1 15 0,3 5 11 0,0 4 7 16,-1 1 17-16,1-1 5 0,1 2-1 0,-2 5-5 15,6 3-7-15,-4-2-24 0,1 4-12 0,0 1-26 16,-1 0-23-16,1 3-21 16,3 3-1-16,-1-9-29 0,1 9-9 0,0 0-11 15,0 0 8-15,0 0-19 0,0 0-12 0,1 21 1 16,1-11-14-16,-1 2 0 0,6 0-4 0,0 8 0 16,-1-2-7-16,3 6-2 0,2 6-4 0,1-2 0 15,-4 1 6-15,5 15-15 0,-1-6 3 0,4 3-5 16,-7 4-10-16,2 0-19 0,3 0-21 0,-1 1-11 15,-5 1-11-15,0-5 3 0,1 0 0 0,-6-11 6 0,7 1 2 0,-5-3 4 16,3-4 4-16,-6 1 0 0,3-10 5 0,-5 0 5 16,0-4 6-16,8 1 1 0,-8-4 5 0,2-2 26 15,-2-3 33-15,0-4 22 0,0 8 2 0,0-8-2 16,0 0-5-16,0 0 11 0,6-21-15 0,1 4-5 16,-1 7-3-16,1-9-7 0,8-4-3 0,0 1 1 15,1-4-13-15,4 2 2 16,-3 0-2-16,3 1-3 0,-4 1-1 0,1 1-4 15,1 0 1-15,-3 8-4 0,-3-3-3 0,-3 6 8 16,3-2-3-16,-5 2-5 0,4 3 7 0,-7 4-13 16,4-2 8-16,-3 2-16 0,3-1-2 0,-8 4 3 15,0 0-2-15,17 8 0 0,-11-1 3 0,-1 1-6 16,3 5 3-16,-1 5-1 0,1 2 5 0,6 3-1 16,-6 2 2-16,5-3 1 0,2 4-6 0,-5-3-6 0,7 2-3 0,-4-3-10 15,7 0-17-15,3 3-12 0,-3-9-19 0,6 2-8 16,2-1-12-16,-3-3-10 0,5-2-11 0,-2-4-14 15,2 0-5-15,5-1-8 0,-6-3 4 0,6-3 9 16,-5-4 8-16,0 1 8 0,-2-5 14 0,2 3 7 16,-2-7 8-16,2-6 11 0,-7 6 7 0,2-8 2 15,-4 2 8-15,2 0 6 16,-3-7 8-16,-5 1 8 0,-8-1 19 0,1 5 25 16,-1 1 25-16,-7-2 16 0,0 1 9 0,-2 2 8 15,-5-1 2-15,-1 2 8 0,-5 1 2 0,6-5-4 16,-13 10-4-16,10-7-9 0,-10 8-5 0,4 2-6 15,-7 3-8-15,3 0-3 0,-3 4 5 0,-5 0-20 16,1 7-4-16,6-2 0 0,2 3-5 0,1 4-8 16,-7 3 9-16,9 1-5 0,4 4-2 0,1 2-8 0,-3 4-6 0,13-6-7 15,-8 5-2-15,9-7-2 0,7 1-9 0,-4-2-2 16,4 1-12-16,5 0-1 0,-4-5-5 0,7-1-8 16,0-1-1-16,8-2-9 0,-3-5 1 0,9-2 2 15,-4-1 9-15,5-2-3 0,0-1 7 0,0-10 5 16,-2 0 4-16,0 4 5 0,0-9 2 0,2-1 3 15,-5-3 5-15,1 0 14 0,-3 0 16 0,-4 0 14 0,-1-3 18 0,-10 8 16 16,7-6 13-16,-5 3 6 0,-5 6 9 0,3-7 8 16,-3 11-5-16,-3-1-1 0,-2-4-4 0,3 6-12 15,-3 4 4-15,0 4-23 0,-3-10-10 0,3 10-3 0,0 0-12 16,0 0 1-16,0 0-2 0,0 0-9 16,-15 25 0-16,13-10 2 0,2 0-8 0,-3 5 3 0,3-1-3 15,0-3-4 1,3 8-8-16,-3 3-7 0,7 0-3 0,-2 0-9 15,6-1 3-15,1-2-10 0,1 3-5 0,0-4-7 16,2-7 2-16,0 0 1 0,-3-2 1 0,4-1 0 16,-2-3 11-16,1-2-6 0,-1-3 6 0,1-1 2 15,-5-4 7-15,5-1-3 0,-2-3 7 0,-1-7 2 16,0 2 2-16,2 0-8 0,-2-8 8 0,-4 5 5 0,6-7 9 16,-5-6 7-16,3 2 3 0,0-3 8 0,-7 7 2 0,8-5 6 15,0 0-2-15,-8 6 11 0,7-1-2 0,-4 0-7 16,2 3 1-16,-4 1 5 0,3 3-4 0,-1-1-6 15,-1 1-3-15,-2 4-1 0,5 1-4 0,3 0-7 16,-7 3-5-16,4 3 2 0,4 1 6 0,0 2-12 16,-2 5 2-16,3-2-6 0,0 6-9 0,1 1 6 15,-1 5 0-15,0-3-1 16,7 8 1-16,-6-3 0 0,-2 1 0 0,-6-4-4 16,-2 10 4-16,9-1-1 0,-6 1-6 0,-9-3 9 15,-4-3-6-15,3 1 6 0,-8-3-3 0,-1 1 5 16,-4 1-10-16,-1 2-6 0,0-10-17 0,-2 3-27 15,-3 1-25-15,-3-3-25 0,0-6-32 0,3-4-40 16,-1 1-57-16,-1-3-60 0,6-2-62 0,1-4-223 16,3 2-627-16,5-3 279 0</inkml:trace>
  <inkml:trace contextRef="#ctx0" brushRef="#br0" timeOffset="48569.56">9864 7089 161 0,'0'-12'454'0,"0"-3"-5"0,-1 3-15 15,-3 0-19-15,4 1-25 0,4 1-30 0,-3 1-22 16,-1 1-25-16,0 3-26 0,0-3-28 0,0 8-29 16,2-8-25-16,-2 8-28 0,5-5-20 0,-5 5-20 15,0 0-12-15,0 0-12 16,10 19-13-16,-4-6-3 0,3 4-19 0,-3 5-7 15,-4 5-8-15,5 5-5 0,-7-2-5 0,1 21-7 16,-1 0-4-16,3 2-3 0,-3-4-3 0,7 6-4 16,-4-2-6-16,-3-1-24 0,5-1-25 0,-3-4-24 15,5-1-16-15,-1 1-29 0,-4-2-22 0,10-6-14 16,-11-9-13-16,7-5-16 0,-6 1-8 0,5-10-17 16,-7-1-22-16,6-3-18 0,1-2-17 0,-5-5-27 0,4-3-29 0,-6-2-21 15,0 0-200-15,0 0-558 0,2-17 246 0</inkml:trace>
  <inkml:trace contextRef="#ctx0" brushRef="#br0" timeOffset="48823.36">9968 7694 48 0,'-8'-29'44'16,"-5"2"39"-16,10-3 30 0,-11 1 28 0,9 6 28 16,-5 4 21-16,6 0 14 0,-5 3 14 0,3-3 13 15,-1 7 2-15,5-4-1 16,1 7 1-16,1-5 2 0,-5 7-30 0,10 1-12 16,-4-4-29-16,4 1-11 0,5 2-16 0,0 0-11 15,5 4-5-15,-2 2 5 0,6-4-3 0,-1 1-10 16,-3 2-7-16,4 2-10 0,5 2-8 0,-3 2-12 15,2 2-4-15,4 3-9 0,-1-1 2 0,2 6-14 16,-3-1-6-16,2 6-6 0,-6-1-3 0,9 1-6 16,-13 5-5-16,1 2 2 0,8 5-9 0,-8 0 9 0,-3-3-9 0,2 8 1 15,-4 0-4-15,0-8-1 0,-4 4 2 0,-4-3-1 16,5-1-4-16,-5-1-4 0,-4 0-2 0,7 0 1 16,-6-8-13-16,0 2-17 0,1-3-29 0,-3-6-18 15,7-1-5-15,-6-2-28 0,-1-2-17 0,2 0-23 16,0-2-42-16,3 0-57 0,8-5-51 0,-2 2-57 15,3-2-175-15,7-4-568 16,7-3 251-16</inkml:trace>
  <inkml:trace contextRef="#ctx0" brushRef="#br0" timeOffset="49039.42">10971 7758 118 0,'-8'-4'337'0,"-7"-7"15"0,-1 8 23 16,-6-6 11-16,1 4-3 0,-11 2 1 0,-1 0-16 0,2 2-16 0,1 1-21 15,0-3-29-15,10 6-32 0,-3-2-25 0,0 2-25 16,6 0-25-16,-1 6-18 0,3-1-21 0,0 3-12 16,0-3-11-16,12 6-13 0,-2 1-12 0,4 2-12 15,2-1-14-15,7 2-15 0,1 2-19 0,12 0-28 16,-4 0-38-16,9-1-38 0,1-1-40 0,12 5-44 16,5-5-48-16,-3-4-45 0,2-3-65 0,-2-3-70 0,4-7-361 0,-12 1-790 15,0-4 350-15</inkml:trace>
  <inkml:trace contextRef="#ctx0" brushRef="#br0" timeOffset="49239.86">10986 7339 274 0,'-13'-10'389'0,"3"2"-23"16,4-2-19-16,2 4-15 0,-1 3-16 0,-3-5-21 15,3 4-28-15,2-1-29 0,3 5-28 0,-9-7-37 16,9 7-55-16,0 0-73 0,0 0-38 0,0 0-51 16,0 0-77-16,0 0-98 0,0 0-281 0,-3 19-539 0,3-19 238 0</inkml:trace>
  <inkml:trace contextRef="#ctx0" brushRef="#br0" timeOffset="50057.21">12852 7557 53 0,'8'-23'223'0,"0"-4"-3"0,-8 2-14 0,0-5-13 0,-8 3-9 16,-5-3-5-16,-2 3-8 0,-7 3-12 0,-7-8-16 0,-10 10-11 15,1-1-16-15,-8 2-10 0,0 6-5 0,-4 0 2 0,-1 11-13 16,-2 1-9-16,-2 8-5 0,-1-4-11 16,-4 8-3-16,7 6-8 0,5 0-8 0,2 6 0 15,3 1-5-15,5 1-8 0,6 5-1 0,9-2-2 0,5 0 0 16,11 3-1-16,4 5-5 0,11-3-2 0,6 9 0 15,6 1-2 1,8-5-1-16,6 2 1 0,11-6-2 0,0-2-1 16,4-1-2-16,4-2-1 0,-1-6 0 0,1-1-4 0,-4-4 3 15,3-4-2-15,-4-2-3 0,-2-2 4 0,-13-7-2 16,-3-1-1-16,3-1 1 0,-11-2 0 16,-4-2 21-16,2 1 13 0,-6-3 10 0,1-4 5 0,0 2 11 15,-13 2 2-15,6-4 4 0,-1 2 12 0,-1 2 1 16,-4-1-1-16,3 2 16 0,-3-3-9 0,1 5-1 0,0-1-12 15,-3 5-13-15,0-7-12 0,0 7-11 0,0 0-11 0,0 0 2 16,0 16 2-16,0-5-8 0,5 4 1 0,-3 4 6 16,0 1-15-16,-2 3 0 0,5 5-2 0,1 3-17 15,-6-4-12-15,2 0-6 0,4 0-31 0,-6-3-22 16,9 2-16-16,-4-1-13 0,-5-7-16 0,3-2-24 16,2-1-37-1,-3-3-27-15,3-1-32 0,-4-3-36 0,6-2-49 0,-5-2-192 16,6-1-552-16,3-3 245 0</inkml:trace>
  <inkml:trace contextRef="#ctx0" brushRef="#br0" timeOffset="50758.68">13165 7757 159 0,'4'-3'336'15,"-4"3"-17"-15,2-8-14 0,1 4-16 0,-3 4-14 16,12-4-13-16,0 1-7 0,-12 3-16 0,8 0-24 15,7 0-21-15,-15 0-22 0,16 0-14 0,-16 0-17 16,19 5-15-16,-8-2-10 0,1 3-17 0,-4 0-6 16,2 1-14-16,5 5-11 0,-2-1-2 0,-5 4-10 0,4 0-4 0,-4 1-4 15,2 1-4-15,-3 2-9 0,1-1 0 0,-6 2-32 16,1-5-13-16,-3 0-6 0,0 5-6 0,0-7-7 16,-3 1-3-16,1-6 1 0,2 3 0 0,-3-3-1 15,-4-3 5-15,4 2 2 0,3-7 3 0,0 0 3 16,0 0 3-16,0 0 0 0,-20-11-4 0,20 3-5 15,-3 0 2-15,6-4-2 16,-1-7-4-16,3 4-13 0,6-1-14 0,4-9-12 16,3 3-7-16,7 2-11 0,13-9-11 0,-1 4-5 15,6-1 3-15,6 3 10 0,-4 7 6 0,-4-4 7 16,7 7 7-16,-3-4 10 0,0 10 10 0,-9-1 0 16,-3 1 3-16,-1 2 9 0,-16 3 7 0,2-3 17 15,-1 4 13-15,-5-1 7 0,-3-3 7 0,-4 4 0 16,-5 1 0-16,0 0 1 0,0 0 7 0,0 0 8 0,0 0 4 0,0 0 0 15,-41 0 2-15,28 1-2 0,-4 4-3 0,-6-2 1 16,5 0-2-16,-4-1 1 0,-1 0-3 0,2 6-2 16,-2-1-2-16,1 1-3 0,0-4-3 0,8 7 0 15,-10-2-1-15,6-2-2 0,3 5-5 0,-3 0 5 16,3-1-4-16,2 5-4 0,5-2 3 0,-2 1 1 16,5-2-1-16,-2 2 0 15,7 0-2-15,-3 2 1 0,8-2-1 0,0-1-2 16,0-1 2-16,5-1-2 0,-4-1 0 0,4-6-2 15,3 6-1-15,2-4-3 0,2-3-2 0,1 1 2 16,0-5-1-16,-3-1-1 0,5-2 2 0,-3-2-1 16,3-5 9-16,-6 2-8 0,1 3 3 0,7-9 3 15,-6 2 5-15,-1-1 23 0,-3-4 8 0,1 2 11 16,0 0 14-16,-1 1 9 0,-4 1 5 0,2-2 14 0,-2 3 8 0,-3 0 1 16,2 5 3-16,-4-1-10 0,-1 2 0 0,5 0-19 15,-7 6-7-15,3-6-15 16,-1 3-5-16,-2 3-16 0,0 0 11 0,0 0-20 15,0 0-16-15,0 0-20 0,1 17-15 0,-1-12 0 16,2 6-25-16,0 0-19 0,6 1-15 0,-3 1-9 0,5 5-22 16,3 1-21-16,7 1-25 0,-2-1-38 0,2 1-27 0,11-6-31 0,4 3-23 0,-5 2-199 15,16-6-519-15,-3 5 230 0</inkml:trace>
  <inkml:trace contextRef="#ctx0" brushRef="#br0" timeOffset="52308.77">14732 7953 200 0,'0'-14'245'15,"-7"3"8"-15,-3-8 0 16,-4 4-10-16,-5 3-8 0,-1-7-19 0,-6 1-12 16,1 3-11-16,-3 1-8 0,-2 1 2 0,-5 1-25 15,1 5-8-15,2-1-18 0,-3 5-15 0,4 0-8 16,-5 2-15-16,12 2-7 0,-5 3-9 0,-1 3-2 16,7 1-15-16,1 0-6 0,9-1-10 0,-2 5-5 15,0 2-5-15,7 10-1 0,-5-11-5 0,9 4 0 16,1 1-2-16,3-3-5 0,0 1-3 0,5 2-6 0,5-3-3 0,-3 2 0 15,6-2-2-15,3 1-2 0,4-5-10 0,2 1-2 16,1 0-5-16,-3-6-6 0,8 0-7 0,0-3 1 16,-6-3-4-16,7-1-5 0,1-4 0 0,0-2 2 15,-2-4-2-15,0 0 1 0,2-4 3 0,-2-2 4 16,0-2 2-16,-5-3 0 0,-3-1 3 0,12-9 0 16,-7-3 3-16,-9 8 1 15,4-11 0-15,-5-2 2 0,0 1 0 0,-10 1 5 16,5-6 7-16,-5 2-3 0,-4 1-1 0,4 1-2 15,-5 11 8-15,0-4 9 0,0 3 17 0,0-2 18 16,0 7-1-16,-5 1 17 0,4 4-15 0,-3 4-2 16,3 2 1-16,-3 4-10 0,-1 1 0 0,5 0-10 15,-1 0-11-15,1 9 2 0,-5-6-2 0,5 6-2 0,0 0-9 16,0 0-2-16,-12 18 5 0,11-6-4 0,-1 3-2 0,2 1 1 16,0 10-3-16,2 1 6 0,-1 1 4 0,1 1-8 15,4 12 1-15,-2-10 1 0,1 9 3 0,10 1-5 16,-9-1 0-16,3-2 3 0,0 4-15 0,5 3-11 15,-4-8-7-15,3 4-5 0,-8-11-1 0,5 2-7 0,-5-3 0 16,5-3 1-16,-5 2-5 0,3-5-1 0,-8-4 0 16,7-2 1-16,-7-2 6 0,8-3 2 0,-8-3 7 0,6 0 0 15,-4-1 6-15,-2-4 7 0,3 2 0 0,-3-6 4 0,0 0 2 16,0 0 2-16,0 0 4 0,0 0 0 16,12-18 6-16,-7 7-4 0,3-4 4 0,-1-1 0 15,6-7-1-15,-3 7-2 0,7-7 5 0,-3 1-5 0,-4 0 7 16,5 0 12-16,0 0 5 0,0 2 3 0,-5 3 7 15,-3 2 11 1,3 0-1-16,-4 1 6 0,-3 4 1 0,6 2-3 16,-6-1 2-16,2 0-8 0,-2 5-5 0,2-3-9 0,-5 7-5 15,4-5-8-15,-4 5-5 0,0 0 5 16,0 0-6-16,3 20 3 0,0-9 11 0,-3 4-21 16,7 0 13-16,-2 1-15 0,-4 4 5 0,6-1-13 0,0 1 5 15,1 4-14-15,2 0 9 0,3-2-4 0,0 0-4 16,2-6-4-16,-1 0 2 0,2-1-4 0,-1-3-2 0,0-1-5 15,6-3-8-15,-1 0 1 0,-3-3-2 0,1-2 2 0,2 0 5 16,0-3-1-16,-2-3 6 0,2 0 11 0,-2-2-7 16,2 0-2-16,-2-5 5 0,0 1 1 15,-4-2 3-15,0-5 1 0,-4 1 2 0,4-1 4 0,-9-10-3 16,4 10 2-16,-5-7 0 0,-3 4 6 0,-1-1-2 16,-1 4 3-1,-3-3 0-15,-4 0 4 0,2 4 0 0,-8-1 0 16,4 1 6-16,-4 3-6 0,-8 3-2 0,5 2-3 0,1 3 2 15,-4 0 2-15,0 4-1 0,4 0-2 0,-6 4 1 16,9 1 2-16,-2 2-6 0,2 0 4 0,1 6 0 16,-3-1 4-16,10 6-2 0,-3 0 3 0,5 2 1 15,3-1-5-15,3 2-2 0,5 3 3 0,-3-6 4 16,7 6-6-16,6-2 7 0,-3 1-4 0,5-5 2 0,3-3 1 0,2 0-2 16,5-1-9-16,-4-4-1 0,-3-1 1 0,9-3-1 15,-3-3-1-15,-2 1 3 0,-2-4 5 0,5-3-4 16,-11 1 6-16,5-6-1 0,-5 1 0 0,-2-1 2 15,0-4 6-15,1 1 8 0,-3-4 6 0,-5 0-1 16,0 2 4-16,1-2 1 0,-4 1 6 0,-1 0-1 16,-4 3-1-16,3 5-4 15,-5-3-1-15,2 1-6 0,-1 4-12 0,-1 4 11 16,0 0-6-16,0 0-11 0,0 0-1 0,0 0 7 16,0 0-5-16,-13 13-3 0,10-1 1 0,-2 1-2 15,1 3-2-15,1 0-4 0,2 0-3 0,-3 0 5 16,8-1 5-16,-3 3-12 0,2-3 6 0,1 2 3 15,1-2-7-15,1-2 1 0,3-2 3 0,-1-3-2 16,0 2-1-16,5-3 4 0,2-1-1 0,0-4 6 0,0-2-3 0,5 2 2 16,-5-4-8-16,8 0 9 0,-5-6 2 0,2 1-3 15,0 1 3-15,-3-4-6 0,2-6 5 0,0 4 3 16,-6 1 8-16,8-9 8 0,-6 5 22 0,-3-1 3 16,1-1 6-16,4-3-3 0,-9 1 7 0,-3 4 4 15,0-3 0-15,5 4 4 0,-7 0 4 0,-3 0-3 16,2 3-4-16,4 3 1 0,-4-8-1 0,-2 9-14 0,0 1 1 0,2-1-6 15,3 4-6-15,-5 3-12 0,0-7-7 0,0 7-1 16,0 0-2-16,0 0-4 0,0 0-3 0,0 0 0 16,0 18-6-16,0-7-4 0,0 4 5 0,6-2-27 15,3 7 2-15,-3-5-11 0,2 4-12 0,6 4-6 16,-8-5 1-16,9 4-4 0,7 4-13 0,-9-13-9 0,10 4-9 16,-1 0-8-1,1-6-10-15,-7 1-4 0,4-4-7 0,-2-2-8 16,1-3-8-16,-3 0-2 0,4-3-7 0,-2-4 4 15,4 0 6-15,-6-4 2 0,4 0 22 0,0-6 8 16,3-2 14-16,-6-5 1 0,4-5 13 0,-6 4 6 16,5-10 6-16,-3-5 9 0,2-4 2 0,-10-1 7 15,-1-4-6-15,0-2 12 0,-1-6 14 0,1 1 0 0,-4-1 4 16,0 0 10-16,1-1 7 0,-3 1 16 0,-2 3 27 0,3 8 13 16,-3 2 18-16,0 13 15 0,0 2 22 0,-1 6 3 15,2 8-5-15,-1-7-6 0,0 13-21 0,0-6-8 0,0 6-7 16,0 6-8-16,0 0-5 0,0 0-4 15,-13 20-10-15,8-4 2 0,-1 2 0 0,-3 10-2 16,3 4 3-16,-4 5 1 0,3 6-3 0,-1-5-5 0,1 6-2 16,1-1-3-1,4-1-1-15,0 4-3 0,6-6-1 0,2 2-4 16,-4 0-5-16,5 0 0 0,2-3-8 0,1-11-12 0,-5 2-17 16,7 1-17-16,0-4-29 0,1-4-37 0,-2 0-26 15,-4-3-28-15,3-7-33 0,1-1-49 0,-1-3-40 16,-1-4-152-16,-3-2-466 0,3-2 207 0</inkml:trace>
  <inkml:trace contextRef="#ctx0" brushRef="#br0" timeOffset="52477.97">16852 7838 70 0,'-6'-20'250'0,"-4"3"33"0,-4-7 11 15,8 5 0-15,-4 3-1 0,5-3-4 0,-3 4-3 16,4 1 17-16,1 1-24 0,1 1-8 0,-3 5-8 16,2-3-27-16,1 0-21 0,4 1-25 0,5 3-21 15,-1 2-21-15,8 3-21 0,4-4-31 0,2 1-33 16,8 6-33-16,5-4-36 0,13 7-22 0,-1-1-45 0,-9-1-29 15,7-1-46-15,-8 6-53 0,-2-1-69 0,0 3-334 0,0 0-654 16,-4-3 289-16</inkml:trace>
  <inkml:trace contextRef="#ctx0" brushRef="#br0" timeOffset="54397.1">11276 9216 75 0,'0'-9'364'16,"0"9"-11"-16,-3-12-14 0,1 7-16 0,2 5-15 16,2-10-8-16,-2 4-17 0,0 6-25 0,0 0-31 0,0 0-27 15,-2-7-29-15,2 7-14 0,0 0-21 0,0 0-14 16,-2 28-5-16,4-10-17 0,-2 6-14 0,0 0-2 15,0 5-4-15,-2 2-12 0,-4 0-6 0,4 1-5 16,-1 7-8-16,-7 3-9 0,5-3 4 0,2-8-4 0,-4-1-18 0,5-3-25 16,1 1-37-16,-3-1-24 0,4-2-21 15,-5-4-27-15,5-6-37 0,-1 3-48 0,2-8-45 0,3 2-41 16,-1-5-266-16,-1-3-594 0,-2-4 263 0</inkml:trace>
  <inkml:trace contextRef="#ctx0" brushRef="#br0" timeOffset="55051.78">11259 9120 273 0,'-1'-19'322'16,"-1"0"-13"-16,2 3-19 0,2 5-15 0,-1-2-21 16,-1 2-21-16,4 4-19 0,2-2-25 0,1 6-17 15,1-5-22-15,2 7-13 0,5 1-15 0,5 1-9 0,3 4-15 0,0 1-8 16,10 6-9-16,-1-1-10 0,6 8-12 0,0 2 0 15,0 5-9-15,-5-1-2 0,4 2 4 0,-6 3-14 16,0 3-1-16,-4-3-9 0,-4-4 0 0,-3-1-8 16,-3 2 3-16,-3 0-4 0,0 0-8 0,-8 0 2 15,1-8 0-15,-5 11-4 0,-4-1 6 0,-10-7-6 16,2-7-1-16,-6 8-5 16,-4-5 8-16,-8 0-7 0,-4-6-5 0,-9 6 8 15,-9-4 3-15,2-1-1 0,-5-5 5 0,2-2 15 16,-5-5 9-16,-2 3 13 0,7-7 4 0,3 2 9 15,-2-2 11-15,12 0-9 0,6 6 0 0,4-9-6 16,0 1-1-16,7 4 9 0,-1-2 6 0,7-2 3 16,9 5-2-16,-4-3 1 0,0 2-17 0,10 1-3 15,-7-6-7-15,7 6-12 0,0 0-2 0,0 0-4 0,32 0-5 0,-16 0-1 16,6 5-12-16,1-7-1 0,-3 4-7 0,11 3-7 16,1 0-15-16,-3-2 0 0,4 5-12 0,1-7-1 15,-1-1 3-15,5 5-22 0,5 0-9 0,-12-5-3 16,17 2 0-16,-3 3-2 0,-12-7 1 0,15-1-2 15,-3-2-4-15,1-2 1 0,-5-2 4 0,6 1 5 16,-3-2 3-16,1 0 7 0,-5-7 1 0,-7 5 8 0,-3 0-7 0,0 0 16 16,-4 0 2-16,-1-3-1 0,-9 4 6 0,1-1 7 15,-5-1 7-15,1 4 22 0,-7-3 9 0,-1 3 7 16,-1 1 1-16,-4-4 8 0,0 5 7 0,0-4-8 16,-4 6 8-16,-1-3-12 0,-1 2 0 0,-7 3-5 15,1 1 6-15,-5-1-3 0,1 6-3 0,-2-1-3 16,-1 1 7-16,-4 3 0 15,3 0-2-15,2 1-1 0,-5 5 1 0,3-1-3 16,4 4-5-16,1 0-4 0,1-2-2 0,1 2 7 16,3 0-9-16,5 2-3 0,2 4 5 0,3-5 1 15,2 4-6-15,4 3-2 0,9-3-6 0,3 3-14 0,-1-7-8 16,1-5-19-16,12 5-17 0,0 2-32 0,0-6-31 16,3 0-32-16,0-4-43 0,10-1-36 15,-7-2-44-15,14-2-43 0,-19 0-255 0,19-10-620 0,-15 3 275 0</inkml:trace>
  <inkml:trace contextRef="#ctx0" brushRef="#br0" timeOffset="55468.25">12804 9445 39 0,'6'-4'288'0,"-6"4"7"0,7-6-5 16,-7 6-8-16,2-3-8 0,-2 3-18 0,5-9-12 15,-5 9-16-15,-2-8-21 0,2 8-13 0,-12-4-21 0,12 4-13 16,-18-3-13-16,0 2 1 0,1-1-1 0,-1 0-13 16,-2 2-14-16,-8 0-2 0,0 0-8 0,0 2-13 15,0-2-8-15,-2 3-2 0,0 2-12 0,7-3-3 0,-2 5-7 0,9-3-15 16,-3 2-2-16,5-3-6 0,-1 1-11 0,8 4 1 16,-3-2 4-16,7 2-8 0,3-3-2 15,3 3 2-15,-1 4-7 0,13-3 0 0,0 4-1 0,-1 1-4 16,15 1-4-16,-6-3-1 0,7 1 2 0,-2 2-4 15,-5-1 0-15,8 3-2 0,-4-7 9 0,-11 0-5 16,11 2-14 0,-11-1 11-16,-2-4-3 0,-4 1-4 0,3-2-4 0,-8-3 0 15,-2 3 1-15,4-5-1 0,-7 7 6 0,0-8-1 16,-15 9 0-16,2-9-1 0,-2 0 2 16,-4 0 1-16,-2 2 3 0,-6-4-9 0,-2 2 5 0,-3 0 0 15,1-5-5-15,-2 1-13 0,1 1-16 0,-3-2-12 16,6 2-30-16,-1-1-24 0,8 1-26 0,7 6-18 15,-4-3-25-15,2-3-35 0,7 3-43 0,10 0-23 0,-13-2-21 0,13 2-20 16,0 0-168-16,0 0-515 0,0 0 228 0</inkml:trace>
  <inkml:trace contextRef="#ctx0" brushRef="#br0" timeOffset="56717.73">13345 9493 242 0,'3'-5'290'0,"1"-2"-13"0,-3 0-14 16,-1 7-9 0,7-9-21-16,-4 6-9 0,-3 3-8 0,-3-12-26 0,3 12-14 15,-3-8-18-15,-2 5-12 0,5 3-18 0,-5-4-12 16,5 4-10-16,0 0-16 0,-25 0 1 0,25 0-6 15,-23 4-5-15,8-1 7 0,-4 4 0 0,0-3-5 16,-5 4-6-16,3-4-1 0,-6 3-4 0,1 4-6 16,-2 1-3-16,-2-3-6 0,2 2-3 0,1-3-5 15,3 6-10-15,2-4 0 0,4 0 2 0,-2-2-8 0,5 8 6 0,7-6-12 16,-4 2-6-16,7-3 1 0,-1 6-6 0,4-4 8 16,7-1-10-16,2 7-1 0,6-4-7 0,2-2-2 15,10 5-6-15,3-4-11 0,5 0-8 0,7 0-13 16,3-3-12-16,5 3-7 0,-2-6-8 0,0 0-8 15,1-2-1-15,1 0-8 0,-15-8 4 0,13 9 2 16,0-11 7-16,-16 4 2 16,5-6 6-16,-4 3 4 0,-7-4 11 0,5-1 4 15,-9 2 2-15,5-3 6 0,-5 1 5 0,-5 1 14 16,-5-9 8-16,1 3 13 0,-9 6 13 0,6-7 17 16,-4 4 12-16,-3-5 11 0,-6-1 11 0,4 3 4 15,-8 0 18-15,4 2-22 0,-1-4-1 0,-4 7 0 16,-2-1-11-16,-3 0-4 0,-1 4-6 0,-1 1-9 15,2 3-2-15,-3-3 1 0,0 6-11 0,-4-3-3 0,6 3 5 0,-7 6-7 16,4-2-6-16,5 3 1 0,-3 4-3 0,-3-2 1 16,7 2-6-16,1 4-6 0,7-6 6 0,-1 6-15 15,4-1 6-15,2 1-17 0,0-1-4 0,8 1-5 16,-3 2-1-16,10-4-7 0,2 8-12 0,6 1-16 16,3-9-8-16,3-1-12 0,2-3-19 0,0-3-10 0,12 8-10 15,-8-9-3-15,-2-2-3 0,2-3 2 0,0 0 9 0,-5 0 10 16,1-4 10-16,4-2 9 0,-5-4 10 0,3 2 7 15,-7-1 5-15,-4-3 14 0,1 0 11 0,-7-1 25 16,3 2 23-16,-4-2 21 0,-5 1 15 0,-1-2 11 16,1 3 7-16,0-1 11 0,-10 0 1 0,9 2 3 15,-6 2 6-15,0 3 1 0,-3-2-8 0,0-2-1 0,7 6-13 16,-7 3-10 0,0-8-4-16,0 8-8 0,0 0-7 0,0 0-5 15,0 0-2-15,0 0 1 0,0 0-9 0,0 0 0 0,-15 18 0 16,8-9-2-16,7-4 2 0,-6 8-8 15,4-1 1-15,2-3-5 0,-2 2-5 0,2 1-3 16,4 0-1-16,-1 5-6 0,0-4-4 0,4 4 1 0,1-5-4 16,0 6 0-16,4-9-6 0,1 5-2 0,-1-9 1 15,3-2-2-15,5 2 9 0,-5-2-8 0,3-6 7 0,-2 3-3 16,1-5 5-16,3 4 3 0,-2-5-2 0,2-3 2 0,1-3 4 16,-6 3-1-16,3-5-2 0,2-5 7 15,-2 5 14-15,-4 0-3 0,2 0 14 0,-1 1 11 16,-2-5 10-16,1 2 16 0,-8 1 8 0,4 3 26 0,-5-1-8 15,3 4 8-15,-3 1 2 0,-3-1-4 0,6 2-6 16,-8-1-8 0,5 4-13-16,-3 0-8 0,-2 4-15 0,0-8-2 15,0 8-4-15,0 0-6 0,0 0-2 0,0 0-3 0,0 0-8 16,0 24-1-16,0-15 0 0,0 0 0 0,7 3-8 16,-6-3 1-16,-1 7-14 0,7 1-5 15,1-7-13-15,2 5-14 0,2 2-3 0,3-4-11 0,-1-1-12 16,3-1-11-16,1 1-9 0,0 0-21 0,2-9-9 15,8 6-11-15,1 0-3 0,-5-6-4 0,5 0-5 0,2-3 0 16,-1-4 1-16,-10 0 3 0,11-6-7 0,2 2 17 0,-1 1 6 16,-1-10 4-16,-3 5 18 0,0-7 4 0,5-6 7 15,-6 3 12-15,-4 0 5 0,7-6 6 0,-9-3 7 16,1 1 6-16,1-10 6 0,-3 1 14 0,-10-2 15 16,0 1 24-16,-7-2 22 0,4 3 20 0,-7-6 17 15,-7 5 16 1,0 9 11-16,6 3 8 0,-7-2 10 0,-4 2 4 0,4 2 8 15,6 6 5-15,-5 2 8 0,-1 2-4 0,3 4-11 16,-3 4-6-16,8-4-21 0,-5 7-8 0,3-1-14 16,2 6-13-16,0 0-6 0,0 0 3 0,-20 13-14 15,19 2-1-15,-3 4-8 0,0 1-9 0,4 21 5 16,-7-13-3-16,2 3-4 0,2 13-6 0,3 0 1 16,0-1-4-16,0 2 1 0,0 0-6 0,0 0 15 0,0 2-18 0,3 3-8 15,2-7-25-15,2-3-21 0,1 4-19 0,0-2-12 16,5-2-12-16,2-1-16 0,-10-11-13 0,10 1-25 15,-5-2-23-15,0-2-15 0,1-2-11 0,-4-7-15 16,5-3-26-16,-1-1-20 0,1-5-26 0,-2-1-180 16,0-4-493-16,1 3 219 0</inkml:trace>
  <inkml:trace contextRef="#ctx0" brushRef="#br0" timeOffset="56940.28">15225 9378 205 0,'-10'-10'400'0,"4"2"3"16,-3 0-4-16,4 1-17 16,5 3-18-16,-6-1-11 0,6-1-16 0,0 6-25 15,0-9-31-15,0 9-29 0,8-7-23 0,5 2-27 16,2 3-21-16,5 0-19 0,2 2-22 0,7 0-37 16,3 2-36-16,1 1-40 0,13 5-42 0,1-5-50 15,-3 0-46-15,1 3-60 0,-9-3-82 0,12 5-85 16,-18-5-303-16,7 1-695 0,-6-3 307 0</inkml:trace>
  <inkml:trace contextRef="#ctx0" brushRef="#br0" timeOffset="68981.57">3762 4254 162 0,'-7'-3'169'16,"7"3"-14"-16,0 0-18 0,0 0-13 0,0 0-11 16,0 0-14-16,0 0-7 0,0 0-13 0,-15 3-5 0,15-3-2 15,0 0-16-15,0 0-5 0,0 0-7 16,0 0-3-16,0 0-4 0,0 0-2 0,-7 3-4 15,7-3 3-15,0 0-7 0,0 0 3 0,0 0-6 16,0 0-7-16,0 0 2 0,0 0-1 0,0 0-3 0,0 0-5 0,0 0 5 16,0 0-5-16,0 0-3 0,0 0 0 0,0 0-1 15,2 9 1-15,-2-9 3 0,0 0-2 0,0 0 5 16,10 4-6-16,-10-4 0 0,3 7-1 0,4-3 1 16,-5-1 12-16,9 2 0 0,-4 2 5 0,3-3 0 15,-4 0 2-15,9 3-3 0,0 1-1 0,3-3 1 16,-3 3-6-16,2-1 0 15,4 1-3-15,-2 3-3 0,0-6 2 0,0 3-1 16,9 6-1-16,-7-7 1 0,-2 2-2 0,4 0 13 16,-5 0-20-16,10 0-2 0,-6 0 3 0,-1 1-1 15,1-2 4-15,2 1-5 0,3 3 1 0,-9-6 2 16,10 2-3-16,-6-3 3 0,6 3 9 0,-3-1 17 16,5 1 5-16,-2-2-2 0,3 0 0 0,4 0-5 15,-5 0 2-15,-1-3 0 0,8 3-2 0,-2-1 8 0,-1-4-3 0,11 4 1 16,-12-3-5-16,-1 3 1 0,-3-2-6 0,5-3 1 15,-3 3-3-15,-11-2-4 0,3 6 5 0,-1-6-11 16,-3 1 3-16,-2-2-4 0,4 4-1 0,-4 0-3 16,0 0-1-16,-4-3 1 0,-2 2 0 0,6-3-2 15,-1 1-1-15,-1 2 2 0,7 2-2 0,-9 1 1 16,10-2-4-16,-6 1 5 16,3 1-4-16,3-1-2 0,3-4 2 0,6 6-1 15,-4 0 2-15,-2 0 0 0,4-4-3 0,2 0 0 16,-3 11 1-16,3-13-1 0,-1 5 0 0,2-3 3 15,-1 2-4-15,-2 0 4 0,4-1 6 0,-2 3-7 16,-2-4-1-16,-2 0-2 0,-2 0 3 0,4 0-2 16,0 3 0-16,-5-3 1 0,6 1-1 0,2-1 0 15,-8-1 4-15,8 1 1 0,12 3 0 0,-14-2-4 0,14 0-1 0,-9 0-1 16,9 2 2-16,-3 3-4 0,-4-5 4 0,6-2-2 16,-1 4 0-16,2-2-1 0,0 4 0 0,-1-5 1 15,-7 1 2-15,9 4-2 0,-4 0 0 0,7-4 0 16,-4 3-1-16,3 1 2 0,0-7 0 0,0 2 0 15,-15 2 0-15,13-6 1 0,-1 4-3 0,-9 1 6 16,-6 4-5-16,5-3 1 16,-4-3-2-16,1-1 2 0,-1 6 1 0,-4-6-2 15,1-1-1-15,0 11 1 0,-5-7 1 0,0-1-3 16,-3 0 1-16,3 0 0 0,7-1 2 0,-3 3 0 16,4-1 0-16,-1 0-2 0,0 2 3 0,1-3-1 15,2 2 3-15,-1-3-3 0,4 3-2 0,9 2 1 16,-9-4-1-16,6 5-1 0,-11-4 2 0,15 4-3 15,-3 1 3-15,-6-7 2 0,6 4-2 0,2-4 0 0,-1 5-1 0,-9 1 1 16,11-4 2-16,1 0-2 0,-1 0 0 0,-5 1 2 16,7 1 1-16,-6-3-5 0,-2 2 1 0,4 0 3 15,1-3-1-15,-10 2-1 0,9-2 2 0,-4 1 0 16,8 0-2-16,0 0-3 0,-5 2 12 0,7-4-10 16,-4 5 1-16,0-2 0 0,6-4 1 0,-3 2-1 15,3 5 0-15,6-5-3 0,-5-1 1 0,3 4 1 0,-1-2 0 0,-4 0-1 16,7-2 2-16,3 3-2 0,0-3 3 0,-4-1 0 15,2 3 1-15,-3-3 5 0,4 3-5 16,-4-2-2-16,6-1 0 0,-5 0 1 0,-4 0-3 0,-1 0 1 31,6 0 2-31,-12 2-2 0,4-4 3 0,1 2-1 16,-1 0-1-16,-6 0-1 0,3-1 1 0,-11 2 1 16,-5-1 1-16,4 0-4 0,10 2 2 0,-9-1-1 0,-1-1 0 0,2 4 0 0,4-1 1 15,-6-1 0-15,1-2 0 0,-1 3-1 0,11 4 2 16,-3-3-2-16,4-1-1 0,1 0 3 0,0 2 6 15,0-3-6-15,-2 6-1 0,4-2-1 0,-2-3 1 16,6 3 0-16,-3-3 1 0,2 6-2 0,-1-6 4 16,1 3-6-16,5 0 2 0,-9-3 4 0,6 1 1 15,-2 3-3-15,2 0 6 0,1-4-4 0,-5 3-4 16,4 0 1-16,-2-3 1 0,0 4-3 0,-2-2 2 0,5 1 21 16,-1-2 3-16,3 0-2 0,-7 0 0 0,2 0 3 15,3 1-7-15,-8-1-1 0,0 2 0 16,0-4-1-16,2 5-1 0,0-2-3 0,-4-2 1 15,2 1-2-15,0-1 2 0,0 2-3 0,-2-2 4 0,-3 0-9 16,10 0 2 0,-10 2 4-16,2-1-6 0,6 0 1 0,-4 1-1 15,-4-2 1-15,-7 3-1 0,9-5-1 0,-4 4 1 16,-4-2-3-16,-4 0 1 0,10-3 0 0,-8 1 0 0,-2 3 1 16,3-1 0-16,-3 1-5 0,0-3 2 15,17 2 5-15,-19-1-3 0,4-2-1 0,0 3-1 16,10-1 1-16,-11 2-2 0,3 1 1 0,-3-1 0 0,10 0 0 15,-8-2-2-15,7 1 8 0,-7 0-5 0,-3 0-4 0,2-2 4 16,-2 2 1-16,-1 2-5 0,1-2 2 0,-5-3 1 16,2 1-1-16,-2 2-1 0,2-6 0 0,-2 6 4 15,2-3-5-15,-5 4 1 0,4-4 0 0,4 0-2 0,-1 0 1 16,-2 4 6-16,-1-4-7 0,3 2 2 16,-2-1 0-16,3-1 2 0,-2 4 0 0,-1-4-1 15,-8 4-1-15,-3-4 2 0,5 0-2 0,-8-4 4 0,4 0 4 0,-7 4 0 16,-3-1 18-16,0-1 6 0,2-2 13 0,-4 2 3 15,0-4-2-15,1 3-1 0,-3-7 1 0,1 5 2 16,-4-1 9-16,0-5-19 0,6 4 5 0,-9 1 7 0,5-4-8 16,-5-1 6-16,1-1 13 0,4 1-17 0,-1-5-1 15,1 1 2-15,-5 0 1 0,0-2-6 16,1 0 0-16,6-3 0 16,-6-4-4-16,6-3 8 0,-7 2-4 0,7-2 10 15,1-3 7-15,-3-13-5 0,3 18 7 0,-4-7-12 16,7 1 0-16,-4-6 2 0,8-4-2 0,-5 13 6 15,3-18-7-15,-2 7-3 0,1-1-4 0,3-1-12 16,-2 1 4-16,2-2-4 0,5 1-1 0,-5 0 4 0,0 0-10 16,0-1-5-16,-7 0 4 0,5-2 1 0,-1 5-5 15,-1-3 8-15,-7 0 0 0,2 13 2 0,-4 0-2 0,3-4 1 16,0 4-6-16,-5 1 1 0,1 1 0 0,-1 3-6 16,0-2 2-16,2 9-3 0,0-9-1 0,1 7-1 15,-3 3 1-15,0-2-3 0,0 5-3 0,3-3-8 16,-6 1 7-16,6 1 4 0,-3 2-3 0,5-1-1 0,-3 2 4 15,-2 3-13-15,2-7 7 0,1 7 1 0,5-8-1 16,-8 5 4 0,5 2-4-16,-3-2 2 0,6 0-3 0,-3 3 2 15,0-7-4-15,7 3 2 0,-9-4 0 0,4 8 1 0,2-9 0 16,-4 5-3-16,5-1 2 0,0-2-2 16,-3 3 1-16,1-7-1 0,-3 11 10 0,3-6-11 15,1 1 5-15,-3-1-5 0,1 5 13 0,-2-3-10 0,0 1-2 16,1 4 1-16,-1-2-1 0,0 1-1 0,0-2 5 15,-1 2-1-15,-1 4-2 0,5-5-7 0,-6 1 9 0,1 1 1 16,4 3-2-16,-4-5-9 0,2 1 8 0,-3 2-1 0,4 2 2 16,-2-4-2-16,-4 0-2 0,5 4 1 15,-2-3-3-15,0 0-3 0,1 3 4 0,-1-4 0 16,-3 3-13-16,2-3 11 0,-2 8-5 0,1-7 10 16,-1 0-2-16,2 0 3 0,-2 7 0 0,0-12-3 0,0 12-4 15,0-5 5 1,2-3 0-16,-2 8-4 0,0 0 4 0,-4-10-2 15,4 10-4-15,0-9-10 0,0 9 11 0,-6-7-7 16,4 2 5-16,-3 1-2 0,5 4-4 0,-8-9-2 0,-2 4-3 16,2 0-1-16,-4 1 3 0,-5-3 10 15,1 1-10-15,-6 0 2 0,-1 2-7 0,-5-7 6 16,-5 2 1-16,-12-2-4 0,-8 1-7 0,7 0-5 0,-5-4-7 16,-2 2 1-16,-5 0 1 0,5 0 6 0,-7-2 6 0,6 5-2 15,-3-1 4-15,1-2 0 0,-4 3 4 0,4-4 27 16,-5-1-33-16,1 2 4 0,1 3 1 0,6-5 0 0,-2 2-2 15,-3 2 6-15,4-5-6 0,1 2 7 0,0-3 0 16,5 1 1-16,6 2 1 0,-4-1 3 16,-2 1 1-16,7-1-1 0,-4 2-3 0,2 2 8 15,13 1-2-15,-3-2 1 0,1-1 0 0,-6 4 5 0,10 0 1 0,0-4-7 16,-5 3 12-16,0 0-7 0,0 1-4 0,0 1 4 16,1-2-2-16,1 1 2 0,-2 1 3 0,-12-2-2 15,0-7 1-15,14 9-3 0,-4 3 3 0,-10-3 0 0,11-1-1 16,1 4-3-16,-1-1-1 0,1 2 10 15,-1-3-7-15,4-2 7 0,-7 6-4 0,8-1-7 16,1-2 3-16,4 2 0 16,-4-3 2-16,5 1-1 0,3 2 0 0,-3-2 13 15,5 1-15-15,-4 3-1 0,2-2 13 0,-9-3-11 16,7 4 4-16,-3-5 18 0,4 3-25 0,-7-1 2 16,-4 2 3-16,6-3-1 0,-4 0-2 0,0 0 1 15,0 0 2-15,-1 0 0 0,1 3-1 0,-5-6 5 0,6 5 1 16,-8-3-3-16,2 3-6 0,4-5 6 15,-7 3-1-15,8 1-1 0,-5 1 1 0,2-4 0 0,-7 1 3 0,7 1-2 16,2-3-2-16,-2 1-3 0,-2 4 4 0,4-2 1 16,-6 0-1-16,4 3 2 0,-12-5-2 0,14 3 0 15,-1 0-2-15,-4 3 4 0,5-3-5 0,-4-2 5 16,0 3-6-16,4 0 0 0,-4-1 2 0,-13-2-2 16,2-4-1-16,-1 2 6 0,1 3-2 0,4 1-4 0,-4-5 1 15,-2 4-2 1,-3 3 5-16,3-5-6 0,5-3-4 0,-9 4-3 15,1 3-7-15,-2-5-3 0,2-2-3 0,-2 4 3 16,-7 6 1-16,9-8 0 0,-7 1-7 0,7-2 0 16,-5 3 9-16,-2 3-7 0,1-2 1 0,3 0 2 15,1-5 4-15,-7 7-2 0,14-1 3 0,-5 1 6 16,4-5 2-16,-1 4-5 0,7 3 1 0,8-1 4 0,-4-2 2 16,9 3-1-16,-15-2 2 0,13 3 1 0,-4-9 0 0,-1 9 3 15,2-2 1-15,1-2-1 0,4 2 1 0,-2-1 5 16,-1 1-3-16,1 1-1 0,-1-2 1 0,-2 0-3 15,3 2 5-15,2 1 1 0,-9-4 0 0,6 2-5 16,-4-1 1-16,2 2 2 0,0-4 0 0,-12 3 1 16,14-5 0-16,-6 7-2 0,2 1 1 0,1-2-4 15,-11-3 5-15,12 3 1 0,-2 0 4 0,0-2-6 0,4 3-1 0,-5 1 3 16,6-6 1-16,-2 2 3 0,-4 3-7 0,1-1 5 16,4 1-4-16,-2 2 2 0,-1-2-2 0,0-2 2 15,1 3 0-15,-14-1-1 0,14 2-2 0,-2-1 7 16,-3-1-5-16,-3-1 1 0,6 0-1 0,-3-1-2 15,-5-1 4-15,-3 1-2 0,4 1-2 0,-2-1 5 16,-6 2-6-16,7-1 3 16,-3 1 2-16,-4-2-3 0,4 0-13 0,-6-3 0 15,1 5 3-15,0 1 1 0,3-2 1 0,-4-3-1 16,4 2 3-16,-1 3-1 0,-1 0 0 0,-5 0 4 16,12-1-5-16,-1 1 5 0,-6 0 1 0,5 0 3 15,-1 0-4-15,13 0 3 0,0-2 2 0,0 4-3 16,-14-4 1-16,16 2 3 0,1 0-6 0,-1-1 3 15,-4 2 2-15,5-1-2 0,-1 0 2 0,4-1 1 0,-3-2-1 0,2 3 1 16,-3-1 9-16,-1 1-12 0,-1 0-1 0,5 0 0 16,5-2 4-16,-12 2 0 0,9 0-1 0,-6 0 1 15,1 0-2-15,1-5 0 0,0 10 3 0,-1-5-7 16,-6 0 2-16,9 0 4 0,0 0 2 0,-8 0-2 16,6 0-2-16,0 0 2 0,2 0 12 0,-3 0-11 15,9 0-4-15,-6-5 10 16,6 10-12-16,-4-5-1 0,4-5 2 0,-1 10-1 15,2-5 7-15,1 0-4 0,-3 0 1 0,1 0-1 16,1 0-1-16,-3 0 1 0,5 0-3 0,-3 0 3 16,2 0 0-16,2-5 2 0,0 10 0 0,-2-5-4 15,3 0 9-15,2 0-6 0,-4 0-2 0,9 0 2 16,-7 0-2-16,6 0 2 0,11 0 12 0,-22 0-13 16,2 0 0-16,10 0-1 0,-5 0 1 0,-5 0-1 0,-1 0-1 0,-2 0-2 15,1 0 0-15,4 0 4 0,-10 0 1 0,0 2-5 16,-2-4 1-16,-1 2-1 0,2 0 1 0,-5 0-3 15,-11 0-2-15,0 0 0 0,1 0 2 0,-3 0 0 16,-1 2-3-16,0-2 1 0,5 0 1 0,7 0 0 16,-7 0-2-16,5 1 4 0,8-2-4 0,-2-1-4 15,-1 2 0-15,5 2 3 16,5-2 1-16,3 0-2 0,2 0 1 16,0 0 4-16,6 0-1 0,-1-2 0 0,13 2 1 0,-15 0 2 15,7 2 0-15,8-2-1 0,-22-2 5 0,22 2-2 16,-6 2 0-16,6-2 0 0,-10 1 2 0,10-1 0 15,0 0 1-15,-12 0 0 0,12 0 9 0,-15 0-11 16,15 0-2-16,-15 0 0 0,5 0 0 0,-3 3 1 16,7-3-2-16,6 0 0 0,-22 0 5 0,9 0-4 0,3 0-2 0,-5 1 8 15,7-1-3-15,-1 2-3 0,9-2-1 0,-21 1 5 16,9 2-2-16,-3-1 0 0,7 1 0 0,0 0 0 16,-5 1 1-16,4 1 1 0,-1-5-3 0,4 0 2 15,-7 3 0-15,13-3 1 0,-12 3-1 0,7 1 7 16,-3-2-5-16,8-2-2 0,-12 7 6 0,4-4-7 15,8-3 0-15,-7 2 0 0,7-2-3 0,-8 3 0 0,8-3 2 0,0 0 3 16,-7 3-5-16,7-3 13 0,-10 4-14 16,10-4 7-16,-5 5-3 0,-3 0-2 0,8-5 4 15,-5 5-3-15,5-5 3 0,-8 5 2 0,1-2-1 0,1 0-3 16,6-3-1-16,-9 1 5 0,3 6-7 0,-2-3 4 16,1-3 2-16,-3 6 0 0,7-3-3 0,-7-1 5 15,5 2-4 1,-4-2 1-16,1 1-1 0,0 0 0 0,-4 0 3 15,2 0-3-15,9-3 0 0,-4 2 3 0,-5 2-1 0,10-5-1 16,-13 3 3-16,8-2-2 0,0 4-2 0,5-5 2 16,-9 6-1-16,6-2 1 0,-2-1-3 15,5-3 2-15,-6 5 0 0,6-5 0 0,-4 4 3 16,4-4-5-16,-6 7 2 0,6-7-2 0,-9 4 0 0,8 0-1 16,1-4 1-16,-7 8 2 0,-1-4-2 0,3 3 2 0,-3 1-3 15,3-3 4-15,-2 2-6 0,7 4 13 0,-8-4-8 16,-1 2-3-16,1 2 4 0,1 3-3 0,-2-1 2 0,-5 3 7 15,8-2-7-15,-4 4 1 0,3-3-1 0,-6 3-1 16,5-6-2-16,1 4 0 0,0-1 2 16,4 2 0-16,-7 4-2 0,7-5 3 0,-4 4-2 15,1-4-1-15,-3 6-1 16,8-6 4-16,-3 2-2 0,-4 0 1 0,6 1-1 16,-3-2-1-16,4 3 0 0,-7-4 1 0,4 2-2 15,3 2 2-15,-1-4 2 0,-3 2-1 0,3-1 2 16,-3 1-4-16,4 1 2 0,-6-2-1 0,5 0 0 15,-4 5 2-15,4-6-1 0,-3 3 1 0,3 0-3 16,1-3 2-16,-4-1 0 0,3 1 4 0,-3-1-4 16,4-1 1-16,-1 1 1 0,-3 0 2 0,3 3-6 0,1-6 13 0,1 4-12 15,-4-2-1-15,1 2 0 0,3 0 2 0,-3-6-1 16,-2 7 0-16,3-6 0 0,-1 6 0 0,-2-2 2 16,2 0-2-16,1 0 4 0,-1 1-3 0,1-1-2 15,0 1-1-15,2-3 5 0,-3 1-4 0,-2 1 6 16,2-3-3-16,1-1 0 0,0 5 1 0,4-4 1 15,-7-2 0-15,3 2-2 0,1 1 2 0,-4 2-2 0,3-4 2 0,0 4 3 16,-1-7-2-16,1 7 3 0,1-3 0 0,-4-3 0 16,3 2-2-16,1 1 5 0,1-1-7 0,0 5 6 15,-5 1-4-15,3-5 2 0,2-2-2 0,-5 5 1 16,3-6-1-16,1 5-1 0,-4-1 8 0,5 2-10 16,-2-3 4-16,2 5-1 0,-3-4-1 0,-2 2-2 15,0 1 0-15,5-3 1 16,-2 1-2-16,2-6-1 0,-5 7 2 0,2 1-1 15,0-5 3-15,3 5 2 0,-2-5-3 0,0 5 1 16,-3-9 2-16,5 9-2 0,-3-8 1 0,3 4-1 16,-3-1 6-16,1-3-5 0,0 6 2 0,-3-4 6 15,5 0-9-15,-1-1-3 0,-6 2 4 0,7-3-2 16,0 4 2-16,-2-3-3 0,2-2 2 0,0 4 0 16,-5-2 2-16,5-3-3 0,-1 2 0 0,-6-1 1 0,7 4 0 0,0-4 5 15,0 0-2-15,-1 1-4 0,1-1-1 0,-4 0 4 16,4-2-3-16,0 3 1 0,-1-2-3 0,1 2 5 15,0-8 0-15,0 5 0 0,0 2 0 0,0-7-2 16,0 8 2-16,0-8 4 0,-2 8-3 0,2-8-3 16,0 0 5-16,0 7-4 0,0-7 5 0,2 8 1 15,-2-8-1-15,0 6 9 16,0-6-12-16,0 9-2 0,0-9 1 0,1 3 1 16,-1-3-1-16,0 8-2 0,0-8 5 0,4 7-1 15,-3-1 4-15,6-2-4 0,-1 3 2 16,-4-3-1-16,6 0 0 0,1 1 4 0,9 1 2 0,5-2 0 15,8 3-3-15,4-2 0 0,12 0-3 0,4 1-11 16,7 0-15-16,1-1-32 0,6-3-32 0,23 6-59 16,-7-2-54-16,7-2-73 0,-2 1-223 0,-2 2-532 0,-3-2 236 0</inkml:trace>
  <inkml:trace contextRef="#ctx0" brushRef="#br0" timeOffset="131010.77">16357 3906 14 0,'-5'-5'141'0,"-5"2"-4"0,10 3-4 16,-8-5-18-16,-3-2 0 0,9 4-3 0,-5-1-1 15,7 4 4-15,-10-6 1 0,5 3-7 0,5 3-4 16,0 0-3-16,-8-6 0 0,8 6-5 0,0 0-5 0,0-6-14 16,0 6 8-16,-5-6-15 0,5 6 2 0,0 0-5 0,0 0-8 15,0 0-10-15,0 0-4 0,0 0-4 0,-10-1-1 16,10 1-7-16,0 0-5 0,0 0-4 0,0 0 0 16,0 0-3-16,0 0-5 0,0 0-6 0,0 0 4 15,0 0-1-15,0 0-2 0,0 0 1 0,0 0-2 16,0 0 0-16,0 0 8 0,0 0 2 0,0 0 9 0,0 0-1 15,0 0 8-15,0 0-5 0,0 0 0 0,23-2 4 0,-1-3 5 16,8-2 2-16,23-5-3 0,28-1-2 0,21-4-2 16,46-4-5-16,4-3 2 0,-5 8-11 0,11-10-1 15,2-2 0-15,2 5 1 0,-1-4 0 0,8 0 1 16,-6-4-4-16,8 0 2 0,-4 6-1 0,-6 3-5 16,-11 0-1-16,9 0 0 15,-2 4 1-15,-11-3 0 0,-45 9 0 0,41-3-5 16,-39 9 6-16,3 3-11 0,3 0 1 0,-8 2 0 15,3 2-1-15,-3 2 0 0,-18 0-2 0,0 3 4 16,-30-3-7-16,-12 4-1 0,7 1-13 0,-16-4-8 16,-6 4-12-16,-6-1-17 0,-3 2-17 0,-3 1-25 15,0-3-16-15,-8 2-23 0,3-1-9 0,-9-3-34 16,-2 3-44-16,-6-2-174 0,-7 3-424 0,-3-6 189 0</inkml:trace>
  <inkml:trace contextRef="#ctx0" brushRef="#br0" timeOffset="132498.96">16195 3903 14 0,'8'-9'204'0,"-8"9"-12"16,0 0-9-16,2-8-11 0,-2 8-9 0,0 0-14 16,0 0-11-16,7-3-8 0,-7 3-14 0,0 0-7 15,0 0-11-15,0-5-15 0,0 5-1 0,0 0-7 16,0 0-9-16,0 0-4 0,6-5-9 0,-6 5-8 16,0 0-6-16,0 0-2 0,0 0-7 0,0 0-3 15,0 0-7-15,0 0 2 0,0 0-1 0,0 0-1 0,9 12-5 0,-1-7 2 16,-2 2-3-16,8-3-7 0,-8 4 5 0,8 0 0 15,2-3-2-15,1 9-3 0,3-5-1 0,8 2-1 16,1-1 3-16,-4 3-2 0,0-1-1 0,7 5 1 16,-3-2 0-16,-2-1-3 0,-1 1-2 0,-1-2 6 15,8 1-7-15,-10 2 4 0,7 0 1 0,-7-1 2 16,4 4-2-16,-1-7 0 0,-2 1 0 0,2 2 1 0,-4-3-3 0,6 5 2 16,-4-4 1-16,0 2-2 0,4-2 0 0,-7 5-1 15,9-6 0-15,-10 3 0 0,10-3-1 0,-9 7 3 16,9-6-4-16,-2 5 2 0,-1 1-1 0,-2-3 1 15,4-1-2-15,1 1 1 0,2 2-1 0,-3-1 1 16,1 1-1-16,7 2 0 0,-1 1 0 0,-5-3 1 16,9 2 4-16,-12-4 2 15,14 10-1-15,-6-7 0 0,-6-3 2 0,15 6 2 16,-4 2-2-16,2-6-2 0,-7 4 2 0,4-2 4 16,-8-5 3-16,7 9 0 0,1-3 1 0,-2 3-2 15,5-6-1-15,-7 3 0 0,6-3 0 0,-4 0-2 16,-2 6 1-16,4-4-1 0,-12-5-2 0,17 7 2 15,-4-3-3-15,-3 3 1 0,7-3 0 0,-9 1 0 16,9 0-2-16,-2-1-2 0,-1 1 1 0,1 0 1 0,1 4-3 0,-1-3 2 16,2-2 1-16,-2 1-2 0,-2 3-2 0,1-3-1 15,1 2 4-15,-2-2-3 0,-1 3 3 0,-2-2-2 16,5 3 1-16,-7-4 7 0,6-5 9 0,-14 4-2 16,12-1-2-16,-2 0-1 0,-7-2-3 0,11 1 4 15,-13-2-4-15,1-1-3 0,5 2 0 0,-7-4 0 16,2 3 0-1,0-3-4-15,-6 3 4 0,1-3 2 0,0-3-3 0,2 5-3 16,-4-4-2-16,-7-2 0 0,6 1 3 0,-6 1-3 16,4-1 3-16,-3-5-6 0,4 8 2 0,-4-4-1 15,-2-1 0-15,5 0 1 0,-4 0-3 0,4 0 6 16,-5-1-6-16,8 1 0 0,-10 0 1 0,6 0 4 16,-1-1-2-16,5 3 0 0,-3 2-1 0,-4-7 0 15,1 3-3-15,4-3 3 0,-6 2-1 0,0 1 4 0,-2-4-3 0,2 4 0 16,-1-2-2-16,-4-3 1 0,-4 4 0 0,2-7 0 15,-1 2 8-15,1 3-10 0,-8-4 3 0,12 2 5 16,-12-2-5-16,0 0 0 0,10 1-27 0,-10-1-41 16,0 0-87-16,0 0-94 0,0 0-228 0,-22-13-514 15,14 7 227-15</inkml:trace>
  <inkml:trace contextRef="#ctx0" brushRef="#br0" timeOffset="138859.84">21629 2891 135 0,'3'-8'185'0,"-3"0"-7"0,0-2-3 0,-3 4-16 0,3-1 5 15,0-4-5-15,0 2 2 0,0 2-16 16,0-2-10-16,0-2-1 0,0 5-4 0,0-3-11 16,-3 2-12-16,1-5-9 0,2 5-5 0,-3 0-8 0,-4 2-8 15,5-3-10-15,-1 1-4 0,0 0-8 0,-2 1-7 16,-2 2-6-16,1-6-4 0,-4 6-8 0,5-2-3 15,-7 0-3-15,-1 3-7 0,5-2 2 0,-6 2-5 0,-1 2-2 0,2 1 7 16,-3 0-1-16,1 0-5 0,-2 4 1 16,-1 0-5-16,3 0 0 0,-6 2-2 0,6 2 0 15,-7-1 0-15,2 5-1 0,-5 1-3 0,7 1 0 0,-3 1-2 16,3 5 0-16,-1-1-1 0,-1 5 1 0,4 0 0 16,1-1 0-16,0 2 2 0,2 1 3 0,5 1-5 15,1 1 0 1,0-1 1-16,6 3 1 0,2 0-2 0,4 2-1 15,4 7 3-15,2-12 1 0,1 1-1 0,6 8-4 0,-1-11 5 16,7 2-2-16,-2-3 2 0,8 8 0 16,4-7-2-16,-5-6 1 0,-5-2 0 0,6 0-1 15,2-4 0-15,1-1 1 0,-2-2 2 0,-3-1 1 0,2-6-4 16,5-2 3-16,-5 0-2 0,3-3 3 0,-5-5-3 16,0-3 5-16,0 1-1 0,4-6 7 0,-3 3 7 0,1-15 5 15,-2 7-5-15,1-5 0 0,0-7-4 0,-6 5-1 16,1-7 3-16,-4-2-5 0,3 0 9 0,-7-2 2 15,-3 3-1-15,-3-8-1 0,4 3-3 0,-11 8-2 16,9-7-2-16,-9 8-1 0,-1 4-1 0,-1-1 0 16,-1 5-6-16,0 5 3 0,5-3 7 0,-5 6 2 0,-5 0 1 15,5 0 1 1,0 7-3-16,0-1-4 0,0 2-4 0,0 1-6 16,0 6-4-16,-1-9-2 0,1 9-7 0,1-8-15 15,-1 8 6-15,0 0-2 0,0 0 3 0,0 0 2 0,-6 18 3 16,6-10-2-16,-4 4 2 0,4 2 2 15,0 0 1-15,-3 4 2 0,3 2-1 0,3 4-1 16,1 2 1-16,-1 2 1 0,-1 1 3 0,4-2 0 16,-3 0 1-16,4 0 0 0,5 0-1 0,-9 1 0 0,12-1-4 0,0 0 3 15,-2 5-5-15,-5-10-1 0,6 2 5 0,0-3-7 16,1 3-4-16,0-3 1 0,-8-5-2 0,6 1 0 16,-3-2 0-16,-2-1 2 0,6-1-2 0,-6 1 0 15,-2-2 3-15,4-2-7 0,-3-4 2 0,0 6 2 16,1-5-1-16,-3-2 3 0,5 2 6 0,1 1-5 15,-4-5 1-15,5 3 1 0,-1-3 1 0,1 0 0 0,-1-1 2 0,3-2 5 16,2 4-3-16,1-6-2 0,3-2 1 0,-6-2 5 16,3 0-1-16,1 2 1 0,-3-3-1 0,5-3 2 15,-2 1 1-15,-5-3-2 0,2 3 1 0,0-6 1 16,0 3-1-16,-5-6 1 0,-3 3-1 0,6 0 0 16,-10-2 5-16,0 1-4 0,1-2-4 0,-4 5 5 15,-4-4-1-15,1 0-2 16,-2 4-1-16,-3-3 2 0,1 2 0 0,-4 6-3 15,2-4 0-15,-4 4-2 0,-2-3 3 0,0 7-3 16,1-3 2-16,-3 3-2 0,-3 4-1 0,5 3 2 16,0-2 0-16,0 2 1 0,-4 1-1 0,4 3 3 15,3 1 1-15,4-1-4 0,-4-1 4 0,6 6-1 16,-3 0 2-16,3-2-2 0,1 2 1 0,5 0 1 16,5 6-2-16,-4-6 2 0,8 2 0 0,-3-1 1 0,6 1 0 0,3-1-1 15,-2 3 0-15,4-5 1 0,-3 1-4 0,1-8 2 16,0 3-4-16,5-1-2 0,-3 1 3 0,-2-2-2 15,3-5 4-15,-2 0-2 0,-2-3 2 0,-1 0 0 16,-2-3 1-16,-2 1 0 0,4 1 6 0,-7-4-4 16,4 0 6-16,-5 0 6 0,4-1 9 0,-4 0 5 15,3 1 6-15,-6 0 4 16,3-1 1-16,-4-2 6 0,-1 4 0 0,7 0 2 16,-7 3-8-16,0 4 3 0,1-10-15 0,-1 10-3 15,2-7-9-15,-2 7-14 0,0 0-3 0,0 0 1 16,0 0 1-16,0 0-2 0,10 17 0 0,-10-10 1 15,8 3-3-15,-6-1-10 0,0 3-7 0,1-1-1 16,5 3-6-16,-4-1-1 0,0 1 4 0,6 1 0 16,-3-1 2-16,1 2-5 0,-3-5-9 0,4-6-1 0,-4 6 5 0,4-4 2 15,-4 2 4-15,-1-6 4 0,9 1 3 0,-11-3 5 16,13 1-2-16,-15-2 4 0,14-7 1 0,-2 3 0 16,3-5 6-16,0 2 4 0,-5-4-1 0,3-1 5 15,0-2 8-15,-5 2 5 0,7-4 4 0,-1 4 13 16,-3-3 1-16,2 4 0 0,-1-1 5 0,0 0 0 15,-1 2-5-15,-4 1 2 16,-4 1-5-16,5 1-2 0,2-1-5 0,-5 6-2 16,4-5-6-16,-3 6 0 0,7-1-6 0,-13 2 0 15,14 2-1-15,-3 1 0 0,1 3-2 0,-6 2 0 16,4-3 1-16,4 8-2 0,-8-1-1 0,4-3 1 16,0 6-2-16,0-2 2 0,3 5-3 0,-6-5 0 15,1 2-1-15,-1-1-3 0,1 1 0 0,-6-3-2 16,4 1 0-16,-6-1 2 0,0-2-2 0,-6 0 0 0,4-1 1 0,-6-3 2 15,3 1 1-15,-5-2 0 0,5 1 0 0,-3 2 2 16,-1-4 0-16,-2 0 3 0,3-2 0 0,-1-2 3 16,-2 2-2-16,11-2 6 0,0 0-3 0,-19-7-1 15,14 6 0-15,5 1-3 0,-1-8 4 0,1 8-5 16,1-13-6-16,4 6-2 0,10-1-7 0,-6-1-4 16,6 0-8-16,6-2-1 0,-1-1-3 0,10-1-4 0,-9 1-3 0,7-3 5 15,-3 6 2-15,-2-8 2 0,-3 9 3 0,7 0 3 16,-9-3 4-16,2 3 0 0,0 0 1 0,-2 2 5 15,-3-3 5-15,-7 3 16 0,2 0 13 0,-3 0 16 16,1 1-2-16,-2 1 2 0,1 1-2 0,-7 3-6 16,8-3-6-16,-8 3-2 0,5-2-1 0,-5 2-6 15,0 0-2-15,9-4-4 16,-9 4-4-16,0 0-3 0,0 0 2 16,0 0-3-16,0 0 3 0,0 0-1 0,5 14-1 0,-5-9 0 15,1 3 0-15,-1 1 2 0,4-2-3 0,0 4 4 16,-2 1-3-16,3 4 0 0,3-4-2 0,6 8 1 15,-6-6 1-15,0 2-3 0,4-1 2 0,-1 0-2 16,3-4 2-16,-6 2-1 0,3-1-1 0,-2-3 0 16,-1-3 9-16,-1 1-9 0,-1-2 1 0,-2 2 1 0,-1-3 1 0,2-3 2 15,-5-1 0-15,5 7 20 0,-5-7 15 16,3 7 9-16,-3-7 9 0,0 0 0 0,5 3 0 0,-5-3 3 16,0 0-15-16,0 0-3 0,0 0-4 0,0 0-8 15,0 0-1-15,0 0-7 0,0 0-3 0,-13 5-3 16,13-5-3-16,-12 4 3 0,6-3-20 0,6-1-17 15,-15 3-8-15,3-1-20 16,2 3-8-16,2-1-18 0,-4 0-14 0,1 2-25 16,-1 0-29-16,-3-3-38 0,7 1-45 15,0-2-37-15,-4 1-166 0,1 4-463 0,6-3 205 0</inkml:trace>
  <inkml:trace contextRef="#ctx0" brushRef="#br0" timeOffset="139329.87">24037 3396 230 0,'-5'-9'296'0,"2"8"-10"0,3 1-6 0,-7-8-14 15,7 8-14-15,0 0-7 0,-5-6-25 16,5 6-18-16,-3-5-19 0,3 5-21 0,0 0-19 16,0 0-21-16,0 0-14 0,0 0-12 0,0 0-8 0,0 0-9 0,0 0-12 15,-12 19-5-15,11-12-6 0,1 3-8 0,0 0-2 16,-2-2-7-16,0 4-3 0,2 3-3 0,0-3-2 16,0 4-14-16,0 0-6 0,2 1-17 0,1 0-15 15,-1-2-13-15,0-1-26 0,6 1-29 0,-5-1-31 16,7-6-32-16,-5 6-25 0,8-5-41 0,2-5-50 15,-5 4-159-15,5-4-462 16,8-2 204-16</inkml:trace>
  <inkml:trace contextRef="#ctx0" brushRef="#br0" timeOffset="139661.9">24714 2883 1 0,'0'-6'336'16,"5"-3"-27"-16,-3 5-31 0,-2 4-28 0,1-11-30 16,-1 11-27-16,0-9-25 0,0 9-20 0,0 0-16 15,0 0-13-15,-8 20-10 0,5-5-11 0,0-2-10 16,-1 9-12-16,-4 7-5 0,1 3-4 0,-1 5-11 16,-2 7-5-16,0-1-2 15,4 2-5-15,-8 1-4 0,4 6-7 0,5-3-2 16,-4 4-3-16,4 5-2 0,5 14-2 0,-7-16-6 15,4-1 5-15,-1 20-2 0,3-19-3 0,1-2 5 16,1 0-7-16,-1 0-3 0,0-3 1 0,7-1 3 16,-7-6-7-16,0-2 0 0,5-3-1 0,-10-9 7 15,5-12-6-15,-3 9-3 0,-1-10-2 0,1 1 0 16,-2-5-3-16,2-4-4 0,-2 1-4 0,5-5-20 0,-9-2-35 0,-2-3-38 16,11 0-56-16,-17-11-66 0,7 2-231 0,-3-4-490 15,7-4 216-15</inkml:trace>
  <inkml:trace contextRef="#ctx0" brushRef="#br0" timeOffset="139993.91">24451 3553 83 0,'13'-12'266'0,"7"1"-10"16,5-3-17-16,1 2-12 0,-1 2-12 0,2-1-20 0,1 0-20 15,3 3-15-15,-3-1-17 0,-3 2-13 0,3 0-15 16,1-1-10-16,-3 3-12 0,-3 3-7 0,-3-1-12 15,2 3-7 1,1-3-5-16,-5 4-8 0,-1-1-7 0,-1 0-8 0,2 5-1 16,-1-5-3-16,-4 4-2 0,-1-1-7 0,6 4-1 15,-8 0-1-15,-2-1-7 0,5 1 0 0,-6 1-1 16,1 0-5-16,-1 0-2 0,1 3 0 16,-3 3 0-16,-2 0-4 0,4-3 1 0,0 8-1 0,-6-4 0 15,8 5 2-15,-6 3-1 0,2-4-2 0,1 5 0 16,1 2 1-16,0-7-2 0,-6-1 0 0,6 0 2 0,-2-2 3 15,3 3-7-15,-3-1 2 0,5-5-6 0,-3 2-20 0,-2-6-20 16,0 2-20-16,0-3-22 0,1 0-33 0,4-5-53 16,-3-3-67-16,-7 0-167 0,15-3-438 15,-9 0 194-15</inkml:trace>
  <inkml:trace contextRef="#ctx0" brushRef="#br0" timeOffset="140163.17">25282 3267 26 0,'0'0'314'0,"0"-8"-31"0,0 8-25 15,0 0-27-15,0 0-26 0,-2-5-24 16,2 5-18-16,0 0-28 0,0 0-42 0,0 0-37 0,0 0-38 0,0 0-35 16,0 0-40-16,0 0-46 0,0 0-56 0,0 0-113 15,-11 16-294-15,9-10 131 0</inkml:trace>
  <inkml:trace contextRef="#ctx0" brushRef="#br0" timeOffset="140564.19">24302 2987 244 0,'0'0'334'0,"-8"-10"-22"0,8 10-26 0,0-4-25 0,0 4-27 0,0 0-24 15,0 0-29-15,0-6-23 0,0 6-13 0,0 0-21 16,0 0-12-16,0 0-10 0,0 0-13 0,0 0-9 16,0 0-7-16,0 0-7 0,0 21-6 0,0-15-4 15,0 0-10-15,0-6-2 0,0 7-4 0,0-2-10 16,6-1-13-16,-6-4-10 0,0 0-9 0,0 11-7 16,0-11-6-16,0 0-10 15,0 0-3-15,0 4-6 0,0-4-34 0,0 0-41 16,0 0-41-16,0 0-41 0,0 0-62 0,-21-16-152 15,19 12-438-15,2 4 193 0</inkml:trace>
  <inkml:trace contextRef="#ctx0" brushRef="#br0" timeOffset="141814.15">25754 3577 202 0,'1'-12'254'0,"3"4"-9"16,-1-4-2-16,0 2-15 0,-1 1-16 0,-2 1-14 16,0-1-10-16,-2-1-11 0,2 3-16 15,-3-3-16-15,0 2-19 0,-1 2-12 0,1 2-14 0,-5-3-15 16,1 3-5-16,-6 1-9 0,-2 3-13 0,-2 0-1 15,2 5-8-15,-4 0-7 0,-5 0-7 0,1-1 0 16,7 7-3-16,-9 1-6 0,5 0 0 0,-2 2-6 0,6-1-1 0,-2 5-4 16,5-2 2-16,1 3-3 0,7-6 0 0,0 5 1 15,3 1-3-15,4 4 2 0,5-7-7 0,6 10 5 16,3-5-5-16,4-2 2 0,8-2-3 0,10 4 0 16,9-1-5-16,-3-5-5 0,6-2-14 0,0-1-1 15,-2-5-6-15,1-2-8 0,3-3-1 0,-8-4-2 16,1-7 3-16,0 5 1 0,-9-4 7 0,-4 0 1 0,-1-7-1 0,-4 8 7 15,-4-6 0-15,-5 2 6 0,-1-2 4 0,-6-1 4 16,-8 1 13-16,6 2 3 0,-3 0-1 0,-6-4-1 16,2 3-2-16,-7 4-2 0,0-8-1 0,-5 8 0 15,-1-2-2-15,-6 1-2 0,0 2-2 0,-2 3 1 16,-1 4 1-16,2-4-2 0,-7 8 1 0,5-1-1 16,-7 1-1-16,6 5 2 15,-2-3-1-15,4 6-2 0,1 0 2 0,3-1 0 16,0 2 3-16,9 1-2 0,-4 1-5 0,0-1 5 15,7 1 1-15,3-3-2 0,3 0 0 0,4 3 3 16,3-1-3-16,-1-2 3 0,6 0 0 0,5-8-1 16,-3 4-5-16,6 1 5 0,-2-6 5 0,6 0-4 15,-2-6 1-15,-2 2-3 0,-2-3 1 0,-1-6 1 16,5-3 0-16,-5 2 1 0,-3-1 0 0,6-4 1 0,-12 1-6 0,4 1 12 16,-5-3 10-16,-3 2 8 0,6 0 6 0,-11 3 9 15,6-4 9-15,-1 7 1 0,-7 0 3 0,3 0-12 16,0 0-2-16,-1 6-8 0,3-1-8 0,-5 4-6 15,0 0-4-15,0 0-5 0,0 0 3 0,0 0-2 16,0 0-1-16,-7 20-4 0,4-8 0 0,6 3-1 16,-3 0-4-16,7 5 2 15,-1 4-4-15,4-5 2 0,5 7 1 0,5-2-7 16,3 0-12-16,12 9-2 0,-4-6-8 0,6-4-14 16,-1-3-11-16,7 0-19 0,-5-5-15 0,7-2-14 15,5 0-15-15,-4-6-17 0,4-4-9 0,-7-6-15 16,-3-4-18-16,4-4-17 0,1-3-7 0,-5-6-160 0,-2-3-387 15,-2 0 171-15</inkml:trace>
  <inkml:trace contextRef="#ctx0" brushRef="#br0" timeOffset="142284.19">27129 3042 140 0,'-3'-12'207'0,"-1"5"-8"0,3-1-22 15,-6 4-24-15,5 0-13 0,2 4-18 0,0 0-20 0,0 20-9 16,2-5-2-1,3 0-10-15,-3 12-7 0,-1 5-9 0,6-2-6 16,0 12-5-16,-6-1-6 0,-2 1-3 0,4 8-3 16,-5 1-9-16,1 3 0 0,-1 0-7 0,-3 19 4 15,-2-15 0-15,6-6-5 0,-6 1 3 0,5-3-9 16,-4 4-1-16,-1-10-3 0,-3 2 4 0,-3-8-8 16,8-10 3-16,-5-1-3 0,5-1 0 0,-3-6 0 0,1-5-1 15,1-2-3-15,-3 1 0 0,8-10 4 0,1 4 0 0,-5-7-3 16,5-1 1-16,0 0-3 0,-10-13-6 0,10 1-3 15,0-2-12-15,0-2-6 0,0-4-5 0,0-6-4 16,2 7 0-16,4-8 5 0,-4 0 2 0,3 7 2 16,-4-7 6-16,8 0 11 0,-9 2 17 0,5 6 15 15,-4 2 8-15,3 5 16 0,-1-3 16 0,-3 3 10 0,7 5 3 16,-6-3 2-16,3 2-1 0,-3-1-11 0,6 3 0 0,-4-1-15 16,0 3-3-16,6-2-5 0,-6 2-7 0,-3 4-5 0,15-5-3 15,-8 5-7-15,-7 0 2 0,21 5-6 16,-1-3-1-16,-5 6-2 0,1 1-5 0,-1 0 2 15,0 3-4-15,0 2 1 0,-2-1 2 0,2 2-10 16,0-2 1-16,0 9 3 0,0-6-3 0,0 3-4 0,-5 4 1 16,-4-8-14-1,-1 6-14-15,4-2-15 0,-9 0-19 0,5-1-15 16,1 3-17-16,-3-3-23 0,-3-1-30 0,2 2-45 16,1-4-35-16,-3 1-153 0,2-5-407 0,5 2 180 15</inkml:trace>
  <inkml:trace contextRef="#ctx0" brushRef="#br0" timeOffset="142901.37">27579 4018 184 0,'0'0'269'0,"-5"-3"-25"0,5 3-23 0,0 0-24 16,0 0-21-16,-3-5-20 0,3 5-17 15,0 0-15-15,0 0-16 0,0 0-6 0,0 18-9 0,0-11-7 16,0 0-12-1,3 3-6-15,-1 2-5 0,1-5-6 0,4 2-4 16,1 3-9-16,-1-1 0 0,8 0-7 0,-10-3 0 16,5-4-4-16,1 4-2 0,-1 1-2 0,2-6-4 0,-4 3 1 15,2-6-4-15,-2 1 0 0,-8-1 0 0,20-1-3 16,-13-2-6-16,3-6 3 0,-1-1-1 16,-4-2-4-16,5-3-1 0,-6 1 2 0,2-4-4 0,-4 2 0 15,3-4 1-15,2 2-2 0,-4 0 1 0,2-2-1 0,3 1 3 16,-3-1 8-16,-5 2 7 0,8 5 6 0,-4-2 2 15,1 3-8-15,1 0 4 0,-4 0-7 0,5 5 1 0,-6-4-3 16,2 7-2-16,1-1-4 0,-4 5-3 0,8-2-4 16,-8 2-1-16,13 8 0 0,-9-1-5 0,2 1 4 15,4 3-3-15,0 4-2 0,-3 1 3 0,6 2-1 16,-1 6-2-16,-3-3 5 0,5 5-2 0,-4-1-2 0,5 0-4 16,-6-1 4-16,3 6-2 0,-2-13-2 0,-5 2-2 15,5 1 2-15,-8-6-3 0,6 2 3 0,-3-2 3 0,1-5-2 16,-6-1 2-16,5 0 0 0,-3-4 8 0,-2 1 26 15,8-2 28-15,-8-3 10 0,0 0-7 0,0 0 0 16,0 0 7-16,22-12 3 0,-14 3-5 0,-1 0 6 16,-1-5 2-16,3-4 0 15,-1 5 0-15,2-6-6 0,1 3-1 0,1-3 1 16,-2 3 5-16,5 1-3 0,-5 0 6 16,1 1-19-16,1 0-7 0,1 3-4 0,-1 2-19 0,-7-1 6 15,6 6-9-15,-6-2 2 0,5 1-10 0,-3 3 0 16,4 0-8-16,-11 2-5 0,15 2-2 0,-10 0-4 15,2 5-19-15,1 0-14 0,2 2-13 0,-5 0-9 16,0 1-6-16,3 7-21 0,-1-7 4 0,4 5-9 0,-7 1-12 0,4-1-9 16,-8-7-9-16,3 7-13 0,1-6-25 15,-4 2-27-15,0 0-35 0,0-4-27 0,1 1-45 0,-2-6-191 16,1-2-520-16,0 0 231 0</inkml:trace>
  <inkml:trace contextRef="#ctx0" brushRef="#br0" timeOffset="143239.87">28020 3406 81 0,'-7'-3'325'0,"0"-1"-31"0,7 4-26 0,-6-8-31 0,6 8-22 16,-2-4-25-16,2 4-22 0,-8-3-21 0,8 3-15 15,0 0-14-15,0 0-12 0,0 0-8 0,0 0-11 16,0 0-9-16,3 19-8 0,4-9-7 0,-1-3-3 16,1 1-8-16,3-3-4 0,1 2 0 0,-1-2-10 15,2 0 0-15,9 1-3 0,-12 2-4 0,4-5-3 16,-3-1 0 0,0 1-6-16,0-3 1 0,-10 0 0 0,15 0 1 0,-15 0-5 15,15-7-2-15,-9-1-3 0,-4 4 1 0,4-4-2 16,-6 1-3-16,2-3 1 0,-4 0-2 0,2-2-1 15,-3 2-2-15,-2-2-3 0,-1-1-6 0,-3 2-17 16,3 2-25-16,-8 0-34 0,-2 3-43 0,-4-5-46 16,5 7-61-16,-10 0-210 0,5 4-477 0,-8 0 211 15</inkml:trace>
  <inkml:trace contextRef="#ctx0" brushRef="#br0" timeOffset="144126.56">21281 5362 170 0,'2'-7'308'0,"0"4"-32"16,-2-4-25-16,0 7-30 0,3-7-28 0,-3 7-24 0,0 0-21 16,0 0-15-16,0 0-14 0,-17 24-9 15,9-6-12-15,-3 6-11 0,-1 5-8 0,-3 0-9 0,-1 14-9 0,-4 2-5 16,8-2-1-16,-6 3-7 0,-4-3-4 0,7 4-2 15,1-5-7-15,-1 5-3 0,8-1 0 0,-6-4-7 16,3 1-15-16,3-3-23 0,-1-8-14 0,-2-2-25 16,3 1-30-16,2-4-32 0,5-5-42 0,-8-2-38 15,8-5-179-15,0-3-403 0,5-2 179 0</inkml:trace>
  <inkml:trace contextRef="#ctx0" brushRef="#br0" timeOffset="144590.1">21356 5512 163 0,'-3'-27'281'0,"-2"-3"-24"0,-2 6-22 0,2-4-23 0,3 2-14 16,1 2-13-16,2 2-10 0,-1 2-14 0,2 4-14 16,1-2-15-16,6 1-13 0,-3 2-18 0,6 3-9 15,3-1-10-15,3 1-8 0,0 3-9 0,2 3-5 16,8 0-6-16,4 5-8 0,-13-1-5 0,11 4-2 0,-13-1-7 15,4 3-4-15,6 6-1 0,-11-3-6 0,6 3-3 16,-6 1 0 0,-4 1-8-16,1 3-1 0,-5 1-6 0,4 3-4 15,-7-3-1-15,-2 3 3 0,-3 1-1 0,0-1 0 16,-8 7-7-16,0-2 4 0,-7 2 4 0,-3-4-2 16,-1 0-3-16,-5-2 1 0,-1 2 0 0,-13 2 3 15,5 0-2-15,1-9 4 0,1 0-2 0,-4 5 0 0,5-6 1 16,5-1-4-16,2-7 0 0,2 4 5 0,1-2-4 15,3-2 2-15,6 3-1 0,-1-6-1 0,5 3 0 0,-2-3 1 16,4 0-1-16,0 0 1 0,5-3 5 0,-4 11 6 0,8-6 6 16,2 0 8-16,-1 2-1 0,7 0-1 15,-1 1-8-15,-2 3 0 0,6-3 0 0,-1 2-3 16,3 0-2-16,-2 1 0 0,0 1 1 0,0 0-4 0,-2 0 4 16,-6 3-7-16,9 0 1 0,-9-3 1 0,3 6-2 15,1-1-5-15,-6 1-14 0,-3-3-17 0,6 2-12 0,-6 0-22 16,1 1-21-16,-1-2-22 0,4 3-13 0,-4-4-18 0,0 0-23 15,3-2-23-15,3 1-21 0,0-2-138 16,-1-8-376-16,4 4 167 0</inkml:trace>
  <inkml:trace contextRef="#ctx0" brushRef="#br0" timeOffset="145291.9">21857 6007 107 0,'0'0'109'0,"-8"-4"-8"0,8 4-13 0,0 0-9 16,0 0-9-16,0 0 1 0,0 0-7 0,0 0-3 0,2 18-1 15,-2-18 2-15,8 7 6 0,-1-5 4 0,-2 3 0 0,3-1-7 16,5 0 2-16,-5 3-11 0,7-6-4 0,2 3-2 16,-2-4-10-16,3-1-6 0,-1-2 1 0,4 0-1 0,-4-3-1 15,2 0-3-15,-4 1-4 0,4-2-2 0,-5-1 0 16,0-1-6-16,-6-2 2 0,5-3 6 15,-11 5 4-15,4-3 3 0,-6 0 4 0,0-2 3 0,-6 2-1 16,4 0 4-16,-11 0-2 16,5 2-8-16,-6 0-2 0,-4 0-3 15,-8 1-5-15,-4 1-2 0,5 1 1 0,-11 6-5 16,14-1 0-16,-8 4-3 0,11-1-2 0,-11 4-1 0,8-2-6 16,7 1 5-16,0 4 0 0,6-2-7 0,0 2 3 15,3-1-1-15,2 2 3 0,8 0-3 16,-1 3 2-16,5-5 2 0,7 5-11 0,12 3 13 0,-4 0-2 15,7-6-11-15,14 4-10 0,6-4-4 0,-4-2-11 0,2 1-10 16,0-5-1-16,2-1 2 0,1-3-1 0,1 0 1 16,-3-2 2-16,-2-4 6 0,-3 3 0 0,1-4 3 0,-15 3 4 15,-2-8 14-15,-5 8 21 0,-1-4 24 0,-4-1 16 16,-7 2 22-16,4-1 5 0,-10 1 2 0,3 2 2 16,-4 0-1-16,-1-4-9 0,-1 3-7 0,-2 3-7 15,-2-4-7-15,2 8-1 0,-7-12-14 0,-1 12-3 0,8 0-10 16,-15-1 0-16,15 1 2 0,-20 6-7 0,12-3-2 15,-5 6-2-15,5 0-4 0,-7 1-3 0,6 5 0 0,1 4-2 16,2-1-1-16,-1 9 0 0,0 2-2 0,4 5-1 16,0-3 0-16,3 12 2 0,0-2-1 0,0 4 1 15,3 0-3-15,0 3-3 0,-1 0 5 0,3 3 1 16,3-3-6-16,-8 3 0 16,2-3 0-16,1 0 3 0,-6-2-2 0,3 1 1 15,-2-3-1-15,1-7-2 0,-6-6 2 0,0-2 0 16,-3-2 0-16,-1-2 4 0,-2-3 3 0,1-7 24 15,-3-1 28-15,-3-1 31 0,0-4 46 0,-2-4 19 16,-10 0 20-16,2-5 13 0,6-5 9 0,-2 1-3 16,2-8-15-16,-3-3-9 0,7-2-12 0,1-3-14 15,3-5-16-15,-1 0-23 0,13-4-17 0,-1 1-19 0,6-7-42 0,7-9-49 16,5 3-55-16,6-6-57 0,9 1-51 0,0 3-65 16,21-15-69-16,7 6-61 0,-16 11-292 0,6 7-726 15,1 4 321-15</inkml:trace>
  <inkml:trace contextRef="#ctx0" brushRef="#br0" timeOffset="146294.46">22776 6042 78 0,'-5'-6'253'16,"5"6"-21"-16,5-13-18 0,-2 9-12 0,2-1-12 15,5 0-11-15,-5-1-15 0,8 3-15 0,-3-1-14 16,5 2-14-16,-3 4-12 0,-1-2-11 0,4 4-10 15,5-1-12-15,-3 5-9 0,1 0-4 0,2 1-6 0,-7 1-7 0,7 3-6 16,1 2-5-16,-9 3-3 0,0-3-3 0,1 3-6 16,-3 0 0-16,1 0-5 0,-6-3-2 0,0 5-3 15,2-1-2-15,-10 1-5 0,-1-6 1 0,3 1-1 16,-4-3-1-16,-4 3 0 0,4-3-2 0,-3-2 1 16,0-2 0-16,0 0-1 0,1-4 3 0,0 1 1 15,1-3 3-15,6-2 2 16,-14 1 4-16,14-1 7 0,0 0-5 0,-3-9-3 15,3 9-3-15,10-15-3 0,3 3-1 0,-1-2-7 16,6 1-4-16,9-2-11 0,-1-4-12 0,15-1-7 16,4-3-7-16,-2 1-11 0,-1 2-7 0,4 0-4 15,0-2-8-15,-3 2 0 0,-1 1 4 0,-1 0 2 16,-6 4 4-16,-10 2 13 0,-1-1-3 0,-7 5 17 16,6-2 11-16,-8 2 8 0,-7 3 27 0,1-1 0 0,-4 1-5 0,0-2 1 15,-5 8-3-15,0-5-4 0,0 5 0 0,-15-5-1 16,3 4 0-16,2-1-2 0,-5 4 2 0,-5 2-2 15,5-1-3-15,1 1 0 0,-6 4 3 0,3 1-5 16,4 1 3-16,-5-1-2 0,3 3-1 0,3 3 3 16,-3 0 2-16,9 5 0 0,-3-2 1 0,6-3 1 15,0 5-3-15,3-5 1 0,0 4 2 0,3-2 1 0,-1-1-4 0,3 1-5 16,6-5 3-16,1 1-8 0,0 1-8 0,-1-5-4 16,6-1-5-16,4 3-9 0,-4-7-2 0,9 0 0 15,-3 0 0-15,7-4 1 0,-2 0 9 0,0-6 3 16,4-1-1-16,-2 1 8 0,-1-1 15 0,1-5 17 0,-2 3 16 15,1-1 9-15,-13 5 5 0,7-5 7 16,-1 8-3-16,-7-1 0 16,5-1-7-16,-11 1-4 0,5 2-5 0,-6-1-6 15,5 4-4-15,-6-1-4 0,3 4-1 0,-5 0-2 16,5 3-3-16,-4 1-1 0,4 3-2 0,-5 6-1 16,-5-3-1-16,4 5-1 0,4-1-1 0,-7 8 0 15,1-3-3-15,-4-3 3 0,-3-1-2 0,1 2 1 0,-1 0 3 16,-4-3-6-16,-1-3-3 0,-3 0 3 0,-2-3-1 15,0-3 3-15,0 1 0 0,-4-5 2 0,4-1-1 0,-5-1-1 16,0-4 0-16,3 0 1 0,9-2 0 0,-7-3 3 16,9 1 0-16,-3-7-3 0,4 2 3 0,5-2-2 15,2-5 2-15,6-2-1 0,7-3-2 0,3-4 0 16,12 1-5-16,7-8 4 0,-1 1 0 0,7 0-1 0,7-3 2 16,-4 3-3-16,0-2-1 0,6 4-1 0,-11 1 0 15,4 4 0 1,-7 3 0-16,-12 1 0 0,-1 5 5 0,-3-1 20 15,-6 7 20-15,-4 0 18 0,-6 2-2 0,6 0 0 0,-7 3-5 16,8-2-8-16,-11 3-8 0,-2 3-13 16,8-5-2-16,-8 5 0 0,0 0-6 0,0 0 1 15,0 0-5-15,0 0-2 0,-16 22-1 0,7-14-4 0,9 3 0 16,-3 5-3-16,6 1 0 0,-3 1-2 0,0 6 2 16,7-5 1-16,3 8-4 0,3 0 1 0,2 0 3 0,2 0-2 15,-3-3 3-15,6 2-4 0,-3-3 2 0,-2 1 1 0,0-4-2 16,-7-5-1-16,-1 0-4 0,-1 1 0 0,2-5 0 15,-3 1 0-15,-5-4 1 0,0-1-2 16,-5 2 2-16,-3-2 1 0,2-3 7 0,-9 0-11 0,-5-2 6 16,0-2-1-16,-7 0 0 0,6-2 1 0,-2-1-1 15,-2-1-1-15,0 3-2 0,-1-3-3 0,6 1-15 0,3-4-16 16,-3 5-16-16,9-1-14 0,-2 2-14 0,1 1-12 0,5-6-36 16,7 6-34-16,0 0-22 0,0 0-22 0,0 0-25 15,17-9-171-15,-2 6-433 0,5 0 192 16</inkml:trace>
  <inkml:trace contextRef="#ctx0" brushRef="#br0" timeOffset="146510.6">24956 6303 235 0,'0'0'245'0,"-2"-8"-16"0,2 8-15 0,0 0-13 15,0 0-13-15,0 0-13 0,-3-7-22 0,3 7-17 16,0 0-14-16,0 0-13 0,0 0-7 0,0 0-14 15,-23 14-8-15,16-7-8 0,0 2-8 0,-2 3-4 0,4 3-3 16,-5 0-9-16,5 1-7 0,-5 4 2 0,1 4-6 16,1 1-21-16,5 2-16 0,-5-3-30 0,1 2-33 0,7 1-38 15,-3-3-30-15,6-6-42 0,-3 2-43 0,7-4-118 16,1 0-362-16,3-1 161 0</inkml:trace>
  <inkml:trace contextRef="#ctx0" brushRef="#br0" timeOffset="147111.76">25211 6435 96 0,'-2'-12'284'0,"-1"0"-25"15,-2 4-26-15,0 0-25 0,3-1-24 0,-4-1-19 16,-4 9-15-16,5-3-20 0,5 4-12 0,-12 0-11 16,12 0-14-16,-16 8-9 0,7 0-5 0,3 8-10 0,1 1-5 0,-4-2-5 15,8 10-9-15,1-1-2 0,-2 2-3 0,4-1-5 16,3 1-4-16,1-2-3 0,-2 6 0 0,2-7-9 15,3-7-6-15,0 3-4 0,0-3-12 0,-1-3-5 16,-1-3-2-16,1-1-1 0,0-1 3 0,-1-3-3 16,-2-4 0-16,0 0-2 15,-5-1 0-15,13-8 1 0,-8 0 3 0,-2-7 3 16,2-1-1-16,-3-1 14 0,1-4 11 0,7-6 10 16,-10 2 10-16,7-2 3 0,1 0-2 0,-6 3 2 0,9-2 7 15,-2 0 7-15,-8 7-5 0,12-2 3 0,-6 0 0 16,6 8-5-16,-3-3-3 0,2 3-5 0,-2 3-7 15,-2 2-1-15,2 2-5 0,2 1-7 0,1 4-3 16,-5 2-3-16,4 2-2 0,1 1-4 0,-2 1 2 16,1 6-6-16,1 4 1 0,2-3-3 0,-2 6-1 0,-1-1-1 15,3 6 1-15,-2 1 0 0,-1 1-4 16,3 0-7-16,-10-2-6 0,4-1 0 0,-4 2-1 0,5-4-4 16,-6-4-2-16,-3 3 0 0,-1-8 0 0,2 4 0 15,5-9 2-15,-7 4 5 0,1-5 3 0,-1 2 5 16,0-7 26-16,0 5 17 0,0-5 5 0,0 0 4 15,0 0 8-15,0 0 2 0,0 0 8 0,14-24 0 0,-13 16 5 0,12-11 8 16,-6 1-12-16,1 3 0 0,1-4-12 0,5-3-1 16,-2 6-5-16,-4 2 1 0,7-3 1 0,-2 3-7 15,-3 1-3-15,0 2-4 0,0 2-4 0,-1 3-9 16,0 1-14-16,3 1-7 0,-4 3 11 0,-8 1-3 16,19 0-4-16,-13 2-2 0,2 5 0 0,2-2-3 15,-3 6 0-15,3 0-9 16,-2 5-14-16,0-1-22 0,-3 4-3 0,4-2-11 15,-8 4-12-15,4-3-15 0,-5-1-14 0,0 0-17 16,4 2-24-16,-4-6-34 0,-4 6-27 0,4-8-38 16,-5 0-32-16,2-6-250 0,-4 2-563 0,6-3 249 15</inkml:trace>
  <inkml:trace contextRef="#ctx0" brushRef="#br0" timeOffset="147296.64">25636 5913 14 0,'-8'-15'386'0,"-7"1"-9"15,8 1-35-15,-1 6-30 16,6-4-36-16,-3 3-41 0,4 1-39 0,-6 4-48 16,5-3-51-16,2 6-64 0,-3-6-43 0,3 6-54 15,0 0-74-15,0 0-230 0,-2 21-397 0,7-12 175 16</inkml:trace>
  <inkml:trace contextRef="#ctx0" brushRef="#br0" timeOffset="148783.12">29948 3768 273 0,'1'-29'297'0,"8"2"-11"0,-9 0-8 16,5 8-17-16,-5-2-15 0,0 7-1 0,0 1-23 15,0 6-19-15,0-4-23 0,1 3-17 0,-2 1-27 0,2 4-22 16,-1 3-21-16,0 0-13 0,0 0-4 0,0 0-11 15,-16 27-8-15,11-9-4 0,-3 13-5 0,-2 8-3 16,1 5-6-16,-6 4-5 0,2 3-8 0,-2 6-10 16,4-5-16-16,-4 1-6 0,-2 2-20 0,-4 2-4 15,12-6-15 1,-4-1-10-16,3-2-22 0,-1 0-21 0,2-5-29 16,3-12-37-16,6-3-34 0,-4-1-47 0,4-3-167 0,4-6-444 15,2-3 197-15</inkml:trace>
  <inkml:trace contextRef="#ctx0" brushRef="#br0" timeOffset="149083.91">30045 3677 115 0,'-3'-20'304'0,"3"-3"-28"15,0 5-16-15,3 2-10 0,-3 0-14 0,2 0-12 16,0 1-23-16,3 5-17 0,6-3-27 0,3 4-13 15,-5-3-13-15,13 6-15 16,-5-2-15-16,11 7-10 0,-8 2-9 16,9 0-9-16,-2 6-6 0,-1-3-8 0,-3 0-7 15,2 7-4-15,-7-2-10 0,2 1-3 0,-3 2-4 0,-2 0-4 16,-4 5-7-16,1-7 1 0,-4 9-9 0,1 0 0 16,-5-4 0-16,-7 6 0 0,0-5-3 0,-4 6-2 15,-8-2-1-15,-5 6 2 0,-3-2-4 0,-2-3-7 16,-11 6-6-16,1 0-14 0,-8-6-13 0,2 3-16 0,-2 0-21 15,-2-3-34-15,-1 2-36 0,9 2-40 0,1-2-40 16,6-5-207-16,2-2-464 0,8 4 206 0</inkml:trace>
  <inkml:trace contextRef="#ctx0" brushRef="#br0" timeOffset="149785.71">30031 4365 16 0,'0'0'264'0,"0"0"-27"0,0 0-20 0,0 0-16 0,0 0-11 15,0 0-13-15,18-11-19 0,-7 7-16 0,-6 0-11 16,5 2-7-16,-3-3-13 0,4 2-12 0,-1-1-6 16,0 4-12-16,4-5-13 0,-1 2-4 0,2 2-6 0,-2 0-8 0,-5-2-2 15,7 6-8-15,-2-3-6 0,-3 0-3 0,2 2-5 16,1 1 0-16,-1 2-5 0,-1 1-4 0,-2 3-4 16,-1 3 5-16,0-1-6 0,0 4-3 0,-1-3 1 15,-2 4 0-15,5 0-5 0,-7 4 2 0,-1-2-3 16,6 1 2-16,-8-2-3 0,2 2 0 0,-2 3-4 15,0-2 4-15,0-5-3 16,-2 8-2-16,-5-8 0 0,4 1 0 0,0 3 0 16,-4-9-1-16,2 5 0 0,0-8 0 0,0 3 1 15,-3-5 3-15,6 0 1 0,-3 2-2 0,-3-5 3 16,8-2 5-16,-5 3 0 0,5-3 6 0,0 0 13 16,0 0 4-16,0 0 2 0,-5-17 1 0,5 10 1 15,5 1-4-15,-1-3-1 0,4 0 2 0,-2 1-1 16,-1 0-3-16,5-4 4 0,-3 2 2 0,3 1 8 0,-5-1-8 0,5 2 0 15,-5 4-6-15,3-1-6 0,-1-1 0 0,-1 2-4 16,-1 3-3-16,-5 1-2 0,13-4-2 0,-13 4 0 16,19 5 2-16,-13-1-6 0,6 6-1 0,3-5-3 15,0 3 0-15,0 2 1 0,3-1-3 0,0 2 4 16,-3 4 1-16,5-6 0 0,0 5-2 0,6-1-2 16,1-4 0-16,-9 0 1 0,3-3-3 0,-3 0-2 0,6 0 1 0,-3-4 12 15,-4-1-10-15,6 2 7 0,-7-6-8 0,6 0-1 16,-9-3-1-16,-5 3 2 0,9-6 2 0,-4-2-3 15,0-2 1-15,-6 1-1 0,-7 0-2 0,8 0 0 16,-8-6 2-16,0 3 0 0,-1 1 1 0,-8-3-2 16,4 3-1-16,-4 2-1 0,-3 0-1 0,-1 0 0 15,1 1-4-15,-3 4-6 16,2-1-18-16,-5 4-13 0,1-2-18 0,1 3-19 16,1 3-26-16,0 3-29 0,7-2-22 0,-4 4-17 15,5-1-26-15,-1 3-19 0,6-2-156 0,2 2-409 16,2 0 181-16</inkml:trace>
  <inkml:trace contextRef="#ctx0" brushRef="#br0" timeOffset="150233.6">31451 4008 41 0,'1'-6'333'0,"-1"3"-37"0,0 3-34 15,4-8-30-15,-4 8-28 16,0 0-24-16,0 0-18 0,0 0-19 0,0 0-10 16,-9 24-16-16,8-9-10 0,-8 7-15 0,1 5-4 15,6-2-11-15,-6 5-5 0,0 9-7 0,-4-8-7 16,6-1-6-16,-4 6-4 0,1 5-6 0,0-9-3 16,0-4 1-16,1-1-9 0,5 3-2 0,-4-11-4 15,0 1-1-15,6-1-4 0,-6-4 0 0,2-3-3 16,4-3 3-16,1-1 3 0,0-1 0 0,0 0 6 0,0-7 11 0,0 7 0 15,0-7-1-15,14 0-1 0,-14 0-4 0,20-6-8 16,-8 5 0-16,8-3-1 0,-4-1-4 0,4-1 0 16,2 1-4-16,-4 2 1 0,2 0-6 0,3 2 8 15,-2-1-10-15,-4 2 0 0,3 0-2 0,-5 2-6 16,6-1-2-16,-4 3 1 0,-7-1-2 0,1 7 0 16,-1-8-3-16,-1 9 3 15,-1-3 2-15,-3-1-4 0,0 2-2 0,0 2 1 16,-5-3 1-16,0 4 1 0,-7-4-1 0,2 4 3 15,-5-3-1-15,0-4-6 0,-6 7 7 0,-7-5-2 16,-7-3 3-16,-5 1-10 0,-11-1-33 0,-4-1-52 16,-5 2-66-16,-3-8-98 0,-3-2-235 0,-2 5-533 15,2-4 236-15</inkml:trace>
  <inkml:trace contextRef="#ctx0" brushRef="#br0" timeOffset="150841.65">27430 6236 241 0,'0'-7'364'0,"5"3"-32"0,-5 4-38 0,2-9-30 16,-2 9-38-16,0 0-24 0,0 0-20 0,0 0-18 15,0 0-20-15,-10 32-11 0,7-13-16 0,-4 5-12 16,-1 7-7-16,-9 7-14 0,-4 5-6 0,-1 3-17 0,1 0 1 0,-1 2-9 16,-1 0-11-16,1 0 0 0,-2-2-2 0,5-2 5 15,1-3-14-15,-2-2-3 0,7-11-1 0,-2-1-9 16,2-3 1-16,0 1-26 0,6-5-24 0,-4-5-25 15,7 5-26-15,-2-9-35 0,-1-2-31 0,5 2-40 16,2-7-58-16,0-4-192 0,0 0-473 0,17-1 211 16</inkml:trace>
  <inkml:trace contextRef="#ctx0" brushRef="#br0" timeOffset="151120.29">27540 6193 71 0,'-4'-25'371'16,"8"1"-19"-16,-4 1-30 0,1 6-21 0,7-3-28 16,-3 2-16-16,4-6-19 0,-3 6-21 0,9-5-18 15,-5 7-15-15,3 1-25 0,11-5-16 0,-3 5-1 0,2 3-30 16,4 2-10-16,-2 0-16 0,3 3-7 16,0 3-9-16,2 1-15 0,-1 3 1 0,1 6-8 15,-2-3-9-15,-6 5-1 0,-4 2-8 0,2-1-7 0,-4 4-4 16,1-1-14-16,3 8-10 0,-12-1-8 0,0 7-2 0,-3 2-5 15,-5-2-7-15,-5 4 4 0,-1-5-1 0,-4 4-3 16,-5-2-1-16,-8 0 0 0,-7 0-5 0,0 2-4 0,-8-4-14 16,-2-4-19-16,-4 0-17 0,-1 0-23 15,-5-1-37-15,1-5-53 0,2-5-34 0,-1 0-235 16,2 4-508-16,16-2 225 0</inkml:trace>
  <inkml:trace contextRef="#ctx0" brushRef="#br0" timeOffset="151721.81">27468 6829 136 0,'0'0'306'0,"-8"-4"-25"0,8 4-22 16,-2-8-15-16,2 8-23 0,0 0-18 0,12-12-19 15,-7 9-19-15,8-1-17 0,-6 3-13 0,4-3-16 16,6 1-7-16,0 6-16 0,-1-3-13 0,2 0-7 16,2 4-8-16,-2 0-8 15,1 0-6-15,-5 3-6 0,5 1-8 0,-4 0-2 16,3 0-4-16,-5 0 1 0,-6 3-14 16,8 0-2-16,-7 5-9 0,0-5-4 0,-8 2-3 0,3 1-6 15,-6 0 2-15,-4 0-9 0,-1 2 0 0,2-6-4 16,-4 3-2-16,-10-1-1 0,5-1 3 0,0-3 0 15,-7 3 3-15,8-3 0 0,-5-3 1 0,4-2 3 16,4 2 5-16,-4-1 1 0,12-1 4 0,3-3-1 0,-14 0 1 0,14 0-1 16,0 0 1-16,0 0 0 0,10-15 0 0,0 10-4 15,10-5 1-15,-2 1-2 0,7 2 0 0,5-1 2 16,0 4-1-16,0 0-3 0,3-1 3 0,-2 2 1 16,-3 4-1-16,-1 1-3 0,-6 1 1 0,-1-1 0 15,2 3-2-15,-6 1 2 0,1-1-3 0,1 2 3 16,-3 2-2-16,-2 2 0 0,-3 0 1 0,5 1 1 0,-8-4-2 0,1 0 0 15,3 4 5-15,-1 0-1 0,-3 3-1 0,6-5 1 16,-3-2 2-16,-3 0 3 0,9 0-2 0,2-5 0 16,-3 2 2-16,7-3 0 0,-2-1 1 0,0-2-1 15,-1-1-1-15,3-3 2 0,-2 2-4 0,8-12 1 16,-5 5 4-16,5-4-3 0,-6-1 2 0,1-2 0 16,-11 3 9-16,4-6 6 15,-3 5 8-15,-3 0 6 0,-3-1-3 0,-4-2-2 16,1 3-3-16,-8-3-5 0,1 7-2 0,-5-5-7 15,-6 7-6-15,-1-5-18 0,-6 7-17 0,-2-1-16 16,-2 1-21-16,0 6-30 0,-3-3-36 0,0 8-32 16,0-4-41-16,5 1-34 0,3 5-148 0,3-5-419 15,4 4 185-15</inkml:trace>
  <inkml:trace contextRef="#ctx0" brushRef="#br0" timeOffset="152160.6">29014 6440 17 0,'0'-5'334'16,"0"5"-32"-16,0-6-34 0,0 6-32 0,0 0-28 16,0 0-21-16,0 0-17 0,0 0-20 0,0 0-11 15,-8 25-13-15,3-10-17 0,0 5-10 0,-3 6-9 16,1-4-11-16,-4 5-8 0,4-2-7 0,-3 2-1 15,3 2-10-15,1-1-5 0,4 4-1 0,-3-5-7 16,2-4-4-16,-4 0-5 0,1 3-2 0,4-8-4 0,-1 0-3 0,-2-2-8 16,3-1 0-16,0-3-5 0,2-1-3 0,-1 4-1 15,1-9 2-15,1 4 0 0,-1-1 1 0,4-2-2 16,1-1 2-16,1 1 1 0,1-1 1 0,1-2 0 16,-3 0 2-16,5 0-3 0,2-2 1 0,-4 5-2 0,2-4-3 15,5 3-2-15,-9-1 2 0,6 0-3 16,-4 1 1-16,2-1-2 0,-5 2-3 0,5 2 2 0,-3-1 3 0,-1-2-4 15,-4 3-2-15,1 3 4 0,1-3-3 0,-8 1 1 16,1-2-4-16,1 1 4 0,-8 0 0 0,4 2 3 16,-9-3 0-16,0 0 6 0,-3 3-6 0,-7-6 1 15,3-3-3-15,-7-1 4 0,-1-1-3 0,-7 0 5 0,3 0-10 16,4-1-26-16,-5-1-42 0,5 1-48 16,5-3-60-16,11 2-82 15,-1-3-165-15,6 2-464 0,9 3 206 0</inkml:trace>
  <inkml:trace contextRef="#ctx0" brushRef="#br0" timeOffset="152323.34">29315 7312 104 0,'0'0'363'0,"0"0"-36"0,0 0-28 16,0 0-35-16,0 0-76 0,0 0-82 0,0 0-90 15,0 0-95-15,0 0-186 0,0 0-287 0,0 0 127 0</inkml:trace>
  <inkml:trace contextRef="#ctx0" brushRef="#br0" timeOffset="-64014.04">21366 3775 8 0,'0'0'130'0,"-7"-4"-1"16,7 4-19-16,0 0-9 0,0 0-11 0,0 0-8 15,0 0-13-15,0 0-3 0,0 0-4 0,0 0-3 16,0 0-8-16,0 0-4 0,0 0-1 0,0 0 4 16,0 0 1-16,0 0-3 0,0 0 11 0,0 0-6 15,0 0-6-15,0 0-5 16,0 0-4-16,0 0-7 0,0 0 0 0,0 0-3 15,0 0-4-15,0 0-1 0,0 0-1 0,0 0-5 0,27 7 0 16,-14-2 1-16,-2 1 3 0,3-2-11 0,-1 0 4 0,4 1-3 0,2 1 4 16,3-1 3-16,-4 4-10 0,0-3 6 0,1 2-3 0,4-4 1 15,-5 7-5-15,0-6 5 0,2 2-4 16,3 1 3-16,-3 0-5 0,-2-2 1 0,2 6 0 16,-5-6-4-16,0 3 0 0,0-1-3 0,0-3 4 0,0 3 3 15,-1 3-4-15,1-6-3 16,-1 3 7-16,0 1-1 0,-2-1 0 0,5-1-3 15,-4 0-2-15,3 1 4 0,-1-1-2 0,2 1 9 16,-2-2 17-16,3 3 3 0,-1-2 1 0,4-2-2 16,-11 2-5-16,11 0-2 0,-1-2-3 0,2 3 2 15,-6-2-4-15,8 0 0 0,-3 4-1 0,-1-5-2 16,3 1 2-16,-1 2-6 0,-2 0-6 0,6 1 8 16,4-2-2-16,-4 3-3 0,2-1-3 0,1-1 1 0,-1-3 2 0,0 6-3 15,-3 0-3-15,3-6 1 0,0 9 0 0,0-5-1 16,-3-2-2-16,1 2 4 0,1 4 1 0,-1-6-1 15,-1 3-2-15,2 0-1 0,-6-1 1 0,-4-2-3 16,13 5 1-16,-14-4-1 0,12 4 0 0,-10-1 5 16,1-3-3-16,-1 3-2 0,-2-1 1 0,8-3 2 15,-5 3-4-15,5 3 1 16,-3-7-2-16,-3 0 3 0,2 3 4 0,8 1-4 16,-5 0 1-16,-1-3 2 0,4 3-2 0,3-2-3 15,-1 1 2-15,0 0 2 0,-3-3-2 0,3 0 3 16,0 2 1-16,-5 2 15 0,12-1 3 0,-5-1 2 15,1 0-5-15,2 2 0 0,0-3-4 0,-3 0 1 16,0 4-3-16,5-2-2 0,8 1 1 0,-12 2-10 16,12 0 9-16,0-1-6 0,2 7 2 0,0-5-1 0,-1-1 0 0,1 3-1 15,-2-3 2-15,-2 0-4 0,4 3 0 0,0-3-3 16,-7 3 1-16,5 0 1 0,-5 1 1 0,7-1 0 16,-6-3-3-16,3 1-2 0,2 1 4 0,-1 2 0 15,1-4 0-15,0 6-5 0,-2-6 3 0,4 6 0 16,-5-5 4-16,2 1-5 0,7-1 3 0,-7-1 0 0,-2-1-4 15,2 2 2-15,-3 1 2 0,5-2-2 0,-4 2-2 0,7-4 2 16,-6 2-3-16,4 2 3 0,-5-7 1 0,1 6 0 16,2-1 0-16,1 0-2 0,-4-1 0 0,4 0-2 15,0 4 3-15,-7-5 2 0,10-3-2 0,-2 7-1 16,1-3-1-16,-11 1 2 0,12-2-1 0,-2 5 1 16,-1-6 0-16,1 0-1 0,-1 3 0 0,1 0 0 0,1 0 1 15,-3 0 0 1,6 2 0-16,3-4-1 0,-10 3 0 0,7-4 3 15,-2 5-9-15,3-1 6 0,0-2-9 0,-1 0 11 16,1-1 2-16,-4 4-5 0,2-1 1 0,-1 4 0 16,4-7 1-16,-3 5 2 0,9-3-3 0,-6 0 3 15,-4 2-4-15,8-3 0 0,-3 1 0 0,-2-1 1 16,-1 2 0-16,1 1-1 0,9-2 2 0,-9 0-4 16,7 0 4-16,-5 3 0 0,3 3 3 0,-1-8-2 0,3 5-1 0,-4-3 0 15,4 0 1-15,5 2-1 0,-7 2-2 0,9-4 3 16,-7 3 1-16,6-3-5 0,-4 0 1 0,24 6 2 15,-27-4-1-15,9-4 1 0,-5 5-3 0,0-3 1 16,-1 0 0-16,0 2 3 0,1-2-2 0,-5 0 0 16,0 0 0-16,2 3 0 0,-1-6 3 0,-6 3-3 15,2-2 2-15,-2 6-1 16,2-8-2-16,-5 4-2 0,2 0 5 0,-7 1 0 16,6-3-1-16,1 2-2 0,-2 0 1 0,2-3 0 15,1 4 1-15,-3-2-1 0,7 0-5 0,-4 5 6 16,0-5-1-16,1 2-3 0,7-2 5 0,-9-6 2 15,4 6-4-15,4 1 3 0,0-3-3 0,-5 1 0 16,7-2 1-16,-4 4-2 0,2-3 4 0,-5-6-2 16,2 4-2-16,3 4-2 0,0-2 3 0,-5-3 2 0,3 2 0 0,-3-1 0 15,0-6-5-15,-5 4 3 0,3 0 3 0,-5 0-1 16,2-1 1-16,-1 1-3 0,-11 2 2 0,-6-4-2 16,3 0 0-16,0-1 1 0,-3 3-1 0,1-3 1 15,-7-1-2-15,-3 2 1 0,-1-2 2 0,3 2-1 16,-11 1-3-16,1-3 2 0,0 1 3 0,-3-1-2 15,-10-1-1-15,15 0-1 0,-15 0-1 0,10 0 0 0,-10 0-6 0,8 3-17 16,-8-3-38-16,0 0-46 0,0 0-61 0,0 0-217 16,-30-6-420-16,12 0 186 0</inkml:trace>
  <inkml:trace contextRef="#ctx0" brushRef="#br0" timeOffset="-62093.97">21339 6542 194 0,'0'0'219'0,"0"0"-6"0,0 0-8 0,-5-5-7 15,5 5-11-15,0 0-12 0,0 0-7 0,0 0-13 0,0 0-7 16,-6-3-14-16,6 3-10 0,0 0-15 0,0 0-10 15,0 0-12 1,0 0-11-16,0 0-8 0,0 0-7 0,0 0-9 16,0 0-5-16,0 0-7 0,0 0 0 0,0 0-8 15,0 0-4-15,0 0-4 0,0 0-2 0,26 8-2 16,-14-7 0-16,3 5-3 0,5-2-4 0,-4 1-2 16,14 2 4-16,-4 1-4 0,3-4-7 0,0 4 6 15,4 3-1-15,10 1 1 0,4-4-4 0,2 2 0 16,-4 2-1-16,5-5 1 0,-4 2 0 0,4 6-2 0,-4-9-1 0,2 8 0 15,0-4 3-15,3-2-2 0,-6 2-1 0,5 1 0 16,-10-3-3-16,6 4 3 0,-5 1-2 0,-6-8-1 16,-4 4 1-16,3-1 1 0,-3-1 0 0,-1 1 0 0,5-1 0 15,-12 4-3-15,10-3 5 0,-7-1-6 0,-6 1 4 16,5-3-3-16,-5 2 1 0,0-2 1 16,3-2 0-16,-5 2 4 0,2-1-5 0,-2 4-1 0,0-2 0 0,6-3 3 15,-8 0 0 1,6 4-4-16,-4-4 2 0,5 5 0 0,-6-2 0 15,6-3 4-15,5 2-5 0,2 0 4 0,-1 4 0 16,0-2-3-16,5-3-2 0,-6-1 2 0,2 6 1 16,3-2 0-16,2-2-4 0,-3 0 4 0,16 2-2 15,-10-1 3-15,-5-5-1 0,10 6-1 0,-8-2-1 16,-2 1 0-16,8-1 3 0,-10 1-3 0,4 0 3 0,3 0-2 0,-8 0 2 16,5 0-3-16,-2-2 1 0,0 1-1 15,0 1-1-15,2 2 2 0,10-3-2 0,-14 2 5 16,4-2-4-16,-5 2 2 0,4 0-1 0,-2-1-2 0,3 0 1 15,-2 3 1-15,0-6 3 0,2 4-3 0,-1 0-1 16,8 2 1-16,4-1-1 0,-11-5 0 0,8 6 0 16,-10 2 3-16,10-2-4 0,-8-3 6 0,6 2-6 0,5 2 2 0,1-2 2 15,-14-6-5-15,8 9 4 0,2-3 0 0,-8-3-1 16,8 5-2-16,-10-5 3 0,4 3 2 16,6 2-2-16,-12-2 0 0,4-5 2 0,1 3-4 0,6 1 2 15,-11 1-3-15,4-2 4 0,8 4-2 0,-8-3-3 16,-2 0 3-16,0 2-1 0,12 3 4 0,-12-5-6 15,0 3 3 1,11-5 0-16,-9 3 4 0,0-1-2 0,8 1-3 0,-8 0-1 16,-1 0 3-16,-2 0 0 0,4-4-3 0,7 7 2 15,5-3 0-15,-1-1 3 0,-3 2-4 0,-12 0 2 16,-2-2-1-16,13 4 0 0,-5-4 0 0,3 1 0 16,-11-1 0-16,1 1 0 0,14 0 3 0,-2 4-3 15,-2-5-3-15,-7 2 3 0,0-3 0 0,-2 2 0 16,12 2 0-16,4-3-1 0,-14 1 2 0,9-1-3 0,-2 1 1 0,7 3 2 15,-3-6-3-15,-11 3 3 0,11 2-3 0,0-2 3 16,-1 4-3-16,4-8 0 0,-8 8 2 0,5-4 0 16,0-2-3-16,-4 3 6 0,5 0-3 0,-3-2-2 15,-5 3 2-15,10-2-2 0,-8 0 0 0,2 3 5 16,2-3-2-16,3 1-1 0,-3-1 3 0,6-1-4 16,-5 4 1-1,-1-2-1-15,1 0 2 0,5 3 2 0,1-6-1 0,-5 3-1 16,4 1 1-16,8 0-2 0,-10-1-1 0,3 1 1 15,-1-1-2-15,4 3 2 0,1-9 2 0,-9 8-4 16,-1-2 3-16,-2-4-2 0,-5 1 1 0,-3 1 0 16,-4 0 2-16,-1-4-1 0,5 1 2 0,-4-1 0 15,-2 0 0-15,-8-1 3 0,-1 0 2 0,3 2-7 16,-1-3 3-16,-6 2 2 0,2 1-1 0,-1-3-1 0,-1 3-3 0,-6-4 1 16,0 2 0-16,4-1-1 0,-1 3 3 0,-8-4-4 15,-5 0 1-15,15 1 6 0,-5 1-7 0,-10-2 2 16,13 1-3-16,-13-1 3 0,0 0-2 0,6 0 0 15,-6 0-1-15,9 3 0 0,-9-3-1 0,0 0 2 16,0 0-4-16,0 0-4 0,0 0-4 0,0 0-9 16,15 1 1-16,-15-1-3 0,6 3-7 0,-6-3-13 0,7 2-15 0,-7-2-11 15,15 2-23-15,-7-1-24 0,-8-1-31 0,13 0-39 16,-13 0-209-16,17 0-429 0,-11-1 190 0</inkml:trace>
  <inkml:trace contextRef="#ctx0" brushRef="#br0" timeOffset="-46190.05">23729 5493 19 0,'-23'34'184'0,"0"2"-7"16,6-9-8-16,-4 11-14 0,1 1-1 0,-3 2 10 16,1-2-7-16,-1 1-10 0,3 2-2 0,-3 0-6 15,-2 3-12-15,1 1-10 0,7 6-3 0,-5-3-4 16,4 4-9-16,-18 14-8 0,16-14-9 0,-3-1-5 15,-10 16-7-15,14-16-8 0,-5 5 0 0,-9 15-10 0,1-1-3 16,-3-6-3-16,14-9-5 0,-16 10 0 0,-2-2-6 0,9-11-3 16,-5 9-3-16,-1 6 0 0,8-15-6 0,-5 14 0 15,-11 6-7-15,10-4 4 0,-3-5-3 0,-1 2-3 16,-5 0 0-16,7 3-5 0,-4-3 1 0,5 0 1 16,4 6 1-16,-12-9-4 0,6 6 0 0,6-18-5 15,8 2 3-15,-10-1-2 0,-7 11-3 0,7 6 4 0,5-21 1 0,1 2-6 16,-1 2 4-16,0-3 1 0,5 2-1 0,-2 2 1 15,-2-8-4-15,-1 4-2 0,4 0 3 0,4-1-1 16,-7-1-1-16,7-2 2 0,4-6-1 0,-2-3-2 16,3-4-2-16,3-2 6 0,0 0-1 0,-1-3 5 15,0 0-8-15,-2-6 2 0,4 5-3 0,2-4 3 16,1-4 0-16,-2-1-2 16,2-4 0-16,8-4 2 0,-7 3-2 0,7-4 1 15,-2-1 1-15,-6-1 2 0,8 0 13 0,0-6 13 16,-5 8 20-16,5-3 10 0,0-5 9 0,0 0 2 15,-1 5 14-15,1-5-10 0,0 0 3 0,0 0 10 16,0 0-22-16,0 0-2 0,0 0 1 0,0 0-13 16,0 0-2-16,0 0 0 0,0 0-8 0,0 0-7 15,0 0 1-15,0 0-8 0,0 0-8 0,0 0-3 0,0 0-1 0,0 0-29 16,0 0-22-16,0 0-21 0,0 0-25 0,0 0-16 16,0 0-22-16,0 0-15 0,0 0-12 0,0 0-11 15,0 9-16-15,0-9-16 0,6 9-15 0,-4-5-19 16,11 0-32-16,-5 6-191 0,1-4-481 0,6-3 213 15</inkml:trace>
  <inkml:trace contextRef="#ctx0" brushRef="#br0" timeOffset="-45789.01">21793 9372 91 0,'0'6'149'0,"0"-6"6"16,6 10 11-16,1-2-2 0,8-1-8 0,8 1-8 15,7 4-8-15,11 6-3 0,9 3-2 0,6-2-11 0,1 0-3 16,24 4-5-16,3 8-7 0,2-4-4 0,2 0 0 16,3 0-10-16,0-7-5 0,-5 6-6 15,0-2-10-15,8 4-7 0,-6-1-4 0,-3 0-8 0,-6-7 1 16,-19-3-10 0,-4-2-5-16,-2 2-4 0,1-5-3 0,-10 3-5 15,-6-4-2-15,-9 0-4 0,0-4-3 0,-12 0-3 0,-1-1 2 16,-7-4-5-16,1 1-5 0,-2-1-11 0,-8 0-19 15,-1-2-24-15,0 0-36 0,0 0-33 0,0 0-35 16,-46-9-40-16,26 2-46 0,-6-1-130 0,7 3-394 16,-2-5 175-16</inkml:trace>
  <inkml:trace contextRef="#ctx0" brushRef="#br0" timeOffset="-45419.3">23408 9449 250 0,'-16'-7'266'0,"6"4"-28"0,1-1-15 0,1 4-12 0,2-1-14 15,6 1-19-15,0 0-20 0,-17 0-12 0,17 0-17 16,-13 5-1-16,13 5 7 0,1 0-1 0,8-1-2 15,1 9-2-15,3-4-3 0,7 6-10 0,6 0-12 0,7 7-10 0,2 3-7 16,3-6-9-16,-1 3-5 0,-1 0 3 0,-8-8-21 16,4 7-7-16,-13-6-5 0,5 2-4 0,-6-2 0 15,-5-5 1-15,-5 4-12 0,-4-3-3 0,-4 3 4 16,-4-4-6-16,-11 2 0 0,-6 0 2 0,-6 1-9 16,-19-3 1-16,-2-2 2 0,-3 2-4 0,-12-1 9 15,-2-8-10-15,-14 4-11 16,18-6-25-16,-1-3-14 0,0 5-17 0,5-8-23 15,4 1-22-15,2-5-25 0,1 0-42 0,21 2-47 16,4-6-62-16,7-6-213 0,9 4-525 0,3-6 232 16</inkml:trace>
  <inkml:trace contextRef="#ctx0" brushRef="#br0" timeOffset="-44401.48">24001 5194 253 0,'11'-11'301'0,"-6"0"-11"0,5-2-21 0,-5-1-5 0,0 6 2 16,-5-4-19-16,7 0-9 0,-7 5-12 0,1-4-12 15,3 2-5-15,-3-6-20 0,-1 8-13 0,0-1-18 16,-5 4-20-16,4-1-13 0,1 5-13 0,-7-7-22 16,1 3-6-16,6 4-10 0,-17 1-13 0,5 5-3 15,-1 0-10-15,-5 3-1 16,1 9-3-16,-4 1-33 0,-7 4-12 0,-2 7-26 15,0 9-27-15,-3 2-29 0,0-1-24 0,-2 6-40 16,2 2-54-16,-10 17-64 0,10-15-61 0,-7 14-172 16,10-16-538-16,1 2 239 0</inkml:trace>
  <inkml:trace contextRef="#ctx0" brushRef="#br0" timeOffset="-43113.75">24257 9879 11 0,'-13'-3'211'0,"5"2"-21"15,-14 1-15 1,6 3 3-16,-1 2-11 0,-11 5-16 0,5 2-22 16,-5-2-12-16,1 5-8 0,4 3-4 0,0 2 2 15,-4-4-9-15,8 7-8 0,4-7-5 0,-4 6-7 16,5 2-8-16,4-1-4 0,10-4-4 0,0 2-3 15,1 2-3-15,13-4-5 0,2 3-6 0,-3-5 0 16,9-2-4-16,4 0-5 0,2-4-4 0,6 2-3 0,-5-5-2 16,3-6-3-16,3-2-3 0,-2-2-3 0,1-3 2 0,-2-2-4 15,-4-5-1-15,-3 0 1 0,1-4 16 0,-6 2 5 16,-3-2 0-16,-1-7 5 0,-4-1-1 0,-9 6 1 16,1-2 6-16,-4 0 0 0,-2-2 8 0,-3-2-7 15,-5 5 11-15,0-4-2 0,-5 3-5 0,-1-3-3 0,-3 5-4 16,3 4-9-16,1 1-4 0,-8-5-1 0,8 9-2 15,0 2-7-15,8 0 2 0,-6 2-9 0,5-1-15 0,1 2-10 0,7 4-6 16,0 0-1-16,0 0-1 0,0 0-11 0,0 0-14 16,20 19-19-16,2-15-13 0,1 5-10 15,8 3-12-15,-3-2-1 0,17 2-4 0,-14-2 7 0,14 3 4 32,-2-4-1-32,-10-2 0 0,0 4 13 0,2-8 5 15,2 3 11-15,-9-4 3 0,-2-1 5 0,-6 6 8 16,-2-7 27-16,-6 2 27 0,-1-2 32 0,-4 2 11 0,5-1 0 0,-12-1-4 15,0 0-2-15,0 0-2 0,0 0 0 0,0 0 0 16,0 0-2-16,0 0-3 0,-33 6-4 0,16-5-4 16,5 4 1-16,-4 4-6 0,-1 0-3 0,4 0 3 15,-2 1-6-15,4 2-1 0,-3 2 1 0,-1 4-3 16,6-3-1-16,4 1 0 0,-2 2-3 0,4 2 0 16,3-1-3-16,3 0 0 0,4 0 2 0,-1 1-3 0,7-5 5 0,-3 2-5 15,12-2-1-15,-7-3-2 0,5-1 2 0,-4-3 1 16,9-4-2-16,-5 2 1 0,10-6 3 0,-10 0-7 15,11-3 2-15,-1-4-1 0,-15-1 1 0,5-1 11 16,3-9 13-16,-8 7 8 0,-2-6 12 0,8 0 8 16,-6-4 14-16,-6 2 6 0,-1 3 13 0,-2 0 2 15,-4 0 15-15,5 2 6 16,-7-1-7-16,5 5-3 0,-5 0-9 0,1 3-9 16,-1 1-4-16,0 0-19 0,0 6-6 0,0 0-5 15,0 0-8-15,0 0-5 0,0 0-3 0,-16 14-9 16,11-5-2-16,-3 4-2 0,1 1-7 0,-1 4-4 15,6-2-13-15,-1 0-7 0,-1 6-18 0,6-6 1 16,-2 4-16-16,0-4-6 0,2 7-14 0,3-8-17 16,3 0-10-16,-1-2-25 0,9-1-28 0,-1-1-29 0,2-3-35 0,1-5-21 15,5 2-24-15,3-8-22 0,-2 0-11 0,5-3-159 16,3-2-479-16,-1-5 212 0</inkml:trace>
  <inkml:trace contextRef="#ctx0" brushRef="#br0" timeOffset="-42913.24">25677 9843 232 0,'0'-19'287'0,"0"2"-6"0,0 0-8 0,0 2-16 0,0 3-16 16,0 8-23-16,-1-5-25 0,-3 2-16 16,4 7-14-16,-1-3-18 0,1 3-14 0,-13 13-20 15,4-3-2-15,3 10-16 0,-3 2 0 0,1 7-13 0,-5 12-5 16,6-2-13-16,-4 3-5 0,-3 2-5 0,6 1-1 16,-3 2-5-16,-1-4-8 0,5 7-18 0,-4-8-11 15,4 1-20-15,-3-2-24 16,7-11-36-16,-7 1-43 0,5-4-54 0,2-5-50 15,1-4-61-15,-6-2-154 0,8-5-470 16,-2-1 208-16</inkml:trace>
  <inkml:trace contextRef="#ctx0" brushRef="#br0" timeOffset="-42512.21">25381 10131 142 0,'-5'-4'320'0,"5"4"-28"0,-6-7-26 0,6 7-25 15,0 0-27-15,15-7-21 0,-15 7-20 0,19 3-18 16,-2 0-14-16,4-2-13 0,-1 2-14 0,0 2-13 16,8 2-9-16,2 1-9 0,0-4-7 0,-4 7-26 15,6-4-21-15,3 0-21 16,-6 0-26-16,3 2-23 0,-9-3-31 0,2 1-23 16,-7 1-20-16,0-4-20 0,-3-2-13 0,0 6-2 15,-5-7-5-15,-3 3 11 0,2 3 16 0,-4-3 11 16,-5-4 18-16,5 3 10 0,-5-3 32 0,2 5 26 15,-2-5 35-15,-7 7 9 0,7-7 24 0,-6 12 22 16,-1-8 11-16,4 3 6 0,-4 5 10 0,4-4 12 16,-7 6 3-16,0 4 5 0,3 1 4 0,-6 5 3 0,-2 2 1 0,2 2-6 15,-3 9-9-15,-1 6-5 0,-1-4 4 0,1 7 6 16,-3-2-6-16,-4 1-7 0,4 2-7 0,3 0-1 16,2 0-3-16,-5-1-9 0,2 1-1 0,0-2-5 15,3 3-3-15,0-4-12 0,2 0-8 0,-4-2 1 16,6-11-7-16,1-3-3 0,0-2-3 0,3-7-8 15,-1 1-14-15,1-7-27 16,1-1-23-16,4-3-22 0,-3-1-41 0,2-3-53 16,3-5-48-16,0 0-53 0,0 0-213 0,0 0-511 15,8-22 226-15</inkml:trace>
  <inkml:trace contextRef="#ctx0" brushRef="#br0" timeOffset="-42126.82">25803 10452 74 0,'13'-18'275'0,"-3"1"-16"0,2 2-7 0,0 0-12 0,2 3-12 16,1 2-19-16,0-2-19 0,0 6-19 0,7-3-20 16,-4 3-12-16,-2 2-18 0,8-1-12 0,-5 2-9 0,-4-1-8 0,-1 5-14 15,-6 2-8-15,8 1-7 0,3 4-7 16,-6 1-4-16,0 1-6 0,-1-1-3 0,3 6-7 0,-7 0-4 15,7 2 0-15,-7-2-3 0,-1 4-8 0,-2 1-1 16,0 2-4-16,0-3-4 0,-5-3 1 0,1 7-7 16,-2-7 0-16,1 0-4 0,-5 1 2 0,-2 0 1 15,-1-4-2-15,-1 1-2 16,0-1 2-16,-5-1 1 0,-2-3-1 0,-6 0-1 16,2-5 4-16,-1 1-6 0,-9 1 6 0,9-6-2 15,-9 0 0-15,2-3 1 0,6 2-1 0,-1-3-3 16,5 0 5-16,-2 1-2 0,10-1-1 0,-7-4 0 15,7 4 0-15,2-4-1 0,3 2-10 0,5-3-9 16,3-2-20-16,1 4-18 0,2-2-18 0,6-2-22 16,5 4-23-16,11-2-25 0,3 1-19 0,11-4-21 0,6 4-21 0,-7 1 0 15,9 3-133-15,-17 1-365 0,15-2 162 0</inkml:trace>
  <inkml:trace contextRef="#ctx0" brushRef="#br0" timeOffset="-41556.56">26303 10541 908 0,'30'0'-60'16,"-10"3"28"-16,-4-2 28 0,6-1 20 0,-14 4 20 15,5-2 12-15,-4 3 10 0,-1-4 18 0,-6 5 16 16,-2-6 8-16,6 8 2 0,-6-3-8 0,0-5-9 15,-6 12-3-15,4-2-10 16,-5-3-8-16,-1 3 1 0,6 0-9 0,-4 0-9 16,-3 2-1-16,4 3-7 0,-3 2-6 0,7-7 2 15,-3 2-4-15,3-2-4 0,1 2-1 0,0-1-2 16,1 1-3-16,4-3 3 0,3-3-8 0,-1 3-2 16,8-3 0-16,2 0 4 0,-1-3-6 0,2-3-2 15,4 0 2-15,-4-1 1 0,4-2-5 0,6-4-2 0,-7-1 12 16,7-1 19-16,-4-1 11 0,-5-2 11 0,0 4 12 0,-5-4 19 15,1 1 12-15,-6 2 10 0,4-5 5 0,-10 6 4 0,1 0 13 16,4 0-17-16,-3 1-2 0,-5-1-16 0,1 1-8 16,-1 7-7-16,5-8-11 0,-5 8-9 15,0 0-9-15,0 0-7 0,0 0-4 0,0 0-3 0,-21 12-8 16,16-4-6-16,-2 4-8 0,-1 3-7 0,1-1-8 16,4 5-6-16,-2 1-9 0,5-1-2 0,-2-4-7 0,2 5 0 15,0-1-9-15,2-1-7 0,-2 3-3 0,13-3-3 0,-9-1-7 16,7-1-5-16,-2 0-8 0,4-2-10 0,3-6-2 15,6 0-2-15,-2 1 1 0,0-7 1 16,8-1 6-16,0-2 9 0,-2-5 10 0,2-2-1 0,1-1 7 16,-3-4 2-16,4-4 7 0,0-2 0 0,4-5 8 15,-2-4 1 1,-1-9 1-16,-3 5 4 0,1-14 2 0,-5 4 6 0,6-4 8 16,0-3 9-16,0-3 21 0,-4 6 35 0,-3 1 10 15,-1 2 16-15,-7 2 21 0,0 1 7 0,-7 10 15 16,-1-1 12-16,-2 8 0 0,-4 2 9 0,6 3 2 15,-5-1 0-15,-2 11-13 0,5-1-13 0,-5-1-17 16,0 3-16-16,0 7-11 0,-5-3-10 0,5 3-8 16,-9 15-3-16,3 0-9 0,-1 4-5 0,-3 8-5 0,-3 5-3 0,-2 9-5 15,-2 2-2-15,3 0-4 0,0 4-1 0,3 1-8 16,-4 0-8-16,5 0-17 0,-5-1-28 0,0-6-32 16,3 1-27-16,4 4-14 0,-3-7-15 0,4-8-7 15,-1-4-15-15,1-1-26 0,-4-2-22 0,9-6-24 0,0-4-41 16,-1-3-22-16,1-7-35 0,2 3-227 15,2-3-585-15,-2-4 259 16</inkml:trace>
  <inkml:trace contextRef="#ctx0" brushRef="#br0" timeOffset="-41378.16">27268 10605 168 0,'-7'-6'352'0,"-1"-2"0"0,3 4-14 0,-1-3-28 16,-1 3-22-16,7 4-14 0,-5-7-15 0,2 2-25 0,3 5-29 0,0 0-18 15,0 0-15-15,0 0-18 0,48 9-22 16,-17 1-35-16,12-3-52 0,4 3-56 0,7 7-67 16,1-4-75-16,8-1-79 0,14 8-76 0,-19-5-157 0,28 3-502 15,-8 2 222-15</inkml:trace>
  <inkml:trace contextRef="#ctx0" brushRef="#br0" timeOffset="-40337.89">28425 11207 230 0,'-2'-8'234'0,"-13"-6"-15"16,2 5-7-16,0-7-4 0,-2 2-13 0,-11 2-12 15,-1 2-6 1,2-7 0-16,-3 2-8 0,-17-4-9 0,4-1-8 16,-4 10-5-16,-1-5-13 0,-9 4-9 0,9 7-12 0,-5-3-10 15,-1 0-12-15,4 5-6 0,-1 4-9 0,7 5-7 16,4-3-11-16,7 3-8 0,4 9 1 0,-1-3-6 16,5 5-9-16,8-3-1 0,5 3 1 0,4 4-2 15,2-2-6-15,16 7-3 0,3-5-2 0,3 2-4 16,14 5 1-16,7-2-4 0,3 0-3 0,9-6-7 0,-5-9-2 0,7-2 1 15,4-1-2-15,-6 1-5 0,2-10-2 0,-2 0-3 16,0-7 1-16,-6-6 1 0,-4-5-1 0,1-5-1 16,-6-4 4-16,-3-4 0 0,-1 0-2 0,-1-12-2 15,-3-2-7-15,-8-1 2 0,0-2-4 0,-3-3 1 16,-2 3 1-16,-1 0 6 0,-5 6-1 0,-3-1 18 16,-6 8 21-16,2 5 20 15,3 2 8-15,-3 2 16 0,-1 6 17 0,-1 5 0 16,-1 1-5-16,1 3-10 0,0 2-17 0,0 2-6 15,-2 0-11-15,2 7-10 0,0 0 1 0,0 0-6 16,0 0-7-16,-22 26 0 0,14-11-2 0,0 10-5 0,-5 2 1 16,8 4 3-16,-4 8-9 0,-4 3 3 15,3 0-8-15,-3-1 0 0,6 1-2 0,-3 5-7 16,5 1-9-16,-4-4-7 0,9 1-2 0,-5-5 0 0,-2-1-8 0,7-8-7 16,0 0 3-16,0-8 8 0,5 4-7 0,-3-5 1 15,-2-8-1-15,5 1 1 0,-5-4 8 0,1-2 4 0,7-4-2 16,-3 0 3-16,5-5 4 15,-10 0 8-15,15-5-2 0,0-1 1 16,-2-3-1-16,7-5 1 0,-3-6-4 0,-1 0 9 16,-1 6 6-16,5-9-5 0,-5 7 4 0,0-4-1 0,1 1 13 0,-9 3 0 0,6 1 5 0,1-1 5 0,-8 6-3 15,2 1 2-15,-4 1 6 0,4 1-11 0,-5 1-3 16,4 1-3-16,-7 5-4 0,0 0 0 0,0 0 3 16,0 0-4-16,-3 18 1 0,3-9-3 0,-4 6 1 15,-2 4 1-15,4-4-4 0,-1 2-2 0,3 1 4 16,-4 2-4-16,1-1 1 0,3 1-1 0,0-2-6 15,0-2 4-15,3-1-6 16,1-3 0-16,-4 0 1 0,5-4 5 0,5 1 2 16,-5-6-6-16,8 1 4 0,3 1 5 0,1-5-2 15,-2-2-3-15,5-2 4 0,-5-2 1 0,6-3-4 16,2-3 5-16,-3 1 6 0,5-4 9 0,-5 3-2 16,5-1-6-16,-5 1 13 0,-2 1 5 0,0 1 6 15,-1 2 0-15,-1-2-2 0,1 1 3 0,-2 0 1 16,-2 1 1-16,0 4-8 0,0 1-7 0,-4 3-5 0,2 0 1 0,1 6-5 15,-12-6-1-15,13 6-4 0,-5 1 1 0,-3 7 3 16,3-4-5-16,-6 5-4 0,3 0 2 0,-5 5 3 16,0-4-5-16,-5 2 3 0,5-1-8 0,-2-2-13 15,-6 2-26-15,3-3-21 0,-3 0-17 0,1-2-10 0,1 0-28 16,-6 0-27-16,1-1-40 0,-4-7-40 0,5-1-47 16,-2-3-56-1,-6-2-192-15,5 1-562 0,-4-8 250 0</inkml:trace>
  <inkml:trace contextRef="#ctx0" brushRef="#br0" timeOffset="-40152.99">29181 10941 304 0,'0'0'359'0,"0"-6"-36"0,0 6-30 0,0 0-32 15,7-9-27-15,-7 9-27 0,0 0-18 0,0 0-21 16,0 0-23-16,-10 21-30 0,8-9-29 0,4 0-41 15,-2 6-58-15,2 0-58 0,6 8-62 0,0 2-51 16,7-4-204-16,0 3-421 0,13 7 186 0</inkml:trace>
  <inkml:trace contextRef="#ctx0" brushRef="#br0" timeOffset="-38972.06">29887 11358 89 0,'-4'-15'345'0,"1"0"-5"0,-9 0-16 16,6 2-18-16,-4-3-18 0,-5 1-12 0,0 2-20 0,2 3-22 0,-1-1-25 16,-4 5-19-16,-2-1-20 0,1 0-14 0,-1 6-15 15,-5-5-8-15,3 9-13 0,2 1-21 0,-3 1-16 16,3 4 3-16,-8 1-16 0,7 5 10 0,4-3-21 16,-3 6 0-16,2 5-5 0,7-7-6 0,2 1-3 0,-6 9-3 15,9-3-3-15,6-3-10 0,-2 6-5 16,4-1-8-16,-2-7-6 0,6 1-6 0,3-2 6 0,6 0-11 0,-4-1 3 15,7-4-14-15,2 0 1 0,-3-3 0 0,11-3 2 16,-7-2 0-16,1 0 1 0,8-8 1 0,-10 1 0 16,6-1 1-16,4-2 3 0,-2-4 5 0,-5 1-6 0,7-2-1 15,-10 0 7-15,0 4 7 0,-4-5-10 0,6 3 16 16,-7-2 8-16,1 1 1 0,-7 4 6 16,2 0 3-16,-1-2-4 0,0 4-2 15,-3 1-8-15,3 1-3 0,-1-1 1 0,-9 3-8 16,15-1 3-16,-8 5-1 0,1 0-8 15,1 1 3-15,-3 3 2 0,-1-1-2 0,0 7-4 0,-2-4 4 16,4 5-1-16,-4-1-1 0,2 1-2 0,2 2 1 16,-4-4-3-16,1 2 3 0,-3-3-3 0,1 0 1 15,-2 2-2-15,0-6-3 0,-2 3 4 0,2-2-4 16,0-2-9-16,-5 1 9 0,2 1-6 0,-4-3-3 0,7-2 2 0,-5 1 2 16,5-5 2-16,-6 6 0 0,6-6 7 0,0 0-5 15,-7 1 2-15,7-1-6 0,0 0-4 0,0 0 2 16,0 0-1-16,13-16-3 0,-8 8-2 0,10 0 3 15,0-3 5-15,0 0-5 0,5-2 3 0,5-1-6 16,-4 0-1-16,11 0-2 0,-6 1 3 0,4 0-2 16,0 3 1-16,4-1-1 15,-2 4 3-15,-1-2 2 0,-3 3 4 0,1-2-4 16,-13 3 3-16,7 2 3 0,-8-2 3 0,-5 3-1 16,0 2 3-16,-3-1-3 0,-7 1-1 0,16 0-4 15,-16 0 0-15,0 0 3 0,0 0 5 0,7 1-2 16,-7-1-1-16,0 0 5 0,-13 15 1 0,3-7-1 15,3-2 0-15,-6 6-4 0,6-6 5 0,-3 8 2 0,-3-2-3 16,-2 3 5-16,9-2-2 0,-4 4 6 0,-4-4-5 0,9 3-4 16,0-1 3-16,0 0 1 0,2 4-7 0,6-2 0 0,6-2 0 15,-4-1-1-15,6 4-7 0,3-4-18 0,4-3-18 16,8 5-23-16,1-4-13 0,3-2-14 16,-1-1-12-16,6-5-12 0,6 4-9 0,-4-5-5 0,6-4-2 15,-7 1 12-15,-4-6 11 0,-2-2 7 0,4-4 10 16,4-6 8-16,2-2 10 0,-5-4 6 0,3 1 4 0,3-11-20 15,-3 2-14-15,-5-3 16 0,6-6 9 0,-16-2 19 0,5-4 43 16,-7 4 29-16,-4-2 16 0,1 5 25 0,-3 2 23 16,-5-1 19-16,-3 1 11 0,1 7 6 0,-7-2 10 15,3 9 15-15,-3-1 8 0,1 4 2 0,-4 3-5 16,4 2-1-16,-2 1-7 0,0 5-19 0,0 1-8 16,0-2-19-1,-2 10-12-15,2 1-12 0,0 0 11 0,0 0-23 0,0 0-3 16,-16 11-11-16,9-3 5 0,-1 4-10 0,3 2-4 15,-3 4 5-15,-1 6-8 0,-2 1-6 0,-1 4 3 16,-8 8 5-16,6 1-13 0,0 1 1 0,1 0 3 16,-3 4 3-16,-8-1-14 0,6 2 3 0,2-2-11 15,-3 0-5-15,1 1-16 0,2-4-7 0,-1 5-6 16,2-7-5-16,4 4 3 0,1-11-5 0,3-3 0 0,2 0 6 0,3 0 4 16,2-1 1-16,2-10 2 0,0 2 1 0,4-5 8 15,4 2-3-15,-3-7 3 0,6 1 1 0,2-2 2 16,5-5 3-16,-2-1 9 0,10-1-10 0,-3-3 6 15,0 2-1-15,5-14 1 0,4 4-1 0,-4-2 3 16,15-5 4-16,-7-3-2 0,10 5 1 0,-3-2-3 16,-7-2-2-16,6 4 3 15,-14-1 0-15,-8 5 10 0,8 2 18 0,-12-4 11 16,-3 6 16-16,-4 5 7 0,1-4-1 0,-7 4-6 16,-2 0-6-16,5-1-8 0,-8 4-5 0,0 0-2 15,0 0-2-15,0 0-2 0,-26 19-4 0,13-13-4 16,-4 4 2-16,4 2-6 0,-5 2 2 0,11 3-2 0,-6-4-2 15,1 5 0-15,-3 1 4 0,4-2-1 0,2-2-5 16,3 4-1-16,1-2-3 0,2 0 6 0,3 0 2 0,8-2-2 0,0 0-3 16,-1 0-8-16,6 1-16 0,8-6-19 15,-4 2-23-15,13-4-19 0,-9 1-29 0,9-2-37 16,-8-4-50-16,7-2-49 0,1-5-54 0,-2 1-265 0,-1-3-606 16,1-3 268-16</inkml:trace>
  <inkml:trace contextRef="#ctx0" brushRef="#br0" timeOffset="-38787.17">31694 11544 352 0,'-5'-8'433'16,"2"5"-5"-16,3-4-13 0,0 7-30 0,8-12-23 16,0 7-13-16,4 2-15 0,4-4-23 0,1 1-31 15,3 2-27-15,11 1-25 0,-6 3-22 0,8-4-26 0,-3 4-15 0,-2 4-34 16,7-3-58-16,-7 2-71 0,2 3-84 0,-7-5-94 15,-5 7-107-15,4 0-124 0,-7 0-250 0,-2 0-711 16,-5-2 314-16</inkml:trace>
  <inkml:trace contextRef="#ctx0" brushRef="#br0" timeOffset="-36429">28379 12104 301 0,'0'-8'291'0,"0"8"-27"16,0 0-30-16,0 0-25 0,8-4-20 0,-8 4-21 15,0 0-15-15,2 19-14 0,-2-4-13 16,-2 3-13-16,-6 6-15 0,3 3-7 0,1 4-8 0,-7-2-6 16,4-1-7-16,-3 4-7 0,5 6-4 0,-8-10-4 15,1 14-5-15,7-12-2 0,-8-2-2 0,8 1-6 0,2 4 1 0,-4-6-6 16,4-4-4-16,-4 2 0 0,1-5-4 0,6-4 0 16,-2-4 0-16,2 1-4 0,-3-1 8 0,3-2 20 15,0-5 18-15,0 3 20 0,3-5 13 0,-3-3 4 16,13 0-5-16,-13 0 1 0,19-9 11 0,-5 2-3 15,6-5 4-15,-5-5-4 0,13-3-5 0,-4 0 1 16,0-1-8-16,11-11-7 0,-3 0-6 0,2-5-7 0,-4 4-6 0,5-2-1 16,-4 5-14-16,1-1-8 0,-4 3-4 0,-7 5-3 15,-4 0-3-15,3 3-7 0,-7 3-2 0,-3 2-6 16,-3 3 0-16,3 5-4 0,-5-3-15 0,3 3-30 16,-3 1-48-16,-4 2-43 0,-1 4-19 0,0 0-8 15,0 0-15-15,0 0-26 0,-6 17-25 0,-2-2-35 16,-9 7-37-16,2 2-37 15,2-4-265-15,1 4-631 0,4 5 280 0</inkml:trace>
  <inkml:trace contextRef="#ctx0" brushRef="#br0" timeOffset="-34709">29051 12674 47 0,'0'-11'263'0,"8"-1"-14"0,-8-1-10 0,0-4-9 15,0 0-12-15,-2-2-15 0,-4 4-16 0,6 0-17 16,-7 6-20-16,-3-7-15 0,5 6-14 0,-6 0-11 0,-1 4-11 16,-1 2-17-16,-4-1-3 0,-4 3-6 0,1 2-9 15,2 2-5-15,-6-1-8 0,0 7-6 0,-5-4-5 16,5 10-4-16,0-4-4 16,3 4-4-16,6-3 2 0,0-1-5 0,0 5-4 15,2 1-5-15,0-3-8 0,8-3-1 0,0 1 1 16,5-3-1-16,-7 3-2 0,14-2-2 0,-6-2 1 15,13 1-2-15,1-1-1 0,-2 2 1 0,5-7-1 16,4 2 2-16,6-4-1 0,-7-4 0 0,11 2 1 16,-6-3-3-16,2-3 2 0,-1 0 1 0,1-3-1 15,-8 3 4-15,-2 0 10 0,0-2 7 0,-3 1 6 0,2 1 7 0,-9 1 6 16,-1 1 3-16,4 0 5 0,-6 0-4 0,2 0-5 16,-1 5-8-16,-6 1-8 0,5-5-3 0,-5 5-2 15,0 0-4-15,0 0 0 0,0 0-3 0,0 14-2 16,0-6 0-16,-5 2 1 0,5-1-3 0,-1 3 1 15,1 1-4-15,-5 5 0 0,5-3 2 0,5 1-1 16,-4 3 1-16,4 0-3 16,4-3 3-16,-3-1 1 0,4 2-3 0,5-5-4 15,0 0 4-15,3 3-2 0,-1-8-6 0,6 8-1 16,-2-10-3-16,6 2 5 0,-4-2-2 0,-1-3 0 16,-1-1 0-16,2-4-2 0,2-4 6 0,3-1-3 15,-3-2-6-15,0-6-5 0,-10-2-7 0,1 5 0 16,7-10-3-16,-3 0 0 0,-3-15 4 0,3 14-4 15,-9-6 7-15,9-6-4 0,-7 8 8 0,-3-13-3 0,0 11 3 0,0-2 1 16,-3 1 2-16,-5 4 0 0,4-8 3 0,-3 8 3 16,2 2-1-16,-1-1 4 0,-4 7 2 0,0 3 9 0,5-3 2 15,-4 4-1-15,-1 7 1 0,0-3 2 16,0 6-9-16,0-2-2 0,0 7-1 0,0 0-4 16,-3-4 1-16,3 4 0 0,0 0 8 0,-21 16-5 0,14-1-1 15,-5 3 0-15,-1 9 0 0,1-2 0 0,-1 4 2 0,2-4-3 16,-9 13-1-16,5-7-5 0,0 7 8 0,-2-2-2 0,3 6 1 15,-1-4-2-15,1-9 1 0,8 3 2 0,-2-2 1 16,3 1-1-16,3-2-6 0,-3 3 2 0,5-7-3 16,0-3 1-16,0-3-3 0,0 0 0 0,5-6 3 15,0 2-5-15,-3-7 1 0,6-1 5 0,-2 3 2 16,8-5-5 0,-4-1 4-16,0-3 0 0,6-4-5 0,-3 1 4 0,-1-2-2 15,8-2 3-15,-4-3-1 0,4-2-1 0,5-1 2 16,-3-5 2-16,2-1-3 0,0-1 4 0,2 2 0 15,-9-3-4-15,-1 6 0 0,2-1 2 0,-3 3-1 16,0 2 4-16,-2-3-3 0,-6 5 6 0,1 0 1 16,-1 2 1-16,1 1 0 0,-1 0-7 0,-6 2-3 15,-1 3 3-15,9-4-4 0,-9 4 4 0,0 0-1 0,0 0-2 0,0 0-2 16,-9 23 2-16,8-15 1 0,-6 4 2 0,-1 4 0 16,8 3-4-16,-7-4-3 0,-1 5-11 0,8-3-4 15,-5 4-8-15,3-3-4 0,-4 0-1 0,4 1-3 16,2 0 1-16,2-3-11 0,4 0 6 0,-4-2-8 15,3-3 0-15,2-1 1 0,1-1 6 0,0-1 0 16,0 1 9-16,4-6 3 16,-4-2 2-16,6-1 2 0,0 0 2 0,1-3 5 15,4-2 4-15,-1 0 3 0,-3-5 4 0,1 1 12 16,-1-2 11-16,8-5 8 0,-6 1 13 0,4-4 3 16,-6-4 5-16,0 4 7 0,-2 2 3 0,-3-1 4 15,2 5-1-15,-4-3-1 0,4-1 1 0,-7 4 8 0,1 1-3 16,-1 1 2-16,4 3-14 0,-9 4-4 0,1-2-7 15,3 1-9-15,-4 5-1 0,0 0-8 0,0 0-1 0,0 0-2 16,0 0-4-16,-7 20-3 0,0-8-2 0,2 5-6 16,4 2-1-16,1 2 0 0,-5 6-1 0,1-4-7 15,4 2-3-15,0 0 1 0,0 2-5 0,9-4-5 0,-3 1-10 16,8 0-2-16,-5-2-2 0,6 4-4 0,-5-13-1 16,2 4-1-16,1-3 6 0,4-1-1 0,-2-1 3 15,-1-2 2-15,1-5 0 0,2-1 9 0,1-1-1 0,-1 0 1 0,3-6 4 16,-4 2 1-16,2-5 0 0,0-3 3 0,2-2 2 15,-1 3 1-15,2-8 0 0,-4 1 3 0,1-2 1 16,3-5 5-16,-2 2 9 0,-5-3 3 0,5 4 3 16,-11-3 14-16,5 5 7 0,-3 2 0 0,-3-4 5 15,-6 4 6-15,4 1 0 0,-3 4-5 0,0 0-5 16,-4 1-7-16,0 1-3 16,-4 0-2-16,4 0-4 0,-5 7 1 0,-1-4-5 15,8 5-3-15,0 0-2 0,-30 6-3 0,24 2 1 16,-6 0 3-16,9 2-5 0,-9 3-2 0,6 1-2 15,6 2 3-15,0 2 2 0,0 0-2 0,5 0 0 16,0 2-6-16,9 4-1 0,3-4-4 0,6 5-9 16,15 3-11-16,0-1-19 0,4 0-13 0,1-6-8 15,5 0-11-15,3 0-7 0,2-2 1 0,2 0-6 0,-4-7-1 0,-3-2 6 16,2 2 9-16,-6-3 6 0,-1-5 7 0,-8-1 4 16,-3-3 7-16,-4 0 9 0,1-4-1 0,-12 0 8 15,11-4 12-15,-11-1 16 0,-2-1 15 0,-9-2 15 16,6-2 16-16,-11 2 12 0,1-4 11 0,-4 1 6 15,1-1 2-15,-6 1 1 0,1-2-2 0,-8 0-2 16,4 5 0-16,-3-6-1 16,-3 9 0-16,-11-6-7 0,11 5 3 0,-14 2-12 15,7 1-6-15,-6 0-2 0,1 4-4 0,5 2-7 16,-7 2-1-16,10 6-5 0,-8 1 1 0,10 0-4 0,-3-1 0 16,4 7 0-16,-3-5-11 0,10 9-1 0,-1-5 0 15,4 7-3-15,-1-4 1 0,6 2-7 16,4 2 2-16,1-5-12 0,4 5 2 0,3-5-5 0,3 1-5 15,2-2-7-15,8 2-9 0,-5-5-4 0,5-1-3 0,-3-1-2 16,10-1-4-16,1-7 0 0,-2 0 9 0,-1-3-7 16,-5 0-1-16,5-6 3 0,-5-7-4 0,4 3-2 0,2-5 0 15,5-5 6-15,-10 2 2 0,8-9 6 0,-2-3-1 16,1 1 2-16,-1-7 5 0,-2-2 5 0,-6 7 3 16,-3-4 20-16,-4-1 11 0,-5 11 14 0,-5-3 14 15,5 3 13-15,-5 5 5 16,-3-5 9-16,-2 10 4 0,5 4-5 15,-10-9 5-15,5 9-3 0,-2 5-14 0,-1-2-2 0,-2 2-15 16,-5 4 3-16,3 3-6 0,7 1-4 0,-16 5-3 16,6 2-2-16,0 0 13 0,0 6-20 0,2 6 3 15,1-1 0-15,-1 7-2 0,1 4 0 0,5-1-5 16,-4 0 1-16,4 4-1 0,2 5-2 0,0 6-4 16,0-13-14-16,2 12-29 0,4-2-35 0,-2-1-43 0,9 0-58 0,-6 0-81 15,8 0-88-15,-7-10-233 0,3 3-618 0,-1-1 273 16</inkml:trace>
  <inkml:trace contextRef="#ctx0" brushRef="#br0" timeOffset="92556.42">25381 13476 107 0,'0'0'328'0,"-11"0"-7"16,4-3-11-16,7 3-31 0,-15-1-18 0,15 1-15 16,-10-4 5-16,10 4-10 0,-13-1-5 0,13 1-28 15,-7-2-14-15,7 2-25 0,0 0-17 0,0 0-13 16,0 0-16-16,0 0-8 0,0 0-11 0,-13 3-8 15,13-3-18-15,0 0-8 0,0 0-2 0,0 0-3 0,-2 11-6 0,2-11-5 16,0 0 2-16,7 9-2 0,1-5 5 0,-3 3-6 16,5-3 3-16,-5 2-16 0,15 2 5 0,-2-3-4 15,2 3-3-15,0-1-10 0,6 1 1 0,-1 0-5 16,5 0-7-16,-2 0-23 0,0-5-22 0,0 1-30 16,-3-4-36-16,-3 5-39 0,-1-1-49 0,-1 3-55 15,-3-3-59-15,-2-1-59 16,-9-2-217-16,3 4-617 0,-1-3 273 0</inkml:trace>
  <inkml:trace contextRef="#ctx0" brushRef="#br0" timeOffset="92872.84">26161 13453 39 0,'3'-4'314'0,"-1"1"-20"0,-2 3-25 0,5-8-29 16,-4 4-29-16,-1 4-22 0,0 0-19 0,0 0-21 15,0 0-14-15,0 0-10 16,0 0-14-16,9 15-12 0,-9-15-10 0,-4 23-5 16,3-7-9-16,-1 2-6 0,2 3-10 0,0-3-7 15,-2 9-3-15,1-7-7 0,1-1-3 0,-5 0-5 16,0 8-2-16,1-3-2 0,3-5-4 0,-4 0 1 15,3 1-6-15,1-7-6 0,-6 4-12 0,7-2-19 16,-3-2-20-16,1-4-16 0,0 1-17 0,1-5-3 16,1-1-4-16,0-4-30 0,3 7-27 0,-3-7-32 0,0 0-22 0,0 0-25 15,25-16-117-15,-17 6-354 0,0-2 157 0</inkml:trace>
  <inkml:trace contextRef="#ctx0" brushRef="#br0" timeOffset="93374.18">26290 13345 197 0,'-2'-9'230'16,"2"2"1"-16,2-4-8 0,-4-1-7 0,4 5-14 16,-2 2-10-16,6-3-22 0,-4-1-14 0,3 4-17 15,3 0-12-15,-1-2-17 0,3 2-11 0,3 1-10 16,-1 1-10-16,3 0-6 0,0 6-9 0,1-3-5 0,6 3-9 16,-4 0-1-16,2 2-11 0,0 2-3 0,-4 2-2 15,2-5-4 1,-1 7-5-16,-2-2-1 0,1-3 2 0,-2 5-5 15,-5 2-6-15,-2-4 0 0,1 3 0 0,-6-3-3 0,1 0-1 16,-6 2 0-16,1-3 0 0,2 3-4 16,-8-2 3-16,1 1-5 0,-2-2 7 0,-5 1-3 0,-1 3 0 15,2-3-6-15,3-3 4 0,-5 1-3 0,2-3 3 16,5-1-6-16,0 1 3 0,3 0-1 0,-4-2-3 16,4 3 2-16,2-1 1 0,3-4-1 0,0 0 7 0,8 9-2 0,2 3 1 15,3-6 0-15,4 2 1 0,3 2-4 0,5 5 3 16,1-3-2-16,6-2-3 0,-4 6 3 15,-7-3-1-15,9 2-2 0,-2-1-1 0,-6-1 1 0,-6-1-4 16,-1-2 4-16,-2 1-3 0,-3 2 2 0,-1 1 0 16,-6-5 1-16,0 0-1 0,-6 5 2 0,-2-4-1 15,-7 3 0-15,-6-1-1 16,-5-1 13-16,-5 1 12 0,-2 2 2 0,0-9 8 16,-3 0 3-16,-11 4 0 0,10-3 4 0,3-3 1 15,-4 1 13-15,4-2-8 0,3 1 8 0,-2-3-3 16,7-3 5-16,3 3 0 0,0-2 4 0,5-1 3 15,0 2-6-15,5 0-5 0,2-1-3 0,-2-2-11 16,10 4-5-16,-8-8-9 0,8 8-15 0,0-8-26 16,6 1-27-16,-6 7-33 0,12-11-40 0,-7 7-45 0,6 3-42 0,-4-4-61 15,3 2-48-15,-3 2-200 0,8-1-552 0,-7 2 245 16</inkml:trace>
  <inkml:trace contextRef="#ctx0" brushRef="#br0" timeOffset="93674.99">26980 13708 185 0,'3'-3'252'0,"-3"3"-28"0,12-4-24 0,-12 4-18 0,0 0-20 0,0 0-16 0,15 7-14 15,-15-2-13-15,8 2-10 0,-6 1-13 16,3 3-11-16,-5-3-6 0,0 4-10 0,0-1-4 0,1 4-6 16,6-2-7-16,-5 1-6 0,-2-1-3 0,0 2-4 15,0 0-5-15,5-4-2 0,-10 1-5 0,10 3 2 16,-10-2-6-16,5-1-4 0,0-2-24 0,0-3-30 16,0 3-23-16,0-3-33 0,0 0-43 0,0-7-40 0,0 8-162 0,5-4-363 15,-5-4 162-15</inkml:trace>
  <inkml:trace contextRef="#ctx0" brushRef="#br0" timeOffset="95225.42">27170 13695 149 0,'4'-6'235'0,"4"3"-8"15,-8 3-4-15,5-5-10 0,-5 5-15 0,7-3-10 16,-7 3-19-16,0 0-19 0,0 0-13 0,6-4-13 0,-6 4-14 16,0 0-14-16,0 0-7 0,0 0-11 0,0 0-6 15,0 0-8-15,0 0-7 0,8 12-5 0,-6-9-6 16,3 3-1-16,-5-6-11 0,2 12 2 0,1-4 3 16,2-1-13-16,-3 2-1 0,4-1-2 0,-4 2-4 15,1 0-1-15,1 1 0 0,-1 4-2 0,0-3-2 16,-3 3 0-16,2-6-2 0,0 8-1 0,-2-7 0 0,0 2-2 15,0-2 1 1,0-1-4-16,0 3 1 0,0-2-1 0,-2 0 1 16,0-3-3-16,2 1 0 0,-3-1 2 0,3 0 0 15,0-7-1-15,-3 8-1 0,3-8 4 0,-4 5 17 16,4-5 10-16,0 0 3 0,0 0 2 0,0 0 4 16,0 0-1-16,0 0-7 0,0 0-3 0,0 0 1 0,7-27-4 15,-4 19-6-15,1-1 2 0,0 1-4 0,6-2 0 16,-6 3 0-16,4-2-2 0,0 1 9 0,-1 1-7 0,1-1-2 0,-1 1-1 15,6 0-2-15,-5 1-2 0,6-5-3 0,-8 6-1 16,4 1-2-16,3-2 2 0,-6 5-5 16,1-3 1-16,1 1-2 0,-9 3-4 0,18 7 2 0,-8-6 0 15,-4 5-1-15,3-2-2 0,-3 3 5 0,2 2 2 16,2-1-5-16,-3 7-2 0,-2-6 1 0,2 2 1 16,-1 4-8-16,-2 1-6 0,2-1-9 0,-3-1-4 0,1 3-1 0,-1-6-7 15,0 6-6-15,4-7-7 0,-4 6-10 0,1-6-8 16,2 3-11-16,3-4-7 0,0 4-10 0,1-6-12 15,5 0-15-15,0 4-2 0,3-7-8 0,6-1 5 16,-3-1 14-16,-1 1 2 0,5-3 4 0,5-3 18 16,-2-2 6-16,-7 1 6 0,7-8 6 0,-6 4 11 15,-2 1 16-15,-2-5 17 16,-2 1 28-16,-1-1 23 0,-1-1 19 0,-1-1 24 16,-8 1 11-16,1-1 12 0,-2 2 3 0,-4 2 3 15,0-2 2-15,-5-1-7 0,0 1-5 0,0 2-5 16,-7 1-3-16,2-3-8 0,-3 2-4 0,3 5-7 15,-8-2-8-15,1 2-4 0,3 1 1 0,-3 3-11 16,-1 1-5-16,3 0-2 0,0 0-5 0,3 2 1 16,1 1-6-16,-4 2-1 0,2 2-4 0,3 1-1 0,3-5-2 0,-4 5 1 15,9 0-4-15,-5 0 4 0,7 1-5 0,-3-2 2 16,6 1-1-16,1 3 1 0,-1-4-4 0,-1 1-1 0,4-1 6 16,2 1-7-16,4-4 4 0,-5-1-4 0,8 2 6 15,1-4-7-15,-1 2 2 0,0-3-3 16,3 0 1-16,-8-4 1 0,5-1 6 0,0-1 18 0,-2 2 15 15,0-3 8 1,-1 2 7-16,-6-3 13 0,6 1 17 0,-4-1 10 16,1 2 4-16,-8-4 3 0,8 2 5 0,-4 2 0 0,-2 1-4 15,2-2-2-15,0 2-11 0,-2-1-9 0,-3 6-13 16,3-5-6-16,-3 5-11 0,5-4-9 0,-5 4-14 16,0 0-14-16,0 0-9 0,0 0-21 0,0 0-23 15,7 15-17-15,-5-10-23 0,1 6-15 0,-3-4-13 16,7 5-19-16,-4 0-10 0,2 0-10 0,-5 3-16 0,8 0-17 0,-3-3-17 15,0 3-10-15,5-3-17 0,-5-3 1 0,2-2 0 16,-1 3-5-16,2-6-4 0,2 2 16 0,-5-3 10 16,2-2 18-16,-7-1 18 0,15-1 17 0,-15 1 18 15,13-8 27-15,-8 5 22 0,-3-7 42 0,4 4 24 16,-4-5 31-16,5 1 28 0,-7 0 23 0,5-6 16 16,-2 8 15-16,4-2 3 15,-7-2 7-15,6 0 4 0,-6 4-1 0,8-3-8 16,-3 2-7-16,5 2-8 0,-5-1-14 0,7 0-7 15,-4 4-6-15,2 1-7 0,0 3-7 0,0-3-5 16,3 3-5-16,0 3-8 0,1-2 2 0,-1 5-7 16,-3 2 0-16,6 1-4 0,-2-2-3 0,0 4-2 15,-7-3 0-15,6 4-1 0,-6-4-5 0,1 4 2 0,-3-2-4 16,0 2 7-16,-2-4-7 0,1 4-1 0,-4-1 0 0,0-2-1 16,0-2-3-16,-7 3 2 0,2-5 2 0,0 2-3 15,0-5-1-15,-5 1 2 0,5 1-1 0,-6 0 2 16,11-4 1-16,0 0-3 0,-17-4 6 0,17 4-6 15,-8-8 0-15,8 8 2 0,-7-9-2 0,9 5-3 0,3-6 1 16,0 3 1-16,0-1-3 0,3-1-1 0,0 2 2 16,7-4 1-16,-1 1-3 0,-3 4 0 0,4-2 0 0,-3 5 0 0,-2-1-1 15,4 3 0-15,-7-4-3 0,6 3 3 0,-3 1-2 16,-10 1 0-16,15 1 1 0,-8 4 0 16,-1 1-3-16,3-3 2 0,-6 5 2 0,5-1-1 0,-4 2-2 15,-1 0-2-15,-1-2-4 0,-2 4-4 0,6 0 2 16,1 4-5-16,-6-5-2 0,1-3 5 0,3 7-5 15,2-5-4-15,-6 3 2 16,6-5 0-16,0 0 0 0,-4 2 2 0,5-5 4 16,-1 0 1-16,-2 1 1 0,5 0 3 0,1-5 0 15,-1 0 2-15,3 2-1 0,-3-4 4 0,4 0 1 16,-4-3 4-16,3 1 8 0,2-2 12 0,-4-2 10 16,-1 4 9-16,7-5 16 0,-4 3 13 0,0-2 5 15,-6 1 6-15,1 4 3 0,-1-3 6 0,1-2-3 16,-3 4 3-16,3 1-8 0,-8 3-8 0,4-6-9 0,-4 6-15 0,11-2-7 15,-11 2-6-15,0 0 2 0,0 0-5 0,8 17-3 16,-8-5-6-16,0-3-3 0,0 10 7 0,0 1-3 16,0 3-7-16,-1 5-2 0,-4 3 7 0,5 8-9 15,-8 3-8-15,8-3 2 0,-7 6 9 0,7-4-7 16,-8 4 1-16,8-2-1 0,-2 1 1 0,-3 1-7 16,0-2-1-16,2 2 3 15,3-2-2-15,-2-13 0 0,-1-2 0 0,1 0-5 16,4-2 1-16,-4-6-8 0,-3-7-18 0,2 2-7 15,3-8 0-15,-5 1-14 0,5-4-34 0,0-4-39 16,0 0-52-16,0 0-59 0,-13-16-64 0,11 0-259 0,2 1-600 16,-7-13 266-16</inkml:trace>
  <inkml:trace contextRef="#ctx0" brushRef="#br0" timeOffset="95425.95">28281 13356 162 0,'-7'-20'287'0,"-1"9"-30"16,5-5-25-16,1 9-24 0,-3-5-29 0,2 1-36 16,-2 9-48-16,3-8-68 0,2 10-64 0,2-5-76 15,-2 5-127-15,0 0-260 0,0 0 115 0</inkml:trace>
  <inkml:trace contextRef="#ctx0" brushRef="#br0" timeOffset="97368.33">29852 14024 42 0,'1'-17'283'16,"-1"5"-16"-16,0-3-12 0,0 7-15 0,4-1-12 0,-4 1-9 16,0-2-21-1,-4 5-21-15,4 5-17 0,0-11-19 0,0 11-16 16,-6-4-13-16,-4 4-9 0,10 0-12 0,-20 7-10 0,5 2-10 16,0 2-7-16,0-3-6 0,0 6-4 0,-6 2-5 15,-2 4-4-15,3-2-4 0,2 3-7 0,-2-5-1 16,2 9 0-16,3-3-9 0,1-4 5 0,5-2-12 15,0 4 5-15,-1-1-3 0,10 1-5 0,-1-3-1 16,2 0 1-16,6-2-2 0,1 4 1 0,5-6-2 0,2-1-8 0,7 2-5 16,4-3-4-16,6-3-3 0,-2 0-9 0,1-4-5 15,0-4-1-15,4-3-5 0,0-2-2 0,-4 0-1 16,11-6-2-16,-11-3-2 0,14 0 1 0,-10-12 2 16,-2 0 0-16,3-1 1 0,-14 3 1 0,-1-7 6 15,1 1 2-15,-14 2 5 0,7-13 5 0,-7 11 8 0,2 1 16 16,-5-2 16-16,2 7 8 0,-7-3 7 0,5 1 6 0,-4 1 7 15,-1 4 5-15,-1 0 11 0,2 6 0 0,-1 0 5 16,-1 0-1-16,2 6-4 0,-1 1-8 0,0-2 1 16,0 10-19-16,-1-9-12 0,1 9-5 0,0 0 1 15,0 0-3-15,0 0 0 0,0 0-9 0,-5 27 4 16,5-12-5-16,-2 6-1 0,-1 6 0 0,1-3-1 16,-1 5-4-16,1 3-2 15,-1-2 1-15,1 9-1 0,-3 3 3 0,5-10-7 16,-3-1 1-16,1 3 1 0,2-3-6 0,-1-4-1 15,1 1-4-15,1-2-3 0,1-2-1 0,1 5 0 16,2-15-5-16,-3 4-1 0,8-2-4 0,-2-3 3 16,2-7-2-16,-3 6-2 0,8-4-3 0,1-2-9 0,-1-1-8 15,3-3 1-15,-1-2-1 0,-1-5-1 16,2 3 1-16,2-4 5 0,-1-2 1 0,-1-5 4 0,-3 3 4 0,0-5 2 0,-1 2 1 16,1-5 2-16,-3 2 2 0,-2-3 2 15,-5 2 3-15,-4 2 0 0,8 0 3 0,-9-2 1 16,0 7 1-16,-2-4 0 0,-6 1 1 0,3 2-2 0,-2-2 3 15,-1 5 2-15,-5 1-3 0,4 0 3 0,-5 7 1 16,4 0 0-16,-5 3-3 0,1 1 2 0,1 1 3 16,-2 3-3-16,2-1 2 15,2 4 0-15,-3 1 1 0,8 3-1 0,-4-3 2 16,5 4 1-16,3 1-2 0,0 1 2 16,2-3 0-16,0 1-4 0,4 2-4 0,1-6-8 0,1 3-2 15,3-6-10-15,-1 5-8 0,0-5-9 0,5-5-3 16,2 4 3-16,2-2 6 0,-2-5 8 0,0-1-4 15,6 0 2-15,-6-1 3 0,0-2 7 0,3-3-2 16,-1-1 5-16,-1-4 5 0,-2 0 5 0,-1 1 15 0,-5-3 9 0,4 2 12 16,-2-5 4-16,-4 7 4 0,-4-2 11 0,4-4 5 15,-4 4 5-15,0 1-6 16,1 1-3-16,-3 1 0 0,2-2-1 0,-2 4-7 16,0 2-4-16,0 4-6 0,1-8-4 0,-1 8-5 15,0 0-1-15,0 0-3 0,0 0 0 0,0 0 3 0,0 0-8 16,-10 15 1-16,4-6-5 0,4 2 1 0,2 0-2 0,-3 6 0 0,1 1-7 0,1-6-5 15,1 4-2-15,0-1-7 0,1 0-1 16,-1 1-6-16,0-5-3 0,2 5-4 0,-2-8-7 0,3 9 2 16,0-8-2-16,4-1-9 0,-5 0 3 0,3 0-1 15,1-4 6-15,-2 0 5 0,2-1 4 0,-6-3 2 16,0 0 4-16,18-7 2 0,-9 6 2 0,-3-5 4 16,4-2 3-16,-5 1 11 15,5-2 10-15,-2-4 4 0,4 0 4 0,-4-1 9 16,4-3 1-16,1 5 1 0,-8-6 7 0,7 4-1 15,1-1 3-15,-6 2 5 0,4-1-2 0,-1 2-6 16,-3 4 1-16,-4 1-3 0,9 0-2 0,-7 1-6 16,0 0-4-16,4 3-2 0,-9 3-4 0,10 0-3 15,-10 0 0-15,14 6-2 0,-8-2-1 0,-4 3-1 16,6 1 2-16,-1 3 0 0,-1-1-4 0,-4 5 3 0,5 0-5 0,-4 0 0 16,2 5-1-16,0-6 0 0,0 3 4 0,-3 2-5 15,-1-3-1-15,3-1 0 0,0 0 0 0,-4 0-3 16,0-2-5-16,-4 1-1 0,0-4 3 0,1 1-1 15,-7 0 0-15,3-3 2 0,-1-1 0 0,-7-2-2 16,5 0 3-16,-5 0 0 0,2-4 3 0,2 0-3 16,2 2 1-16,-4-3 4 15,13 0 1-15,-17-4-1 0,17 4-2 0,-3-8 1 16,3 4-3-16,0 4 3 0,3-15-3 0,11 7 5 16,-4 0-4-16,9-2 1 0,-4 5-3 0,5-6 1 15,10-1 0-15,-7 3-2 0,5-2 4 0,2 1-3 16,-2 1 3-16,-5 1 2 0,1 3 0 0,-3-5-3 15,-3 6 0-15,-1 0 6 0,-4-4 8 0,0 7 6 0,1-4 6 16,-6 0 10-16,0 4-5 0,-1-2-3 0,1 0 0 0,-8 3-5 16,7-5-5-16,-7 5-5 0,0 0 3 0,0 0-5 15,0 0-1-15,0 0 6 0,5 12-11 0,-5-12 0 0,-2 10 3 16,-1-3-4-16,3 3 2 0,0 0-2 0,0-1 4 16,0-1-1-16,0 3-1 0,3 1 0 15,-1-1 2-15,-1-1-5 0,8 5 0 0,-4-1 1 0,4-6-3 16,-4 6 2-1,5-4 0-15,-3 0 0 0,0-3 5 0,-1 2-9 16,-4-5 3-16,5 3 0 0,-3 0 0 0,-2 0-5 0,-2-2 3 16,0-5 0-16,-2 8 1 0,2-8 0 0,-11 1 3 15,11-1-2-15,-17 0 5 0,2 0-10 0,1-1 6 16,0-1-2-16,-2-3 7 0,4 4-8 0,-3 1 1 16,5-2-6-16,-3 2-1 0,6-3-2 0,7 3-7 15,-14-4-6-15,7 3-6 0,7 1-1 0,0 0 0 0,0 0-2 0,0 0-11 16,0 0-14-16,0 0-5 0,13-9-4 0,-13 9-2 15,23-5-2-15,-8 2-3 0,7-3-1 0,-7-2 0 16,5 3 1-16,4-3 5 0,1 1 5 0,3-4 7 16,-1 3 8-16,-4-2 5 0,-3 1 10 0,-2 1 24 15,-5 1 21-15,9 2 15 0,-7-2 15 0,-5 4 15 16,3-2 6-16,-5 4 4 0,2-1-4 0,0-2-8 0,-10 4-5 0,7-3-5 16,-7 3-6-16,10 0-7 0,-10 0-2 0,0 0-6 15,0 0 2-15,0 0-5 0,-9 14-3 0,6-7 0 16,0 1-3-16,1-1 0 0,-6 1 1 0,6 2-5 15,-1 0 0-15,3 2 1 0,-4 0-5 0,4-1-6 16,4 4-17-16,-4-6-18 0,5 0-26 0,8 4-25 0,-1-5-35 16,1 0-46-1,3 0-39-15,3-3-40 0,-3 0-148 0,4-5-424 16,0 0 189-16</inkml:trace>
  <inkml:trace contextRef="#ctx0" brushRef="#br0" timeOffset="97669.15">32053 14141 144 0,'0'-8'337'0,"2"2"-20"0,-2 1-32 0,0 5-38 15,0-7-26-15,0 7-27 0,0 0-14 0,0 0-16 16,0 0-19-16,-4 31-6 0,1-12-5 16,0 3-11-16,-4 10-5 0,1-4-9 0,-4 16-2 0,-4-5-22 15,6 9-3-15,-5-1-8 0,0 2-6 0,-2-2-7 16,5 4-6-1,-3 10 2-15,-2-7-7 0,0 16-4 0,0-16-6 0,2 1 1 16,-7-1-7-16,3-3-1 0,4-1-3 0,-4 0-3 16,3-12-5-16,-1 5-2 0,0-15-3 0,5-1 0 15,-5-3-4-15,5-3 1 0,-3-8 1 0,0 2-6 16,3-4 7-16,0-5-6 0,3-1-8 0,-1-4-19 16,8-1-29-16,0 0-29 0,-10-15-49 0,5 3-61 15,11-6-64-15,-2-2-63 0,1-5-171 0,10-4-523 0,1-8 233 0</inkml:trace>
  <inkml:trace contextRef="#ctx0" brushRef="#br0" timeOffset="98001.2">31863 14637 129 0,'-5'-6'326'0,"5"6"-11"0,0-6-23 16,0 6-25-16,5-14-25 0,1 10-24 0,3-1-20 15,-1 0-21-15,4 3-19 0,4-6-10 0,6 7-20 16,-3-2-12-16,0-3-6 0,1 4-15 0,8-3-8 15,-2 3-7-15,-3 2-10 0,-3 0-9 0,3 0-3 0,-1-3-7 16,-1 6-3-16,-4-3-8 0,-4 0-5 16,0 0-3-16,2 2-3 15,-5 0-4-15,3 1-7 0,-4 1 3 0,-4 1 2 16,1 2-11-16,-2-1 1 0,1-1-1 0,1 3-6 16,-4 4-3-16,-4-8 5 0,2 8-2 0,-6-1 2 15,4 4-2-15,-1-3 0 0,-7 6-1 0,8-1-1 16,-3-6 3-16,-5 9-5 0,5-4 0 0,-1 2 4 0,-3-4-3 15,9 4 1-15,-6-6 1 0,6 5 1 16,-7-4-3-16,5-1 1 0,2-1-9 0,0-3-19 0,2 1-25 0,5-1-35 0,-1-2-38 16,3-2-42-16,-1 0-56 0,-8-4-50 15,18-5-195-15,-8 3-504 0,-3-2 223 0</inkml:trace>
  <inkml:trace contextRef="#ctx0" brushRef="#br0" timeOffset="98170.48">32416 14359 178 0,'-4'-4'332'15,"3"-5"-21"-15,-1 3-29 0,2-2-25 0,-2 4-26 0,2 4-26 16,-1-6-29-16,1 6-37 0,0 0-27 0,0 0-47 16,0 0-55-16,0 0-59 0,0 0-59 0,0 22-46 15,1-11-178-15,-1-2-359 0,5 6 160 0</inkml:trace>
  <inkml:trace contextRef="#ctx0" brushRef="#br0" timeOffset="99072.93">32699 14597 39 0,'-4'-11'310'0,"-2"8"-19"16,-1-3-22-16,-1 4-23 0,8 2-13 0,-18-4-18 15,4 3-13-15,-2 2-16 0,-2 0-16 0,3 4-19 16,-8 2-12-16,6 0-11 0,2-1-12 0,-5 3-13 16,5-2-7-16,0 5-12 0,4-3-7 0,3 6-4 15,-2-3-10-15,3 2-1 0,4-1-8 0,3 2-2 0,0 1 1 0,1-5-11 16,3 4-6-16,6-2 2 0,0 1-5 0,4-3-9 16,3-2-12-16,1 2-4 0,4-6-7 0,-2-2-4 15,8 3-8-15,5-3 0 0,-10 1 0 0,7-9 1 0,-10 3-1 16,3-4-2-16,-2 0 5 0,-2 0 0 15,0-3 1-15,3 2 2 0,-12-3 0 0,3-2-1 16,-3 2 3-16,-3 1 1 0,-7 1-2 0,0 0-1 0,-4 0 0 0,1 1 1 16,-7-1-2-16,5-1-2 0,-6 6 2 0,-4 0 1 15,5 3 1-15,-7-1 2 0,7-1-2 0,-8 2 0 16,6 3-2-16,-2 0 2 0,0 0 0 0,6 2 0 0,-2-1-1 16,0 4 2-16,4-1 2 0,2 1 1 15,-1-3 3-15,4 5-2 0,1-3-2 0,1 1 6 0,-1-8-5 16,9 12-1-1,-3-7-2-15,1-2 4 0,3-1 0 0,0 1 0 16,0 0-1-16,3-2 1 0,-3 2 1 0,11-1 0 16,-9 0 0-16,4-4-3 0,-1 0 1 0,2 2 0 0,3 2 1 15,-10-7 0-15,5 5-2 0,-4 3 2 0,-6-1-6 16,-5-2 4-16,13 2-1 0,-13-2-3 0,14 4 0 16,-8 2 4-16,-6 0-2 0,8-3-1 0,-1 1-12 15,-7 5-12-15,8-1-9 0,-1-2-11 0,-5 6-9 0,4-8-9 0,3 8-3 16,-5-4-21-16,5-1-6 0,-3 1-2 0,3-1-3 15,-3 1-8-15,8-4-4 0,-5 3-3 0,3-2-6 16,0 0-8-16,4-2 14 0,-3-3 9 0,2 0 8 16,4-1 12-16,-5 1 11 0,-2-2 3 0,5-4 11 15,-3-5 2-15,1 1 18 0,-1-2-3 0,-3-1 3 16,6-10 9-16,-2 0 17 16,0-1 14-16,-2-3 16 0,2 0 30 0,-9 0 18 15,9 0 15-15,-2 4 11 0,-3-4 21 0,0 1 17 16,0 2 14-16,-3-1 16 0,8-1 7 0,-5 8 7 15,-4 3 1-15,3-2-7 0,0 4 12 0,1-1 15 16,-5 2 0-16,-1 4-7 0,2-3-1 0,-1 2-16 16,-3 3-16-16,0 3-20 0,3-3-19 0,-5 6-17 15,0 0-3-15,0 0-15 0,0 0-8 0,0 0-9 0,0 0-8 0,-7 23 4 16,5-11-11-16,-3 3-3 0,-1 2-4 0,2 0-2 16,-1 3-5-16,-3 0-4 0,2 4-3 0,-8 2 0 15,6-2-4-15,0 3-4 0,-7 0 0 0,2 1 1 16,6-8-8-16,-3 7 7 0,-2 2-1 0,-2-5-6 15,5 3 1-15,-6 0-1 0,9-7-2 0,-3 0 1 0,3-5-3 16,-2 3 1-16,1-3-7 0,0-2 7 0,1-1-4 0,4-1 0 16,2 0 2-16,-3-4 4 0,3 1 2 0,3-1-1 0,-1-1 1 15,8 1-1-15,-2 0 0 0,8 0-2 0,6 0-1 16,-5 4-2-16,9-8-1 0,4 1 2 16,1 4-6-16,-1-2-5 0,3-3-14 0,-3 0-16 0,3-3-27 15,-3 2-26-15,3-1-29 0,-7-2-25 0,-4 1-32 16,6 0-47-1,-5-5-48-15,-3-4-57 0,2 1-301 0,-6 1-680 0,1-1 301 16</inkml:trace>
  <inkml:trace contextRef="#ctx0" brushRef="#br0" timeOffset="99289.08">33564 14719 129 0,'0'0'355'0,"-8"-5"-10"0,8 5-17 0,0 0-25 0,0-10-23 16,0 10-21-16,0 0-35 0,0 0-21 0,0 0-21 16,10-4-14-16,3 4-22 0,-13 0-5 0,20 3-26 15,-5 1-9-15,1 1-26 0,6-2-34 0,-9 0-27 16,10 1-42 0,-3 1-50-16,-10-2-59 0,2-2-68 0,4 4-73 0,-6 0-182 15,3-4-493-15,-8-1 219 0</inkml:trace>
  <inkml:trace contextRef="#ctx0" brushRef="#br0" timeOffset="116414.19">25163 14758 211 0,'0'0'323'0,"-2"-4"-14"16,2 4-11-16,-3-6-18 0,3 6-16 0,0 0-7 16,0 0-9-16,-4-9-6 0,4 9-24 0,0 0-25 15,0 0-10-15,0 0-32 0,-5-5 1 0,5 5-5 0,0 0-22 16,0 0 0-16,0 0-15 0,0 0-2 0,0 0-11 15,0 0-4 1,0 0-11-16,0 0-2 0,0 0-3 0,0 0-6 0,9-5-9 16,-9 5-6-16,15 0-12 0,-2 0 15 15,3 2-17-15,8 6 1 0,2-2-17 0,4-6-2 0,6 4-29 16,-6 1-23-16,7-1-29 0,7 6-32 0,-11-5-30 16,-6 0-40-16,1-2-46 0,2 0-51 0,-1-2-51 15,-10 2-290-15,-3 1-645 0,1 3 287 0</inkml:trace>
  <inkml:trace contextRef="#ctx0" brushRef="#br0" timeOffset="116937.7">26004 14722 33 0,'4'-4'305'16,"-2"-2"-10"-16,-2 6-8 0,0-9-28 0,0 9-29 0,0 0-21 15,0 0-24 1,3-3-26-16,-3 3-15 0,0 0-13 0,0 0-15 16,0 0-11-16,4 21-12 0,4-3-11 0,-5-1-4 0,-1 3-5 15,0 6-8-15,3-1-11 0,-4 1-1 0,1-1-8 16,3 1-3-16,-5 1-8 0,0-4-3 15,0 2-7-15,2-6-1 0,-4-1-12 0,-3 2-12 0,3-4-9 16,1 1-15-16,-6-4-11 0,2-1-9 0,-3-4-3 16,4-1-10-16,-5 1-4 0,2-7-1 0,4 1-4 0,3-2-7 15,0 0-4-15,-14-9-1 0,9 3-2 0,5-1 1 0,0-7 1 16,5 1 9-16,9-7 1 0,-4-6 8 0,1 2 8 16,-1 2 5-16,10-5 9 0,-10-2 10 0,5 4 23 15,0 0 29-15,-4-2 25 0,2 5 30 0,-4 0 16 16,-1 1 10-16,0 3 6 0,-1 0 5 0,-5 3 9 15,6 0 4 1,-2 4 5-16,-2 2-7 0,1 1-8 0,0 0-6 0,-4 2-11 16,1 0-11-16,1 3-8 0,-3 3-13 0,4-6-17 15,-4 6-2-15,0 0-4 0,0 0-8 0,10 10 0 16,-2-2-2-16,-5 8-8 0,0-4-3 0,6 6-16 16,-6 1-15-16,4 5-10 0,1 1-11 0,-1-3-17 15,7 4-10-15,-5 2-19 0,2-4-26 0,1-1-29 16,4-1-24-16,1 1-20 0,-7-7-22 0,3-2-18 0,7-4-27 0,-5 4-172 15,0-3-446-15,0-6 197 0</inkml:trace>
  <inkml:trace contextRef="#ctx0" brushRef="#br0" timeOffset="117338.59">26553 14935 160 0,'0'-8'160'0,"0"-2"2"0,0 0-1 0,0 1-8 0,-3 1-8 16,-2 4-13-16,5 4-14 0,-2-9-15 0,2 9-12 0,-5-3-10 15,5 3-10-15,0 0-2 0,-20 12-11 0,14-5-2 16,-3 4-7-16,-1 0-5 0,-1 5-3 0,3-5-6 15,-2 5 0 1,0-3-5-16,0 5-4 0,-3-1-2 0,4-5 2 16,1 5-8-16,1-4 0 0,-1-4-4 0,3 3-1 15,2-4 0-15,-4-6 1 0,6 6 5 0,-3 1 26 0,4-6 22 16,0-3-1-16,0 0-7 0,0 0-3 0,0 0 3 0,13-17 1 16,-6 10 5-16,1-11-1 0,7 4 1 15,0-8 0-15,-2 2 8 0,2-7 9 0,2 4 12 16,3-3 11-16,-7 1 6 0,0-1-10 0,0 11 2 0,1-7 8 15,-8 4 6-15,4 7 0 0,-1-4 1 0,0 3-9 16,-7 4-2-16,6-2-6 0,-6 4-13 0,1 0-9 16,1 4-16-16,-3-2-14 0,-1 4-6 0,7-4-4 0,-7 4-4 0,5 10-2 15,-3-4-4-15,-1 5 3 0,3 4-6 16,-4 1-9-16,0 0 4 0,0 6-11 0,0 3-21 0,0-1-12 16,-4 2-9-16,4 1-15 0,0-5-13 0,0 5-18 15,-1 0-12-15,-1-7-16 0,-5 4-16 0,7-5-16 16,-6 8-16-16,-1-11-25 0,5 1-17 0,-6-2-25 15,8-3-12-15,0-2-8 16,-2 2-5-16,4-5-11 0,-2 0-142 0,8 1-431 16,-3-3 192-16</inkml:trace>
  <inkml:trace contextRef="#ctx0" brushRef="#br0" timeOffset="118789.26">26858 15136 64 0,'5'-6'224'0,"0"-3"0"0,-2 5 4 0,-2-4-9 16,3 4-16-16,-4 4-14 0,1-7-10 0,1 3-17 0,-2 4-22 0,0 0-12 15,0 0-10-15,0 0-14 0,0 0-9 0,0 0-10 16,0 0-12-16,-15 15-5 0,12-4-6 0,-2 1-3 16,-2-3-8-16,7 7-4 0,0-1-5 0,-1-1-6 15,-3 1-1-15,8 2-1 0,-4-1-7 0,1-1-1 16,3-3-5-16,6 2-9 0,-5-7-9 0,3 2-6 16,-2-1-13-16,6-4-7 15,3 0-11-15,-4 0-2 0,-1-4-3 0,9 0 4 16,-3-7 5-16,2 2 3 0,-4-3 0 0,1-6 5 15,6 2 1-15,-9 0 3 0,3 0 3 0,-4-3 7 16,2 2 17-16,-6-2 15 0,1 1 6 0,-1-3 11 16,1 6 6-16,-3-1 5 0,-2 0 5 0,-3 5 0 15,4-1-2-15,-1-3-6 0,2 7-2 0,-3 0-8 16,-2 4-6-16,0-12-7 0,0 12-7 0,0 0 4 0,0 0-5 0,0 0-1 16,0 0 2-16,-15 20-7 0,13-8 1 0,-3-1 3 15,3 4-6-15,-4 0 0 0,6-2-4 0,-2 6 1 16,-1-4 1-16,3 4-4 0,3 1 0 0,-3-4-6 0,2 0-8 15,4 2-4-15,1 2-8 0,-4-5-5 16,9 1-1-16,-2 1 1 0,3-7-4 0,0 5 4 16,2 1-2-16,-3-6 7 0,6 0 0 0,-3-2 3 0,3-2 3 0,0-2 1 15,-1 1-1-15,1-5 5 0,2-3 2 0,2 1 2 16,-6 1-2-16,4-5 3 0,0-3 4 0,-2 2-2 16,4-8 4-16,-3-4 12 0,5 0 3 0,-8-2 6 0,6-2-1 15,-6-4 10-15,2 0 10 0,-1-7 1 16,1 7 0-16,0-9 7 0,-4 6 9 0,2-6 7 15,-1 8 15-15,-7-1-18 0,4-1-5 16,-2 1-6-16,-5 6-6 0,3 3 0 16,-6 2 5-16,3 3-4 0,-5 0 2 0,8-2-8 15,-8 9-4-15,0 0 3 0,2 2-18 0,-2 0 3 0,0 6-7 16,0 0 0-16,0 0-5 0,0 0-3 0,-30 13 1 16,20-1 11-16,-2 0-13 0,4 6 2 15,-8 5 0-15,1 1-8 0,-2 3 1 0,7-1 2 0,-8 2 1 16,6 0-3-16,4 4-1 0,0 1-5 0,0-6-7 0,3 1-4 15,-4 1-4-15,8-1-3 0,-1-4-9 0,0 2 5 16,4-5-8-16,1-6-3 0,6 4-1 0,-4-2-6 0,4-7-8 16,1 2-10-16,7-1-11 0,1-3-10 0,4-4-9 15,-2 0-7-15,11-4-2 0,-11-1 3 0,10-5 7 16,1 0-4-16,-1-6-4 0,3-2 6 0,-7-1-4 16,4 1-11-16,7-13-12 15,-4 0 10-15,-10 5 5 0,10-8 9 0,-5 1 14 16,-5 4 18-16,-3 0 18 0,-5-1 31 15,0-1 38-15,-7 3 27 0,4 2 28 0,-6-1 12 0,3 4 8 16,-8 2 4-16,3-3 13 0,-3 1 6 0,1 3-2 16,-2-2 4-16,5 5-3 0,-10 3 10 0,10 1-5 15,-5 3-9-15,-5-4-12 0,5 3-16 0,0 0-11 16,0 7-15-16,-2-7 0 0,2 7-12 0,0 0 1 0,-15 14-5 0,11-7-6 16,-3 3-7-16,0 4-1 0,6 1-7 0,-1 5 0 15,-5 2-3-15,1 3-7 0,-3 2 6 0,1 3-7 16,2-1-2-16,-3 1 1 0,-1 1 4 0,5 1-5 15,0 5-3-15,-6-3-9 0,9-6-5 0,-6-1-7 16,3 0-3-16,3 0-1 0,-1-2-10 0,-2-7-7 16,5 2-4-16,0-4 3 0,0-1-11 0,0-3 4 0,0-2-2 0,0 0 1 15,0 0 5-15,2-2 2 0,1-1 2 0,0-2 5 16,4-2 4-16,0-2-3 0,-7-1 1 0,14 0 1 16,-14 0 2-16,15-4 5 0,-8-2 3 0,1 3 0 15,-1-4 1-15,1-2-1 0,5 2 4 0,-4-1 1 16,-4-2-3-16,5-2 7 0,-4-1-2 0,2 2 2 15,-3 1 3-15,4-2 2 16,-8-1 3-16,6 3 3 0,0-2 6 0,-4 0-2 16,0 5 5-16,-1-5 3 0,-2 2-3 0,6 0 2 15,-4 0 2-15,3 4 1 0,-5 3-2 0,2-5 5 16,-2 8-2-16,0-10-3 0,3 5 1 0,-3 5 1 16,5-4-2-16,-5 4-3 0,0 0-3 0,5-6-3 15,-5 6-2-15,0 0 0 0,5-3-1 0,-5 3 1 16,0 0-2-16,0 0-8 0,0 0 15 0,0 0-8 0,15 6 0 0,-15-6 2 15,3 7 1-15,2-2-3 0,-3 2 5 0,1-2-3 16,-1 1-1-16,1-2 11 0,2 6-10 0,-5 0 0 16,2-4-3-16,-1 2 2 0,1-3-1 0,1 6-1 0,-3-7 4 15,0 4-1-15,0 3-4 0,0-6 3 16,0 1 6-16,0-6-11 0,0 12 0 0,2-7-3 16,-2-5 10-16,0 0-5 15,-2 11 1-15,2-11-4 0,0 4 4 0,0-4-2 16,0 0 2-16,2 6 2 0,-2-6-2 0,0 0 1 15,0 0-5-15,0 0-4 0,0 0 1 0,13-17-4 16,-11 8 0-16,1 6 1 0,5-2 2 0,-4 1-3 0,4-2 2 16,-5 2 6-16,-3 4-8 0,7-8 5 0,-2 1-2 15,-2 2 4-15,0 3-2 0,-3 2 4 16,5-6-4-16,-5 6 3 0,7-8-3 0,-7 8 11 0,3-6 4 0,-3 6-3 16,0 0 3-16,0 0-2 0,0-6-4 0,0 6 0 15,0 0 1-15,0 0-1 0,0 0-7 0,0 0 2 0,0 0-1 16,0 0 2-16,0 0-5 0,0 0-1 0,0 0 4 15,-8 21 0-15,8-21 3 0,-2 10 0 0,1-1-2 16,-3-1-7-16,1 2 7 0,0-2 3 16,-5 1-1-16,4 2 1 0,-4-3 0 15,5 4-1-15,-4-4-3 0,2 2 2 0,2 1-2 16,-2 1 1-16,2-6 3 0,1 3-17 16,-5-1-20-16,4-3-20 0,3 0-27 0,-2 1-32 0,2-6-35 15,2 9-53-15,-2-9-52 0,10 2-242 0,-10-2-534 16,13 1 236-16</inkml:trace>
  <inkml:trace contextRef="#ctx0" brushRef="#br0" timeOffset="119159.08">28488 15221 55 0,'0'0'325'0,"0"0"-17"0,2-3-19 0,-2 3-25 0,0 0-23 16,0 0-20-16,0-9-19 0,0 9-23 0,0 0-12 15,0 0-25-15,0 0-14 0,0 0 0 0,0 0-25 16,0 0-12-16,0 0-7 0,-5 20-7 0,5-12-12 16,0 0-6-16,0-1-1 15,3-3-9-15,-3 4-4 0,2-2-2 0,-2 1-5 16,0-1-6-16,0 1 0 0,0-7-8 0,6 7 1 15,-4-2-1-15,-2-5 0 0,6 5-3 0,-6-5-2 16,0 0-2-16,0 0 1 0,0 0 6 0,17-8-13 16,-17 8-1-16,8-9-1 0,-3 2 3 0,-3 1-4 15,1-1-2-15,2-2-22 0,-5-3-18 0,3 1-30 16,-3 2-34-16,0 2-39 0,2-5-35 0,-2 4-31 0,2 0-49 0,-4-2-199 16,0 1-487-16,-2 5 216 0</inkml:trace>
  <inkml:trace contextRef="#ctx0" brushRef="#br0" timeOffset="119390.92">28034 15023 280 0,'-6'-5'317'16,"-1"2"-8"-16,-1 0-16 0,1-1 0 0,4-1-12 15,3 5-10-15,-10-5-12 0,10 5-14 0,0 0-20 16,0 0-15-16,0 0-26 0,0 0-22 0,0 0-11 0,0 0-21 0,0 0-12 16,0 0-23-16,41 8-22 0,-24-6-40 0,3 3-30 15,1-3-33-15,6 4-45 0,-1 3-58 0,6 4-74 16,-4-6-84-16,-3 0-242 0,3 7-578 0,0-7 257 16</inkml:trace>
  <inkml:trace contextRef="#ctx0" brushRef="#br0" timeOffset="123316.66">29895 15856 254 0,'6'-6'242'0,"-4"-6"-7"0,5 3-6 0,-4 2-10 0,2-5-8 0,-3 0-11 16,4 3-14-16,-1-1-12 0,-1-1-16 0,-1 3-17 15,0 0-7-15,-1-1-7 0,1 2-13 0,-1 1-13 0,-2 6-12 16,1-5-7-16,-1 5-12 0,-6-7-9 0,6 7-2 16,-15 0-10-16,15 0-8 0,-27 2 1 0,13 3-5 15,-5 0-4-15,-2 0-3 0,6 1-6 0,-10 1-5 16,7 2 3-16,1 2-4 16,-1 0-1-16,2-3-1 0,2 2-5 15,3-5-1-15,4 3-9 0,0 0 0 0,3 0-1 0,0-1 4 16,6-2-3-16,4 3 0 0,-2-2 0 0,6 0-5 15,1-4 4-15,6-1-5 0,-1 2-1 0,8-2 3 16,2-1-3-16,4-1 0 0,-14-3 3 0,4 2 1 16,5 0-1-16,-5-2 0 0,3 1 2 0,-3-8 0 15,-3 6 3-15,-4-2-3 0,-5 4 5 0,2-2-2 0,-5 1-4 0,5-1 1 16,-3 0-3-16,-6 0-2 0,-1 5 5 0,2-2-3 16,-2 2-3-16,0 0 2 0,0 0-1 0,0 0 2 15,0 0 0-15,-37 10-2 0,31-6 3 0,-6 7 1 16,-1-7-1-16,5 4-1 0,-1 4 0 0,3 0 2 15,-2-5-1-15,4 5 2 0,-1-1-7 0,-1 7 1 16,4-9-1-16,2 3-2 16,0-1 3-16,0-3-8 0,7 3-3 0,-1-2-2 15,-2-2-3-15,9 1-4 0,-5-4-2 0,2-1-1 16,2 2 4-16,-4-5 3 0,5 0 0 0,9-5 1 16,-1 2 3-16,-3-6 2 0,1 1 5 0,-5 0 0 15,3-3 1-15,0 0 1 0,-4-1 1 0,-3 0 1 16,1 1 8-16,-2-4 4 0,4 7 1 0,-7 0 11 0,-4-4 5 15,6 4 3-15,1 2 1 0,-3-3 1 0,-6 5-2 0,7 0 3 16,-2 0-8-16,0 1 1 0,-5 3-6 0,8-4-1 16,-8 4 2-16,0 0-6 0,12-2-1 0,-12 2 0 15,15 10-1-15,-9-7-2 0,4 5-1 0,-2-2 3 16,2 3-5-16,-3-3 2 0,6 8-2 0,-3-6 1 0,-3-1-2 16,4 9-3-16,-1-7 6 0,-1 6-3 0,-5-1 2 15,3-1 1-15,-2 2-3 0,-5-3-3 0,3-1 3 0,-3 2-2 0,5 4 0 16,-13-8-4-16,8-1 0 0,-5 3-4 0,2-2 4 15,-4-2-1-15,2-2 2 0,2 1 0 16,-5-2-1-16,3 0 3 0,-4 1 0 0,6 2 0 0,3-7 0 16,-7 1-2-16,7-1 10 0,0 0-7 0,0 0 2 15,-6-13 0-15,6 13 3 0,8-11 0 0,-3 3-4 16,5 0 3-16,-2 0 1 16,7-4-3-16,-2 3 5 0,1-3 1 0,1 5 0 15,-6-3 5-15,5 5 1 0,-4-3 3 0,5 4-1 16,-9-3 3-16,2 4-1 0,-1-1 1 0,1 1-4 15,-1 2 0-15,-7 1-6 0,8-5 0 0,-8 5-3 16,7-2 1-16,-7 2-5 0,5 10 5 0,-5-5-3 16,1 3 1-16,-2 3-4 0,1-3 3 0,0 2-1 15,0 2 2-15,0 1 0 0,0-1-10 0,0 0-12 0,-2 6-7 0,2-3-11 16,0-2-8-16,0 1-19 0,2-6-19 0,-2-3-20 16,1 9-25-16,6-6-39 0,-5-1-33 0,3-1-48 15,-5 1-145-15,10-3-424 0,0-1 188 0</inkml:trace>
  <inkml:trace contextRef="#ctx0" brushRef="#br0" timeOffset="123655.23">30848 16010 76 0,'12'-6'244'0,"-9"2"-3"0,-3 4-8 0,13 0-8 16,-13 0-4-16,0 0-5 0,5-5-19 0,-5 5-12 15,0 0-16 1,2-3-19-16,-2 3-13 0,0 0-18 0,0 0-14 0,0 0-10 15,0 0-13-15,0 0-1 0,0 0-16 16,0 0-4-16,0 0-10 0,0 0-4 0,-8 19 1 16,1-10-9-16,2 0-4 0,3 0-1 0,-6 2-5 0,3-1-2 15,-1 0 1-15,1 2-8 0,1 5-9 0,-4-7-14 16,1 2-21-16,6 5-28 0,-6-8-26 0,7 0-24 16,-8 3-27-16,8-1-43 0,0-3-33 0,0 0-39 0,1-1-133 0,6 0-409 15,0 0 180-15</inkml:trace>
  <inkml:trace contextRef="#ctx0" brushRef="#br0" timeOffset="124103.19">31242 15672 133 0,'0'0'226'0,"3"-6"-25"0,-3 6-22 0,0 0-11 15,0 0-1-15,0 0-8 0,0 0-15 0,0 21-9 16,0-9-13-16,0 0-4 16,0 6-1-16,0 1-10 0,-3 5-8 0,-4 3-8 15,7 0-5-15,-6 5-7 0,-7 7-6 0,3 5-6 16,-2-2-7-16,-3-1-4 0,-8 1-8 0,6 5-3 16,-2-5-4-16,-3 4-6 0,-3 1-4 0,-3-5-1 15,5 6-4-15,-5-6-3 0,5 1-2 0,-6 2-3 16,3-4 0-16,1-2-5 0,2-4-1 0,8-7 2 15,2 0 0-15,5-1-3 0,-4-3-3 0,9-2 4 0,-2-3 0 0,3-3 2 16,4 1 2-16,4-2 1 0,1 0 2 0,1-4 1 16,7 2-2-16,0-7-2 0,5 0-1 0,3-3 1 15,4 0-2-15,2-6-2 0,-5 0-1 0,2-4-3 16,2-4 3-16,2-3-3 0,-2 2 1 0,-6-5 2 16,-1-3-6-16,2-1 5 0,-1-3-5 0,-4-2 0 15,-6-1-1-15,2 0 0 16,0-1-6-16,-6-2-6 0,0 3-9 0,-4-1-12 15,-8 2-14-15,3 8-10 0,-8 0-15 0,1 0-19 16,-4-2-27-16,-2 1-22 0,-3-5-29 0,-3 6-31 16,-5 5-200-16,-3-6-427 0,7 7 190 0</inkml:trace>
  <inkml:trace contextRef="#ctx0" brushRef="#br0" timeOffset="125391.01">29541 15469 100 0,'3'-4'214'0,"4"-2"-5"15,2-2-6-15,-4-1 2 0,4 2-3 0,-3-4-5 16,-2 1-5-16,1 0-8 0,1-9-1 0,-4 4-17 16,0-4-12-16,-1 7-14 0,-2-5-11 0,-1 6-9 15,-1-8-13-15,-2 4-10 0,-4 6-15 0,8-1-9 16,-8 4-9-16,-1-1-3 0,-6-2-8 0,1 2-7 15,0 6-9-15,-6-1 4 0,4 2-12 0,-9 3 1 0,2 5-7 0,-5 3-1 16,5-1 2-16,-2 5-9 0,3 0-1 0,5 1-4 16,-2 4 3-16,5-2-1 0,-2 5-3 0,-1-1-1 15,3 2 2-15,4 0 0 0,-3 2 6 0,6-7-8 16,0-3 1-16,1 4-7 0,1 7 2 0,1-11 8 0,5 4-9 16,0-2 1-16,0-2 2 0,0 1 1 15,3-3-4-15,5-4 5 16,-1 3-2-16,8-1 0 0,0 0-2 0,1-2-1 15,1-2-2-15,3-1-1 0,9-2-8 0,-6 0 0 16,4-1-7-16,4-1-4 0,-2-3-10 0,2 3-2 16,-9-4-3-16,1-1 0 0,-2-1-1 0,-1-1-2 15,2-2 2-15,-6 0-1 0,1 0 3 0,-2 0-2 0,-4-2 1 16,2 1 4-16,1-2-1 0,-4 3 5 16,-2-2 4-16,0-1 0 0,-5 1 1 0,6 0 4 0,-3-1 2 0,-1-3 3 15,4 3-1-15,-1-6 3 0,-2 3-1 0,1-4 5 16,0 1 0-16,3-1 0 0,0 1 1 0,-5-2-3 15,8 2 4-15,-7 1 9 0,6-2 5 0,-9 5 8 16,11-2 4-16,-11 3 5 0,8-2 1 0,-6 0 1 0,-1 8 4 16,2-7 1-16,1 4 3 0,-7 2 4 0,8 1-12 15,-8 4 5 1,2-11-14-16,3 6-4 0,-5 5-2 0,0 0-5 16,0 0-2-16,0 0 3 0,0 0-6 0,0 0-2 15,-15 25 3-15,15-6 0 0,-13-2-1 0,9 3 0 16,-6 4-1-16,2-1-5 0,-7 1 7 0,7 1-3 15,-5 0 0-15,3 2 3 0,-3-3-5 0,6 3 3 0,-6-5-2 16,4 2-1-16,0 2 2 0,-1-10 2 0,5 1 0 16,0 1-2-16,-4-3-1 0,9 1-6 0,-5-1-19 0,9 5-29 0,-3-8-47 15,8 7-38-15,1-7-63 0,5 2-66 0,3-2-166 16,10 4-467-16,0 3 207 0</inkml:trace>
  <inkml:trace contextRef="#ctx0" brushRef="#br0" timeOffset="126146.27">31566 16228 150 0,'2'-7'287'16,"3"1"-13"-16,-3-1-23 0,4 4-20 0,-4-2-17 16,-2 5-22-16,7-3-20 0,-7 3-18 0,0 0-18 0,0 0-15 15,0 0-13 1,0 0-9-16,0 12-13 0,0-3-7 0,0 1-7 15,-7 4-9-15,5 1-7 0,-6 0-3 0,3 2-8 16,3-3 0-16,-6 4-7 0,2-1-3 0,-6 2-3 16,4-4-3-16,-6 5-3 0,5-2-1 0,2-5-11 15,-3 2-28-15,5 0-35 0,-5 0-46 0,3-6-54 16,1 2-53-16,6-4-46 0,-3 1-141 0,6 0-420 0,3 0 186 16</inkml:trace>
  <inkml:trace contextRef="#ctx0" brushRef="#br0" timeOffset="126393.69">31826 16081 46 0,'0'0'282'0,"0"0"-23"0,-3-4-22 0,3 4-23 15,0 0-19-15,0 0-18 0,0 0-19 0,0 0-16 16,0 0-15-16,0 0-12 0,-8-3-10 0,8 3-15 16,0 0-32-16,0 0-31 0,0 0-36 0,0 0-35 0,-4 16-28 15,4-9-36-15,-6-6-38 0,6-1-164 0,0 15-334 0,0-8 148 16</inkml:trace>
  <inkml:trace contextRef="#ctx0" brushRef="#br0" timeOffset="126979.68">31990 16278 109 0,'2'-3'292'0,"-2"3"-22"16,0 0-22-16,0 0-27 0,0 0-22 0,-5-11-22 15,5 11-20-15,0 0-18 0,0 0-16 0,0 0-10 16,-28 12-13-16,19-7-10 0,1 3-4 0,-7-6-7 0,2 10-4 0,6 2-3 15,-6-2-9-15,5 2-4 0,-2 2-5 0,-3 0-1 16,6 1-6-16,-3-2-4 0,5 4-6 0,-3 0-2 16,6-3 0-16,-3-1-9 0,7 3 3 0,-2-3-3 15,5 0-2-15,5 0 0 0,3 0-1 0,2-3-4 16,7 3-4-16,7-4-4 0,1 1-5 0,5-6 0 16,0-1-4-16,9 4-1 0,1-7-3 0,1-2-4 0,-3-2 2 0,-8-3-8 15,-3-2-3-15,1 3 1 0,-3-4-3 0,-4-2-2 16,-6 1 6-16,-4-2 4 0,-2 2 1 0,-3-3-1 15,-4 2 6-15,-4 1-6 0,0 0-1 0,-3-1 1 16,-3 2 0-16,-3-1 0 0,-6 3 0 0,-1-5 0 16,-7 7 2-16,-2-2 1 0,-6 3 0 0,5 0 1 15,0 3 2-15,-7 3 1 16,4 0-2-16,2 2 2 0,5-2-5 0,0-1 5 16,1 5 0-16,3 0-2 0,5-1 2 0,5 0 2 15,2 2 3-15,-2 0 6 0,13-3 0 0,-3 2 0 16,5 1 2-16,8-2-4 0,1 0 1 0,10 0-4 15,1 2 4-15,5-4-2 0,0-3 1 0,-2-1 6 16,0 3 1-16,-3-6 3 0,-4 3 1 0,-4 0 1 16,-2-4 0-16,-7 4 1 0,-2-1-3 0,-2 1 0 0,2 1-3 0,-11-1-5 15,9 3-4-15,-9-3 4 0,0 0-3 0,0 8 0 16,0-8-5-16,-9 7 4 0,3 1-2 0,-3 0-2 16,4 2-6-16,-4-3-3 0,4 3-3 0,-5 1-10 15,3 1-7-15,4-3-8 0,-2 3-10 0,3-2-8 16,4 2-21-16,6 0-19 0,4-2-27 0,-2 2-31 15,8-5-25-15,2 2-17 16,8-1-19-16,2 0-121 0,-1-3-361 0,1-2 160 16</inkml:trace>
  <inkml:trace contextRef="#ctx0" brushRef="#br0" timeOffset="127349.27">33107 16352 25 0,'0'-14'278'0,"2"-1"1"0,-2 6 2 0,3-2-16 15,-3 2-17-15,0 2-25 0,-3-2-22 0,6 3-25 16,-3 6-17-16,2-8-21 0,-2 8-16 0,0 0-9 16,0 0-16-16,0 0-8 0,-12 18-9 0,9-9-7 0,-2 6-6 15,-5-4-11-15,4 9-4 0,-4-5-5 16,3 4-5-16,-6 5-3 16,1 2-2-16,-1 1-3 0,0 0-3 0,-2-2-4 15,-7-3-3-15,7 4-3 0,2-4-1 0,-3 1 0 0,-6 1-6 16,16-6 1-16,-8-2-4 0,4-1 1 0,2 0-3 15,-3-1-2-15,7 3 1 0,-1-9 6 0,-1 3 1 16,6-2 2-16,-7-2 5 0,10 1-2 0,1 1-1 16,2-2 8-16,3 4-2 0,-5-4 5 0,11 2-5 15,0 3-2-15,0-1 0 0,0 0-2 0,5 1-3 16,6-1 2-16,-6 6-4 0,3-10-2 0,1 12 3 0,4-3-5 16,0 0-1-16,-3 4 2 0,1-3-5 0,-3-2 1 15,2 4 0-15,-2-4-3 0,4 3 2 0,-7-2 1 0,5 2-4 16,-4 2-10-16,-3-9-16 0,-1 2-20 0,-2-6-22 15,0 4-29-15,-2 1-35 0,-7-8-47 16,4 1-42-16,-1-2-59 0,2 1-206 0,-1-2-520 16,-10-2 231-16</inkml:trace>
  <inkml:trace contextRef="#ctx0" brushRef="#br0" timeOffset="127565.43">33336 16644 120 0,'-3'-9'389'0,"-6"1"8"0,4 0-3 0,0 0-23 16,2 5-31-16,3-6-36 0,0 9-17 15,8-11-42-15,-8 11-23 0,9-5-22 0,4 5-26 16,2 1-13-16,1 0-15 0,7 4-39 0,4 1-29 0,3 2-43 16,1-4-26-16,-1 5-29 0,3 1-27 0,0 1-31 15,4 5-46-15,-4-4-61 0,-4-1-75 0,1 0-285 16,-5 1-589-16,2 0 261 0</inkml:trace>
  <inkml:trace contextRef="#ctx0" brushRef="#br0" timeOffset="155451.07">21804 6910 86 0,'2'-5'184'0,"-2"5"2"0,13-10-2 0,-13 8-11 0,0 2 0 16,2-10 0-16,-2 10-5 0,8-1-6 0,-8-6-15 15,0 7-1-15,5-7-8 0,-5 7-11 0,8-4-10 16,-8 4-12-16,2-6-6 0,-2 6-10 0,7-3-7 16,-7 3-8-16,0 0-12 15,0 0-6-15,0 0-7 0,0 0-5 0,0 0-5 16,0 0-6-16,0 0-4 0,0 0-6 0,0 0-4 15,0 0 0-15,0 0-7 0,0 0-1 0,0 0-2 16,0 0-1-16,0 0-3 0,0 0 3 0,-17 13-4 16,12-3-1-16,-3-2 2 0,6 1-2 0,-11 6 1 15,6-4-2-15,-7 5-1 0,0-4 2 0,-2 11-3 16,-4-2 2-16,3-3 0 0,-3 1-1 0,-1 5 1 0,-4-2-1 0,2 1 1 16,-5 6 0-16,-4-2 2 0,-4 5-4 0,8-5 2 15,-4 5-4-15,-9 0 2 0,3-1 0 0,-3 6 0 16,1 0-2-16,-7 2 3 0,3-5 3 0,-4 8-7 15,-17 5 6-15,19-11-6 0,-17 16 3 0,18-16-2 16,-16 18 1-16,1 4 3 0,16-20-3 0,-19 13 0 16,0-2 7-16,5 0-5 15,12-7-1-15,-19 6 1 0,16-9 1 0,-21 11-3 16,5 2 3-16,4-4-2 0,-5 1 1 0,-3 1 2 16,2 4-4-16,1 6 1 0,-2-3 0 0,-3 1 0 15,3-1 0-15,-6 2 5 0,6 2-4 0,-5 2-2 16,0 1 0-16,5 3 0 0,-6-1 3 0,-6-1-2 15,6-1-1-15,-4 4 3 0,4 2-2 0,-4-5 2 16,-28 26-1-16,31-31 1 0,-6 3 2 0,-23 27-2 0,30-26 0 0,-27 29-3 16,28-31 1-16,-5 4 3 0,0 0 0 0,4 0-4 15,-1 1 1-15,-34 25 2 0,36-27 1 0,0-3-2 16,-1 0 1-16,1 1-2 0,-3 2 2 0,5-10-1 16,1 1 0-16,-8-7 1 0,12 5-4 0,-5 2 3 15,7-4 0-15,-1-2 4 0,7 0-2 0,-2 1-1 16,11-14-1-16,4 3 1 15,-1 1 1-15,-1-4-2 0,6 2-3 0,-4 0 4 16,2-2-2-16,-1-1 3 0,7 1-6 0,1-3 6 16,-7 0-1-16,5-1-5 0,3-1 4 0,2-5 0 15,-5 4 0-15,8-2-1 0,5-8 0 0,0 0 1 0,5 0 1 16,-3-1-1-16,-3 0-2 0,9-1 4 16,-8 0-3-16,14-4 6 0,-7-2-5 0,-4 7-1 15,7-6-1-15,4-1 1 0,-3 1 0 0,3-4 2 0,1-2-2 0,2 1 0 16,-4-4 2-16,9 2 8 0,-2-1-11 0,-2-1 1 15,2 2 1-15,0-5 3 0,0 5-1 0,5-7-3 0,-6 4-1 16,6-4 0-16,-9 4 2 0,9-4 1 0,-5 3-1 16,5-3 0-16,0 0 0 0,0 0-1 15,0 0 2-15,0 0 0 0,-6 7 5 0,6-7-10 0,0 0 3 16,0 0 2-16,0 0-3 0,0 0 0 0,0 0 1 0,0 0 3 16,0 5 0-16,0-5-3 0,0 0 5 0,0 0-4 15,0 0-1-15,0 0 5 0,0 0-3 0,0 0-1 0,0 0 1 16,0 0-2-16,0 0 1 0,0 0 1 0,0 0 1 15,0 0-2-15,0 0 3 0,0 0-2 0,0 0-1 16,10 5 0-16,-4-2 0 0,3-2-2 0,2 1 4 16,4 4-3-16,5-3 2 15,5 8 1-15,1-4-2 0,6 5-1 16,12 3 4-16,1-2-4 0,6 6 4 0,1 0-1 16,6-1-1-16,21 3 1 0,-23 3-3 0,27 0 2 0,0-3 1 15,-9 4 0-15,6 4-2 0,-19-9 1 0,18 3-5 16,-22-4 4-16,-1 0 2 0,-5-9-1 0,-1 5-1 15,-7-4 4-15,3 4-4 0,-19-9 1 0,3 0-1 16,-14 2 0-16,6-4 0 0,-9 2 1 0,2-3 0 0,-4 2 0 0,-1-4 9 16,-1 0 14-16,-9-1 3 0,10 3 7 0,-10-3 3 15,5 2-5-15,-5-2-4 0,0 0-6 0,9 2 5 16,-9-2-8-16,0 0-15 0,0 0-13 0,0 0-23 16,10 0-26-16,-10 0-30 0,0 0-39 0,0 0-46 15,5 5-39-15,-5-5-43 0,0 0-183 0,12 2-472 16,0 2 209-16</inkml:trace>
  <inkml:trace contextRef="#ctx0" brushRef="#br0" timeOffset="156137.37">17523 12021 168 0,'0'0'297'0,"-4"-6"-28"0,4 6-29 0,-6-3-25 15,6 3-22-15,-4-4-21 0,4 4-21 0,0 0-18 16,0 0-14-16,0 0-11 0,0 0-12 0,0 0-12 0,15 17-5 15,-10-3-9-15,3-3-10 0,-1 8-5 16,1-1-3-16,7 4-8 0,-3 1-1 0,3 1-7 16,-5-1-4-1,5-1 0-15,-1-1-6 0,-2 6-1 0,-4-11-4 0,-1 6 0 16,3-6-3-16,1-1-2 0,-7 4-1 0,1-3-1 16,5 0 4-16,-5-5-6 0,1-4-3 0,-4 2 0 15,3-2-2-15,-3 2 0 0,-1-6 0 0,-1 2 4 0,3 1-1 16,-3-6 8-16,4 6 9 0,-4-6 11 15,6 6 6-15,-6-6 0 0,0 0-2 0,0 0 4 16,0 0-8-16,0 0-7 0,0 0-3 0,-16 1-6 0,3 1 1 0,4-1-6 16,-2 3-1-16,-6-1-2 0,-6 2 1 0,3 0 2 15,-3 1-5-15,-12 6-1 0,5-1-4 0,2-3-2 0,-3 1 4 16,1 6 0-16,-1-5-3 0,-1 3 1 0,-1-1-8 16,3 0-1-16,2 0 1 0,-2 0-1 15,6 0 0-15,4-4 0 0,3-1 2 0,-1-1 1 0,6-2-2 16,1 1-4-16,4 1 3 15,-1-5 3-15,5 2 3 0,-4 1-2 16,7-4 7-16,-10 1 14 0,10-1 5 0,0 0 11 16,0 0 0-16,0 0-6 0,0 0-5 0,0 0-2 0,17-20-6 15,-6 8 4-15,2 0-2 0,4-3-2 0,-2 2-4 16,5-6-4-16,0-7-4 0,-4-1 6 0,7 4 0 16,-6-1-3-16,8-10 1 0,-1-1 7 0,-9 8 4 15,2 2 16-15,1-2-1 0,-1 1-1 0,-4-1 9 0,2 4 1 16,-7-1-8-16,0 7 9 0,-1-1-7 0,-2 2-2 0,3-1 4 15,-4 5-3-15,-1 0 6 0,-2 0-23 0,6 4-3 16,-4 1-7-16,-1-4-6 0,0 7-43 0,-1-1-31 16,-1 5-33-16,0-7-46 0,0 7-51 0,0 0-20 15,0 0-27-15,0 0-45 0,0 0-251 0,7 19-585 16,-5-11 258-16</inkml:trace>
  <inkml:trace contextRef="#ctx0" brushRef="#br0" timeOffset="159175.09">17521 13275 194 0,'0'0'346'0,"-2"-13"-16"0,-3 6-18 0,4 0-8 15,1 1-17-15,0 6-15 0,-7-7-28 16,7 7-22-16,-8-8-20 0,8 8-31 0,-9-4-14 16,9 4-16-16,-18 2-18 0,5 1-13 0,-2 4-14 0,0 0-7 15,-3 1-2-15,0 2-21 0,-2 2-2 0,0-2-12 0,4 10-3 16,-3-11-7-16,3 12-7 0,3-3-4 0,3-1 0 0,-2-1-7 15,2 3-1-15,10-2-7 0,-5 2 9 0,5-2-12 16,5 3-4-16,-5-12 1 0,8 11-6 0,-1-4-1 16,8-1 1-16,0 0 7 0,0-3-4 0,5-1 2 15,-4-3 0-15,2-4-8 0,-1-1 1 0,4 1-6 16,-1-6 1 0,0 1-8-16,-3-5 3 0,-1-5-12 0,-3 1-1 15,-1 2-7-15,-4-2 1 0,2-3-6 0,-5-3 7 0,-5 1-6 16,-1-2 8-16,-4-2-1 0,1 4 7 0,-6-2-5 15,-1 1 4-15,2 2 0 0,-4-2 3 16,-2 0 1-16,2 7 0 0,3-5 7 0,-3 4-4 0,5 2-6 16,1 0 0-16,-3 1-8 0,5 4-13 0,0-4-10 15,5 8-13-15,-8-5-8 0,8 5 8 0,0 0 3 0,0 0-11 0,0 0-8 16,30 4-4-16,-10-3-4 0,-4 4 6 0,7 0 4 16,5-3 6-16,-4 6 10 0,-3-1 4 0,9-4 2 15,0 5 9-15,-2-4 3 0,-7 3-3 0,-1-2 11 16,-3-1 7-16,4 0 0 0,-4-2 5 0,-7-1-3 15,0 0 9-15,-4 2 7 0,-6-3 12 0,15 2-1 16,-12 1 8 0,-3-3 4-16,9 3 1 0,-9-3-7 0,6 4 1 0,-6-4-3 15,0 0 2-15,9 4-9 0,-9-4 0 0,0 6 3 16,0-6 0-16,0 7 0 0,0-7-2 0,-4 12 2 16,-2-5 1-16,6 3 2 0,-5-2-4 0,3 1 0 15,-6 1 1-15,1 3 0 0,-1 2 1 0,3-3-1 16,2 3 2-16,-4 1 0 0,7-5 0 0,0 1 2 15,0 0-14-15,7 0 13 0,-4-2 0 0,2 4 4 0,3-6-3 0,0-3 1 16,6 2 3-16,-4 0-2 0,3-5 1 0,3 2-1 16,-6-4 0-16,5-3 0 0,0 0 4 0,2-2-5 15,-1-4 12-15,-1-1 16 0,-2 0 3 0,2-2 1 16,-6-2 2-16,4 1 5 0,-3-2 10 0,3 1 1 16,-6-1 4-16,1 2 2 0,-3-1 2 0,-2 1 5 0,2 1-5 15,-5 2 4 1,8 1-3-16,-8 1-1 0,5 0 10 0,-3 2-9 15,-2 1-1-15,0 5-12 0,7-8-8 0,-6 4-7 16,-1 4-14-16,0-7-19 0,0 7-24 0,0 0 7 16,0 0-1-16,0 0-2 0,5 16 5 0,-5-9-3 15,0 4-2-15,0 1-7 0,0-1-6 0,0 5-11 16,0 4-4-16,0-2-4 0,7 0-9 0,-5 4-12 0,4-2-20 16,-4-2-18-16,4 3-20 0,1-4-10 0,0-1-19 0,3-3-33 15,4-2-15-15,0 0-27 0,-8-6-141 0,11 3-399 0,1-4 176 16</inkml:trace>
  <inkml:trace contextRef="#ctx0" brushRef="#br0" timeOffset="159391.26">18509 13240 184 0,'0'-15'281'0,"-2"5"-1"0,2 3-9 0,0-3-8 0,-1 1-28 16,1 9-20-16,0-8-21 0,0 1-27 0,0 7-20 15,0 0-10-15,0 0-21 0,0 0-2 16,0 0-21-16,-14 19-9 0,9-6 0 0,2 4-19 0,-5 0-3 15,1 9-7-15,-1-3-9 0,1 4 0 0,-1 1-7 16,5 0 1 0,-1-1-9-16,0 3-9 0,4 9-6 0,0-12-18 15,0 0-23-15,0-3-25 0,0 3-30 0,0-7-36 0,0-1-43 16,0-1-27-16,0-2-39 0,0-5-183 16,4-3-441-16,0 0 195 0</inkml:trace>
  <inkml:trace contextRef="#ctx0" brushRef="#br0" timeOffset="159761.07">18286 13429 95 0,'-5'-4'315'0,"1"-2"-7"15,1 1-15-15,-2 2-16 0,5 3-31 0,0 0-25 16,0 0-14-16,8-12-30 0,1 11-18 0,5-2-16 16,1 6-14-16,10-2-16 0,0 4-6 0,1-2-14 15,8 1-22-15,-5 2-15 16,3-2-12-16,-1 1-12 0,2 2-11 0,-3-3-15 15,-3 0-8-15,-6 4-6 0,1-2-7 0,-2 3-6 16,-4-5-5-16,-3 3-5 0,1-3-1 0,-6 0 3 16,0-2-3-16,-3 3 1 0,3 0 6 0,-6 0 2 15,-2-5-2-15,0 7 5 0,0 1 4 0,0-2 0 16,-2 0 1-16,-4 4 1 0,4-1 0 0,-3 1 6 16,3 5-7-16,-6-5 7 0,3 7 1 0,-1 0 7 0,-3 2 3 0,3 4 4 15,-3 5-1-15,-5-1 1 0,0 1 0 0,6-1 1 16,-7 12-1-16,2-9 0 0,-2 8 3 0,-2-1-5 15,3-1 1-15,0-8-1 0,6-1 2 0,-4 4 4 16,1-3-5-16,4-4 1 0,-3 1 2 0,4-1-3 16,-1-4-16-16,0-2-23 0,2-5-40 0,-3 1-43 15,5-5-41-15,0-2-24 0,1 0-35 0,2-5-121 0,0-2-364 0,0 0 162 16</inkml:trace>
  <inkml:trace contextRef="#ctx0" brushRef="#br0" timeOffset="160678.71">18656 13627 50 0,'9'-15'231'0,"4"2"-18"0,-5-1-21 16,5 1-14-16,1 2-7 0,0-1-15 0,3 7-14 15,-2-5-19-15,0 5-8 0,1 2-11 0,-1-1-17 16,3 4-2-16,-3 5-9 0,0-3-12 0,2 0-2 15,-1 6-9-15,1-2-7 0,-2 3-7 0,3-2-1 0,-8 1-5 0,5-1-2 16,-4 9-3-16,1-5-6 0,-4 5 0 0,2-5-4 16,-3 5-2-16,-1-3 0 0,-4 5-1 0,-2-3-7 15,0 0 0-15,-8-2 2 0,6 2-3 0,-11 0 0 16,8 1 0-16,-7-6-1 0,4-1 0 0,-3 3 0 16,-4-3 0-16,-2-2 0 0,2 1-1 0,2 1 2 0,5-6-3 15,-4 2 1 1,4-5 7-16,-2 2 15 0,3 3 20 0,1-2 15 15,6-3 3-15,0 0-6 0,0 0-8 0,0 0-8 16,-5-12-5-16,5 12-5 0,15-15-2 0,-2 5-12 16,2-4 2-16,3 5-5 0,-3 0-3 0,3-1 0 15,-1 0-3-15,4 0-2 0,-3 3 1 0,-1-1 2 16,-4 2-8-16,4 0 1 0,-2 0-1 0,-2 5-3 0,-7-2-3 16,4-1 1-16,-10 4-4 0,14 5 0 0,-8-3 2 0,1 3 0 15,-4 0-1-15,2 4 0 0,-5 0-2 0,0-2 3 0,-2 5 1 16,-1 0-1-16,1-1 0 0,1 2 2 0,1 2-3 15,0-4-4-15,1 4 0 0,-1-6-3 0,5 3-1 16,-1-2-1-16,-1-1-1 0,5-1 4 0,-4-1-2 16,9-2 0-16,2 1 1 0,-2-6-2 0,2 0 2 15,3-3 1-15,2 2 1 0,-3-2 1 0,2-4-3 0,5 2 4 16,-5-3 6-16,0 0-5 0,-6 1 8 0,3-4 3 0,-1 4 25 16,-1-2 15-16,-3-2 16 0,-1 4 8 0,-5 5 10 15,3-3-1-15,-6 0-3 0,3-3-11 16,-3 6-5-16,-2 2-9 0,8-3-12 0,-8 3-6 0,0 0-6 15,0 0-6-15,0 0-7 0,0 0-1 0,5 16 1 16,-10-9-2 0,5 2-6-16,0 5 1 0,-8 4-5 0,8-1-3 15,-2-1-3-15,0 0-4 0,2-1-3 0,2 5-2 0,0-1-8 16,4 0-5-16,-4-3-5 0,3-1-3 0,5 1-12 16,-4-5-10-16,3 1-10 0,1-3-16 15,1-4-16-15,2-3-7 0,-1 1-6 0,6 1 3 0,-1-11 2 16,-1 5 5-16,4-5-1 0,7-8 7 0,-4 2 1 15,2-5-7-15,-7-3 1 0,13-9 2 0,-7-3 5 0,-1-3 7 0,3-6 5 16,-3 3 11-16,1-1 14 0,-6 3 23 0,-2-2 39 16,1-1 48-16,-2 2 38 0,-7 11 34 0,-1-4 18 15,1 5 9-15,-1 1 3 0,-7 4 9 0,6 8 9 16,-4-6 5-16,1 7 5 0,-3 4 13 0,0-4-3 16,2 4-13-16,-2 1-15 0,1-1-23 0,-1 2-25 15,0 6-12 1,0-8-22-16,0 8-17 0,0 0-1 0,0 0-5 0,0 0-6 15,-11 27-2-15,6-12-13 0,0 11 6 0,-3 1-8 16,1 1-2-16,-3 10-7 0,3 7-1 0,-6-3-17 16,2-1-23-16,6 1-9 0,-7-5-14 0,2 7-15 15,4-4-14-15,-1 2-8 0,4-14-8 0,-6 13-8 16,4-14-12-16,-3-2-18 0,8-6-19 0,-5-1-24 16,5 1-25-16,0-6-27 0,5-1-18 0,-5-4-30 0,8-4-197 0,-3 3-496 15,4-3 220-15</inkml:trace>
  <inkml:trace contextRef="#ctx0" brushRef="#br0" timeOffset="160863.63">19972 13757 285 0,'-8'-10'320'0,"0"-2"1"0,-2 2-17 16,3 5-11-16,4-2-13 0,-4 2-13 0,4-2-25 15,0 2-3-15,3 5-24 0,-7-7-11 0,7 7-41 16,0 0-29-16,0 0-24 0,0 0-4 0,0 0-24 15,23 3-38-15,-6 1-32 0,-1 5-32 0,7-1-48 16,5 1-58-16,1 3-74 0,2-4-66 0,14 7-225 0,-2-1-531 16,-3 3 236-16</inkml:trace>
  <inkml:trace contextRef="#ctx0" brushRef="#br0" timeOffset="162298.64">20106 14433 31 0,'7'-8'315'0,"-7"3"-8"16,5-2-24-16,3 0-26 0,-1-1-17 0,-6 3-19 15,8 1-20-15,-1-1-18 0,-1 0-16 0,2 4-23 16,-9 1-18-16,15-4-11 0,-15 4-15 0,17 8-11 16,-9-5-11-16,-1 5-1 0,1 0-18 0,-1 4-2 15,1 2-8-15,-1 2-4 16,-7 0-7-16,6 0-3 0,-4 0-3 0,1 2-2 16,-3 2-7-16,0-5 0 0,0 3-5 0,-1-3 0 15,-1 0-3-15,0-5-4 0,-4 2-3 0,6-2 2 16,-4-3 0-16,4-1-4 0,-1-2 7 0,1-4 5 15,0 9 8-15,-2-3 29 0,2-6 10 0,0 0-4 0,0 0-9 16,0 0-2-16,0 0-3 0,17-22-4 16,-11 14-1-16,4-4-9 0,0 0-8 0,3 2-1 0,1-3-11 0,-1 2 2 15,2 0-8-15,0-2-8 0,-6 5-8 0,8-3-16 16,-5 2-11-16,1 2-14 0,-8 3-16 0,5 0-19 16,3-3-19-16,-5 3-16 0,5 3-17 0,-6-2-20 0,-7 3-17 15,15 1-5-15,-15-1-12 0,13 3-2 0,-11 3 9 16,9 0 1-16,-7 0 15 0,6 0 13 15,-5 1 23-15,3-2-1 0,-1 5 17 0,1-3 13 0,0-2 9 0,0 0 16 16,2 5 9-16,0-5 23 0,-3-5 11 0,6 3 21 16,-3-2 11-16,2 2 24 0,-1-1-1 0,4-2 20 15,-7 0 11-15,4 0 12 0,1-5 10 0,-3 3 11 0,-3 0 2 16,6-3 3-16,-3-1 8 0,-3 1 7 0,-1-2 3 16,2 0 3-16,-6-2 1 0,3 1-3 0,-5-4 2 15,0 8-9-15,0-10-11 16,0 9-8-16,-2-3-8 0,-1-1-8 0,1 2-10 15,-6 0-6-15,3 3-6 0,-1 0-4 16,-3 0-1-16,1-3-11 0,-5 6-3 0,3-2-2 0,-7 3-3 16,1 0-4-16,3 1-2 0,1 1-3 0,-3 2 1 15,-1 4-4-15,4-3-2 0,-5 5 1 0,4 0 0 16,-2-1-2-16,-1 6 1 0,7-2-3 0,-2 4 0 16,1 2 0-16,5 4 2 0,5 1 0 0,0 3 4 0,5-1-3 0,10 2 1 15,0-1 5-15,1 0-7 0,7 4 5 0,-3-5-13 16,3-5-3-16,7-2-8 0,0-4-4 0,-3 4-12 15,4-4-9-15,-3-7-3 0,9 1 1 0,-9-6 0 16,3 2 5-16,-1-3 1 0,0-2 5 0,-2-7 4 16,-5 3 1-16,0-4 4 0,-3 0 4 0,-3-1 7 15,-3-5 9-15,-2 1 10 16,-2-5 8-16,-2 7 6 0,-1-5 5 0,-7 7 4 16,5-6-1-16,-5 4-4 0,-5 2-4 0,5 0-2 15,-7-3-5-15,-1 3-1 0,1-2-6 0,-3 6-2 16,5 2 1-16,-8-2 0 0,-2 2-5 0,0 3 4 15,-1 1-2-15,-1-1-2 0,-1 3 4 0,2 4-6 16,1 2-2-16,0-2-1 0,0 1-1 0,2-5-3 16,3 2-2-16,1 3-3 0,3-2-2 0,-1 0-2 0,1 3 6 0,6-4-3 15,0 0 3-15,0 3 2 0,0-8 1 0,6 9 1 16,2-7-1-16,1-1 3 0,2-1-1 0,6 0 0 16,-2-1 7-16,0-1-6 0,1-3-2 0,-1 1 4 15,3-1 0-15,-1 5 3 0,-1-7 2 0,-1 1 1 16,-1 4 5-16,-3-2-1 0,-3 4 4 0,2-1-2 15,-10 1 2-15,15-2-3 16,-15 2-6-16,7-6-2 0,-7 6-5 0,0 0 1 16,0 0 1-16,10 8 1 0,-10-3 0 0,0 2-1 15,0 1 0-15,5 1 0 0,-10 5 1 0,5-2-2 16,-2 4 4-16,2-6-2 0,2 3 0 0,3 2 4 0,-5 0-1 16,5 1-1-16,1-4 1 0,-1 5-1 15,9-7-2-15,-1 2 2 0,-5 2 2 0,10-5 1 16,-3 0-5-16,2-3 1 0,8-2 2 0,-6 3 2 0,5-7-3 0,0 0-1 15,-4-2 1-15,10-4 2 0,-10 0-3 0,8-5 0 16,-3-1 1-16,-2-4 0 0,5 1 0 0,-8-5-2 0,5-2 3 16,-4 0-7-16,-2-4-1 0,5-4-2 0,0-6 0 15,-4 0 2-15,-4 11 2 0,-4-3-2 16,1 1 5-16,-2-3 24 0,-4 6 21 0,-2 6 12 0,-2-6 0 16,-1 2 4-16,-2 2 15 0,0 4-1 0,2 1 5 0,-4 3 7 15,0 1 7-15,2 2 4 0,-3 1-11 0,3 1 1 16,0 7-22-16,-3-12-8 0,3 12-11 0,-2-1-9 0,2 1-4 15,0 0-6-15,0 0-7 0,-21 18 8 0,11-8-7 16,-2 7-1-16,5 1-5 0,-6 3-8 0,0 4 14 16,3 7-14-16,-5-3 6 0,5 7-6 0,-3 6 9 15,0-2-16-15,4 2-16 16,-4-3-12-16,5 2-20 0,6-12-18 16,-4 3-17-16,6-2-30 0,0 1-42 0,0-4-62 0,0-5-64 15,0 2-280-15,8-6-606 0,-1 3 268 0</inkml:trace>
  <inkml:trace contextRef="#ctx0" brushRef="#br0" timeOffset="163085.16">21745 15354 168 0,'3'-8'326'0,"-3"4"-25"0,7-7-26 0,-7 4-12 0,8 1-12 16,-8 3-20-16,7-5-19 0,-6 4-18 0,-1 4-20 15,7-6-24-15,-7 6-15 0,0 0-17 0,0 0-13 16,0 0-8-16,15 15-15 0,-9-9-5 0,-6 12-9 16,5-3-11-16,-5 4-5 0,2-2-3 0,-2 3-5 0,7 7-6 15,-6 0 2-15,-1 0-8 0,0 2-4 0,0-2-1 0,-1-1-3 16,1 1-3-16,-7-6-3 0,14-2-4 0,-14-2 1 16,14 0 0-16,-7-1 0 0,1-4-3 0,-1-2 3 15,0 1-7-15,0-2 2 0,5-2 3 0,-3 0 2 16,6-3 0-16,-3-3-4 0,-5-1 3 0,20 0 1 15,-5-4-2-15,2-2-6 16,-3-3 5-16,10 0-1 0,-1-5 1 16,0-1-1-16,2-1-1 0,0 0-13 0,-2-3 14 0,0-1-14 15,-2-2-3-15,1 7-1 0,-7 1-5 0,3 2-3 16,-6-3 12-16,1 3-25 0,-6-2-9 0,2 6-13 16,-4-2-21-16,4 5-28 0,-3-2-33 0,-4 2-31 15,-2 1-43-15,0 4-28 0,0 0-35 0,0 0-164 16,0 0-467-16,0 0 207 0</inkml:trace>
  <inkml:trace contextRef="#ctx0" brushRef="#br0" timeOffset="164805.37">22462 15633 256 0,'-5'-9'262'0,"3"3"-16"0,-11-7-14 16,3 1-18-16,3 4-13 0,-9-6-22 0,4 5-13 15,-1 4-18-15,3-5-11 0,-7 5-22 0,2 0-9 16,0-1-15-16,-4 6-8 0,2-1-8 0,-1 1-8 16,-2 2-7-16,3 6-4 0,3-4-9 0,-3 7-4 15,0-4-4-15,3 2-5 0,-1 5-3 0,0-2-2 16,3 3-8-16,4-3-3 0,0 4-1 0,1-2-6 0,7-1-2 0,-7 1-4 16,6-1-3-16,1-2 2 0,1-2-4 0,3-2 3 15,-1 1-3-15,5-1 3 0,-1-2-1 0,8-2-2 16,-7 0-1-16,4-2 4 0,3-5-2 0,-1 3 1 15,3-4 2-15,-2-3 1 0,3 4-1 0,-1-4 4 16,-2-2 9-16,-1 1 14 0,1 1 8 0,-1-2 8 16,-9 3-2-16,4-1 9 0,-4 1 6 0,0 0-2 0,4 6 1 0,-6-5 6 15,-1 1-19-15,-2 5-8 0,0 0-11 0,8-4-11 16,-8 4-13-16,0 0 3 0,0 0-3 0,0 0-3 16,-10 15-5-16,7-6-6 0,-6 2 5 0,8-1 1 15,-3 3 3-15,3 1-3 0,-1 3 3 0,2-1-5 16,-2-1 2-16,4 0 5 0,0 3-3 0,1-3 2 15,5 4-3-15,1-5 3 16,-1 2-5-16,2-4 3 0,1 3-1 0,3-7 4 16,1 4-4-16,1-5 6 0,4 0-10 0,-3 0 9 15,2-2 1-15,-2-5 0 0,6-4-1 0,-1 0-1 16,-4 0-3-16,-2-7-2 0,6-1-9 0,1-2 1 16,0-5-4-16,-1 2-1 0,-2-1-3 0,3-7-2 15,-5 2 4-15,4-4-1 0,-8 4-1 0,5-4 6 16,-4 1-1-16,-4-2 2 0,2-4 2 0,-6 6 1 0,1-1 2 0,-1 3 1 15,-5 1 3-15,-2 3 1 0,4-1-2 0,-4 3 10 16,0 4 4-16,0 2 6 0,4 0 2 0,-8 4-3 16,4-2-5-16,0 5 1 0,0-2-7 0,0 7-4 0,0-7-3 15,0 7 1-15,0 0-2 0,0 0 1 16,0 0-1-16,0 0 1 0,-13 19-1 0,7-11 2 16,6 6-1-16,-7 1 0 15,-1 0 2-15,8 2 2 0,-9 2 1 0,9-1-5 16,-9 7 5-16,4-6 0 0,-5 5 0 0,3 3-5 15,0 3 2-15,2-4 2 0,5-1 2 0,-6 2-1 16,-1 0 0-16,6 0 0 0,-3-4-1 0,1 4-1 0,-2-8-1 16,2 1-2-16,3-8 1 0,0 11-5 0,0-12-1 15,0 0 0-15,3 1 2 0,0-3-2 16,-3-3 5-16,2 6 3 0,5-9-2 0,-3 3 4 0,6-3 0 0,-3-2 0 0,-7-1-1 16,27-4 2-16,-9 1 0 0,10 0 1 15,-12-4 1-15,4 0-1 0,-5 0 1 0,8-8-3 16,2 2 2-16,2-1-2 0,-6 1 3 0,-3 1 1 0,-1 1-1 15,-2-4 0-15,1 6-1 0,-2 0 6 0,-3-3 6 16,-3 5 6-16,4 1-1 0,-5-2 4 16,1 4-2-16,-6-3-7 0,-2 7-1 0,5-4-4 0,-5 4-6 0,0 0-12 0,5-6-2 15,-5 6-1-15,0 0 3 0,0 0-1 16,0 0 1-16,-12 21 5 0,12-13-8 0,-8 0-1 16,1 2 0-16,2 6 2 0,-2-7-4 0,4 10 1 0,1 0-4 15,-1-4-1-15,0 5-1 0,3-1-1 0,0-3-2 16,-3 0 4-16,8 1-5 0,-5-4-1 0,1 1 0 15,2-2-1-15,-1-2 2 16,1-3 2-16,2 0 2 0,2-3 3 0,0 1 7 16,1-3-3-16,-8-2 2 0,15-2 2 0,-9-3 4 15,9 0 1-15,-6-1 3 0,4-1 14 0,-5-3 21 16,7 0 2-16,-2-2-2 0,-4-5 0 0,4 2 7 16,2 0 3-16,-5 1-1 0,-4-3-3 0,7 2-2 15,-3 0-2-15,-3 4 10 0,-2-4 4 0,2 7-6 16,-4-1-1-16,2 1-4 0,-5 1-5 0,2 3-2 0,4-2-11 0,-3 1-9 15,-3 5-14-15,0 0-9 0,4-4 0 0,-4 4 0 16,0 0 2-16,-4 19 3 0,1-11-1 0,3 7 1 16,-1-3 2-16,2 6 7 0,1 2-9 0,-2-5-3 15,1 12 1-15,3-8-4 0,2 4 6 0,-2 2-7 16,2-1-6-16,3-5 4 0,-3 1-2 0,7 2 0 16,1-5-3-16,-6 0 0 15,5-4-1-15,2-1 1 0,-3-3 6 0,3 0-2 16,0-6 5-16,-4-2-2 0,4 6 5 0,-2-9-3 15,5-3 2-15,-9 1 6 0,6-5 0 0,0 2-2 16,3-4 1-16,-10-4 0 0,0 4 4 0,6-8 5 16,-6 2 2-16,-3 1 5 0,5 0 3 0,-9-4 7 15,3 5-2-15,-3-3-3 0,3 3 4 0,-4 3 1 16,3 1 0-16,-6-1-1 0,-1 4-4 0,4-3-2 0,-1 3-3 0,-1 3-1 16,0-2-7-16,-1 3-3 0,3 4 9 0,-8-4-8 15,8 4-2-15,0 0-3 0,-20 8 2 0,18-1-2 16,-4 0 0-16,-6 3-1 0,10 0 4 0,-6 0-3 15,3 8-3-15,5 0-2 0,-2-3 5 0,4 5-4 16,-2 0-2-16,5 0-2 0,10 3-4 0,0 0-10 16,1 0-4-16,4 0-10 15,8-3-7-15,2 0-2 0,0-6-4 0,6 6 1 16,4 0-2-16,-7-6 6 0,7-1 3 0,-5-6 3 16,1 1 3-16,-6 0 6 0,0-4 3 0,0-4 3 15,-1-3 6-15,-10 0 5 0,0-2 12 0,5 1 9 16,-14-7 9-16,3 4 5 0,-3 0 11 0,-5-5 8 15,-2 2 6-15,0 2 11 0,4-3 3 0,-7 0-2 16,-3 1-7-16,-4-1-2 0,2 3-5 0,-5 0-9 0,5 1 0 0,-11-4-3 16,-4 7-4-16,-3-3-6 0,3 6-4 0,0-2 2 15,-8 3-5-15,-4 0 0 0,2 4-2 0,-3 4-1 16,10 1-2-16,-5 3 1 0,6-4-1 0,-1 0-5 16,0 4 3-16,5 2-1 0,3-1-1 0,3 3 1 0,-2 0-1 15,7-4-2-15,-1 5 3 0,3-3-2 16,5 4 2-16,-2-6 1 0,5 3 3 0,2 4-3 0,5-6 0 0,-3 1 2 15,6-4-4-15,5-1-2 0,2-1 3 0,-3-7 0 16,4 5 0-16,-1-8-1 0,10-1-2 0,-9-1 1 16,8-5 3-16,-1-3-4 0,-3-3 1 0,3-1-1 15,3-10 11-15,-4 3-12 0,4-6-3 0,4-5 6 0,-9 4-1 16,9-7-4-16,-12 1 0 0,-3-3 3 16,5 4 2-16,-5 1 13 15,-5 7 23-15,0 3 13 0,-7-3-2 0,0 7 12 16,-5 1 9-16,6-2 10 0,-8 3 6 0,4 6 12 15,-5-3 2-15,2 7-6 0,-4-2 6 0,2 1-25 16,2 1-11-16,-2 8-5 0,2-8-18 0,-2 8-15 16,0 0-3-16,-9-2 0 0,9 2-4 0,-11 13-7 0,6-1-10 15,-5 3 2-15,0 2 5 0,2 9-4 16,-7 2-3-16,8-1-4 0,-6 4-15 0,3 8-12 0,5-5-23 0,-2 6-9 0,-1 2-35 16,6 0-14-16,-3-3-14 0,5 2-19 15,-1-13-31-15,1 14-42 0,1-14-51 0,6 3-49 16,-2-4-258-16,5-4-618 0,-5 1 273 0</inkml:trace>
  <inkml:trace contextRef="#ctx1" brushRef="#br0">10641 13137 0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1T09:33:35.6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796 4146 59 0,'0'0'198'0,"0"0"-11"0,0 0-5 0,8 0-9 16,-8 0-6-16,0 0-5 0,0 0-12 0,0 0-9 0,0 0-7 15,0 0-7-15,0 0-8 0,0 0-6 0,0 0-10 16,0 0-5-16,0 0-6 0,11 3-8 0,-11-3-6 16,0 0-3-16,0 0-4 0,0 0-2 15,0 0-5-15,0 0-4 0,0 0 1 0,0 0-1 0,0 0 0 0,0 0-4 16,0 0-2-16,0 0 3 0,0 0-18 0,0 0-7 15,0 0-4-15,0 0 24 0,0 0-6 0,0 0-6 16,-34-6-6-16,22 6-3 0,-1 2-6 0,0-1-5 16,-11 2 1-16,10 0-5 0,-8-3-5 0,2 5 0 15,-3 0-2-15,3 2-1 0,4 0-4 0,1-3 2 16,-5 3-2-16,5-2 3 16,5 0-11-16,-3 2 6 0,6-2-2 0,-3 2-5 15,5 1-1-15,-1-2 0 0,1 3-1 0,5-2 3 16,-2 1-2-16,2-1 1 0,7 1-1 0,1 1 1 15,3-2 3-15,4 4-3 0,5-3 3 0,5 4-1 16,-2-1 7-16,5-2-8 0,-1 2-1 0,1 1 2 16,-8-6 0-16,8 3 3 0,-11 2 0 0,1-4-4 15,2 2 3-15,-7 2-3 0,0-4 0 0,2 1 1 0,-7-3-2 0,1 3 1 16,-3-1 2-16,-1 0-2 0,-3 0 4 0,-1-1-1 16,1 1 3-16,-5 1 0 0,-2-2 2 0,3 0 5 15,-6 0-1-15,-4 0-1 0,1 3-1 0,-4-3 1 16,0 2 0-16,2-1-3 0,1-3 1 0,-1 1-3 15,6 1-13-15,-6-1-27 0,5 1-20 0,-1-5-23 16,3 3-23-16,-7 1-38 0,4-5-45 0,9 0-44 0,-3 4-203 0,3-4-470 16,-5 3 208-16</inkml:trace>
  <inkml:trace contextRef="#ctx0" brushRef="#br0" timeOffset="363.31">1080 4371 180 0,'0'0'318'0,"5"-1"-18"0,-5 1-25 16,0 0-34-16,0 0-24 0,0 0-21 0,0 0-23 15,0 0-24-15,0 0-17 0,0 0-15 0,5 11-11 0,-1-3-9 0,-4-4-14 16,3 8-3-16,-3 0-9 0,3 3-6 0,0 2-10 15,-1 1-8-15,0 3 0 0,-1 6-6 0,1 0-6 16,5 3-1-16,-4 9-4 0,-1 2 0 0,-4-13-5 16,0 3-5-16,6 11 3 0,-4-4-3 0,3 1 0 15,0-7-1-15,2 8-5 0,-1-8 5 0,-1-4-5 16,-1 0-2 0,4-1-1-16,-6 0 0 0,2-1 1 0,-1-10-3 15,3 4 2-15,-4-4-5 0,1 2-1 0,-1-10-28 0,5 4-19 16,-5-6-23-16,2 2-21 0,-4-3-20 0,2-5-22 15,0 8-42-15,0-8-56 0,0 0-195 0,0 0-456 16,0 0 202-16</inkml:trace>
  <inkml:trace contextRef="#ctx0" brushRef="#br0" timeOffset="4595.76">1216 4545 135 0,'0'0'209'0,"0"0"-17"0,0 0-9 0,0 0-12 16,0-5-12-16,0 5-10 0,0 0-7 0,0 0-5 16,0 0-4-16,0 0-5 0,0 0-5 0,0 0-1 15,0 0-5-15,0 0-2 0,0 0 1 0,0 0-1 16,0 0-5-16,0 0 1 0,0 0-2 0,0 0-3 16,0 0-2-16,0 0 1 0,0 0-6 0,0 0-4 15,0 0-11-15,0 0-10 16,-7-7-6-16,7 7-2 0,0-9-8 0,0 9-7 15,-3-7-8-15,3 7-14 0,0-11 2 0,0 2-3 16,0 3 2-16,0-2-5 0,0 8-2 0,0-12-1 16,0 5-7-16,3-1 1 0,-3 1-6 0,0 1 4 15,0-3-8-15,4 3 2 0,-4 6 1 0,0-12-1 16,3 6-2-16,-1-2 3 0,-2 3-11 0,1 0 3 16,3-1 0-16,-4 6-3 0,6-8-2 0,-4 3 3 0,3 2 0 0,-5 3-6 15,8-7 2-15,-1 3-11 0,1 3 14 0,-8 1-17 16,8-2-1-16,-8 2-7 0,15-2 1 0,-15 2 1 15,15 2-1-15,-2 0-2 0,-6 2 1 0,6-1-2 16,-3 2 0-16,-3-2-2 0,8 2 2 0,-7 2 0 16,-1-2 1-16,-1-2-1 0,2 5 0 0,-1 1 2 15,1-3-1-15,-3 2 4 16,-3 0 4-16,5 0 1 0,-6-2 11 0,6 2-10 16,-7-1 0-16,0 2 4 0,0-3-1 0,0 1 4 15,0 1 1-15,-7 2 4 0,1-2-4 16,-4 1 3-16,1-2 1 0,-4 4 2 0,7-2-3 0,-8 2 3 15,-2-4-3-15,1 2 4 0,0-2 2 0,0 2-3 16,3 1 2-16,-4-5 0 0,6 2 2 0,-2-4 0 16,2 1-2-16,1 2-4 0,5-3 9 0,-6 1-3 0,4-2-1 15,-3-1-1-15,3 4 0 0,6-5-7 0,-13 7-11 0,8-2-13 16,5-5-7-16,-10 6-12 0,10-6-16 0,-7 4-12 16,7-4-21-16,-7 5-23 0,7-5-29 15,-5 4-24-15,5-4-33 0,0 0-157 0,0 0-396 16,0 0 175-16</inkml:trace>
  <inkml:trace contextRef="#ctx0" brushRef="#br0" timeOffset="5213.01">1782 4556 121 0,'8'-4'154'16,"-1"0"-2"-16,-7 4-5 0,7-4-3 0,-1 0-4 16,-6 4-3-16,5-5 0 0,-3 0 1 0,-2 5-1 15,8-6-4-15,-6 3 3 0,-2 3-6 0,1-6-11 16,-1 6 0-16,0 0-7 0,0-9-3 0,0 9-12 0,-1-9 0 16,1 9-8-16,-4-9-9 0,4 9-8 0,-8-6-6 0,3 3-8 15,0-5-5-15,-3 7-7 0,8 1-2 0,-7-9-4 16,-1 7-4-16,8 2-5 0,-16-4-3 0,12 1 2 15,4 3-14-15,-13-3 1 0,5 1-1 0,8 2-7 16,-20 0 1-16,20 0-1 0,-17 2-4 0,7 1 2 16,0-1 0-16,-4-1-2 0,7 3 0 0,-6 1-6 15,3 1 2-15,0 0 0 16,0 1 0-16,3 0-3 0,-3 0-1 0,5 2 1 16,-5-5-13-16,5 3-2 0,-3 1-6 0,5 2-4 15,1-1-5-15,2-1-2 0,0 4-4 0,5-4-6 16,-2-1-4-16,4 2 2 0,6-3-6 0,-4 2-7 15,12-5-10-15,-4 2-3 0,4-4-9 0,-3 2 1 16,7-3-7-16,-3-1 5 0,4-1-1 0,-6-3 20 16,0 4-5-16,-2-1 13 0,-1-7 3 0,-4 1 14 0,4 0 24 0,-9 2 17 15,0-3 21-15,0 3 19 0,-3-2 11 0,-3-1 19 16,5 2 11-16,-6-2 15 0,-1 2 2 16,0-1 3-16,0 0 12 0,-1 2 14 0,1 6-1 0,-4-12 0 15,4 8 9-15,0 4-19 0,-3-8-10 0,3 8-13 16,0 0-10-16,0-10-11 0,0 10-13 0,0 0-7 15,0 0-16 1,-2-5-7-16,2 5-2 0,0 0-17 0,0 0-8 0,0 0-2 16,0 0-7-16,0 0 5 0,-3 23-5 0,3-19-6 15,3 4-6-15,-1 1-7 0,-2-1-12 16,0 1-9-16,3 3-8 0,2-1-14 0,2-2-7 16,-5 2-14-16,1-2-29 0,3 0-25 0,-2 1-35 15,1 1-34-15,3-7-30 0,-1 3-196 0,1-4-470 0,-5 1 208 16</inkml:trace>
  <inkml:trace contextRef="#ctx0" brushRef="#br0" timeOffset="5850.63">2159 4459 194 0,'0'0'301'0,"0"0"-18"0,0 0-20 0,0 0-22 16,0 0-23-16,0 0-21 0,0 0-25 0,0 0-21 15,0 0-15-15,0 0-15 0,0 0-19 0,0 0-10 16,0 0-10-16,0 0 2 0,0 0-19 0,14 14-2 16,-13-11-8-16,4 3-6 0,0 2-2 0,4-1-4 15,-6 4-4-15,0-2-7 16,7 3-1-16,-5-4-7 0,3 3-7 0,-4-3-15 16,1-1-3-16,1 2-4 0,-2-2-2 0,1 4-4 15,-2-3-5-15,2-3 8 0,0-2-5 0,-2 2 7 16,-3-5-2-16,2 6 5 0,1 0 1 0,-3-6 1 15,8 3 6-15,-8-3 14 0,0 0 17 0,0 0-2 16,0 0-5-16,0 0 0 0,10-15-7 0,-5 10 0 16,0 1 2-16,-3-4 3 0,-1 0 3 0,8 1 3 0,-4 0 9 15,3 2-1-15,-6-2 4 0,3-4-6 0,1 6 0 0,-4-3 9 16,5 1-4-16,-7 0-1 0,4 2-1 0,0-2-10 16,2 3-1-16,-4-1-6 0,1 1-5 0,-3 4-1 15,9-6-4-15,-9 6-5 0,0 0-5 0,1-5 1 16,-1 5-3-16,14 0-1 0,-14 0-5 15,0 0-10-15,14 4-8 0,-7 1 12 16,-2 1-9-16,0 1-10 0,2-2-1 16,-2 3-5-16,8 4 0 0,-7-3 1 0,3 0 0 15,-8 0 4-15,11 0 2 0,-2 1-4 0,-7-1 2 16,2 2 1-16,-3-7 0 0,4 3 4 0,-4-3 3 16,0 7 6-16,1-7 0 0,-3-4 6 0,2 3 3 0,-2-3 15 15,6 5 27-15,-6-5 35 0,0 0 27 0,0 0 23 16,0 0-14-16,0 0-4 0,0 0-15 0,7-12-6 0,-5 1-7 15,1 7 8-15,-3-3-16 0,2-5-2 0,4 4 4 16,-1-3 3-16,-2 3-6 0,4 0-1 0,-4-3-8 16,1 2-5-16,-1 2-2 0,4 0-2 0,-7 0-9 15,3 2 4-15,-3 5-12 0,3-9-3 0,-3 9-3 16,7-6-6-16,-7 6-6 16,2-4-8-16,-2 4-2 0,0 0-11 0,0 0-10 15,0 0-17-15,0 0-22 0,23 12-25 0,-20-6-18 16,5 0-8-16,1 8-9 0,5-3-17 0,1-2-14 0,0 4-18 15,2-3-37-15,6 6-54 0,-3-5-45 0,1 1-252 16,7 6-600-16,-4-10 265 0</inkml:trace>
  <inkml:trace contextRef="#ctx0" brushRef="#br0" timeOffset="8104.89">3502 4338 177 0,'0'-6'208'0,"0"6"-12"0,-2-9 0 16,2 2-5-16,0 7-16 0,-5-8-15 0,5 8-11 0,-5-8-13 16,5 8-16-16,-6-5-12 0,4 0-12 15,2 5-12-15,0 0-9 0,-13-1-9 0,13 1-6 16,-9 7-10-16,1-1-2 0,1 0-5 0,-6 2-3 0,3-1-11 0,-1 5 5 15,-4 0-8-15,7 0-4 0,-9-1-3 0,4 4-3 16,4-3-1-16,-4 3-1 0,3 1-2 0,-1-1-1 16,4-3-3-16,-1 4 1 0,3-4-1 0,2 6 1 15,3-6-1-15,0 4-2 0,6-1-3 0,-1 1 4 16,2-1-1-16,4-2 0 0,4 2 2 0,2-4-2 16,9 5-2-16,-3-6-2 15,4-1-4-15,-4-1-13 0,0-3 3 0,9-2-10 16,-4 0 2-16,5-2-2 0,-8-1 0 0,5-7-7 15,-1 5 6-15,-7-1 4 0,-2-2 5 0,-2-2 3 16,10-6-4-16,-11 7 0 0,1-6 6 0,-3 3-3 16,1-6 5-16,-1 0 4 0,-5 0 10 0,-2-3 8 15,2 0 7-15,-5-6 3 0,-3-2 1 0,8 1 1 16,-7 0-3-16,-3-6 1 0,2 4-4 0,4-1-1 0,-4-1 0 16,1 1 3-16,-3 2-4 0,0-1-1 0,0 2-2 0,0-2 0 15,0 8 5-15,0 0 7 0,-1 0 8 0,-1 3 2 16,2 2 11-16,0 1 0 0,0 2 2 0,0 2 8 15,0-2-3-15,-2 4 2 0,-2 2-3 0,4 5-4 16,0-12-10-16,-2 8-4 0,2 4-4 16,-2-6-3-16,2 6-11 0,0 0-6 0,0 0-2 0,0 0-1 0,0 0-2 0,0 0-2 15,-13 12 0-15,10-6-4 0,-1 3-2 16,-1-2 4-16,0 12-6 0,2-6 3 0,1 6 2 16,2 3-5-16,-5-3-3 0,1 6 2 0,4 5-5 15,0-3 0-15,3-3-1 0,-2 6-6 0,4-3 1 0,0-3-1 16,2 2-1-16,1-3-3 0,2-4-2 0,-1 2-2 15,0-5 7 1,10 7-5-16,-9-5-12 0,4-6 4 0,1 1-9 16,-1 0-1-16,1-4-6 0,4-1 2 0,-2 3 1 15,3-3 2-15,0-3-2 0,-2 2-6 0,-2-6 5 16,6 4 1-16,-6-4 6 0,4-2 1 0,2-1 5 16,-6-2 2-16,4-3 3 0,-2 3 5 0,1-4-3 15,-3 0 3-15,-1-3 7 0,-3 3-2 0,1-2 0 16,-3 0 8-16,-3 1-2 0,2-2-2 0,-2-4 8 0,0 4 6 0,1-4 4 15,-8 3 4-15,2 2 13 0,-2-4 6 0,0 6-1 16,0-3 1-16,0 3-4 0,-2 0 0 0,0-3-2 16,-4 3-3-16,6 4-4 0,-7 0 0 0,0-4 2 15,-1 7-7-15,2-4-4 0,6 5-3 0,-14-1 0 16,14 1-6-16,-18 6 9 0,7-4-1 0,4 6-5 16,-3-1-2-16,3 1 3 15,-1 3-3-15,1 1 3 0,-2 3-1 0,4-3 1 16,0 1 0-16,0 1-3 0,3-4-3 0,0 2-8 15,2-2 0-15,2 7-3 0,0-8-6 0,3 3-3 16,0-5-2-16,-2 1-6 0,7-2-6 0,-4 1 13 16,4-5-11-16,-3-1 7 0,6 3 0 0,-13-4 1 15,18-4 1-15,-4 3 6 0,-1-2 1 0,-5-1 0 16,2-3 3-16,2 0-1 0,-4-5 6 0,2 4 1 0,3-1 4 0,-8 2 13 16,5-6 7-16,-8 5 8 0,3-1 7 0,-4 0 7 15,4 1 4-15,-5 5 4 0,4-2 3 0,1-2 2 16,-5 7-13-16,0-8-5 0,0 8-5 15,0 0-8-15,0-5 0 0,0 5-3 0,0 0-2 0,0 0-2 16,0 0-3-16,1 18-1 0,-1-18-1 0,-1 14 3 16,1-6-5-16,1 3 2 0,-1 0 1 0,5 2-3 0,-3-4-3 15,4 1-9-15,-1 4-6 0,-3-6-1 0,8 2-10 16,-5-3 1-16,3 3-10 0,1-3-7 0,-3-1-4 0,1-2-2 16,-1 1-6-16,3-2 3 0,-4 0 6 15,-5-3 6-15,15 0 0 0,-15 0 5 0,16-6-3 16,-6 1 9-16,-5 1-2 0,3-4 5 0,-1 3 8 15,-4-6-4-15,-1 2 4 16,3 0 5-16,1-2-1 0,-2 2 4 0,4-1 8 16,-5-2 5-16,1 3 5 0,-3 1 10 0,6 1 1 15,-5-1 7-15,-1 0-3 0,3 3-2 0,-3-1-2 16,6 0-3-16,-1 1-4 0,-6 5-1 0,5-9-2 16,-5 9-1-16,10-3-4 0,-5 2 2 0,-5 1-2 0,15 0 0 15,-15 0-1-15,23 0 0 0,-14 1-1 16,1-1-2-16,3 2 4 0,-2-1-5 0,3 4-2 0,-1-1 6 0,2 1 0 15,-2 0-4-15,-6 0 2 0,9 2-4 0,-3-3 2 16,2 4-1-16,-8-4 3 0,3 3 3 0,3 1-5 16,-6 0-3-16,1-1 5 0,-1-1-4 0,1 0-2 15,-1 2-1-15,-6-1 4 0,2 2 1 0,1-2-5 16,-4 1 2-16,0-4 4 0,-7 4-2 0,6-4 7 16,-6 4-3-16,-1-4-4 15,-1-1-1-15,-1 5 6 0,-1-5-2 0,3 1-2 16,-4 1 0-16,0-1 1 0,2-2 4 0,2-1-3 15,-7 3-3-15,7-3 2 0,8-1 4 0,-13-1 3 16,13 1 2-16,-13 1 0 0,13-1 3 0,-12 2-4 16,12-2 6-16,0 0-1 0,0 0-2 0,0 0-2 15,0 0-3-15,0 0 2 0,0 0-1 0,0 0-7 16,0 0-5-16,25-11-10 0,-12 11-6 0,2-6-1 0,1 1-5 0,4 1-3 16,-3-5-6-16,3 3-5 0,-4-3 5 0,6 3 2 15,-2-2-5-15,1-1 4 0,4-3-4 0,-8 5 7 16,2-4 3-16,-2 2 4 0,-2-1 3 0,0 0 0 15,-9 3 8-15,16-3 5 0,-16 5 11 0,-2-3 16 16,2 3 2-16,1-2 12 0,-5 2 13 0,4-1 8 16,-1 2 10-1,-5 4 0-15,5-7-1 0,-5 7-6 0,2-5-7 0,-2 5-6 16,0 0-8-16,0 0-2 0,0 0-9 0,2-7 4 16,-2 7-10-16,0 0-3 0,0 0-5 15,0 0 1-15,0 0-6 0,0 0 0 0,0 0 2 16,0 0-3-16,13 12 1 0,-13-12-3 0,0 7-1 0,0-2 2 15,0-5 2-15,6 11 0 0,-4-4-1 0,-2 0-3 16,2-2 0-16,3 0 0 0,-5 2-1 0,6-2-1 0,-4 1 4 16,-2-6-2-16,0 8-1 0,5-1-2 0,-5-7 5 15,2 9-2-15,-2-6 0 0,0-3-5 0,1 8 2 0,-1-8 0 16,0 10 1-16,0-7 1 0,4 3-2 16,-4-6-1-16,3 6 2 0,-3-6-1 0,0 9 0 15,-7-4 0-15,7-5-3 0,-1 8 3 0,1-1 0 16,0-2 0-16,0 2 0 0,0-7-3 0,-7 8 1 0,5 0 2 0,-4-4 0 15,6-4 3-15,-7 10-3 0,5-6 0 0,-4 0 3 16,6-4-4-16,-13 8 4 0,11-7 1 0,-5 2-1 16,-1 4 7-16,1 1-9 0,-1-4 1 0,3 0 0 15,-3-1 2-15,0-3 0 0,8 0 7 0,-14 5-8 16,14-5 0-16,-10 1 1 0,10-1 0 0,0 0 3 16,-13 2-5-16,13-2 2 15,0 0-2-15,0 0-8 0,0 0-9 0,0 0-17 16,0 0-14-16,-1-8-20 0,1 8-21 0,0 0-23 15,16-11-24-15,-8 1-15 0,7 2-7 0,2-1-3 16,-2 1 2-16,3 0-4 0,3 2 9 0,-4-4 2 16,4 0 3-16,-1 6 15 0,2-7 13 0,-4 3 16 15,-1 0 22-15,2 0 22 0,-2 1 24 0,-5 1 37 16,6-3 13-16,-3 1 14 0,-9 1 24 0,1 4 20 0,0-3 32 0,-1 0 8 16,4 1 13-16,-10 5 1 0,10-9-1 0,-5 6 2 15,-5 3 4-15,3-7 2 0,-3 7 2 0,0 0-8 16,7-8-6-16,-7 8-6 0,0 0-8 0,0 0-12 15,3-5-13-15,-3 5-7 0,0 0-11 0,0 0-6 16,0 0-9-16,0 0-9 0,0 0-5 0,0 0-4 16,0 0-3-16,0 0-8 15,0 0 3-15,7 20-4 0,-7-20 3 16,0 12-4-16,-5-1-4 0,5-4-4 0,0 2 0 16,5 2-2-16,-5 1-4 0,3-3-2 0,-3-2-6 15,4 6-10-15,-1-6-3 0,2 2-8 0,-2 2-17 0,2-4-16 16,2 0-17-16,-2 0-27 0,5-2-35 0,-10-5-34 15,14 10-43-15,0-9-197 0,-14-1-445 16,23-5 197-16</inkml:trace>
  <inkml:trace contextRef="#ctx0" brushRef="#br0" timeOffset="8505.94">5774 4176 311 0,'0'-9'336'0,"-1"2"-20"0,1-1-10 15,0 8 7-15,-7-12-9 0,7 9-14 0,0 3-6 16,0 0-33-16,0-11-24 0,0 11-21 0,0-3-30 16,0 3-8-16,0 0-27 0,0 0-17 0,0 0-22 15,0 0-13-15,0 0-23 0,0 0-3 0,0 0-7 16,0 0-6-16,0 0-8 0,-3 29-1 0,3-14-7 16,1 3 2-16,-1 0-5 15,2 0-5-15,5 7-4 0,-6 4-1 0,4 0 3 16,-5 2-6-16,4-1-2 0,2 15 3 0,1-6-2 15,-2 2-5-15,3-1-6 0,-1 5 6 0,3 1 0 16,3-8-2-16,-7 7-6 0,3-1 7 0,2-4-5 16,-1-1 0-16,-5 0-10 0,3-8 6 0,-1-1-2 15,1-4 1-15,-1 1 1 0,-7-6 4 0,0-5-3 16,7 4 1-16,-6-5 3 0,-1 0 8 0,0-4-9 0,2-3-5 0,0 0-1 16,-2 0 7-16,0-8 0 0,0 0 2 0,3 10 1 15,-3-10-4-15,0 0-5 0,0 0-21 0,0 0-12 16,-7 6-44-16,7-6-31 0,0 0-30 0,0 0-36 15,0 0-50-15,-23-20-49 0,16 16-46 0,-2-5-237 16,-1 2-602-16,1-1 266 0</inkml:trace>
  <inkml:trace contextRef="#ctx0" brushRef="#br0" timeOffset="8938.28">5720 4632 23 0,'0'-6'319'16,"0"6"-20"-16,-2-5-14 0,2 5-3 0,0 0-32 15,-7-11-25-15,7 11-23 0,0 0-24 0,0 0-23 16,0 0-11-16,7-8-15 0,-7 8-10 0,17-4-12 0,-17 4-14 16,29 0-6-16,-12 0-10 0,1 1-4 0,5-1-14 15,0 3-3-15,1-2-8 0,5-2-21 16,3-2-5-16,-4 2 2 15,0 1-16-15,-8-7-5 0,3 6-3 0,-5-1-2 16,2-2 1-16,-5-1 3 0,0 4 1 0,-5 1 7 16,2-2-6-16,-7 1-2 0,-5 1-1 0,14-6 2 15,-5 4 1-15,-9 2 7 0,6-4 13 0,-6 4-8 16,9-1 3-16,-9 1 6 0,0 0 2 0,6-5 0 16,-6 5-1-16,0 0 2 0,0 0 0 0,0 0 2 15,2-5-12-15,-2 5 5 0,0 0-3 0,0 0-2 0,0 0-7 0,0 0-2 16,0 0-4-16,0 0-1 0,0 0-5 0,0 0-2 15,0 0 3-15,0 0 2 0,8 11-3 0,-8-11 0 16,0 12 9-16,5-4-10 0,-5 0-1 0,0 4 3 16,0-2 3-16,2 3-4 0,4-6-1 0,-6 12 3 15,7-9-6-15,-5 8-11 0,-2-4-11 0,3 2-13 16,0-3-19-16,-3-1-23 0,0-1-36 0,2-2-37 0,-2-9-51 0,5 18-25 16,-5-15-42-16,0-3-141 0,0 0-447 0,0 0 199 15</inkml:trace>
  <inkml:trace contextRef="#ctx0" brushRef="#br0" timeOffset="9170.07">6327 4332 295 0,'0'-8'367'0,"0"8"-21"15,0 0-23-15,0 0-23 0,0 0-25 0,-2-7-35 16,2 7-17-16,0 0-25 0,0 0-26 0,0 0-30 0,0 0-34 16,0 0-44-16,0 0-40 0,0 0-42 0,0 0-34 15,0 0-29-15,0 0-34 0,0 0-47 0,0 0-44 0,0 0-202 16,-6 21-441-16,6-21 196 0</inkml:trace>
  <inkml:trace contextRef="#ctx0" brushRef="#br0" timeOffset="9871.94">6479 4506 37 0,'9'-5'233'0,"-9"5"-19"0,0 0-16 0,0 0-23 15,0 0-16-15,0 0-16 0,0 0-18 0,0 0-14 16,0 0-12-16,0 0-6 0,-9 21-12 0,9-21-9 16,-8 13-7-16,3-6-6 0,3 0-8 0,2 4 2 15,0-2-11-15,2 1 3 0,-4 5-7 0,9 2-3 16,-5 2-7-16,4-8 3 0,1 7-2 0,8-3-2 0,-7-2-5 16,5 1 0-16,2 1-2 0,-1-5-2 0,2 4 1 0,2-5-3 15,-1-1-1-15,14 2-2 0,1-4 0 0,-2-3-1 16,-1-2-1-16,-1 2 0 0,-1-6-5 0,-2 1 2 15,1-3 3-15,-1-1-4 0,-3-3 1 16,-1 2-3-16,-1-3-2 0,-5 2 3 0,0-1 3 0,-9-1-6 16,4 2 2-16,-3 0-2 15,1-1 2-15,-3 0 2 0,-1-3-1 16,-4 6 10-16,0 6 6 0,0-18-4 0,0 10 4 16,0 8-2-16,-4-12-2 0,-1 2-3 0,-3 4-4 15,1 3 0-15,-3-5 3 0,4 4-3 0,-6 0 2 0,12 4-3 16,-23-3-2-16,10-2 1 0,3 3 0 0,10 2-3 15,-30 0-2-15,17 0-2 0,13 0 0 16,-22 7 0-16,7-4 2 0,9 1-2 0,-9 0-3 0,5 4 1 0,5-5 0 16,-7 3 0-16,4 4 1 0,2-5-1 0,2 1 0 15,3 2-1-15,-3 2-4 0,4-10 3 0,7 12-9 16,-4-6-6-16,5 0 2 0,1 6-5 0,-1-9-2 16,4 0 3-16,-2-1 4 0,-10-2 0 0,23 0 2 15,-12-5 2-15,-11 5-3 0,30-3 4 0,-15 0 1 16,2-6 2-16,-9 3 1 15,10 0 7-15,-10 1 13 0,1-2 18 0,-3-2 23 16,4 1 6-16,-5 5 2 0,2-4 9 0,-7 7 0 16,8-12 10-16,-1 6 2 0,-7 6 4 0,6-6-9 15,-6 6 8-15,4-9-20 0,-4 9-13 0,0 0-2 16,6-6-8-16,-6 6-9 0,0 0-7 0,0 0-5 16,0 0-4-16,0 0-3 0,0 0-10 0,0 0 5 15,12 21-9-15,-4-13-3 0,-3 0-7 0,7 3-13 0,-4-2 5 0,5 6-23 16,2-6-14-16,2 6-21 0,-1-8-21 0,4 5-21 15,1-7-21-15,-4 4-31 0,5-8-11 0,6 1-32 16,-8-2-23-16,3-2-160 0,-7-1-425 0,6-4 188 16</inkml:trace>
  <inkml:trace contextRef="#ctx0" brushRef="#br0" timeOffset="10457.93">7540 4095 169 0,'-3'-16'286'0,"3"2"-7"0,0 6-3 0,0 1-11 0,-3-1-20 16,3 3-20-16,0 5-28 0,-2-8-24 0,2 8-24 15,-5-3-13-15,5 3-16 0,0 0-11 0,-2 16-12 0,2-8 4 16,0 7-19-16,0 3-14 0,-1 2-4 0,1 8-5 16,0 2-6-16,3-2-8 0,4 13 1 0,-1-10 4 0,1 3-13 15,-2 3 0-15,5 4-7 0,-5 2-9 16,5-13-8-16,-4-2-10 0,8 4-16 0,-9-3-6 15,4-2-16-15,-2-10-19 0,0 7-18 0,-1-6-11 16,3-6-16-16,-8 4-11 0,4-8 0 0,-3 0-2 0,8 1 9 0,-5-3 12 16,-4-2 9-16,-1-4 6 0,0 0 8 0,0 0-8 15,0 0 16-15,0 0 13 0,15-15 0 0,-15 15 3 16,-1-12 2-16,1 4 6 0,0 8 3 0,-7-19 4 16,7 10 6-16,-7-2 9 0,2 3 4 0,4-4 9 15,-2 6 17-15,-4-3 16 0,4 1 5 0,1 1 19 16,-1-2 18-16,-4 2 2 15,2-1 8-15,3 2 8 0,2-2-1 0,-1 3-1 16,-6-3 4-16,7 8 7 0,0 0-1 0,-2-15-6 16,2 11 1-16,0 4-7 0,-3-9-4 0,3 9-8 15,5-10-5-15,-5 3-9 0,0 7-8 0,13-8-8 16,-13 8 3-16,12-4-15 0,-7-1 0 0,-5 5-4 16,21-3-1-16,-12-1-2 0,4 1-4 0,-13 3-10 15,21 0 4-15,-7-1-4 0,-14 1 1 0,25 1-5 0,-16-1 1 0,3 6-1 16,0-3 2-16,-2-2-8 0,1 6 0 0,1 0-2 15,-4-1 2-15,5 6 0 0,-3-3-3 0,-5 0 2 16,-2 4-4-16,11 1 6 0,-6 2-4 0,-1 0 3 16,-6-3 7-16,4 2-12 0,-5 0 1 0,8-4 0 15,-6 4 2-15,1-2-4 0,-1 1-10 0,-2-1-9 16,-2-1-15-16,-1-3-16 16,1 0-17-16,-2 0-22 0,4-9-36 15,-4 12-36-15,4-12-38 0,0 12-38 0,0-12-224 16,0 0-503-16,8 7 222 0</inkml:trace>
  <inkml:trace contextRef="#ctx0" brushRef="#br0" timeOffset="11144.18">8128 4583 264 0,'-5'-7'338'15,"5"7"-14"-15,0 0-14 0,-10-4-15 0,10 4-22 16,0 0-20-16,0 0-29 0,0 0-25 0,0 0-17 15,0 0-20-15,0 0-22 0,-22 6-5 0,22-6-16 0,-11 13-12 16,8-2-11-16,1-3-12 0,2-8-8 0,-8 19-8 0,8-10-8 16,0 5-3-16,0-4-11 0,5 5-8 0,1 0-8 15,-1-3-8-15,5 3-8 0,2-4-7 0,3 1-6 16,-4-4-14-16,2-1-8 0,2 0-15 0,0-2-6 16,0-1-9-16,5-1-8 0,-5-3 8 0,5-3-2 15,-4-1 3-15,-2 2 5 0,0-4 4 0,-5 0 0 16,-1-7 7-16,-1 2 3 15,1 2 1-15,-8 0 7 0,3-1 5 0,-3-1 5 16,-3-2 4-16,3-1 5 0,-3 5 1 0,-2-7 5 16,-2 6 7-16,0-6-2 0,-3 5 4 0,5 2 6 15,-3-2 2-15,7 0 2 0,-6 3 1 0,-1 1 1 16,4-1 5-16,3 3-4 0,1 5 0 0,-14-11-3 16,13 3-6-16,1 8 0 0,0 0-2 0,-8-4-4 15,8 4-1-15,0 0-2 0,0 0-3 0,0 0 2 0,0 0-3 0,0 0 5 16,36 9-8-16,-29-4 3 0,7 2 0 0,3 0-11 15,-2 4-3-15,0-2-1 0,1 1-4 0,-1 2-5 16,2 0-4-16,-1-1-3 0,1 4-3 0,-4-6-2 16,2 6-7-16,0-6-2 0,-2 3 9 0,-5-3-6 15,6-3 6-15,-8 4 5 0,3-5-1 0,-4 4-1 16,1-6 12 0,-6-3 10-16,12 5 8 0,-12-5 7 0,0 0 24 15,0 0 2-15,0 0 8 0,13-17 6 0,-11 12 7 0,-2 5 8 16,1-15 8-16,6 8 3 0,-7-8-2 0,5 5 5 15,-3-5-1-15,-1 4 5 0,6-2 4 0,-1 2-9 16,-4-3-3-16,5 2 9 0,-6 5-4 16,4-5 0-16,-3 4-4 0,3 1-11 0,-2 0-1 0,2 1-6 15,-5 6-14-15,7-12-5 0,-7 12-3 0,8-7-6 0,-8 7 2 16,7-4-3-16,-7 4-6 0,15-3-6 0,-15 3 2 16,0 0-2-16,20 6-8 0,-20-6 9 0,13 8-17 15,-3-4-5-15,-4 0-7 0,4 6-9 0,-1-3-2 0,-1-1-10 16,-2 2-12-16,6-1-9 0,-7 2-8 0,2-3-12 15,-1 4-15-15,-2 1-14 0,0-4-4 16,0 4-21-16,-4-2-24 16,0-3-29-16,0-6-35 0,-4 18-31 0,4-18-33 15,-8 7-194-15,0-4-515 0,8-3 229 0</inkml:trace>
  <inkml:trace contextRef="#ctx0" brushRef="#br0" timeOffset="11375.96">8370 4180 446 0,'-5'-7'435'0,"1"1"-8"0,-2 0-29 16,2-2-22-16,1 7-27 0,3 1-31 0,-8-9-33 15,8 9-27-15,0 0-31 0,-2-6-33 0,-1 0-58 0,3 6-59 0,0-8-80 16,0 8-66-16,0 0-30 0,0 0-47 0,0 0-73 15,-10 15-85-15,10-15-211 0,-5 11-557 0,5-11 246 16</inkml:trace>
  <inkml:trace contextRef="#ctx0" brushRef="#br0" timeOffset="13966.95">663 5067 78 0,'-6'-4'159'0,"6"4"-11"16,0 0-4-16,0 0-15 0,0 0 1 0,0 0-5 15,0 0-11-15,0 0-4 0,0 0-14 0,0 0-11 0,0 0-6 0,0 0-6 16,0 0-9-16,0 0-8 0,0 0-8 0,0 0-5 16,0 0-7-16,0 0 2 0,0 0-8 0,0 0-2 15,0 0-1-15,0 0-6 0,0 0-3 0,28 15 3 16,-22-14-5-16,16 3 0 0,-7 3-2 0,6-6 2 15,-1 3-6-15,7-1 3 0,4 2-3 0,-1 2-1 16,6-5 0 0,9 3 2-16,-4 0-3 0,9 2 1 0,-5-3-7 15,3 0 2-15,-4-1 4 0,6-3-8 0,-7 5 6 0,0-5-1 16,2 0-3-16,-10 3 3 0,3-2-3 0,-7 7 2 16,10-5-4-16,4 0 6 0,-12-6-2 0,0 7 0 15,0-1-5-15,2-1 1 0,-2 1 3 16,-1-1 2-16,6-2-4 0,-7 0 0 0,2 1 1 15,-1 3-1-15,-1-4 2 0,2 4 0 0,-1-4 4 0,-4 0 6 0,2 0 0 16,0 3 3-16,-7-3 0 0,5 1-2 0,-3-1 0 16,-4 1-3-16,2-2 3 0,-1 1 3 0,6 0-3 15,2 1-3-15,-14-1-1 0,4-1-1 0,2 0-5 16,-1 1 2-16,1-2 2 0,-2 2-2 0,-2-1-3 0,10 2 1 16,-11-1 1-16,1-1-1 0,0-3-2 15,5 4 0-15,-3 4-2 16,-2-4-4-16,10 0 9 0,-6 0-4 0,-1 0 5 15,-4 0-5-15,3-4 3 0,-2 8-2 0,2-4 2 16,0 0-3-16,4 0 3 0,-4-4-1 0,12 4-2 16,-12 0 2-16,3 0 2 0,-2 0-5 0,-1-4 2 15,3 4-2-15,-4-1 5 0,2 1-6 0,2 1 2 16,0-1 0-16,-1 0 0 0,-1 4 2 0,1-4-1 16,4 4-4-16,-4-4 4 0,0-4-4 0,1 4 3 0,-3 0 0 0,11 0 3 15,-6 0-5-15,5 0-1 0,-9 0 4 0,6-4-2 16,1 4 2-16,3 0-1 0,-1 0 3 0,1 4-5 15,-2 0 0-15,0-4 5 0,1 1-3 0,-2 1 0 16,2-2-1-16,2 1-3 0,1-1 5 0,-7 0 0 16,2 0-3-16,2 1 3 0,-7-1-2 0,10 0 4 15,-9 0-2-15,5 0 0 0,-6 3 0 0,-1-3-2 0,8 2 0 0,-9-2 2 32,7 1 0-32,-8-1-3 0,8-1 0 0,-8 2 2 15,12-1-1-15,-12 0-2 0,3 0 1 0,2-1 6 16,-6 2-5-16,1 1 6 0,2-2-6 0,1 0 1 15,-1 3 0-15,-3-3-7 0,5 0 9 0,-6 0-4 16,3 0 4-16,-1 2-4 0,3-2-2 0,-3 0 3 16,0-2 2-16,2 2-1 0,2-3 2 0,0 3 0 0,-3 0-3 0,-4 3 1 15,9-3-1-15,-8 2-3 0,4-2 4 16,-2-2 2-16,10 2-2 0,-7 0 0 0,3 2 0 16,-3-2 1-16,-3 1-1 0,0-2-1 0,3 1 0 15,-1 0-1-15,-2-2 3 0,3 2-3 0,-7 2 0 0,3-2 2 16,0 0 1-16,0-2-4 0,-3 2 4 0,2 0-1 15,-1 2-3-15,-1-4 1 0,4 4 1 0,2-4 0 0,-7 2 2 16,1 0-4-16,1 0 2 0,3 2 0 0,-4-4-2 16,4 2 1-16,-5 0 2 0,8 2-2 0,-6-1 1 0,4-2 2 15,-1 2-1-15,8-1-1 0,-8 1-1 16,5-2 6-16,5 1-4 0,0 0-3 0,3 1 3 16,-2-1 1-16,1 0-1 0,-1 0 1 0,4 3-3 15,-4-6 1-15,2 3-1 16,-3 0-4-16,3 0 5 0,-5 0 2 0,7 0-1 15,-10 3 3-15,5-1-3 0,-2 1-6 0,-7-3 3 16,9 0 4-16,-2 0-1 0,-6 2-4 0,3-2 3 16,-4 1 0-16,6-1 5 0,-4-1-4 0,0 3 1 15,5-2-3-15,4 0 0 0,-4 3 0 0,-8-3-1 16,13 2-1-16,-7 0-3 0,-1-2 10 0,5 1-5 16,-2-1 1-16,2 0 6 0,-2 0-8 0,-3 3 1 0,6-3 6 0,-3 3-3 15,0-3 9-15,-3 1 10 0,-5-1 5 0,8 0 2 16,-5 0-1-16,-1 3-2 0,-7-3-1 0,1 2-2 15,4-4 4-15,-2 4-4 0,-1-2 1 0,-2-2 2 16,5 4-5-16,-5-4 0 0,1 2 0 0,-16 0-4 16,27 0-2-16,-12 0 1 0,4 0-3 0,0 2-1 15,0-2 1-15,0 2-3 16,-1-4-1-16,3 2-1 0,-1 0-1 0,-3 0 2 16,6 0-3-16,-1 2-2 0,-1-1 1 0,1-1-2 15,-3 0 3-15,5 0-3 0,2 0 1 0,-4 3-4 16,-1-3 3-16,7 0-2 0,-6 1 5 0,-4 2-2 15,2-3 0-15,1 2-3 0,1-2 2 0,-2 0 1 16,3 2-1-16,-2-2-3 0,-4-2 5 0,3 5-1 16,3-3-1-16,-1 0 0 0,-6 0-2 0,4 0 0 0,3-1 2 15,-1 2-1-15,-3-2-1 0,3 2 3 0,-7-2-3 16,6 1 0-16,-2-2 0 0,4 0 4 0,-7 2-2 0,6-3 0 16,-2 3-4-16,0 0 1 0,3 0 1 0,-5-1-2 15,2 1 13-15,-4-3-13 0,3 3 3 0,-3 3-1 16,1-6 3-16,3 3-4 0,-4 0 0 15,1-1 2-15,1 1-1 0,-18 0-1 0,31-2 0 0,-14 0 2 0,4 4-5 0,-2-2 3 16,-3-2 0-16,7-1 3 0,-3 3-3 16,-3-1 0-16,1 1 1 0,0 0 0 0,4-1 0 15,-1 1-1-15,-1 0-3 0,2-2 6 0,-3-1 1 16,1 3-1-16,-2 0 0 0,1-1-2 0,5-1-2 0,-9 2 0 16,7 0 2-16,-6-2-2 0,3-2 0 0,-4 4 3 15,-1-1 0 1,10 1 1-16,-11 0-4 0,8-2 1 0,-6 2 4 15,-5 2-6-15,8-2 3 0,-18 0-1 0,27 0 6 16,-14 0 2-16,-13 0-9 0,22 0 2 0,-9 0 0 16,-13 0-3-16,21-2 3 0,-9 2-2 0,-12 0 7 15,23 2-4-15,-23-2-1 0,20-2 0 0,-12 4-4 16,6-2 5-16,-14 0-5 0,16 0 6 0,-16 0-3 16,18-2 1-16,-18 2 2 0,0 0 1 0,0 0-2 0,17 0 3 0,-17 0 1 15,0 0-1-15,0 0-20 0,0 0-39 0,8-8-54 16,-8 8-53-16,0 0-60 0,-15-12-183 0,15 12-438 15,-20-12 194-15</inkml:trace>
  <inkml:trace contextRef="#ctx0" brushRef="#br0" timeOffset="14853.62">9465 5016 100 0,'0'0'269'0,"0"0"-21"0,-5-1-19 16,5 1-22-16,0 0-21 0,0 0-19 0,0 0-20 15,0 0-15-15,0 0-16 0,0 0-11 0,0 0-11 16,0 0-13-16,0 0-7 0,0 0-8 0,0 0-8 15,0 0-4-15,0 0-8 16,0 0-1-16,0 0-4 0,-6 10-4 0,6-10-4 16,0 0-1-16,0 0-5 0,0 6-4 0,0-6 3 15,0 0-3-15,0 0 0 0,0 0-3 0,0 0-3 16,0 0 2-16,0 0-2 0,15 3-1 0,-15-3-4 16,0 0-5-16,0 0-3 0,0 0-1 0,16-9-10 15,-16 9-8-15,5-3-4 0,-5 3-10 0,5-7-21 0,-5 1-19 0,0 6-21 16,8-8-25-16,-6 2-29 0,-2 6-21 0,0-13-35 15,-2 5-118-15,-1 0-343 0,0 1 153 0</inkml:trace>
  <inkml:trace contextRef="#ctx0" brushRef="#br0" timeOffset="15201.3">9465 4699 42 0,'0'0'246'16,"0"0"-15"-16,0 0-13 0,0 0-17 0,0 0-16 15,0 0-19-15,0 0-15 16,0 0-17-16,0 0-16 0,-6-3-8 0,6 3-13 16,0 0-13-16,0 0-4 0,0 0-9 0,0 0-8 15,0 0-3-15,0 0-8 0,0 0-5 0,0 0-2 16,0 0-3-16,20-1-2 0,-20 1 5 0,11 0 1 15,-11 0-5-15,0 0 5 0,10-1-1 0,-10 1-2 16,10-2-2-16,-10 2-2 0,0 0-5 0,8-6-3 16,-6 0-5-16,-2 6 1 0,5-8-1 0,-5 8-4 0,0-7-1 0,2 4-5 15,-2 3 0-15,3-5 1 0,-3 5-3 0,0 0-5 16,0 0-4-16,0-7-10 0,0 7-22 0,0 0-38 16,0 0-45-16,0 0-54 0,0 0-53 0,0 0-201 15,0 0-453-15,0 0 202 0</inkml:trace>
  <inkml:trace contextRef="#ctx0" brushRef="#br0" timeOffset="15439.6">9707 4919 123 0,'0'0'330'0,"-5"4"-20"0,5-4-11 0,0 0 3 0,0 0-34 15,0 0-12-15,0 0-19 0,0 0-28 0,0 0-24 16,0 0-15-16,0 0-18 0,0 0-15 0,23-3-13 16,-23 3-11-16,13-1-14 0,-3-1-9 0,4 4-9 15,-6-4-14-15,5 1 2 0,4 1-13 0,1-4-6 16,-2 9-30-16,1-6-23 0,6 1-28 0,-1 0-33 0,-3 0-46 16,5-4-67-16,-8-1-71 0,6 6-271 0,-4-2-563 0,-2-1 249 15</inkml:trace>
  <inkml:trace contextRef="#ctx0" brushRef="#br0" timeOffset="21861.34">781 2373 11 0,'5'-15'325'15,"0"2"-11"-15,0-2-13 0,0 4-11 0,-4-4-13 16,6 2-5-16,-6-1-15 0,1 6-10 0,1-1-13 16,-1 2 0-16,0-1-6 0,3 4-14 0,-4 0-11 15,-1 4-18-15,5-9-21 0,-5 9-18 0,0-7-16 16,0 7-19-16,0 0-8 15,0 0-15-15,0 0-14 0,0 0-27 16,0 0-44-16,0 0-7 0,0 0 4 0,0 0-4 16,-15 34 1-16,9-20 4 0,-2 1 11 0,1 11-5 0,-1 1-4 15,1-2-10-15,-5 0-6 0,-2 0-5 0,5 1-5 16,1-3-4-16,0 4 3 0,-1-7-5 0,4-4 3 16,-3 4 5-16,2-1-10 0,-3-1-15 0,8-2-9 15,-1 0 38-15,-1-9 0 0,1-2 1 0,-3 5 0 0,5-5 6 0,0 1 10 16,0-6 17-16,-3 8 20 0,3-8-15 15,0 0 15-15,0 0-5 0,10-17 5 0,-5 4-8 16,5-1-2-16,3-10-3 0,-3 0 8 0,3-6-5 16,4-9 4-16,-1-1-23 0,2-2 19 0,-4 3 1 0,0-3 2 15,-5 11 0-15,2-4 0 0,-4 6 3 0,6 2 15 16,-3 5 2 0,-7-4 7-16,6 10 5 0,-4-4 1 0,-2 5-8 15,4-3 4-15,-6 9-2 0,3 1-7 0,-4-4-7 16,3 5-6-16,3 3-5 0,-6-4-3 0,0 8-7 15,7-8-12-15,-7 4-14 0,0 4-33 0,0 0-8 16,0 0-2-16,0 0 7 0,0 0 5 0,20 16 4 16,-15-8 1-16,5-1 2 0,0 9-2 0,-5-3-2 15,10 5-7-15,-7-2-6 0,0 3 1 0,7 3-8 0,-2 5-2 0,-6-2-7 16,3-2-11-16,3 4-6 0,-6 0 1 0,3 0-4 16,-5 3-6-16,5-3-9 0,-5-7-12 0,-4 0-8 15,3-1-16-15,-4 0-12 0,3-6-34 0,-6 2-30 16,6 0-36-16,-3-4-18 0,0-2-6 0,0-5-146 15,-7 4-448-15,7-8 199 0</inkml:trace>
  <inkml:trace contextRef="#ctx0" brushRef="#br0" timeOffset="22061.87">936 2443 130 0,'-8'-2'248'0,"1"-1"-2"0,-1-1 3 0,8 4 2 0,0 0 0 15,-16 0-7-15,16 0-22 0,0 0-14 0,-14-1-23 16,14 1-22-1,0 0-6-15,0 0-16 0,0 0-11 0,0 0-17 16,-6-6-15-16,6 6-9 0,0 0-16 0,0 0-3 16,0 0-12-16,0 0-4 0,0 0-5 0,0 0-9 15,0 0-18-15,0 0-25 0,31-1-22 0,-18 1-34 0,-1-3-34 16,5-1-28-16,6 4-38 0,-3-4-39 16,4 3-26-16,-2-1-29 0,-2 1-140 0,5-3-426 15,-4 4 189-15</inkml:trace>
  <inkml:trace contextRef="#ctx0" brushRef="#br0" timeOffset="22324.92">1327 2434 270 0,'3'5'292'0,"-3"-5"-4"0,0 0-12 16,8 3-11-16,-8-3-18 16,0 0-19-16,0 0-22 0,0 0-23 0,0 6-20 15,0-6-22-15,0 0-17 0,0 9-19 0,0-9-9 16,2 9-11-16,0-5-11 0,3 10 0 0,-5-2-13 15,0 6 0-15,0 3-9 0,0 6-5 0,0 0-2 16,0 1-10-16,0 2-2 0,8 9-1 0,-10-7-10 16,2-2 5-16,2 1-1 0,6 0-6 0,-8-3 0 15,0 5 3-15,7-5-7 0,-2 3-12 0,-3-8-10 0,-2-3-15 16,5-4-15-16,-4 2-20 0,7-4-28 0,-3-5-29 16,0 3-34-16,0-6-29 0,0 0-33 0,4-4-50 15,-9-2-164-15,8 1-458 0,-8-1 204 0</inkml:trace>
  <inkml:trace contextRef="#ctx0" brushRef="#br0" timeOffset="22663.47">1342 2451 173 0,'5'-9'297'16,"-5"-2"-14"-16,8 4-20 0,-3-5-18 0,-2 0-23 15,4 7-20-15,-2-3-26 0,0 0-18 0,5 5-15 16,-4-3-15-16,4 1-16 15,4 2-14-15,-13-2-7 0,-1 5-9 0,20 0-8 16,-12 0-8-16,2-4-8 0,-10 4-8 0,17 0 2 16,-6 4-9-16,-2 3-5 0,11 2-3 0,-6-3-4 15,0 3-1-15,-1 2-3 0,5 1-3 0,-5 0-4 16,2-2 2-16,2 3-5 0,-7-1-6 0,3-1-2 16,-6 1 0-16,-2-3-8 0,5 5-2 0,-5-3 0 15,-5-2 1-15,0 5 5 0,0-3-7 0,-5 3 2 0,-5 0 0 0,-2 1 1 16,-3-2 1-16,-8-1-1 0,3 2 2 0,-3 1-4 15,1-5-1-15,1 1-14 0,3 0-16 0,-10-3-20 16,13 0-20-16,-2-2-24 0,4-3-29 16,0 2-27-16,4-4-29 0,4 3-38 0,5-4-173 0,0 0-425 15,0 0 189-15</inkml:trace>
  <inkml:trace contextRef="#ctx0" brushRef="#br0" timeOffset="22964.27">1827 2453 123 0,'1'4'172'16,"1"0"-10"-16,0 4-6 0,1 4-6 0,0 2-5 16,-1-1-8-16,1 3-9 0,-1 4-11 0,0-1-10 15,4 8-8-15,-4-1-8 0,0 1-10 0,3 0-4 16,-5 3-9-16,6-2-7 0,-3 4-7 0,4 7-2 15,-4-8-6-15,2-1-3 0,-3 2-6 0,1-5-1 16,-1 2-1 0,-2-4-2-16,3-1-6 0,1-5 2 0,-3 1-4 0,3-5-2 15,-4 3 1-15,0-9-3 0,0 3-1 0,0-5 0 16,0 0 1-16,3-2 1 0,-3 2 3 0,0-7-4 16,0 0-18-16,0 0-24 0,0 0-34 0,-7-24-44 15,7 4-58-15,-1-4-44 0,-6-1-126 0,7-16-354 16,-2 2 158-16</inkml:trace>
  <inkml:trace contextRef="#ctx0" brushRef="#br0" timeOffset="23227.34">1842 2493 116 0,'0'-8'255'0,"0"-2"-5"0,0 3-13 0,0-3-9 16,1 3-14-16,1-2-8 0,-2 9-20 0,3-9-17 0,4 3-19 16,0-2-16-16,-1 1-12 0,-3 1-15 0,4 0-11 15,8 3-10-15,-7 3-9 0,1-2-5 0,4 2-13 0,-13 0-5 16,20-3-6-16,-9 3-4 0,2-1-4 0,1 1-2 15,2 1-5-15,-4 2-3 0,3 1-4 0,0-3-1 16,0 3-3-16,-1-2-1 0,1 4-6 0,-8-3-1 16,1 1-4-16,-1 1-2 0,1-2-1 0,-1 3-2 15,1-1-2-15,-3 0-5 0,-3 6-1 0,-1-5 2 16,-2 2-1-16,1 1-2 16,-7 2 7-16,-1 5-7 0,1-5-12 0,-3 6-18 15,-5-5-21-15,-3 7-24 0,-5 1-31 0,0-2-40 16,3 0-37-16,-3 0-39 0,0 1-164 0,3-1-422 15,5-6 187-15</inkml:trace>
  <inkml:trace contextRef="#ctx0" brushRef="#br0" timeOffset="23897.97">2118 2767 144 0,'0'0'226'0,"12"-4"-5"16,-7 3-14 0,5-1-6-16,-4-3-9 0,7 4-8 0,-3-5-3 15,0 2-3-15,5-3-9 0,0 0-3 0,2 1-6 16,-1-5-7-16,1-1-8 0,1 1-12 0,-5-1-8 16,4-3-12-16,-2-8-4 0,1 2-14 0,2-5-10 15,-3 4-8-15,0-2 6 0,0-1-23 0,-5-4-4 16,2-10-15-16,2 1-7 0,-4 7 5 0,-8 3-7 15,0 1-1-15,-2-1-5 0,-2 3-1 0,0 5-3 0,2 1 1 0,0 2-1 16,0 2-6-16,-10 0 7 0,10-1 1 0,0 7 3 16,-1 0-4-16,-2-1-2 0,3 0-2 0,-2 5-11 15,-6-3 9-15,8 8-12 0,0-12-6 0,-2 10-6 16,2 2-16-16,0 0-13 0,0 0-12 0,-5-4 2 16,5 4 2-16,0 0 8 0,0 0 0 0,-10 15 3 15,5-6 4-15,0 0 5 0,3 4 1 0,-6 2 2 0,8 4-1 0,-5-2 7 16,4 5 2-16,-8 3-3 0,11 16 3 0,-4-6 3 15,2-3 0-15,0 10 2 0,9-3 3 0,-8-1 2 16,4-7-4-16,10 8-1 0,-10-12-4 0,5 0-5 16,-3-3-2-16,3 2 2 0,-6-10 3 15,8 0-2-15,3 1 6 0,0-4-1 0,-4-1 1 0,4-1 3 16,-3-3-1 0,-2-4 0-16,5-3 3 0,1 2 1 0,1-7 3 15,3 0-1-15,-4-3-2 0,2-2 4 0,-1-1-3 16,11-7 5-16,-13 6-3 0,2-6 4 0,-4 0 3 15,-7 4 17-15,9-6 14 0,-1 5 9 0,-4-4 5 0,-4 7 14 16,2-5 13-16,-1 7 14 0,-4 0 9 0,1-2 20 16,2 7-3-16,-4-5-8 0,3 3-19 15,-5 6-4-15,8-6-9 0,-8 6-16 0,0 0-11 0,2-9-12 0,-2 9-32 16,0 0-8-16,0 0-6 0,0 0 2 0,0 0 1 16,0 0-1-16,5 22-12 0,-10-11 14 0,10-2-4 15,-5 5 3-15,0-7-2 0,3 11-7 0,-5-8-1 16,9 5-19-16,-7-3-4 0,3 3-8 0,2-3-8 15,4 4-15-15,-3-8-14 0,-4 3-13 0,6-2-24 16,-1-2-35-16,1-2-35 16,-3 1-25-16,2-2-58 0,3-2-238 0,-10-2-552 15,0 0 245-15</inkml:trace>
  <inkml:trace contextRef="#ctx0" brushRef="#br0" timeOffset="24114.14">2858 2265 197 0,'0'0'408'15,"-3"-9"-18"-15,3 9-32 0,0 0-28 0,0-9-25 0,0 9-34 16,0 0-28-16,0 0-25 0,-5-9-38 0,5 9-49 16,0 0-48-16,0 0-47 0,0 0-53 0,0 0-48 15,0 0-44 1,0 0-16-16,0 0-35 0,0 0-35 0,0 0-35 15,0 0-146-15,0 0-405 0,11 24 180 0</inkml:trace>
  <inkml:trace contextRef="#ctx0" brushRef="#br0" timeOffset="24816">3204 2443 315 0,'0'0'294'0,"5"8"-28"0,-5-8-27 16,0 0-28-16,0 0-25 15,0 0-19-15,-10 6-21 0,10-6-14 0,-3 11-13 16,1-10-12-16,2-1-14 0,-8 12-7 0,3-5-6 16,3 1-15-16,-3 0-4 0,2 2-9 0,-4 3-1 0,5 3-4 15,-1-1-7-15,3-2-3 0,0 6-4 0,0-1 0 16,2-2 0-16,1 0-4 0,9 0 1 0,-2 1-6 15,0 0 0-15,3-4 0 0,5-1 1 0,7 1 0 16,0-1-4-16,8-3-2 0,-2-1 2 0,7-3-6 16,-6-4-3-16,2 0 0 0,3-1-2 0,-2-2 0 15,-4-3-2-15,1-4-4 0,1-2 0 0,-7 1-2 16,2-2 1-16,0-3-1 0,-4-2 2 0,-10 5-2 16,-2-4 1-16,-2 1 0 0,-3 0 2 0,-7 3-1 0,8-4 7 15,-8 0 0-15,-2 5 5 0,2 0-3 16,-8-4 2-16,1 3-1 0,-1 3 1 0,-2 1-5 15,7 4 1-15,-10-3-4 0,-1 0-3 0,3 6-1 0,-6-2-1 0,7 3 1 16,-11-3-3-16,4 8 0 0,1-3-4 0,1 5 1 16,0 0 0-16,0-1 4 0,2 4-5 0,-2 1-1 15,3 1 3-15,1 0-2 0,-3-3-5 0,8 5-4 16,-1-7-2-16,1 6-3 0,6 1-2 0,-4-2-5 16,-1 0 2-16,10-3 2 0,-5-2 0 0,2 1 3 15,3 3 0-15,3-7 2 16,-1 4 1-16,3-4-2 0,3-1-4 0,-3-2-7 15,10 1 1-15,-4-2 7 0,1-2 0 0,4 1-1 16,-2-5 5-16,-1 1 2 0,3 2 2 0,-4-1 3 16,3-4 2-16,-5 1 8 0,1-2 24 0,-3 0 8 15,-6 2 13-15,6-1 21 0,-6 1 10 0,1-1 13 16,-1-4 19-16,1 1 1 0,0 1 7 0,-4-2 3 16,1 4 4-16,0 3 2 0,-4-4-1 0,3 1-6 0,-4 8-11 0,4-9-7 15,-4 9-8-15,2-9-13 0,-2 9-10 16,0 0-9-16,0 0-14 0,5-6-11 0,-5 6-16 0,0 0-37 15,0 0-29-15,0 0 2 0,0 0 14 0,0 0-3 16,18 15 1-16,-16-4-16 0,8-3 5 0,-5 4-15 16,6 1-8-16,1 1-5 0,10 4-8 0,-8-6-7 15,1 5-8-15,2-3-13 0,-1-1-14 0,8 1-15 0,2-2-16 0,-6-5-11 16,10 2-8-16,-10-5-24 0,6 1-23 0,1-2-14 16,-3-3-196-16,-4-3-464 0,8-6 205 15</inkml:trace>
  <inkml:trace contextRef="#ctx0" brushRef="#br0" timeOffset="25386.36">4285 1947 45 0,'0'0'225'0,"-2"-6"-26"0,2 6-21 16,0 0-25-16,0 0-18 0,0 0-9 0,0 0-19 15,0 0-14-15,0 0-4 0,0 21-9 0,2-12-10 0,-2 5-6 0,3 2 2 16,-1 5-14-16,3 0-8 0,1 7-2 0,1-2-6 16,1 2-2-16,-1-1-6 0,4 12 1 0,-2 0-3 15,1 2 3-15,1 4-3 0,-1-8-3 0,-2-3 1 16,1 5-6-16,1-8-1 0,-1-7 0 0,-4 3-2 16,4-3 1-16,-8-5-4 0,6 0 0 0,0 0 1 15,-6-3-4 1,1-5 3-16,3-3 2 0,0 0-2 0,-2 0-1 15,-3-2 4-15,0 0-1 0,5-3 31 0,-5-3 8 0,0 0-2 16,0 0-9-16,0 0-2 0,0 0-5 0,0 0-1 16,2-16-8-16,-2 6 1 0,0 0-4 15,0 3-2-15,1-7-5 0,3 8 4 0,-3-3 11 16,-1-3 11-16,0 3 9 0,0-2 14 0,0 3 12 16,0 8 12-16,7-19 6 0,-5 10-1 0,-2 2 3 0,3-1 3 0,-3 8-18 15,3-13 7-15,4 7 2 0,-5 0-17 0,3-1-15 16,3 0 13-16,-8 7-8 0,8-13-13 0,0 8-4 15,-1 1-10-15,-7 4 0 0,15-9-11 0,-10 5-1 16,-5 4 0-16,15-3-6 0,-15 3-2 0,15-4-18 16,-15 4 11-16,16 5-6 0,-16-5 6 0,22 3-6 15,-16 0 0-15,1 1 0 16,3 1 1-16,-2-1 2 0,4 6-6 0,3-2 2 16,-4 4-1-16,1 2-3 0,3-1 0 0,-5 2-1 15,3 2 4-15,0-5-4 0,-5 6-17 0,6-3-9 16,-4 0-15-16,-4 1 0 0,9 0-12 0,-10 0-16 15,8-1-16-15,-4 0-20 0,-3-3-20 0,-4 4-28 16,6-4-30-16,-1-2-23 0,1-3-12 0,-1 1-34 16,1-3-191-16,-1-1-481 0,1 0 213 0</inkml:trace>
  <inkml:trace contextRef="#ctx0" brushRef="#br0" timeOffset="26172.87">5139 2562 239 0,'0'0'357'0,"0"0"-22"0,0 0-13 0,0 0-26 16,0 0-32-16,0 0-22 0,0 0-34 15,0 0-21-15,0 0-23 0,0 0-16 0,0 0-16 16,0 0-12-16,-9 21-14 0,9-21-5 0,-6 10-15 16,6 2-9-16,0-4-7 0,0-1-3 0,0 8-10 0,0-6-6 15,6 1-4 1,-4 2-5-16,5 1-11 0,-7-1-8 0,6-3-3 15,3 1-6-15,5 4 0 0,-7-8-10 0,1 4 1 16,1-5-11-16,2-1 1 0,-1 2-1 0,0-4 3 16,2 3 3-16,-12-5-3 0,18 0 2 0,-18 0 4 15,16-8 0-15,-6 2-2 0,-3-5 3 0,1 2-2 16,-3-4 0-16,-5-1-4 0,0 4-1 0,2-8 3 16,-4-1 1-16,2 0 8 0,-3 0 0 0,0-4-3 0,1 6 11 0,-8-9 1 15,0 8 6-15,10 1 0 0,-5-1-1 0,3 5 0 16,-2-3 7-16,2 2 0 0,-1 3-6 0,3-1 1 15,3 4-2-15,-3-3-6 0,-3 3 5 0,3 8 3 16,0-16-9-16,0 8-2 0,0 8-9 0,0 0 0 16,0-7-3-16,0 7-9 0,8-5-4 0,-8 5-1 15,0 0-1-15,0 0-7 16,28 11 1-16,-20-5 5 0,4 0-6 0,3 2 1 16,3 0 0-16,-3-1-3 0,1 3-5 0,6-3-2 15,-7 4-5-15,5 1-5 0,-5 0 1 0,1-1-3 16,6-1-8-16,-7 5 3 0,-4-3 3 15,1-2 4-15,-1 2-1 0,-2 1 4 0,2 0 1 0,-8 1 3 16,6-4-2-16,-1 1 1 0,-1 0 4 0,-2-3-2 16,-4 0 4-16,1 0 4 0,1-1 4 0,1-2-3 0,0-2 6 15,-2 2 5-15,-2-5 3 0,0 0 7 0,3 11 23 16,-3-11 29-16,0 0 23 0,0 0 4 0,0 0-1 0,0 0-9 16,0 0-7-16,0 0-3 0,0 0-2 0,14-23-10 15,-13 15-8-15,3-4 2 0,2 8 5 16,-2-7-2-16,2-2 5 0,2 4-1 0,-3-3-27 15,2 3 13-15,-4-3 2 0,4-2-12 0,5 2 3 0,-9 2 3 0,8-2-2 16,-6 3 0-16,5 0-9 0,-3 0 1 0,-4 2-6 16,9 2-3-16,-9-1 1 0,-3 6-5 0,12-11-2 15,-11 7 1-15,-1 4-2 0,10-4-1 0,-10 4-2 16,0 0-6-16,7-7-11 0,-7 7 11 0,0 0 2 16,17 11 5-16,-17-11-6 0,11 11-1 0,-4-4 1 15,1 1 6-15,-1 2-8 16,1 2 1-16,-1-2-3 0,1 4 0 0,-2-1 2 15,-1 1 7-15,-1-4-2 0,4 4 1 0,-1 4-9 16,-1-9-11-16,-2 0-18 0,-1 0-3 0,-3 0-18 16,6-4-10-16,-4 3-11 0,3-3-12 0,-5-5-16 15,0 7-13-15,0-7-16 0,0 0-54 0,0 0-74 16,0 0-248-16,0 0-557 0,-30-24 248 0</inkml:trace>
  <inkml:trace contextRef="#ctx0" brushRef="#br0" timeOffset="26351.27">5390 2096 478 0,'-10'-6'494'0,"10"6"-11"0,-13-8-25 0,13 8-36 16,-8-4-43-16,8 4-36 0,0 0-39 0,-10-7-34 15,10 7-46-15,0 0-70 0,0 0-91 16,-5-4-98-16,5 4-79 0,0 0-62 0,0 0-63 15,0 0-76-15,-18 15-218 0,18-15-576 0,-2 15 255 16</inkml:trace>
  <inkml:trace contextRef="#ctx0" brushRef="#br0" timeOffset="36863.68">1155 3816 28 0,'0'0'109'0,"0"-4"-6"0,0 4 6 16,0 0 3-16,0 0 7 0,0 0-5 0,0-8-5 16,0 8 5-16,0 0-7 0,0 0-4 0,0 0-3 15,0 0-7-15,0 0-5 0,0 0-8 0,0 0-6 16,0 0-2-16,0 0-6 0,0 0-4 0,0 0-3 16,0 0-2-16,0 0-2 0,0 0 2 0,0 0-2 15,0 0 1-15,0 0 1 16,0 0 0-16,0 0 0 0,0 0 0 0,0 0-2 15,0 0-3-15,0 0-2 0,0 0-9 0,0 0-4 16,1-6-3-16,-1 6-6 0,0 0-2 0,5-9-2 16,-5 9-4-16,0 0 1 0,0-8-3 0,0 8-1 15,2-7-1-15,-2 7-1 0,2-11-2 0,-2 11-1 16,0 0-1-16,-2-7 0 0,2 7-1 0,-2-7 2 16,2 7-4-16,0-6 1 0,0 6-4 0,0 0 2 0,-5-11 0 0,5 11-4 15,0 0 7-15,-1-8 0 0,1 8 0 0,0 0-4 16,0 0-1-16,0 0 2 0,-9-4-6 0,9 4 1 15,-9 0-1-15,9 0 1 0,0 0-2 0,-20 7 3 16,10-2-4-16,0-3 0 0,-2 3 3 0,1-1 0 16,-4 2-1-16,6-4 1 0,-4 3 0 0,0 5-3 15,1-5-2-15,2 1 6 16,2 2 2-16,2-3 4 0,-4 2-8 16,5 0 1-16,-5-1-3 0,6 0 4 0,3 2-3 0,-1-4-5 15,-4 0 7-15,4 4 1 0,2 3-3 0,8-6 0 16,-6 2 1-16,3 1 4 0,10 3-4 0,1-7 1 15,-3 8 4-15,4-4-1 0,1 3-4 0,-1-6-2 16,6 3 4-16,-5 2-1 0,2-3-2 0,-3-2 3 16,1 0-2-16,3 4 0 0,-3-1-1 0,-3-1 3 0,-3-4-5 0,-2 3 3 15,-3-2 1-15,6 3-1 0,-5-2-1 16,0-3 0-16,-1 0-1 0,0 3 3 0,-6-2-4 0,-1-3 3 16,13 5-2-16,-8 0 0 0,-5-5 1 0,5 2 1 15,-5-2-1-15,5 8 0 0,-5-4 3 0,0-4-3 16,2 8 2-16,-2-8 4 0,-2 7-1 0,-3 0 0 15,5-7 2 1,-3 5 1-16,-2-2-1 0,5-3 7 0,-8 11 5 0,1-5 2 16,-1-3-3-16,1 3 3 0,1 0-1 0,-3 1 6 15,4 0 2-15,0-2 1 0,-6 2-3 16,1 0 1-16,2-1-2 0,-4 0 2 0,4-3 0 0,-4 2 0 16,1-1-2-16,-3 2 2 0,6-3-1 0,-3 3-2 15,-1-3-9-15,7 2 8 0,-5-4-1 0,3 1 3 16,-2-1 9-16,9-1 22 0,-10 1-10 0,10-1 7 0,-10 3 3 15,10-3-5-15,0 0-4 0,-15-5 5 0,15 5 12 0,0 0-16 16,-7-7-5-16,5 3-2 0,2 4-9 0,-6-9 2 16,6 9 5-16,-5-10-11 0,5 5 2 15,0 5-4-15,-2-7-2 0,2 7-5 0,-3-8 0 16,3 8-7-16,-5-6 8 0,5 6-9 0,0 0-9 0,0-8 12 16,0 8-8-16,0 0-10 0,0 0-31 0,0 0-17 0,0 0-34 15,0 0-28-15,0 0-19 0,0 0-23 0,0 0-44 16,0 0-55-16,10 20-42 0,-7-13-232 0,-1 0-571 0,8 3 253 15</inkml:trace>
  <inkml:trace contextRef="#ctx0" brushRef="#br0" timeOffset="194964.33">12728 4014 91 0,'3'-8'167'0,"4"3"-7"0,-6 0-13 0,-1 5-11 16,12-6-13-16,-11 3 4 0,4-1-1 0,-5 4-7 0,9-8 0 15,-8 2-2-15,4 3-4 0,-5 3-2 0,9-9 1 0,-9 6-1 16,6-2-5-16,-6 5-7 0,2-9-1 0,-2 9-7 16,0-7-2-16,0 7-6 0,-2-11-8 0,2 11-4 0,-6-5-2 15,-1 0-8-15,0 2-6 0,-3-3-8 0,4 1-4 16,-14 1-6-16,5 3-5 0,-8-2-3 0,3-1-2 16,2 1-1-16,-5 3-3 0,3 2-3 0,3-2-3 15,-1 1-3-15,1 3-1 16,1 0-3-16,1 0 2 0,-3 1-3 15,6 2-3-15,6 0-1 0,-4-2-3 0,5 6 1 16,-4-4 1-16,4 1 0 0,5 4-3 0,0-3 3 0,0 3 2 16,7 1-3-16,1 3 0 0,6 0 6 0,-8-1-5 15,14 8 2-15,3-8-3 0,-5 4 1 0,2 1 0 16,3-4-3-16,1 2 2 0,-1 0 1 0,-2 0 0 16,1 0 0-16,1-3-2 0,-1 0 1 0,-4-3 5 0,-2 6-10 15,1-6 3-15,1 0-1 0,-6 2-2 0,1-6 4 16,-7 4-4-16,3-1 1 0,-3-2 2 0,1 3-3 0,-5-5 1 15,4 1-1-15,-6 2-1 0,0-2 4 0,0-4 2 16,-6 5-2-16,4-1 4 0,-6-1 4 0,-6 0 3 16,8-3 7-16,-7 2 8 0,-2-3-3 0,-2 4 1 15,-4-4-2-15,6 2-3 16,-8-5 2-16,3 0-5 0,-3 0 2 0,-1-3-6 16,5 1 0-16,2 1-1 0,-1-1-16 15,0-2-29-15,6 1-36 0,2 0-43 0,2-2-40 0,6 0-54 16,2-2-69-16,0 7-165 0,8-12-477 0,4 5 212 15</inkml:trace>
  <inkml:trace contextRef="#ctx0" brushRef="#br0" timeOffset="195249.46">13221 4278 129 0,'0'0'232'0,"0"0"-22"15,0 0-22-15,0 0-27 0,0 0-19 0,0 0-11 0,0 0-15 0,10 11-12 16,-9-3-8-16,4 0-12 0,0 9 1 0,2-3 9 16,-4 6-2-16,2-3-3 0,3 8-2 0,-3 1-4 15,7 5-5-15,-5 0-7 0,3 0-2 0,0-3-7 16,-7 5-7-16,3 10-3 0,6-5-7 0,-5-5-2 16,3 9-2-16,-4-12-4 0,1-3-8 0,-4 5 3 15,2-2-2 1,2-2-3-16,-2-1-3 0,-2 1-3 0,5-2 0 0,-6-6-12 15,5-1-37-15,-7-4-33 0,6-2-31 0,-6 1-28 16,0-6-30-16,2-1-33 0,-2-7-190 0,0 5-404 16,0-5 180-16</inkml:trace>
  <inkml:trace contextRef="#ctx0" brushRef="#br0" timeOffset="195666.1">13257 4251 111 0,'0'-15'239'15,"0"3"-8"1,4 0-13-16,-1-4-16 0,-2 5-15 0,3-4-18 16,-1 6-12-16,7 0-19 0,-5 0-18 0,10-3-9 0,-5 4-12 15,8 1-9-15,-3-2-8 0,3 5-9 0,-1-3-9 16,3 3-8-16,1 4-4 0,7-3-7 0,-11 5-2 15,6-1-5-15,3 2-3 0,4 0-3 0,-7 2-5 16,1-2-4-16,-5 5-3 0,3 0 0 0,-6 0-4 16,-2 2 0-16,-1 2-5 0,2 1 2 0,-5 1-1 0,-4 1 0 15,1-2-4-15,-4 3-2 0,-3 0 2 0,0 0 1 0,0-2 1 16,-3 1-4-16,-7 3-1 0,-3-4 5 0,-2 1 3 16,-5-2 9-16,-8 2 8 0,5-3 2 0,-7 0-1 15,0-3-2-15,0-3 0 0,11 1-2 0,-13-2-3 16,6 1-2-16,2-3-6 0,10-3 2 0,-6 0-3 15,6 1 3-15,5 3-7 0,-1-4-2 0,10 0-21 0,0 0-26 16,-15-5-25-16,15 5-21 0,0 0-17 0,0 0-29 0,31-12-23 16,-9 7-18-16,7 0-16 0,6 0-6 0,12 2-10 15,1 0-104-15,-2 2-330 0,0-1 146 0</inkml:trace>
  <inkml:trace contextRef="#ctx0" brushRef="#br0" timeOffset="196104.87">14128 4362 11 0,'8'-3'173'0,"-8"3"-3"0,5-5 0 16,-5-3-3-16,0 8-1 0,0 0 4 0,-3-14-6 16,1 9-3-16,-5-3-7 0,6 1-8 0,-6 4-11 15,1-2-5-15,-3-3-8 0,1 2-7 0,0 1-11 16,-5 4-11-16,6-2-9 0,-6-1-7 0,-2 0-7 16,2 4-6-16,-6-3-6 0,3 6-9 0,-1 1-4 0,-1 0-2 0,1 0-7 15,-1 4-2-15,0-4-3 0,5 4-6 0,-2-1-1 16,0 5 4-16,0-1-7 0,7 0-4 0,1 1 0 15,1-5-3-15,4 6-1 0,-5-1 0 0,7-4-2 16,7 4 0-16,-5-5-4 0,4 3-5 0,2-3 0 16,12 3-6-16,-5-2-6 0,2-4-11 0,3 1-9 15,3-3-5-15,-2-2-5 16,7 1 7-16,-8-4-2 0,0 1 3 0,0-3 1 16,5-3 1-16,-9-1 5 0,1 0 4 0,-2-2 0 15,-5-1 7-15,0-1 4 0,-4 2 7 0,1-5 9 16,-4 1 12-16,-3 3 14 0,2 1 12 0,-7 0 4 15,3 0 5-15,-6 2 9 0,5 2 3 0,-1 0-6 16,-1 0-5-16,4 2-4 0,-6 3-11 0,7 2-5 16,0 0 0-16,-15 0-6 0,15 0-5 0,-3 9-3 0,0-2 1 0,1 4-6 15,2-1-1-15,2 4 0 0,1-1-5 0,0 2-4 16,4 3-13-16,1 0-17 0,0-3-19 0,7 7-17 16,-1-6-16-16,1 0-23 0,6-4-20 0,2 6-27 15,-3-3-29-15,10-2-18 0,-2-2-27 0,-2-3-167 16,-1-2-420-16,-2-6 186 0</inkml:trace>
  <inkml:trace contextRef="#ctx0" brushRef="#br0" timeOffset="196684.29">14575 4311 216 0,'0'-7'217'0,"-5"-1"2"16,5 1-4-16,-2 0-8 0,2 7-17 0,-5-9-21 15,5 9-20-15,0-5-17 0,0 5-15 0,0 0-11 16,0 0-9-16,0 0-12 0,0 0-7 0,-5 21-8 0,2-14-6 0,6 2-5 15,-3 2-5-15,5-3-7 0,-5 6-2 0,5-5-3 16,0 7-5-16,2-1-3 0,-2-1-3 0,0 1 0 16,10-2-7-16,-7 1-4 0,-2-1-6 0,9-1-7 15,0-1-9-15,-2 0-3 0,2-4-5 0,-6-1-12 16,7-3 5-16,2 1-3 0,-3-4-3 0,-1-1 4 16,-1-2-1-16,-7 1 1 0,8-3 2 0,1-4 5 0,1-2 4 0,-9 2 2 15,1-5 3-15,-3 3 6 0,-2-1 11 0,4-2 11 16,-2-3 5-16,-2 5 9 0,4 1 4 0,-7 0 3 15,3-2 4-15,-6 3 4 0,6 1 1 0,-3 1 0 16,0 0-5-16,0 2-8 0,0 6-4 0,0-8-8 16,0 8-7-16,0 0-4 0,2-2 1 0,-2 2-4 15,0 0-3-15,0 0 3 16,1 17-3-16,-1-7-3 0,7 0 3 0,-5 1-3 16,-2 2 6-16,5 1-10 0,3 5 0 0,-1-7 3 15,-1 4-3-15,1-1 1 0,-4-1-4 0,4 1-1 16,1 0 4-16,-3-1-3 0,5-4 3 0,1 0-3 15,-9-2 1-15,5-1-1 0,-1 3-1 0,-4-5 3 16,5-1 3-16,-1-3-4 0,-6-1 9 0,13 0-9 16,-13 0 5-16,12-8-4 0,-4 4 3 0,-1-5 11 0,-2 0 6 0,3 0 6 15,-1-6 3-15,-1 3 10 0,1-4 3 0,-4-1 3 16,6 0 26-16,-4 5-18 0,3-7 10 0,-3 6-2 16,0-7 5-16,0 9-13 0,-4-4 7 0,8 8-3 15,-6-3-6-15,0 0-5 0,1 3-13 0,1 2-1 16,-2 0-11-16,-3 5-3 0,3-5-10 0,-3 5-5 0,0 0 6 15,0 0-1 1,20 6-7-16,-15 2 6 0,5-3 1 0,-3 5-5 16,1 2-9-16,-1-4-25 0,2 11-30 0,1-7-23 15,0 4-19-15,5-1-34 0,-10 1-33 0,12 1-38 16,-4-2-56-16,3 3-32 0,3 3-246 0,-3-6-582 16,-1 0 258-16</inkml:trace>
  <inkml:trace contextRef="#ctx0" brushRef="#br0" timeOffset="196922.57">16035 4748 351 0,'8'2'322'15,"-2"1"-31"-15,8 1-31 0,-4-3-22 0,0 2-24 16,-1 3-22-16,-2 2-16 0,1-3-21 0,1 6-13 15,1 1-14-15,-2 4-4 0,0 4-20 0,-3-4-10 0,2 9-12 16,-1 0-5-16,-2 4-11 0,-3 3-34 16,3-3-39-16,-9 4-45 0,1-5-41 0,-6 1-50 15,7-2-53-15,0 0-55 16,-7-6-134-16,7-7-416 0,-4 5 185 0</inkml:trace>
  <inkml:trace contextRef="#ctx0" brushRef="#br0" timeOffset="197639.97">17167 4363 107 0,'1'-7'285'0,"1"-5"0"0,3 4-12 0,-3-1 1 16,3 1-15-16,-4 0-1 0,-1 2-18 0,2 1-27 16,-2 5-24-16,3-5-22 0,-3 5-23 0,0 0-16 0,0 0-12 0,0 0-14 15,0 0-7-15,0 0-11 0,-3 32-12 0,3-16-2 16,-2 0-5-16,1 3-2 0,2 5-11 0,-1-2-3 16,2 1-7-16,1 3-3 0,1-2-7 0,-4 1-1 15,3-5-13-15,0 1-19 0,-1-5-23 0,4 4-26 16,-6-5-19-16,2 3-32 0,5 0-30 0,-2-8-22 15,-2 2-22 1,0-4-30-16,6-2-28 0,-3 0-202 0,2-3-472 0,-8-3 209 16</inkml:trace>
  <inkml:trace contextRef="#ctx0" brushRef="#br0" timeOffset="198072.24">17249 4293 56 0,'2'-9'248'0,"3"2"-18"0,-5 0-16 0,0 3-18 15,8-1-22-15,-1 1-14 0,-7 4-19 0,15 0-9 16,-15 0-8-16,20 9-13 0,-4-5-11 0,-1 7-5 16,3-2-12-16,-3 3-5 0,0 2-9 0,3 2-8 15,6 6-8-15,-3-2-2 0,-1 3-6 0,5-3-5 16,-5 3-1-16,4-2-5 0,-2 0-4 0,8 7-3 16,-14-9 0-16,4 0-2 15,-3-5 0-15,1 3-5 0,-3-2-2 0,6-4-3 16,-6 1-16-16,-5 0-16 0,2-9-8 0,-4 3-7 15,2-3-10-15,-5-3-17 0,8 4-3 0,-13-4-3 16,8-8-1-16,-4 3 1 0,1-4 9 0,-5-3-3 16,-2 3 12-16,-1-9 7 0,1 1 2 0,0-2 5 15,-6 0 2-15,5-7 2 0,-5 2 10 0,1-3 15 16,4 3 13-16,-4 6 15 0,5-2 15 0,-1 0 10 0,0 4 22 0,-6-3 16 16,6 3 10-16,0 5 3 0,-2 0 6 0,3 4 4 15,-4-2-5-15,6 1-15 0,0 4-10 0,0 4-16 16,0-8-5-16,0 8-2 0,0 0-10 0,0 0-5 15,0 0-2-15,6 21-6 0,-4-10 0 0,-2 4-6 16,7 0-3-16,-3 1 5 0,5 7-10 0,-3 1-3 16,4 3 2-16,-3-3 1 0,1 2-5 0,-3-1-13 0,-2 0-27 15,9-1-25-15,-4 1-35 0,-1-1-28 0,-4-5-36 0,9 8-39 16,-9-9-42-16,9-6-206 0,-7 5-471 0,5-2 209 16</inkml:trace>
  <inkml:trace contextRef="#ctx0" brushRef="#br0" timeOffset="198727.16">18067 4599 199 0,'0'0'269'16,"0"0"-24"-16,0 0-29 0,0 0-22 0,0 0-21 15,0 0-18-15,0 0-15 0,0 0-12 0,0 0-14 16,-8 22-9-16,8-14-10 0,0-4-7 0,0 8-9 0,6-1-7 0,-4-2-9 15,5 3-5-15,-2 3-5 0,5-3-3 0,-5 5-7 16,3-8-3-16,0-1-5 0,5 4-4 0,4-1-3 16,-4-2-12-16,2-2-11 0,2 1-14 0,-3-4-7 15,0-2-5-15,4-2-5 0,-5-2-14 0,-3 1-2 16,2-5 4-16,-7 0 2 0,6-6-3 0,-6 3 6 16,3-4-2-16,-8-3 1 15,2 0 4-15,-4-2 1 0,-1-2 9 0,-2-3 2 16,0 3 5-16,0-3 15 0,-6 1 8 0,-4 0 16 15,8 4 11-15,-3-1 10 0,-3 3 3 0,5-2 4 16,-4 6 2-16,2-3 0 0,4 5-2 0,-1 0-3 16,2 2 0-16,2 0-2 0,1 0-6 0,-1 4-10 15,3 4-1-15,-2-9-7 0,2 9-2 0,0 0-3 16,7-6-3-16,-7 6 0 0,0 0-4 0,20 9 1 0,-9-6 1 0,1 3-6 16,4 2 0-16,-1-1 1 0,3 2-2 0,1 0-1 15,-3 0 4-15,12 4-5 0,-6-1-2 0,-4 2 1 16,-1-5-1-16,7 7 0 0,-2 3 0 0,-6-6 1 15,-1 2-4-15,-1-1 1 0,4 2-4 0,-7-5 0 16,-1 6-2-16,2-9 2 0,-4 7-4 0,-1-6 0 16,-2 1 2-16,1 1 1 15,-2-5 0-15,-1 0 2 0,0-2 6 0,2 0 5 16,-5-4 20-16,7 7 16 0,-7-7 9 0,0 0 6 16,0 0-5-16,0 0 0 0,0 0 1 0,2-23 0 15,-1 16-5-15,-1-4 6 0,7 1-5 0,-2-4-4 16,-4 1 3-16,6 2 0 0,-4-5 2 0,4 5 7 15,0-4 4-15,1 3-13 0,-3 5 6 0,3-4-7 16,-5 2 6-16,2 2-2 0,4-1-12 0,-4 1 2 0,5-1-16 0,-5 6 2 16,3-3-10-16,0 2-1 0,-5-2-3 0,-3 5 5 15,12 0-13-15,-12 0-1 0,15 5-4 0,-10-2 1 16,8 3 3-16,-5 0 0 0,-1 3-7 0,3 3 7 16,-3 0-8-16,6 0-11 0,-7 0-24 0,4 4-22 0,0-1-11 15,-1-4-31-15,-1 5-23 0,0 3-32 16,0-6-28-16,1 4-25 0,-3-1-29 0,1-1-26 0,-2-3-257 0,0-3-563 15,1 2 249-15</inkml:trace>
  <inkml:trace contextRef="#ctx0" brushRef="#br0" timeOffset="198943.29">19080 4680 244 0,'0'0'335'0,"0"0"-26"16,-7-8-15-16,7 8-23 0,0 0-23 0,0-10-20 16,0 10-29-16,10-2-24 0,-10 2-16 0,5-1-23 0,-5 1-6 15,22 1-17-15,-12 1-46 0,5-2-32 0,3 0-31 16,5 6-41-16,-5-2-37 0,4-2-38 0,6 3-40 0,2-1-41 16,-1-3-204-16,-5 1-430 0,4-2 191 0</inkml:trace>
  <inkml:trace contextRef="#ctx0" brushRef="#br0" timeOffset="199428.96">19926 4316 199 0,'10'-7'216'0,"0"3"-8"0,0-1-18 16,0 0-14-16,-4-6-14 0,7 4-14 0,-3 0-14 0,5 0-11 16,-6-1-15-16,4 3-5 0,-7-3-6 0,4 0-4 15,-5 2 2-15,4 1 2 0,-3 1-4 0,1 0-4 0,-6-2-5 16,1 3-7-16,-2 3-6 0,0 0-7 16,0 0-9-16,-10-10-7 0,4 8-2 0,-9 2-6 15,0-2-6-15,-7 4-2 0,-1-2-2 0,-7 2-2 0,10 2-6 16,-9 0-1-16,4-1-3 0,-3 4 0 0,0-5 1 0,9 5-6 15,-1-2 2-15,4 1-5 0,-2 2 4 0,9 0-5 16,1-1 2-16,0 2-2 0,3 0 0 0,5 0 3 0,7 7-2 16,1 0 1-16,7 0-2 0,6 2 2 15,-1 2 1-15,12 0-4 0,-4 0-2 0,8 2 1 16,-8-5 3-16,2 1-1 0,-5-3-2 0,1 4-1 0,1-3-1 16,-2 2-1-1,-2-4-2-15,-7 0 1 0,-1-2-3 0,-2-1 0 16,-1 2 1-16,-2-2 3 0,-8-4 0 0,3 1 18 15,-10-1 12-15,5 1 17 0,-9 2 5 0,3-4 4 0,-9-3-2 16,0-2-10-16,-7 1-3 0,-1-2-3 0,2 6-5 16,-14-6 1-16,5 0-4 0,0 0-6 15,-1-3-18-15,11 0-30 0,-1 3-33 0,1-2-36 0,2 2-35 16,8-1-53-16,-2 2-45 0,12-1-68 0,-15 0-187 0,15 0-515 16,0 0 228-16</inkml:trace>
  <inkml:trace contextRef="#ctx0" brushRef="#br0" timeOffset="199714.1">20325 4551 2 0,'0'0'378'16,"0"-9"-6"-16,0 9-40 0,0 0-29 0,10-5-25 0,-10 5-28 15,0 0-29-15,0 0-27 0,0 0-24 0,0 0-16 16,0 0-14-16,1 23-17 0,-1-11-7 0,0 2-16 15,0 5-7-15,-1 9 0 0,1 1-21 0,0 4-5 16,6 15-10-16,-2 0 3 0,1 3-5 0,-5-3-12 0,6-2-2 0,-3 4-5 16,2 0-2-16,-3-3 0 0,11-1 8 15,-9-1-18-15,-1-4-15 0,2-1-17 0,3-11-28 0,-5 1-4 16,1-6-21-16,6 2-40 0,-10-8-21 0,5 0-20 16,-5-6-23-16,1 0-13 0,8-5-35 0,-3-3-48 15,1 0-167-15,-7-4-464 0,0 0 206 0</inkml:trace>
  <inkml:trace contextRef="#ctx0" brushRef="#br0" timeOffset="200046.12">20371 4602 78 0,'0'-23'243'0,"0"7"-8"0,2-2-11 0,4 2-13 16,1 0-12-16,0 0-15 0,6 2-18 0,2 2-17 15,-5 0-15-15,5 0-13 0,-1 5-12 0,6 1-13 16,-3 0-9-16,3 2-7 0,-4 0-13 0,-1 3-4 16,2-1-8-16,-1 2-3 0,1 3-7 0,-2 1-8 15,1 1-2-15,-1 2-4 0,-7 0-4 0,4 2-1 16,1 0-4-16,-4 1-2 0,-1 1-3 0,0 4-1 0,-6-2 2 0,4 2-5 16,-6 2-1-16,7-2-2 0,-7 3 1 0,0-2-4 15,0-1 1-15,-7 4 1 0,4-4-3 0,-2 5 0 16,-3-6 0-16,1 1-6 0,-1-1 3 0,0-6 1 15,-4 3-3-15,-3-3 1 0,0 0-2 0,0-4-3 16,-1 0-5-16,-2-2-7 0,1-2-13 0,4 0-17 16,-4-5-8-16,1 4-16 15,1-7-24-15,7 2-32 0,-1-1-24 0,4-1-20 16,5 2-25-16,0-2-139 0,2 1-360 0,10-2 160 16</inkml:trace>
  <inkml:trace contextRef="#ctx0" brushRef="#br0" timeOffset="200494.02">21328 4603 87 0,'6'-4'248'15,"-6"-4"-18"-15,0 8 11 0,0 0-8 0,-15-15-14 16,2 8-16-16,-2 1-12 0,0-5-3 0,-1 4-12 16,-4-2-16-16,-3-2-9 0,0 7-13 0,3-4-11 15,-3-2-8-15,-6 2-16 0,5 3-6 0,5 1-21 16,3 0-5-16,-6 3 0 15,-1 1-12-15,3 1-7 0,2 0-6 0,-2 4 0 16,4 1-8-16,-6 1-4 0,9 1-6 0,0 0-3 16,1 4-4-16,2-1-8 0,0 0 2 0,4 2-5 15,2 1-5-15,4 2-4 0,0-5-6 0,4-2-4 16,7 7 2-16,-2-6-8 0,2 3-2 0,4-4 1 16,2-2-11-16,6 3 2 0,-5-5 5 0,2-2 0 15,1 2 4-15,2-5-1 0,-1 0 6 0,8-6 1 0,-10-1-1 0,4-3 0 16,1-3 4-16,-8-2 0 0,8 3 2 0,-5-7 1 15,-7 7 2-15,5-10 7 0,-6 6 10 0,-6 1 28 16,4 0 1-16,-5 0-1 0,3 1 9 0,-4-1 9 16,-1 8 11-16,-3-2 5 0,0-2 0 0,2 6-9 15,-4-3-6-15,2 8-14 0,-5-9-4 0,5 9-4 16,-12 0-2-16,12 0-10 0,-16 6-6 0,8 0-6 0,-2 4 5 0,-2 1 0 16,9 1-7-16,-4 3-3 0,1 1-7 0,2 1-13 15,3 2-21-15,1 1-6 0,1-3-13 0,3 2-27 16,5 2-24-16,5 3-22 0,1-5-23 0,1 4-25 15,4-1-35-15,3-6-35 0,0-3-40 0,4 1-174 16,-6-7-493-16,3-1 218 0</inkml:trace>
  <inkml:trace contextRef="#ctx0" brushRef="#br0" timeOffset="201095.26">21682 4530 175 0,'-2'-5'299'15,"2"1"-10"-15,-6-2-18 0,6 6-16 0,-2-6-21 16,2 6-25-16,0 0-24 0,0 0-20 0,0 0-16 0,0 0-15 0,0 0-10 16,0 0-10-16,0 0-14 0,-13 15-12 0,13-6-7 15,0 0-7-15,3 0-9 0,-3 3-7 0,5 3-1 16,0-2-10-16,-3 6-2 0,6-3-4 0,-1-1-15 16,1 3-10-16,-3-3-12 0,3 0-18 0,0-1-11 15,-1 2-13-15,6-5 0 0,-3-1-3 0,5-2 2 16,-8-1 6-16,1-4 5 15,-1 0 3-15,7-2 1 0,-7-2 0 0,6-3 4 16,-3-3 1-16,-3 0 0 0,8-2 4 0,-2-3 6 16,-6 1 5-16,-1-5 10 0,1 1 6 0,3 0 12 15,-5 0 4-15,3-3 11 0,-5 3 10 0,-1 4 5 16,1 3 6-16,-1-4 0 0,3 4 2 0,-5-1-1 16,3 2 3-16,-3 1-7 0,5-1-6 0,-5 7-6 15,2-7-12-15,-2 7-4 0,0 0-6 0,0 0 1 16,0 0-6-16,0 0 2 0,0 0 8 0,0 20-15 15,0-10 1-15,3-3-3 0,-6 8-3 0,9 2-1 0,-6 1 5 0,2-2-10 0,1 1 3 16,1 4-10-16,-4-5-4 0,5-1-2 0,-2 5 1 16,4-5-1-16,-2 0-7 0,3-2 10 0,-6-1-4 15,1-1 4-15,5-2 4 0,-6-3-1 0,4-2-1 16,-4 1 2 0,-2-5 4-16,0 0 3 0,23-8 3 0,-16 3-2 15,8-6 2-15,-7-1 5 0,7 0 28 0,-3-2-4 16,1 0 17-16,-2-4 16 0,4-1 6 0,-2 2 0 15,1 2 14-15,-4-2 17 0,3 4 7 0,-6-4 4 16,7 6-11-16,-5-4 1 0,-1 3 15 0,-1 2 8 16,3 2-13-16,-7 1-12 0,5 1-13 0,-5 0-12 15,1 1-7-15,2 2-8 0,-6 3-19 0,7-4-2 0,-7 4-8 0,0 0 0 16,17 11-5-16,-11-4-2 0,2 2-4 0,-1 3-3 16,3 3-1-16,-2-1-25 0,1 5-26 0,0-1-27 0,1 4-27 15,4-5-36-15,-1 1-36 0,-3-2-41 0,1 3-46 16,-1-3-56-16,0 2-75 0,2-2-323 15,-4 3-756-15,4-7 335 0</inkml:trace>
  <inkml:trace contextRef="#ctx0" brushRef="#br0" timeOffset="210474.2">13908 5169 38 0,'1'-9'302'0,"3"-3"-18"16,-4 6-22-16,8-3-13 0,-5 0-6 0,1-2-12 0,-3 8-16 0,-1-4-19 16,0 1-15-16,7 0-14 0,-7 6-22 0,1-8-15 15,-1 8-11-15,2-4-16 0,-2 4-18 0,0 0-6 16,0 0-8-16,0 0-5 0,0 0-9 0,0 0-5 16,-2 27-2-16,1-16-6 0,-2 1-4 0,3 1-1 15,-4 5-4-15,3 5 0 0,-4-5-3 0,5 4-8 16,-4 4 1-16,-2 1 10 15,6-5-20-15,-4 5 2 0,4 0-1 0,-1 0-6 16,-1 0 5-16,2-7 0 0,0-4-3 0,0 5 1 16,2 1-1-16,-1-3-4 0,3-2-2 0,-4 3-8 15,0-3 2-15,0 0-9 0,6-2-17 0,-4-1-14 16,1-1-23-16,1-5-23 0,-3 4-21 0,6 0-29 16,-6-5-33-16,4 4-43 0,-1-3-30 0,-1-2-206 15,5-4-483-15,-4 9 214 0</inkml:trace>
  <inkml:trace contextRef="#ctx0" brushRef="#br0" timeOffset="210721.59">14331 5590 205 0,'0'0'213'0,"0"-5"-6"0,0 5-3 15,0 0-7-15,0 0-24 0,0 0-13 0,0 0-16 16,0 0-11-16,0 0-11 0,0 0-9 0,0 0-8 0,-13-3-8 16,13 3-3-16,0 0-2 0,0 0-6 15,-20 10-10-15,14-5-10 0,-3 2-5 0,1 1-5 0,-2-1-5 0,-1-4-6 16,1 7-2-16,-4 2-7 0,1-2-10 0,-2-1-35 16,-1-1-28-16,1 2-23 0,2 0-21 0,6-3-26 15,-8 1-37-15,0-1-36 0,0 1-185 0,7-2-395 16,0-3 175-16</inkml:trace>
  <inkml:trace contextRef="#ctx0" brushRef="#br0" timeOffset="210937.71">13841 5590 83 0,'0'0'291'0,"-8"-5"-21"0,8 5-22 16,-6-7-12-1,6 7-17-15,0 0-21 0,0 0-21 0,0 0-20 16,-10-1-18-16,10 1-15 0,0 0-8 0,0 0-15 0,0 0-8 16,16 13-9-16,-8-10-7 0,-1 6-7 15,6-2-8-15,-3-3-8 0,8 5-1 0,2-3-34 16,0 2-38-16,8 2-54 0,2-2-55 0,0 1-62 0,-2-1-221 16,0 0-444-16,5-4 197 0</inkml:trace>
  <inkml:trace contextRef="#ctx0" brushRef="#br0" timeOffset="211861.79">19386 5322 83 0,'5'-11'299'0,"-5"4"-8"0,0-2-10 16,2 1-9-16,-2-2-9 0,0 2-14 0,3-1-5 15,0-1-15-15,-3 1-2 0,5 1-16 0,-3 1-1 16,-2-1-11-16,0 3-12 0,0-2-16 0,0 7-14 15,2-10-17-15,1 7-18 0,-3 3-19 0,0 0-12 16,0 0-16-16,0 0-1 16,0 0-17-16,0 0 0 0,2 25-11 0,4-8-5 15,-4 3 3-15,-2 6-17 0,0 3 9 0,3 3-7 16,-1 2-3-16,-2 4-7 0,0 2 7 0,0 0-2 16,-2-7-3-16,4-2-21 0,-2 0-17 0,2 0-25 15,-2 1-5-15,0-2-15 0,0 1-14 0,0-7-22 16,0 2-21-16,0-1-15 0,6-3-16 0,-4-6-26 15,-2 2-32-15,0 2-28 0,5-12-20 0,-2 4-27 0,4-4-172 0,-1-2-492 16,1 0 218-16</inkml:trace>
  <inkml:trace contextRef="#ctx0" brushRef="#br0" timeOffset="212093.55">19709 5769 16 0,'0'0'243'0,"5"-6"-6"0,-5 6-7 0,0-7-11 15,0 7-13-15,0 0-20 0,2-7-17 0,-2 7-20 16,0 0-19-16,0 0-12 0,0 0-17 0,0 0-11 16,0 0-5-16,0 0-9 0,0 0-3 0,-15 14-7 15,13-8-2-15,-3 1-6 0,-5 0-4 0,-1 1-8 16,-3 4 1-16,4 0-8 16,-6-1-4-16,1 1-1 0,2 0-7 0,-4-2-5 15,1 2-35-15,1 2-41 0,1-4-13 0,0 5-26 16,0-3-30-16,1-2-42 0,-2 0-29 0,7 0-159 0,0 2-380 15,3-4 169-15</inkml:trace>
  <inkml:trace contextRef="#ctx0" brushRef="#br0" timeOffset="212363.06">19138 5700 174 0,'0'0'199'15,"0"0"-18"-15,0 0-15 0,0 0-12 0,26 18-9 16,-19-11-11-16,8 2-12 0,-2 1-10 0,4 2-12 16,3 4-11-16,3 2-5 0,-2 0-11 0,4 0-9 0,-3 1-9 15,-1 1 0-15,2-1-8 0,-1 3-18 16,-2-3-48-16,-5 4-62 0,8-4-62 0,-8-4-147 15,-5-1-315-15,1 1 140 0</inkml:trace>
  <inkml:trace contextRef="#ctx0" brushRef="#br0" timeOffset="-209459.93">3877 6816 211 0,'0'-6'328'0,"-4"0"-5"15,4-1-6-15,0-1-15 0,0 8 0 0,0-12-16 16,-2 6-12-16,2 6-14 0,0-8-28 0,0 8-15 16,-2-7-22-1,2 7-16-15,0 0-32 0,-3-6-29 0,3 6-10 0,0 0-11 16,0 0-20-16,0 0 1 0,3 24-13 16,-1-9 0-16,-2 1-11 0,2 4-4 0,-2 6 6 15,4 1-12-15,-2 1-8 0,1 0-9 0,1 2 4 16,-3 2 1-16,4-2 1 0,0 1-8 0,0-4-4 0,2 14-12 15,0-1 3-15,-6-9-17 0,7-3-21 16,-1-1-30-16,-2-1-22 0,5-1-27 0,-3-3-22 0,-1-5-26 0,-4 4-28 0,3-5-35 16,-3 1-37-16,6-2-42 0,-3-3-225 15,-4-5-562-15,8 5 248 0</inkml:trace>
  <inkml:trace contextRef="#ctx0" brushRef="#br0" timeOffset="-208958.64">4238 7104 271 0,'0'-6'302'0,"2"0"-8"16,-2 6-14-16,2-4-18 0,-2 4-20 0,5-7-25 16,-5 7-27-16,0 0-14 0,-5-9-22 0,5 9-18 0,0 0-25 15,0 0-4-15,0 0-11 0,0 0-6 0,0 0-12 0,13 20-5 16,-11-13-10-16,4 1-4 0,-1 3-8 0,-2-3-5 15,4 4-2-15,-2 2-8 0,-2-5-4 0,1 7 1 0,4-1-5 16,-3 5-2-16,0-5-4 0,0 0-2 16,1 0-3-16,-4-2 0 0,5 2 0 0,-6-3 1 15,1-1-6-15,1-2 0 0,-1-5 0 0,-2 4-1 0,2-2 0 16,-2-6 3-16,6 6-1 0,-4-1 2 0,-2-5 13 0,3 5-5 16,-3-5 12-16,0 0 1 0,0 0-3 0,0 0-5 15,4-15-2-15,2 7 0 0,-4-4-7 0,4-2 2 0,1-3 0 16,0 2-3-16,-4 0-7 0,9 0 9 15,-7-1-5-15,4 1-3 0,-4-6-2 0,5 7 3 16,-8 2-2-16,3 0-5 0,3 0 11 0,-1-1 9 0,-2 4 0 16,3 0-3-1,-6 1-3-15,3 4-2 0,-4 0-1 0,8-3-13 16,-9 7-4-16,5-5-3 0,-5 5 6 0,15 0 0 16,-15 0 2-16,14 9-10 0,-9-5 2 0,7 2 2 0,-2 3-1 15,-2 7 2-15,4-6 6 0,1 6-15 0,-5-3 8 16,6 6 3-16,-5-4-1 0,1 3 1 15,4 1-5-15,-6-2-9 0,2 6-20 0,0-7-21 16,-4 3-17-16,1-4-20 0,0 3-29 0,-7 0-22 0,10 0-22 0,-10-3-35 16,1-2-23-16,3-1-24 0,-3-4-36 0,2 1-160 15,1 1-476-15,-3-5 210 0</inkml:trace>
  <inkml:trace contextRef="#ctx0" brushRef="#br0" timeOffset="-208704.76">4866 7185 241 0,'0'0'217'15,"0"0"-28"-15,0 0-20 0,0 0-16 0,0 0-5 16,0 0 19-16,1 19 9 0,4-9-10 0,-5 7-2 0,2 2-3 16,-2 6-5-16,0 5 0 0,5 1 0 0,-3 10-17 15,2 1-18-15,0-5-5 0,1 10-13 0,0-5-6 0,1 1-11 16,-1 2-8-16,2-1-9 0,3 1-6 0,-4 0-6 15,6-4-3-15,-2-3-9 0,-2 1-1 0,-4-7-7 16,1-3-4-16,1-5-21 0,2 4-26 0,-3-9-32 16,-1 1-45-16,-1-2-20 0,0-5-33 0,1-3-39 0,-3-3-34 15,1-1-50-15,1-2-150 0,-3-4-452 0,0 0 200 16</inkml:trace>
  <inkml:trace contextRef="#ctx0" brushRef="#br0" timeOffset="-208357.11">4874 7277 181 0,'-2'-26'285'0,"-3"8"-5"16,5-1-10-16,5-6-12 0,-3 10-12 0,-2 1-9 16,5-3-25-16,-2 0-13 0,4 6-22 0,1-3-16 0,0 4-15 15,2-2-6-15,0 4-32 0,3 1-13 16,-4-1-8-16,4 5-8 0,-3-5-8 0,1 5-6 15,1 2-7-15,1-2-11 0,-4 3-3 0,4 0-5 0,-3 3 9 16,-4-2-17-16,8 2-7 0,-6 2-2 0,2-1 0 0,-4 4-5 16,6 2-3-16,-4-1-3 0,-1 2-3 0,1 4 0 15,-1 1-2-15,-1-4-9 0,-4 6-4 0,-2 2-1 0,-2 4-2 16,-4-6-1-16,1 3-7 0,3 6-17 16,-11-5-23-16,3-3 0 0,-8 1-9 0,1 0-6 15,1-5-1-15,1 0-8 0,0-3-10 0,0 0 1 16,2-1-2-16,3-6-5 15,-2 0-23-15,4-5-42 0,8 0-6 0,-13-7-12 16,11 0-4-16,2 7 6 0,2-18-125 0,3 4-328 16,8 0 145-16</inkml:trace>
  <inkml:trace contextRef="#ctx0" brushRef="#br0" timeOffset="-208009.47">5087 7236 577 0,'22'-15'-28'0,"-7"2"22"16,6-3 24-16,-4 6 17 0,-4 1 23 16,-5-2 3-16,6 7 3 0,-8-1 1 0,3 4-7 15,-1 1-6-15,-8 0-7 0,6-3-8 0,-6 3 3 0,0 0 1 0,12 4-4 16,-7 4-9-16,-3 4-2 0,3-3-4 0,0-2 2 15,6 12 0-15,-3-3-9 0,2 2 12 0,2 0-3 16,0-1-6-16,6 2-2 0,0 1-6 0,-2-5 7 0,-1 0 2 16,7-2-8-16,-7-1-5 0,1-1 8 15,-1-6-7-15,3 1 2 0,-3-4-4 0,2-2 5 16,-9-2-6-16,4 1-3 16,1-9 11-16,-1-1 5 0,-1-2 7 0,-3-1 25 15,-1-2 14-15,0 0 9 0,-4-2 13 0,4-1 6 16,-2-1 17-16,-2 5 12 0,-3-11 9 0,7 9 4 15,-6 1 4-15,2-3 4 0,1 9-2 0,-4-4 3 16,1 7-9-16,-1-1-7 0,2 1-16 0,-2 1-2 0,0 6-28 16,2-9-13-16,-2 9-7 0,0 0-3 15,0 0-9-15,6 18-3 0,-4-6-3 0,0 0-4 0,-2 5-6 0,3 0-3 16,-1 3-7-16,4-3-8 0,-2 11-7 0,1-8-14 16,8 2-11-16,-3 2-12 0,5-3-6 0,1 0-12 15,-1-6-11-15,3-2-27 0,4 2-25 0,3 1-33 16,-9-6-20-16,11-4-30 0,2-3-27 0,1-4-32 0,0-1-181 15,-2-2-469-15,-3-5 207 0</inkml:trace>
  <inkml:trace contextRef="#ctx0" brushRef="#br0" timeOffset="-207771.19">6087 6856 80 0,'-5'-27'282'0,"-6"2"0"0,6 7 6 0,-4-2-4 15,3 2-3-15,1 4 5 0,0 1-6 0,1 1-15 0,-1 3-25 16,2 2-24-1,0 1-29-15,3-1-18 0,0 7-20 0,0 0-20 16,0 0-5-16,0 0-14 0,-3 34-9 0,6-19 0 16,2 6-20-16,-4 6-7 0,4 6-7 0,0 6-6 15,0 0-6-15,0 6-12 0,0-2-1 0,4 3-6 16,-6-3-2-16,0 3 0 0,7 3-3 0,-8-1-6 16,8-5 0-16,-5 3-5 0,0-2-34 0,3 0-27 0,-1-15-21 15,-6 1-26-15,3-3-32 0,-1-3-22 0,0-4-25 0,0-2-27 16,-3-3-13-16,0-3-17 0,2-8-54 0,1 1-214 15,-3-5-531-15,0 0 236 0</inkml:trace>
  <inkml:trace contextRef="#ctx0" brushRef="#br0" timeOffset="-207586.31">6059 7006 191 0,'-7'-10'345'16,"-3"4"1"-16,5 3-12 0,-1-1-24 0,-2-3-31 15,6 3-24-15,2 4-32 0,-7-6-23 0,7 6-23 16,0 0-22-16,0 0-19 0,0 0-19 0,0 0-32 16,38 6-32-16,-21-2-36 0,3 3-37 0,10 0-49 15,-1 3-50-15,1-2-52 0,7-1-66 0,-6 5-198 0,10-4-470 0,2 1 207 16</inkml:trace>
  <inkml:trace contextRef="#ctx0" brushRef="#br0" timeOffset="-207200.91">6804 7387 76 0,'0'0'356'0,"0"0"-19"0,-23 5-20 0,16-5-24 16,7 0-24-16,-15 1-32 0,8-1-22 0,7 0-22 16,-9 2-20-16,9-2-26 0,-14 5-15 0,14-5-19 15,-8 1-15-15,8-1-11 0,-7 8-5 0,6-5-14 16,1-3-12-16,-4 7-7 0,4-7-6 0,0 6-4 0,0-6-7 16,5 7-1-16,-5-2-4 0,9-1-2 15,-3 3-5-15,3-6-2 0,-3 2-4 0,4-1 1 0,-2-2-4 0,-8 0-7 16,17 0 8-16,-17 0-6 0,12 0-2 0,-12 0 6 15,13-2-4-15,-7-2-9 0,-6 4 0 0,0-7-2 16,0 7-15-16,0-9-14 0,0 9-19 0,-5-7-15 16,0-1-19-16,-1 3-26 0,-7-5-33 0,6 8-39 0,-1-3-26 15,1 2-41-15,-6-7-155 0,0-1-438 0,3-1 193 16</inkml:trace>
  <inkml:trace contextRef="#ctx0" brushRef="#br0" timeOffset="-206884.51">6714 7057 233 0,'-14'0'289'0,"14"0"-25"0,0 0-22 16,-9 0-23-16,9 0-26 0,0 0-17 15,0 0-20-15,-10 4-15 0,10-4-18 0,0 0-9 16,0 0-12-16,0 0-6 0,0 0-12 0,0 0-7 15,0 0-7-15,0 0-3 0,0 0-8 0,17 8-6 0,-17-8-1 16,10 3-3 0,-10-3-6-16,10 4 3 0,-10-4 4 0,11-4 1 15,-11 4 5-15,14-1 6 0,-14 1 5 0,6-3 3 0,-6 3-3 16,10-6 0-16,-7 1 1 0,-3 5-5 16,4-8-2-16,1 1-9 0,-5 2-6 0,0 5-7 15,3-11-4-15,-3 7 9 0,0 4-30 0,-8-12-27 0,6 8-36 16,2 4-41-16,-5-7-54 0,5 7-61 0,-10-4-69 15,10 4-241-15,-15-7-557 0,15 7 247 0</inkml:trace>
  <inkml:trace contextRef="#ctx0" brushRef="#br0" timeOffset="-192815.08">7790 7209 35 0,'0'0'209'15,"0"0"-23"-15,7-5-16 0,-7 5-24 0,0 0-16 16,0 0-9-16,0 0-17 0,0 0-8 0,0 0-10 16,0 0-12-16,0 0-1 0,0 0-3 0,20 5-4 0,-20-5-2 0,10-1-2 15,3-1-5-15,-3 0-2 0,10-2 2 0,-5-4-9 16,-1 3 3-16,1-1-9 0,0 2 17 0,5-6-2 15,-10 1-1-15,5 1 1 0,-2-4-5 0,0 0 4 16,-3 4-2-16,4-6-2 0,-8 5 4 0,-4-3 1 16,5 1 3-16,-4 3 0 0,0-3-4 0,-1 0-2 15,-4 2 4-15,-3 2-13 16,-3-4-1-16,6 4-7 0,-9-1-6 0,2 1-4 16,-6-2 0-16,1 4-6 0,2 0-2 0,-6 3-4 15,3-1-5-15,0 2 0 0,-2 1-1 0,-1 1-2 16,2 2-7-16,-1 1 5 0,2 3-3 0,2-3 2 15,-2 4-4-15,4-3 0 0,1 1-1 0,0 2 0 16,3 0 0-16,0 0 2 0,1 0-5 0,1 4 5 16,2 0 1-16,-2-2 0 0,3 2-3 0,4-1 3 0,4 4 4 0,1-2-1 15,3-2-2-15,3 4 2 0,-1-6-1 0,4 6 1 16,12-3 1-16,-3-1-2 0,3-1 3 0,9-2-4 16,-6 1-3-16,4-1-7 0,-2-3-12 0,12-1-14 0,-11-4-15 15,1 0-17-15,-3-1-20 0,-1-3-13 16,4-4-13-16,-5 2-12 0,-2-6-22 0,-5 0 9 15,-5 2 0-15,-1-3 1 16,-2 0 17-16,-2 1 13 0,-7-4 16 0,3 1 10 16,-8-2 26-16,-1 5 15 0,0-5 21 0,0 7 29 15,-1-2 21-15,1 3 27 0,-4-2 13 0,3 4 19 16,1 1 19-16,-4 0 10 0,4 6 0 0,0-9-2 0,0 9-10 16,0-7-8-16,0 7-11 0,0 0-12 15,-3-8-10-15,3 8-9 0,0 0-10 0,0 0-7 16,0 0 2-16,0 0-8 0,0 0-6 0,0 0 2 0,0 0-2 0,15 21-4 15,-12-12-2-15,2 1-5 0,0-2-1 0,2 1 0 16,1 4 0-16,-1 1 0 0,4-1 0 0,1-1-9 16,-4-1-1-16,4 0-1 0,-6-4 0 0,6 3-5 0,0 0-2 15,-4-2 1-15,2-3-2 0,-4-2 4 0,6 3-3 16,-9 0 5-16,9-5-4 0,-12-1 2 16,16 0 1-16,-16 0 1 0,15-7 1 0,-10 2 0 0,0 1 4 0,5-2 13 15,-8-3 20-15,6-1 2 0,-3 2 15 0,-3-2 13 16,6-4-3-16,-1 5 1 0,-1 1 5 0,-4 1 6 15,3-2-4-15,-3 2-6 0,-2-1 2 0,5 0-14 0,-2 4 3 16,-3-2-13-16,0 6-1 0,6-6-14 0,-6 6-9 16,0 0-11-16,0-6-13 0,0 6 0 0,0 0 0 15,0 0-6 1,15 15-10-16,-8-9 2 0,1 4-4 0,-3 0-4 0,-1 2-4 16,7-4-7-16,-3 6 1 0,1-1 6 15,-3-1-3-15,4 3-4 0,-3 0 0 0,-1-7 0 16,1 8 11-16,0-6-6 0,-4-1-1 0,2-1 6 0,2-4 3 15,-4 2 2-15,0-4 5 0,4 5 6 0,-4-3 17 16,-3-4 10-16,0 0 2 0,0 0-3 0,0 0 17 16,22-13 4-16,-19 8 5 0,4-3 4 0,-2-4 19 0,3 5 17 0,-2-8-8 15,-2 3 6-15,4 0 8 0,-5 2 6 0,1 0-7 16,4-2-2-16,-5 2 2 0,2 1-1 16,2 0-4-16,-4-2-12 0,-1 4 0 0,3-1-10 0,-5 5-9 15,8-1-7-15,-8-2-8 0,0 6-2 0,2-7-10 16,-2 7-11-16,5-4-17 0,-5 4-3 0,0 0 1 15,0 0-19 1,16 8-13-16,-9-4-7 0,-1 5-17 0,1-2-9 0,1 1-12 16,7 2 1-16,-3 2-19 0,-2 1 0 0,5-2-3 15,1 0-2-15,1 1-8 0,-1 3-4 0,1-6-4 16,4 3-5-16,1 1-5 0,1 1-2 0,7-1-5 16,-12-11 0-16,12 5 0 0,-4-3-3 0,-4 0 5 15,8-4 10-15,-2 2 8 0,-7-2 8 0,4-2 12 16,-5-2 12-16,0-2 7 0,-4-1 9 0,1-1 10 0,0-1 9 0,-6-1 9 15,2-3 22-15,-6 1 15 0,0 3 15 0,-2-2 18 16,-2 0 9-16,-1 3 16 0,-2-8 14 0,-2 7 14 16,-5-6 14-16,1 4-8 0,-1 1-1 0,2-2-2 15,-3 3 0-15,1-2-6 0,-3 4-6 0,0-1-10 16,-3 1-14-16,1 2 1 0,1 1-8 0,-4 1-6 16,5 0-7-1,-10 0-4-15,0 3-3 0,5 5-4 0,1-1 10 0,-1-1-17 16,0 3-9-16,8 1-4 0,-6 0-14 0,5 4-4 15,-6 0-3-15,6-1-8 0,1 4 1 0,6-5-6 16,1 2-1-16,-7-1 1 0,7 2 0 0,7 1-1 16,-1-5 2-16,3 6-2 0,-3-6 0 0,11 1 0 15,-4 3 4-15,2-4 2 0,5-5-3 0,-4 0 5 16,8 1-1-16,-5 0 7 0,-2-8-3 0,3 1 7 0,0 1 3 0,-4-3 2 16,1-3 0-16,-2-1 7 0,-2 2 6 0,-5 2 27 15,1-3 10-15,-3-3 15 0,1 3 18 0,-2 0 23 16,0 1 0-16,0 0 16 0,-4-1 9 0,1 1-13 15,0 2 4-15,3 0-8 0,-5 5-9 0,0-8-18 16,0 8-8-16,0 0-18 0,0 0-12 0,1-6-19 16,-1 6-38-16,0 0 2 0,0 0-2 0,0 0-7 0,0 0-4 0,5 19 0 15,-5-19-14-15,0 14 0 0,2-6 3 0,1 1-6 16,4-1 2-16,1 0-6 0,-1 3 5 0,1-3-11 16,4 0-3-16,1-1-7 0,2 2-16 0,5-1-7 15,-4-3-9-15,-1 0-9 0,7 0-11 0,-4-2-7 16,5-3-10-16,-3-3 13 0,0 2 3 0,-4-7 4 15,2 5 8-15,4-8 13 16,-4 2-1-16,-5-1 17 0,2 4 18 0,-6-8 18 16,2 7 28-16,-6-2 28 0,0 1 23 0,2-2 15 15,-6 4 11-15,3 0 14 0,-3 0 8 0,-1-1 14 16,0 7 0-16,0-8-3 0,0 8-16 0,0-7-9 16,0 7-11-16,0 0-8 0,0-7-8 0,0 7-6 15,0 0-1-15,0 0 0 0,0 0-12 0,0 0-2 16,0 0-1-16,-1 23-1 0,2-16-1 0,-1 1-5 0,0 1-2 0,2 5 1 15,5-6-3-15,-2 2-4 0,4 7-1 0,0-5-1 16,4 5-2-16,-3-8-1 0,8 9 3 0,-1-10-5 16,11 5 2-16,-12-4-8 0,6 1 7 0,8-5 2 15,-6 1-1-15,-2-3-1 0,3-1-1 0,1-4-2 16,-4-3 3-16,-1 1 3 0,1-1-7 0,-6-5 5 16,4 1 0-16,-5-4 2 15,5-9-5-15,-3 3 5 0,-4-5 3 0,2-2-4 16,-5-5-2-16,1-8 2 0,-3 0 0 0,-4-3 0 15,-3 0 1-15,-2-3 1 0,-3 0 6 0,-5 0 7 16,0 0 7-16,-1 2 11 0,-6 2 17 0,3-1 4 16,4 6 11-16,-4 6 13 0,3 3 21 0,-1 3 5 15,-3-2 5-15,4 12-1 0,5-4 7 0,0 4-5 16,0 8-15-16,4-3-13 0,-4 2-17 0,5-1-16 0,-8 6-34 0,8 2-21 16,0 0 5-16,0 0 1 0,-5 23-4 0,5-7 1 15,0 11 3-15,1 5 1 0,3 10 1 0,1 3-5 16,-2 0 1-16,-2 2-1 0,3 5 5 0,2-6 2 15,3 1-8-15,-1-4 7 0,0 4 0 0,1-2 0 16,2-5-20-16,-1-10-7 0,-5 11 2 0,5-13-30 16,-5-1-21-16,10-1-11 0,-9-11-16 0,-2 3-14 0,2-6-10 0,1-1-8 15,0-3-3-15,-6 0-34 0,4-5-64 0,-5-3-62 16,0 0-268-16,22-13-606 0,-19 0 269 0</inkml:trace>
  <inkml:trace contextRef="#ctx0" brushRef="#br0" timeOffset="-192645.84">9954 6631 19 0,'-14'-4'404'0,"4"3"-11"0,5-1-21 0,-5-3-32 16,10 5-35-16,-13-3-30 0,13 3-38 0,-6-1-29 16,6 1-54-16,0 0-60 0,0 0-28 0,-10 4-40 15,10 4-47-15,0 4-55 0,3-3-70 0,4 6-91 16,-4 0-166-16,9 4-435 0,2-2 193 0</inkml:trace>
  <inkml:trace contextRef="#ctx0" brushRef="#br0" timeOffset="-190678.47">11160 7088 183 0,'-8'-9'327'16,"8"9"-24"-16,0-8-27 0,0 8-31 0,0-6-22 16,0 6-27-16,0 0-26 15,0 0-20-15,0 0-13 0,0 0-18 0,0 0-11 16,0 0-13-16,0 19-2 0,8-8-13 0,-6-2-12 16,-1 3-6-16,3 3-8 0,2 3-4 0,-2-5-10 15,1 10 0-15,3-7-8 0,-5-1-6 0,2 5-4 16,3-6-5-16,-3 3-2 0,0-3-4 0,-1-2-3 15,1-3-2-15,-2 0 0 0,-1 1-2 0,-1-7 2 16,1 4 2-16,1-2 11 0,-3-5 0 0,7 2-2 0,-7-2-4 0,0 0 5 16,13-9 6-16,-8 1-1 0,-2-1 3 0,9-2 5 15,-9-5 1-15,9 4 5 0,-9-4-3 0,12 1 0 16,-8 0 9-16,3-3-10 0,1 1 2 0,-2 2 1 16,2-1 6-16,-1 4-2 0,-3-3 1 0,3 4-3 15,-4 3-2-15,1-1 10 0,-1-1-18 0,-4 5-3 0,3-2-8 16,3 2-6-16,-8 2-5 0,0 3-15 0,7-5 3 0,-7 5-5 15,0 0 3-15,13 12-12 0,-5-6-4 0,-1 3-5 16,-5 0-7-16,6 9-1 0,-1-5-4 0,1 2 3 0,2 2-3 16,0 1-1-16,-2 6 3 0,2 0 2 15,-3-10 1-15,4 2 2 0,-3-4 1 0,-1 3 8 16,-2-6-1-16,2 0 3 0,-1 0 4 0,-4-5 3 0,3 1 4 16,0-2 2-1,-5-3 7-15,7 3 7 0,-7-3 10 0,0 0 15 16,11-11 5-16,-8 7 7 0,6-7 8 0,-8 3 10 0,4-3 7 15,-1-4 8-15,2 0 8 0,1-2-2 0,-7 7 11 16,8-7 13-16,-6 7-3 0,1-4-10 16,-1 7-3-16,1-4-8 0,2 2-7 0,-5-1-3 0,2 7-9 15,3-4-7-15,-5 0-11 0,0 7-20 0,0 0-25 16,3-7-17-16,-3 7 0 0,0 0 7 0,0 0-6 0,18 18-9 16,-10-12-5-16,-1 1-1 0,6 5-3 0,4-1 6 0,-4 1-6 15,2 5 2-15,2-4-5 0,2 3 2 0,-4-2-2 16,10 2 3-16,-7-5-8 0,4 2 6 0,-4-5 1 15,4 3 11-15,-3-6-1 0,0 2 2 0,-1-4 2 16,-2 1 3-16,4-4-5 0,-6-3 8 0,0 0 8 16,3-5-7-1,-7 4 9-15,5-5-2 0,-9-2 2 0,11-2 4 0,-5-1 4 16,-6-1 1-16,2 0 8 0,-6-1 8 0,3-2 8 16,-3-1 12-16,4-1 6 0,-6 5 8 0,-6-6 1 15,6 6 9-15,-2-3-12 0,-3 4 6 0,5 2-5 16,-2 4 0-16,-6-3-16 0,5 2 1 0,0 0-4 15,-2 3-6-15,-2 3-6 0,-1-1-12 0,-1-1 4 16,9 5 3-16,-14 1-20 0,7 7-3 0,-1-4-12 0,1 4-12 0,-1 3-6 16,3 1 1-16,-5-1-2 0,5 8 5 0,5-3-11 15,0 5 0-15,0 0 0 0,0-8 6 0,2 10-3 16,4-4-2-16,6-2 5 0,3 4-2 0,0-6-3 16,-1 5 2-16,6-12 3 0,5 9-4 0,-3-7 4 15,1-5 1-15,7 1 3 0,-4-5 4 0,-3 4 1 16,0-6 6-16,-4-4 3 0,-1-2 4 0,-3-1 0 0,0-3 4 0,0-1 1 15,-1-3 9-15,-5-1 0 0,-1 1 7 0,-3-1 9 16,3-3 5-16,-8 0 3 0,5 1 10 0,-5 3 3 16,0-6-9-16,2 8 6 0,-4-4 17 0,2 7-6 15,0-2-5-15,2 2 4 0,-2 3-1 0,0-2-7 16,6 1-8-16,-6 4-1 0,0 4-10 0,0-8-13 0,0 8-1 16,0 0-4-1,7-3-2-15,-7 3-2 0,0 0 7 0,17 8-4 16,-9-2 2-16,0-1-1 0,-1 0 0 0,4 3 0 15,3 1 0-15,-3 1 0 0,1 1 2 0,-2 1-2 16,3 2-3-16,-3-6-10 0,0 8-3 0,1-5-5 16,-4-2-6-16,3 8-3 0,0-4 1 0,-5 3-10 0,0-1-7 15,3 1-2-15,-3-1 2 0,-3-2-3 0,-2 2 0 16,3-4-1-16,0 0-2 0,-3-4 4 0,0 2 2 0,-3-1 5 16,3-4 3-16,0-4 8 0,-3 12 6 0,3-12 1 0,-2 2 3 15,2-2 4-15,0 0 6 0,0 0 8 16,-15-18-5-16,12 7 2 0,0-2 2 0,-4-6 3 15,4 4-1-15,1-1 5 0,2-3-1 0,-2-8-1 0,2 6 0 16,4 1-1-16,-1 5 1 0,5-4 1 0,-1 4-4 16,8-4 1-1,-2 4-1-15,-3 0-3 0,5 2 5 0,-5-1 2 16,6 2-1-16,-1 5-4 0,2-1 2 0,-2 3 0 0,-10 1 2 16,9 1 0-16,-4 2 1 0,4 1-3 0,-14 0 0 15,21 1 1-15,-13 2-2 0,1 1 3 16,2 0-1-16,-4 0 0 0,3 4 1 0,-5 1 0 0,3-2-4 15,-1 1 4-15,1 4 0 0,-1-3 1 0,-6 1-2 16,8 4 1-16,-1-5 0 0,-2 3-1 0,-1 0 0 0,0 3 2 0,-1-5-3 16,4 2 6-16,-5 4-3 0,1-8 2 0,2 7-3 15,-3-5 1-15,1 0 3 0,-3 1-3 0,1-3 2 16,3 3 0-16,-2-5-2 0,-3 3 3 0,4 3 0 16,-4-8 1-16,0 4 8 0,0-8 2 0,0 8 11 15,0-8 22-15,-5 7 1 0,5-7 6 0,-14 1-4 16,5 1-2-1,2-1-7-15,7-1-1 0,-22 0-1 0,12 0-7 0,10 0 0 16,-19-1-6-16,9 2 3 0,10-1-7 0,-14-1-1 16,14 1-6-16,0 0-8 0,-6-6-16 0,6 6-15 15,0 0-21-15,15-11-28 0,0 6-27 0,6 0-22 16,7-2-14-16,2 0-14 0,2 0-2 0,12 1-1 16,8 0 8-16,-9-2 4 0,6 0 14 0,-4 4 19 15,-14-3 12-15,14-2 5 0,-14 8 20 0,1-7 20 0,-7 2 18 0,-4 2 33 16,-1-3 37-16,-10 5 28 0,0 0 23 0,3-6 2 15,-11 4-3-15,1-7-1 0,-3 7-1 0,0 4-5 16,-5-9-2-16,-5 2-8 0,2-2 2 0,-4 2 0 16,-6 4 2-16,2-1-5 0,-1 0 2 0,-8 0-5 15,5 4-3-15,1-4-6 0,0 7-11 0,-4-3-3 16,3 5-2-16,5-4-7 0,-1 1-2 0,-1 3-5 0,2-2-3 0,1 4-3 16,4 2-1-16,1-2-2 0,3-3-8 0,-3 3-3 15,8 0-4-15,-3 3 0 0,3-2-4 0,2-5-1 16,3 9-3-16,4 0 2 0,0-8-7 0,7 8 1 15,0-4-13-15,0-1-7 0,5-4-13 0,0 1-1 16,0 0 2-16,-1-1 1 0,0-3 4 0,-1 3 2 0,2-9 4 16,-4-2 2-1,3 4 11-15,-6-5 1 0,0-1 9 0,-3-1 8 16,-3-1 11-16,4-1 15 0,-8 0 15 0,4 0 17 16,-7 1 22-16,-7-4 3 0,7 6 10 0,-3-3 7 15,0 1 11-15,1 2-2 0,-4-1-4 0,6 2 9 16,-4 2-8-16,-1-1-16 0,4 0-5 0,-4 4-4 15,5 4-23-15,-5-8-18 0,5 8-30 0,0 0-18 0,0 0 0 16,0 0-15-16,0 0-3 0,-12 12-6 0,12-3-13 0,0 2-11 16,0 1-9-16,7 2-10 0,-4 1-10 0,-1-2-13 0,8 3-19 15,0 2-22-15,-4-1-23 0,9 2-26 16,2 4-31-16,2-11-41 0,-4 3-11 0,9 0-138 16,2-2-443-16,-3-3 197 0</inkml:trace>
  <inkml:trace contextRef="#ctx0" brushRef="#br0" timeOffset="-190061.56">13878 7170 35 0,'3'-12'207'0,"-1"-1"13"0,-2-4-4 0,-2 7-4 0,-1-4-5 15,-4 1-6-15,7 3-5 0,-8 0-12 16,6 1-13-16,-4 1-10 0,-8-2-9 0,6 3-17 16,2 5-10-16,-8-4-20 0,4 3-6 0,4-1-14 0,-4 0-8 15,-2 3-8-15,12 1-1 0,-15 0-14 0,7 5-8 0,1-1-3 16,-1-1-4-16,3 3-8 0,4 1-2 0,-6 4-1 0,14 0-4 15,-14-3-1-15,7 11-2 0,7-4-3 0,-2 4 0 16,1-2-2-16,2 6 0 0,2 4-2 0,-1-5 0 16,4 4-3-16,-3 3 0 0,10 6-1 0,-7-7-3 15,2-2 1-15,1 9-2 0,-1-6-2 0,-3-2 1 16,3 3-1-16,-4-2-3 0,3-5-1 0,-8-4-4 0,1 0 0 16,-4-3 0-16,2-1-3 0,-3 1 1 0,-1-5 2 0,-2-4 4 15,-1 2-1-15,-3 1 14 0,2-3 26 0,-5-4 10 16,-1 2 16-16,-4-3 10 0,3 1 9 0,-3-3 15 15,13 0-5-15,-22-4 7 0,9 1-8 0,5-1-1 16,-5-3-7-16,3 3 4 0,3-4-6 0,-5 1-1 16,6-2-4-1,1-2-13-15,2 1-6 0,1 0-11 0,4-4-21 0,3 2-9 16,8-5-12-16,-2 2-14 0,9-5-27 0,8 1-12 16,9-6 5-16,1 4-35 0,2-6-18 0,4 2-8 15,3 2-3-15,-8 1-5 0,9-1 8 0,-6 3 1 16,-1 1 2-16,2-1 8 0,-16 2 10 0,1 3 5 15,-5-1 9-15,-5 1 10 0,-3 2 10 0,-3-1 16 16,-4-3 13-16,-2 5 12 0,-2 1 19 0,-4-3 7 0,-4 9 16 0,1-8 5 16,-2 2 6-16,-1 3 3 0,-3 0 8 0,-2 1-4 15,1-1-6-15,0 2-6 0,-5 0 0 0,7 3-3 16,-4-1-5 0,2 0-9-16,2 4 0 0,8 0-6 0,-18 4-2 15,8-3-4-15,3 5-2 0,1 2 4 0,2-1-5 16,-1 3-3-16,5 1 6 0,-6-2 10 0,6 5-16 15,5 4-1-15,-4-1 15 0,4-5-11 0,-1 8 4 0,2-5 9 16,1 0-19-16,6 0 0 0,-3-2-1 0,0 1 9 16,1-1-1-16,4-2-5 0,-1 0-2 0,0-3 4 15,3 0-5-15,0 3-10 0,1-7-14 0,-2-1-23 16,1-2-37-16,3 6-48 0,-5-7-62 0,6 0-75 16,-6-2-314-16,7 2-628 0,-6-5 278 0</inkml:trace>
  <inkml:trace contextRef="#ctx0" brushRef="#br0" timeOffset="-177554.19">8047 8145 102 0,'0'-6'323'16,"1"-1"-14"-16,-1 7-22 0,0-11-21 0,0 5 1 15,0 6-3-15,0-8-34 0,0 8-21 0,0 0-20 16,2-5-22-16,-2 5-21 0,0 0-19 0,0 0-16 16,0 0-15-16,0 0-7 15,0 0-15-15,0 0 2 0,-3 19-1 0,1-11-19 16,2 0-5-16,0 4-4 0,2 0-5 0,-2 6-6 16,0-2-4-16,-2-3-4 0,2 5-6 0,-3-3 3 15,1 1-5-15,1 1-2 0,1 0 9 0,0-1-10 16,0-3-2-16,0 4-5 0,0-2 1 0,0-2 0 15,0-1-6-15,0 0 0 0,0-2 3 0,0 4-2 16,1-8 0-16,-1 3 4 0,0 3-3 0,0-9 1 0,0 5-2 0,0-8-2 16,2 9 0-16,-2-9-8 0,0 7-10 0,0-7-14 15,0 0-10-15,0 8-16 0,0-8-17 0,0 0-31 16,0 0-50-16,0 0-60 0,0 0-57 0,0 0-231 16,0 0-542-16,0 0 239 0</inkml:trace>
  <inkml:trace contextRef="#ctx0" brushRef="#br0" timeOffset="-176698.76">8108 8118 130 0,'0'0'260'0,"0"-6"-14"0,0 6-4 0,3-7-7 15,-3 7-11-15,0 0-15 0,0 0-16 0,-3-8-18 16,3 8-14-16,0 0-9 0,0 0-21 0,3-7-12 16,-3 7-9-16,0 0-11 15,0 0-15-15,0 0-5 0,9-4-9 0,-9 4-5 16,0 0-8-16,0 0-6 0,0 0-4 0,0 0-8 16,0 0-2-16,0 0 0 0,0 0-9 0,0 0-3 15,0 0-5-15,0 0 0 0,0 0-5 0,0 0 3 16,0 0-6-16,0 0-2 0,0 0-8 0,0 0-6 0,0 0-4 15,0 0-3-15,0 0-1 0,0 0 0 16,0 0 2-16,0 0-4 0,0 0 2 0,0 0-5 0,0 0 0 0,0 0-3 16,0 0-5-16,0 0-3 0,0 0-1 0,0 0-6 15,0 0-8-15,0 0-2 0,0 0-8 0,0 0-9 16,0 0-6-16,0 0 3 0,0 0-17 0,0 0-3 16,0 0 0-16,0 0-3 0,0 0-2 0,0 0 4 0,0 0 3 15,0 0 1-15,0 0 5 0,0 0 11 0,0 0 3 16,0 0 8-1,0 0 9-15,0 0-2 0,0 0 7 0,0 0 8 16,0 0 11-16,0 0 12 0,0 0 6 0,0 0 15 0,0 0 2 16,-24 0 12-16,24 0 11 0,0 0 9 15,0 0 11-15,-3-6 14 0,3 6 11 0,0 0-7 16,0-5 6-16,0 5 1 0,-2-7 10 0,2 7-1 0,0-7 1 16,0 7-10-16,-1-9-3 0,1 9-5 0,1-9-2 15,1 6-7-15,-2 3-4 0,3-11-4 0,-3 6-9 0,0 5 3 16,0-11-13-16,2 7-2 0,5-3-7 0,-6 2 5 0,4-3-9 15,4 2 0-15,-3 1-4 0,-4-3 0 16,6 4-3-16,-1 0 0 0,-4 1-3 0,2-3-2 16,-5 6-1-16,8-9-1 0,-4 4-3 0,-4 5 1 0,10-4-3 15,-7 2 2-15,-3 2-2 0,11-4-3 0,-11 4 0 16,7-1 0 0,-7 1-3-16,15 0 1 0,-15 0 3 0,15 0-3 0,-15 0 3 15,15 1 0-15,-10 2-1 0,-5-3-3 0,15 1 8 16,-5-1-9-16,-5 2 5 0,4-1-7 0,-9-1-7 15,15 5-2-15,-8-2-2 0,0-1-3 16,1 3-8-16,-3-1-1 0,1 0-6 0,-2 0-4 0,-4-4-11 16,11 3-8-16,-6 5-5 0,-1-4-11 0,2 0-12 15,-6-4-15-15,9 8-20 0,-9-3-18 0,8 1-17 0,-8-6-24 0,6 6-22 16,-1-3-143-16,0 0-371 0,-5-3 164 0</inkml:trace>
  <inkml:trace contextRef="#ctx0" brushRef="#br0" timeOffset="-176429.25">8174 8114 101 0,'-1'4'173'0,"1"-4"-7"0,0 0-12 16,0 0-12-16,-10 6-12 0,10-6-14 0,0 0-16 15,0 0-7-15,0 0-10 0,0 0-7 0,0 0-5 16,0 0-8-16,0 0-2 15,0 8-2-15,0-8-2 0,0 0 9 0,0 0-5 16,11 7-3-16,-7-5-2 0,5 2-8 0,-4-2-3 16,5 2-3-16,-3-3-5 0,3 1-6 0,2 3-3 15,1-4 0-15,-3 0-5 0,10 6-19 0,-6-6-30 16,-4 2-34-16,12-2-41 0,-4-1-46 0,-1 0-33 16,-2 0-97-16,1 0-299 0,-1 0 133 0</inkml:trace>
  <inkml:trace contextRef="#ctx0" brushRef="#br0" timeOffset="-175063.43">8434 8237 53 0,'-16'-2'290'0,"16"2"-23"15,0 0-22-15,0 0-22 0,0 0-22 0,0 0-21 0,0 0-12 0,0 0-24 16,0 0-14-16,0 0-14 0,0 0-11 0,19 12-12 16,-10-9-8-16,2 1-12 0,-2 3-8 0,0-3-1 15,6 3-10-15,0 1-5 0,0 0-6 0,-3 0-3 16,3 3-3-16,-2-2-4 0,-2 0-4 0,-4 0-2 15,6 0-4-15,-6-2-10 0,1 4 3 0,-3-2 0 16,3-2-6-16,-6 4-2 0,3-5 0 0,-3 1-2 0,-2-2-1 0,0 5 4 16,0-5-3-16,0-5-3 0,0 10-1 0,-5-5 5 15,5-5 0-15,-10 6 4 0,10-6 4 0,-5 1-2 16,5-1 4-16,-10 0 0 0,10 0 9 0,0 0 6 16,-13 0 6-16,13 0-1 0,0 0-1 0,-14-1 5 15,14 1-6-15,-1-6-5 0,1 6 0 0,0-9-7 16,0 9-4-16,6-14 1 15,-4 13-4-15,5-10-4 0,-1 4-3 0,1-2 0 16,1 3-5-16,-1-3-7 0,8 0-6 0,0 0-9 16,1 0-14-16,1 0-12 0,-1-2-11 0,3 4-9 15,0 1-15-15,0 0-12 0,-1 1-9 0,0 1-10 16,0 1-5-16,-1 0-14 0,-2 3-7 0,3-1-7 16,-5-3-7-16,0 4-8 0,2 0 20 0,-8 0 12 15,8 4 2-15,-15-4 14 0,15 1 14 0,-7 1 13 0,-8-2-3 0,12 0 21 16,-12 0 6-16,0 0 13 0,9 4 16 0,-9-4 17 15,4 4 20-15,-4-4 8 0,0 0 9 0,0 0 11 16,0 0-1-16,1 4-4 0,-1-4-1 0,0 0 2 16,0 0 14-16,0 0 4 0,-5 12-11 0,5-12 10 15,-1 4-6-15,-4 0-1 0,5-4 0 0,-7 12-4 16,7-5-1-16,-1-2-5 16,1 2 0-16,0 1-4 0,0-8-2 0,0 12-1 15,0-4-2-15,1 1-2 0,3-1-1 0,-1-3 3 16,3 3-2-16,-6-2-2 0,5-3-3 0,4 3-6 15,-8-2 6-15,-1-4-1 0,7 4-3 0,-7-4 2 16,13 1-3-16,-13-1-1 0,15-5-4 0,-15 5 1 16,8-7 3-16,1 1-4 0,-6 0 1 0,-1-2-2 15,8-2-1-15,-9 4 1 0,1-5 3 0,0 3 10 0,-2 0 3 0,0-3 13 16,0 3 2-16,0-3 10 0,0 0 8 0,-4 6 3 16,1-2 1-16,-5 2 3 0,8-3-3 0,-5 2 4 15,3 0-4-15,0 0-4 0,2 6-5 0,-8-8-3 16,8 8-6-16,-3-5 1 0,3 5-1 0,0 0-6 0,-7-7-2 15,7 7-5-15,0 0-5 0,0-4 0 16,0 4-2-16,0 0-4 16,0 0 0-16,0 0-3 0,0 0-1 0,0 0 2 15,0 0-2-15,0 0-3 0,0 0 1 0,13-6-2 16,-13 6-3-16,14 2 3 0,-14-2-4 0,15 0 1 16,-15 0-1-16,21 4 0 0,-13-3 1 0,6 1-2 15,-3 3 1-15,2-2-3 0,-4 1 1 0,4 0-4 0,-5 1 2 16,7 2-2-16,-2 0 0 0,-3 1 2 0,-3 0-4 15,-1 0-4-15,3 0-1 0,2 4-1 0,-7-2 1 0,1-1-1 16,3 1-2-16,-6-1-3 0,1 0 1 0,-1 3-1 16,6-2 0-16,-8-1 3 0,0-3 3 0,1 2 0 15,-2 1 3-15,1-9 2 0,1 7 0 0,-1-7 5 16,4 5 13-16,-4-5 19 0,0 0 7 0,0 0-2 0,0 0 6 16,0 0-3-16,0 0 4 0,0 0-6 0,10-13 2 15,-4 4 9-15,-6 1-7 0,2 2 2 0,5-5-4 0,-1 2-2 16,-4 2 0-16,4-1 10 0,-4 0-11 0,3 0-1 15,-3 1-2-15,3 0-3 0,-5 3-3 0,8-2-6 16,-6 3 0-16,1-3-3 0,-3 6-2 0,0 0-5 16,10-8-5-16,-10 8-4 0,0 0-7 0,0 0-6 0,0 0 0 15,0 0-7-15,15 10-2 0,-9-5 0 0,3 2-2 16,-3-3-3 0,-1 2 4-16,5 3-2 0,-5-1 2 0,5-3 0 15,-5 3 1-15,3 1-3 0,-1-1 3 0,-4-1-2 0,4 0 3 16,0-2-1-16,-6 1 5 0,4-3 0 15,-5-3 4-15,7 8 1 0,-7-8 7 0,5 5 14 16,-5-5 27-16,0 0 11 0,5 2-1 0,-5-2-7 16,0 0 2-16,0 0 3 0,10-14 0 0,-5 10 16 0,0-2 4 15,0 0-5-15,-2-5 0 0,7 4 3 0,-7 1 11 0,5-1-17 16,-1-2 22-16,0 2-17 0,-2-1-3 0,0 1 6 0,3 0-16 16,-3 2-12-16,0 2-6 0,0-1-1 0,-5 4 6 15,10-8-19-15,-5 5-2 0,-5 3 0 16,0 0-2-16,18 3-6 0,-18-3-8 0,10 7 14 15,-2-3-31-15,-1 0 6 0,1 3-17 0,-1-5-12 0,2 8-4 16,1-3-11 0,0 3-11-16,-3-2-12 0,1 2-14 0,5 2-17 15,-6-3-14-15,0-1-27 0,1 7-34 0,-6-8-43 0,6 4-49 16,-3 1-52-16,0 0-169 0,-2-1-538 0,4-6 238 16</inkml:trace>
  <inkml:trace contextRef="#ctx0" brushRef="#br0" timeOffset="-174724.91">10048 8520 86 0,'0'0'392'0,"0"0"-12"0,0 0-21 0,0 0-27 0,0 0-23 0,0 0-33 16,0 0-32-16,0 0-23 0,0 0-27 0,0 0-14 15,0 0-26-15,0 0-24 0,0 0-27 0,0 0-18 0,0 0-19 16,0 0-10-16,0 0-7 0,0 0-8 0,0 0-12 16,0 0-2-16,0 0-10 0,0 0 0 0,0 0-4 15,0 0-3-15,0 0 1 0,0 0-5 16,0 0-1-16,2 12 12 0,-2-12-8 16,0 0 8-16,0 0-3 0,0 0 14 0,0 0 12 15,0 0-6-15,0 0-9 0,0 0 0 16,0 0-8-16,0-18 2 0,0 18 1 0,0-10-11 0,0 3-1 15,0 0-20-15,0 7-27 0,-9-15-31 0,8 9-35 16,1-1-42-16,-7-1-51 0,0 1-72 0,1 2-270 16,4-2-583-16,-6-1 259 0</inkml:trace>
  <inkml:trace contextRef="#ctx0" brushRef="#br0" timeOffset="-174477.51">10021 8272 67 0,'0'0'335'0,"0"0"-17"0,0 0-28 16,0 0-21-16,0 0-22 0,-1-7-20 16,1 7-32-16,0 0-13 0,0 0-18 0,0 0-21 0,0 0-18 15,0 0-9-15,0 0-19 0,-9-3-11 0,9 3-14 16,0 0-18-16,0 0-17 0,0 0-18 0,0 0-26 15,0 0-19-15,0 0-20 0,0 0-26 0,0 0-36 0,0 0-41 0,0 0-54 16,0 0-203-16,7 19-439 0,-7-19 195 0</inkml:trace>
  <inkml:trace contextRef="#ctx0" brushRef="#br0" timeOffset="-173991.87">10298 8447 202 0,'0'0'286'0,"11"0"-20"0,-11 0-22 0,0 0-21 16,20-4-21-16,-20 4-19 0,20 4-20 0,-10-3-19 0,5-1-13 15,0 3-13-15,5-1-12 0,0-1-11 0,8-1-9 0,5 1-4 16,0 6-12-16,15-6-6 0,0 6-7 0,0 1-5 15,3-1-5-15,2 2-5 0,3-6-5 0,-4 4-3 16,2 3-4-16,-2-7-1 0,6 9-4 0,0-2-1 16,-1 1-3-16,-2-3-3 0,1 2-1 0,-1-3-2 15,3 3 0-15,0-3-4 0,1 3 1 0,-4-2-1 0,0-1-3 16,-2-3 0-16,-2 4-2 0,7-3 0 0,-5 5 1 0,-3 1 0 16,2-8-2-16,0-2 0 0,1 7-1 0,-4-4 2 15,3 4-1-15,1-4-1 0,-4-4-2 0,-7 2 1 16,1-2 0-16,-8 2-1 0,-1-1-2 0,-2-1 2 15,-2 0 2-15,-1 0-4 0,-9 0 3 0,-3-1 1 16,1 1-1-16,-6 0-2 16,1 0 2-16,-13 0 0 0,16 0 2 15,-9 0 2-15,-7 0 3 0,0 0 2 0,13 0-4 0,-13 0-2 16,0 0 1-16,10 1-1 0,-10-1 2 0,0 0-9 16,0 0-6-16,0 0-14 0,0 0-11 0,0 0-16 15,0 0-19-15,0 0-23 0,0 0-34 0,0 0-48 16,0 0-53-16,0 0-200 0,0 0-461 0,-31-8 205 15</inkml:trace>
  <inkml:trace contextRef="#ctx0" brushRef="#br0" timeOffset="-166884.45">8042 9550 24 0,'0'0'371'0,"0"0"-2"0,0 0-21 15,-17-10-33-15,17 10-10 0,0 0-36 0,0 0-18 16,0 0 2-16,0 0-29 0,-10-5-24 0,10 5-20 15,0 0-23-15,0 0-12 0,0 0-17 0,0 0-18 16,0 0-8-16,0 0-7 0,0 0-19 0,0 0-7 16,0 0-8-16,0 0-8 15,0 0 7-15,0 0-25 0,0 0-2 0,0 0-1 16,9 20-3-16,-9-20-8 0,1 10-8 0,4-1-22 16,-3-2-14-16,-2-2-13 0,7 8-15 0,-4-3-15 15,0-1-17-15,2 0-10 0,-3 0-23 0,3-2-26 16,1 3-36-16,-2-3-31 0,4 0-50 0,-5 4-46 15,-1-7-155-15,8 1-498 0,-7 1 221 0</inkml:trace>
  <inkml:trace contextRef="#ctx0" brushRef="#br0" timeOffset="-166467.79">7944 9442 55 0,'0'-8'256'0,"0"-4"-21"0,0 3-21 0,0-4-10 15,0 1-10-15,7 4-5 0,-7-1-13 0,6-2-16 16,-4 3-16-16,5 1-12 0,-2 3-16 0,-2-5-11 0,4 2-10 16,3 3-11-16,-6 0-5 0,10-3-14 15,-4 4-5-15,1 1-10 0,-1 2-1 0,2-2-6 16,1-1-6-16,4 6 0 0,-1-3-6 0,-1 4-5 0,3 3-2 16,-3-3-3-1,2 2 1-15,-1 2-8 0,-1 1 1 0,0-1 1 16,0 2-3-16,0 2-6 0,0-2 2 0,-9 2-2 15,8 2-1-15,-5-1-2 0,3 2 1 0,-9-3 0 0,4 6-4 16,0-2 1-16,-2-2-4 0,-4 2 2 16,-1 1-3-16,0-2 2 0,-1-4 0 0,-8-1 0 15,4 3 2-15,-1-4-2 0,-3 4 0 0,-5-3-1 0,-1 1 4 16,0-4-2-16,-5 2 0 0,5-5 2 0,-7 1-1 0,-2-3 2 16,-3 2 2-16,2-1-4 0,1-3 4 0,0 0-3 0,6 0 2 15,-3 0-3-15,-1-1 1 0,6-1 1 0,4-1 2 16,2 2-3-16,-3 1-10 0,13 0-12 0,-8-4-21 15,1 0-31-15,7 4-23 0,0 0-12 0,0 0-12 16,30-4-24-16,-10 0-20 0,9 1-13 0,-2 3-2 16,8 0-8-1,8 0-102-15,-10-1-312 0,3 1 138 0</inkml:trace>
  <inkml:trace contextRef="#ctx0" brushRef="#br0" timeOffset="-166082.41">8485 9592 29 0,'15'-3'75'0,"-1"-2"26"0,-3 2 14 0,-4-4 17 16,1-2 19-16,-1 5 0 0,-6-3-10 0,6-1 2 15,-5 0 4-15,-2 4 0 0,0-7-4 0,0 11-11 16,-2-8-14-16,-5 3-9 0,7 5-11 0,-3-10-13 0,-2 5-9 0,5 5-8 16,-15-2-9-16,15 2-2 0,-15 0-7 0,15 0-7 15,-13 2-3-15,1 3-9 0,6-1-3 0,-7 2 0 16,8 0-2-16,-5 1-2 0,5 1-6 0,1-1 1 16,-6 2-2-16,5-1-5 0,2-1-4 0,-2-2-4 15,4 2-1-15,-1 1-2 0,2-8-4 0,2 10 5 16,-1-5-2-16,4-2 1 15,-5-3-2-15,12 8 2 0,-4-5-3 0,-1-3 2 16,6 0 0-16,-13 0 3 0,18-3-4 0,-3-2 0 16,-7 1 0-16,4-1 1 0,1 0 1 0,-3 2-5 15,-3 1 11-15,3-5 0 0,-4 4-1 0,2-4 9 16,-1 4 9-16,1 1 6 0,-1-2 6 0,-2 1 0 16,-5 3-4-16,8-5-6 0,-8 5 0 0,7-1-6 15,-7 1-4-15,0 0 1 0,0 0-2 0,0 0-2 0,15 6-2 0,-9-3 0 16,1 3-1-16,-5 0-2 0,11 1-3 0,-3 1-4 15,0-2 1-15,1 3-11 0,4 0-10 0,0-2-17 16,0-3-19-16,0 2-18 0,1-1-22 0,-1 2-26 16,4-6-15-16,-3-1-26 0,1 0-26 0,-4-1-10 15,2-2-120-15,-2-5-344 0,0 1 152 0</inkml:trace>
  <inkml:trace contextRef="#ctx0" brushRef="#br0" timeOffset="-165650.15">8995 9297 100 0,'-5'-17'229'0,"10"1"4"0,-10 5-4 15,10-1-1-15,-10-3 0 0,5 8-11 0,0-5-6 16,-1 5-3-16,1 2-16 0,0 5-18 0,1-13-21 16,-1 6-19-16,0 7-15 15,0-7-26-15,0 7 0 0,0 0-21 0,0 0-7 16,0 0-4-16,0 22-10 0,5-17-5 0,-5 7-5 16,0 6-2-16,7-3-7 0,-6 1-4 0,1 7-3 15,-2-4 2-15,5 4-5 0,-3 0-1 0,1 4-5 0,-3 0-6 16,3-3-12-16,2 1-1 0,-3-4-3 15,3 6-8-15,-3-7-2 0,-2-1-3 0,8 5 0 16,-5-5-2-16,1-4-2 0,5 2-2 0,-4 0 1 0,5-4 0 0,2-5 0 16,-4-1 5-16,7 2 0 0,0-5-3 0,2-4 4 15,-1 3-2-15,2-6 4 0,2 1 5 0,-3-5-1 16,1 2 1-16,2-3-3 0,-4 1 6 0,-1-4 1 0,-2 2 5 16,1 0 6-16,-1-3 7 0,-3 1 13 15,-3 2 17-15,1-1 6 0,-8 1 16 0,6 0 9 16,-6-2-2-16,0 4 1 15,0-1 3-15,0 4-7 0,0-4-3 0,0 8-10 16,0-10-5-16,0 10-10 0,-6-6-5 0,6 6-5 16,-8 0-5-16,8 0-6 0,0 0 6 0,0 0-9 15,-17 9 1-15,12-3-8 0,-3 0 3 0,6 0 0 0,-3 0-2 16,-2 0-9-16,4 0-8 0,0 3-9 16,3-1-4-16,3-3-1 0,-3 3-7 0,3-2-8 15,4 2-16-15,-5-6-25 0,6 3-43 0,2-2-45 0,0 0-59 0,3-1-62 16,-5-2-194-16,6-5-521 0,-4 2 232 0</inkml:trace>
  <inkml:trace contextRef="#ctx0" brushRef="#br0" timeOffset="-165480.85">9172 9327 285 0,'0'0'346'15,"-13"-3"-12"-15,13 3-33 0,-3-3-27 0,3 3-25 16,0 0-34-16,-4-6-15 0,4 6-34 0,0 0-45 0,0 0-47 15,22-5-50-15,-7 5-54 0,1 4-61 0,3-3-66 16,4 2-229-16,-2-3-417 0,4 3 185 0</inkml:trace>
  <inkml:trace contextRef="#ctx0" brushRef="#br0" timeOffset="-164779.08">9925 9626 174 0,'0'0'273'0,"0"0"-11"0,0 0-13 16,0 0-10-16,0 0-9 0,0 0-16 0,0 0-16 15,0 0-16-15,0 0-10 0,0 0-20 0,0 0-10 16,0 0 0 0,0 0-23-16,0 0-12 0,0 0-6 0,0 0-11 15,0 0-8-15,0 0 0 0,0 0-12 0,0 0-4 0,0 0-8 16,35 0-8-16,-12 2-3 0,4 1-7 0,3 2 0 15,16-1-6-15,5 3-4 0,4-1-3 0,4 1 3 16,26-1 2-16,-2 0-13 0,-4 1-2 0,7 1-1 16,-3-1 2-16,6 1-7 0,-3-5 3 0,-5-2-3 15,2 5-3-15,-18-4 1 0,22-2-1 0,-25 0 15 0,-3-2-16 16,1 4 0-16,4-4 1 0,-4 4-4 0,-4 0 12 0,-4-4-12 16,-6 0-3-16,-1-1 2 0,-14 2 1 0,4 1-2 15,-7-2 1-15,0 1 0 0,-10 1-1 0,4 1-4 16,-7-2 2-16,-2 2 3 0,-5-2 0 0,4 1-3 15,-12 0 1-15,16 0-5 0,-6 0 7 0,-10 0-7 16,10 3 2-16,-10-3 1 0,0 0-2 0,0 0-4 0,15-2 4 16,-15 2-2-16,0 0 2 0,0 0-6 0,0 0-8 0,0 0-8 15,12 0-9-15,-12 0-12 0,0 0-7 0,0 0-12 16,0 0-19-16,0 0-14 0,1 6-17 0,-1-6-21 16,0 0-33-16,0 0-25 0,0 0-40 0,0 0-208 15,0 0-479-15,0 0 213 0</inkml:trace>
  <inkml:trace contextRef="#ctx0" brushRef="#br0" timeOffset="-162043.95">8252 10483 212 0,'0'0'210'16,"0"-7"-8"-16,0 7-5 0,0-8-8 0,0 8-14 15,-8-7-9-15,8 7-13 0,-5-6-10 0,0 4-15 16,5 2-12-16,-10-12-9 16,3 11-13-16,-1 0-7 0,8 1-7 0,-17-5-11 15,3 4-5-15,0-4-9 0,1 5-5 0,-2-2-8 0,0 1 0 16,5-2-7-16,-3 3-2 0,2 0-7 16,11 0 2-16,-12 0-5 0,12 0-2 0,-13 0-2 0,13 0-4 15,0 0 2-15,-15-1-5 0,15 1-2 0,0 0-5 16,0 0 3-16,-7 5 0 0,7-5 0 0,0 0-1 15,12 13-2-15,-4-11-3 0,-5 5 3 0,9 0 0 0,0-1 3 16,-3 1-1-16,6 4-3 0,-3-2 2 0,6 5-1 16,-3-2-2-16,-2 1 0 0,2-3-2 0,-5 2 1 15,5 0 1-15,-5-1 0 0,3 4-1 0,-1-3 0 0,-2-3 1 16,-4 6-3-16,8-4 3 0,-13-1-5 16,7-2 3-16,-3-1-2 0,-5 2 3 0,9-3-4 15,-8 0 1-15,-1 0-1 0,0 0 3 0,0-2-1 0,0-4-1 0,-3 10 3 16,-4-8 1-16,2 3 7 0,-4-2-2 0,9-3 5 15,-20 4 4-15,6-2-6 0,5-2 0 0,-5 0 4 16,1 0-4-16,1 0-3 0,-6-2 1 0,2 2-4 0,2 0-2 16,5 0-3-16,9 0-13 0,-19-4-12 0,11 3-14 15,8 1-19-15,-12-2-26 0,12 2-34 16,0 0-42-16,-3-6-26 0,3 6-26 16,15-7-147-16,-7 2-390 0,11-1 173 15</inkml:trace>
  <inkml:trace contextRef="#ctx0" brushRef="#br0" timeOffset="-161627.34">8479 10536 199 0,'3'-3'214'0,"-3"3"-13"0,0 0-20 0,3-6-23 16,-3 6-10-16,0 0-13 0,0 0-17 0,0 0-18 16,0 0-10-16,0 0-9 0,0 0-7 0,0 0-6 15,5 14-8-15,-5-14-8 0,4 13-9 0,-4-6 3 16,3 3-5-16,-3-3-5 0,3 3 0 0,2-2-7 15,0-1 0-15,2 4-3 0,1-2-6 0,-1-5 4 16,3 4-4-16,-4 1-2 16,6-3 4-16,-2-3-11 0,6 5 3 0,-1-4 0 15,-3-4 1-15,9 1-4 0,-12-2 0 0,6 1 0 16,-2-3 2-16,-3-2-2 0,1 0 5 0,-1-3 12 16,-1 2 14-16,-1-2 15 0,-2 1 12 0,3-1 10 15,-4-2 10-15,-2 1 8 0,0 3 13 0,-1-4 15 16,-2 2 8-16,2 0 3 0,-2 1 6 0,3-1 1 15,-3 1-2-15,0 7-6 0,2-12-1 0,-2 12-10 0,0-11-13 0,0 11-20 16,0-4-7-16,0 4-11 0,0 0-8 0,0 0-9 16,0 0-14-16,0 0-19 0,0 0-24 0,0 0-25 15,0 0 7-15,0 0 2 0,0 0-7 0,0 0 6 16,5 22-10-16,-2-14-19 0,2 3-5 0,-2-3-9 16,0 1-3-16,2 2-15 0,2-2-10 0,-4 1-15 15,7 1-17-15,2 0-22 0,-7-4-35 0,8 3-24 0,-3-5-38 0,10 0-53 16,-12 0-194-16,5-8-527 0,2 3 233 0</inkml:trace>
  <inkml:trace contextRef="#ctx0" brushRef="#br0" timeOffset="-161226.33">9025 10293 147 0,'0'0'315'0,"-2"-11"-15"0,-3 6-26 16,5 5-23-16,0 0-24 0,0-7-24 0,0 7-23 15,0 0-22-15,0 0-17 0,0 0-15 0,0 0-12 16,0 0-12-16,0 0-11 0,5 26-7 0,-5-17-7 16,0 2-8-16,2 4-9 0,-2 1-5 0,2 0-7 15,-2 1-10-15,0 2 2 0,3-1-11 0,-1 2-5 0,-2-2-7 0,6 0-6 16,-4-1-8-16,1-1-7 0,-1-4-6 0,0 3-4 16,6-6-11-16,-7 3 7 0,3-5-3 0,-1 1-5 15,2-1 8-15,0 0 2 0,0-3 2 0,7-1 1 16,-6-2 3-16,6 1-1 0,-4-2 1 0,-8 0 0 0,22 0 5 15,-11 0-4-15,-1 0 5 0,3 0 1 16,-3 0 2-16,-10 0 4 16,22-2-3-16,-11 2-1 0,-11 0 2 0,15-1-4 15,-6 1 5-15,-9 0-7 0,0 0 3 0,13 1-1 16,-13-1 0-16,0 0 0 0,10 5 0 0,-10-2-1 16,0-3 0-16,1 8 0 0,-1-1 4 0,0-7-2 15,0 9 0-15,0-9-1 0,-1 9 3 0,-6-3-3 0,5 1 3 16,-4 0 0-16,-2-2 1 0,-1 0 0 15,-6 2 0-15,0 1 1 0,1-4-10 0,-1 1-15 0,-4 1-22 0,3-3-34 16,-4 2-37-16,8-1-42 0,-2-4-44 0,0 2-178 16,-4-2-411-16,7-2 182 0</inkml:trace>
  <inkml:trace contextRef="#ctx0" brushRef="#br0" timeOffset="-160794.06">9378 10617 11 0,'0'0'191'0,"0"0"-14"0,0 0-7 0,0 0-13 16,11-2-8-16,-11 2-14 0,0 0-11 0,0 0-8 0,12 0-9 16,-12 0 0-16,8 2-7 0,-8-2-9 0,13 0-7 0,-13 0-4 15,10-2-10-15,-10 2-7 0,20 0 1 0,-20 0-2 0,17-1-3 16,-9 1 0-16,0-3 3 0,0 0 3 15,-8 3 7-15,17-1 1 0,-17 1-2 0,8-2-3 16,-8 2-3-16,0 0-4 0,7-5-7 0,-7 5-6 16,0 0-1-16,0 0-7 0,0 0-6 0,10 0-8 0,-10 0-7 15,0 0 4-15,6 8-6 0,3-1 0 0,-9-2-2 0,6 1-5 16,-4 3 1-16,5 1-2 0,1 4-2 0,-5 1 0 0,7 3 4 16,-5-2-5-16,-3 6-2 0,6 3-4 15,-1 1 4-15,1-3 1 0,-1 3-1 0,1 1-2 16,0-2 2-16,-5-1-2 0,-3 2 4 0,4-5-1 0,1-2-1 15,-5 3 1-15,1-9 3 0,-2 5 9 0,-8-2 19 16,6-5 24 0,1 1 24-16,-6-5 18 0,-3 1 5 0,1-4 8 15,0 1-14-15,-5-5-1 0,-3-3-11 0,-2-2-11 0,0-2-15 16,-10-3-18-16,5-9-44 0,-8-3-44 0,5 2-42 16,3 0-47-16,4 0-60 0,1-7-85 15,-3 1-296-15,8-4-621 0,8 2 275 0</inkml:trace>
  <inkml:trace contextRef="#ctx0" brushRef="#br0" timeOffset="-160609.18">9719 10463 227 0,'0'0'330'0,"0"-10"-20"15,0 5-27-15,0 5-27 16,0-8-24-16,0 8-20 0,0 0-25 15,0-7-20-15,0 7-22 0,0 0-42 0,-5-7-52 16,5 7-57-16,0 0-60 0,0 0-58 0,0 0-61 0,0 0-169 16,0 0-383-16,0 0 169 0</inkml:trace>
  <inkml:trace contextRef="#ctx0" brushRef="#br0" timeOffset="-159938.62">10121 10689 197 0,'0'0'199'0,"-7"-1"-12"0,7 1-12 16,0 0-16-16,0 0-9 0,0 0-15 0,0 0-11 16,0 0-9-16,0 0-6 0,0 0-4 0,0 0-7 15,0 0-6-15,0 0-6 0,0 0-8 0,38 0-7 16,-21 0-8-16,3 1-5 0,14-2-5 0,1-1-6 16,11 2-6-16,2 0-1 0,10 2-6 0,2-1-5 15,23-4 2-15,-2 5-7 16,3-2 1-16,4-2-2 0,-4 4-1 0,-1-4-2 15,0 4-3-15,8-4-3 0,-10 2 7 0,7-2 14 16,-6-1 3-16,5 2 0 0,-28 0-2 0,2 1-4 16,4-2-1-16,-7-1-2 0,0 3 0 0,-4 0-6 15,3-1 0-15,-6 2-2 0,-5-1-2 0,-1-1-3 16,-4 2-2-16,11 2-5 0,-8 0 5 0,-10-2 0 16,-1 4-5-16,1-2 0 0,1 3-3 0,0-6 3 0,1 6-3 0,-6 1 0 15,0-2 1-15,5-3-1 0,-7 3-3 0,0 2 2 16,-5-6 1-16,-5 1-5 0,2 0 3 0,-3 0 1 0,-1-1-3 15,-2 2-1-15,-1-6 2 0,-5 6 0 16,2-3 3-16,0 2-3 0,-10-2 4 0,15-2-3 16,-15 2 9-16,0 0-1 0,10 0-3 0,-10 0 1 0,0 0-4 15,11 2-6 1,-11-2-17-16,0 0-27 0,0 0-33 0,0 0-47 16,0 0-57-16,0 0-72 0,0 0-169 0,0 0-456 15,0 0 202-15</inkml:trace>
  <inkml:trace contextRef="#ctx0" brushRef="#br0" timeOffset="-155546.91">8325 11607 115 0,'6'-8'335'0,"-6"-1"1"16,0 2-1-16,2 1-5 0,-2-1-2 0,0 7-11 16,0-8-17-16,0 8-11 0,-2-11-39 0,2 11-29 15,0 0-22-15,2-4-18 0,-2 4-29 0,0 0-22 16,0 0-18-16,0 0-14 0,0 0-6 0,0 0-10 0,0 0-9 0,-8 20-9 15,8-12-2-15,-2 3-7 0,2 5-11 0,-3-1-2 16,3 2-10-16,0 1-25 0,0-2-13 0,0 4-14 16,3-1-22-16,-3 0-10 0,0 1-20 0,0-3-18 15,2 0-18-15,-2-1-16 0,6 0-24 0,-4 2-29 16,0-4-34-16,1-4-53 0,-1 1-44 0,4-5-186 16,-1 0-534-16,-1-2 237 15</inkml:trace>
  <inkml:trace contextRef="#ctx0" brushRef="#br0" timeOffset="-155014.39">8383 11493 76 0,'0'-15'280'16,"0"3"-11"-16,0 0-27 0,1 3-22 0,-1-1-16 15,0 0-13-15,5 1-13 0,0 1-20 0,-1 0-15 16,-1 2-15-16,0 3-13 0,2-3-13 0,4 2-8 15,0 2-12-15,0-3-8 0,1 5-5 0,-10 0-9 16,21 0-6-16,-6 3-3 0,0-1-9 0,5 1 1 16,-5 1-7-16,8 3-6 0,-8 0-6 0,0 1-2 0,-2 0-2 0,2-3-2 15,0 5-9-15,0-1-3 0,-2 2-7 0,-6-2-2 16,2 5 1-16,-5-9-4 0,1 5-2 0,-5-2 0 0,5 3 3 16,-10-2-1-16,1 3 0 0,-1-5-1 0,-1 5 3 15,-2-1 4-15,-7 0-4 0,8-2 2 16,-8 2 0-16,0-2 2 0,2 2-4 0,-2-4 3 0,7 2 2 15,-2-1-3 1,-2-4-2-16,9 2 2 0,-2-2 3 0,-3 0-2 16,3 0 3-16,5-4-4 0,-4 4 5 0,4-4 1 15,0 0 4-15,-6 5-4 0,6-5 1 0,0 0 2 0,16 3-1 16,-4 0 0-16,-2-1-3 0,-2 0 1 0,7-1-1 16,-2 2-1-16,-3 1 2 0,8 0-1 15,-1 0 3-15,-10-1-8 0,8 3 2 0,-1-3 0 0,-5 3-1 16,4 0 2-16,-5-2-2 0,5 3 0 0,-6-3-1 0,1 2 2 15,-1 3-2-15,-5-5-2 0,4 3 5 0,-2 1-2 0,-6 0-3 16,2 0 3-16,-2 0 0 0,-4 0 1 0,1-1-2 16,-4 1 4-16,3 1 0 0,-6 0 0 0,-1-3 1 15,-4 1-3-15,-1 3 4 0,2-5 0 0,-1 2-1 16,-3-2 1-16,-1 0-1 0,-2-1-1 0,3-1 0 16,-2 0 2-16,-1-3 2 15,5 0-1-15,0 2-11 0,3-4-16 16,-2 2-22-16,4 0-30 0,1-4-43 0,6 1-48 0,1-3-52 15,-4 0-186-15,9-5-435 0,0 4 193 0</inkml:trace>
  <inkml:trace contextRef="#ctx0" brushRef="#br0" timeOffset="-154628.95">8876 11673 21 0,'0'12'137'15,"0"-6"-3"-15,0 2-8 0,0 0-3 0,-5 3-5 16,3 0-19-16,2 1-7 0,-1-5-2 0,1 5-13 16,1 3-2-16,-1-2-8 15,7 1-4-15,-4-4-6 0,-3 1-4 0,4 0 4 16,-1-3 3-16,5 0-3 0,-3-1 2 0,5 1-2 16,-3-4-1-16,1 0-3 0,4 0 1 0,-2-4-4 15,3 1-6-15,3-2-1 0,-9-2-9 0,6 0-3 16,4-2 1-16,-6 1 0 0,6-5-2 0,-10 2 6 15,2-1 3-15,-4 0 12 0,4-2-3 0,-6 1 0 16,0 0 0-16,-3-3-3 0,-3 2-4 0,0 2 1 0,-6-7 1 0,4 7 0 16,-4 1-2-16,0-6-9 0,-4 3 0 0,-7 0-3 15,10 3-6-15,-5 0 0 0,2 4-2 0,5-1-6 16,-5 3 0-16,3-1-2 0,5-3-12 0,5 5-15 0,-15 0-14 16,15 0-12-16,0 0-7 0,-17 5-5 0,17-5-12 15,7 7-10-15,-7-7-20 0,16 8-29 0,-2-2-17 16,4-3-12-16,3 3 0 0,7 0 2 0,-1-1-7 0,3-1-98 15,0 2-274-15,-4 3 121 0</inkml:trace>
  <inkml:trace contextRef="#ctx0" brushRef="#br0" timeOffset="-153827.25">9320 11766 60 0,'0'0'98'0,"0"0"3"0,0 0 2 16,0 0 13-16,0 0 6 0,0 0 8 0,0 0 10 16,-20-10-2-16,8 8-6 15,1 2 2-15,-4-1-3 0,-7 2-5 0,6-1-6 16,-3 2-10-16,3-2-4 0,-2 4-2 0,-2 2-12 15,3 0-7-15,-1-3-6 0,-2 3-11 0,9 3-5 16,-4-1-10-16,3-3-2 0,1 3-9 0,6 0-1 0,-5-2-2 16,5 4-5-16,3-3 0 0,0 1-8 15,2 1 1-15,2 1-2 0,0-2 1 0,1-1-3 16,7 1 0-16,-3-2-6 0,4 0 0 0,4-2-2 0,3 1 0 0,-3-3-5 16,3 2-1-16,1-7-5 0,2 2 0 0,-3-3-6 15,4-2-5-15,-7-1-14 0,5-5 0 0,3-3 5 0,-8 1-3 16,6-6 1-16,-6-2-2 0,0-3 4 0,0-2-1 15,-9 0 2-15,3 0 1 0,-3 1 7 16,-1-1 7-16,-5 0 15 0,0 0 24 0,-1 5 23 0,-3 5 13 16,-2-5 18-1,4 5 9-15,-5-1 0 0,7 8 15 0,-6-5-9 16,6 3-5-16,-8 5-11 0,8-1-13 0,-2 1-5 16,-1 0-21-16,3 7-13 0,-2-7-29 0,2 7-22 0,0 0 0 15,0 0 1-15,0 0 0 0,-13 15-1 0,13-5 0 16,0 1-1-16,0 6-1 0,0 2 0 0,3-1-2 15,-1 7-3-15,4-6 9 0,-4 8-15 0,5-2-9 16,7 0-4-16,-5-1-11 0,-3-4-9 0,8 4-16 0,-3-3-10 16,-1-5-18-16,5 1-21 0,-3-2-14 0,1-3-14 0,2 2-17 15,-4-6-2-15,6 0-16 0,-4-5 3 0,2 0 10 16,-3-2 13-16,-1 3 19 0,1-8 16 0,-1 3 32 16,4-3 21-16,-11-2 35 0,4-1 31 0,0 2 25 15,-1-4 22-15,-4-1 28 0,-1 2 25 0,1 0 15 16,-1-1 16-16,4 0 13 0,-12 1 3 0,14 3 3 0,-8-3 3 0,0 8 2 15,-2-12-9-15,2 12-9 0,0-6-17 0,0 6-15 16,2-6-13-16,-2 6-3 0,0 0-24 0,0 0-14 16,0 0-7-16,0 0-4 0,0 0-4 0,0 0-7 15,0 0-11-15,2 20 2 0,3-13-8 0,-5 3-2 16,8-3-6-16,-2 3-10 0,-1-1-3 0,7 0-14 31,0 0-11-31,2 1-13 0,0-2-16 0,-1-1-7 16,2 1-5-16,1-2-2 0,-4-1-1 0,5-4 7 0,-1 1-1 15,-1-2 11-15,-2 0 6 0,-5-2 8 0,2 1 7 0,2-4 21 0,-5-1 17 16,1 0 19-16,-1-3 15 0,-6 4 21 0,6-2 14 16,-4-1 20-16,0-4 17 0,1 5 16 0,1-2 15 15,-4-2 24-15,4 4 25 0,-1-5 6 0,-4 4 5 16,0 1 0-16,0-1-1 0,0 3-5 0,0 5-10 0,6-8-14 16,-6 8-19-16,2-6-14 0,-2 6-16 0,0 0-12 15,0-5-15-15,0 5-15 0,0 0-8 0,0 0-7 16,0 0-5-16,0 0-7 0,7 19-5 0,-7-9-4 15,0-1-8-15,0 6-31 0,0 3-39 0,0 3-48 16,0 4-26-16,0 1-52 0,-4 2-25 0,4 4-30 16,-5-2-37-16,-1 1-57 15,6 1-74-15,0-8-243 0,0 4-688 0,3-2 305 16</inkml:trace>
  <inkml:trace contextRef="#ctx0" brushRef="#br0" timeOffset="-153410.6">10294 11898 105 0,'-4'-2'399'0,"4"2"23"0,-12-5 4 0,7 0-20 15,5 5-40-15,-2-6-35 0,2 6-36 0,0 0-31 0,2-9-25 0,-2 9-25 16,21-2-23-16,-2 2-21 0,12 0-22 0,-1 2-3 15,5 1-20-15,9 4-15 0,6 1-8 0,-2-5-5 16,3 1-16-16,-1 4-4 0,5-7-7 0,1 2-10 16,-3 2-6-16,3-5-4 0,-8 3-16 0,-3 1-20 15,-10 1-12-15,-4-3-21 0,2 2-18 0,-5-3-30 16,-8 1-21-16,0-2-21 0,-5 1-18 0,-2 3-25 0,-6-3-31 0,1 1-32 16,-1 2-28-16,-7-4-14 0,0 0-20 0,0 0-40 15,0 0-168-15,-19 13-524 0,8-10 232 0</inkml:trace>
  <inkml:trace contextRef="#ctx0" brushRef="#br0" timeOffset="-153109.84">9927 12342 201 0,'-16'0'330'15,"1"2"-7"-15,6-2-5 0,9 0-3 0,-16 0-6 0,16 0 0 16,-12-2-7-16,12 2-16 0,0 0-19 0,0 0-10 0,-13 0-28 16,13 0-25-16,0 0-19 0,18-11-22 0,4 11-19 15,4-1-9-15,7-2-20 0,14 0-8 0,1 3-9 16,1 0-7-16,6-2-13 0,3 2-6 0,-2-5-11 16,0 5-7-16,4 1-4 0,-5-1-12 0,-1 6-11 0,-3-3-16 15,-1 1-36-15,-2 1-17 0,-3-4-31 0,-10 6-21 16,9 0-19-1,-12-1-15-15,1-3-20 0,-10 6-21 0,7-2-29 0,-14 1-31 16,3-5-41-16,-5 2-26 0,-4-1-31 16,-3 0-168-16,-4 1-535 0,2-2 236 0</inkml:trace>
  <inkml:trace contextRef="#ctx0" brushRef="#br0" timeOffset="-152793.45">9573 12597 13 0,'-13'1'182'0,"3"4"-15"16,-4-4 0-16,5 1-1 0,0 1-4 0,9-3 0 0,-11 4 6 0,7 1 7 16,4-5 7-16,0 6 7 0,0-6 3 0,9 8 1 15,6-2 0-15,-6-5 3 0,10 5-7 0,1-4 0 16,11 2-11-16,0-1-9 0,14-2-11 0,5 3-17 15,1 0-9-15,4-2-20 0,3-4-10 0,1 4-11 16,4-4-8-16,-2 4-9 0,20-1-9 0,-24-1-1 16,4 1-10-16,-3 2-4 15,-5 1-5-15,-4 0-13 0,3-3-21 0,-6 2-40 16,-3 2-26-16,-8-5-30 0,-4 2-34 0,-1 3-36 16,-7 0-48-16,-4 1-64 0,4-5-57 0,-7 2-212 15,-2 2-578-15,-6-3 255 0</inkml:trace>
  <inkml:trace contextRef="#ctx0" brushRef="#br0" timeOffset="-148548.62">7487 7608 90 0,'0'0'158'0,"-5"-3"-6"0,5 3-3 16,-5-3-10-16,5 3-11 0,0 0-11 0,0 0-12 15,-9-3-6-15,9 3-9 0,0 0-8 0,0 0-12 0,0 0-10 16,0 0-12-16,0 0 0 0,0 0-5 0,0 0-2 16,0 0-8-16,0 0-2 0,0 0-1 15,0 0-3-15,0 0-1 0,28 9-1 0,-18-4 0 0,8 0-6 0,3 0 2 16,1-2-4-16,9 4-1 0,-1-2-6 0,5-2 4 15,0 1-2-15,8 3 4 0,-9 0-5 0,1-5-1 0,10 2-3 16,4-1 3-16,-2 1 2 0,2-4-4 0,-1 5-3 16,-16-1 1-16,16-1-3 0,-15-3 0 0,5 4 1 15,3-4 5-15,-7 1-6 0,-3 2 3 16,-1-3-11-16,5 2 8 0,-6-2 2 16,1 1-2-16,-2-2-2 0,-5 2 7 0,-3-1-6 15,5 0-2-15,-2 4 0 0,7-4 3 16,-10 2-1-16,1 1-5 0,-4 0 6 0,5-2 2 0,-4 4-5 15,0-3-6-15,3-1 6 0,-2 2 2 0,2-2 3 16,-3-1-6-16,6 3 2 0,-3-3-1 0,4 3 2 16,-2 1-4-16,-3-3 2 0,5 2 5 0,0-2-6 15,-1 2 2-15,6-3-6 0,-8 2 6 0,-2 1 4 0,4-3-2 0,-4 3-3 16,3-2-6-16,-3-1 8 0,0 0 2 16,0 0-1-16,3 2-4 0,-1-2 2 0,-7 1-3 0,5-1 3 15,-4 0-1-15,6 0 1 0,-8 0-1 0,3 4-3 16,3-4 5-16,1 1-3 0,-1-1 0 0,0 2 4 15,0-2-3-15,2 1-2 0,1 3 6 0,0-1-1 16,5-1-3-16,-6 0 3 16,7-2-5-16,-7 4 1 0,1-3 1 0,7 6-7 15,-4-4 7-15,4-2 1 0,-7 3-3 0,4 1 3 16,1-2-5-16,0 1 7 0,2-1-1 0,-4 1 1 16,4 0-3-16,-2-1-4 0,-8-2 10 0,8 2-6 15,2 1 0-15,-4 0 3 0,3-4-4 0,-6 1 2 16,-2 1-3-16,-1-2 3 0,0 1-2 0,2 3 3 15,-1-3-1-15,-4 1-1 0,2-1 0 0,1 2 0 0,-1-2-15 0,-3 2 20 16,4 2-3-16,-4-5-2 0,3 3 0 0,-3-3 5 16,4 1-1-16,-3 1-3 0,6-1 1 0,-2 3-2 15,-1-3 3-15,5 1-3 0,-5-1 1 0,5 0 4 16,5 6-6-16,-2-6 0 0,-2 2 1 0,-8 1 0 16,6-2-1-16,10 3 2 0,-12-2 0 0,8-2-2 15,-9 3 7-15,9 1-4 0,0-2-1 0,-2-3 1 0,-5 3-2 0,7 1-1 16,-10-2 2-16,4 1-1 0,-2-1 0 0,-4-1 3 15,4-1 2-15,-1 1-8 0,-1-1 2 0,2 0 0 16,-1 0 4-16,-4 5-3 0,3-5 2 0,3 0-1 16,-2 0-1-16,-3 2 1 0,2-4 1 0,2 2 1 15,-2-5-3-15,1 5 1 0,2 5 0 0,-1-5-1 16,-4-5-2-16,5 4 2 16,-3 1 0-16,2-1-2 0,1 1 0 0,-2 0-2 15,-1 0 5-15,5 0-1 0,-3 0 3 0,-4-2-3 16,7 2 2-16,-4-3-4 0,-1 3 3 0,1 0-4 15,4 0 3-15,0 0 0 0,-3 3 0 0,-1-3-1 16,2 0-9-16,-1-3 10 0,1 3 1 0,-1 0-4 16,6 0 5-16,-7 3-1 0,9-6 4 0,-10 6-3 15,5-1-7-15,-5-2 9 0,1 0-6 0,-3-2 1 0,5 2 3 0,6-3-1 16,-10 3-6-16,0-2 5 0,1-1 8 0,3 6-11 16,-3-7 7-16,-4 4-4 0,4 0 3 0,3-1-3 15,-5 1 0-15,4-2 2 0,-4 2-4 0,5 0 2 16,0 0-4-16,-3 0 3 0,10 0 0 0,-5 0 5 15,-4-3-2-15,9 6-2 0,-8-3-2 0,12 0 4 16,-5 0 1-16,4 2-3 16,-7-1 0-16,4-1-2 0,0 1-3 0,-2 2 1 15,3-1 8-15,-1 1-9 0,2-1 5 0,-3-1 3 16,0 0-4-16,-8-1 4 0,1 0-2 0,6 0 2 16,-10 0-3-16,0 5 4 0,2-3-5 0,-2-4 2 15,-1 4-1-15,-4-2 0 0,-5-2 1 0,7 4-1 0,-5-2 0 16,0-2-2-16,-10 2 4 0,23 0 0 0,-10-5-1 15,-3 5-8-15,-10 0 10 0,24-1-6 0,-13 1 1 0,1-1-1 16,1-1 2-16,-6 2 6 0,6-5-2 0,-3 5-9 16,3-3-2-16,-13 3 1 0,17-1-3 0,-6 0-4 15,-1-1 3-15,2 2-15 0,-4-3-10 0,-8 3-13 16,16-5-6-16,-9 1-7 0,0 3-1 0,-2-6-10 0,0 4-10 16,-5 3-13-16,10-7-32 0,-2 4-105 0,-7-3-253 15,3 3 113 1</inkml:trace>
  <inkml:trace contextRef="#ctx0" brushRef="#br0" timeOffset="-147430.15">13279 7839 108 0,'0'9'122'0,"-5"0"-12"0,5 0-6 0,-2 5-12 16,-1 0 2-16,-1 6-1 0,0-1-8 0,-5 8-1 16,-1-1-10-16,5 2-7 0,-6 1-5 0,2 3-6 0,-2-4-4 15,3 10-1-15,-4-3 8 0,-3 9 1 16,5-14-6-16,4 11-6 0,-8-9-1 0,8 9-2 15,-3 1 1-15,4 0-5 0,-4 7 0 0,7-3 1 0,-8-2 1 16,7-2-7 0,-2 0-2-16,3 2-3 0,-3-3 0 0,3-10 2 15,-1 9-9-15,-2 1 1 0,-1-11-7 0,6 0 5 16,-9 2 0-16,3-3-2 0,-4 5 0 0,5-6-2 0,-5 3 2 16,3-2 0-16,-1-2 0 0,1 0 1 0,-3 0-2 15,5-3-2-15,-3-6-2 0,3 3 1 16,0 4-2-16,-1 0-1 0,1-6 2 0,-2-1-4 0,0 1-2 15,2 1-1-15,-3-1 1 0,5 1 2 0,-4-1-4 0,-1 7-3 16,3 1 2-16,-5-3 0 0,5-2-1 0,-5 4-1 16,5-8 0-16,-1 3 0 0,-3 3-1 0,8 0-2 0,-11 3 0 15,9 0 4-15,-11-4 0 0,13 4-1 0,-6 0 1 16,-1-2 2-16,1 0 15 0,2 3 8 0,-3-3-1 16,-5-3-4-16,5 4-1 0,-1-7 1 0,9 4-5 15,-6 1-2-15,-3-6-2 16,4 0-3-16,-5 1 0 0,7 1-3 15,0-1 1-15,-5 4 1 0,4-7-2 0,3 4 1 16,-8 0-2-16,9-4-4 0,-6 2-1 0,2 0 2 0,-1 1-3 16,4 1 3-16,-4-6-1 0,3 5-3 0,2-2 0 15,-1 2 2-15,-4-1 0 0,5 0-1 0,-7 0-2 16,5 1 3-16,2-2-4 0,0 1 2 0,-3 2 0 16,1 0-1-16,2-5 0 0,0 5-2 0,-3-2 1 0,-2 0 2 0,3 2-2 15,2-1-8-15,-1-2 10 0,1 2-4 16,-2 7 2-16,-1-5 1 0,1-2-3 0,2 0 5 0,-7 5-3 15,7 3 0-15,-1 4-1 0,1-8 1 0,0 4 1 16,-2 0 2-16,1 0-2 0,-3 0-1 0,4 4 1 16,0-3-2-16,-6 5 1 0,4 4-1 0,0-7 3 15,1 1-4-15,-3 0 3 0,1 2-2 0,1 0 3 0,2-5-2 0,-3 6 1 16,0-4-4-16,1-1 2 0,-1 1-1 16,1 1 2-16,0 1 1 0,-6-3 1 0,8 3 1 0,-5-4-5 15,2-1-1-15,-4 3 4 0,4-3-1 0,-2-1-3 16,0-6 1-16,2 4 2 0,-1 0 2 0,1 2-3 15,-4-8 2-15,4 0-2 0,2 3 1 0,-3-5 1 16,-1 1-3-16,-1 1 3 16,6 0-3-16,-5-3 0 0,3 3-1 0,-3-3 4 15,2 0 0-15,1 1 2 0,-1 0-4 0,1-3 0 16,2 2 2-16,-2 3-1 0,1-9-1 0,-6 9 0 16,7-6 0-16,0 6 1 0,-5-3-2 0,5-3 1 15,0 3 1-15,-1 0-1 0,1-1-1 0,1 2 4 16,-2-1-1-16,1 1 1 0,-9-1-2 0,8 2-4 15,1 1 3-15,-4 0 2 0,4 0-3 0,0-1 1 0,0 2 1 0,0-2 2 16,-1 1-3-16,-8-4 0 0,8 4 2 0,-3-3 2 16,4 1-4-16,-1 0 1 0,-4-1-2 0,10 0 0 15,-10 1 2-15,1 1-3 0,1-7 1 0,3 7 1 16,-1 0-2-16,-1 0 1 0,2-5 1 0,0 8 3 16,0-2-2-16,0 1 1 0,0-4 0 0,0 2 1 15,0 1 4-15,0-2 10 16,0 4 13-16,0-2 0 0,0-2 3 0,0 3-3 15,0-2 0-15,-5 5-7 0,5-7 0 0,-2 1 1 16,2 3-7-16,0 1-2 0,-6-5-1 0,6 3 3 16,0-3 0-16,0 0-3 0,0-1-3 0,0-1 1 15,0 2 1-15,-2-3-1 0,-3 0-1 0,5-2-6 16,0 2-19-16,0 0-20 0,0-2-27 0,0-1-38 16,0 2-51-16,0-4-61 0,0-2-249 0,0 2-498 0,0-7 221 0</inkml:trace>
  <inkml:trace contextRef="#ctx0" brushRef="#br0" timeOffset="-146828.62">7833 8352 18 0,'-13'-9'38'0,"0"0"-12"0,0-5-8 0,1 5-1 16,-3 2-10-16,5-5-4 0,-1 4-25 0,6 4-22 15,0-4 10 1</inkml:trace>
  <inkml:trace contextRef="#ctx0" brushRef="#br0" timeOffset="-145594.29">7607 7615 24 0,'0'0'159'0,"0"0"-18"0,-9-7-3 0,9 7-25 15,0 0-7-15,-6-2-9 16,6 2-12-16,0 0-6 0,0 0-12 15,0 0-6-15,0 0-8 0,-9 16-3 0,8-12-3 0,1 3-12 16,0 0 2-16,-5 3-9 0,5 1 0 0,-2 2 0 16,-6 5-4-16,3-2 0 0,-3 10-7 0,1-2-1 15,0 6-4-15,-1-3-1 0,0 1 4 0,-5 11 4 16,-2-2-2-16,5 4-1 0,-4 1 1 0,6 0 0 16,-7-1 8-16,2 3-11 0,5-4 3 0,-4 4-4 0,2 0 2 15,5 2 0-15,0-3 1 0,-1 5-1 0,1 1 0 0,-4-2-1 16,6 2-6-16,2-2 6 0,-3-1 1 0,1 2-5 15,-2-1 2-15,3-3-1 0,2 2-3 0,0 2 0 16,0-5-1-16,0 7 1 0,0 0-1 0,2-4 6 16,-2 4 4-16,3-7 14 0,-3 2-3 0,0-5-3 15,0 7-3-15,0-8-3 16,0 3-1-16,0-2 2 0,2 2 1 0,-2-1-5 16,-2-8 4-16,-1 8 1 0,1-9 1 0,1-1 6 15,1 9 3-15,-2 2 2 0,0-12-5 0,-1 0-1 16,3 10-1-16,-2-8-3 0,-3 9-3 0,2-10 2 15,-2 8-4-15,3-8-1 0,1 0-2 0,1 3-1 16,-7-4-2-16,7-1-3 0,-1 3 2 0,-4-3-3 16,3 3 3-16,2-2-2 0,-5 1-1 0,2-1-2 0,3-3 1 0,-5 0 1 15,5-2-3-15,-2 2 0 0,-1-3-1 0,-1-1 1 16,4-4-8-16,-1 4 7 0,-1-7 1 0,-1 6-3 16,3-2 0-16,-2 6-1 0,-5-6 3 0,7-3 0 15,-1 6 0-15,-1-2-4 0,-1-3 4 0,1 8-2 16,-3-7 0-16,5 1 0 0,-3 7-3 0,0-8 3 15,1 5-3-15,-5 2 3 16,7-6 0-16,0 7 0 0,-8 2-2 0,8 0 0 16,-7-1 1-16,-1-1 1 0,7 6-3 0,-4-6 1 15,-4 0 0-15,8 1 0 0,-4 1 1 0,-4 1-8 16,8 0 8-16,-4-2-1 0,5 3-1 0,-7 0 2 16,7-1-1-16,-8 0 0 0,3-3 3 0,3 3-2 15,-4 1 1-15,6-1-2 0,-4 2 1 0,1-3 0 16,1 3 2-16,-6-3-2 0,8 0-2 0,-5-1 1 0,2 2 0 0,-4-3 0 15,6 1 3-15,-4 2 0 0,-2 1-3 0,5-4 0 16,-3 1 4-16,2-1-2 0,0 2-2 0,-2-1 1 16,1-1 1-16,3 0-2 0,-1 0 2 0,-1-2 0 15,-5 1-2-15,8 2 1 0,-4-3-3 0,1-5 3 16,1 0-2-16,2 4 0 0,-6 2 1 0,4 1-2 16,2-2 4-16,-2-7-1 0,-4 9 1 0,1-6-2 0,5 1 3 0,-2-3-1 15,-3 6-1-15,3-5 2 0,2-3-2 0,-1 3 0 16,-4-2 1-16,5-2-1 0,-2 4 0 0,1-5 0 15,1 4 0-15,-2 0-1 0,4-4 2 0,-2 1-2 16,-2-4 1-16,0 4 0 0,2-5 0 0,-1 1 0 16,1 0-2-16,0-1 3 0,0 1-1 0,0-4 2 15,0 3-3-15,1 0 4 16,-1-1-4-16,2-3 0 0,0 4 0 0,-2-2 3 16,-2-2-4-16,4 1 1 0,-2-1-3 0,1 5 3 15,-1-4-1-15,0 1 1 0,2 3 1 0,3-4-2 16,-5 5 3-16,0-4-1 0,1 1 0 0,-1 4-3 15,2 1 5-15,-2 0-4 0,0-3 0 0,3-2 0 16,-6 7 0-16,6-3 1 0,-3 1 1 0,0 0 1 16,2 1-3-16,-2-4 0 0,0 4 3 0,0-5 1 0,0 1 4 0,2 2 1 15,-4 3 5-15,2-6-3 0,2 2 0 0,-2 0 3 16,6 1-7-16,-6-1 1 0,2-4 1 0,-2 3-1 16,3-5-1-16,-1 2 0 0,-2 2 1 0,0-4-4 15,0-1 1-15,0 1 2 0,0 0-1 0,2 0-6 16,-2-7 5-16,5 9 2 0,-5-9 0 0,1 7-1 15,-1-7 4-15,5 7-5 16,-3-3 3-16,-2-4-13 0,15 5-30 0,-5-5-53 16,-10 0-57-16,26-5-55 0,-16 1-190 0,12 1-423 15,-9-4 187-15</inkml:trace>
  <inkml:trace contextRef="#ctx0" brushRef="#br0" timeOffset="-144244.09">7237 13081 79 0,'0'0'146'0,"0"0"-9"0,0 0-7 0,0 0 1 0,0 0-5 16,0 0-9-16,42 5-6 0,-29-2-1 0,-1-1-2 0,8-1-1 15,-1 0-5-15,3 6 2 0,9-3-8 0,-6 0 0 16,7-2-6-16,-3 4-8 0,6-3-9 0,-5 3 3 15,5-3-11-15,11 1-2 0,-11-1-5 0,0 2-6 16,8-1-5-16,-9-1-6 0,1 4-5 0,10-2 0 16,-10-2-2-16,6 2-4 0,7-2-7 0,-17 0 1 0,4 1-1 15,0 1-4 1,8 1-1-16,-13-5-4 0,4 4 0 0,-2-1-5 16,3-2 2-16,-1 4-2 0,-2-3 2 0,3 1-3 15,-4-1 0-15,2 2-1 0,-1-3-2 0,-1 2-2 16,1 1 2-16,-1-2-2 0,2 1 0 0,-3-3 2 15,5 1 1-15,-6 1 0 0,1-3-3 0,0 0 0 16,0 5 1-16,-4-5-2 0,4-2 0 0,-3 2-2 0,-4 2 2 16,5-4 1-16,0 4-3 0,-1-1 0 0,-3-1 1 0,-4 0 3 15,3-1-4-15,1 1 1 0,-5 1 1 0,5 2-1 16,-1-6 2-16,-5 3-3 0,7 0 0 0,-4 3 2 0,-4-2-2 16,6 3-3-16,-1-4 7 0,-3 1-4 15,5 1 0-15,-8-1-3 0,6 2 3 0,-2-3 2 16,1 0 0-16,1 1 2 0,-3 2-3 0,1-3-1 0,3 2 1 15,-4 1 2 1,1-3-3-16,1 0 0 0,-1 2-2 0,1-2-4 16,3 1 8-16,-6-1-4 0,2 1 2 0,0 2 1 15,-1 1 1-15,5-3-1 0,-8 1-2 0,6-1 1 0,-1 5 0 16,-1-5 1-16,-3 1 0 0,-1 1-3 16,2-1 2-16,1-1 0 0,-3-1 1 0,1 1-1 15,-1-1 1-15,-1 3-3 0,2-1 2 0,-1 1-1 16,2-1 0-16,-1-2 3 0,-2 2-2 0,6 1 0 0,-4-1 0 0,3 0 1 15,0-1 0-15,-4 4-3 0,2-4 1 0,1-1-2 16,2 1 6-16,-3 2-2 0,2-1 0 0,0 1 1 0,3 0 0 16,-5-2-1-16,2 2 1 0,3-3-1 0,-1 0-1 15,-6-3 1-15,3 3 3 0,-3 0-4 16,4 3-2-16,3-3 1 0,-6 0 4 0,3 2-5 16,-4-2 2-16,4 0 0 15,3 2 0-15,-6-2 3 0,3-2-4 0,-4 4 1 16,2-2-1-16,-1 1 2 0,5-2-1 0,-13 2 1 15,13-1-1-15,-5-1 1 0,-6 2-3 0,6-1 2 0,-2 0 1 16,6 0-2-16,-8-1 3 0,2 1-4 0,7 0 2 16,-7 0-1-16,-5 0 2 0,11 0-1 0,-1 1-1 15,-4-1 0-15,-2 0 0 0,2-1 1 16,1 2 0-16,1-1 1 0,-6 0 0 0,6-1-3 0,-2-1 5 0,-1 4-6 16,2-4 4-16,3 2 1 0,-5 0-1 0,-1 0-1 15,1 0-1-15,-8 2 2 0,8-4 1 0,0 2-2 16,0 2 0-16,5-2 0 0,-4 1-3 0,2-1 2 0,-1-1 0 15,-4 1 4-15,4 1-4 0,3-1 2 0,-2 3-4 16,-2-3 4-16,2 2 0 0,-1-2-4 0,-2-2 3 16,5 2 2-16,-2 0-3 0,-3 2 2 0,5-1-3 0,-4 0 5 0,6-1-6 15,-2 0 5-15,-4 3-1 0,4-3-2 16,-3 2-2-16,3-2 3 0,-1 2-1 0,0-1-2 16,-1 3 3-16,0-4-2 0,2 3 4 0,1-3 1 0,-2 0-5 15,-1 2 2-15,2 0 2 0,-4-1-2 0,2 3 0 16,-1-5 2-16,6 4-3 0,-8-3 3 0,7 1-2 15,-8-1 1-15,6 0-1 16,-3 3 1-16,-1-3 2 0,1 0-5 0,-2 4 1 16,-4-3 1-16,1-1 0 0,-2-1-3 15,5 1 5-15,-2 1-2 0,-3-1-2 0,0 0 2 16,3 0 2-16,-1 0-3 0,3 3 2 0,-7-3 0 0,-8 0-1 16,20 4-1-16,-5-4 2 0,-2 0 0 0,-3 2 0 15,5-4 0-15,-4 2-3 0,8 0 2 0,-19 0-1 16,19 0 2-16,-10-4 1 0,4 4-1 0,-3 0 1 0,5 0-3 0,-7-3 2 15,5 3-4-15,1 0 5 0,-14 0 0 0,16 0-2 16,-16 0-2-16,8-1 3 0,6 2 2 16,-14-1-1-16,0 0 10 0,0 0 3 0,10-1 4 0,-10 1-1 15,0 0-1-15,0 0 4 0,0 0-1 0,14 0 2 16,-14 0-2-16,0 0 2 0,0 0-2 0,0 0-1 16,0 0-1-16,0 0 0 15,0 0-5-15,0 0 3 0,0 0-1 0,0 0-6 16,0 0 3-16,0 0-2 0,0 0-2 0,0 0 1 15,7-4-1-15,-7 4 0 0,0 0-2 0,0 0 1 16,0 0 0-16,0 0-5 0,0 0-1 0,0 0 2 16,0 0-1-16,0 0-1 0,0 0 1 0,0 0-2 15,0 0 0-15,0 0-2 0,0 0-2 0,0 0 1 16,0 0-5-16,0 0 1 0,0 0-7 0,0 0-5 0,0 0 0 0,0 0 2 16,0 0-1-16,0 0 3 0,0 0-4 0,0 0-12 15,13 2-7-15,-13-2 1 0,0 0 0 0,14 2-1 16,-14-2-7-16,0 0-21 0,8 0-32 0,-8 0-16 15,0 0-28-15,0 0-42 0,0-8-184 0,0 8-399 16,0 0 177-16</inkml:trace>
  <inkml:trace contextRef="#ctx0" brushRef="#br0" timeOffset="-127219.33">6693 6342 107 0,'0'0'174'0,"0"0"-8"0,0 0-11 15,0 0-17-15,5-10-3 0,-5 10 0 0,6-3 2 16,-6 3 4-16,4-7-3 0,-4 7-5 0,5-5-6 0,-5 5-3 0,8-8-8 16,-6 4-8-16,4 1-6 0,-2-4-9 15,6 2-11-15,-5 1-9 0,1 0-5 0,4 0-7 16,0-3-5-16,-5 4-7 16,7 2-6-16,1-3-2 0,-7-3-5 0,9 6-7 15,-3-2-3-15,-4 0-1 0,4 3-5 0,1 0 0 16,2 3-4-16,-2 0 5 0,-1 1-8 0,-1 0-3 15,4 0 0-15,-2 0 2 0,2 3-4 0,-1-2 0 0,-4 2-5 16,3 1 2-16,-3-1-2 0,1 6-1 16,1 1-2-16,-1-1 0 0,-4 1 0 0,1 2 2 15,-3-5 0-15,-3 2-5 0,0-1 0 0,4 6 1 0,-6-5 1 16,-1 2-1-16,-4 0 4 0,3 1-1 0,-3-1-2 16,-5-2 1-16,3 1 1 0,-4-1-1 0,3-1 3 15,-7-3-2-15,5 0 1 0,-3 0 0 0,4-2 1 0,1 1 7 0,0-4-1 16,-2 4 12-16,6-2 8 0,-4-5 4 15,8-1 11-15,-6 8 13 0,6-8 9 0,-9 3 14 16,9-3 4-16,0 0 4 0,0 0-5 0,0 0-6 0,0 0-9 16,0 0-7-16,0 0-7 0,14-26-9 0,-6 21 0 15,0-7-5-15,7 0-8 0,-2 2-1 0,2-3 0 16,-3-1-6-16,3 1-1 0,-2-1-9 0,7 0 4 0,-10 0-5 0,13-6 1 16,-13 7-2-16,6-2-5 0,-2 1 4 0,-5 1-6 15,0 3-1-15,6-7-1 0,-9 11 6 16,3-7 1-16,-3 3 10 0,1-2-18 0,-1 7 2 0,-2-5-3 15,2-2-3-15,-2 7 5 0,-3-3-3 0,8 2 2 16,-9 1 1-16,0 5 1 0,6-8-1 0,-6 5 11 16,0 3-15-1,8-7 3-15,-8 7-5 0,5-4-2 0,-5 4 6 0,0 0 1 16,0 0-6-16,2-5-2 0,-2 5-4 0,0 0 7 16,0 0-4-16,0 0-1 0,0 0-3 15,0 0 10-15,0 0-13 0,0 0 3 0,0 0 0 0,0 0 11 16,0 0-8-16,-7 19 0 0,7-11 1 0,0 1-10 15,0-1 8-15,-1 2 5 0,-6 1-2 0,6 1 2 16,-4 3-1-16,5 0-3 0,-9 3 1 0,4 1 16 0,4-2-13 0,-4 1 1 16,1 3-5-16,3-4 3 0,-3 2-2 0,4 1 4 15,0-1 2-15,0-3-4 0,0 3 8 0,4-3-6 16,-3-1 1-16,3 1 3 0,1-1-1 0,1-1 6 16,1-5-3-16,0 6 2 0,1-11 1 0,-2 8 0 15,3-4 2-15,-1-1-5 0,0-2-3 0,5 2 10 16,1 1-5-1,1-5-4-15,-4 2-4 0,1-4-13 0,3 2-19 0,-5-1-21 16,3-2-22-16,0 0-23 0,0 0-28 0,-13 0-36 16,19-5-37-16,-13 4-22 0,4-1-27 0,-3-3-245 15,-7 5-536-15,13-5 237 0</inkml:trace>
  <inkml:trace contextRef="#ctx0" brushRef="#br0" timeOffset="-126818.3">7641 6422 238 0,'0'0'356'0,"0"0"-4"0,0 0-11 0,0 0-7 0,0 0-15 16,0 0-27-16,0 0-13 15,0 0-24-15,0 0-24 0,0 0-21 0,5-9-13 16,-5 9-17-16,0 0-28 0,0 0-17 0,0 0-17 16,0 0-11-16,0 0-11 0,0 0-11 0,0 0-4 15,25 5-13-15,-17-5-6 0,6 2-4 0,-1-2-6 16,2 2-8-16,-5-2 0 0,11 1-6 0,-1 5-6 15,-2-6-11-15,0 1-14 0,1-1-1 0,2-1-23 16,-4 1-9-16,3 3-15 0,-4-3-14 0,-3 0-14 0,1 0-8 0,1 0-8 16,-7 0-11-16,0 1-16 0,2-1-14 0,-10 0-16 15,0 0-22-15,15 0-25 0,-15 0-24 0,0 0-26 16,0 0-26-16,0 0-214 0,0 0-520 0,0 0 231 16</inkml:trace>
  <inkml:trace contextRef="#ctx0" brushRef="#br0" timeOffset="-126363.89">7686 6597 52 0,'-2'3'191'0,"2"-3"-14"0,0 0-6 16,0 0-11-16,0 0-13 0,0 0-9 0,-6 8-10 15,6-8-3-15,0 0-12 0,0 0-7 0,0 0-12 16,0 0-7-16,0 0-9 0,0 0-1 0,0 0 4 16,0 0-1-16,0 0-2 0,0 0 2 0,0 0-2 15,0 0 3-15,8 7 0 0,-8-7 2 0,0 0-9 16,8 1 1 0,-8-1-5-16,7 7-7 0,-2-6-2 0,-5-1-2 0,0 0-2 15,8 2-4-15,-8-2-9 0,12 2 0 0,-12-2-3 16,13 5-1-16,-8-5-10 0,-5 0 4 0,15 5-5 15,-7-4-5-15,0 2 0 0,4-2-2 0,-5-1-5 16,4 0 0-16,1 0 2 0,-12 0-4 0,18 0-1 16,-5 2-3-16,-5-2-1 0,7 1 2 0,-1-1-4 15,-14 0-1-15,16 0 2 0,-3 2 0 0,-6-2-4 0,-7 0 4 0,15 0-4 16,-15 0 1-16,13-2 2 0,-13 2-1 0,0 0 5 16,10 0-7-16,-10 0-7 0,0 0 4 0,10-1 10 15,-10 1-12-15,0 0 0 0,0 0-2 0,0 0-10 16,0 0-21-16,0 0-23 0,10-2-29 0,-10 2-31 15,0 0-42-15,0 0-47 0,0 0-68 0,0 0-162 16,0 0-470-16,0 0 207 0</inkml:trace>
  <inkml:trace contextRef="#ctx0" brushRef="#br0" timeOffset="-111963.63">17948 7410 125 0,'0'-12'306'0,"-2"1"-7"0,-1 1-14 0,1-1-10 16,-3 1-6-16,2 2-5 0,-2-1-12 0,3 1-22 0,-6 1-23 16,5 3-21-16,-2-4-29 0,0 4-13 0,-5-2-18 15,-3 5-16-15,6-4-11 0,-6 5-13 0,1 5 0 0,-6-2-20 16,2 2-5-16,-4 6-3 0,5-2-12 0,-2 1 0 0,2 2-11 15,2 3-2-15,-3 5-4 0,1 3-4 0,0-3-1 16,10 3 1-16,-5 0-6 0,8 2-1 16,-1-7 0-16,8 8 2 0,1-2-4 0,-2-5 0 0,1 5-3 15,10-2 7-15,1-2-9 0,2-1 1 0,6 1-6 16,-3-4-9 0,-3-5-4-16,0-4 13 0,9 2-6 0,-1 3 1 0,-9-9-2 15,6-3 3-15,-3-1-4 0,-3-1 2 0,4-2 2 16,1-4-2-16,-6-4 4 0,4 4 1 0,2-12 1 15,-8 6 7-15,-5-5 4 0,6-3 9 0,-2-3 4 16,-7-2 11-16,3 0 11 0,-3 2 8 0,-6-1 8 16,2-1 21-16,-2 3-11 0,0 6 5 0,-5-1-12 15,2-1-5-15,-4 4-6 0,0 3-10 0,-2-2-5 0,2 1 2 0,-1 5-17 16,1 2-7-16,0 0-8 0,-6 3 7 0,5-1-26 16,0 4-26-16,-6 1-31 0,14 0-30 0,-16 1-9 15,8 8-11-15,3-2-9 0,-2 1-5 0,-1 2-1 16,3 2 1-16,5 1 1 0,0 2-1 0,5 0-8 15,3 5-1-15,0-4-15 0,5-1-10 0,2 0-11 16,5-2-20-16,0 2 0 0,7-4 2 0,4-2 2 0,2-3 12 0,-1 0 10 16,-1-3 17-16,-1-3 12 0,5 0 21 0,-6-6 12 15,1 3 11-15,-5-5 31 0,-2 2 35 0,-6-1 33 16,-2-2 18-16,0 0 42 0,-2 0 25 0,-3 0 20 16,-4-1 13-16,3 2 11 0,-6-4 7 0,0 3 4 15,4 3 4-15,-6-4 0 0,3 2 2 0,-4 2-11 16,0-2-10-16,0 8-16 15,1-5-16-15,-1 5-17 0,0 0-12 0,0 0-13 16,0 0 4-16,0 0-16 0,0 0-9 0,0 0-8 16,0 0-2-16,-16 20-8 0,13-10-5 0,1 3-5 15,0-1-7-15,-3 5-12 0,5-3 3 0,5 0 1 16,-3 6-1-16,3-4-2 0,-2 0-3 0,5 2-6 16,4 1 3-16,-2-2-4 0,5 0 4 0,3 1 0 15,-1-6-1-15,6 5-5 0,-3-7-1 0,3-3-1 0,0 3 2 0,-1-3-5 16,1-4 0-16,-3-4 6 0,1-1 3 0,-4-3 0 15,-2-4 2-15,3 2 2 0,-3-6 0 0,-2-4 5 16,0 4 1-16,2-10 1 0,-8 5 5 0,3-7 11 16,-5-2 29-16,3 0 0 0,-7-2 25 0,3 2 15 0,-4 2 9 15,0-3 8-15,-5 9 5 0,3 3 19 0,2-4 5 16,-3 6 4 0,3 2-3-16,0 5-10 0,-3-2-13 0,3 2-13 15,0-1-12-15,0 8-15 0,-2-8-31 0,2 8-37 16,0 0-27-16,0 0 5 0,0 0-1 0,0 0 4 15,0 0 5-15,2 31-2 0,4-15 1 0,-3 0-7 16,2 3-20-16,-1-1 4 0,1 2-1 0,3 8-6 0,-3-9-4 16,8 5-4-16,-3 0-4 0,5-2-6 0,-5 1-3 15,5-4-6-15,-2-2-6 0,2-2-9 0,3 0-10 0,-3-3-17 0,2-1-15 16,3-6-24-16,4 1-10 0,-4-4-10 16,0 1-20-16,8-14-13 0,-10 6-5 0,4-6 12 15,1-1 10-15,-3-6 6 0,-2-3 18 0,4-5 11 0,1-8 17 16,-7-3 13-16,3-5 17 0,-6-2 17 0,-3 5 19 15,-4-3 38-15,-4 0 35 0,5 2 43 0,-7 8 36 16,0 2 33 0,-7-3 22-16,5 6 10 0,1 3 20 0,-3 1 9 0,3 7 10 15,-7 1 8-15,8 3-1 0,-2 0-7 0,2 5-16 16,-5-2-4-16,5 3-36 0,0-1-16 0,0 7-26 16,0 0 2-16,0 0-17 0,0 0-10 0,0 0-4 15,-13 22-2-15,13-12-10 0,0 5-4 0,0 6-1 16,0 3-10-16,1 2-8 0,3 1-9 0,-4 1-17 15,3 3-9-15,2 1-13 0,0 11-19 0,5-1-16 0,-4-12-17 0,3 13-27 16,4-5-41-16,-10-6-29 0,10-3-37 0,-6-3-46 16,0 0-163-16,4-10-458 0,-1 4 203 0</inkml:trace>
  <inkml:trace contextRef="#ctx0" brushRef="#br0" timeOffset="-111731.85">19265 7248 77 0,'-5'-6'365'0,"-3"-1"-13"0,3 0-17 16,0 3-17-16,5 4-17 0,-8-8-29 0,8 8-19 15,-3-2-23-15,3 2-19 0,0 0-19 0,0 0-24 16,0 0-25-16,0 0-7 16,0 0-13-16,0 0-24 0,26 1 2 0,-18 5-10 15,9-4-8-15,4 3-14 0,1 0-15 0,0 2-9 16,7 3-25-16,1-5-7 0,0 2-41 0,0 0-23 15,1-1-29-15,1 1-35 0,-1-4-44 0,0 5-36 16,3-5-48-16,-1-3-51 0,-12 1-187 0,7-1-522 16,-6 0 231-16</inkml:trace>
  <inkml:trace contextRef="#ctx0" brushRef="#br0" timeOffset="-111408.95">19843 7401 240 0,'0'0'319'16,"0"0"-33"-16,0 0-30 0,0 0-21 0,0 0-28 16,0 0-26-16,0 0-19 0,0 9-16 0,0-2-16 15,-2 1-7-15,4 1-15 0,-2 5-13 0,-2 2-10 16,1 3-6-16,2 11-12 0,-2-1-5 0,1 13-6 0,-2-1-5 15,-3 3-8-15,2 7 3 0,0-4-10 0,3 4-6 0,-2-2-1 16,2-2 2-16,-2 2-6 0,-3 2 0 0,4-4-8 16,1-2 0-16,-7-2 3 0,7 3-4 0,0-18 11 15,-2 2-14-15,-1-3 3 0,3 0-3 0,0 0 3 16,0-3-4-16,-2-5-5 0,4-4-17 0,-2-3-19 16,0-3-19-16,3-1-16 0,-3-1-24 0,0 0-68 0,0-7-82 15,0 0-211-15,0 0-487 0,17-17 215 0</inkml:trace>
  <inkml:trace contextRef="#ctx0" brushRef="#br0" timeOffset="-110444.14">19787 7494 217 0,'0'-19'365'0,"1"-1"-22"0,1 5-24 0,3-4-18 16,2 0-22-16,-1 4-17 0,3 2-17 0,1 1-28 0,1 1-23 15,4-1-19-15,2 5-17 0,-1 3-17 16,2-1-21-16,1-1-12 0,0 5-10 0,5 1-4 16,-8 1-14-16,6 3-9 0,-3 3-9 0,0-4-3 0,1 4-7 15,-4 5-10-15,6 1-4 0,-9-2-6 0,2 2-1 0,0 2-12 16,0 2-7-16,-9-4-6 0,7 9-11 0,-11-5-5 16,6 2-7-16,-6 1 0 0,1 0-6 0,-6-1 2 0,-2 0-3 15,3-3-3-15,-6 2 2 0,-2-3 0 16,4 1 2-16,-4 0-3 0,-4-4 0 0,-1-5-12 15,2 4-4-15,5-2-8 0,0-3-6 0,-4-4-1 0,9 6-2 16,-4-1 1 0,2-5-2-16,5-2-21 0,0 0-12 0,0 0-9 15,0 0-12-15,0 0-16 0,20-19 3 0,-3 11-1 16,-2-6 2-16,3 7 8 0,7-13 19 0,-4 2 4 0,4 4 12 16,0-1 8-16,-2-2 8 0,-2 0 14 0,-6 4 24 15,-1 4 22-15,-5-3 21 0,5 4 28 16,-8 3 8-16,-1-2 0 0,0 3-7 0,5 0-6 0,-5 0-9 15,-5 4-1-15,3-4-1 0,-3 4-6 0,0 0-3 0,0 0 0 16,0 15 0-16,5-6-4 0,-3 7 4 0,3-1-5 0,0 5 3 16,5-2-6-16,-3 3 0 0,7 4 4 0,8 1-1 15,-1-6-3-15,1 0 2 0,4 3-2 0,1-3-3 16,-1-4 3-16,1-1-1 0,-1-4 0 0,-1 1-2 16,8-5-1-16,-6-6-1 0,-6 3 2 0,-1-8-2 15,3 0-1-15,-1-5 4 16,-7 0-2-16,1-4 2 0,1 1 5 15,-6-5 7-15,3-1 10 0,-8 0 10 0,4-5 15 0,0-4 19 16,-3 8 15-16,-2 2 18 0,-2-3 4 0,2 1 20 16,-3 1 13-16,-2 1 0 0,0 6-2 0,0-4 4 15,0 4-8-15,3-1-2 0,-1 0-13 0,-4 8-15 16,2-4-12-16,0 8-25 0,0-8-8 0,0 8-37 16,0 0-44-16,0 0 11 0,0 0 22 0,0 0-19 0,0 0-7 0,3 25 1 15,-1-10 0-15,3 0-6 0,-3 3 1 0,3 2-4 16,0 3-3-16,3 3-9 0,-2-1 10 0,6-1-16 15,0 3 1-15,-1-7 0 0,2 2-1 0,-1-2-1 16,1-2 1-16,-3-3 0 0,3-2 0 0,-3-5 6 16,0-1-3-16,2 0 5 0,4-3-15 0,-2-3-13 15,-1-5-14-15,3 0-11 0,-1-7-17 0,5-1-17 0,-3 0-10 0,1-11-12 16,5-1-2-16,-5-1 12 0,6-8 11 0,0-2-4 16,-5-3 18-16,-1-1 8 0,-3-2 11 0,-7-3 7 15,2-8 14-15,-5-1 13 0,-2 3 16 0,-3 0 14 16,0-4 18-16,3 2 20 0,-6 2 22 0,0 2 26 15,-2 3 22-15,-2 0 15 0,4 3 20 0,3 10 8 16,-2 1 15-16,1 4 16 16,-1 1-6-16,2 7-7 0,2 1-8 0,-2 3 10 15,-2 4-11-15,2 1-14 0,0 3-22 0,-2 1-22 16,2 6-19-16,0 0-7 0,0 0-7 0,0 0-5 16,14 27-2-16,-11-11-13 0,0 11 2 0,-1 4-2 15,1 8-10-15,4 6 4 0,-2 6-10 0,-5-4 7 16,10 6-1-16,-7 2-6 0,-1 5 0 0,8 15 2 15,-10-18-3-15,5 0-8 0,-5 0-1 0,8 0-7 0,-3-2-5 0,-2-2-17 16,-3-3-8-16,8-4-7 0,-1-6-9 0,-5-9-4 16,4-3-7-16,1 2-5 0,-2-14-4 0,3 1-9 15,-8-2-3-15,7-4-16 0,1-3-41 0,-1-5-57 16,1-4-62-16,7-5-281 0,-7-5-585 0,5-1 259 16</inkml:trace>
  <inkml:trace contextRef="#ctx0" brushRef="#br0" timeOffset="-110274.88">21381 7275 78 0,'-15'-9'295'0,"2"-2"-7"0,4 10-10 15,3-5-10-15,1 0-16 0,-4 3-18 16,6-1-21-16,3 4-22 0,-3-7-20 0,3 7-17 16,0 0-18-16,0 0-14 0,21 12-23 0,-4-2-32 0,8 3-34 0,4 2-47 15,13 9-58-15,3 2-62 0,4-4-74 0,-2 2-201 16,9 2-443-16,-2-1 197 0</inkml:trace>
  <inkml:trace contextRef="#ctx0" brushRef="#br0" timeOffset="-109958.48">22336 7755 39 0,'0'0'419'0,"-7"-15"3"0,7 15-3 15,0 0-11-15,-2-9-18 0,2 9-27 0,-6-5-27 16,6 5-35 0,0 0-33-16,0 0-29 0,-5-3-27 0,5 3-28 0,0 0-20 15,0 0-19-15,0 0-21 0,0 0-10 16,0 0-17-16,0 0-13 0,0 0-12 0,-12 12-24 16,11-7-14-16,1-5-17 0,-2 7-21 0,0-4-8 0,2-3-21 15,-1 8-7-15,1-8-5 0,0 9 5 0,0-9-1 16,3 6 0-16,-3-6 17 0,8 3-3 0,-8-3-1 15,7 1 5-15,-7-1 4 0,15-1-1 0,-15 1 6 0,15-7 3 0,-10 0-12 16,5 2-2-16,-2-3-15 0,2-1-29 0,0-8-31 16,-2 5-24-16,-1-4-30 0,-2 2-37 15,-5-2-32-15,1-4-40 0,-2 5-47 0,-4 0-183 0,-2 2-534 16,-1-2 237-16</inkml:trace>
  <inkml:trace contextRef="#ctx0" brushRef="#br0" timeOffset="-109604.33">22197 7239 25 0,'0'0'354'0,"0"0"-32"0,-9-4-32 0,9 4-35 16,0 0-18-16,0 0-30 0,0 0-18 0,0 0-21 15,0 0-22-15,0 0-19 0,0 0-14 0,0 0-14 16,0 0-7-16,0 0-11 0,0 0-1 0,0 0-13 16,15 16-6-16,-13-12-7 0,-2-4-6 0,13 0 2 15,-13 0-3 1,7 2-7-16,-7-2 2 0,11 5 2 0,-11-5 10 0,0 0 4 16,12-7 2-16,-12 7 1 0,7-5 0 0,-7 5-3 15,1-8-12-15,-1 8 12 0,-1-9-18 0,1 3-9 16,0 6-1-16,-2-11-4 0,-3 9-5 0,5-4-6 15,-5-1-15-15,5 7-21 0,-7-5-24 0,7 5-27 16,-11-7-31-16,11 7-36 0,-8-1-61 0,8 1-39 16,0 0-268-16,0 0-549 0,0 0 244 0</inkml:trace>
  <inkml:trace contextRef="#ctx0" brushRef="#br0" timeOffset="-108338.77">23458 7076 84 0,'-2'-7'338'0,"-4"3"-25"0,6 4-26 0,-9-9-19 16,9 6-38-16,0 3-25 0,0 0-20 0,-8-4-23 15,8 4-22-15,0 0-10 0,0 0-14 0,0 0-12 16,-7 12-13-16,7-12-5 0,-1 15-10 0,2-7-5 16,-1 4-9-16,4-2-4 0,1 7-8 0,1-6 1 0,1 5-8 0,1-1-6 15,1 1 1-15,2-1-9 0,2-2-1 0,-3 1-7 16,-1-1-2-16,5-3 0 0,1-1-5 0,0 2-3 15,0-4-1-15,5-3 0 0,-5 1-1 0,1-3 0 16,1-2 5-16,0-2-9 0,1-3 2 0,2 1-2 16,-2-3 3-16,2-4-3 0,1-2-4 0,-6 4 6 15,0-8 0-15,2 5-2 16,2-7 1-16,-4 4 9 0,0-2 7 0,0 2 23 16,-7 2 5-16,4-1 17 0,-2 2 7 0,-2 1 23 15,-1 0-17-15,-2 3 19 0,3 3 1 0,-6-3-8 16,3 5-10-16,-5-1-9 0,8-3-1 0,-8 7-26 15,0 0-10-15,0 0-12 0,0 0 12 0,0 0-18 16,7 12 1-16,-7-2-9 0,0 3 4 0,6 5-4 16,-4 3 2-16,-1 6-8 0,-1 4 3 0,7 16 3 0,0-1 11 0,1 4-17 15,-3 6 3-15,7 19-4 0,1-1-4 0,0 3 11 16,2 5-6-16,1-5 1 0,-1 4-3 0,4-6-3 16,-5 1 3-16,1 2 6 0,-6-22-5 0,1 19 3 0,-4-25-6 15,2 5 3-15,-1-2 0 0,-5 3-7 0,-2-3 4 16,-2-5 0-16,-1-6 8 0,-5-3-10 15,3-12 6-15,0-3 3 16,-5-3 7-16,1-3 17 0,-1-5 29 0,-1 3 22 16,-1-8 26-16,-4 3 23 0,-2-8 20 0,-2-3 8 15,-2 0 7-15,-6-7 3 0,-3-8 7 0,-6-8 1 0,1-7 5 16,-1 1-5-16,1-1-8 0,4-2 0 0,-1-7-7 16,7-2-8-16,-1-6-14 0,4 3-8 0,8-5-16 15,2-5-6-15,8 3-15 0,7-8-13 0,8-15-17 16,10 2-15-16,6 2-16 0,7 2-16 0,0 20-13 0,5 2-36 0,20-13-10 15,5 6-31-15,-17 19-28 0,7-2-36 16,0 8-42-16,2 2-44 0,0 2-49 0,1 0-43 0,-3 7-42 16,-3 5-64-16,-1 0-74 0,-16 9-412 0,-1-2-980 15,-4 1 435-15</inkml:trace>
  <inkml:trace contextRef="#ctx0" brushRef="#br0" timeOffset="-107436.46">25816 7006 134 0,'7'-10'322'0,"1"1"-11"0,-1-2-11 0,-2 4-15 15,0-1-15-15,0-4-12 0,-3 8-5 0,-1-7-24 16,-1 2-18-16,0 2-27 0,-3 2-21 0,0 1-17 16,-7-5-21-16,-2 4-14 0,-8 4-7 0,0 0-15 0,-11 2-4 0,-2 3-19 15,1 4 0-15,-2-1-8 0,-13 9-5 0,6 0-5 16,-1-1-6-16,-1 1-1 0,7 4-13 0,-7 6 3 16,7-6 5-16,4 3-13 0,-3 4-5 0,14-3 1 15,-2 2-4-15,3-7-4 0,7 12 2 0,3-2 7 16,0 1 5-16,5 1-13 0,5-1 0 0,6 13 17 15,4-5-11-15,10 1-7 16,8 0 5-16,0-4-2 0,4 1 2 0,8-2 0 16,-1 1-8-16,6-5 3 0,0-3-3 0,1-1-2 15,4-1-25-15,-6-4-26 0,-1-6-32 0,7-1-35 16,-5-1-44-16,-19-6-58 0,9-5-58 0,-4-2-71 16,3-6-179-16,-8-3-566 0,1-5 250 0</inkml:trace>
  <inkml:trace contextRef="#ctx0" brushRef="#br0" timeOffset="-107179.92">25442 7363 140 0,'-11'-4'276'0,"1"3"-7"0,3-1 0 16,-3-3-1-16,10 5-4 15,0 0-6-15,-15 4-9 0,15-4-7 0,-8-4-5 16,8 4-6-16,0 0-9 0,-11-1-8 0,11 1-6 15,0 0-13-15,0 0-12 0,-5-6-11 0,5 6-15 16,0 0-9-16,0 0-17 0,0 0-4 0,21-5-21 16,-8 5-13-16,7 2-13 0,12-2-19 0,-1 3-27 15,15-1-32-15,2 2-28 0,-3 1-34 0,6-1-39 16,7 3-29-16,-5 1-40 0,4 4-45 0,4 0-52 16,-2 0-73-16,-4 0-253 0,1-2-638 0,-4-1 282 0</inkml:trace>
  <inkml:trace contextRef="#ctx0" brushRef="#br0" timeOffset="-102940.96">27237 6530 42 0,'0'0'278'0,"1"-9"-27"16,-1 3-14-16,0 6-7 0,4-11-13 0,-4 11-15 15,0-5-18-15,0 5-18 0,0 0-20 0,0 0-13 16,6-5-16-16,-6 5-6 0,0 0-18 0,0-6-11 15,0 6-6-15,0 0-9 0,0 0-11 0,0 0-7 16,0 0-2-16,0 0-5 0,0 0-9 0,0 0-1 0,0 0-5 16,0 0-7-16,0 0 1 0,0 0-4 0,0 0-1 15,0 0-1-15,0 0-1 0,-23 7 2 0,23-7-4 0,-13 6-3 0,3-3 0 16,2 0-1-16,-6-2-1 0,-1 2 1 16,-1 2 0-16,-4 0 1 0,3-3-5 0,-6 3 5 15,5 1-5-15,-5-3-1 0,1 2 5 0,6-2-5 0,-2 1-1 16,3 0-1-16,0 1-1 0,7 1 1 0,-7-5-2 15,5 4 3-15,5-3-1 0,-7 2 0 16,9 0 2-16,3-4-5 0,-12 4 0 0,7-3 3 0,5-1-2 0,-5 4 2 0,5-4-4 16,-10 2 3-16,10-2 0 0,0 0-1 0,-1 8 0 15,1-8 3-15,0 0-2 0,1 12 0 16,1-7 3-16,0 2-1 0,4-2-1 0,-1 9 0 0,2-5 0 16,3 6 0-16,5-3-1 0,-9 4 0 0,9 2-1 15,-3-2 1-15,6 4-1 0,-3 0 4 0,0 2-3 16,-8-2 1-1,6-2 0-15,2 3-2 0,-7-3 0 0,5 3-1 0,-3 0-3 16,-5-5 3-16,5 4-1 0,-5-4-3 0,2 2 5 16,-6-2-4-16,-1-1 2 0,0-3-3 15,0-4 2-15,-1 3-3 0,-6-2 3 0,0 2 0 0,-1-7 1 16,3 7 1-16,-5-6 0 0,-3 3 5 0,0-5 5 16,-2 3-1-16,-8-3 6 0,6-3-1 0,-3 3 2 15,-5-3 3-15,-1 0 0 0,-4-3 0 0,0 1 0 0,5-2 0 0,2 4-1 16,5-4 1-16,2 2 4 0,-4 1 1 0,10-3 3 15,-3 3 3-15,6-1 8 0,7 2 2 0,-15-4 8 16,15 4 4-16,0 0 1 0,-15 2 1 0,15-2 0 16,0 0-5-16,-7-3-2 0,7 3-4 0,0 0-3 15,0 0-7-15,0 0-6 0,0 0 1 0,0 0-12 16,0 0 4 0,20-8-3-16,-20 8-4 0,15 1-5 0,-15-1-7 0,22 3 1 15,-7 2-2-15,1-1-3 0,1 3-7 0,-1-3-4 16,3 3 7-16,0 1 7 0,0 3-12 0,-1-4-1 15,0 2-3-15,-3 6 0 0,0-9-1 0,0 9-7 16,0-3 2-16,-9 2 4 0,2 2-2 0,1-1 0 16,-6 0 3-16,0 3 1 0,2-1 3 0,-10 3 0 15,2 4-2-15,-2 3 5 0,-2-9 4 0,-1 9-1 0,-7 1-3 0,-5 5 5 16,6-5-2-16,-5 7 2 0,-5 0-1 0,5-8 4 16,-2 7-1-16,3-9 3 0,-6 11 3 0,6 1 3 15,2-10 2-15,1-3-2 0,2 3 4 0,4-1-3 16,-2-2 8-16,9 0 4 0,-5-5 2 0,7 4 4 15,0-8 4-15,5 1-2 0,-3 4 0 0,11-2 8 16,4 2 3-16,3-4-2 0,4-2 0 0,6-1-11 0,12 1 0 0,2-1-3 16,3-1-7-16,-3-3-22 0,8 0-34 0,-11-5-35 15,9 0-47-15,-6-3-68 0,6-2-63 0,-2-3-292 16,-3-3-593-16,-14-4 263 0</inkml:trace>
  <inkml:trace contextRef="#ctx0" brushRef="#br0" timeOffset="-102323.8">28049 7038 73 0,'-5'-11'291'0,"2"1"3"16,1 1-12-16,-3-3-7 0,-1 3-15 0,1-2-15 16,-3 1-9-16,1 1-26 0,2-1-13 0,-8 2-18 15,6-2-21-15,-6 2-17 0,3 5-18 0,-2-3-13 0,1 3-15 0,-1 0-8 16,-3 2-1-16,7 1-14 0,-5 0-14 0,1 1-2 16,-3 3-10-16,9-1-5 0,-8 4-4 0,4 2-3 15,4-1 0-15,-6 0-4 0,9 7-6 0,-10-6-2 16,11 5 0-16,-3-1-3 0,-3 2-7 0,8 1 3 15,-2-5-2-15,-1 5 0 0,6-1-4 0,-1-1 1 16,4 1 1-16,1 2 1 16,1-4-5-16,1 4-3 0,6-2 2 0,-1 2-1 15,0-5 0-15,1 7-3 0,3 1 1 0,-3-8-3 16,0 2 3-16,3-2-3 0,-3-3-3 0,-5 1 3 16,1-1-5-16,-1-2 3 0,-5 1-2 0,0 0-1 15,2-4 1-15,-4-1-9 0,0 2 6 0,-3-5-6 16,2 6 3-16,-2-6 2 0,-2 6 3 0,2-6-3 15,-16 5-2-15,9-3 6 0,-1 0 3 0,-7-1-1 0,3 6 1 0,1-6 0 16,-7 3-3-16,3-1 13 0,-2-1-17 0,1 3-19 16,-3-1-20-16,4 1-21 0,-1-2-18 0,-1-1-25 15,2 4-27-15,2-4-28 0,0 4-31 0,5-5-57 16,1 6-207-16,0-4-500 0,6 4 222 0</inkml:trace>
  <inkml:trace contextRef="#ctx0" brushRef="#br0" timeOffset="-102023.03">28296 7425 39 0,'0'0'242'16,"0"0"-21"-16,0 0-25 16,5 7-19-16,-5-7-12 0,0 14-9 0,0-6-3 0,0 1-9 15,0 7-13-15,-5-1-10 0,2 1-11 16,3 7-5-16,-2 1-8 0,2 7-6 0,-5-2-7 15,0 8-5-15,2-2-1 0,1 2-7 0,0 7-5 0,-1-2-8 16,-2 0-2-16,2-11-5 0,-2-2-5 0,5 13-1 16,-2-9-4-16,1-5-6 0,-6 4-2 0,7-3-2 15,-2-1 0-15,2 0-3 0,0-2-1 0,0-7-4 0,0 2 3 16,2-1-3-16,3-5-4 0,-3 3-7 0,1-6 2 16,2 0-10-16,-5-5-2 0,8 1-7 0,-3 1-16 15,0-7-41-15,3-1-34 0,-8-1-40 0,18-5-40 0,-11-3-63 16,6-3-161-16,1-4-432 0,-3-9 191 0</inkml:trace>
  <inkml:trace contextRef="#ctx0" brushRef="#br0" timeOffset="-101621.99">28307 7488 212 0,'-3'-32'297'15,"0"8"-7"-15,3 6-13 0,3-3-8 0,0 1-20 16,-1 3-7-16,1-1-20 0,7 1-19 0,-5 1-22 15,2 4-18-15,0 3-14 0,-4-5-12 0,8 6-15 0,-7-3-10 0,7 2-12 16,-2 6-14-16,1-5-3 0,3-2-13 0,-7 4 6 16,9 3-21-16,-5 0-6 0,0 0-4 0,2-2-8 15,1 4-1-15,0 1-7 0,4 1 0 0,-4-2 3 16,-3 2-14-16,5 2 0 0,0-3 0 0,-4 0-4 16,1 4-1-16,-2-3-15 0,0 2-4 0,-4-1-11 15,3 0-3-15,-4 6-4 0,-2-1 1 0,4 2 0 0,1-1 2 0,-8 4-2 16,2-3-4-16,3 4-1 0,-9 2 6 0,4 4-3 15,0 0 2-15,-3 1 0 0,-4-7 0 16,-1 5 1-16,1-3 1 0,-1 5 3 0,-2-7 1 0,-1 5-1 16,-4-7 5-16,1 2 0 0,-2-1 2 0,-1-2 4 15,-3-5 1-15,-4 1 3 0,4-2-1 0,-10 0 0 16,0-4 3-16,5 0 0 16,2-2 4-16,3-3 0 0,0 2-1 0,2-2 2 15,3 1-1-15,4 1 2 0,1-1-4 0,0 3 0 16,7-6-15-16,3 7-23 0,-2-7-35 0,2 7-39 15,15-1-34-15,1 1-25 0,1-2-30 0,4 2-29 16,9 2-18-16,0 2-127 0,6 0-405 0,-1 1 180 16</inkml:trace>
  <inkml:trace contextRef="#ctx0" brushRef="#br0" timeOffset="-101120.72">28961 7429 61 0,'-1'-8'251'0,"1"-1"-6"0,-5-5 7 15,3 3-5-15,-3 1-8 0,-3 1-11 0,3-1-10 16,1 2-17-16,-4-3-20 16,5 4-13-16,-2-1-16 0,-2 4-17 0,2-4-10 15,-1 4-19-15,-1 0-10 0,0 1-14 0,7 3-6 16,-14-5-9-16,2 5-4 0,12 0-10 0,-20 1-8 16,9 3-1-16,1-1-3 0,0 1 1 0,-5-1-15 15,2 3 6-15,-2 6-11 0,0-5-1 0,0 3-2 16,2 0 8-16,-1-1-20 0,4 0-7 0,4 2-4 15,-7-1-4-15,4 5-6 0,8-4-2 0,-1-5-2 0,-1 4 1 0,3 1 3 16,3-4-1-16,-1 5 5 0,6-3 3 0,0-2-3 16,9 1 6-16,-4-1-5 0,2-2 1 0,0-1 2 15,3-2-4-15,-1-1 4 0,4-2-3 0,-4-2 4 16,-4 0 2-16,2-2 0 0,5-3 6 0,-10 0 1 16,4-7 5-16,-9 3 4 0,7 1 12 0,0-5 9 15,-7 5 11-15,-2 3 12 16,3-9 16-16,1-1 28 0,-5 6 8 0,3-4 7 15,-4 1 5-15,-1 4 14 0,2 2 6 0,0-1-6 16,-4 2-5-16,7-1-16 0,-5 3-7 0,0 6-14 16,2-9-10-16,-2 9-13 0,5-6-11 0,-5 6-13 15,0 0-26-15,0 0-35 0,0 0-16 0,0 0 3 16,0 0-5-16,0 0 7 0,3 19-2 0,-1-8-8 16,1-2-11-16,-1 1-9 0,-2 9-8 0,0-2-6 0,6 0-9 0,1 1-14 15,-2 1-4-15,5 6-2 0,-5-4-17 0,6-5 1 16,1 3-21-16,-4 1-17 0,2-1-18 0,3-4-15 15,2-1-27-15,-5-4-14 0,5 1-29 0,2-2-17 16,-1 0-157-16,-6-4-464 0,3-4 206 0</inkml:trace>
  <inkml:trace contextRef="#ctx0" brushRef="#br0" timeOffset="-100534.79">29269 7359 177 0,'0'-11'228'0,"-3"-5"11"0,3 7-3 15,0-2 4-15,-3 4 3 0,3 3-5 16,0 4-15-16,-2-12-26 0,2 12-15 0,0-8-17 15,0 8-22-15,0-6-18 0,0 6-16 0,0 0-26 0,-3-8-15 16,3 8-10 0,0 0-2-16,0 0-5 0,0 0-7 0,1 26-5 15,-1-17-9-15,2 1-2 0,0 2-6 0,1 2 4 16,2 4-13-16,0-1-3 0,-4 2-8 0,9-2-5 0,-6-1-4 16,6 3-3-16,-4-4 0 0,4 2-10 15,-2-5-1-15,-1-2 0 0,0-2 2 0,-1 1 1 16,3-3 4-16,-4 0 4 0,-2-4 0 0,-3-2 5 0,11 0 3 15,-11 0 2-15,15-7 5 0,-13 2 13 0,10-2 8 0,-11-1 5 16,9-4 16-16,-2 2-6 0,-3-2 2 0,4-2 14 16,-4 0-4-16,3-1-2 0,-1-1 0 0,1 5-5 0,-2-2-4 15,3 1 5-15,-4-2-1 0,-4 5 4 0,-1 0-4 16,9 4-2-16,-4 0-7 0,-4-2-10 16,-1 7 2-16,0-4-20 0,5 0-30 0,-5 4-9 0,0 0 1 15,0 0 1 1,0 0 2-16,8 15 5 0,-6-7-5 0,1 3-5 15,-1-2-3-15,1 6 6 0,2 3 1 0,-3-9 0 0,3 9 7 16,2-3-2-16,-4 0 1 0,4-1 6 0,1-1 3 16,-3-6-6-16,-4 4 7 0,6-5-2 0,-5 0 2 15,3-2 8-15,-4 3 9 0,3-3 14 16,-4-4 15-16,6 1 7 0,-6-1 6 0,0 0 18 0,10-9-1 16,-5 3 28-16,0-3 13 0,0-1 9 0,2 1 7 0,-2-11 14 15,-2 13 0-15,4-11 9 0,-2 5 3 0,-2-6-6 0,3 10-12 16,3-2-13-16,-8-3-4 0,8 5-9 0,-4 0-8 15,-4-2-11-15,8 7-9 0,-6-3-9 0,0 0-10 16,-1 3-8-16,-2 4-20 0,6-6-37 0,-6 6-23 16,0 0-9-16,0 0-24 0,0 0-11 0,19 9-28 15,-16-1-17-15,2 2-13 0,5 3-8 0,-5 2-14 0,5 1-8 16,5 4-14-16,-9 5-15 0,3-4-33 0,-1 4-23 0,3-8-29 16,-2 6-41-16,4-3-242 0,-3-4-606 0,-5 4 269 15</inkml:trace>
  <inkml:trace contextRef="#ctx0" brushRef="#br0" timeOffset="-100365.52">29931 7773 101 0,'0'0'182'0,"2"9"-4"16,0-3-12-16,-2-6-19 0,3 12-12 0,-6-4-11 15,3-1-15-15,0 2-12 0,-2 3-7 0,2-2-3 16,-2 6-10-16,-1-3-9 0,0 4-10 0,-4-2 1 15,2 4-6-15,-3-4-6 0,4 6-9 0,-9-3-53 0,8-3-63 0,-5 3-75 16,4-6-109-16,1 3-283 0,-4-6 124 0</inkml:trace>
  <inkml:trace contextRef="#ctx0" brushRef="#br0" timeOffset="-99763.98">30673 7208 293 0,'-2'-8'387'0,"2"-3"-4"16,2 4-10-16,-2 7-14 0,-2-9-16 0,0 1-30 0,2 8-36 15,0-7-32-15,0 7-25 0,0 0-36 0,0 0-31 16,0 0-23-16,0 0-12 0,0 0-11 15,-5 21-13-15,9-12-5 0,-4 9-11 0,0 7-9 0,0-5-5 0,1 7-12 16,3 0-2-16,-3 0-3 0,1 0-7 0,5 1-3 16,-6 2-6-16,1-3-17 0,1-3-14 0,1 3-22 15,-4-5-6-15,6-5-4 0,-6 0-20 0,2 0-16 0,-2-7-6 16,3 2-9-16,-3-3-3 0,0 0-4 0,0-2 1 16,0 0 11-16,0-3 6 0,0-4-7 15,0 0-39-15,0 0-28 0,0 0-27 16,0 0-37-16,0 0-28 0,-3-30-23 15,3 15-165-15,3-3-460 0,-1-1 203 0</inkml:trace>
  <inkml:trace contextRef="#ctx0" brushRef="#br0" timeOffset="-99400.71">30727 7275 64 0,'0'-20'182'0,"2"1"25"0,-4 4 20 0,2 3 10 16,0-1 2-16,0 2 10 0,0 0-1 0,2 2 3 16,-4 2-12-16,2 2-20 0,0 5-22 0,0-10-24 0,0 10-22 0,0-8-25 15,0 8-16-15,0 0-5 0,0 0-13 16,0 0-11-16,12 20-7 0,-5-10-12 0,1 6-5 15,2 0-1-15,6 10-8 0,-1-3 0 0,0 1-7 0,7 3-7 16,-6 0-2-16,12 8-1 0,-3-2-4 0,-8-8-11 16,3-2-3-16,-1-7-7 0,3 7-3 0,-4-4-3 15,-5-4-5-15,1-4 0 16,-3 1-1-16,-4-4 3 0,3-1 2 0,-4-2 5 16,1-1-3-16,-7-4 14 0,10-3-8 15,-10 3 6-15,8-12 0 0,-3 4 15 0,-5 0-12 16,0-11 4-16,2 4 7 0,-1-12 3 0,1 11 1 0,-2-4-5 15,0-10 22-15,-2 2-21 0,1 4 11 0,1-3 6 16,0 1 12-16,0 6 12 0,-2 0-9 0,-1-1 3 16,3 0-3-16,0 6 4 0,0 0-2 0,0 3-16 0,-2 0 4 0,2 4-5 15,0 0-16-15,0-2-15 0,0 6-35 0,0 4-38 16,0-8-46-16,0 8-16 0,0 0 1 0,0 0-1 16,0 0-11-16,0 0-18 0,8 22-24 0,-1-12-35 15,-4 8-42-15,2-6-32 0,2 7-243 0,0-7-572 16,-1 7 254-16</inkml:trace>
  <inkml:trace contextRef="#ctx0" brushRef="#br0" timeOffset="-98645.53">31341 7358 84 0,'0'0'256'0,"0"0"-27"0,-3-8-27 15,3 8-19-15,0 0-20 0,0 0-19 0,0 0-17 16,0 0-9-16,-8 16-13 0,1-8-12 0,1 0-8 16,6 2-8-16,-2-2-6 0,-3 4-7 0,3 1-2 15,2-4-8-15,-6 6-7 0,6 0-4 0,1 1-5 16,-1-1-2-16,-1 5-1 0,2-5-3 0,4 3-1 16,-1-2 0-16,1-1-4 0,1 2-3 0,1-5-1 0,-6-2-2 0,9 2-1 15,-3-4 0 1,1 3 0-16,-1-6-3 0,1 2-6 0,0-3 3 15,-8-4 3-15,12 0 1 0,-5 2 0 0,-7-2-3 16,15-6 7-16,-7-2-5 0,-2 4 0 0,-1-7-4 0,-1 0 0 0,1-1 0 16,1-1-2-16,-2-2 3 0,-3-1 1 0,3-4 2 15,-8-1 2-15,4 1 10 0,0 0 8 16,-1 1 1-16,-4 0 6 0,3-1 0 0,-6 5-2 16,1-4 0-16,5 8 3 0,1-3-2 0,-3 6 2 15,3-1-6-15,-1 1-3 0,-3 1-3 0,5 7-8 16,0-10-2-16,0 3-9 0,0 7-6 0,0-7-14 15,0 7-3-15,0 0-7 0,7-5 4 0,-7 5-1 16,0 0 2-16,0 0 4 0,16 12-2 0,-9-7-2 16,5 2 5-16,-4-2 0 0,5 5-2 0,4-2 9 0,-2-1-7 0,-1 4 3 15,1-2-2-15,0-2-1 0,0 2 3 0,-2 1-2 16,-4 0 3-16,6-4-1 0,-7 3-1 0,0-2 0 16,-1 3-1-16,-1-9-1 0,-1 7-6 0,0-4-9 15,0 0-2-15,-1 0 1 0,-4-4 1 0,3 5-2 16,2-2 6-16,-5-3 2 0,3 8-1 0,-1-4 3 0,-2-4-2 15,-2 12 7 1,2-9-2-16,0-3 2 0,0 0-1 0,0 11 1 16,0-11 0-16,0 8 4 0,0-8-3 0,0 0 2 15,0 5 4-15,0-5 5 0,0 0 4 0,0 0 13 16,5 2 9-16,-5-2 7 0,0 0 0 0,15 0 8 16,-15 0 14-16,10-6 10 0,-2 3 9 0,-1-2 9 15,1 4 6-15,2-3 6 0,-3-3 18 0,1 3 7 0,0-2 13 16,-1 0 5-16,1-5-3 0,0 7-3 0,-4-2-13 0,4 0 1 15,-3 2 0-15,0-3-8 0,0 5-13 0,-5 2-8 16,8-6-14-16,-8 6-11 0,5-7-12 0,-5 7-13 16,5-1-30-16,-5 1-27 0,0 0-33 0,0 0-32 15,0 0 2-15,0 0-1 0,8 12 11 0,-8-12-7 16,5 11 4-16,-3-3 1 0,3 1-4 0,-2 2-9 0,-1 1-9 16,3 2-1-16,3 2-12 0,-1-1-14 0,1 0-16 0,-1 0-30 15,6 3-28-15,-6-3-19 0,6 0-30 0,-2 0-39 16,4-2-240-16,0 1-560 0,-2-5 248 0</inkml:trace>
  <inkml:trace contextRef="#ctx0" brushRef="#br0" timeOffset="-98175.49">32505 7270 72 0,'7'-13'415'0,"-7"4"-25"0,3 0-24 15,0-2-20-15,-3-2-15 0,0 4-27 0,2-1-15 16,-2-1-27-16,-2 0-27 0,2-1-23 0,-6 3-25 0,6 5-16 16,-7-7-21-16,5 4-13 0,-4-1-20 0,1 4-16 15,1 0-8-15,4 4-8 0,-6-9-15 16,-2 4-14-16,3 2 2 0,5 3-17 0,-10-2-4 0,10 2-3 15,0 0-9-15,-20 0-3 16,20 0 7-16,-12 5-20 0,6 0-3 16,-3 0-6-16,4 3-7 0,-1-1-3 0,1 1 6 15,1 7 6-15,4-6-6 0,-6 6-8 0,4 0 9 0,2 5 1 16,0-4-5-16,3 3 1 0,1 4-1 0,-3-5 7 16,6 3-1-16,0-2 2 0,-2-4-5 15,0 5 5-15,1-1 3 0,-1-4 1 0,2 2-3 0,-4-2-3 16,0-6 3-16,-1 1-15 0,0-2-1 0,3-1-8 0,-4 1-4 15,-1-2-5-15,0-6 0 0,2 9-5 0,-2-9 7 16,-8 6 5-16,4-3 2 0,-2 0 3 0,-6 1 1 0,12-4 2 16,-23-3 0-16,10 8-18 0,0-3-13 0,-4 2-27 15,-3-3-22-15,4 2-16 0,1 4-12 0,-2-3-17 16,4 2-31-16,0 0-39 0,3-3-27 0,5 3-31 16,-4 1-192-16,6 0-500 0,6 0 222 0</inkml:trace>
  <inkml:trace contextRef="#ctx0" brushRef="#br0" timeOffset="-97473.68">32570 7581 306 0,'0'0'322'0,"0"0"-21"0,0-5-25 0,0 5-22 16,0 0-30-16,0 0-24 0,0 0-24 0,0 0-18 15,0 0-22-15,0 0-12 0,0 22-11 0,0-15-9 16,0 6-14-16,-5 2-11 0,1 5-6 0,-4 4-6 15,3 6-7-15,2-3-4 0,-4 1 0 0,2 6-15 16,-5 8-2-16,-1 0-4 0,2-1-3 0,-2 1 5 16,6 0-11-16,-8-3 6 0,6 2-10 0,-1-11-4 0,-1 9 0 0,3-9 1 15,1 1 0-15,1-4-2 0,-4 0 0 0,5 3-3 16,1-6-2-16,1-2 2 0,-3-3-3 0,4-2 0 16,0 1-8-16,0-5-4 0,0-6-6 0,0 1 1 15,0 1 3-15,0-3 1 0,0-6 5 0,4 5-8 16,-4-5-11-16,0 0-12 0,0 0-20 0,0 0-16 15,18-21-17-15,-8 8-18 16,0-1-20-16,0-4-12 0,3-5-9 0,-3-1-6 16,5-2-6-16,1-2 20 0,-6-2 5 0,2 2 15 15,-2-6 7-15,5-3 15 0,-1-2 3 0,0 2 14 16,-8 6 28-16,4-6 23 0,-5 8 19 0,2-1 14 16,-4-1 14-16,2 3 20 0,2-3 17 0,-6 3 9 15,1-1 3-15,3 2 22 0,-5 0 0 0,7 2 6 16,-6 2 7-16,1-2 11 0,3 4-7 0,0 1 10 0,0 2-10 0,1-1-6 15,-2 1-3-15,4 1-9 0,-5 0-8 0,4 0-7 16,1-3-9-16,-1 7-3 0,4-1-5 0,-7 1-8 16,7 0-3-16,-7 3 4 0,4-2-19 0,-1 7 0 15,-1-1-3-15,-1-1-5 0,-2-2-2 0,2 4-6 16,4 0-2-16,-4 2-4 0,-2-3 8 0,5 5-16 16,-3-2-10-16,-5 3 0 0,15-5-10 0,-15 5-3 0,0 0-2 0,23 5-2 15,-18-2-9-15,0-1-2 0,2 6 0 0,-1 6-2 16,-4-6 1-16,5 0-3 0,-2 4 4 0,-4 0-4 15,4 2 2-15,4 3-1 0,-8-2 0 0,4 0-3 16,-5 4 1-16,0-3 1 0,0 0 2 0,-5-2 1 16,5 1 3-16,-10-3 1 0,9-3 3 0,-4 5 3 15,-9-1 0-15,4-6-1 16,-3 2 9-16,-3-1 0 0,1-3 3 0,-7-3 2 16,2 1 0-16,2-3 5 0,-2 5-1 0,-1-5-4 15,3-3 4-15,-1 1 1 0,3-1 1 0,1 2 0 16,7 1-3-16,8 0 3 0,-22 0-5 0,22 0-11 15,-6-1-13-15,6 1-17 0,0 0-7 0,0 0-13 0,0 0-21 16,0 0-28-16,14 17-20 0,-7-13-17 16,15 2-17-16,-9-4-18 0,7 9-6 0,1-5-117 0,-1 0-338 0,3-2 150 15</inkml:trace>
  <inkml:trace contextRef="#ctx0" brushRef="#br0" timeOffset="-96709.41">33010 7695 53 0,'6'-6'141'0,"4"-4"16"0,-3-1 4 0,1-3 13 16,-3 2 12-16,0 0 2 0,-2 0 7 0,1 0 1 0,-1 2-3 15,-1 1-7 1,3-7-10-16,-5 6-9 0,0 0-9 0,0 3-9 16,0-1-16-16,1 1-12 0,-1-1-12 0,0 2-13 15,0 6-14-15,-1-8-8 0,1 8-10 0,-5-7-9 16,5 7-7-16,-13-2-8 0,4 2-4 0,9 0-7 16,-20 4-8-16,10 0-12 0,2 0-7 0,-7 3-11 0,7 3-5 15,-4-4-3-15,1 3-5 0,-1 1-4 0,6 6-3 16,-3-8 1-16,8 7 0 0,-6-1 2 0,2-2 2 0,5-3-3 15,-2 3 7-15,4 0-6 0,3-1 4 0,2-4-1 0,-4 6 8 16,4-5-8-16,4-2 2 0,-3-2 2 16,2 4 0-16,2-7 0 0,-4-1 2 0,6 0-2 15,-14 0 4-15,18-7-1 0,-10 1 3 0,5 3 0 0,-4-5 6 16,-5-4 3-16,5 5 6 0,-3-9 4 0,3 0 14 16,-4-4 7-1,5 6 2-15,-4-1 10 0,-3 0 16 0,2-2 2 16,-3 9 8-16,3-3-8 0,-2 0 15 0,-1 2 6 0,1-1-3 15,-1 5-11-15,-2 5-6 0,3-7-8 0,-3-1-8 16,0 8-19-16,0 0-20 0,0 0-23 16,0 0 4-16,0 0 0 0,0 0 3 0,0 0 1 0,-10 20 0 15,9-13-2-15,-1 5-7 0,0-1 5 0,-3 4-3 16,4 0-2-16,1 1-1 0,0 1-2 0,-4-2-3 0,8 1-4 16,-4-1 3-16,-4 2-4 0,4-8-2 0,4 4 4 0,-1-2 0 15,2-7 0-15,-3 4 4 0,1 1 2 0,0-6 2 16,4 1 2-16,-7-4 1 0,12 0 4 15,-12 0 2-15,9-5 6 0,0 1-1 0,-3-3 2 0,3-2 12 16,-3 2 0-16,9-7 7 0,-7 5 11 0,2-7 13 16,2 2 7-16,-5 5 10 0,1-2 9 0,-2 2-14 0,3 1 1 0,-4 1 5 15,-4 0-2-15,8 1 10 0,-4 0-19 0,-4 3-5 16,-1 3-8-16,7-8-7 0,-7 8-21 0,0 0-25 16,0 0 0-16,0 0 1 0,0 0 4 0,0 0-1 31,0 0 5-31,0 0-2 0,-7 23 3 0,6-16-4 15,1 4 2-15,-5-2-1 0,3 2 0 0,-5-3-1 16,6 2 0-16,1 0 1 0,0-1 1 0,1-1 4 0,-1-1-2 0,7 0 3 16,-7 1 3-16,0-8 4 0,2 7 6 0,-2-2 13 15,6 1 11-15,-6-6 1 0,0 0 5 0,0 0 10 16,0 0 2-16,15-12 5 0,-15 12 19 0,8-7 2 16,-3 0-1-16,0 0 18 0,0 0 3 0,2 2 7 15,-4-4 13-15,1-2-5 0,2 4-5 0,-4 2-14 16,3-2-5-16,3-1-6 0,-3 1-14 0,-3 4-1 0,-2 3-11 0,5-7 1 15,-2 4-20-15,-3 3-25 0,2-7-33 0,-2 7-35 16,0 0-35-16,0 0-30 0,0 0-5 0,0 0-7 16,0 0-6-16,0 0-25 0,13 14-18 0,-11-11-25 15,1 3-32-15,0-2-30 0,-1 3-254 0,1-4-571 16,5-1 253-16</inkml:trace>
  <inkml:trace contextRef="#ctx0" brushRef="#br0" timeOffset="-95969.86">33477 6981 194 0,'-5'-9'318'16,"1"-3"-20"-16,4-1-22 0,-1 3-16 0,1-2-12 15,0 5-14-15,0 1-17 0,0-1-24 0,1-3-24 16,-1 10-14-16,0-9-20 0,0 6-11 0,0 3-17 16,0 0-14-16,4-7-12 0,-4 7-18 0,0 0-10 0,0 0-11 0,0 0-6 15,23 10-9-15,-20-3-7 0,0-2-4 0,-1 2-5 16,0 0-1-16,3-1-3 0,-5 5-2 0,3-3-2 16,-3 0-7-16,0 1 4 0,0-2 0 0,3 4-4 15,-3 0 4-15,0-4 2 0,0 3-4 0,0 0 2 16,0-2-3-16,2 4 3 0,-2 0 2 0,0-1-4 15,0 4 2-15,0-6-3 16,0 3 3-16,0-2-1 0,-2 7 0 0,2-7 0 16,-3 2-1-16,0 0-2 0,-6 0 1 0,6 5-2 15,-9-8 3-15,7 3-2 0,-9 0 4 0,0-1-3 16,-1-1 1-16,1 0 8 0,4 2-10 0,-5 0 2 16,0-1 2-16,0 1 0 0,2 0-4 0,-2-2 2 15,7 7 0-15,-4-8-2 0,2 4-2 0,5-2 7 16,-2 4-1-16,4 1 3 0,3 1-3 0,3-2 0 0,2 1 0 0,2-1 3 15,1 8-5-15,1-7 2 0,4-1 0 0,0 4 5 16,-3-6-3-16,2 2-2 0,-1-3-1 0,1-2 0 16,-6 7 1-16,4-8 1 0,-5-1-3 0,-1 2 0 15,4-6 0-15,-5 2-1 0,-1 1-1 0,-2-7 3 16,0 10-3-16,0-10-1 0,-5 11 0 0,2-7 1 16,-4-2 6-16,7-2-2 15,-8 10 2-15,-1-3-2 0,4-2 1 0,-5 0-4 16,4 0 3-16,-2 3-2 0,3 0-1 0,-2-1 0 15,-1 2 1-15,8 2 3 0,-7 1-1 0,-1-1 0 16,8 1 2-16,0 5 0 0,-5 0 1 0,10 0-1 0,-5 0-3 16,0 1 5-16,6 1-7 0,-2 1 3 15,1-3-1-15,-5-3 0 0,5 6-1 0,-2-10 1 16,-1 9 1-16,1-4-1 0,-3-2-3 0,0-1 1 0,0 0 1 0,-3-5 2 16,-2 4 0-16,0 0-1 0,5-4-2 0,-7 1 4 15,-1-1 1-15,0 2 0 0,-4-1 4 0,2 2-3 0,3-1 5 16,-6-1-2-16,-2 0 0 0,0 2-1 0,0 0 4 15,1-3-9-15,0 2 7 0,-1 2 2 16,1 1-6-16,-1-5-20 0,0 5-31 0,0 2-13 16,2-1-52-16,-1 1-59 15,6-1-82-15,-2 1-197 0,9-2-486 0,-4-3 215 16</inkml:trace>
  <inkml:trace contextRef="#ctx0" brushRef="#br0" timeOffset="-80681.44">17480 10482 28 0,'-15'-11'236'0,"-2"1"-25"0,-3 4-26 0,2 4-17 16,-10-3-19-16,-2 5-15 0,0 7-12 0,2-1-17 15,-2 9-11-15,6-1 0 0,-5 5-15 0,1 2 0 16,3 3-9-16,-4 5-1 0,10-4-1 0,5 2-8 15,4 3 2-15,3 0 0 0,7-3-1 0,0 0 2 16,8 1 1-16,4 1 1 0,11 5 0 0,-1-9 5 0,2-3-2 0,14 2-1 16,-3-2-9-16,10-4 2 0,-9 2-1 0,1-16-1 15,-6 3 4-15,4-6 2 0,-4-2 11 0,2-3 3 16,-3-3 9-16,-2-5 11 0,1-2 23 0,-3-2-9 0,-6-4 1 16,0-5-2-16,-4-1 3 0,-4-2-6 15,3-9-4-15,-10-6-5 0,-5 1-9 0,-5 3-4 16,-5 0-1-16,3 8-6 15,-13-7-8-15,-3-5-7 0,2 7-8 0,-4 0-2 16,-7 3-9-16,4 5-11 0,-7 2-1 0,12 7-9 16,-6 3-8-16,0 8-21 0,6-4-32 0,3 5-25 15,-4 6-57-15,-6 6-28 0,3-1-22 0,-1 8-17 0,3 3-16 16,5 4-37-16,6 2-39 0,10-1-49 16,-2 5-198-16,9-1-567 0,4 2 251 0</inkml:trace>
  <inkml:trace contextRef="#ctx0" brushRef="#br0" timeOffset="-80217.91">18173 10289 68 0,'0'-15'389'0,"-2"-1"-7"0,1 1-33 0,-1 8-37 15,2-2-38-15,-3 3-26 0,3 6-32 0,-2-6-40 0,2 6-27 16,0 0-10-16,0 0-26 0,-15 21-6 0,10-7-11 15,2 10-8-15,-2-1-16 0,0 4-1 0,-2 5-7 16,1-2-7-16,-3 9-11 0,8 2 1 0,-3-13-9 16,3 3-3-16,-4-5-2 15,5 1-4-15,-5 0-4 0,5-2-3 0,-3-8 7 16,3 2-9-16,0-1-8 0,0-2-5 0,0-8-7 16,-2 4 3-16,4-5 3 0,-2-2 2 0,0 1 11 15,0-6 16-15,3 9 36 0,4-7-26 0,1-1-1 16,-8-1 3-16,26-4-6 0,-6-2-10 0,-3 0-4 15,1 2 0-15,0 1-2 0,5-2 1 0,-1-2 7 16,-4 3-17-16,0 1-4 0,5 1-5 0,-1 2 3 0,-4 1-5 0,-1 0-4 16,-2 2 6-16,-1 1-5 0,0 1 0 0,1 2-8 15,-5-4 8-15,-1 5-7 0,3 1 3 0,-5 2-3 16,3 4 0-16,-7-3 2 0,0 3-4 0,-3-3-2 16,5 4 2-16,-10-4 2 0,4 5 2 0,-1-2-4 15,-10 0-4-15,4-1 5 0,-5-1 6 0,-2 1 0 16,-2-2 0-16,-3-1 0 15,-6 0-12-15,0-1-13 0,2-4-17 0,-4 3-23 16,8-2-24-16,4-6-25 0,-4 3-23 0,5-4-26 16,0 2-46-16,5-4-63 0,10 2-238 0,-8-5-552 15,8-2 245-15</inkml:trace>
  <inkml:trace contextRef="#ctx0" brushRef="#br0" timeOffset="-79885.89">18823 10708 93 0,'4'-2'298'0,"-4"2"-28"0,0 0-32 16,10-2-28-16,-10 2-24 0,0 0-18 15,0 0-19-15,5 18-16 0,0-10-10 0,-2 2-15 16,2 5-9-16,0 6-10 16,-3 3-7-16,4 3-11 0,2 1-9 0,1 10 1 15,1 2-8-15,-2 1-7 0,0 7-2 0,4-3-3 16,1 0-2-16,-6 3-3 0,3 0-5 0,-2 0-3 15,3-1 0-15,-6-5-4 0,5 2-2 0,-10-2-1 0,5 2-2 16,-5-13 0-16,0-2-3 0,0 3-1 16,-8-5 34-16,1-4 27 0,-1-6 23 0,-2 2 28 15,-3-4 28-15,-5 0 17 0,-2 1 12 0,-2-9 8 0,-4-4 3 0,-7 3-2 16,1-6-7-16,-12-8-10 0,9 0-21 0,-11-8-13 16,-4-3-14-16,10-7-10 0,-3-2-15 0,0-3-13 0,8-4-18 15,4-4-41-15,-1-6-55 0,13 1-65 0,7-8-70 16,9-2-74-16,3-6-81 0,20-17-84 0,3 2-343 15,15 2-802-15,5 11 355 0</inkml:trace>
  <inkml:trace contextRef="#ctx0" brushRef="#br0" timeOffset="-79484.86">18969 10398 123 0,'0'0'328'0,"-3"-6"-15"0,3 6-17 0,0 0-11 0,0 0-17 16,-8-5-15-16,8 5-13 0,0 0-40 0,0 0-18 15,0 0-21-15,0 0-17 0,0 0-13 0,0 0-17 16,0 0-12-16,0 0-10 0,0 0-8 0,0 0-10 16,0 0-4-16,0 0 1 0,0 0-21 0,0 0-4 15,0 0-7-15,0 0-3 0,0 0 2 0,0 0-5 0,0 0-10 0,0 0 5 16,0 0 4-16,-7-2-8 0,7 2 3 0,0 0-4 15,0 0 9-15,0 0-10 0,0 0 12 0,0 0 8 16,0 0 6-16,0 0 5 0,0 0 1 0,0 0 7 16,0 0-16-16,0 0 6 0,0 0-6 0,-8-7 0 15,8 7-10-15,0 0-6 0,0 0-3 0,0 0-13 16,-5-1 4-16,5 1-4 16,0 0-3-16,0 0-4 0,0 0-5 0,0 0-8 15,0 0-19-15,0 0-2 0,0 0-12 0,0 0-9 16,0 0-13-16,0 0-16 0,0 0-10 0,0 0-13 15,0 0-12-15,0 0-11 0,0 0-9 0,0 0-33 16,0 0-53-16,15 13-55 0,-9-11-244 0,4 0-560 16,-2-1 248-16</inkml:trace>
  <inkml:trace contextRef="#ctx0" brushRef="#br0" timeOffset="-79077.33">19097 10774 121 0,'0'0'365'0,"-10"3"-11"0,10-3-22 0,0 0-23 15,0 0-25-15,-14 4-19 0,14-4-21 0,0 0-24 0,0 0-18 16,0 0-21-16,0 0-28 0,0 0-7 0,30 3-16 16,-13-3-15-16,-2 1-14 0,1-1-6 15,1 0-13-15,-1 0 6 0,6 0-21 0,-1 0-8 0,-1-1-8 16,-2-1-4-1,-1-3-18-15,6 2 2 0,-3-1 0 0,-5-5-10 16,1 3-14-16,-2 5-1 0,1-10-2 0,-7 2-11 16,-2 2 1-16,1 0-4 0,0-5 12 0,-1 4-12 0,-6 3-2 15,2-6 0-15,-2 1 10 0,-8 1 7 0,8 1 12 16,-7 1-4-16,0 1 4 0,1 0-1 16,-2-2 1-16,-1 4 2 0,3 1-6 0,-8-2 0 0,3 4-7 15,-2-2 0-15,-1 3 0 0,1 0 0 0,2 3-2 0,-3-2 1 16,-2 6-9-16,1-2-1 0,0 0 5 0,3 5 3 0,2-1-6 15,-3 2 6-15,5 3-5 0,1-1 3 0,1 1 2 16,-3 2-2-16,8 0-1 0,4 3-11 0,4 0-6 16,-1 6-9-16,3-8-19 0,7 4-21 0,4-2-32 15,3 1-44-15,5-4-47 0,12 7-54 0,10-7-43 16,-7-1-234-16,5-4-564 16,3-3 250-16</inkml:trace>
  <inkml:trace contextRef="#ctx0" brushRef="#br0" timeOffset="-78783.06">20133 10734 248 0,'-15'-11'370'0,"3"1"-13"0,-4-2-23 0,-6 0-22 0,1 3-8 16,-3 2-10-16,-4-4-22 0,0 6-21 0,2 1-24 16,6 1-26-16,-3 3-13 0,1 0-24 0,4 3-29 15,0-2-8-15,1 6-28 0,-1 0 4 0,3 4-12 16,0-1-7-16,4 2-9 0,1 2-5 0,1 1-7 15,3 4-10-15,-2 1 2 0,8-4-6 0,0 5-8 16,0 6-3-16,8 3-11 16,2-3-2-16,1 0-8 0,4-4-17 0,0 4 11 15,5 0-34-15,15 1-11 0,-9-7-19 0,9 3-23 16,-5-8-17-16,1-2-23 0,6-5-19 0,-6-1-26 16,12-7-21-16,5 2-12 0,-16-9-27 0,17-6-10 15,-4 0-19-15,-4-9-14 0,1-5-178 0,-4-5-480 16,5-5 213-16</inkml:trace>
  <inkml:trace contextRef="#ctx0" brushRef="#br0" timeOffset="-78560.41">20646 10267 222 0,'-13'-40'336'0,"3"9"20"0,-2 2 16 15,-1 2 0-15,0 0 0 0,6 2-5 16,-3 6-8-16,5 4-11 0,2 3-20 0,-4 5-32 16,4-1-30-16,-1 1-33 0,3 2-34 0,-4 0-30 0,5 5-43 15,0 0-19-15,0 0-10 0,-10 16-7 0,7-7-8 0,3 12-11 16,3 3-7-16,-1 4-7 0,-1 11-3 0,3 2-6 0,-1 4-6 15,2-1-6-15,-2 7-5 0,0-4-16 0,2 3-16 16,2 1-31-16,-2 0-27 0,5-6-31 16,-5 6-33-16,3 0-6 0,-1-3-8 0,-1-1-10 0,3-4-3 15,-4 0-12-15,3-5-12 0,-5-5-22 0,4 8-28 16,-2-18-27 0,-2-3-21-16,-1-5-30 0,-1 1-209 0,-1-6-555 15,-1-1 246-15</inkml:trace>
  <inkml:trace contextRef="#ctx0" brushRef="#br0" timeOffset="-77912.42">20452 10711 52 0,'-2'-16'294'0,"2"5"-2"0,2 0-15 0,-2 0-7 16,0 1-18-16,3 2-13 0,2-2-25 0,2 2-16 0,6 0-28 16,2 4-15-16,5-3-17 0,-2 5-13 0,0-3-17 15,7 5-9-15,-3 5-5 0,8-3-11 0,-2 2-8 16,2 0-9-16,-6 1-1 0,6 5-13 0,-2-5-8 15,-1 5-1-15,1-1-6 0,-10 2-3 0,5-3-3 16,-1 5-8-16,-4-3 2 16,4 9-5-16,-4-6-4 0,-3 2 0 0,-4-1 0 15,2 3-2-15,-1 2-6 0,-4-6 4 0,2 8-3 16,0-3-1-16,-2 4-3 0,-8 1-2 0,10 0 1 16,-8-4-1-16,3 2-1 0,-5-2 4 0,8-2-2 15,-6 0-1-15,3 1-5 0,-5-6 5 0,5-2-4 16,-2-3-1-16,-3 4 5 0,2-7 0 0,3 1 2 15,-5-5-1-15,8 5 4 0,-1-5-1 0,-7 0-2 0,16-8 1 0,-3 2-2 16,-8 2 2-16,12-10-3 0,-2 4-2 0,5-4-1 16,-5-1-1-16,8-5 10 0,0 0-5 0,-3-2 0 15,1 1 4-15,-2 2 9 0,2 0 14 0,-6 3 11 16,0 0 9-16,-7 0 14 16,4 1 4-16,-2 4 11 0,-4-1 4 0,3-2 1 15,-4 12-4-15,3-6-9 0,-8 2-6 0,5-2-18 0,-2 4-8 16,-3 4-32-16,7-3-31 0,-7 3 1 0,0 0 0 15,0 0 19-15,6 15-11 0,-4-4-5 0,0 1-7 0,1-1 3 16,0 8-2-16,4-2-2 0,-2 3 1 16,3 7-6-16,-1-1 1 0,3-3-2 0,1 4-4 15,-4-8 1-15,3 5 5 0,-4-6 2 0,3 1 1 0,-3-9 1 16,1 7 1-16,1-8 6 0,-3 2 13 0,-3-4 3 16,4-4 12-16,-4 0 21 0,-2-3-13 0,0 0 12 15,15-11 8-15,-8 4 7 0,-4 0 20 0,2-8 9 16,2 1 9-16,-6-6 15 0,6 4 3 0,1-8 0 15,0-2 5-15,1-1-3 0,1 4-8 0,-7-4-8 16,2-1-9-16,5 3-9 0,-2 3-6 0,-1-4-7 0,-2 11-7 16,3 0-4-16,-3-2-6 0,-2 6-7 0,-1 6-14 15,3-6-27-15,-4 6-43 0,4-5-65 0,-5 10-35 0,0 0 4 0,7 0-5 16,-7 0-11-16,8 12-15 0,-8 0-10 16,2-2-5-16,1 6-12 0,-1 0-14 0,-2 6-17 15,8-3-14-15,-6 1-19 0,1-3 2 0,4 9-179 0,-2-8-487 16,0 7 216-16</inkml:trace>
  <inkml:trace contextRef="#ctx0" brushRef="#br0" timeOffset="-77542.63">21899 11043 31 0,'16'1'134'0,"-16"-1"10"0,10-3 5 16,-3-1 0-16,-7 4-2 0,13-8 0 0,-11 7-7 16,9-2-5-16,-6 0-14 0,-5 3-6 0,15-8-11 15,-3 7-9-15,-4-5-6 0,5 1 6 0,2 2 4 16,2-1 1-16,-2 3-2 0,0-3-3 0,3 1 4 15,0-4 5-15,-3 1 6 0,5 0 0 0,-5 0 5 0,6-1-1 0,-4-3-9 16,3 0-3-16,-4-1 4 0,-1 0-2 0,7-9-10 16,-4 2 0-16,-5 1-5 0,0-1 0 0,2-1-2 15,-8 1 6-15,3-1 0 0,-5 1-9 0,0-1-9 16,-4 0-4-16,-2 2-9 0,-6 1-6 0,4 1-19 16,-7 1 3-16,1 2-8 0,-4 3-12 0,-3-1 14 15,-4 5-17-15,-3 2-4 16,1 2-1-16,1 2-7 0,-8 4-3 0,5 2 3 15,4 1-8-15,-3 6 3 0,1-2 0 0,6 3 3 16,4 1-1-16,-3 7-1 0,3-1 14 0,7-2-18 16,-1 5 6-16,6-1 15 0,6-2-21 0,3 4 12 15,-4 0-4-15,8-1-7 0,4-6 7 0,6 7 1 16,0-6 19-16,5 0-15 0,0 0-2 0,4-9 9 16,9 7-26-16,-10-8-31 0,12 0-37 0,-11-2-32 0,-1-4-42 0,1-4-57 15,-2-3-77-15,-6-4-332 0,6-13-667 0,-2 4 296 16</inkml:trace>
  <inkml:trace contextRef="#ctx0" brushRef="#br0" timeOffset="-77373.38">21819 10061 183 0,'-6'-8'314'0,"-8"-1"-35"0,8 7-31 15,-2-5-29-15,1 7-29 0,7 0-22 0,0 0-40 16,0 0-53-16,-8 14-58 0,8-6-66 0,1 4-58 0,-2 0-171 15,1 3-301-15,-7 2 134 0</inkml:trace>
  <inkml:trace contextRef="#ctx0" brushRef="#br0" timeOffset="-76740.58">17198 11551 205 0,'0'0'217'0,"-6"5"36"0,6-5 18 16,19 11 1-16,19-3-14 0,20 11-20 0,37-3-15 15,50 14-5-15,6-6 3 0,5-3 6 0,12-3-17 0,8 0-8 16,3 2-6-16,9-8-8 0,4 7-9 15,2-7-10-15,1 7-8 0,-1 1-9 0,5-4-6 16,-1 4-8-16,-9-6-16 16,-9 6-10-16,-6-9-10 0,-2 1-7 0,-10-3-11 15,-14-2-6-15,-39-4-11 0,-3 5-3 0,0-1-10 16,-10 1-7-16,1-5-4 0,-7 3 1 0,-26 0-15 16,1 0 7-16,-10-3-10 0,1 1-1 0,-5-2-5 0,-3 6-3 15,2-3-22-15,-15 2-19 0,-6-2-18 16,3-3-20-16,-12-1-29 0,1 4-21 0,-3-3-22 0,-4-1-27 15,-3 5-34-15,1-5-40 0,-4 4-59 0,0-5-56 0,-8 0-268 16,10 3-669-16,-10-3 296 0</inkml:trace>
  <inkml:trace contextRef="#ctx0" brushRef="#br0" timeOffset="-789.8">23183 11536 120 0,'8'8'131'0,"4"-4"-2"0,-2-1-5 0,3 2-10 16,2-2 5-16,-3 0-5 15,-1-2 9-15,2 3 1 0,1-8-6 0,-14 4 11 16,18-5 4-16,-5-2-2 0,-6 4-5 0,-6-4-8 15,8 1 4-15,-6 0 2 0,-1 0 5 0,-2-3-4 16,-2 1-9-16,-5-1-6 0,1 1-9 0,-2 0-7 16,1 2-14-16,0-6-9 0,-4 4-6 0,-1 4-3 15,5-2-9-15,-1-3-5 0,-3 6-7 0,1-2-6 0,-5 2-4 16,8-1-20-16,-3 3-39 0,-1-1-42 0,11 2-48 0,-14 2-42 16,14-2-49-16,-13-2-53 0,13 2-142 0,0 0-438 0,0 0 193 15</inkml:trace>
  <inkml:trace contextRef="#ctx0" brushRef="#br0" timeOffset="-457.79">23276 11029 185 0,'0'0'294'16,"-3"-4"-25"-16,3 4-25 0,0 0-25 0,-5-4-29 15,5 4-13-15,0 0-21 0,0 0-18 0,0 0-13 16,0 0-14-16,0 0-9 0,0 0-10 0,0 0-6 0,0 0-8 0,0 0-4 16,0 0-1-16,26 12 0 0,-21-8 0 0,5-4-4 15,-3 3 6-15,6-2-1 0,-3-1 1 0,0-4-2 16,1 0 2-16,2-1-12 0,-6 1 5 0,5-4 1 16,-7-1-7-16,6 1 0 0,-2 3-8 0,-6-9-6 15,-3 2 6-15,3 0-6 0,-3-3-5 0,-3 0-2 16,-5 0-4-16,6 1-3 0,-6-1 0 0,-2 5-9 0,5 1 0 0,-2 0-4 15,-1-2-3-15,0 4-4 0,1 1-6 0,-5 0-7 16,9 3-29-16,-10 0-42 0,13 3-35 0,-15 9-44 16,0-5-41-16,13 4-46 0,-1 0-37 0,5 3-224 0,-2-2-537 15,10 6 237-15</inkml:trace>
  <inkml:trace contextRef="#ctx0" brushRef="#br0" timeOffset="-41.13">24198 11052 351 0,'-2'-9'332'0,"-1"3"-29"16,-5-6-25-16,1 4-23 0,-3 1-24 0,2 3-25 15,-4-1-21-15,-3 5-18 0,-1 1-15 0,-1 3-15 16,1 6-19-16,-1-1-12 0,0 3-8 0,-1 2-5 15,2 8-10-15,1 2-8 0,3 5-7 0,7-2-10 16,4 4-3-16,1-1-5 0,5 2-2 0,6 5-9 16,6 3-6-16,4-6 4 15,6 0-5-15,2 2-1 0,5-5-9 0,2-2-4 16,-1-2-12-16,11-1-11 0,-5-7-3 0,-1-1 4 16,3-9-2-16,-8-1 2 0,-2-5-1 0,2-6 2 15,11-5 3-15,-13-1-5 0,-1-1 3 0,-2-9 14 16,-4-3 8-16,-1-8 8 0,1-4-5 0,-7-3 11 15,-5-2-3-15,-7-2 16 0,-2-8 8 0,-10 3 19 0,0 3 11 16,-10-3 14-16,0 0 0 0,-5 4-7 0,-8 2-1 0,0 2-9 16,0 6-7-16,5 5-8 0,1 8-8 0,-1-1-13 0,0 5-7 15,-2 3-4-15,5 7-3 0,0 0-10 16,1 3-30-16,0 7-43 0,-2-1-52 0,4 8-40 16,2 2-46-16,-1 10-49 0,6 0-57 0,3 2-44 0,6 2-246 15,2-1-633-15,6 2 280 0</inkml:trace>
  <inkml:trace contextRef="#ctx0" brushRef="#br0" timeOffset="466.66">25105 10673 337 0,'0'-12'334'0,"1"3"-33"0,-2 1-35 0,1-1-26 16,0 9-29-16,0-8-21 0,0 8-22 0,0 0-14 16,0 0-11-16,0 25-18 0,0-9-12 0,1 4-8 15,3 7-13-15,-3 4-7 0,3 8-11 0,1 3-5 16,0-2-7-16,0 4-3 0,1 1-10 0,-1 0-3 0,3 0-7 0,-1 0-2 16,-2-6-4-16,-3-9-1 0,4-2-9 0,-4-1 0 15,3-7 2-15,-3 1-6 0,1-9-2 0,-3 1 1 16,3-3 9-16,-1-5-1 0,0 3 20 0,4-4 5 15,-6-4 0-15,13-1 5 0,-13 1 8 0,22-12 1 16,-7 1-7-16,0 0-3 0,0 0-7 0,13-5 0 16,-7 0-3-16,4 1-5 15,-5 7 3-15,-2-4-4 0,9 1-10 0,-11 3-1 16,6 1-2-16,-6 7-5 0,2-1 6 0,4 1-14 16,-4 1-2-16,-3 6 0 0,0 4-2 0,0 1-4 15,-2 3 6-15,0 1-5 0,4 8-1 0,-2 2 2 0,-2-3 1 16,-8 2-2-16,7-1-8 0,-9 1 5 15,-1 2-5-15,-2-3 6 0,0-1-6 0,-5-7 6 16,-2 6-1-16,-1-5 2 0,-7 1 0 0,0-2 1 0,-2 0-3 0,-3-2-2 16,-6-5-4-16,-2-2 10 0,-2-3-2 0,-5 1-3 15,4-6 3-15,-6-6-6 0,3 3-15 0,2-7-11 0,-9-3-23 16,13 3-14-16,3-1-20 0,3-2-24 0,9-1-26 16,-3 2-26-16,7-1-29 0,3-3-32 0,6-3-28 15,6 2-40-15,3-7-199 0,7 0-529 0,1 1 235 16</inkml:trace>
  <inkml:trace contextRef="#ctx0" brushRef="#br0" timeOffset="729.68">25878 10635 13 0,'0'-8'338'0,"0"1"-19"16,1 2-27-16,-1 5-28 0,5-8-32 0,-5 8-24 15,0 0-27-15,0 0-15 0,0 0-16 0,9 18-17 16,-1-5-12-16,-1 3-10 0,-1 10-12 0,-3 2-6 16,9 2-9-16,-5 13-9 0,8-6-5 0,-1 5-12 15,1-1-2-15,-1 5-5 0,-4 2 0 0,-4-3-5 16,1-2-9-16,4 0-2 0,-7-1-5 0,-4-2-6 0,6-7-4 0,-4-5-18 16,-2-1-30-16,-2 0-23 0,4 2-25 0,-2-4-23 15,-2-5-20-15,4-4-42 0,-4-1-51 0,4-3-31 16,-2-4-152-16,-2-1-429 0,2 0 190 0</inkml:trace>
  <inkml:trace contextRef="#ctx0" brushRef="#br0" timeOffset="1284.35">25936 11061 96 0,'-7'-9'302'0,"2"3"-11"0,2 1-18 16,3 5-19-16,0-5-23 0,0 5-23 0,0 0-17 15,13-7-13-15,-13 7-11 0,31 14-11 0,-2-5-17 16,0 6-8-16,9-3-12 0,7 1-12 0,-2 2-12 0,0 0-11 16,4 0-10-16,-1 1-3 0,4-5-7 0,-1 3-10 0,4-5-3 15,-8 0-6-15,3 2-4 0,-15-4-6 0,3-1-1 16,-7 0-4-16,0-3-2 0,-1-3-4 16,-11 0 3-16,-2-3-5 0,-2 3-3 0,-5-3-3 0,1 0 2 15,-3-2-6-15,-1 2 0 0,-5 3-3 0,-11-12 0 16,1 7 2-1,-10-2-6-15,3 4 4 0,-11-2-3 0,-3 3-1 0,-2 0 6 16,1 2-6-16,-1 5 0 0,2-1 2 0,1 2 4 16,2 3-2-16,1 2-1 0,7-2-2 0,-8 5 0 15,13-2 0-15,4 4-4 0,-1-1 9 0,4-1-3 16,3 3-7-16,-3 2 7 0,14-6-2 0,-4 5 2 16,8 1-3-16,1-3 1 0,4-1-4 0,0 1 5 15,5-5-1-15,3 1-3 0,4-1-4 0,3-3-9 0,-6-5-2 0,3-3-1 16,-4 0-5-16,0-6-2 0,-5 1-4 0,9-8 0 15,-6-5 0-15,1-1 5 0,-6 0-3 0,-1-4-3 16,0-5 3-16,-8 1 4 0,-2-3 5 0,-3-1-1 16,-4 1 19-16,-3 3 23 0,3-5 19 0,-9 8 14 15,2-1 17-15,1 1 7 0,1 6 2 0,-1 1 8 16,2 10-4-16,-3-2-7 0,4 0-16 0,4 3-9 0,-8 0-4 0,9 6-5 16,0 0-3-16,0 0-6 0,-14 17 0 0,14-1-2 15,0-2-5-15,3 3 0 0,2 3-8 0,0 7 0 16,5-1-8-16,-4 1 5 0,9 0-7 0,0 1 1 0,0 1-11 15,0-4-31-15,0-1-34 0,5 1-26 0,-4-1-21 16,4-5-37-16,3 0-44 0,-8-6-40 16,2 1-36-16,1-6-39 15,-3-3-38-15,-4-3-185 0,3-2-567 0,5-2 251 0</inkml:trace>
  <inkml:trace contextRef="#ctx0" brushRef="#br0" timeOffset="1484.88">27091 11053 81 0,'0'-4'324'0,"0"-2"-6"0,0 6-31 0,0-10-23 0,0 10-19 0,0 0-16 16,0 0-6-16,0 0-1 0,0 0-22 0,-17 18-11 15,14-8-12-15,0 5-17 0,3-1-10 0,-7 3-15 16,7 3-17-16,-1 2-8 0,2 5-12 0,-1-1-8 16,0 6-11-16,8-4-5 0,-3-1-11 0,-3 2-36 15,8-4-36-15,-7-4-39 0,6 1-38 0,-3-2-45 16,-2-1-55-16,2-5-58 15,6-2-58-15,-4-1-175 0,-3-4-515 0,5 2 228 16</inkml:trace>
  <inkml:trace contextRef="#ctx0" brushRef="#br0" timeOffset="1901.53">27424 11126 216 0,'0'-7'297'0,"0"7"-31"0,0-7-23 15,0 7-29-15,0 0-20 0,0 0-23 0,0 0-13 16,13 14-17-16,-11-7-15 0,3 5-10 0,-5 0-15 16,0-1-8-16,6 6-13 0,-4 5-2 0,-1 1-8 15,4 4-11-15,-3-1-5 0,1-1-4 0,2-1-6 16,-3 2-3-16,3-5-3 16,-2-1-8-16,2-1-7 0,-3-6-21 0,1 1-7 15,-1-5-4-15,1 3-2 0,-1-3 3 0,4-3 3 16,-4 0 1-16,1-3 3 0,-3-3 2 0,12 0 2 0,-12 0 15 15,15-4 7-15,-8-4 11 0,4-3 12 0,2-1 16 16,-3-1 18-16,4-2 16 0,0-3 4 16,1-2 3-16,0-2 9 0,-2 1 25 0,2 5-10 0,-3-4 15 15,3-1-4-15,0 6 4 0,0 2 10 0,0-1-9 0,-6 2-15 16,5 0 1-16,-6 7-11 0,5-2-12 0,-8-2-14 0,7 7-11 16,-7 1-12-16,8 1-9 0,-3 3-6 0,-2 2-5 15,0 2-6-15,2 5-3 0,0 1-5 0,-3 5-4 16,1-1-4-16,-3 4-4 0,-2 3-20 0,9 3-27 15,-10-1-32-15,-1-5-32 0,6-2-28 0,-5 5-37 16,1-5-26-16,-3 1-37 0,2 1-37 0,-4-8-45 0,2 1-53 0,0-4-312 16,-3-3-714-16,-1 1 316 0</inkml:trace>
  <inkml:trace contextRef="#ctx0" brushRef="#br0" timeOffset="2086.42">27525 10625 147 0,'-14'-18'427'0,"6"4"-34"0,-3 1-37 16,4 4-41-16,0-1-33 0,2 0-32 0,0 3-48 0,4-1-77 16,-8 2-93-16,9 1-109 0,0 5-123 0,5-10-176 15,-5 10-406-15,0 0 179 0</inkml:trace>
  <inkml:trace contextRef="#ctx0" brushRef="#br0" timeOffset="5039.26">29026 11242 71 0,'3'-7'273'16,"4"-6"-14"0,1-2-9-16,-1-1-7 0,1 3 4 0,-1-11-14 15,1 4-6-15,0-4-4 0,-1-1-12 0,-2 7-2 0,-4-3-8 16,-1-3-13-16,0 4-23 0,0 5 2 0,0-4-9 15,-6 2-14-15,-3 1-12 0,3 2-15 0,-9 4-23 16,3 0-1-16,-4 2-11 0,-1 5-10 0,-4 0-6 16,-2 3-10-16,-2 5-9 0,-8 2-5 0,8 3-7 15,-5 1 3-15,-1 2-7 0,4 5-5 0,1-1-5 0,4 10 4 0,4-5-4 16,0 2-3-16,8-1 0 0,-4 1-5 0,13-5-4 16,-6 1-2-16,14 7-1 0,-6-8 3 0,13-1-9 15,-6-1 3-15,7-2-6 0,5 3-11 0,-5-3 7 16,14-5-5-16,0-2-1 0,-10-2 7 0,10-5 6 15,-6-1-11-15,5-12 2 0,0 5 1 0,-3-6 0 16,1-1 3-16,-4-3 2 16,4-2 3-16,-7-2-4 0,0-4 11 0,-4 2-2 15,0-2 17-15,0-1 6 0,-5 0 13 0,-3 13 6 16,-4-5 18-16,2-2 2 0,-2 7 4 0,-1-4 0 0,-2 8-1 16,2-1-6-16,-2 2-8 0,0-1-9 0,0 5-10 15,0 4-4-15,0 0-6 0,0 0-4 0,0 0-1 16,0 0-5-16,-15 21-1 0,15-7-2 0,-2 6 2 15,2 3-14-15,0 4-41 0,5 4-22 0,3-2-20 0,1 0-26 0,5 9-24 16,0-2-26-16,2 2-29 0,-1-10-32 0,5 9-34 16,6-5-42-16,-7-9-44 0,4-4-238 0,-2 1-623 15,3-4 277-15</inkml:trace>
  <inkml:trace contextRef="#ctx0" brushRef="#br0" timeOffset="5355.65">29862 10781 42 0,'6'-19'390'0,"-2"6"-18"0,-3 4-21 0,8-1-27 16,-6 2-9-16,0-1-32 0,4 3-32 0,-4 3-25 0,-3 3-24 0,0 0-19 15,0 0-22-15,18 12-12 0,-16 2-10 0,5 6 2 16,-4 7-16-16,-3 2-12 0,-2 15-6 0,2 7-10 15,-1 1-8-15,1 20-4 0,-7 3-8 0,-1 3-7 16,-6-2-15-16,5 0 0 0,-5 3-6 0,9-2-4 16,-10 0-2-16,-1-6-7 0,9-14 12 0,-1-2-17 0,-7 19-1 15,10-20-12-15,-2 0 2 0,4 0-2 0,-2-5 3 0,5-3-3 16,0 1 5-16,0 0-8 0,2-8-12 0,1-8-26 0,0-2-29 16,4-8-27-16,-2-2-18 0,-3 1-31 0,11-6-22 15,-13-1-28-15,10-6-36 0,-5-2-41 16,10-2-35-16,-7-4-40 0,0-9-174 0,4 3-546 0,-4-5 241 15</inkml:trace>
  <inkml:trace contextRef="#ctx0" brushRef="#br0" timeOffset="5725.42">29979 11377 6 0,'5'-15'323'0,"3"-1"-13"0,-1 0-19 0,6 2-11 0,-4-6-7 0,1 7-10 16,1-4-13-16,1 0-18 0,-1 3-16 0,4-1-19 16,0 2-10-16,0 1-12 0,-7-2-17 0,1 6-10 15,4 3-18-15,-3-4-2 0,0 1-22 0,0 3-12 16,-4 0-10-16,7 3-9 0,-4 0-7 0,-9 2-15 16,16 2 4-16,-4-2-7 0,-2 3-9 0,1 1-7 15,-2 1-4-15,-1 1-7 16,0-2 14-16,5 4-17 0,-4 3-1 0,-1-3 1 15,-3 3-7-15,3-2 2 0,-1 5-1 0,3-1-3 16,-7-2-5-16,0 5 5 0,-3 2-2 0,0-3-6 16,0 0 4-16,-1 2-6 0,-3-4-3 0,-6 4 0 15,6-2 3-15,-8-2 0 0,0 1-1 0,-1-1 0 16,-2 0-5-16,-1-2-2 0,-4-2-7 0,-3 0-8 16,-1-3-14-16,1-3-20 0,3 0-10 0,-1-2-19 0,4-1-19 0,-6-1-24 15,5-2-22-15,1 2-20 0,3-3-31 0,-1-2-31 16,6-1-42-16,1-2-212 0,3 1-527 0,3 0 233 15</inkml:trace>
  <inkml:trace contextRef="#ctx0" brushRef="#br0" timeOffset="6928.5">30347 11130 36 0,'5'-4'312'0,"1"0"-23"0,-6 4-25 0,10-4-19 31,-2 1-14-31,2 2-18 0,-10 1-17 0,20 0-17 16,-2 1-18-16,-8 2-19 0,5 3-10 0,8-3-15 0,-8 4-9 0,5 4-7 15,-3 1-18-15,-2-1-12 0,5 1-4 0,-4 1-4 16,-1 1-5-16,5 2-11 0,-5 0-5 16,-2 1 2-16,-1-4-9 0,-6 4 0 0,6 0-4 0,-6-2-7 15,-1-2-1-15,0 2 1 0,-3-3-5 0,-2 0-2 16,0-3-1-16,-2-2 1 0,-3 1-1 0,-1-2-2 15,1-5 0-15,-4 4 4 0,9-5-5 0,-14 0-1 0,14 0 4 0,-14-6-2 16,8 0 7-16,-3 3 7 0,1-6 3 0,5 1-9 16,1 0-2-16,1-1 1 0,2-5-2 0,4-1-4 15,-2-2-3-15,9 1 0 0,0 2-4 0,9-3 1 16,-3 0-5-16,9 4-7 0,1-9-16 0,0 9-1 16,12-8-1-16,-5 7-3 0,-6-1 3 0,1 3-4 15,0 1 2-15,-2-1 4 16,2-2-2-16,-9 9 7 0,4-5 1 0,-8 5 0 15,-4 4 4-15,-1-5 1 0,-4 4 4 0,2-1 6 16,-2 3 2-16,-8 0 1 0,12-5 1 0,-12 5-4 16,8-10 0-16,-8 10-2 0,0 0-1 0,0 0 0 15,0 0 3-15,0 0-4 0,0 0 0 0,0 0 1 16,-35 10-2-16,27-6 0 0,-2-1 5 0,-5 6-2 16,7-3 0-16,-4 1 3 0,-1 6-4 0,1-4 2 0,4-1-1 0,-5 7 0 15,8-1 0-15,0-1 2 0,-2 1-4 0,7 1 2 16,0 3-5-16,7-3-18 0,-2 0-14 0,8 1-22 15,2 0-22-15,8 0-17 0,4-1-15 0,-1-1-12 16,9-2-6-16,6 1-16 0,6-1-4 0,-3-1-8 16,-2-4 1-16,4-1-5 0,-8-3-2 0,4 0-3 15,-8-6 14-15,-2 0 11 16,-2-2 17-16,4-2 12 0,-7 2 18 0,-7-2 26 16,-2-2 30-16,-3 0 30 0,0 0 32 0,-9 0 20 15,1 1 21-15,-4 0 17 0,-3-3 7 0,-1 2-2 0,-3-1 5 16,-6 3 4-16,4-2 4 0,-14-1 4 0,-3 4 1 15,3 0 4-15,-10 5 3 0,2-7 0 16,8 4-5-16,-11 2-7 0,11 0-5 0,-8 2-6 0,6 2-7 16,-6 4-8-16,10 2-10 0,-1-4-2 0,3 4-6 0,-1 2-8 15,4 0-1-15,0 1-6 0,5 3-4 0,1-2 0 16,0 1-6-16,7 3-3 0,0-2-3 0,0 4 0 0,7-3-5 16,1 0 4-16,2 0-10 0,3-3-9 0,4 2-17 15,0-2-12-15,4-1-13 0,2 0-16 0,-3-2-13 16,12-5-13-16,-1-4-10 0,-11 0-7 0,8-1 0 15,-8-1-2-15,1-3 8 0,6-9-1 0,-6 5 9 0,-4-7 4 16,3-6 5-16,-5 0 7 0,1-5 8 0,-3-2 6 0,-6-2 5 16,1-11 0-16,-1-2 18 0,-5 2 15 0,1-1 24 15,4 1 7-15,-9 0 9 0,4-5 12 0,-2 17 16 16,-2-1 9-16,2 3 15 0,0 1 17 0,2 1 2 16,-2 5 7-16,0 5 2 0,3-3 2 0,-1 1-2 15,-1 13-4-15,1-6-1 16,0 2-18-16,1 3-9 0,-2 0-9 0,-1 6-11 15,4-6-7-15,-4 6-4 0,0 0 3 0,0 0-11 16,10 14-1-16,-7-2-6 0,-1-4 4 0,-2 9-7 16,1 2-3-16,-2 7-4 0,1 0 2 0,0-1-8 15,0 14 5-15,-5-6 0 0,1 7-3 0,4 1-4 16,-3 4 1-16,1-7 1 0,2 4-1 0,-1-11-2 0,1 9 0 16,0-11-1-16,0-1-4 0,1 3 1 0,1-8 3 0,1-1-4 15,4-5-6-15,-4-2-2 0,1 1 0 0,-1-5-1 16,5-2 3-16,-1-1 3 0,6-1-4 0,-1-2 7 15,1-3-4-15,-3-2 0 0,5-2-1 0,3-4 4 16,-3 0-1-16,8-3-3 0,-8-3 3 0,5-2 3 16,-4-5-3-16,4-1 1 0,-3 1 1 0,-2-5 6 0,0 1 10 15,-2 1 15 1,-7 2 7-16,4 3 4 0,-5 2 9 0,4-1 3 16,-4-2 12-16,-4 5-7 0,-1 2-5 0,2 1 0 0,3 1-2 15,-5 1-14-15,1 0-7 0,-1 1-3 16,0 7-4-16,0 0-5 0,0 0-2 0,0 0-4 15,0 0-5-15,0 0 2 0,-9 20-1 0,5-10 0 0,3 6-18 16,1 0-22-16,-2 0-16 0,2 2-29 0,0-1-24 16,2 2-24-16,-1-1-31 0,3 1-28 0,-3-2-40 0,9 3-38 0,-3-5-48 15,4 0-174-15,-2-3-519 0,4 3 230 0</inkml:trace>
  <inkml:trace contextRef="#ctx0" brushRef="#br0" timeOffset="7198.03">32474 11264 95 0,'-7'-10'304'0,"-1"-2"-13"15,3 8-8-15,-5 0-11 0,3-7-15 0,-3 6-16 16,4-1-18-16,-4 5-12 0,0-3-18 0,0 4-21 16,1 0-14-16,9 0-17 0,-21 1-1 0,8 5-19 15,1 0-9-15,1 4-10 16,-3-1-14-16,3 2-7 0,1 3-13 0,2 2 0 15,1-1-6-15,5 0-3 0,-4 5-9 0,4-4-4 16,-1 4-5-16,3-5-7 0,3 4 1 0,-1-1-4 16,6-3-23-16,-1 0-22 0,7 0-18 0,0-3-20 15,1 2-14-15,1-1-23 0,11-6-19 0,-9 5-17 16,8-7-14-16,-3 0-16 0,6-5-18 0,-5 2-15 16,6-6 0-16,0-4-24 0,-2 0-7 0,-5-6-153 0,7-3-402 0,3-2 179 15</inkml:trace>
  <inkml:trace contextRef="#ctx0" brushRef="#br0" timeOffset="7445.39">32892 10857 228 0,'-1'-27'247'0,"-3"3"-2"0,4 3-1 15,-1 9-2 1,-4-6-9-16,-2 3-7 0,5 5-8 0,-1 2-22 0,-4-1-21 16,7 3-23-16,0 6-16 0,0 0-16 15,0 0-9-15,0 0-12 0,-4 20-11 0,4-13-7 16,0 13-5-16,1-1-12 0,6 5-5 0,-1 3-6 0,-6 3-5 15,2 0-6-15,1 10-6 0,6 7-1 0,-4-8-6 16,-4 4 3-16,8-1-5 0,-8-11-13 0,-1 0-26 16,5-1-24-16,-5-2-26 0,0-1-26 0,2-3-21 0,4-4-26 0,-4 1-20 15,3-8-22-15,-5 4-21 0,0-8-17 16,0 2-16-16,0-6-126 0,0-5-386 0,0 8 171 16</inkml:trace>
  <inkml:trace contextRef="#ctx0" brushRef="#br0" timeOffset="8078.17">32887 11161 157 0,'0'0'272'0,"0"-10"-3"0,-1 5 0 15,1 5-3-15,0-7-7 0,0 7-16 0,-5-6-10 16,5 6-15-16,0 0-27 0,0-7-22 0,0 7-10 16,5-7-18-16,-5 7-16 0,0 0-13 0,0 0-12 15,21 5-10-15,-21-5-10 0,15 3-10 0,-7 0-7 16,7 0-9-16,-2 1 7 0,9 1-22 0,-5 4-16 0,6-1-13 0,-2-1-6 15,-1 3-9-15,2-2-2 0,-6 1-4 0,4 5-2 16,-5-9-2-16,1 1-3 0,-1 2 2 0,-5 0 4 16,-1-3-3-16,1 3 0 0,-6 1 0 0,1-3 0 15,-1 0 3-15,-4 3 1 0,0 3 1 0,-4-6 3 16,4 7 1-16,-8-1-2 0,2 3 0 0,-3-5 2 16,4 4-1-16,0 1 9 0,-1 2-4 0,-1-2-3 0,0 0 3 0,3 3 3 15,-1-3-3-15,0 5 3 0,3-4-3 0,0 0 4 16,4 2 0-16,0-2-1 0,4 0-2 0,-4-1 7 15,4 0-5-15,3-2 4 0,-3 1-3 0,4-2 3 16,4 0 2-16,-8-1-2 0,6-6 0 0,-1 2-2 16,-2-2 4-16,1-2 0 0,-2 0-2 0,2-1 0 15,-10-2 3-15,15-5-3 16,-9 1 0-16,3-2 1 0,-4-4-3 0,-4-1 1 16,1 0-1-16,-2-3 3 0,3-1-2 0,-6-2 5 15,3 0-2-15,-2 2-1 0,2-2 3 0,-1 0-1 0,-4 8 7 16,5-6 1-16,0 4 2 0,-2 1 1 15,4 1-3-15,-2 3 2 0,0-1-4 0,0 0 0 16,0 7-8-16,0-7-4 0,0 7 8 0,0 0-6 0,0 0 1 16,0 0-5-16,0 0-2 0,26 15-1 0,-23-5 4 0,7-1 1 15,0 5-3-15,-3 2 0 0,3-4-2 0,-5 3 1 0,3 1-3 16,-1 0 0-16,-6 0-4 0,3-1-1 0,1 0 2 16,-2-4-1-16,-1 1 0 0,-1-3 1 0,-1-2 2 15,0 1-1-15,0 1 5 0,0-3 5 0,2-3 16 16,-2-3 25-16,0 0-2 0,0 0 14 0,0 0 12 15,0 0-6-15,6-18 5 16,-2 7 9-16,-1-2-6 0,0-6 4 16,1-1-9-16,7-4-5 0,-2-5-8 0,-1 2-6 0,2-1-8 15,0-2-6-15,0 2-4 0,3-1-11 0,-5 2-37 16,5 1-20-16,-1-1-38 0,0 2-31 0,-6 5-46 16,6-4-44-16,-12 4-51 0,3 5-56 0,-3-7-264 15,-7-3-617-15,-4 2 273 0</inkml:trace>
  <inkml:trace contextRef="#ctx0" brushRef="#br0" timeOffset="8278.68">32392 10461 322 0,'-16'-6'303'0,"8"-5"-30"0,-6 1-28 0,1 2-52 15,6 3-58-15,-2 1-55 0,-5 1-49 0,8 3-60 16,6 0-60-16,0 0-155 0,-23 14-265 0,21-5 117 0</inkml:trace>
  <inkml:trace contextRef="#ctx0" brushRef="#br0" timeOffset="9086.49">31757 12691 309 0,'8'0'300'0,"2"0"-16"0,-10 0-14 16,22-5-9-16,-8-2-13 0,-2 2-10 0,3-2-11 0,1-1-16 16,-1 0-7-16,-6 0-23 0,7-3 2 0,1-1-6 15,-2 1-14-15,-4-4-13 0,4-2-11 0,-2-1-5 16,-3 5-3-16,2-6-9 0,-5-4-5 0,2 5-15 16,-4 0 3-16,2-1-11 0,-7 2-5 0,0-3-4 15,-5 4-25-15,2-2-4 0,-2 0-2 0,-5 2-3 0,3-1-4 16,-4 2 6-16,-4 2-16 0,5 1-4 15,-5 0-5-15,-5 1-5 0,7 2-1 0,-4 7-9 16,-4-5 3-16,4 7-2 0,2-3-2 0,-5 3-1 0,4 6-3 16,1-2-5-16,0 3 5 0,-3 3 0 0,3 2-2 0,-2-2-4 15,3 7 2-15,-1 0 3 0,5 6-5 0,-4 0-2 0,3 4 8 16,1-1-2-16,3-1 0 0,2 6 12 0,4 1-20 16,-3-2 5-16,4 9 0 0,0-8 0 0,5 3 6 15,-5 6-3-15,5 2-4 0,0-1 2 0,0-1 4 16,0-1-4-16,0 0-1 0,2-8 7 0,-4-1-8 15,2 9 1-15,-5-5-3 16,2-2 4-16,3-1-3 0,-10 2 4 0,5 4-8 16,-2-6 2-16,-1-2 6 0,-2 1-5 0,-3 0 1 15,6-3-3-15,-10 2-11 0,6-4-17 0,-4-2 7 16,5-4-27-16,0-3-21 0,0 3-15 0,-5 1-15 16,2-5-12-16,8 2-22 0,-7 0-18 0,5-7-21 15,-4 0-26-15,6-2-14 0,0 4-26 0,-2-9-43 16,4 1-271-16,4 1-600 0,-6-5 265 0</inkml:trace>
  <inkml:trace contextRef="#ctx0" brushRef="#br0" timeOffset="9418.51">31399 13108 232 0,'0'-7'316'0,"0"7"-13"0,5-9-21 16,-1 3-13-16,2 1-7 0,7 1-9 0,1-4-18 15,1 4-5-15,3 4-16 0,2 0-4 0,3 0-6 16,3 1-7-16,-1 2-6 0,-3-1-11 0,6 3-8 0,-8-4-17 0,8 3-9 16,-5 0-12-16,-2-4-12 0,3 4-14 0,-1-2-10 15,0-1-10-15,-3 0-5 0,3 2-2 0,-3 2-28 16,0-2 5-16,3-3-14 0,-2 0 5 0,-1 1-12 15,-5-1-30-15,10 0-12 0,-5 3-7 0,-2-6-5 16,10 3-41-16,-8-1-8 0,-2-2-20 0,2 3-23 16,3-1-34-16,-4 1-37 0,-1 0-49 0,-3-4-61 0,3 4-62 0,-3-4-226 15,-4 4-626-15,3-1 277 0</inkml:trace>
  <inkml:trace contextRef="#ctx0" brushRef="#br0" timeOffset="9904.17">32578 13113 237 0,'5'-8'325'15,"-5"8"-25"-15,1-9-21 0,-1 9-22 0,0-4-25 16,0 4-17-16,0 0-23 0,0 0-23 0,-6-7-17 0,6 7-19 15,0 0-9-15,0 0-12 0,0 0-14 0,0 0-1 16,-23 11-20-16,23-11-6 0,-5 5-8 0,3-1-5 16,2-4-4-16,-8 11-5 0,8-8-6 0,-5 1-3 15,5-4-7-15,-2 5 2 0,2-5-5 0,0 0 7 16,0 0-9-16,-3 7 7 0,3-7 3 0,0 0 12 0,0 0 3 0,0 0 1 16,0 0-5-16,0 0 5 0,0 0 6 0,25-10 2 15,-17 4-6-15,-1 3 5 0,1 0-9 0,-2-2 1 16,-6 5-7-16,5-8-7 0,4 4-1 0,-9-1-6 15,1-1-11-15,-1 6-16 0,5-8-39 0,-5 8-48 16,-5-11-53-16,5 11-64 0,-6-1-71 0,6 1-69 16,-10-3-218-16,10 3-603 15,-20 2 267-15</inkml:trace>
  <inkml:trace contextRef="#ctx0" brushRef="#br0" timeOffset="16442">15838 14656 58 0,'-12'-4'288'0,"12"4"-19"16,-13-2-15-16,13 2-3 0,-5-4-6 0,5 4-8 0,0 0-14 15,0 0-15-15,-8-1-8 0,8 1-14 0,-4-7-4 16,4 7-8-16,0 0-9 0,0 0-14 15,5-12-2-15,0 10-9 0,-3-4-4 0,3-2 3 0,-2-3-16 16,2 4-7-16,2-1-8 0,1-4-10 0,-1 5-6 0,1-6-1 16,2 2-19-16,1-1-23 0,-1 1 7 0,4 1-7 15,-1 0-6-15,0-1 2 0,2 3-3 0,0-2-3 16,-5 3-8-16,5-3-5 0,-2 3-5 0,2 1-1 16,-2 2-9-16,4 1 14 0,2-2-12 0,0 3-2 15,-6 4 1-15,7-2-1 0,-4 1-5 0,1 4 2 16,1 1-2-16,-3 0-6 0,0 1 3 0,3 3-1 0,-5 0 2 0,2 0-4 15,-5-1-1-15,3 6 4 0,-6 0-9 0,6 0 2 16,-3 2-5-16,-5 0-11 0,3 0 7 0,-8 9 1 16,7-6-2-16,-5-1-3 0,-4 2 8 0,2 5-12 15,-7-10 4-15,-1 3 6 0,1 1-2 0,-2-2-4 0,-5 3 8 16,-1-3-2-16,-4 6 12 0,-1-8-17 0,8-2 12 16,-3 1-5-1,-3-2-5-15,1-1 9 0,3 0-1 0,-1-1 3 16,5 0 4-16,-4-3-2 0,1 0 0 0,3-2-9 0,5-1 1 15,-1-1 7-15,-3 0 0 0,4 1 9 16,5-5-1-16,-9 6 2 0,9-6-7 0,0 0-16 0,0 0 16 16,0 0-3-16,0 0 3 0,0 0 2 0,23-23 0 15,-15 19-1-15,2-7 3 0,0 3 0 0,10-4-11 16,-2-7 3-16,3 3-3 0,-2-2 11 0,4-3-7 0,2 0 4 0,6-6-4 16,2-2 2-16,-10 4 3 0,4 3-2 0,3-7-2 15,-4 8 6-15,-4 0-4 0,-2 0 20 0,1-3 5 16,1 6 5-16,-4-6 9 0,-2 6-3 0,-1 1 1 15,-2 2 10-15,1 2 5 0,-8 1-4 0,9-2-4 16,-7 7 9-16,-1-4-5 0,-2 7 2 0,0-2-7 16,2 3-2-16,-4-1-14 15,-3 4-7-15,8-4-3 0,-8 4-1 0,0 0-3 16,0 0-5-16,-6 17 5 0,4-5-1 0,-3 2-4 16,-2 2 2-16,-8 5 1 0,7 4-4 0,-7-5-2 15,2 9-3-15,5-1-1 0,-9 0 4 0,2 10-1 16,4 0-2-16,1 1 2 0,3-8 1 0,2 1 0 15,4 1 0-15,-1-5 7 0,5 3-16 0,2-2 9 16,12 0-4-16,-2-1 4 0,1-2-1 0,16 2-3 0,1 3 10 0,2-7-2 16,8-2-14-16,-12-9-25 0,15 5-47 0,-3-9-35 15,0 2-35-15,4-4-33 0,-14-4-44 0,5-2-50 0,-2-1-76 16,-1-4-342-16,-5-2-748 0,-5-2 332 16</inkml:trace>
  <inkml:trace contextRef="#ctx0" brushRef="#br0" timeOffset="17460.12">21073 14986 264 0,'35'-28'324'0,"1"-3"-19"16,-6-6-12-16,0 1-10 0,-6-1-15 0,1 1-15 15,-10 9-14-15,2-12 6 0,-6 9-26 0,-2 1-7 16,0-1-5-16,-4 6-8 0,-3-6-14 0,1 6-13 15,-3-1-12-15,-3 7-15 0,0 0-13 0,-2-2-9 16,-3 5-15-16,1 2-17 0,-3 1-8 0,-2 3-9 16,-4 0-10-16,3 5-5 15,-9 0-6-15,1 4-4 0,-4 5-3 0,-2 2-3 16,-3 5-8-16,1 2 4 0,-1 1 6 0,-7 9 3 16,1 3 3-16,11-6-6 0,-5 16 1 0,4-3-5 15,3 3 1-15,0 5 1 0,3 3-2 0,3-1-1 0,11 1 0 16,-1 3-8-16,0 2-4 0,7 1 2 15,0-1-3-15,7 1-4 0,0 2-5 0,-1 1 2 16,2-2-1-16,7-3 0 0,-1 1-6 0,-3-2 0 0,1-3-4 0,-2-7 1 16,0 2-3-16,0-9 1 0,-5 0-6 0,3-4-16 15,-7 1-20-15,4-13-34 0,-5 8-16 0,0-7-37 0,0-5-21 16,0-3-31-16,-3 4-33 0,1-2-41 0,1-3-44 16,1-1-52-16,0-6-326 0,-8 4-723 0,8-4 320 15</inkml:trace>
  <inkml:trace contextRef="#ctx0" brushRef="#br0" timeOffset="17682.78">20662 15138 53 0,'-3'-8'361'0,"3"4"-15"0,-3-4-28 0,3 8-29 15,6-12-29-15,6 10-12 0,-5 0-27 0,14-2-21 16,1 2-21-16,2 0-17 0,10 2-18 0,-6 4-14 16,1-3-13-16,6 4-24 0,2-4-38 0,4 5-50 15,-6-4-44-15,1 5-41 0,-3-1-49 0,0-2-58 16,0-1-56-16,-3 2-175 0,-3-2-451 0,-2 0 200 0</inkml:trace>
  <inkml:trace contextRef="#ctx0" brushRef="#br0" timeOffset="18130.68">20570 13728 154 0,'-7'-8'353'0,"0"3"-16"0,-1 3-11 0,0 1-24 16,8 1-11-16,-7-7-20 0,7 7-23 0,0 0-27 0,0 0-16 16,0 0-21-16,47 7-20 0,-14 0-13 0,13 6-13 15,12-2-7-15,0 5-4 0,25 7-11 0,4-4-3 16,6 3-8-16,-2-2-10 0,5 0-2 0,0-4-17 16,0 6-5-16,0-3-9 0,-7-1-1 0,6-3-5 15,-7 3-8-15,-31-9-6 0,1 1-5 0,0 1-3 0,-10-2-14 0,-3-1-16 16,-12 0-20-16,-1-6-21 0,-9-1-19 0,-3 3-18 15,-5-1-17-15,-1-3-28 0,-5 0-37 0,-9 0-40 16,11 1-35-16,-11-1-36 0,0 0-43 0,0 0-205 16,0 0-555-16,-49-3 245 0</inkml:trace>
  <inkml:trace contextRef="#ctx0" brushRef="#br0" timeOffset="19338.57">20292 13749 81 0,'1'-6'276'0,"-1"6"-25"16,0 0-25-16,0 0-21 0,10-1-20 0,-10 1-10 15,0 0-21-15,0 0-14 0,8 15-14 0,-8-10-5 0,0 2-3 16,5 3-9-1,-5-1-7-15,-5 8 3 0,5-1-7 0,0 3-1 16,-6 8 4-16,-2 4-1 0,1 9-11 0,-5 2 7 0,1 4-8 16,-2-4 3-16,-1 7-7 0,3 0-6 15,-6 0-3-15,1 2-6 0,2 2-9 0,-4-2 1 16,2 0-4-16,-1 2-9 0,-1-1-3 0,5 5-3 0,-4-2-4 16,9-2-3-16,-5 1 13 0,4 0 11 0,3-2-5 15,1-3-8-15,-2 2 0 0,5-4 0 0,2 3-4 0,0-2-6 0,0-4-2 16,0 0-2-16,0-3-6 0,0-11 3 0,0 3 2 15,0-4-7-15,2-1-4 0,1-4-2 16,-3-5 7-16,0 0-11 0,0-2 0 0,0-2 1 0,0 0-2 16,-3-3-7-16,6-2 2 0,-3 0 0 0,-3-3 2 15,6 1 1-15,-3-1-2 0,0 0-3 0,0 0-1 16,0-7 1-16,-3 8-4 16,3-8 7-16,0 7-11 0,0-7 6 0,-2 7-4 15,2-7 0-15,0 11 1 0,0-11-1 0,0 4 4 16,0 3-2-16,0-7 3 0,-6 8-2 0,2 0 2 15,4-4-5-15,-3 3 0 0,2-2-5 0,-3 6 2 16,1-7 6-16,-5 4-3 0,8 1 1 0,-7 1-2 16,5-3 5-16,-4 1-6 0,4 3 4 0,-3 1-2 15,2-6 0-15,-2 4-4 0,3-2 5 0,1-2 1 0,-3 2-3 0,3-3 5 16,1 2-5-16,0-7 1 0,1 7 17 0,-1-7-12 16,7 8-4-16,1-4 2 0,-1 1-1 0,8-2-4 15,0-3 7-15,4 1-7 0,5-1 2 0,5 1-1 16,-1-1-2-16,4 0 9 0,6-1 0 0,13 0-7 15,-1-1 0-15,1-3 4 0,1 9-1 0,7-8-2 16,-1 4 1-16,-5 0 2 0,2 0-3 0,1 0-4 0,-3 0 7 0,3-1-1 16,0-2-3-16,-1 2-6 0,3 1 4 0,-7 0-1 15,2 0 7-15,4 0-7 0,-6 1 6 0,2 2 0 16,0-3-8-16,-2 5 7 0,0-4-6 0,-6 1 4 0,5 0-1 16,-4 3-6-16,-11-5 2 0,11 3 3 15,-13 0 5-15,14 1-3 0,-16-1-3 0,2 2 4 16,4-2 3-16,-8 1-6 0,1-2 3 15,2 0 3-15,-4 4-3 0,-7-6 0 16,-4 5 0-16,6-3 5 0,-3 1-6 0,0-1-8 16,-5 3 8-16,0-1 0 0,-6 0 1 0,1-3-1 0,4 1 2 15,-6-1-6-15,2-1 7 0,-2 0-5 0,-8 0 6 16,10 0-4-16,-10 0-1 0,15 5 2 0,-15-5 1 16,13 0-2-16,-11 2 0 0,-2-2 3 0,15 1-4 15,-15-1-3-15,5 4 5 0,-5-4 10 0,8 3-5 0,-8-3-4 0,0 0 0 16,0 0 5-16,0 0-3 0,0 0-1 0,0 0 1 15,7-10 2-15,-7 10-2 0,0 0 1 0,0 0-1 16,0-9 0-16,0 3 1 0,0 0 4 0,0 6 1 16,0-12-1-16,0 5 9 0,0-1 2 0,-2-3 12 15,4 1 3-15,-2 1 9 0,1-8-1 0,6 1-1 16,-5-2 3-16,3-6-5 16,3-2 3-16,-2 2 0 0,3-7-1 0,6-8-8 15,-4 9 1-15,6-12-2 0,-1-2-4 0,4-1 0 16,-5-6-5-16,-2 2 1 0,-1-3 4 0,-1-1 6 15,-2-1 1-15,4-21 0 0,-6 21 7 0,-4 3-6 16,2-3-2-16,-3 0-4 0,1-3-4 0,0 6-1 16,-1 0-5-16,-1 1 0 0,3 6-2 0,1-3-5 0,-4 5-1 15,4 9-2-15,2 3 0 0,0 1-2 16,-2 2-2-16,-2 8-8 0,2-1-24 0,0 2-23 16,-2 5-36-16,2 2-32 0,-3 1-45 0,6 3-45 0,-8 1-47 0,0 6-33 0,0 0-36 0,0 0-55 15,0 0-265-15,0 0-694 0,-18 16 307 0</inkml:trace>
  <inkml:trace contextRef="#ctx0" brushRef="#br0" timeOffset="20250.99">17574 14536 56 0,'0'0'280'0,"0"0"-12"16,0 0-6-16,-13 0-16 0,13 0-7 0,0 0-16 16,0 0-7-16,0 0-13 0,0 0-9 0,33 5-8 15,-8-3-6-15,11 0 15 0,9 3-8 0,4 2-14 16,4-2 0-16,7 1-8 15,4 1-7-15,17 4-8 0,6 1-19 0,2 0 0 16,-5-4-11-16,9 5-13 0,-5 1-6 0,3-6-15 16,-5 3-11-16,3 0 0 0,-4-1-13 0,-6 5-8 15,-16-8 2-15,20 4-9 0,-24-3-3 0,4-3-2 0,-8 6-6 16,3-4-1-16,-5 2-3 0,-5 2-15 0,-2-4 1 16,4 1 2-16,-19-2-1 0,1 0-1 15,-3 1 1-15,5-2-5 0,-5-2-1 0,-2-2 2 0,-6 2-4 0,4-3-2 16,-8 2 2-16,6 0-2 0,-2-2 0 0,-1 1-5 15,5 3 3-15,-5-4-8 0,-3 0 7 0,2-4 3 0,0 4-4 16,-1 0 4-16,-8-3-1 0,3 3-1 0,-3-2-3 16,0 2-7-16,-10 0 7 0,16-5 1 0,-6 5-1 15,-6-2 0-15,4-3 1 0,-8 5 1 0,0 0-6 16,10-1-2-16,-10 1 4 16,0 0-2-16,0 0-14 0,13-3-11 0,-13 3-9 15,0 0-11-15,8-3-6 0,-8 3-20 0,0 0-6 16,0 0-14-16,0 0-16 0,5-4-14 0,-5 4-15 15,0 0-25-15,0 0-36 0,0 0-38 0,0 0-30 16,0 0-34-16,0 0-259 0,-15-8-604 0,9 2 268 16</inkml:trace>
  <inkml:trace contextRef="#ctx0" brushRef="#br0" timeOffset="20551.76">19659 14523 157 0,'0'0'300'0,"0"0"-12"0,0 0-11 15,0 0-6-15,0 0 7 0,0 0-16 0,32 13-23 16,-24-11-22-16,7 4-20 0,8 3-16 0,-6 3-18 0,3-5 5 16,1 8-16-16,7-4-14 0,-5 4-14 15,4-2-9-15,-2 7-13 0,0-1-11 0,-6 3-4 16,6-5-12-16,-5 6-5 0,-3-2-9 0,2 0-9 0,-9-6-4 15,-1 4-5-15,-3-3-6 0,-1 3 4 0,-5 2-6 0,0-3-3 16,-5 3 0-16,-5 1-9 0,-1 0 1 0,-4 2-4 0,-2-2 0 16,-4 2-6-16,4-4-16 0,-4 0-30 0,-1 5-27 15,-1-4-35-15,2-1-26 0,-3 0-37 16,5-1-49-16,2-4-54 0,9-1-54 0,-6-1-218 0,5-2-576 16,5 1 255-16</inkml:trace>
  <inkml:trace contextRef="#ctx0" brushRef="#br0" timeOffset="21391.56">22551 15057 160 0,'-8'-5'308'0,"1"3"-13"16,7 2-9-16,-10-2-6 0,10 2-14 0,-7-5-13 15,7 5-7-15,0 0-23 0,0 0 2 0,0 0 17 16,0 0 6-16,0 0-9 0,39 17-11 0,-10-5-19 0,6-5-18 15,11 10-10-15,6-4-18 0,7 4-11 16,22-2-17-16,2 4-10 0,8-4-11 0,-1 4-10 0,-1-3-11 16,7 0-12-16,0-1-7 0,0 0-5 0,-2-1-8 15,2-1-2-15,-5-1-11 0,2 0-3 0,-14-2-7 0,-16-5-6 16,0 4-1-16,-6-1-2 0,4-2-3 0,-2-5-6 0,-6 6-9 16,-5-2-20-16,0-2-17 0,-5-1-14 0,-11 1-2 15,3-3-25-15,-6 0-12 0,-7 3-17 0,-2-2-9 16,-2-1-7-16,2 0-7 0,-7 0-10 0,-5 0-9 15,2 0-14-15,-10 0-31 0,20 2-47 0,-20-2-47 16,13-3-42 0,-13 3-260-16,7-4-625 0,-7 4 277 0</inkml:trace>
  <inkml:trace contextRef="#ctx0" brushRef="#br0" timeOffset="21723.65">24236 15037 261 0,'-7'-2'398'0,"7"2"-15"0,0-5-37 16,0 5-32-16,0 0-34 0,0 0-17 0,0 0-23 0,18 15-13 15,-3-8-24 1,2 10-21-16,13-2-14 0,3 10-7 0,0 4-14 15,5 1-15-15,-7 3 3 0,6 0-19 0,1 1-8 16,3 2-14-16,-3-1-15 0,-5-1 0 0,-3-2-17 16,-2 1-2-16,-9-10-5 0,0 1-4 0,-7-4-6 15,-7 3-2-15,3-7-9 0,-3 4-4 0,-5-2-1 0,-1-6-5 16,-8 6-5-16,-1-6-6 0,-5 0-10 16,-8-3-26-16,-2-2-25 0,-9 1-19 0,-1-2-28 0,-3-1-20 0,-7-2-21 15,12-2-25-15,5-1-34 0,-8 4-38 0,16-4-49 16,0 0-43-16,-3-1-193 0,6-3-560 0,9 4 248 15</inkml:trace>
  <inkml:trace contextRef="#ctx0" brushRef="#br0" timeOffset="22425.43">25202 15125 110 0,'0'0'270'0,"0"0"-33"0,0 0-27 0,5-5-20 0,-5 5-18 16,0 0-21-16,9 13-13 0,-8-6-13 0,4 0-12 15,-5 2-12-15,7 0-7 0,1 5-11 0,-1-2-8 16,3 3-7-16,1-3-6 0,-2-4-6 0,-1 4-5 15,0-1-5-15,5-2-3 0,2 1-3 0,-8-2-2 0,13-4-3 0,-7 4-4 16,-1-8 0-16,6 2-4 0,-5-2-2 0,2-2 5 16,3-4 10-16,-3-1 2 0,0-4 5 0,0 2 2 15,0-5 12-15,1 1 10 0,-1-1 10 0,0 1 13 16,0-2 14-16,0 1 8 0,-2 1-9 0,9-1 1 16,-14 1 7-16,7 1 6 0,0-2-7 0,-2 7 3 15,-6-1-7-15,2 1-11 16,5 1-7-16,-8 5-10 0,8-4-9 0,-4 5-8 15,-2 5-12-15,5-4-3 0,-6 8 2 0,4 6-9 16,-1 0-6-16,-2 1-2 0,6 10-2 0,-4 1-5 16,-4 1 5-16,3 13-3 0,-3 1 4 0,-4 3-1 15,1-2 3-15,2 6 0 0,-5-3-6 0,3 4-1 16,-3-1-5-16,-3 5 1 0,3 0-2 0,3 2-3 16,-3-1-1-16,2 3-1 0,0 16 1 0,-2-19-4 0,1-2 0 0,1 7-2 15,3-6-2-15,-5 2-1 0,3-2-2 0,-6-2-3 16,6-2 0-16,-6-4 1 0,0-3 25 0,-1-12 0 15,1 0 4-15,-2-1 2 0,-3-2-2 0,1-9 12 0,-3 0 7 16,2-4 6-16,-4-3 15 0,1 1 10 16,-2-5 5-16,4-4 4 0,-11-4 3 0,6-1 0 0,-3 0 3 15,-5-6-1-15,6-5-3 0,-4-3-2 0,-8-2 6 0,6-5 12 16,-2-9-2-16,4 8-2 0,3-7-2 0,-3 3-3 16,4-10 4-16,3 7-6 0,-1-13-11 0,6-1 2 0,0-3-19 15,8-1-8-15,6-1-10 0,4 1-12 0,7 0 3 16,6-4-4-16,0 2-12 0,9 2-17 15,-3 0-6-15,6 1-51 0,2 6-27 0,1-1-29 0,5 3-22 16,-4 4-24-16,1 9-41 16,0 1-41-16,5 0-37 0,-2 3-49 15,-14 9-47-15,1 1-48 0,0 3-68 0,-2 0-411 0,0 4-962 16,2 0 425-16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1T09:42:40.52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14237 189 22 0,'0'0'176'0,"7"-3"-1"0,-7 3 4 16,0 0 1-16,1-8-12 0,-1 8-1 0,5-4-3 0,-5 4 2 16,0-5-4-1,0 5-8-15,0 0-7 0,0 0-9 0,0 0-11 16,0 0-11-16,2-7-9 0,-2 7-11 0,0 0-15 16,0 0-2-16,0 0-11 0,0 0-6 0,0 0-8 0,0 0-4 15,0 0-7-15,0 0-6 0,0 0-2 0,0 0-7 16,0 0 8-16,0 0-15 0,0 0-1 15,0 0-8-15,0 0 6 0,0 0-15 0,0 0-4 16,0 0-1-16,0 0-15 0,0 0-11 0,0 0-17 0,0 0-14 0,0 0-37 16,0 0-31-16,0 0-57 0,0 0-45 0,0 0-156 15,0 0-415-15,0 0 184 0</inkml:trace>
  <inkml:trace contextRef="#ctx0" brushRef="#br0" timeOffset="670.25">14328 279 25 0,'-3'9'36'0,"-4"0"-2"0,4 0-19 0,0 1-34 15,-4 2-20-15,0-3 10 0</inkml:trace>
  <inkml:trace contextRef="#ctx0" brushRef="#br0" timeOffset="1572.12">13588 1077 154 0,'0'-9'261'0,"0"9"5"0,0-8 6 0,0 1-9 16,0 7-6-1,2-10-4-15,-2 4-4 0,0 6 11 0,-2-9-19 16,2-1-4-16,0 10-8 0,0-9-9 0,0 9-12 0,0-4-9 16,0 4-12-16,0-7-13 0,0 7-19 15,0 0-16-15,0-9-13 0,0 9-15 0,0 0-8 16,0 0-21-16,-3-7-6 0,3 7-6 0,0 0-14 15,0 0-8-15,0 0-3 0,0 0-5 0,5 24-5 0,-3-13-3 16,-2 0-3-16,8 4-4 0,-2 4 1 0,-1 8-2 0,5-12-4 16,-3 12-1-16,5 0-1 0,-4 2-2 0,0-1-1 15,7 0 0-15,-10-1-2 0,5 3-16 0,-2-3-14 16,-1-3-18-16,-1 2-24 0,1-3-15 0,0-4-17 16,-6-3-19-16,8 3-14 0,-4-4-15 0,1-1-8 15,-3 1-14-15,-3-3-20 0,5 1-16 0,-3-6-21 16,-2 3-31-16,0-6-21 15,8 0-21-15,-8-4-193 0,0 0-524 0,0 0 232 16</inkml:trace>
  <inkml:trace contextRef="#ctx0" brushRef="#br0" timeOffset="1888.51">13375 885 98 0,'-12'-3'346'0,"1"-5"-10"0,4 4 15 0,-5 0-10 15,6-3-6-15,6 7-23 0,-10-3-26 0,3 2-28 16,7 1-27-16,-6-4-30 0,6 4-11 0,0 0-21 0,-2-8-28 0,2 8-5 16,0 0-15-16,0 0-9 0,0 0-2 0,15-6-23 15,-7 4-5-15,9-1-6 0,1 2-9 0,5-5-9 16,5 5 0-16,-1-3-7 0,7 0-5 0,1 0-5 15,-3 0-16-15,4-1-18 0,-3 3-22 0,0-3-36 16,0 2-14-16,0-1-16 0,-4 4-15 0,-5-3-13 16,-2 2-17-1,-2 1-22-15,-5 1-34 0,8 2-30 0,-8-2-33 16,-7-1-34-16,5 0-17 0,-8 3-166 0,-5-3-499 16,12 8 221-16</inkml:trace>
  <inkml:trace contextRef="#ctx0" brushRef="#br0" timeOffset="2522.83">14017 1200 5 0,'0'0'389'16,"0"0"-27"-16,0 0-29 0,0 0-16 0,0 0-26 15,0 0-27-15,0 0-34 0,-8-8-25 0,8 8-28 16,0 0-11-16,0 0-15 0,10 19-20 0,-4-15-4 16,1 3-15-16,-1 2-16 0,4 8-4 0,0-7-13 15,2 2-10-15,-1 2-4 0,-2 2-3 0,4-5-10 0,-1 2-4 0,2-2-4 16,-2-4-6-16,-2 1-2 0,3 1-4 0,-4-3-2 15,4-2-1-15,-3-4-2 0,3 2-3 0,-1-7 6 16,1 1-12-16,-2 0 1 0,3 0-2 0,-4-8-3 16,3 2-3-16,-5 5 0 0,4-12 4 0,-2 9-3 15,-1-10 4-15,1 4-2 0,-1 5 10 0,-3-4 8 16,4 3 7-16,-5-1 1 0,-1 2-1 0,4 2 0 0,0 0 1 0,-6-2-8 16,3 5-3-16,0 0 10 0,-5 4-26 0,6-8-5 15,-6 8 2-15,15 0-1 0,-5 6-8 0,-10-6 5 16,23 7 2-16,-11 1-1 0,4 3 0 0,-1-1 2 15,0 3-4-15,0 1-4 0,5 8 17 0,3 0-16 16,-6-3 3-16,1 5-3 0,0 3 1 0,-3 0 2 16,3-3-2-16,-1 14 4 15,-2-1-2-15,-2-7 0 0,2 7-5 0,-7-6 8 16,4 8-4-16,-6 0 21 0,-1-2-8 0,-5-7-3 16,0 2 8-16,-1-3 13 0,-6 1 21 0,0 2-8 15,-1-5 13-15,-2 3 20 0,-1-5 2 0,-4 1 7 16,0-3 0-16,2-7 4 0,-4-2 4 0,0-1 6 15,-2-1 2-15,-1-3-6 0,0-3-7 0,0-3-9 16,-10-2-7-16,2-2-5 0,-2-2-10 0,2-1-14 0,0-5-34 0,5-2-45 16,-4-4-63-16,6-3-72 0,-6-2-76 0,11 0-69 15,-1-6-93-15,4-2-99 0,6-4-262 0,-3-9-828 16,9-2 366-16</inkml:trace>
  <inkml:trace contextRef="#ctx0" brushRef="#br0" timeOffset="2806.47">14782 1185 275 0,'0'0'315'0,"6"-6"-15"15,-2 0-15-15,-3 1-21 0,-1 5-31 0,0 0-27 0,0 0-23 0,0 0-22 16,13 16-10-16,-9-9-7 0,-1 6-14 0,4 5-7 15,-6 2-12-15,6 8-6 0,-2 2-6 0,-2 2-9 16,9 7-9-16,-2 3-11 0,3 0-7 0,-6-3 0 16,8 3-9-16,-2-9-4 0,-3 3-3 0,-2-3-3 0,-3-3-6 15,8-3 0-15,-3-1-8 0,-5-7 1 16,3 4-3-16,-6-4-7 16,5-9-19-16,-1 5-23 0,-4-10-15 0,0 5-6 15,1-1-23-15,-1-2-23 0,-1-3-53 0,-1-4-72 16,0 0-52-16,0 0-229 0,0 0-536 0,0 0 238 15</inkml:trace>
  <inkml:trace contextRef="#ctx0" brushRef="#br0" timeOffset="3191.87">14810 1362 220 0,'3'-16'251'0,"-3"-1"-7"15,7-2-5-15,1 4-15 0,-3-7-26 0,3 3-15 16,-1-1-8-16,1 4-7 0,-6-11-4 0,3 9 2 0,3 2-6 0,-1-3-14 16,-7 4-9-16,8 2-5 0,-1-5-14 0,-1 5-3 15,1 2-11-15,-6 3-5 0,4 0-14 0,-1-3-4 16,2 0-14-16,-1 9 4 0,4-9-25 0,-3 8-3 16,-4-3-5-16,6 4 12 0,0-2-22 0,6 4-4 15,-1 0 4-15,-2 0-4 0,4 4-9 0,4-1 1 16,-3 5 5-1,-1 3-10-15,2-2 1 0,2-1-4 0,-2 7-9 0,-2 0 5 16,3-1-11-16,-6 1-1 0,1 0-3 0,-2-1-2 16,-1 2-5-16,-5-7 4 0,4 6-2 15,-8-4 1-15,-1-1 12 0,-10 0-11 0,5 0 3 16,-8 0 2-16,-3 0 3 0,-1-1-2 0,-11 6 5 0,1-3-3 16,1-4-15-16,-4-2-9 0,4 5-28 0,1-6-19 15,-2-3-21-15,9 1-28 0,0 2-39 0,6-4-33 0,6-1-49 16,-7 0-209-16,13 0-493 0,0 0 218 0</inkml:trace>
  <inkml:trace contextRef="#ctx0" brushRef="#br0" timeOffset="3561.64">15255 1302 78 0,'0'0'192'16,"12"0"-10"-16,-3-5-16 0,-2 4-14 0,5-3-13 15,-1 0-22-15,1 1-6 0,1-5-10 0,2 1-10 0,5 2-14 16,-2-4-2-16,-1-4-8 0,1 8-9 16,7-11-5-16,-1 5-5 0,-2-6-6 0,1 2-5 15,-1 1-1-15,-7 6 0 0,-1-8-5 0,1 6-5 0,-1-5 9 0,-3 1 11 16,-3 1 10-16,-4 3 6 0,2-1 11 0,-6 0 6 16,0 4 4-16,0-2 7 0,0 1 6 0,-3 4-11 15,-2 0-6-15,-1-4-2 0,-1 2-7 0,-1 4-5 16,-6 1-6-16,3-1-3 0,-4 2-7 0,-3 2-3 15,3-1-6-15,-7 7-1 0,7 0-5 0,-3-3-6 16,0 3 10-16,6 4-14 0,-6-2-2 0,5-2-3 0,1 7-1 0,4-6-1 16,0-2-2-16,4 10 0 0,3-7-2 0,1 2-1 15,1 0-6-15,4 2-11 0,4-2-8 0,-3-1-15 16,6-4-26-16,6 1-27 0,-1 2-31 0,6-7-35 16,10 0-53-16,-2-2-31 0,-2 1-201 0,0-2-468 15,3-3 207-15</inkml:trace>
  <inkml:trace contextRef="#ctx0" brushRef="#br0" timeOffset="3855.91">15947 1092 282 0,'0'-5'292'0,"0"5"9"0,0 0-5 0,-8-10-3 16,8 10 0-16,-2-5-3 0,-3 1 2 0,5 4-15 16,-13-4-10-16,13 4-20 0,-10-2-21 0,10 2-25 15,-12 0-11-15,12 0-26 0,-8-2-18 0,8 2-19 0,0 0-12 0,-15 4-13 16,15-4-10-16,-2 8-12 0,-3 0-6 15,5-1-11-15,-1 1-5 0,7 4 4 0,-6-1-12 16,9 4-7-16,-3-2-3 0,3 2-8 0,2 1-8 0,-1-1-5 16,3-1-7-16,2-1-1 0,-3 2-8 0,-1-1-5 15,4-5-3-15,-5 4 3 0,2-2-5 0,-4-7 5 16,-3 7-7 0,3-5 5-16,-4-3-6 0,1 2 4 0,-2 2 14 0,-3-7-2 15,0 0 3-15,-8 10-4 0,-4-8 2 0,5-2 1 16,-6 2-4-16,-2-1 1 0,-6-1 2 15,6 0-7-15,-8 3-22 0,3 1-40 0,3-7-44 16,2 6-40-16,-6-3-39 0,8 5-49 0,3-2-55 0,3-3-61 16,7 0-264-16,-13 4-665 0,13-4 294 0</inkml:trace>
  <inkml:trace contextRef="#ctx0" brushRef="#br0" timeOffset="4557.54">16776 1050 75 0,'3'-7'343'0,"-3"7"-31"15,0 0-31-15,0 0-26 0,0 0-24 0,0 0-28 0,0 0-17 0,0 0-23 0,0 0-16 16,0 0-18-16,0 0-10 0,-5 19-13 15,5-19-15-15,0 15-7 0,5-12-5 0,-1 8-7 16,1-3-3-16,0 3-12 0,3 2-3 0,3-2-5 16,-1 1-7-16,4 0-4 0,-1-2-3 0,2 1-12 15,3-2-5-15,-3-3-13 0,0 2-7 0,-2-3 0 16,2-1 3-16,-2-1-2 0,2-3 0 0,-5 1 0 16,3-2 1-16,-6-2 3 0,-1-4-1 0,1 3-1 15,-7-4 4-15,2 1 5 0,-4-2 4 0,-3-2 6 0,-3-2 8 0,0 2 9 16,-6 1 9-16,-6-2 11 0,6 0 3 0,-3 0-6 15,2 4 0-15,-6 0-4 0,4-1-7 0,-1 1 0 16,5 2-4-16,3 2-4 0,0-3-5 0,-3 3-10 16,8 0-24-16,-5 2-24 0,10 2-18 0,0 0-1 15,0 0 3-15,0 0 6 0,0 0-21 0,0 0-18 16,44-2-13 0,-14-1-12-16,5 2-17 0,-4-10-15 0,19 7-8 15,-5-5-10-15,-1-2-4 0,1-1 5 0,0 1 7 0,1-8 8 16,-3 4 18-16,-3-2 8 0,0-2 0 0,-1 1 18 15,-12 1 23-15,1 0 29 0,-7-1 30 0,-4 4 37 16,-4 0 39-16,-6 0 34 0,1-1 21 16,-3 6 11-16,-3-5 22 0,-1 7 6 0,-1-2-3 0,-3 1-8 15,1 1-20-15,-3-1-5 0,-3 4-14 0,3 1 2 0,-8 3-22 16,13 0-13-16,-25 7-8 0,10 3-3 0,-5 0-12 16,2 9-4-16,3-2-1 0,-3 5-9 0,3 8-5 0,0 1 0 15,9 4 0-15,-4 11-2 0,5-3-4 0,0 10 1 16,10-6 1-16,-4 11-6 0,11-4-2 0,5 16 4 15,-4-15 4-15,2 2-10 0,-2-1-6 16,0 0 2-16,-1-1-1 16,-1 0-1-16,-1-6 2 0,4 2-9 0,2-11 3 0,-6 6 0 15,-3-14 3-15,1-5 7 0,-3-2-14 16,-2-6 0-16,0-3-3 0,2-5-10 0,-5-1-9 16,2-3-22-16,-2-5-54 0,0-2-45 0,0 0-54 15,0 0-63-15,-18-18-68 0,8 0-212 0,-2-7-578 0,-6-16 255 16</inkml:trace>
  <inkml:trace contextRef="#ctx0" brushRef="#br0" timeOffset="4726.81">17243 1413 54 0,'-2'-5'364'0,"2"5"-9"0,0 0-35 0,0 0-15 16,15-10-18-16,0 5-9 0,-5 1-31 0,5-5-22 15,5 3-22-15,-5-2-20 0,6 1-14 0,4-5-23 0,-4 4-7 0,-1 1-6 16,10-2-46-16,-2-2-37 0,2 1-52 0,-4 3-51 15,3-5-69-15,-5 2-95 0,-5 3-309 0,2-3-568 16,-1 0 251-16</inkml:trace>
  <inkml:trace contextRef="#ctx0" brushRef="#br0" timeOffset="5181.22">18766 893 139 0,'-2'-8'463'0,"-5"1"-10"16,-1 0-21-16,3 0-22 0,3-1-19 0,-6 4-30 15,8 4-34-15,-5-8-40 0,-3 7-32 0,8 1-33 0,0 0-25 0,0 0-22 16,0 0-14-16,-8 12-20 0,9-1-13 0,-2 5-13 16,1 2-9-16,1 7-6 0,-1 1-16 0,7 4-10 15,-1 0-7-15,1 11-18 0,-5-10-22 0,6-3-22 16,-3 2-27-16,3 2-37 0,-6-3-36 0,11-2-16 16,-11 0-29-16,-1-8-22 0,3 1-19 0,-3-5-29 15,-1-5-36-15,0 2-27 16,0-5-15-16,0 0-48 0,0-7-172 0,0 0-550 15,0 0 244-15</inkml:trace>
  <inkml:trace contextRef="#ctx0" brushRef="#br0" timeOffset="5544.49">18814 840 293 0,'-5'-9'362'0,"-2"-2"-4"0,2 1-4 16,-2-2 2-16,-3 0-11 0,4-3-28 0,-2 5-14 15,1-7-26-15,2 4-7 0,0-4-20 0,0 3-25 16,3-2-23-16,-4 2-19 0,4-2-18 0,2 0-16 16,0 2-19-16,0-3-12 0,0 5-11 0,2-1-21 15,6 1-2-15,-3 0-9 0,3 3-12 0,-1 3-9 0,1-3-15 0,0 3-8 16,6 0-1-16,-6 3-33 0,12 3-15 0,-4 0-12 16,1 3-15-16,-1 1-7 0,4 4-11 0,-3 3 0 15,1-1 4-15,-1 5-3 0,6 5 3 0,-8-3 4 16,5 0-1-16,-12 1 7 0,13 1-1 0,-12 0 8 15,-1-3-1-15,-1 2-4 0,-2-1 6 0,-5 1 2 16,0-2 7-16,-2-3 0 16,-3 5 2-16,-8-2 5 0,4-3 2 0,-6 2 1 15,-6-3 2-15,-1 2-27 0,1-1-21 0,-9-1-29 16,2-2-30-16,-3 1-39 0,9-2-52 0,-6-2-48 16,0 4-264-16,8-5-574 0,0 0 254 0</inkml:trace>
  <inkml:trace contextRef="#ctx0" brushRef="#br0" timeOffset="6970.23">18943 1050 10 0,'0'0'239'0,"16"0"-18"15,-6 2-20-15,-2-1-17 0,7-1-17 0,0 7-17 16,0-5-13-16,0 1-11 0,0 2-16 0,1 4-13 0,-4-4-7 16,5 2-11-16,-3 6-9 0,-2-7 0 0,5 7-8 15,-6 1-11-15,1-2-1 0,-4-1-8 16,5 2-1-16,-4 1-7 0,-3 1 1 0,1-2-4 16,-4 1-3-16,-5 0-4 0,1 1 0 0,1-3-5 0,-7-1-1 0,2 0 0 15,-5-1 0-15,4-4-1 0,-4-2 0 0,3 3 3 16,-4-3 4-16,1-4 11 0,10 0 7 0,0 0 6 15,-17-4 3-15,12-4-3 0,0 1-6 0,3-1-6 0,2-4-2 16,5-3-6-16,-1 0-2 0,7-1-4 16,4-10 1-16,2 5-1 0,4-3-7 0,4 3-4 15,8-6-3-15,-10 10 0 0,2-2-6 0,5 4 2 0,-3 0-1 0,2 0-1 16,1 5-1-16,-8-2-1 0,7 4 0 0,-7 2 0 16,-1 3 1-16,-4-5-2 0,0 7-2 0,1 0 2 15,-2 1-1-15,-2 0-1 0,-5-2 1 0,1 2-1 16,-10 0 0-16,17 0 1 0,-7 2 1 0,-10-2-1 0,15 0-1 15,-15 0 2-15,6 0-3 0,-6 0 1 16,0 0 2-16,0 0-2 16,10 1 3-16,-10-1 6 0,0 0-3 0,5 4 2 15,-5-4 1-15,0 0 6 0,0 0 1 0,0 0 5 16,-15 12 10-16,9-7 3 0,-2 1 5 0,1-2 3 16,-3 5 2-16,-3-4 10 0,-1 1-7 0,-4 3 3 15,5-2 0-15,-2 1-6 0,0 2-8 0,0-1-2 16,0-2-2-16,2 6-2 0,2-6 1 0,1 1-10 0,1 6 0 15,8-7 2-15,-4 5-8 0,5-4 1 0,6 0 1 0,9 4 1 16,0 0-6-16,13 2-14 0,4-2-12 0,3-3-20 16,11 3-16-16,5-5-21 0,-6 1-16 0,6-4-20 15,4 3-28-15,-2-3-17 0,0-7-16 0,-2 2-11 16,-3-3-9-16,0 0 1 0,-3-2 4 0,-9-2 8 16,-3 4 12-16,-1-5 15 0,-2 1 14 0,-6 0 17 15,-4-2 21-15,-7-3 24 16,-3 2 46-16,4 4 40 0,-4-6 23 0,-10 6 24 15,0-1 20-15,0-3 26 0,-9-1 11 0,3 6 7 16,-9-4 5-16,0 3 1 0,-2 0-2 0,-3 2 3 16,-3 2-9-16,0 2-3 0,-2-2-9 0,5 3-6 15,-9 7-7-15,0-3-3 0,0 3-6 0,1 1-12 16,-1 2-4-16,6 3-8 0,-2-1-6 0,4 7-2 16,-2-2-7-16,8-3 1 0,3 1-10 0,-1-2-3 0,3 2-4 0,2-1-1 15,0 4-1-15,6-1-1 0,0 2-5 0,4-4 1 16,1 0 2-16,5-1-3 0,-1-2-2 0,8-4 1 15,0 0-4-15,3 1-6 0,-1-6 5 0,6 0-1 16,2-2-12-16,6-5-8 0,-3-4-2 0,5 1-14 16,-10-5-4-16,9-3-6 0,-4 0-7 0,0-9-7 15,5-6-14-15,0-6-13 16,-9-3-9-16,0 4-5 0,5-7 0 0,-8 2 7 16,-6 0 11-16,-2-1 2 0,-6 1 16 0,1 10 40 15,-6-9 28-15,-2 10 35 0,-9-3 32 0,4 3 15 16,4 2 19-16,-7 1 22 0,3-1 23 0,3 9 9 15,-5-2-1-15,-1 3-1 0,3 2-3 0,-2 5-24 16,4-2-14-16,-2 5-13 0,4 0-16 0,1 1-13 16,-9 1-14-16,9 5-12 0,0 0-11 0,0 0-3 0,0 0 0 0,0 0-13 15,-10 18-3-15,10-8-4 0,-5 5-3 0,5 2-1 16,5 2-6-16,-1 8 0 0,-4 2-3 0,1-2-2 16,3 3-3-16,-3 3-9 0,3 0-12 0,1-3-12 15,9 11-13-15,-7-12-15 0,1 18 2 0,-1-15-25 16,0 9-4-16,6-2 7 0,-5-10-3 0,-1-1-1 15,3-2 15-15,5-10-5 0,-6 1 7 0,3 0 5 0,1-3 9 16,-6-7-2-16,4-1 11 0,3-1 5 0,-3 2 2 0,-1-6 2 16,8-1 4-16,-1-4 5 0,0-3-3 0,2 0 11 15,-5-1-2-15,1-1-4 0,4-9 5 0,0 6-1 16,-3 2-5-16,-1-4 8 0,2 1 4 0,-2 3 3 16,-1-6-8-16,-2 6 7 0,3-2 10 0,0 3 3 15,-7-2 11-15,0 4 3 16,-1-1 9-16,3 1 3 0,-7 1 3 15,5 0-10-15,-3 3 4 0,-3-2-3 0,-2 5 1 16,8-5-16-16,-8 5-5 0,0 0-13 0,5-4 1 0,-5 4-4 16,0 0-6-16,0 0 8 0,0 0 2 0,0 17-3 15,0-7-3-15,0-1 2 0,0 2 11 0,2-2-12 16,0 1-1-16,3 1 0 0,-4-2-1 0,4 2-1 16,-3 1 3-16,1-4-5 0,2 2 11 0,0-1-8 0,0-1-5 0,2-3 9 15,-2 1-1-15,-2 2 2 0,4-7 4 16,-1 2 1-16,-6-3 1 0,0 0-4 0,20-3 8 15,-13-2-5-15,1 1 1 0,0-2 13 0,-1 1-1 0,0-2 6 16,1-1 4-16,0-2 2 0,-1 1 13 0,-1 0-4 16,1 0 3-16,-2 2 4 0,6 0-4 0,-9 0-5 15,1 1-14 1,4 3 7-16,-7 3-9 0,3-8-2 0,-3 8-5 0,7-4-9 16,-7 4-4-16,0 0-6 0,0 0 2 15,15 12-17-15,-10-4-19 0,0-3-6 0,1 3-10 16,1 1-17-16,1-3-7 0,4 9-11 0,-5-8-18 0,2 4-29 15,-4 1-41-15,10-1-52 0,-5-1-57 0,8-3-68 16,-11-2-190-16,8 2-592 0,-3 0 261 0</inkml:trace>
  <inkml:trace contextRef="#ctx0" brushRef="#br0" timeOffset="7819.17">21344 1122 199 0,'0'0'239'16,"7"-9"-8"-16,-4 3-4 0,-3 6-10 0,0 0-9 15,8-3-11-15,-4-2-8 0,-4 5-1 0,3-7-4 0,-3 7-11 16,2-5-7-16,-1 1-11 0,-1 4-14 0,5-6-6 15,-5 6 3 1,0 0-20-16,0-9-1 0,0 9-5 0,0 0-8 16,0 0 0-16,0 0-10 0,0 0-3 0,0 0-1 15,0 0-8-15,0 0-1 0,0 0-7 0,-8-4 2 16,8 4-12-16,0 0 2 0,-21 1-2 0,21-1 9 16,-24 5 1-16,14-5 2 0,-4 5-10 0,-3-1-2 15,0-3-2-15,-2 3-6 0,4-1-1 0,-8 2-5 0,8 1-4 16,6 0-3-16,-6 1-6 0,2 4-9 0,0-7 2 0,6 4-2 15,-3-1-3-15,5 2-4 0,-3 2-3 0,7 0 1 16,1 1-1-16,0-2-3 0,9 3 3 0,-4-1 1 16,10-1 0-16,-5 2 7 0,10 1-10 0,-3-2 6 15,11-3-9-15,-2-2-8 0,4 5-16 0,0-7-18 16,0 1-22-16,3-4-25 0,-5-4-25 0,3-1-25 16,-4 2-17-16,3-6-17 0,1-5-21 0,-3 5-16 0,2-1-20 0,-7-5-17 15,5-2-14-15,-6-5-2 0,1 4-22 0,0-5-9 16,-3 0-185-16,3-3-503 0,-1-3 223 0</inkml:trace>
  <inkml:trace contextRef="#ctx0" brushRef="#br0" timeOffset="8073.06">21834 917 257 0,'8'-28'30'0,"-6"1"29"16,5-3 42-16,-7 3 24 0,0 0 40 0,3 3 18 15,-3 1 12-15,-3 4 16 16,3 0 16-16,-2-1 5 0,-3 1 4 0,5 4 8 16,-8-5 11-16,6 12-5 0,2-3-6 0,0 1-13 15,-5 2-16-15,5-1-18 0,-1 1-20 0,-6 1-22 16,7 7-15-16,-2-8-21 0,2 8-14 0,0 0-15 15,0 0-9-15,0 0-9 0,0 0-8 0,-20 22-11 16,19-12 7-16,-7 7-17 0,3 2-4 0,1 5-1 16,4 0-8-16,-3 3-4 0,3 0-16 0,3 3 3 0,1 3 1 0,-4 6-13 15,8-6-7-15,-2 6-25 0,1 0-11 0,1-9-15 16,6 1-7-16,-8 0-13 0,11 6-7 0,-9-8-12 16,-1-1-17-16,6-6-19 0,-6 2-25 0,2-4-22 15,-4-8-28-15,-5 2-40 0,9-7-33 0,-6-1-31 16,0 1-173-16,-3-7-525 0,2 8 232 0</inkml:trace>
  <inkml:trace contextRef="#ctx0" brushRef="#br0" timeOffset="8405.07">21763 972 39 0,'-8'-1'426'0,"8"1"1"0,0 0-11 0,0-14-10 15,-7 9-1-15,7 5-13 0,0-8-19 0,-3 3-28 0,3 5-29 16,3-11-29-16,-1 7-26 0,-2 4-32 0,5-7-20 16,-5 7-21-16,3-8-22 0,2 4-18 0,-5 4-18 15,15-7-14-15,-8 6-7 0,-7 1-15 0,19 3-12 16,-4 2-7-16,0 0-10 0,8 2-9 0,-6-3-5 16,1 7-9-16,-1 1 0 0,-1-2-8 0,-1-1-3 0,0 6-5 15,3-3-3-15,-3 3-7 0,-5-3-4 0,3 1-4 16,-3 2-8-16,0 2 1 0,2-2-11 0,-7 0-9 0,1 3-13 15,-1-3-16-15,-1 0-11 0,-1-3-19 0,4 1-23 16,-4-2-17-16,-1 0-23 0,-2-3-17 0,1 3-10 16,4-3-3-16,-5-4-4 0,3 0-19 0,-3 3-25 15,0-2-28-15,5 2-38 16,4-6-37-16,-4 3-262 0,-5-4-632 0,0 0 280 16</inkml:trace>
  <inkml:trace contextRef="#ctx0" brushRef="#br0" timeOffset="9053.48">22324 1087 206 0,'-3'-10'359'0,"3"10"-9"0,0 0-15 0,-3-5-9 15,3 5-15-15,0 0-17 0,0 0-26 0,0 0-35 0,0 0-25 16,0 0-18-16,0 0-21 0,0 0-19 16,0 0-14-16,-5 19-13 0,1-15-2 0,4-4-23 15,4 15-8-15,-4-6-6 0,3 1-5 0,0-1-11 0,2 2-8 16,2 1-15-16,-2 0-18 0,1-1-16 0,1-1-12 15,1 0-9 1,-1 0-11-16,-5-6-6 0,7 2-4 0,-4 1 5 16,-1 1-1-16,1-5 1 0,-5-3 12 0,6 1-8 15,-6-1 6-15,0 0-1 0,9-9 1 0,-9 9 2 0,0-15 0 16,-5 7 3-16,5-6 3 0,-2 1 8 16,0-4 9-16,1 0 8 0,-4 5 10 0,0-4 5 15,1-2 11-15,-2 1-2 0,1 0-2 0,2 0 12 0,-2 1-3 16,3-3 2-16,-1 7-1 0,-2-4 10 0,3 7-14 0,2-1 5 15,0-1-2-15,0 2-5 0,0 2-7 0,0-2-6 16,7 2 4-16,-6 3-12 0,-1 4-4 0,9-6-6 16,-9 6-4-16,13-5-8 0,-7 5-6 0,6 0-10 15,0 5 3-15,4 1-3 0,-1 2-2 0,2-3 5 16,2 6-2-16,-4 1-6 0,5 0-1 0,-3-3-8 16,6 8-6-16,-3-7-5 15,-4 3 3-15,3 1-9 0,-3-4-1 0,4 10 0 16,3-2 1-16,-8-6 1 0,-5 0 6 0,5 4 4 15,-4-8 5-15,1 2-5 0,-5-2 3 0,1-4 5 16,-1 3 3-16,-4-6 6 0,-2 5 11 0,6-1 23 16,-7-5 1-16,3 4 12 0,-3-4 1 0,0 0 14 15,0 0 10-15,0 0 13 0,-10-19 9 0,10 11 3 16,-1 0-2-16,1 0-1 0,0 0 2 0,0-4-6 0,0 1-3 0,1 0-2 16,3-3-8-16,2 2 8 0,-1-3-12 0,2 0 3 15,1 1-13-15,2 1-4 0,-3 3 4 0,8-1-10 16,-7-1-8-16,5 1 2 0,0 2-6 0,-3 2-2 15,-5-1-3-15,10 5-4 0,-6-1-6 0,4-2 2 16,-5 4-4-16,0 1-3 0,4 1-2 0,-12 0 3 16,23 1-12-16,-15 2-3 0,6 6-15 0,-4-6-8 0,-1 4-9 0,-2 0-20 15,6 2-19-15,-4 0-9 0,-4-2-26 0,3 3-10 16,-3-1-17-16,-2-1-20 0,4 2-18 0,-2 2-35 16,-4-5-38-16,4-1-38 0,-3-2-48 0,-2 7-199 15,0-11-586-15,7 6 260 0</inkml:trace>
  <inkml:trace contextRef="#ctx0" brushRef="#br0" timeOffset="9238.34">22735 688 265 0,'-7'-7'427'16,"-1"2"-45"-16,4-1-23 0,-1-3-17 0,-3 5-35 0,3-2-31 0,-3-2-21 15,1 3-53-15,1-2-58 0,-3 3-62 0,-2-1-63 16,-1 1-44-16,2 3-55 0,-3 1-73 0,-2 0-77 16,7 1-199-16,-7 0-465 0,-3 2 206 0</inkml:trace>
  <inkml:trace contextRef="#ctx0" brushRef="#br0" timeOffset="9839.08">21121 597 179 0,'-8'-5'231'0,"8"5"-21"15,0 0-23-15,0 0-20 0,-15 0-15 0,15 0-19 16,0 0-15-16,-12 8-8 0,12-8-12 0,-7 6-11 15,6-1-8-15,1 1-6 0,0-6-11 0,0 7-6 16,0-7 2-16,0 10-10 0,0-10-2 0,1 9-4 16,3-6-5-16,-1 2 2 0,-3-5-5 0,7 6 3 15,-7-6 0-15,1 3 11 0,-1-3 11 0,4 5 12 16,-4-5 14-16,0 0 18 0,0 0 12 0,0 0 15 16,0 0 6-16,0 0-10 0,0 0-16 0,0 0-18 0,0 0 1 15,0 0-14-15,0 0-28 0,0 0-26 0,-12-19-17 16,5 16-36-16,7 3-31 0,-8-5-40 0,0 1-47 15,8 4-55-15,0 0-57 0,-15 0-219 0,15 0-517 16,-7 5 229-16</inkml:trace>
  <inkml:trace contextRef="#ctx0" brushRef="#br0" timeOffset="10556.5">24097 870 44 0,'5'-11'274'0,"3"3"7"0,-1 0 7 16,-1-3 2-16,3 3 5 0,-4 0-6 0,-1 0 2 15,3 1 2-15,-5-1-11 0,1 4-19 16,-3 4-26-16,7-6-23 0,-4 0-27 0,-3 6-24 15,0 0-22-15,0 0-15 0,0 0-13 0,0 0-2 0,2 13-22 16,-2 0-10-16,-2 6-5 0,4-2 2 0,-4 2-15 16,4 6-6-1,1 1-8-15,0 0-5 0,1 2-3 0,-1 3-1 0,2 3-8 16,-3-2-28-16,11 3-36 0,-3-5-25 0,-5-3-28 16,-5 0-13-16,10-2-19 0,-4 1-23 15,1 0-37-15,-6-5-38 0,6-2-31 0,-2-5-54 16,5-1-253-16,-5-4-600 0,3-5 265 0</inkml:trace>
  <inkml:trace contextRef="#ctx0" brushRef="#br0" timeOffset="10779.14">23989 720 268 0,'4'-12'298'0,"0"-3"-17"0,0 3-15 15,7-1-15-15,-2-2-30 0,6 5-23 0,-1-3-20 16,6-2-7-16,-1 3-28 0,4 1-14 0,2 1-13 16,1 1-3-16,4 4-21 0,0-2-10 0,-4 1-12 0,4 1-4 15,1 5-8-15,2 0-38 0,-3-1-40 16,3 2-41-16,-5 4-45 0,1-2-59 0,2 7-59 16,-3-5-184-16,0 1-441 15,-11 3 195-15</inkml:trace>
  <inkml:trace contextRef="#ctx0" brushRef="#br0" timeOffset="11547.93">24708 1125 74 0,'0'0'250'0,"0"0"-6"0,14-9-5 0,-9 3-10 16,-3-2-10-16,5-2-12 0,-4 2-13 0,0-1-5 15,-1-2-4-15,-2 0-8 0,0 1-2 0,0-3-11 16,-2 4-21-16,-3-3-21 0,4 5-12 0,-8-4 4 16,3 4-27-16,-6 2-10 15,-1 4-10-15,-2-3-16 0,-3 1 5 0,-4 3-7 16,-1 0-5-16,3 3-11 0,-3 5 5 0,0-1-12 16,1 6 0-16,3-4-4 0,2 5-4 0,0-4-1 15,1 11-5-15,4-7-7 0,1 5-2 0,6-2 0 16,-2 2-6-16,6-3 2 0,2 4-2 0,7-2 0 15,-3 0-2-15,7-1 5 0,0-2-10 0,4-1-10 16,9-1-3-16,1 0-5 0,-4-9-3 0,8 4-3 16,0-5-8-16,-11-2-4 0,11-2 2 0,-2-2 3 0,-4-3 5 0,-3 1 2 0,-3-7 5 15,2 3 3-15,-3-1 3 0,-2-5 3 0,-1-2 10 16,-7 5 12-16,8 1 10 0,-12-6 8 0,6 2 15 16,-6 3 5-16,-3 1 10 0,3 1 7 0,-3 1-5 15,0-2 0-15,0 3-1 0,-1 1-8 0,1 7-9 16,-2-7-5-16,2 7-9 0,0-7-2 0,0 7-8 15,0 0 1-15,0 0-5 16,0 0 0-16,0 0-6 0,-15 19 8 0,12-10-13 16,-1 3 0-16,4-3-6 0,0 6-1 0,4 1 1 15,-8-2-5-15,4-2-3 0,7 3 0 0,-7 0-4 16,3-3-2-16,2 0-3 0,2 1-5 0,-4-2-2 16,5 0-3-16,-4-6 4 0,1 2 5 0,1 0 7 15,3-6-4-15,1-1 4 0,-10 0 2 0,0 0 2 16,21-8 3-16,-14 1 3 0,1-6-2 0,5-2 2 0,-6 3 4 0,6-11 2 15,-1 7 14-15,1-8 4 0,-6 7 6 0,7 0 5 16,0-6 6-16,-6 5 4 0,2-2 10 0,1 5 5 16,-4-1 2-16,3 3-1 0,-3-4 6 15,1 8-4-15,-1-2-7 0,-1 4 11 0,2 1-20 0,-4 2-3 16,6 1-9-16,-4-4-3 0,4 7-3 0,-10 0 3 16,22 3-5-1,-7 2-9-15,1 1 5 0,1 0-2 0,1 1 0 16,-3 7-2-16,6-3 3 0,-6 3-5 0,7 9 2 0,-2-1-3 15,3-2 4-15,-5 1-2 0,4-3-3 0,-4 5-2 16,-3-1-7-16,-2-6 8 0,0 1 0 0,-3 0-5 16,-2-3-6-16,-1 0-12 0,-2-1-5 15,-2 0-2-15,-3-1 16 0,-6-7-18 0,2 3-8 0,-1 1-5 16,-6-3-7-16,1 0-17 0,-10-3-10 0,2 4-15 0,0-4-17 16,1-3-37-16,-3 4-38 0,5-6-34 0,0 4-26 15,0-2-183-15,2 0-464 0,5-2 206 0</inkml:trace>
  <inkml:trace contextRef="#ctx0" brushRef="#br0" timeOffset="11864.32">25716 705 81 0,'0'-9'344'0,"6"1"-16"0,-6 4 0 0,2-4 2 15,-2 2-9 1,0 1-17-16,0 5-23 0,0-8-28 0,0 8-33 16,0-8-26-16,0 8-14 0,0 0-26 0,0 0-18 15,0 0-17-15,0 0-16 0,0 0-8 0,0 0-7 16,6 27-5-16,1-11-13 0,-7 0-5 0,2 3-6 16,1 8 4-16,-3 4-19 0,2-4 0 0,4 13-4 15,-2 1-7-15,-6 1 0 0,4 2-2 0,-4 2-5 16,4-6-21-16,-2 5-26 0,1-5-11 0,-1-2-14 0,0-7-13 0,4-2-6 15,-4 0-10-15,3-9-11 0,2 0-16 0,-4-1-18 16,3-1-23-16,-3-6-20 0,6 0-21 0,-4-4-31 16,4-2-29-16,1-1-41 0,1-4-152 0,-9-1-471 15,0 0 209-15</inkml:trace>
  <inkml:trace contextRef="#ctx0" brushRef="#br0" timeOffset="12180.7">26126 952 113 0,'0'0'320'0,"0"-7"-8"0,0 7-11 16,0-8-7-16,0 8-21 0,2-5-15 0,-2 5-12 0,0 0-17 0,0 0-19 16,-5-8-22-16,5 8-10 0,-5-6-16 0,5 6-22 15,-10-1-20-15,10 1-5 0,-15-4-13 16,7 4-11-16,8 0-12 0,-20 8-6 0,10-4 6 15,-5-1-22-15,0 4-2 0,3 3-16 0,-4-1 0 0,-1 0-4 16,2 2-4-16,6-3 3 0,-3 4-5 0,-3 2-8 16,7 3 2-1,1-7-1-15,-4 5-8 0,9-3-1 0,-1 5 3 16,-1-4-8-16,8 5 6 0,-1-3 6 0,5 0-5 16,4 2 10-16,3-6-13 0,5 1-22 0,4 5-21 0,4-7-32 15,2 2-19-15,2-2-29 0,-2 2-39 16,-2-7-58-16,8 0-40 0,-1-2-45 0,5-3-243 15,-6-5-578-15,-4 4 255 0</inkml:trace>
  <inkml:trace contextRef="#ctx0" brushRef="#br0" timeOffset="12519.23">26621 921 169 0,'0'0'259'0,"0"0"-19"0,0 0-19 0,0 0-18 15,0 0-22-15,0 0-12 0,-17 3-4 0,17-3 6 16,-13 8-2-16,6-7-5 0,-7 5-1 0,4-1-11 16,-5-2-13-16,3 1-5 0,-1 0-19 0,1 3-14 15,1-2-3-15,4-1-11 0,-4 3-9 0,4-1-2 16,-1 1-8-16,4 1-8 0,1-1-4 0,3 3-9 16,0-1 0-16,0 1-6 15,7 5 1-15,-4-1-5 0,9 1-7 0,-3-2-7 16,6 5 11-16,0-5-8 0,-3 2-1 0,3 0-4 15,1-1-5-15,-1-2 3 0,0 1-9 0,2-1 2 16,-9-2 2-16,0-5 0 0,4 5-6 0,-7-1 4 16,-4-4-5-16,4 3 3 0,-1-1-9 0,-13 1 1 15,3-4-14-15,-2 4-21 0,-11-1-36 0,-6 3-31 16,-6-3-40-16,-12-1-64 0,-3-2-72 0,-11 4-241 0,-7-5-561 16,-19-7 248-16</inkml:trace>
  <inkml:trace contextRef="#ctx0" brushRef="#br0" timeOffset="15155.9">13623 2062 142 0,'-17'-3'201'15,"17"3"-14"-15,-11-1-10 0,11 1-8 0,0 0-15 16,-12 1-12-16,12-1-14 0,0 0-6 0,0 0-10 16,0 0-13-16,0 0-9 0,0 0-3 0,0 0-9 15,0 0 2-15,0 0-1 0,0 0-9 0,0 0-2 0,32 3-3 16,-14-1-7-16,0 1-2 0,4-3-9 0,-1 0-7 16,7 0-2-1,2 0-1-15,5 3-5 0,-5-2-5 0,9-1 6 16,-4 5-5-16,10 1-3 0,-4-6 1 0,-4 1 0 15,7 2-8-15,4 1-2 0,-3 2 0 0,0-4-2 16,4-2 1-16,-2 3-3 0,1 1 1 0,-2-3-3 16,5 2-1-16,1-3 2 0,-8 1-6 0,8-2 1 15,-6-2-1-15,4 6-1 0,-7-3 0 0,1 0 0 0,8-3-1 16,-9 3 4-16,6-1-6 0,-4-3 3 0,0 4-1 0,1-4 2 16,-8 4-1-16,5-1-3 0,2 1 3 0,-4-5-4 15,6 10 0-15,-14-5 0 0,0 0 0 0,2 0 1 16,9 0 0-16,4 1-1 0,-15-1 2 0,14-6 0 15,-13 6 0-15,16-1 0 0,-4 2-1 0,1-1-1 16,-3 5 0-16,1-5 0 0,-3 1 3 0,7-1-3 0,-4 1 0 16,5-2 0-1,-2 1 0-15,-4-1 3 0,6-4-4 0,1 5 2 16,2-1-3-16,-2 1 4 0,2 0 0 0,-1 0 0 16,6 1-1-16,-5-1 0 0,-4 0 1 0,3 5-1 15,1-5 0-15,0 0 1 0,-2 0 9 0,-1 0-1 16,-2 0 4-16,-5 2-2 0,6 1-2 0,-4-1-1 15,3 0 0-15,-3-1 0 0,-2 3 0 0,1-2-3 16,-11-2 1-16,12 1-2 0,0 4 1 0,-10-2 0 0,1-3 2 0,14 7-7 16,-2-3 3-16,-4 0-3 0,-1-1 2 0,9-2 0 15,-11 4 1-15,4 1-3 0,3 0 0 0,-15-4 1 16,12 2 2-16,-11 0 0 0,-2 1-1 0,4-3-1 16,2-1-1-16,-6 0 1 0,7 2 5 0,-7-1-7 15,12 3 1-15,-9-4-2 0,-2 2 3 0,-1-6 1 16,1 6-1-16,2-3 0 15,3 0 0-15,-7 1 0 0,4 2-1 0,0 1-2 16,-4-8 3-16,1 4-4 0,2 0 3 0,-4 4-2 16,2-8 5-16,-4 4-3 0,3 0 3 0,-3-1-1 15,2 1-3-15,0 0 2 0,-2 0 2 0,-6 1-5 16,2-1 3-16,-2 0 4 0,-2-1-3 0,3 2-3 16,0-2-2-16,-3-1-1 0,3 1 3 0,-1 1-1 15,1 1 2-15,-2-1-4 0,-4 0 3 0,9 0 3 0,1 0-2 0,-4 0-1 16,-1-1 0-16,-4 1 2 0,12 0 1 0,-4 0-4 15,-1 0-1-15,1 0 0 0,-1 0 2 0,3 1 0 16,-5-1 2-16,1 0-3 0,-4-4 1 0,9 3 1 16,-6 1 1-16,-1 0 0 0,1-2 0 0,5 2-2 15,-3 0-1-15,2-3 4 0,2 6 0 0,-9-6-5 16,12 1 2-16,-4 2 0 0,3 2 2 0,-4-2-2 0,6 0 0 0,-3 0 1 16,3 0 3-16,-3 0-3 0,-1 3-4 0,8-3 2 15,-4-3 5-15,-3-2-6 0,4 8 1 0,-2-6 0 16,3 3 1-16,-4 3 0 0,6-6 3 0,-3 2-5 15,1 0 7-15,0 1-7 0,9 0 1 0,-10-2 1 16,10 2-2-16,3 0 2 0,1 0-1 0,-5 0 2 16,1-1-1-16,-2-3 0 15,4 3 1-15,-1 2 2 0,1-2-2 0,-3 1-1 16,7-2-1-16,-6 2 1 0,8-1-1 0,-1 1 1 16,-6-3-1-16,6 3-1 0,-3 3 2 0,3-3-1 15,1 1 0-15,-3 1-1 0,1-1 1 0,0-1 1 16,-1 4 3-16,1-8-4 0,1 8 3 0,-6-3-3 15,10-1 1-15,-4 3-2 0,-3-4 2 0,0 2 4 0,3 0-4 16,5 2 0-16,-4-1 2 0,-1 1-1 0,-1 0-3 0,1-3 3 16,-3 0-3-16,10 4 2 0,-7-4 0 0,-1 2 1 15,5-1-1-15,-2 4 0 0,0-5-1 0,4 2 1 16,-2 0-3-16,3-3 3 0,-3 5 0 0,3-4 0 16,-4 2 0-16,2-2 0 0,1 2 3 0,-3 2-3 15,-1-4 3-15,4 3-5 0,-3-2 4 0,2-2-4 16,4 4 4-16,-9-2-1 15,7 3 3-15,-3-3 3 0,3 1 0 0,-7-2 3 16,0 1-1-16,7 3 1 0,-1 0-2 0,2 0-2 16,-6-4-1-16,7 0 3 0,-1 4-2 0,-2 1-3 15,1 0 4-15,-4-4-3 0,-2 3-1 0,7-2-1 16,-1 0 3-16,-5 2-2 0,5-3-1 0,-5 4 2 16,2 1-3-16,4-6-1 0,-6 2 6 0,0-1-3 15,3 7-2-15,-3-8 0 0,4 1 2 0,-4-1 0 0,4 3-1 0,-2 0-1 16,1-2 0-16,-4 4 0 0,1-5 0 0,5-2 1 15,-4 2-2-15,1 0 2 0,-1 2-1 0,-2-2-1 16,-3 0 3-16,1 0 0 0,-4 3-2 0,4-6 0 16,-4 3 3-16,-8 0-3 0,5-2 1 0,7 2 3 15,-4-4-5-15,2 8 5 0,-5-4 1 0,-6-3 0 16,-4 2-2-16,5 1-1 0,-6 0-2 0,4 0 0 0,-1 0 2 0,-4 0 2 16,-1 1-4-16,0-2 1 0,-2 1-1 0,2 0 0 15,-4 0-2-15,1 1 2 0,-8-2-1 0,3 1 5 16,-2 0-3-16,-5-2 0 0,1 2 1 0,-2 0-1 15,0-1-1-15,-4 2 1 0,-1-2 2 0,-9 1-5 16,15 0 2-16,-15 0 3 0,14-3-1 0,-9 3-2 16,-5 0 5-16,0 0 1 15,0 0-6-15,0 0-17 0,14 0-26 0,-14 0-36 16,0 0-48-16,0 0-58 0,0 0-55 0,-19 7-217 16,8-4-494-16,-7 2 218 0</inkml:trace>
  <inkml:trace contextRef="#ctx0" brushRef="#br0" timeOffset="20185.4">7618 3283 311 0,'7'-5'396'16,"-7"5"-8"-16,0-8 2 0,0 8-17 0,0 0-18 0,0 0-26 0,0 0-26 15,0-7-32-15,0 7-31 0,0 0-22 0,0 0-26 16,0 0-22-16,0 0-22 0,0 0-16 0,0 0-7 15,0 0-22-15,0 0-15 0,0 0-10 0,0 0-9 0,-7 19-4 16,7-13-5-16,0 1-10 0,0 3-3 16,0 2-6-16,7 4-2 0,-6-1-6 0,6 3-9 15,0 0-22-15,-4-3-21 16,0 4-18-16,-1 0-23 0,6-1-19 0,-1 1-20 16,-1 1-16-16,1-5-17 0,-5 2-17 0,6 2-20 15,-3-2-35-15,-2 3-31 0,1-6-44 0,4 1-40 16,-7-7-205-16,1 3-568 0,-2-3 251 0</inkml:trace>
  <inkml:trace contextRef="#ctx0" brushRef="#br0" timeOffset="20824.59">7641 3173 183 0,'-8'-10'306'0,"6"1"-15"16,-1 2-9-16,1-4-18 0,1 2-20 15,1 2-24-15,0-4-18 0,3 6-26 0,-3-6-17 16,5 0-16-16,3 4-9 0,-1 2-19 0,4-7-15 0,1 8-6 0,3-2-16 0,2 1-11 0,-6 4-2 16,11-3-9-16,-4 2-6 0,0 2-3 0,-1 2-7 15,1 2-5-15,0-3-5 0,-1 6-4 16,-3 0-1-16,8 2-5 0,-9 0-4 0,2-2-13 15,0 4-4-15,0 0-6 0,-2 2-3 0,-3-3 6 16,-3 6-12-16,-2-5-2 0,5 1-3 0,-7 2 3 16,-1 3 3-16,-4-7 1 0,-1 0 0 0,-4 2 0 15,-1 1 2-15,-1-1 2 0,-4-3 1 0,-2 2 4 16,0-2-1-16,2 2 0 0,3-7 6 0,4 8-4 16,-8-9 0-16,6 2 1 0,0-1 4 0,3-1 0 0,3 2 2 0,-6 1 1 15,8-6 8-15,-5 3-6 0,5-3 1 0,0 0 2 16,0 0-4-16,0 0-2 0,0 0 0 0,0 0 3 15,0 0-5-15,28 3 0 0,-20-3 2 0,-8 0-4 16,20 2 2-16,-7-2-1 0,-3 1 0 0,4 3-3 16,-6-1-2-16,7 4 4 0,-2-2-1 0,2 3 0 15,-7-5 0-15,7 8 3 16,-2-4-1-16,2 6-3 0,-3-1 1 0,3-2 1 16,-2 2 2-16,0-2-2 0,0 5 1 0,-1-3 0 15,-7 3-3-15,5-4 1 0,-2 2 1 0,-3-3-2 16,0 1 0-16,-3 1 1 0,-1-3-3 0,-1-2 5 15,-3 5 0-15,-2 2 0 0,-5-1 5 0,-3-5 8 16,5-1 8-16,-7 4 4 0,-3-3 13 0,-2-3 1 16,0 3 5-16,3-5 11 0,-14 3-3 0,6-3 10 0,-5 0-6 0,2 0 5 15,7-2-9-15,-3-2-6 0,6 1 4 0,-3-3-11 16,1 0 0-16,-2 3-2 0,12-2-6 16,2 1 0-16,-5-1-4 0,6 1-11 0,7 1-27 0,-13-6-18 15,6 5-27-15,7 1-49 0,-5-7-64 0,5 7-71 16,0 0-59-16,15-10-237 0,-6 7-581 0,-3-4 256 15</inkml:trace>
  <inkml:trace contextRef="#ctx0" brushRef="#br0" timeOffset="21125.35">8355 3336 86 0,'6'-6'408'0,"-6"6"-8"16,2-8-19-16,-2 8-34 0,0 0-39 0,2-5-25 15,-2 5-30-15,0 0-33 0,0 0-27 16,0 0-22-16,0 0-20 0,0 0-21 0,0 0-13 16,18 16-9-16,-17-7-14 0,4-2-8 15,0 4-12-15,2 0-2 0,0 4-10 16,-1-2-5-16,1 5-3 0,3-3-7 0,-4 1-3 15,4 3-3-15,0-2-25 0,-1 2-24 0,-3-1 4 16,1-2-40-16,-1 2-15 0,6-1-16 0,-12-1-19 0,5 0-22 16,3-5-27-16,-1 4-39 0,-4-3-39 0,2-3-41 15,0-3-32-15,-2-2-157 0,6 4-487 16,-4-7 216-16</inkml:trace>
  <inkml:trace contextRef="#ctx0" brushRef="#br0" timeOffset="21673.49">8677 3359 261 0,'4'-8'313'0,"-4"8"-13"0,0-6-21 15,0 6-25-15,0 0-24 0,0 0-24 0,6-3-19 16,-6 3-24-16,0 0-17 0,0 0-16 0,0 0-17 16,0 0-14-16,0 0-7 0,0 0-8 0,0 0-7 15,14 7-10-15,-14-7-9 0,6 11-4 0,2-5-7 16,-1 0 0-16,-4 5-7 0,6-3-4 0,-4 4-4 15,5-2 0-15,-4 5-8 16,-2-2-3-16,5 2 2 0,1-2-6 0,-5 2 1 16,0 2-5-16,0-7-5 0,0 1 1 0,0-2-5 15,-3 3 0-15,3-2-2 0,-4-2 0 0,1-1 1 16,0 1-1-16,1 0-1 0,-3-8 6 0,2 8-2 16,-2-4 4-16,0 3 0 0,0-7 16 0,3 6 28 15,-3-6 30-15,0 0 25 0,0 0-23 0,0 0-11 16,12-17 6-16,-9 10-6 0,2 2-4 0,0-7 9 0,5-1-3 0,-4-1 2 15,-2 4 1-15,7-3 7 0,-6-1-7 0,5 2 0 16,-3-3-2-16,3 5 2 0,-5-1 3 0,3 0-6 16,-1 4-3-16,-2-1-9 0,3 1-3 0,-6 1-5 15,3 0-11-15,3 1-10 0,-7 1-2 0,-1 4 2 16,5-6-13-16,-5 6-3 0,9-3-2 0,-9 3-6 16,0 0 0-16,16 0-6 15,-16 0-10-15,15 6 0 0,-8-2-2 0,-1 4-18 16,3-1 14-16,2 1-19 0,-2 3-7 0,4-1-1 15,-2-1-17-15,3 4-15 0,-6 0-2 0,5 0-9 16,0 2 0-16,-4 1-9 0,2-4-6 0,1 3-5 16,-6-3-5-16,8 7-2 0,-13-12-10 0,8 5-4 15,-4-3-1-15,-2 2-18 0,5-4-11 0,-5 2-6 16,2-3-6-16,5 2-10 0,-1-3-18 0,-1-3-31 0,0-4-23 0,5 4 0 16,11-4-164-16,-16 1-445 0,10-2 197 0</inkml:trace>
  <inkml:trace contextRef="#ctx0" brushRef="#br0" timeOffset="22105.77">9522 3492 129 0,'3'-10'169'0,"-1"0"20"0,-2 3 14 16,-5-3 13-16,1 2 4 0,3 2 0 0,-6-2-6 0,-3 1-13 0,2 1-6 15,-2 0-10-15,2 2-20 0,-7-4-14 0,5 8-10 16,-2-6-8-16,-3 4-14 0,-3 1-7 0,1 1-13 16,-1 0-11-16,5 1-11 0,-8-1-10 0,6 5-4 15,0-1-10-15,3 4 2 0,-3-1-14 0,0 1 1 16,5 3-9-16,-4-1 0 0,5 0-4 0,3 5-3 15,-3-4-4 1,1 5-1-16,5-1 1 0,3-3-8 0,-4 3-3 16,1 1-2-16,3-3-3 0,7 1 3 0,-6 2-2 0,6-7-4 15,5 1 2-15,1 2-5 0,-3-4 4 0,5-4-6 16,0-2 4-16,-1 4-3 0,3-6 2 0,3 0 1 16,-5-6-3-16,5 4 1 0,-5-7 3 15,1 2 4-15,-1-5-3 0,2 3 0 0,-6-5 8 0,-3 4 6 16,2-7 17-16,-1 7 18 0,-3-7 11 0,1 9 22 0,-4-6 21 15,5 2 11-15,-6 3-2 0,0-2-1 0,-1 3 4 16,-1-1-2-16,2-1 3 0,-4 6-17 0,4-2-15 0,-2 6-13 16,5-7-10-16,-5 7-14 0,3-7-17 0,-3 7-6 15,0 0-10-15,0 0-5 0,0 0-17 0,0 0-4 16,-3 23-19-16,6-14-13 0,-3 0-11 0,4 8-12 16,-1-5-15-16,4 1-5 15,-4 2-13-15,4-1-3 0,6 3-3 16,-3-2-10-16,0-1-8 0,1 4-16 0,4-9-20 15,0 4-20-15,-8-2-17 0,8-2-23 0,-1-3-25 16,-5-5-11-16,11 1-15 0,-12-2-13 0,5-2-150 0,-13 2-464 16,20-4 205-16</inkml:trace>
  <inkml:trace contextRef="#ctx0" brushRef="#br0" timeOffset="22807.58">9719 3501 50 0,'-5'-9'181'0,"3"0"19"0,-3 2 10 0,2-1-1 0,3 0 6 15,-2 3 2-15,2-2-3 0,-5 1-15 16,5 6-14-16,5-9-18 0,-5 9-18 0,0-5-19 15,0 5-15-15,2-7-8 0,-2 7-15 0,0 0-10 0,0 0-6 16,21 2-8-16,-21-2-9 0,23 7-4 0,-9-7-6 16,2 3-4-1,2 5-4-15,1-2-6 0,-1 2-2 0,-2 1-4 16,6-4-1-16,-1 3-3 0,-2 2-2 0,0-2-3 0,5 0-4 16,-10-1 1-16,1 5-5 0,0-4 1 15,-2-1 1-15,1 1-6 0,-4 0-9 0,-5-3-2 16,-4 1 3-16,-1 0 1 0,0 1-2 0,0-7 2 15,-6 8 1-15,6-8 1 0,-15 3 1 0,5-3-3 0,-2 0 3 16,12 0-2-16,-21-4 9 0,12 2-6 0,1-3-1 0,2-2 3 16,-4 1-3-16,-2 0 1 0,7 1-3 0,3-5-4 15,2 1 0-15,0-2-7 0,5 2-2 0,-3-1 3 0,10 1-6 16,-1-3 2-16,2 1 0 0,2 3 2 16,2-1 2-16,3 1-4 0,-5 1 5 0,5-1 0 15,-4 4 1-15,-1-3-2 0,0 4 2 0,-2-1 2 16,-3 3-1-16,3-1 0 0,-3 2 2 0,2 0-5 0,-2 2 2 0,-10-2-2 15,18 1 2-15,-7 3 1 0,1 1 3 0,-5-2-4 16,3 3 2-16,-4 0 0 0,4 1 2 0,3-2 0 16,-4 9-1-16,4-4 0 0,-6 0 2 0,6 1 2 15,2-2 3-15,1 1-4 0,-3 2 1 0,-6-7-1 16,6 1 2-16,2 0 1 0,2-3-4 0,-2 0 3 16,-5 1 1-16,1-2 4 15,4-4-3-15,-3-2 2 0,-1 0 5 0,3 0-6 16,-6-2 8-16,7-3 20 0,-7 1 6 0,0 0 11 15,-3-1 14-15,3 0 6 0,-3 0 12 0,4-5 14 16,-4 9 11-16,-4-6 5 0,3 0 12 0,2 7-11 16,-1-4-2-16,-3 4-5 0,0-2-1 0,-2 6-17 15,6-9-15-15,-6 9-8 0,2-5-11 0,-2 5-12 16,6-3-5-16,-6 3-4 0,0 0-5 0,12 11 6 0,-9-4-13 0,6 4-1 16,-1-1-4-16,5 8-5 0,0 4 0 0,2 3-3 15,-8 3 7-15,16 9-5 0,-11 3-4 0,-2-2 3 16,4 5-1-16,6-1 1 0,-10 0-6 0,5 3 2 15,-3-8-5-15,-2 7 6 0,-4 0 1 0,9-3-3 16,-13-11-5-16,3 9-1 0,-10-5 5 0,2-7-3 16,-2-2 8-16,0-7 12 15,-5-2-9-15,0 1 6 0,-2-4 8 0,-3 1-3 16,-8-5 5-16,7-3-3 0,-4 0-1 0,-8-5 0 16,4-1-11-16,-7-2-36 0,1-6-57 0,-3-2-61 15,3-7-47-15,-9-4-73 0,-6-4-87 0,2-1-367 16,-2-2-773-16,0-9 342 0</inkml:trace>
  <inkml:trace contextRef="#ctx0" brushRef="#br0" timeOffset="23346.62">8866 3046 129 0,'0'0'352'15,"0"0"-28"-15,0 0-31 0,0 0-31 0,0 0-30 16,0 0-25-16,0 0-25 0,0 0-21 0,0 0-17 15,0 0-10-15,0 0-20 0,0 0-11 0,0 0-7 16,0 0-14-16,0 0-7 0,0 0-2 0,0 0-10 16,15 17-5-16,-12-14-5 15,-3-3-6-15,0 0-2 0,10 4-2 0,-10-4-3 16,0 0 0-16,0 0-2 0,0 0 15 0,7 2 10 16,-7-2 4-16,0 0-6 0,0 0-7 0,0 0-5 15,0 0-5-15,-2-15-6 0,2 15-1 0,0 0-10 16,-5-9-1-16,5 9-19 0,0 0-15 0,-8-5-26 15,8 5-23-15,0 0-32 0,0 0-38 0,0 0-28 16,0 0-39-16,0 0-45 0,-17 14-46 0,12-5-170 0,0-3-493 0,-1 3 219 16</inkml:trace>
  <inkml:trace contextRef="#ctx0" brushRef="#br0" timeOffset="25552.32">12145 3337 28 0,'0'-7'269'0,"2"-1"-1"16,4-1 0-16,-6-1-9 0,0 2-6 0,0-1-11 15,0-3-18-15,-6 5-4 0,4-4-18 0,-3 2-9 16,-3 2-23-16,3-1-14 0,1 3-11 0,-7-2-16 16,3 2-10-16,-7 0-9 0,0 0-16 0,0 4-11 15,0-2 9-15,-8 3-30 0,3 4-7 0,2-1-5 16,0 4-3-16,-7 2-5 15,5-4-5-15,-2 3-5 0,4 2-3 0,-3 2-1 16,1 3 9-16,3-1-21 0,2 1 11 0,0-1-18 16,7 2 5-16,-3-1-10 0,1 3-2 0,5-1 3 15,3-1 4-15,2 2-6 0,2-2 7 0,3 4-4 16,5-5 10-16,3 0-14 0,3 5-4 0,4-7 0 16,8 1-5-16,-3 1-5 0,5-2-5 0,1-1-4 15,16 0-3-15,-17-10-2 0,3-2-2 0,1 1-2 0,11-2 1 0,-10-6 7 16,-4-2-5-16,1 3 3 0,-2-3 4 0,-2-3 1 15,-3-3-1-15,-1 0 3 0,-2-2 0 0,-4-1 4 16,0-5 1-16,-6 0 3 0,1-4-2 0,0 2-3 16,-11-4 5-16,5 2-1 0,-7-4 1 0,0 4 4 15,-2-3 3-15,-3 0 3 0,3 0-1 0,-6 2 9 16,8-1 2-16,-3 2 5 0,1 3 7 0,-8 4 2 0,5 3-4 0,0-3 15 16,2 5-4-16,1 6-8 0,-1-1-2 0,1 2-1 15,-3-1-4-15,4 1-2 0,1 4-11 0,0 4-8 16,0-8-10-16,0 8 1 0,0 0 1 0,0 0-2 15,0 0 8-15,-5 20 4 0,5-10-5 0,0 7 0 16,0-2 0-16,0 4 7 0,5 0-9 0,-4 9 2 16,4-2 4-16,2 1-2 15,-7 1 0-15,3 2 5 0,2 0-3 0,0 0-5 16,7 2 4-16,-7-6-4 0,10 1-1 0,-7 2-2 16,7-2 0-16,-4-2 1 0,4 2-2 0,0-4-2 15,5-4 0-15,-2 1-3 0,2-2 4 0,2-2-2 16,-4-5-3-16,5-3 1 0,-3 0-5 0,0-3 4 15,5-1 0-15,-2-2 0 0,5-1 5 0,-8-4 0 16,-2-2 6-16,3 1-3 0,3-8 2 0,-5 1 0 0,-2-1 0 0,-2-2 2 16,3 2 0-16,-8-6-1 0,3 1 7 0,-4 1-1 15,-1-2-2-15,-3 1 6 0,-5 1 1 0,0-2 23 16,0 5 4-16,0-2-1 0,-5-4 5 0,0 7-4 16,-3-3-5-16,-4 7-4 0,2 0-3 0,0 0-6 15,-5 3-3-15,-1-1 0 0,-4 4 3 0,3 0-6 16,-3 2-3-16,-3 4-1 15,8-3-1-15,-3 5-1 0,2 0 2 0,1 4 0 16,5-2-7-16,-2-1-1 0,2 5-1 0,5-3-2 16,-5 6-3-16,7-7 2 0,1 10-7 0,-1-9 1 15,3 3-4-15,2-2 1 0,-1-1-1 0,4 1 3 16,5-2 1-16,-5 1-5 0,10-1-6 0,-5-4-2 16,3 1-1-16,1-2 0 0,0 2 4 0,0-5 0 15,-4 0 3-15,5-2 8 0,-1-3 1 0,-2-1-4 0,3 2 3 0,-5-6 4 16,5 0 3-16,-9 3 7 0,3-1 10 0,-3-2 8 15,3 3 8-15,-3-7 10 0,-4 5 4 0,6-3 7 16,-8 3 8-16,3-3 6 0,-1 4 5 0,-2-1 3 16,3 1 0-16,-3 1-8 0,0 7-7 0,0-8 6 15,0 8-18-15,2-8-2 0,-2 8-19 0,0 0-16 16,2-6-12-16,-2 6-2 16,0 0 12-16,0 0-15 0,0 0-2 0,3 21 2 15,0-13-7-15,-1 2-1 0,-2 3-6 0,3 3 2 16,1 0-8-16,4-1-5 0,-3 1-10 0,3-1-2 15,-1 2-7-15,-4 0-5 0,5-2-4 0,1-1-4 16,0 1-9-16,1-3 0 0,0 2-4 0,0-2 0 16,-1-6 1-16,0 1 2 0,5-1 4 0,-8-1 8 15,4 2 15-15,4-7-5 0,-6 0 9 0,5 0 3 0,-6-4 5 0,1-2 6 16,-1 1 4-16,2-2 6 0,3-6 13 0,-4-1 18 16,1 4 10-16,-3-4 4 0,3-1 14 0,-3 0 9 15,-1 2 14-15,5-4 3 0,-5 3 5 0,5-1 1 16,-5-1 1-16,2 4-2 0,-3-3 4 0,1 6 4 15,-1-5-6-15,1 7-3 0,0 2-3 0,0-5-5 16,-4 2-9-16,6 4-6 0,-5-1-6 0,1 1-6 0,-3 4-3 0,11-6-5 16,-6 4-2-16,-5 2-1 0,17 4-3 0,-7-3-2 15,-3 3-1-15,7 1-4 0,-2 1 8 0,0 1-9 16,3 2-3-16,-2-1 2 0,0 4 2 0,4 2-3 16,-3-6-1-16,1 6-6 0,-1-2-5 0,-8 1-2 15,7-1-7-15,-3 2-1 0,-3-3-7 0,1-1 0 16,1-1 1-16,-9 0 1 15,3 3 2-15,-3-3 2 0,-3 1 6 0,-6-1-3 16,8-2 0-16,-11-1 6 0,2-1 0 0,-8-1 4 16,6 0-2-16,1 0 0 0,-1 0 5 0,1-3-3 15,-4 2 3-15,8-2 2 0,7-1 2 0,-15-1 5 16,15 1 2-16,-13-6-6 0,11 1 5 0,1 0-9 16,1 5 3-16,5-11-3 0,3 0 0 0,-2-1 4 15,11 4-8-15,6-8-1 0,-8 3 0 0,10-1-5 0,1 1 3 0,-2-1-3 16,4 1 2-16,1 3 0 0,0-7 2 0,-3 3 2 15,-1 6-1-15,-4 0 0 0,-2-3 3 0,-1 4-2 16,-2 2 5-16,-7 1 4 0,-3-2 11 0,4 0 9 16,-5 4 3-16,3-2 4 0,-8 4-2 0,7-1-3 15,-7 1-4-15,0 0 1 0,0 0-7 0,0 0-3 16,0 0-1-16,0 0-3 16,0 0-2-16,0 0-3 0,0 0 3 0,0 0-13 15,0 0 8-15,0 0-3 0,-7 19 1 0,7-13 1 16,0 0-1-16,2 1 4 0,1 2-5 0,2-1 2 15,0 6 0-15,4-6-2 0,-1 8 1 0,4-5 2 16,-3 6 1-16,5-2-5 0,-8 0 4 0,9-1-1 16,-7 0-1-16,-1 1 4 0,1 0-5 0,-1-5 0 15,-2-3-2-15,-2 5-1 0,-3-5 4 0,0 1 0 0,0 2-1 0,-5-6 2 16,0 0 2-16,0 0-1 0,-5 3 2 0,-3-3-1 16,-2 0 1-16,9-4 2 0,-8 0-3 0,14 0-2 15,-23-3 2-15,15 2-1 0,-7-5 6 0,8 4-7 16,-1-2-15-16,3-2-6 0,4 1-12 0,-8-2-15 15,9-1-20-15,0 0-20 0,9 0-14 0,-4 0-17 16,6-3-16-16,2 2-14 0,2-3-10 0,2 2 0 0,3-2 4 0,8 0 7 16,-5 1 18-16,3 0 8 0,-2 2 11 0,-4 2 13 15,-1 0 18-15,1 0 24 0,-5 2 32 0,-2 4 30 16,-3-3 25-16,0 1 24 0,-1-2 11 0,-9 5 4 16,14-2-5-16,-5 1-5 0,-9 1-3 0,6-3-9 15,-6 3-5-15,0 0-7 0,12 0-4 0,-12 0-1 16,0 0-2-16,7 6 0 15,-3 2-3-15,0-4 1 0,1 2-4 0,1 1-2 16,-4 1-4-16,3-1 1 0,-2 3-1 0,9-1-3 16,-9-1 1-16,5 2-1 0,1 0-2 0,2-3 3 15,-4 4-1-15,3 2-4 0,-3-6-10 0,6 1-24 16,2 2-22-16,-2-5-19 0,-6-3-27 0,6 0-23 16,3-2-38-16,1 0-25 0,-2-2-14 0,1-3-8 15,1-2-104-15,-1 1-327 0,1-3 144 0</inkml:trace>
  <inkml:trace contextRef="#ctx0" brushRef="#br0" timeOffset="25884.34">14469 3387 389 0,'13'-16'-16'0,"0"-11"12"0,1 1 20 0,-5-1 20 16,5 0 16-16,-8 0 31 0,-4-2 23 0,6 2 23 16,-1 0 30-16,-2 0 39 0,-5 8 5 0,3 1 5 15,2-2 6-15,-10 4 4 0,5 0 11 0,0 7-2 16,0-4-1-16,-3 4-5 16,3-1-27-16,-2 2-19 0,2 4-18 0,0 4-29 15,0-9-13-15,0 9-14 0,0 0-16 0,0 0-7 16,0 0-6-16,-3 24-14 0,3-13 0 0,0 5-5 15,0 5-9-15,0 6-7 0,0-2 3 0,3 6-7 16,2-1-3-16,-5 13-7 0,0-5 3 0,5 3-10 16,-5 0 4-16,2-1 1 0,-2 7-5 0,5-2 0 15,0 9-1-15,0 4-6 0,0-7 6 0,3 8-8 0,-1-6 7 0,-1-3-2 16,-1 1 1-16,5 0 11 0,-5-5-14 0,0-1-3 16,5-2-4-16,-3-11 4 0,-4-4-3 0,3-1 0 15,-2-8 7-15,-1 3-6 0,-1-7 3 0,-2-5-6 16,1 0-2-16,6-2 2 0,-5 0 3 0,-2-4-1 15,0-4-17-15,0 0-28 0,0 0-17 0,0 0-16 16,0 0-20-16,5-23-23 16,1 8-29-16,-6-2-26 0,0-3-34 0,0-7-37 15,-5 0-30-15,0-2-30 0,0 1-186 0,-5-12-529 16,-3 10 234-16</inkml:trace>
  <inkml:trace contextRef="#ctx0" brushRef="#br0" timeOffset="26169.47">14547 3756 79 0,'-15'-13'58'0,"1"1"30"0,1-5 26 0,3 7 13 16,4-6 23-16,-1 8 18 0,7-3 12 0,-3-1 3 15,-1 0 4-15,8 5 2 0,-1-4-4 0,4 0-8 0,-1 6-8 0,4-3-10 16,3 1-7-16,2-5-4 0,0 5-5 0,5-5-4 16,-5 4-3-16,2 4-10 0,2-4-10 0,-2 0-6 15,1 2-12-15,-3 1-13 0,2 1-11 0,-2 3-10 16,1-4-4-16,-3 3-5 0,1-1-11 0,4 2 0 16,-3 1-9-16,-4 1-7 0,-2 4 1 0,0 0-2 15,5-3-8-15,-6 3 2 0,5-2-6 0,-6 4 2 0,6 1-2 0,-1-1-5 16,-7-2-4-16,5 5 3 0,1-1 4 0,-9-1-2 15,6 4-5-15,-1 3-5 0,-2-1 7 0,-2-6-2 16,2 3-2-16,-5 1 3 0,8 1-3 0,-3-3-4 16,-5 0-23-16,2 0-7 0,4-2-13 0,-4 1-15 15,-2 1-16-15,5-1-22 0,-5-1-24 0,3-2-26 16,2 3-30-16,-3-5-34 16,5 3-51-16,6-6-217 0,-7 2-516 0,-6-3 229 15</inkml:trace>
  <inkml:trace contextRef="#ctx0" brushRef="#br0" timeOffset="26369.99">14967 3269 91 0,'-2'-8'354'0,"-6"2"-26"0,3 0-26 0,3 0-29 0,-4 3-25 15,4-3-31-15,2 6-24 0,-5-6-20 0,5 6-40 16,0 0-20-16,0 0-24 0,0 0-18 0,0 0-33 15,0 0-23-15,0 16-24 0,2-6-39 0,1-3-28 16,-1 2-39 0,4 0-23-16,1 2-30 0,-5-3-23 0,11 7-125 0,-1-6-342 15,-3-1 151-15</inkml:trace>
  <inkml:trace contextRef="#ctx0" brushRef="#br0" timeOffset="26971.51">15303 3375 295 0,'0'0'299'0,"0"0"-14"0,0 0-16 0,-13-8-15 0,13 8-26 16,-10-3-22-16,10 3-24 0,-13-1-15 0,13 1-21 15,-14 3-14-15,6 2-11 0,-5-4-14 0,11 3-9 16,-4 6-13-16,-3-5-6 0,4 6-7 0,-3-2-6 16,6 0-7-16,2 1-6 0,-5 1-4 0,7 4-1 15,1 1-6-15,-1-1-1 0,6 1-2 0,-1 2-4 0,6-4-1 16,-3 4-1-16,12-3-6 0,2 2 0 0,1 2 2 0,7-5-7 15,9 1 1-15,-1-3-4 0,4 1-10 0,-9-5-6 16,10-5 2-16,0-3-6 0,-2 1-1 0,-7-2 0 16,-3-5-1-16,0 1 4 0,-3-3 0 0,-3-4 1 15,1 0-2-15,0-2 0 0,-13 2-2 0,1-6 5 16,-2 0-5-16,-8 3 7 16,1 0 7-16,-1 3 3 0,-6 0 3 15,-6-3-5-15,1 2 3 0,-2 3-5 0,-3 2 0 16,-3-6-6-16,-4 6 3 0,3 4-7 0,-3-2 2 0,-5 2-1 15,3 2-1-15,-5 4 2 0,5-2-4 0,0 2 1 16,0 1-4-16,2 1 3 0,-3 0 4 0,4 2-9 16,1-3 3-16,6 4-3 0,-2 1-4 0,-1-1-4 15,2 1 2-15,7-1-4 0,-4 0-3 0,2 0 3 0,4 1 1 0,-6-3-1 16,7 2 5-16,0-2 1 0,0-5 2 16,8 8 3-16,-3-5 3 0,-5-3-1 0,10 4 0 0,-10-4 2 15,18 0 2-15,-18 0-3 0,19-4 1 0,-6 1 0 16,-5 0 2-16,5-2 2 0,1 1 1 0,-3 0 2 15,-1 0 4-15,2 0-2 0,-4 1 2 0,2-1 4 16,0 0 4-16,-3 1 11 16,2 1-7-16,-4-1-3 0,-5 3-3 0,14-7-1 15,-14 7-4-15,8-1-5 0,-8 1-4 16,0 0 2-16,13 1 2 0,-3 6-2 0,-3-4 0 16,-1-1-1-16,3 6 2 0,1-1-5 0,3 0-2 0,-3 1-3 15,10 1-7-15,-5 1-6 0,6 2-9 0,-6-4-12 16,6 3-16-16,-6-5-10 0,0-3-18 0,5 3-21 15,-5 3-18-15,5-6-22 0,-4-2-31 0,6-1-29 0,-2-4-21 0,0 0-32 16,-2-3-128-16,-2 0-417 0,6-5 185 0</inkml:trace>
  <inkml:trace contextRef="#ctx0" brushRef="#br0" timeOffset="27588.67">16011 2767 78 0,'-8'-10'290'0,"3"2"-20"0,3 3-27 16,-6-2-27-16,8 7-23 0,0-4-25 0,0 4-13 15,0 0-20-15,0 0-11 0,23 16-12 16,-16-3-11-16,8 0-8 0,0 6-7 0,0 4-4 0,1 1-8 16,-1 3-3-16,0 1-6 0,7 7-4 0,-6 1-5 0,2 1-6 15,-1 1-1-15,-7-8-6 0,5 9-2 0,1 1-4 16,-6-2-5-16,3 1-3 0,1 2 0 0,-3 0-4 0,2-2-1 15,-6-5-4-15,1-4 1 0,1-1-3 16,-3 3-4-16,3-2 4 0,-6 0-2 0,-1-2-4 16,6-2 5-16,-8-3-4 0,0-4-2 0,1-6-4 0,1 1 1 15,-4-2 3-15,6-4 2 0,-4-3 0 0,1 1 0 0,8 1 4 16,-9-7-2-16,5 2 1 0,-5-2-6 0,0 0-3 16,3-15 4-16,4 10-13 0,-2-6-18 0,-4-4-13 0,-1-2-16 15,0-1-18-15,0 2-17 0,0-4-7 0,0-5-6 16,-1-2 3-16,-6 6 9 0,0 1 11 15,1 1 10-15,-4-1 2 0,3 2 11 0,-4 1 20 0,2 0 9 16,-1-1 2-16,-3 6 17 16,5-2 12-16,-4 4 6 0,1-2 10 15,1 6 10-15,3 0 3 0,5 1 1 0,-6 1-1 16,2-4-2-16,6 8 3 0,-4-6-11 0,4 6-3 0,0 0 1 16,0 0 14-16,0 0 12 0,0 0 1 0,18 0 1 15,-18 0 0-15,20 2 2 0,-6 2-7 16,2-2-2-16,1-2-3 0,-2 6-1 0,4-5-2 15,-5 2-4-15,1-3-3 0,-1 4-5 0,-2 0-3 0,1-1 0 0,-3 1-7 16,3 1-3-16,-1-1 0 0,-5 3-2 0,3-6-2 16,-4 3-2-16,7 6-3 0,-9-5 1 0,7 3 0 15,-1-2 7-15,-5 6-8 0,0-3-2 0,2 2-2 0,-2-4 2 16,1 4-2-16,3-1 2 0,-9 2-10 0,5 2-7 16,-4-9-13-16,1 8-3 0,5-3-12 15,-1 5-15-15,-6-6-18 16,0 3-19-16,4-3-20 0,0 0-29 0,-2 0-27 0,5 1-32 15,-1 2-30-15,1-5-169 0,0 0-433 16,6 2 191-16</inkml:trace>
  <inkml:trace contextRef="#ctx0" brushRef="#br0" timeOffset="28259.21">16837 3577 150 0,'0'0'314'15,"0"0"3"-15,-1-12 3 0,1 12 4 0,-4-8 1 0,3 4-12 16,1 4 3-16,-9-8-26 0,9 8-16 15,-1-4-24-15,1 4-20 0,-7-6-28 0,7 6-18 16,0 0-26-16,0 0-15 0,-6-5-16 0,6 5-13 0,0 0-21 16,0 0-21-16,0 0-17 0,0 0-10 0,0 0-20 15,0 0-9-15,0 0-2 0,0 0-17 0,0 0-9 0,0 16-10 16,0-16-2-16,4 9 3 0,-4-9 1 0,4 3-5 0,-4-3 3 16,0 0 5-16,0 0 7 0,5 4 3 0,-5-4 10 15,0 0-6-15,0 0-5 0,16-9 6 16,-7 5 1-16,-3 0 0 0,-2-3-1 0,0 0 0 0,3-1-1 15,-4-1 5-15,9-1-2 0,-7 1 0 0,2-2 3 16,1-1-3 0,2-4 2-16,-4 5 6 0,1 3 8 0,1-6-3 15,-1 5-2-15,1-2-1 0,-4 4 0 0,-3 1 1 0,-1 0-1 16,10-2-6-16,-10 4-4 0,0 4-8 0,5-5-8 16,-5 5-11-16,10-1 7 0,-10 1-9 15,0 0 3-15,15 9-8 0,-10 0 0 0,3-3 0 16,0 0 0-16,6 9-2 0,-1-3 5 0,-2 2 12 0,1-1-13 15,1 2 4-15,2-3 3 0,2 5 2 0,-4-2 4 0,2-2 2 16,-5-1 7-16,5 3-8 0,-2 0 4 0,0-2 6 16,-1-5 0-16,-4 3-3 0,-1-3 4 0,1 0 0 0,-1-4 14 15,-2-2-1-15,0 6 28 0,-5-8 30 16,0 0-9-16,0 0-4 0,0 0-5 0,0 0 9 16,0 0 3-16,0 0 7 0,1-22 4 0,-1 15-8 0,0-1 6 15,2 1-4 1,-2-3-8-16,6 2-2 0,-4-1-5 0,3-1-3 15,-5-1 0-15,8 0-6 0,-1-2-4 0,1 4-4 16,-1 0-1-16,1-1-4 0,0 0 2 0,6-2-11 0,-8 7 11 16,9-8-15-16,0 4 5 0,-7 4-14 0,4-2 4 15,-2 4-3-15,0-2-1 0,0 3-1 16,0-3-5-16,-4 1 6 0,4 1-8 0,-10 3 15 0,13 0-16 16,-13 0-9-16,15 0 8 0,-6 3 1 0,-9-3-2 0,13 4-9 15,-8 3 2-15,1-2-3 0,-1 3-4 0,0-2-5 16,2 3-6-16,0 0-16 0,1 5-12 0,-5-6-9 0,2 0-9 15,3 4-7-15,-6-3-19 0,3-1-7 0,-5 1-21 16,3-1-20-16,2-3-20 0,-1 2-30 0,-8 1-28 16,8-1-31-16,-4-2-37 0,0-5-215 0,0 0-555 15,0 0 246-15</inkml:trace>
  <inkml:trace contextRef="#ctx0" brushRef="#br0" timeOffset="28475.35">17099 3093 2146 0,'-22'-15'235'0,"2"7"51"0,-3-4 41 0,10 4-22 16,-2-4-50-16,0 1-56 0,2 0-25 16,3 4-27-16,3 0-23 0,-1 0-17 0,2 1-16 0,-1 2-13 15,0-1-42-15,7 5-58 0,-8-4-62 0,8 4-30 16,0 0-6-16,0 0-35 0,-13 9-65 0,13-9-57 15,6 12-71-15,-6-5-181 0,0 1-572 0,0 1 254 0</inkml:trace>
  <inkml:trace contextRef="#ctx0" brushRef="#br0" timeOffset="41175.67">12663 5424 104 0,'0'0'336'0,"0"0"-14"0,-8-8-9 0,8 8-15 15,0 0-9-15,-5-2-7 0,5 2-15 0,-4-8-22 16,4 8-15-16,-1-7-13 0,1 7-18 0,1-14-3 16,3 8-13-16,-1-3-6 0,0 1-9 0,1-2-15 15,-1 1-14-15,5 0-9 0,-3-2-11 0,2 4-15 0,0-6-6 16,-4 5-14-16,5-3-5 0,-1 3-13 0,1 0-6 0,4 0-8 15,-2-2-7-15,3 1-2 0,-7 3-8 0,9-1-3 16,-6 2-4-16,5 2-1 0,1-2-9 0,-3 4 2 0,3-2-12 16,1 0 12-16,-1 6-8 0,2-3 4 15,-4 3-18-15,4 1-2 0,-3 1-9 0,1 5-7 16,0-2-14-16,0 4 6 0,0-1-3 0,-3 2-2 0,3 1-9 16,-6 2 8-1,5 0 1-15,-8 3-2 0,9 0 3 0,-6 2 1 16,-3 0 3-16,-4-5 0 0,1 6 1 0,-3-3 2 15,0 2 2-15,-5-5 1 0,0 1 3 0,-1 0 3 0,-3 0 4 16,3-2 4-16,-3-1-2 0,-1-2 6 16,2 0-7-16,0-4 10 0,-5 0-3 0,8 0-2 15,-2-2 0-15,0 0 8 0,2 0 2 0,5-6 6 0,-6 4 14 16,6-4 23-16,-7 5 18 0,7-5 5 0,0 0-5 0,0 0-9 16,0 0-7-16,0 0-2 0,15-27-11 0,-5 14-3 15,2-1-2-15,3-2-5 0,4-7-2 0,1 5-1 0,2-6-4 16,-2 1 0-16,1-1-2 0,-4 4-3 15,4-3 0-15,-1 2 1 0,-5-3 1 0,0 7 21 16,-4 2 10-16,3-1 7 0,-4 0 5 0,0 1 2 0,-4 3-1 16,4-2 8-16,-3 6-1 0,-1-4-1 0,1 5-2 0,-7-1-2 15,7 3-4-15,-4-2-8 0,-3 3-2 0,0 4-7 16,5-8-5-16,-5 8-8 0,2-4-6 0,-2 4-5 0,0 0-4 16,0 0-4-16,5-8-7 0,-5 8-5 0,0 0-5 15,0 0 2-15,0 0 1 0,-7 24 1 16,7-12-3-16,-3 3-1 0,6 2 4 0,-8 1-1 0,3 1 1 15,-4 7-2 1,4-1-2-16,-3 2 6 0,3-1-1 0,-4 1 6 16,6 1-9-16,0-2-9 0,0 1-29 0,0-2-26 15,6 1-25-15,-2-8-27 0,6 7-4 0,5-5-33 0,-6-3-15 16,6 0-25-16,0-5-32 0,5 7-49 0,3-3-64 16,7-9-62-16,-5 1-252 0,3-4-712 0,-3-1 314 15</inkml:trace>
  <inkml:trace contextRef="#ctx0" brushRef="#br0" timeOffset="41592.33">13762 5497 270 0,'0'0'385'0,"0"0"-3"16,0 0-3-16,0 0-10 0,0 0-6 0,0-4-20 0,0 4-19 16,0 0-28-16,0 0-26 0,0 0-24 0,0 0-19 15,0 0-24-15,0 0-17 0,0 0-26 0,0 0-16 16,0 0-15-16,0 0-13 0,0 0-12 0,27-3-11 0,-6 2-5 0,10-1-15 16,11 0-5-16,11-2-8 0,5-2-5 0,5 1-9 15,24 1-2-15,3-2-4 0,-3 1-2 16,1 3-9-16,-23 0 0 0,21 1-5 0,0-7-1 0,0 8 2 15,-26-3-11-15,4 0 3 0,-8 2 3 0,6-3-4 16,-8 1-7-16,1 1 5 0,-4 0-3 0,-3-3-1 16,0 2 1-16,-13 3-3 0,-2 0-1 0,-3 0-8 0,0 0 6 0,-11 0-2 15,3 3-4-15,-4-3-1 0,0-3-7 0,-6 6-5 16,-2 2-7-16,1-5 0 0,-4-5-15 16,-7 5-12-16,15 0-13 0,-15 0-12 0,15-3-13 0,-4 3-17 15,-1-1-22-15,-1 0-15 0,-9 1-24 0,15 0-31 16,-15 0-30-16,14-2-37 0,-7-1-45 0,6 0-39 15,-4 0-244 1,-8-4-638-16,6 0 282 0</inkml:trace>
  <inkml:trace contextRef="#ctx0" brushRef="#br0" timeOffset="41870.96">15361 5260 240 0,'-15'-3'339'0,"15"3"-23"0,0 0-22 0,-10-1-20 0,10 1-24 16,0 0-32-16,0 0-21 0,0 0-17 0,0 0-15 16,0 0-17-16,0 0-13 0,22 9-4 0,-11-2-12 15,6-2-19-15,-1 2-8 0,1 1-8 0,1 3-10 16,0-3-8-16,7 6-7 0,-2-1-4 0,0 1-8 16,1 3-4-1,-5-4-3-15,-4 5-4 0,9-3-8 0,-13 5 6 16,2-4-9-16,1-1 1 0,-8 1-3 0,6 4-6 0,-11-2-1 15,1-2-9-15,-2-1-10 0,0 4-16 0,-3-3-23 16,-2 2-25-16,-3-2-23 0,1-4-34 0,-5 5-45 16,2-3-42-16,2-2-61 0,-5-5-209 0,5 4-519 15,-1-6 230-15</inkml:trace>
  <inkml:trace contextRef="#ctx0" brushRef="#br0" timeOffset="42394.39">16993 5322 259 0,'5'-14'260'0,"-5"2"-10"0,8-1-4 0,-3 2-8 0,-3-5-9 0,-2 1-11 0,0-3 0 16,0 6-7-16,-2-6-4 0,-3 4-9 0,-3 1-10 15,3-5 0-15,-5 7-10 0,5-6-8 16,-5 6-9-16,-2-3-16 0,4 2-13 0,-7 3-16 0,7 2-6 16,-5-2-3-16,-2 2-30 0,-3 0-11 0,-1 3-2 15,0 0-9-15,0-1-5 0,3 5-3 0,-2 0-9 16,1 0-4-16,1 3-13 0,1 0 3 0,0 3-5 0,-3 2-8 0,1-1 8 15,7 2-6-15,-2 2 0 0,3 1-1 0,-5 4 8 16,13-2-15-16,-4 5 2 0,-4-1 0 0,9 0 0 16,0 9-7-16,7 1 7 0,-5 2-7 0,-2 2 19 15,6-1-18-15,3 10 0 0,-3-1 4 0,7-2-5 16,-3 2-3-16,0 2-2 0,2-3 10 0,-1 2 1 16,-2-9-4-16,-3 7-2 15,-1-8 20-15,4-1-16 0,1 9-7 0,-4-8 24 16,-1-2-17-16,-2 1-2 0,4 0 1 0,0-4-8 15,-4-5-3-15,-1-2-21 0,1 0-22 0,4-3-8 16,-6-1-18-16,1-5-9 0,0-1-12 0,1-3-4 16,-1 0-12-16,2 0-31 0,-4-6-58 0,0 0-59 15,0 0-37-15,0 0-233 0,19-10-576 0,-18 2 255 16</inkml:trace>
  <inkml:trace contextRef="#ctx0" brushRef="#br0" timeOffset="42610.54">16609 5643 188 0,'-15'-11'378'0,"0"1"-4"15,0 5-2-15,0-2 15 0,9 1 0 0,-3-1-1 16,3 2-9-16,-2 2-19 0,4-1-23 0,4 4-31 16,-8-7-23-16,8 7-29 0,-8-3-25 0,8 3-21 15,0 0-22-15,0-5-22 0,0 5-11 0,0 0-23 16,15-2-13-16,-15 2-25 0,29 0-18 0,-9 0-23 15,5 0-31-15,8 0-28 0,-1-3-36 0,4 3-37 16,9-2-45-16,3 1-28 0,-9-5-32 0,-1 1-42 0,-1 4-45 0,6-5-51 16,0-2-46-16,-12 1-290 0,3-5-716 0,-3 0 317 15</inkml:trace>
  <inkml:trace contextRef="#ctx0" brushRef="#br0" timeOffset="43058.46">16091 4758 166 0,'0'0'401'0,"-8"-3"-19"15,8 3-19-15,-2-7-38 0,2 7-42 0,0 0-24 16,13-8-24-16,-1 3-28 0,4 4-22 0,6 1-16 0,11-3-21 0,13 2-21 16,6 2-4-16,1 2-11 0,13-2-13 0,18 4-11 15,2-2-7-15,4 4-11 0,-4 0-4 0,-5-3-6 16,0 2-6-16,-17-3-5 0,18 0-4 0,-21 0-9 15,0-2-2-15,-5 6-6 0,-1 0-1 0,-5-6-1 16,-6 4-1-16,-11-2-2 0,-1-3-7 0,-11 1-1 16,-1 1 10-16,-2-2-6 15,-4 1 1-15,-3 2-6 0,2-3 1 0,-13 0-7 16,15 0 4-16,-15 0-10 0,9 0-9 0,-9 0-11 16,0 0-17-16,13 0-20 0,-13 0-27 0,0 0-46 15,0 0-31-15,0 0-32 0,0 0-41 0,-30 8-64 16,18-4-245-16,-1 0-584 0,-7-3 259 0</inkml:trace>
  <inkml:trace contextRef="#ctx0" brushRef="#br0" timeOffset="43998.53">16160 4803 47 0,'-10'-6'324'0,"9"1"-17"0,1 5-19 0,-7-4-22 16,7 4-23-16,-8-6-32 0,8 6-21 0,-5-2-24 15,5 2-18-15,0 0-15 0,-7 11-12 0,7 1-14 16,0 3-9-16,2 9-9 0,3 3-12 0,-3 3-5 0,6 12-6 0,-5 3-9 16,-1 3-8-16,1 1-4 0,-1 1-4 0,-1 4-5 15,-2 1-3-15,6-1 2 0,-10 2-4 0,3 1-5 16,-6 16-1-16,3-16-3 0,-3-4-1 0,3 1 0 15,-2-6-5-15,-1 0 5 0,-2-3 4 0,-3 0 5 16,3 0 1-16,3-6-4 0,-1-7 2 0,-1-3 5 16,3-2 8-16,-2 0-1 15,1-1-2-15,4-8 0 0,-4-8-2 0,7 2 6 16,-3-1 4-16,1-2 29 0,0-2 0 0,1 1 13 16,1-4 22-16,0-4 20 0,0 8 14 0,0-8 10 15,0 9 9-15,0-9 5 0,0 0 2 0,0 0-1 16,0 0-5-16,3 3-12 0,-3-3-15 0,0 0-16 0,0 0-13 15,13-12-8-15,-9 6-14 0,1 3-8 0,1-1-12 16,2-8 0-16,-3 5-10 0,7-1-9 0,1-3-3 0,2 0-6 16,-2-1-7-16,2 0-9 0,2 4-13 0,4 0-10 15,6-6-7-15,13 0-20 0,4 0-12 0,4 1-16 16,-1 0-4-16,4 4-9 0,2-3-4 0,5 7-1 16,1-1 3-16,-1-2 3 0,9 4 6 0,20-1 6 0,-4 3 2 15,-25 2 8-15,28-2-3 0,-26 4 11 0,-2-2 3 16,4 0 4-1,-4 3 6-15,-1 1-1 0,-3 0 6 0,-4-3 3 16,-4 2-2-16,-11 1 1 0,1 0 1 0,-4-1 2 0,-2 1 5 16,-2-4-10-16,-7 7 7 0,-1-5 3 15,-3 3 3-15,-4-2-1 0,-3 0 2 0,-2-3-1 16,-1 1 2-16,4 1 1 0,-2-1 3 0,-9-1 3 0,0 0-3 16,16 0 14-16,-16 0 4 0,5 3 8 0,-5-3 6 15,0 0 4-15,0 0 7 0,15-3 2 0,-15 3 4 0,0 0 2 0,0 0 3 16,0 0 3-16,0 0 7 0,0 0-7 0,0 0-6 15,0 0-7-15,0-8 0 0,0 8-8 16,-7-11-2-16,1 3 2 0,6 8-2 0,-2-8 1 0,-1 0 3 16,1-3-1-16,-4 1 0 0,2-5 0 0,1 1-1 15,1-6-3-15,-6 0-2 0,6-9-2 0,-3 2-3 16,-1 0-5-16,-1-4-1 0,-1-6 2 0,8-4-7 0,-2-1-2 0,2 2 2 16,-6-3-4-16,4-2-2 0,-1 2-2 0,1 3 2 15,7-6-2-15,-3 7-4 0,-2-3-2 0,0 11-7 16,0 1-8-16,6 3-1 0,-4-5-14 0,-2 5-13 15,5 11-23-15,-3-8-21 0,-1 6-49 0,-1 0-47 16,3 3-34-16,-6 1-53 0,6 4-45 0,-3 1-75 16,-3 3-78-16,2 1-310 15,-6 1-840-15,-1 1 371 0</inkml:trace>
  <inkml:trace contextRef="#ctx0" brushRef="#br0" timeOffset="45201.55">18170 5475 207 0,'-5'-5'273'16,"5"5"5"-16,-10-1-3 0,10 1 5 0,-7-3 5 16,7 3 3-16,0 0 11 0,-8-3 0 0,8 3-13 15,0 0 3-15,0 0-12 0,0 0-12 0,0 0-20 0,0 0-17 16,0 0-23-16,0 0-19 0,0 0-15 0,0 0-19 15,0 0-17-15,0 0-13 0,0 0-12 0,0 0-9 16,21-5-5-16,-2 2-18 0,7 2-9 0,19 0-2 0,4-1-9 16,1 1-6-16,6-7-7 0,1 7-9 0,7-1-7 15,-1-2-7-15,25 0-21 0,-24 4-8 0,17-4-28 16,-24 4-14-16,-1-1-17 0,0-6-15 0,6 4-14 0,-13 1-23 16,9 0-22-16,-12-4-15 0,-11 4-12 0,-2 2-21 15,4-4-19-15,-9 4-21 0,-8-4-24 0,-4 0-25 16,4 1-26-1,-8-4-30-15,1 5-185 0,-6-2-562 0,-7-3 249 0</inkml:trace>
  <inkml:trace contextRef="#ctx0" brushRef="#br0" timeOffset="45533.56">19193 5249 195 0,'-7'4'382'0,"7"-4"-29"0,0 0-26 15,-7 2-29-15,7-2-31 0,0 0-27 0,0 0-18 16,0 0-24 0,15 9-11-16,-10-5-15 0,10 2 3 0,2 1-29 15,-2 1-13-15,4 1-16 0,10 1-9 0,-3 4-10 0,1-1-11 16,2 2-5-16,1-1-12 0,0 1-7 0,-5-5-4 15,0 5 14-15,-4-4-34 0,-4 2-2 16,2 0-4-16,-9-3 4 0,5-1-17 0,-6-1 7 0,1 1-6 16,-6-1-4-16,1 1-6 0,-1 2-6 0,-4 0-2 15,-4-3-6-15,-5 4-8 0,-1 2-9 0,-4-1-28 0,-4 1-29 16,-5-1-26-16,-2 2-23 0,-1 2-27 0,-4 0-41 0,-3 0-51 16,10 0-56-16,-7-4-203 0,3 7-545 0,11-11 241 15</inkml:trace>
  <inkml:trace contextRef="#ctx0" brushRef="#br0" timeOffset="48741.35">20197 5201 245 0,'0'0'360'0,"2"-8"-4"0,-2 8-13 0,3-6-10 0,-3 6-11 15,0 0-23-15,2-8-18 0,-2 8-30 0,0 0-27 16,0 0-29-16,0 0-26 0,0 0-12 0,0 0-21 16,0 0-16-16,0 0-16 0,0 0-12 0,0 0-10 15,0 0-4-15,0 0-10 0,0 0-6 0,0 0-12 16,3 23 1-16,-1-14-12 0,1-2 5 0,4 1-6 15,-2-1-1-15,6 1-5 0,-2 0-4 0,1-1-1 0,3-1-6 0,5 1 5 16,0 1-15-16,0-2-5 0,2 0-9 0,-2-3-6 16,2 1 2-16,2-2 3 0,-2-2-7 0,-4-2-3 15,4 1 8-15,3-3 0 0,-5-3-3 0,1-1 3 16,-3 1 0-16,-1-2 6 0,0-1-4 0,2 2 5 16,-4-1-4-16,-2-1 6 0,-1 0 2 0,2-1 4 15,-9 2 22-15,6 3 8 16,-3-2 4-16,-1-2 10 0,2 5-1 0,-4 1 11 15,-3 4-4-15,3-11-2 0,-1 9-9 0,-2 2-8 16,0 0-8-16,10-5-5 0,-10 5-7 0,0 0-6 16,5-3-6-16,-5 3-4 0,0 0 2 0,0 0-9 15,0 10 13-15,2 1-5 0,3-4 4 0,-5 1-6 0,1 5-1 16,1 2 1-16,1 5-3 0,-1-1 3 16,-1 7-6-16,6 2 3 0,-7 1 1 0,8 4 10 0,-1 9-11 0,1-3-3 15,-3-8 3-15,-1 11 0 0,2-3 0 0,2 2 2 16,2-2-4-16,-8 3 3 0,8-12 0 0,-5 1 5 15,-5-1-3-15,10 4-4 0,-5-6 0 0,-5 3 3 16,8 8 1-16,-8-10 0 0,7-1-2 0,-6-4-2 0,-1 2 1 16,0-6 3-16,0-1 8 0,0-3-14 0,0 4 0 15,0-6 6 1,0 2-2-16,-1-5 1 0,-6 1 9 0,7-5-10 16,-3 1 1-16,-2 1 10 0,5-1-4 0,0-5 3 15,-5 4-3-15,3 0 14 0,2-7 6 0,-8 6 10 16,1-4 4-16,1 2 9 0,6-4 6 0,-9 1 6 0,9-1 2 15,-13 0 8-15,3 0 1 0,10 0 6 0,-20-3 10 16,4-4-10-16,1-1-2 0,-2-2-1 0,2 0-6 16,-3-1-2-16,-5-6 0 0,0-1-4 0,5-1 0 0,-2-2-4 0,0 0-6 15,5-6-6-15,0 2 8 0,-1-2-14 0,4-2-3 16,2-3-1-16,5 1-4 0,-1-8-8 16,-3 0-8-16,18 9-6 0,-5-2-7 0,1 3-7 0,10-12-12 15,-3 11-6-15,4 2-7 0,3 1-25 0,-3 1-24 16,7 1-14-16,-3 3-21 0,0 2-29 0,-2 1-39 15,4 4-40-15,-6 2-25 0,3 6-34 0,-4-2-48 0,1-1-62 0,-1 8-49 16,-7-3-306-16,5 3-804 0,-8 2 357 0</inkml:trace>
  <inkml:trace contextRef="#ctx0" brushRef="#br0" timeOffset="50978.37">21834 5193 88 0,'2'-7'358'16,"4"-5"-16"-16,-4 5-15 0,-2-1-14 0,0-4-11 16,5 4-16-16,-3 1-22 0,-2-5-19 0,-2 4-19 15,-3 5-22-15,5-8-23 0,-2 7-20 0,-6-4-17 16,3 5-17-16,-5-1-10 0,5 1-18 0,-5 1-3 0,10 2-15 0,-19 0-10 15,-1 2-3-15,5 1-8 0,-2 3-8 0,-1 3-4 16,0-1-3-16,-2 2-8 0,-5 3 2 0,2 2-10 16,1 4-1-16,3-4 3 0,-5 4-14 0,6-1 4 15,2 0-4-15,2 0 0 0,3-1-11 0,3 0 7 16,-1 3 0-16,-2-2-1 0,7 1 2 0,-2 1-3 16,6 1 3-16,0-1-4 0,8-4 10 0,-1 5-3 0,1 5-1 0,12-3-3 15,-4-3 6-15,4-1-6 0,5 1-11 0,0-2-14 16,5-5-31-16,-2-2-26 0,5 4-24 0,-2-6-26 15,-1 0-48-15,3-6-48 0,0 6-54 0,2-8-49 0,-7 3-254 16,2-8-619-16,-7 1 274 0</inkml:trace>
  <inkml:trace contextRef="#ctx0" brushRef="#br0" timeOffset="51177.39">21564 5481 201 0,'-8'0'300'0,"8"0"-10"16,-15 0-9-16,15 0-1 0,-8-1-9 16,8 1-18-16,0 0-22 0,0 0-24 0,0 0-12 0,0 0-22 0,30-10-6 15,-17 9-31-15,7 0-9 0,-2-1-17 0,10-2-7 16,4 4-15-16,-3-2-29 0,3 0-42 0,3-1-39 16,-4 1-45-16,17 3-55 0,-16-2-59 0,2 1-66 0,-2-2-228 15,-1-3-516-15,1 1 229 0</inkml:trace>
  <inkml:trace contextRef="#ctx0" brushRef="#br0" timeOffset="52079.3">23056 4716 15 0,'-7'-6'274'0,"7"6"-14"0,-8-9-19 16,3 4-23-16,-3 3-12 0,4-3-26 0,-6 0-14 15,2 4-17-15,-2-3-17 0,0-1-11 0,0 0-11 16,-5 4-9-16,0-5-5 0,-1 6-6 0,-2 0 1 15,1 0-6-15,-3-2-7 0,4 4-3 0,-6-2-4 16,1 0 0-16,-1 3-2 0,-8 0-1 0,1 1-12 16,-3 1 4-16,6-2-1 0,-4 1-13 0,7 1-2 0,5 0-7 0,-2 0-3 15,3-1-4-15,-1 3-4 0,3-3-3 0,5 3-3 16,-5-2-3-16,10 0 2 0,-3 2-2 0,3 3-2 16,3-5-2-16,4 3 3 0,3 1-5 0,3 5 0 15,5-1 6-15,2 1-7 0,2-6 0 0,13 9 1 16,-5 2-3-16,1-2 0 0,4 1 1 0,3-6 0 15,-5 6-4 1,0-4-1-16,0 5 2 0,0-6-3 0,-4 4 3 0,-1-5-10 16,-3 0-4-16,-5-2 0 0,-1 1 2 0,1 1-1 15,-6-3-6-15,-4-2 0 0,3 4 0 16,-8-4 0-16,0 2 1 0,0-2 1 0,-8 0 2 16,4 5 1-16,-6-8 3 0,-5 3-1 0,-1 2 3 15,-11 1 0-15,-2-4-1 0,-3 1-2 0,-1 4 6 16,-2-7 0-16,-9 3-3 0,11-2 4 0,-2 2-1 0,3-5-1 0,3 1 0 0,-3-1 3 15,4 1-4-15,11 0 2 0,4 0-1 0,0-3-2 16,3 1 12-16,2 2-5 0,8-3-4 0,0 0 3 16,-20 0 2-16,20 0 1 0,0 0 3 0,0 0-1 15,38 8 1-15,-22-7-1 0,6 2-5 0,4 1-3 16,-2 2 1-16,2-4 4 0,-3 5-3 0,7-2 0 16,-2 6-2-16,-6-2 3 15,4 3-5-15,-6-3 2 0,-3 3 0 0,2 3-4 16,3 6 2-16,-4 1-1 0,-5 4-7 0,2-1 7 15,-6 2 0-15,4 0 0 0,-8 4 0 0,-4 1 1 16,3 6 1-16,1-7-2 0,-10 10-2 0,1-1 2 16,4-8 1-16,0-1 1 0,-4-4 0 0,2 3-2 15,-3 2 4-15,3-5-5 0,-4-1 4 0,6 1 2 16,0-14 3-16,0 6 4 0,0-4 2 0,0 2 11 0,0-8 6 0,0 4 4 16,6-5 8-16,1-1 0 0,-1 3 0 0,4-3-1 15,10-4 3-15,-5 1-14 0,8-5-9 0,5 1-33 16,2-4-46-16,0-4-50 0,5-3-62 0,-5-1-69 15,11-6-81-15,0 2-166 0,-6-7-528 0,3-1 234 16</inkml:trace>
  <inkml:trace contextRef="#ctx0" brushRef="#br0" timeOffset="52449.07">23330 5502 388 0,'0'0'443'0,"0"0"0"0,0 0-9 0,0 0-17 16,0 0-39-16,0 0-38 0,0 0-35 0,0 0-31 0,0 0-28 0,0 0-29 15,27-15-19-15,-15 10-16 0,1 3-27 0,8-1-14 16,6 3-11-16,-1-2-9 0,1 0-17 0,4-1-9 16,6 3-15-16,-6 0-7 0,19 5-6 0,-7-5-5 15,-10-2-11-15,2 4-16 0,-4-2-11 0,-1-2-22 16,1 2-18-16,1 0-11 0,-14 0-28 0,0 0-21 0,-1-3-17 16,-2 3-14-1,-4 0-11-15,-3-1-22 0,-8 1-33 0,14-1-35 16,-14 1-31-16,0 0-24 0,0 0-32 0,0 0-20 15,0 0-232-15,-22-15-592 0,9 12 261 0</inkml:trace>
  <inkml:trace contextRef="#ctx0" brushRef="#br0" timeOffset="52702.97">23622 5283 244 0,'0'0'310'0,"0"-9"0"0,0 9-2 0,0-6 3 0,0 6-7 16,0 0-12-16,-4-6-18 0,4 6-20 15,0 0-32-15,0 0-23 0,0 0-23 0,0 0-23 16,0 0-22-16,0 0-11 0,0 0-17 0,-8 21-8 0,8-12-2 16,-1 7-17-1,1-1-5-15,0 5-11 0,0-1-4 0,1 8 4 16,4-1-11-16,-3 5-2 0,3-2-9 0,3 0-2 0,-1 2-3 16,3-1-19-16,-4-2-20 0,4 1-25 0,2-4-13 15,-4 3-15-15,5-3-24 0,-3-7-34 16,-2-2-42-16,6-1-51 0,-4 0-41 0,1-7-55 0,-1 1-224 15,2-3-572-15,-1-5 254 0</inkml:trace>
  <inkml:trace contextRef="#ctx0" brushRef="#br0" timeOffset="53003.74">24244 5117 415 0,'5'-8'439'0,"-2"-4"-6"15,4 0-11-15,-4 5-9 0,-1-4-18 0,6 3-18 0,-6 4-28 16,-2 4-31-16,0-11-30 0,0 11-31 0,3-7-30 16,-1 4-30-16,-2 3-23 0,0 0-24 0,0 0-15 15,0 0-12-15,0 0-18 0,8 21-6 0,-8-9-13 16,5 4-8-16,-3-2 0 0,-2 11-16 0,0 0-4 16,6 2-6-16,-4 5-5 15,3 0-4-15,-3 7-4 0,-1 0-2 0,3-2-6 16,-1 6-4-16,2-12-2 0,-3 2 1 0,1 4-6 15,-1-5 6-15,1-3-15 0,-3-2-32 0,5 0-36 16,-4-7-43-16,1 2-44 0,1-3-36 0,-1-1-22 16,5-3-34-16,-6-1-46 0,4-4-65 0,-5-3-55 15,4 0-281-15,2-3-737 0,-1-3 326 0</inkml:trace>
  <inkml:trace contextRef="#ctx0" brushRef="#br0" timeOffset="53320.14">24759 5769 18 0,'3'6'394'16,"-3"-6"-20"-16,0 0-28 0,10 1-11 0,-10-1-23 15,0 0-25-15,0 0-33 0,2 8-15 0,-2-8-39 16,1 6-11-16,6-1-17 0,-2-2-31 0,0 1-4 0,3 2-16 0,-3 1-14 16,5 1-13-16,-3 1-7 0,-4 1-4 0,9 1-16 15,-6 1-4-15,-1-1-5 0,2-1-3 0,-2 2-10 16,1 1-6-16,-6 1-5 0,0 3-5 0,-3-6-10 16,-2 5-6-16,2-8-22 0,-9 7-10 0,2-4-26 15,-5 2-28-15,1-2-27 0,-5-3-27 0,1-1-39 16,-10 2-47-16,8-6-60 0,-3-3-276 0,5-3-593 0,-14-2 264 0</inkml:trace>
  <inkml:trace contextRef="#ctx0" brushRef="#br0" timeOffset="53652.16">25083 5435 291 0,'0'0'459'0,"0"0"-9"0,0 0-17 0,0 0-21 0,0 0-18 0,0 0-23 16,0 0-40-16,0 0-34 0,0 0-30 0,0 0-34 15,27-16-20-15,-16 16-17 0,8-4-25 0,-1 4-19 16,2 0-14-16,4-1-12 0,3 1-12 0,3 0-12 0,1 0-12 15,1 1-11-15,-1-1-6 0,1 0-9 0,-4 0-8 16,-7 1-19-16,9 2-20 0,-10 2-29 16,3-3-29-16,-5-2-32 15,-3 1-34-15,-2-1-35 0,-3 4-31 0,0-4-38 16,-2 0-55-16,-8 0-39 0,0 0-54 0,15 0-288 16,-15 0-700-16,0 0 310 0</inkml:trace>
  <inkml:trace contextRef="#ctx0" brushRef="#br0" timeOffset="53921.68">25888 5308 139 0,'5'-1'472'16,"-5"1"7"-16,5-6-15 0,-5 6-22 0,5-5-29 15,-5 5-37-15,0 0-36 0,5-4-39 0,-5 4-33 16,0 0-31-1,0 0-28-15,0 0-21 0,0 0-19 0,1 18-18 0,-1-9-16 16,0 3-11-16,0 3-12 0,5 3-7 16,-5 0-16-16,0 12-10 0,0-11-9 0,0 12-3 15,3 0-10-15,-3 8-4 0,-1 3-12 0,-1-12-24 0,2 3-45 16,0-2-37-16,0 3-30 0,0-6-47 0,-6 3-28 16,-1-2-20-16,4-4-22 0,-2-3-43 15,5-3-49-15,-5-4-48 0,5 3-279 0,0-8-683 0,5-3 301 0</inkml:trace>
  <inkml:trace contextRef="#ctx0" brushRef="#br0" timeOffset="54739.38">26030 4764 306 0,'-2'-9'425'16,"-1"2"-10"-16,3-3-12 0,0 0-18 0,0 4-18 15,0 6-22-15,0-12-26 0,0 3-29 0,0 3-29 16,3 0-22-16,-3 6-28 0,9-6-20 0,-8 2-23 0,-1 4-19 0,9-5-11 16,-1 0-20-16,5 5-25 0,-1 0-9 0,-12 0-10 15,29 8-7-15,-12-5-11 0,5 3-3 0,-6 3-8 16,6-1-5-16,-4 2-5 0,7 3-5 0,-1 4-5 0,-4-3-7 16,8 4-7-16,-11-2-5 0,3-3-10 15,-4 10-4-15,6-5-12 0,-7-6-11 0,-7 4-8 16,5 3 2-16,-3-6-19 15,-1 6 5-15,-3-7 3 0,-1 3-5 0,-5-4 1 16,0 1 5-16,-3 0 4 0,-2 0-2 0,-2 3 10 16,-6-3 10-16,-2 3-1 0,0-6 3 0,-1 0-5 15,-3 1-1-15,-2-2 10 0,4-1 5 0,-6 1-11 0,8-1 13 16,-5 1-1-16,14-2 2 0,-6-5 0 0,-1 6-2 16,8-3 3-16,-5 1 2 0,5-1-2 15,2 2-2-15,-2-3 9 0,5-3-1 0,6 15-1 0,-1-9 0 0,7 0 0 16,3 4 6-16,3-1-4 0,5 5 3 0,2-2 3 15,5 0-3-15,-4 3-1 0,4 0 0 0,0 1 14 0,-2-1-16 16,2 1 2-16,-5-3-2 0,3 1-1 0,-10-2-2 16,0-2 5-16,-3 3-3 0,0 1 0 0,-2-4-4 15,-3 1 0-15,-3 3 2 0,-5-9-2 0,3 7-5 16,-5-2 6-16,0 0 9 0,-4-3 2 0,1 3-5 0,-4 2 1 16,-6-3 15-16,3-1-14 0,-5 3 0 0,0 2-6 15,7-5 7-15,-4-1-4 0,-1 4-1 0,3-2-1 0,-3 0 0 16,3 0-2-16,3 0 6 0,-1 1-6 0,3 6 6 15,2-3-5-15,-2 1 3 0,5 4 1 0,5-1 3 16,-3 3 1-16,6 4 0 0,5 1-8 0,4-2 4 16,-1 2 5-16,2 1-1 15,11 4 5-15,-3 2-2 0,1 0 10 0,-4-6-4 16,-7 0 2-16,4-4-3 0,-3 0 3 0,1 4-8 16,-8-2 1-16,-4-3 3 0,1 3-6 0,-5-4 5 15,-4-3 4-15,-6 3 5 0,-5-3 5 0,-4 3-3 16,-5-4 5-16,-11 0-5 0,2-4 1 0,-14 0-5 15,-1-2 6-15,3-2-22 0,-5-5-45 0,1-3-70 16,-4 0-68-16,6-2-80 0,-4-5-99 0,11 1-263 0,10-5-675 0,4 7 299 16</inkml:trace>
  <inkml:trace contextRef="#ctx0" brushRef="#br0" timeOffset="81660.11">7929 6670 363 0,'0'-4'388'0,"0"4"-30"16,-8-12-44-16,8 12-23 0,0 0-31 16,0 0-38-16,0 0-15 0,0 0-24 15,-2 27-22-15,4-3-13 0,-2-1-11 0,8 4-12 16,-6 0-10-16,3 3-4 0,2 9-9 0,-1-7-14 15,4 5-4-15,-3-3 3 0,-2 5-19 0,-2-6-6 0,7-3-9 16,-7 2-5-16,4-2-3 0,-6-3-7 16,3 2-1-16,-3 1-2 0,1-11-4 0,5-2-7 15,-7 3-3-15,1-3-1 0,4-1-27 0,-5-4-34 0,4 0-30 0,1-1-22 16,-5-4-16-16,3-3-26 0,0 1-78 0,-3-5-57 16,0 0-279-16,0 0-593 0,0 0 264 0</inkml:trace>
  <inkml:trace contextRef="#ctx0" brushRef="#br0" timeOffset="82096.23">8010 6802 76 0,'-10'-24'332'0,"4"2"-6"0,3 2-11 16,-2 0-15-16,0 3 8 0,5-4-35 0,0 1-22 15,0 5-17-15,5-4-20 0,4 3-30 0,-4-1-13 16,5 3-16-16,-1 1-23 0,4 2-8 0,3 1 9 15,1 1-31-15,-2 1-6 0,3 1-13 0,5 3-15 0,-3 0-5 0,8 4-5 16,-3 4-2-16,5-3-16 0,0 4-3 16,-10 0-4-16,4 6-4 0,-5-1-8 0,-1 0 2 0,-2 2-10 15,-2 1-6-15,-1 2-16 0,-2 3-2 0,-1-2 8 16,-5-1-5-16,-1 5 15 0,-4-5-11 0,-7 4-2 16,5-2 0-16,-8 2 3 0,-1 6 1 0,-4-4-6 15,-2-2 5-15,-4 0 10 0,4-2-9 0,-8 1-6 0,9-2 5 0,-4-4-2 16,4-1 4-16,-6 7-1 0,5-9-2 0,3 0 2 15,-1 2-3-15,5-5 7 0,0 1-2 0,3-1-2 16,-1 0 1-16,3 0-3 0,2-4 4 0,-1 5-1 16,4-7 1-16,0 9 3 0,7-4 11 0,1 0-3 15,4 1 6-15,3-1 2 0,1 2 4 0,2 4 1 16,-1-3-9 0,13 0-1-16,0 8-11 0,-4-6 10 15,-1 2 13-15,5 0-20 0,-4 0 4 0,-1 4-3 16,1-5-1-16,-7 0-4 0,2 2 1 0,6 2-22 0,-11-6-25 0,1-2-33 0,-2 1-32 15,-2 1-29-15,-5-1-32 0,5-1-40 0,-4-1-61 16,-3-5-59-16,1 4-173 0,1-3-546 0,-8-2 242 16</inkml:trace>
  <inkml:trace contextRef="#ctx0" brushRef="#br0" timeOffset="82831.28">8663 7118 140 0,'0'5'224'0,"0"-5"-9"0,8 8-9 0,-8-8-6 15,10 7-15-15,-4-2-18 0,4 1-7 0,0-2-13 16,5-2-12-16,-5 3-13 0,7 0-10 0,1-3-9 16,0-2-7-16,0-2-14 0,-1 2-4 0,6-4-12 15,-7 1-2-15,6-2-10 0,-4 2-2 0,-1-2-5 16,-2-5-6-16,0 1-3 0,-1 1-2 0,0-6-2 15,1-1-3-15,-9 3-3 0,4-3 3 0,-5-3-3 0,0 3 2 0,-2 0 6 16,-6-3 8-16,3 5 8 0,-3-2 10 0,-4 1 5 16,-3 1 2-16,4 1 13 0,-8-4-7 0,3 9-4 15,-6-4-1-15,6 7-7 0,-9-4-10 0,3 7-3 16,-3-3-3-16,5 1-7 0,-6 3-6 0,1 0-2 16,2 1-1-16,-2 5-6 0,5-2-2 0,-1 3-4 15,1 0-3-15,1 6 0 0,11-5-1 0,-4 5-5 0,3-2-1 0,2 4 5 16,8-1-6-16,1 0-6 0,5 1 2 0,3-3-4 15,8 3-6-15,2 0-10 0,-2 1-15 0,10-8-16 16,-2 4-9-16,16-1-20 0,2-7-10 0,-2 1-11 16,-1 0-6-16,2-7-12 0,-2 2 0 0,-9 2 6 15,6-9 8-15,-13 6 10 0,-2-6 13 0,2 4-1 16,-9-4 10-16,-4-2 21 16,2 5 8-16,-7-3 17 0,0-1 26 0,-4-1 12 15,-6 0 12-15,1 1 9 0,-3-2 12 0,-5 4 10 16,-2-2 12-16,4 1 3 0,-7 1 3 0,0-1 6 15,-5 0 0-15,5 3 1 0,-1 0-12 0,2 0-6 16,-5 0-5-16,5 5-8 0,-2-2-3 0,11 1-13 16,-22 4-1-16,14-2 0 0,0 4-7 0,-1-2 0 15,4 10-6-15,4-4-1 0,-6 4-2 0,7 2 1 0,0-1-6 0,7 4 2 16,1 6-8-16,5 1 3 0,-3-3 0 0,5 4 3 16,5 12-3-16,1-1-1 0,3 1 1 0,0-3-6 15,-4 5 1-15,7-4 2 0,-2 0 0 0,-4 6-3 16,-1-8-2-16,5 3-1 0,-9-10 2 0,-2-1-3 0,-3 0 12 15,4 2-11-15,-13-4 1 0,6-10-2 16,-6 5 1-16,-2-5 15 16,-2-3 37-16,-6-4 53 0,3-1 24 0,-5 1 20 15,-2-4 10-15,-3-3 1 0,-1-1 4 0,-7-1-5 16,3-7-5-16,3 0-8 0,-3-2-3 0,-3-7-23 16,0 2-11-16,6-6-11 0,-2-4-9 0,2 5-13 0,2-7-18 15,2-4-32-15,0-4-48 0,3 3-63 0,3-10-71 16,7 1-75-16,0 1-51 0,5 10-53 15,5-9-72-15,5 1-45 0,-2 10-261 0,2 1-769 0,2 2 340 0</inkml:trace>
  <inkml:trace contextRef="#ctx0" brushRef="#br0" timeOffset="83934.09">9623 6996 19 0,'0'-8'313'15,"0"8"-10"-15,0 0-9 0,8-4-22 0,-8 4-23 0,0 0-24 16,0 0-12-16,8-1-29 0,-8 1-18 16,0 0-16-16,18 4-16 0,-8-3-12 0,-3 1-10 15,6 3-14-15,-3 0-11 0,10 3-7 0,-5-1-8 0,0 4-9 16,0 0-4-16,1-3-3 0,2 8-10 0,-3-6-4 16,0 3-2-16,0-1-5 0,0 3-1 0,-5-1-3 0,3 3-11 0,0-6 3 15,-3 3-9-15,-1 1-11 0,-5-8-10 0,0 8 1 16,-4-5-2-16,3-1 3 0,-6-1 0 15,-1-3 5-15,0 1-3 0,0-2 4 0,-7-2 2 16,11-2-2-16,0 0 7 0,-22-6 3 0,14 3 0 0,1-1 8 16,-1-4 1-16,5-4-4 0,-1 5 3 0,4-5-5 15,0-5-4-15,4-1 2 0,-1 6-6 0,5-9 4 0,5 4-1 0,1 1-3 16,2-3-1-16,4-1 0 0,2 5-1 0,2-3-8 16,-2 5-4-16,-1-1-4 0,8 2 6 0,-13 2 0 15,4 4-2-15,3 2-2 0,-5-3-5 0,2-1-1 16,2 6-4-16,-6 0 0 0,1 2-3 0,-6-3 2 15,3 3 1-15,-3-1 4 0,-11 1 0 0,18 0 1 16,-8 1 0 0,-10-1 0-16,9-1 2 0,-9 1 0 0,0 0 0 0,0 0 7 15,0 0-5-15,6-4 2 0,-6 4 5 0,0 0-5 16,0 0 3-16,0 0 5 0,-28-3 0 0,28 3-1 16,-18 3 0-16,6-1 1 0,1 1-1 0,-2 0 2 15,-1 0 0-15,-2 6 0 0,3 2-2 0,-2-3-1 16,1 4 2-16,1 2 1 0,0 2 1 0,1-1 2 15,7 2-1-15,0-3 1 0,0 1 0 0,4 1 2 0,-6 0 4 0,15 1-2 16,-8 0 0-16,7-4-2 0,1 3 1 0,2-3 0 16,2 0-1-16,3-4 1 0,1-3 0 0,4 3-2 15,-2-5 0-15,4-4 1 0,3 0-2 0,0-5-3 16,4-4 4-16,-6 3-1 0,6-6-4 0,-3 1 1 16,-11-1 0-16,10-8 0 0,-5 10 3 0,-5-5-3 15,-1 5 1 1,0-2 3-16,-4-2 0 0,3 3 5 0,-5-2 10 0,-1 1 14 15,3 5 2-15,-4-1 6 0,-2 0 0 0,4 2-6 16,-5 1-3-16,1 0-7 0,-4 5-6 0,5-6-7 16,-5 6 7-16,0 0-4 0,0 0 0 0,21 7-2 15,-16 1 1-15,3-4-5 0,1 3-5 0,5 6 5 16,-7-6 2-16,5 7-2 0,1-4-5 0,2 4-1 16,-4-2 0-16,4 4 4 0,-6-4-5 0,5 5 1 0,0-7 1 0,-8 9 2 15,4-8-1-15,2 5-3 0,-11-9-2 0,6 5-3 16,-7-3 4-16,-2-2-1 0,-3 1 2 0,-3-4 1 15,2 3 5-15,-8-3-5 0,6-3 2 0,-7 1-1 16,0-2 11-16,5 0-14 0,-3-2 5 0,-2 1-5 16,10-5 0-16,-10 0 5 0,9 0-5 0,-3-2-1 15,9-1-7-15,-3-6-2 0,6 3 8 0,1-5-17 0,7 0-6 0,4-3-9 16,2-2 0-16,9 0-6 0,-3 0-5 0,7-1 1 16,5-5 9-16,-5 10 0 0,14-7 0 0,-4 1 3 15,3 3 4-15,-13 10 3 0,-2-5 3 0,-11 8 0 16,3-4 7-16,-6 7 13 0,0-3 9 0,-6 6 9 15,0-3 8-15,1 2-13 0,-6-4-1 0,-3 7-3 0,10-2 0 16,-10 2-3 0,0 0 1-16,0 0-4 0,-2 17 2 0,2-17-3 15,-13 10 5-15,11-3-5 0,-3 5 5 0,-3-4-3 16,8 5 0-16,0-1 3 0,-7-1 9 0,9 2 0 16,3 2 11-16,-5 1 2 0,15 1 3 0,-2-4 0 15,-5 6-4-15,16 0 2 0,-8-3-3 0,6 6-2 16,-4-3-11-16,7 1 6 0,-5-3 6 0,-4-2-13 0,-1-3 6 15,0 5-4-15,-2-7-4 0,-5 5-2 0,1-4 3 0,-4-3-2 16,-5 2-4-16,-2-1 7 0,-5-1 2 0,-4-1-1 16,-6-1-1-16,-4 1-5 0,-6 0 1 0,-1-6-2 15,0 3 5-15,1-5-11 0,3 4 12 0,7-2-9 16,-1-2-4-16,3 1-9 0,0-2-6 0,8-2-22 16,-6 1-15-16,12-5-26 0,1 3-30 0,1-3-46 0,11 0-49 15,3-5-52 1,6-7-46-16,1 3-179 0,17-6-519 0,1 2 230 15</inkml:trace>
  <inkml:trace contextRef="#ctx0" brushRef="#br0" timeOffset="84150.22">11584 7003 43 0,'0'0'235'0,"0"0"3"0,0 0-8 16,0 0-6-16,0 0-9 0,0 0-5 0,0 0-12 0,-10 20-19 15,5-16-9-15,2 4-12 0,-2-1-12 0,1 4-5 16,-2-2-14-16,4 0-10 0,-1 1-13 0,-1 1-5 0,0-2-11 15,2 5-8-15,0-3-9 0,2 5-3 0,0-3-7 16,0-1-8-16,4 2-14 0,0 1-7 16,0-5-19-16,-1-1-21 0,7 4-18 0,-2-2-27 0,1-7-29 15,1 1-36 1,3 1-31-16,5-5-29 0,0 1-23 0,2-2-13 16,3-2-9-16,-3 1-126 0,10-5-376 0,-7 0 167 15</inkml:trace>
  <inkml:trace contextRef="#ctx0" brushRef="#br0" timeOffset="84736.13">11814 7214 982 0,'16'-8'-41'0,"-4"-2"52"16,1 1 22-16,-8 4 44 0,2 0 35 0,-4-5 26 15,-3 4 14-15,0 6 9 0,0-11 11 0,-1 4 4 16,1 7 0-16,-10-10 2 0,5 5-3 0,-5 3-5 16,10 2-9-16,-14-7-10 0,8 6-13 0,-2-1-11 0,-1 1-14 15,9 1-10-15,0 0-12 0,-23 3-15 0,12-2-5 16,4 3-6-16,7-4-1 0,-10 8-3 0,5-5 2 0,2 5-18 16,-2-5-7-16,5-3-2 0,0 10-6 0,0-4-1 15,5 0-5-15,-2 0 0 0,-3-6-3 0,12 8 3 16,-2-7-5-16,-5 2-2 0,9-3 0 0,-4 2-3 15,4-1-14-15,-3-1 10 0,6-1 0 0,-2-1-6 0,1-4 2 0,4 1 2 16,-3-2 0-16,-9 1 4 0,10-2 1 16,-3 4-11-16,-2-10-3 0,4 7 4 0,-6-2 6 0,-4 1-13 15,8 3 5-15,-10-2 4 0,6 3-1 0,3-2-5 16,-9 0 3-16,5 2-2 0,-4 1-5 0,7-2 4 16,-4 3-2-16,-1 1 0 0,-8 1-9 0,20 3-2 15,-12 2 8-15,5-4-22 16,-4 6 3-16,6 0 6 0,1 1-13 0,-3 3 6 15,4 2 3-15,-6-5-1 0,-1 4 2 16,4 0 0-16,1 3 4 0,-6 0-4 0,1-4 1 0,2-1 0 16,-4 0 2-16,-3 1 0 0,2-5 0 0,-7 0 2 15,3-2 4-15,-3 3 3 0,0-7 8 0,0 0-3 16,0 0 7-16,0 0 12 0,0 0 11 0,0 0 11 16,0 0 4-16,0 0 15 0,-11-17 14 0,11 17 7 0,-7-17 9 0,10 10 2 15,-3-1 0-15,5-8 6 0,-3 1-12 0,3-2 1 16,1 2 0-16,-2 0-1 0,1-1-8 0,5 1-4 15,-5 0-3-15,3 6 0 0,-1-5-4 0,7 2-6 16,-5 7-7-16,-1-5-5 0,5 1-4 0,-8 2-4 16,5 4-2-16,3-2-11 0,-6 2-4 0,3 3 1 15,-10 0-5-15,15 3-2 16,-2 5-1-16,0 3-4 0,2-3 1 0,-5 6-4 16,3 3 0-16,-4-6 1 0,-1 6-5 0,3 9 5 15,-2-13 0-15,-4 2-22 0,6 0-1 0,-6-3-25 16,4 3-33-16,-3 0-10 0,1-7-21 0,-4-1-38 15,-1 5-25-15,3-6-9 0,-5 0-17 0,0-2-19 16,0-4-33-16,-2 8-35 0,2-8-34 0,-8 4-39 16,-2-2-184-16,10-2-583 0,0 0 258 0</inkml:trace>
  <inkml:trace contextRef="#ctx0" brushRef="#br0" timeOffset="85121.55">11686 6716 50 0,'-3'-7'428'0,"-3"5"-34"0,1 0-22 16,5 2-33-16,-7-5-32 0,7 5-31 0,0 0-31 0,-3-6-24 15,3 6-21-15,0 0-24 0,0 0-9 0,0 0-20 16,0 0-15-16,0 0-20 0,15 20-9 0,-12-17 6 16,3 3-26-16,1 0 9 0,3-1-18 0,-5 0-13 15,0 0 0-15,5-1-12 0,-5-1-7 0,3 2 4 0,-1-2-11 16,-2 0-3-16,-5-3-1 0,10 4 3 16,-10-4-3-16,5 2-5 0,-5-2-1 0,0 0 8 0,0 0 0 0,10-7 0 15,-10 7 1-15,0 0-14 0,-2-13 9 0,2 13-5 16,-5-9-2-16,5 4-1 0,0 5-1 0,-3-11-12 15,1 5-24-15,-1 1-31 0,3-2-42 0,0 7-44 16,-7-5-38-16,7 5-48 0,-8-1-57 0,8 1-53 0,0 0-255 16,0 0-630-16,0 0 278 0</inkml:trace>
  <inkml:trace contextRef="#ctx0" brushRef="#br0" timeOffset="87804.21">12572 8880 167 0,'0'0'375'16,"0"0"-11"-16,0 0-12 0,-13-8-8 0,13 8-6 0,-2-3-15 16,-5-4-27-16,7-1-17 0,0 8-9 0,0-10-22 15,0 3-23-15,0-3-14 0,9 5-20 0,-6-3-18 16,0-3-16-16,4-1-10 0,-2 4-15 0,7-6-14 16,1 1-13-16,-3 2-8 0,6-1-12 0,-1-3-6 15,0 4-13-15,0-2-3 0,3 4-9 0,-1-5-6 16,-2 9-2-16,1-3-8 0,1 5-7 0,-1-4-7 0,-6 3 0 0,3 1-2 15,2 3-3-15,-6 3-11 0,4 1-2 0,2 3-7 16,0-3 6-16,-2 5-10 0,-3 8-3 0,3-4-4 16,-3 4-1-16,-3 4 1 0,1-1-3 0,-3 8-7 15,0 2 6-15,-5 0 1 0,0-2-7 0,0 4-1 16,-5-2 0-16,-3 10 3 0,3-11 1 0,-5-2 3 16,3 0 2-16,-6 0 1 15,5-2-1-15,-1-8-4 0,-4 1 11 0,5-2 2 16,-1-2 3-16,3-5-4 0,-2 3 2 0,3-6 1 15,3 0 9-15,-5 0 6 0,7-3 10 0,0-3 2 16,0 0-2-16,0 0-2 0,0 0-4 0,7-21 1 16,-2 6-2-16,10 0 0 0,0-12-3 0,1 3 0 0,1-3-1 15,9-9-3-15,-3 4-3 0,1 2 3 0,0-1 0 16,-5 6-1-16,-3 0 28 0,6 3 19 0,-7 0 13 0,-7 3 8 16,5 8 18-16,-5-5 5 0,-1 8 9 0,0-3 7 15,-4 3-3-15,4 1-6 0,-4 2-10 0,-1 1-16 16,4 0-14-16,-6 4-8 0,2-7-14 0,-2 7-5 15,0 0 6-15,0 0-10 0,0 0-6 0,-10 23-7 0,10-12 2 16,0 1-1-16,-3 3-4 0,3 4-4 0,3 1 3 16,-3 4-4-16,8 3-12 0,-6-2-6 0,11 2-18 0,-5 3-26 0,7 0-32 15,0-6-38-15,3 3-53 0,7-4-49 16,-3-3-40-16,3 3-39 0,1-2-55 0,0-8-61 16,6 3-57-16,1-10-267 0,-3 3-802 0,6 1 356 0</inkml:trace>
  <inkml:trace contextRef="#ctx0" brushRef="#br0" timeOffset="88120.61">13707 9000 400 0,'0'0'430'15,"0"0"0"-15,0 0-9 0,0 0-19 0,0 0-19 0,-3-11-36 16,3 11-34-16,0 0-30 0,0 0-26 0,33-1-29 16,-10 1-20-16,-1-2-22 0,8 2-16 15,4-1-19-15,13 1-16 0,7 1-13 0,3-1-15 0,9 2-7 16,20-2-11-16,-5 1-8 0,7 4-9 0,-25-3-9 16,23-1-5-1,-2 2-5-15,-23-3-9 0,2 3-6 0,-1-5-3 0,22 4-11 16,-34-4-10-16,1 2-14 0,-5 0-22 0,-13-1-21 15,-3-2-24-15,2 2-25 0,-9-6-25 0,-3 7-25 16,-4-3-22-16,-8 2-27 0,4 1-34 0,-7-8-51 16,2 5-51-16,-7 3-54 0,0-9-219 0,0 9-649 15,-7-10 287-15</inkml:trace>
  <inkml:trace contextRef="#ctx0" brushRef="#br0" timeOffset="88358.88">14878 8756 35 0,'-7'-2'337'16,"7"2"-14"-16,0 0-29 0,0 0 6 0,0 0-28 0,-8 9 0 0,8-9-11 15,10 10-17-15,1-2 8 0,-7 1-27 0,14 3-8 16,-8 1-6-16,11 7 1 0,-6-8-7 0,7 9-13 16,1-3-13-16,-3 0-18 0,1 3-11 0,-6 0-19 15,3-5-11-15,-3 3-14 0,-3-6-7 0,-1 1-11 16,-2 1-10-16,-3 0-8 0,-1-2-8 0,-5 2-7 15,-8 1-23-15,1-4-34 16,-6 2-38-16,-2-5-49 0,-3 3-44 0,-12 0-38 16,0-2-45-16,-4-1-68 0,2 2-80 0,-1-4-284 15,2 1-701-15,11 0 310 0</inkml:trace>
  <inkml:trace contextRef="#ctx0" brushRef="#br0" timeOffset="88944.79">16645 8940 150 0,'9'-7'231'16,"-3"-3"1"-16,1-5-5 0,-6 5-1 0,6-2-3 15,-2-3-8-15,0-4-5 0,-2 4-5 0,-6-5-11 16,3 2-7-16,-2 2 1 0,-3-4-10 0,2 2-7 16,-4 2-1-16,-1-3-13 15,2 0-10-15,-4 3-10 0,-10-4-4 0,5-3-11 16,0 8-16-16,-7 0-10 0,-1-1-8 0,2 8-5 16,-1 0-19-16,-8-3-6 0,2 7-8 0,0-3-5 15,-3 9-4-15,8-1-9 0,-1 4-7 0,5 2-1 16,4 5-3-16,-7 3 8 0,7 7-12 0,0-2 8 15,0 6-13-15,9 1 2 0,-2 3 7 0,8 0 6 16,6 13-2-16,-4 3 1 0,6-6-1 0,5 2-6 0,-6 3-3 0,14 3 2 16,-7 0 2-16,2-1-3 0,4 0 3 0,2-3-3 15,-4 4-7-15,2-1-6 0,-10-4 8 0,8 0-5 16,-8-4 3-16,-4 3-5 0,1-11 3 0,0-4-4 0,-7 1-22 16,3-4-34-16,-3 3-41 0,-2-12-24 15,2 0-24-15,-1 0-20 0,-3-6-30 0,1-3-53 16,-4-2-72-16,4 1-270 0,3-5-633 0,0 0 280 0</inkml:trace>
  <inkml:trace contextRef="#ctx0" brushRef="#br0" timeOffset="89160.93">16212 9202 210 0,'-7'-4'380'0,"5"0"-3"0,-6 0 1 0,5-4-5 15,3 8-22-15,-2-7-17 0,2 7-26 0,-10-4-24 0,10 4-19 16,0 0-29-16,7-6-24 0,-7 6-19 0,10-6-20 16,0 3-22-16,1 2-12 0,4-1-22 0,7 0-28 15,6-2-28-15,0 3-43 0,3-1-43 0,6-3-46 16,-9 2-46-16,5-1-43 0,12 3-56 0,-15-4-60 0,14-2-66 0,-9-1-232 16,-5-1-621-16,6 1 274 0</inkml:trace>
  <inkml:trace contextRef="#ctx0" brushRef="#br0" timeOffset="89492.99">16054 8385 93 0,'-5'-6'377'0,"0"1"-6"0,5 5-30 0,-6-4-27 0,6 4-32 16,10-8-25-16,-4 7-26 0,13-2-24 0,2 3-20 16,7 3-23-16,10-2-5 0,7 2-25 0,6 2-9 15,7-1-14-15,-1 3-4 0,-1 0-14 0,2-3-11 16,6 1-9-16,-2 4-11 0,-5-2 1 0,6-2-12 0,-8 1-2 0,-4-2-8 15,-1 4 1-15,-4-1-18 0,-16-7-14 0,0 8-33 16,-5-5-21-16,-9 3-35 0,6 0-32 0,-7-5-40 16,-7 6-33-16,2-6-28 0,-5 2-40 0,-5-3-247 15,0 0-542-15,0 0 240 0</inkml:trace>
  <inkml:trace contextRef="#ctx0" brushRef="#br0" timeOffset="90263.81">15857 8337 305 0,'0'0'291'0,"0"0"-31"0,0 0-28 0,0 0-25 16,0 0-16-16,0 0-19 15,0 0-13-15,15 25-6 0,-13-13-12 0,6 6-11 16,2 8-6-16,-5 3-15 0,0 2-4 0,2 11-9 16,-1-3-6-16,-4 6-1 0,-2-1-6 0,0 2 4 15,0 2 5-15,0 1 4 0,-8 1-8 0,6-3-1 16,-3 3 3-16,-1 0 7 0,-1-2-7 0,0-2-7 0,-1-7-7 15,6 5 1-15,-4-14-3 0,-3 1-3 16,9-1-8-16,-5 1-2 0,4-8-4 0,-6-3-4 0,6-2 2 0,1-2-8 16,0-2 3-16,0 1 4 0,0-8 2 0,0 1 4 15,-2-1 4-15,2 0 4 0,-3-2 11 0,3-5 8 16,3 8 2-16,-3-8 4 0,2 6-4 0,-2-6-4 0,1 4-9 16,-1-4-4-16,0 0-8 0,17 2-1 0,-17-2-16 15,16 2 2-15,-6-2-5 0,-1 0-7 0,4 0-3 16,-13 0-3-1,28 1-2-15,-12-2-5 0,3 2-4 0,2-2 0 16,4 1-3-16,1 0-2 0,6 1-2 0,-1-2 1 16,4 1-4-16,-2 0 2 0,19 1-10 0,-4-1-1 15,0 3-6-15,8 1-4 0,-3-4-5 0,0 4-5 0,5-3 1 16,-2 2 2-16,-1-2 1 0,7 1 1 0,-7-1 0 16,0 6 0-16,1-2 2 0,2 2 3 0,-7-3 2 15,-8-3 0-15,2 1 0 0,-14-1 1 0,3 3 1 0,-11-3 1 0,-5 2-1 16,0 0 4-16,-6-2 3 0,-1-1-2 0,3 2 2 15,-5-1 4-15,-9-1 0 0,7 0 5 0,-7 0-1 16,15-1 8-16,-15 1 4 0,0 0 6 0,0 0 7 16,10-2-2-16,-10 2-3 0,0 0-1 0,0-8 10 15,0 8-7-15,-2-8 2 0,2 8 4 0,-1-18-1 16,-6 10 6-16,7-5 2 0,-7-2-5 0,1-3-2 0,4-6-1 0,-3-1-2 16,3-4-3-16,-6-13-5 0,8 5-2 0,0-10-4 15,0-2-3-15,8-4-1 0,-1 4-3 0,8-4 6 16,0-4-15-16,0 3-2 0,-9 3 0 0,8-1-3 15,-4 8 2-15,3 0 4 0,-2 2-19 0,-6 14 9 16,2-2-5-16,1 5-4 0,-1 10-13 0,-7-4-12 16,0 11-32-16,3-3-41 15,-1 2-48-15,1 2-76 0,-3 0-58 0,0 7-28 16,0 0-42-16,0 0-60 0,0 0-330 0,-23 14-814 16,16 2 360-16</inkml:trace>
  <inkml:trace contextRef="#ctx0" brushRef="#br0" timeOffset="90711.71">17480 8997 332 0,'0'0'357'0,"0"0"-7"15,-12 0-10-15,12 0-1 0,0 0-8 0,0 0-10 0,0 0-5 16,0 0-20-16,0 0-29 0,0 0-22 0,0 0-31 15,41-9-25-15,-8 7-14 0,14 1-18 0,6-10-16 0,8 7-19 16,22-1-5-16,-2 2-13 0,15 2-12 0,0 1-9 16,0 0-8-16,3-3-8 0,7 6-6 0,-8 1-7 15,1-7-3-15,-6 11-9 0,-7-4 0 0,0-2-7 16,-28-1-3-16,0 4-3 0,-2-2-6 0,4 0-10 0,-11 5-8 0,-17-4-19 16,2-1-16-16,-2-2-27 0,-2 3-24 0,-10-3-30 15,1 2-23-15,-6-2-21 0,-5 1-18 0,5-2-26 16,-9 4-44-16,3-4-55 0,-9 0-66 0,8-4-229 15,-8 4-643-15,12-3 284 0</inkml:trace>
  <inkml:trace contextRef="#ctx0" brushRef="#br0" timeOffset="91012.49">19118 8791 56 0,'0'0'335'0,"-15"-3"-17"0,15 3-29 16,-6 0-20-16,6 0-3 0,0 0-13 0,0 0-9 15,13 15-17-15,-5-8-16 0,5 5-12 0,4 0-11 16,-1-2-15-16,4 8-15 0,8-1-10 0,-4 0-16 16,4 0-13-16,-3 1-10 0,-1 3-13 0,3-6-9 15,-6 4-14-15,3 3-8 0,-3-3-7 0,-6-4-3 16,-8 0-11-16,6 2-6 15,-5-1-1-15,-6-1-5 0,-2 4-5 0,-7-2 11 16,4-2-32-16,-10 3-26 0,4 0-25 0,-11-1-8 16,-3 0-34-16,-5 1-21 0,7-1-21 0,-3 1-30 15,-4-2-57-15,4-4-49 0,5-1-58 0,1-2-169 16,-2 1-531-16,4-3 236 0</inkml:trace>
  <inkml:trace contextRef="#ctx0" brushRef="#br0" timeOffset="91582.78">19873 8796 260 0,'0'0'283'16,"0"0"-30"-16,5-5-26 0,-5 5-20 0,0 0-20 0,13 8-22 15,-13-8-14-15,2 12-19 0,4-5-11 0,-1 1-10 16,-3 4-13-16,3-3-10 0,0-2-6 16,2 4-6-16,-1-2-11 0,1-2-1 0,-2 1 2 0,3 1 2 15,-1-1 1-15,1-6-2 0,-1 5 6 0,1-6-3 0,0 2-1 16,5-3-2-16,-3 0 6 0,-10 0-2 0,23-4 2 16,-14 0 3-16,4-3-5 0,0-1 8 0,2-2 4 0,2-2 2 15,-2 3 3-15,1-3-1 0,1 3 20 0,-1-5-7 16,-3 6 13-16,2-4 3 0,-3 1 4 0,-1 2 5 15,-1 2-4-15,0 3-6 0,-1-2-12 0,-3 1-11 16,-1 1-7-16,0 1-15 0,-5 3-8 0,15 0-5 0,-15 0-11 16,10 10-3-16,-5 0-5 0,-3-1-5 0,3 9-2 0,1 8-4 15,-1-1-5-15,-2 5-1 0,6 14 1 0,-4 0-5 16,1 3-4-16,-1 6 1 0,9-1-1 0,-8 2-1 16,9 4-1-16,0-2 0 0,-10-1 0 0,6 0-5 15,3 18-2-15,-8-19 3 0,9-3 1 0,-8 3 4 16,1-3-3-16,-3 0-2 15,-2-3 2-15,2-8-3 0,-5-9 6 0,0-4 4 16,-5-7 18-16,-3-5 28 0,2 2 39 0,-4-10 26 16,-5-1 21-16,0-6 8 0,-5-3 1 0,-2-4 4 15,-2-10-18-15,-13-10-3 0,1-4-15 0,-2-4-12 16,5-2-6-16,1-8-14 0,9 3-13 0,-3 1-19 16,11-2 11-16,-2 0-10 0,9-4-17 0,1-4-16 15,7 2-14-15,10-4-46 0,8 2-46 0,4 0-50 0,9 0-57 0,4 3-60 16,6 4-46-16,17-10-42 0,-20 22-43 0,12 3-64 15,0-3-58-15,-1 10-372 0,-1 5-939 0,4-2 416 16</inkml:trace>
  <inkml:trace contextRef="#ctx0" brushRef="#br0" timeOffset="92300.19">21606 8775 172 0,'1'-14'346'0,"-2"1"-8"0,-3 2-7 15,3 1-16-15,-7-3-15 0,1-3-22 0,-1 3-19 0,-7 3-17 16,6 3-20 0,-5 0-26-16,-1 2-20 0,-5 4-9 0,5 1-20 15,-8 1-15-15,3 4-6 0,-10 5 4 0,9 4-12 16,-3 1 12-16,8 0-7 0,-1 6-8 0,-1 0-4 15,2 1-1-15,7 1-7 0,-2 1-5 0,1 3-3 0,5-1 0 16,3 2-6-16,2 3-25 0,2-2-3 0,3 1-2 16,8 0-4-16,-5-3-5 0,7 0-5 15,-2-3-3-15,2-3-14 0,0 1-11 0,3 1-31 0,4-4-34 0,1-7-44 0,0 2-31 16,-1-5-37-16,6-2-45 0,-2 1-57 16,-2-5-56-16,5-3-63 0,-2-6-266 0,-1-2-702 15,4 4 311-15</inkml:trace>
  <inkml:trace contextRef="#ctx0" brushRef="#br0" timeOffset="92500.71">21369 8931 257 0,'-13'0'325'0,"13"0"1"0,-15-3-12 0,10 2-5 15,5 1-17-15,0 0-18 0,0 0-24 0,0 0-24 16,0 0-20-16,41 0-25 0,-22 1-10 0,2-1-17 15,9 3-14-15,0 1-23 0,4-1-10 0,1 5-27 0,10-2-35 0,-4-3-46 16,-8 2-41-16,4-3-49 0,-4 3-58 0,-3 1-65 16,18-5-56-16,-17 1-232 0,-6-2-542 0,6 0 240 15</inkml:trace>
  <inkml:trace contextRef="#ctx0" brushRef="#br0" timeOffset="92738.97">22124 8659 323 0,'0'0'320'0,"0"-10"-25"0,0 10-26 0,0 0-29 16,0 0-20-16,0 0-7 0,0 0-11 0,0 0-14 15,6 31-13-15,-6-18 9 0,2 4-29 0,-2 3-11 16,-2 7-17-16,4 0-4 16,-4 6-15-16,2 4-8 0,-6 7-11 0,4-2-5 15,-4 4-11-15,6 3-5 0,0-6-4 0,0 0-6 16,-7 3-6-16,7 0-17 0,0-7-25 0,0-9-23 15,7 2-27-15,-7-4-12 0,6 1-33 0,-6-12-47 16,2 2-67-16,4-4-54 0,6-2-47 0,-2-6-175 16,-3 0-513-16,8 3 227 0</inkml:trace>
  <inkml:trace contextRef="#ctx0" brushRef="#br0" timeOffset="93001.99">22581 8730 393 0,'-4'-10'458'0,"4"0"-6"0,0 0-25 0,-1 3-38 15,1 7-39-15,-4-8-38 0,4 8-34 0,0 0-32 16,0 0-24-16,0 0-24 0,0 0-17 0,4 24-13 16,-3-6-18-16,6 0-13 0,-5 12-14 0,-1 2-8 0,4 6-13 15,2 5-9-15,-4-3-10 0,1 9-6 0,-3 1-9 16,-1-2-6-16,8-2-3 0,-8 4-10 15,2 0-3-15,-4-7-1 0,2 2-18 0,-8-5-14 0,7-1-47 0,-3-9-31 16,3-3-46-16,-8 0-40 0,8-6-17 0,-3-3-31 16,3 1-48-16,-1-3-53 0,-1-8-44 0,-1 0-274 15,3-3-669-15,2 2 296 0</inkml:trace>
  <inkml:trace contextRef="#ctx0" brushRef="#br0" timeOffset="93587.9">22263 8710 271 0,'-2'-17'311'0,"4"3"-10"16,3-6-24-16,0 1-18 0,5 0-14 15,-2 0-21-15,5-1-4 0,4-4-39 0,-1 1-17 0,4 4-16 16,2-1-18-16,-4 2-10 0,7 0 0 0,-2 1-22 16,0 2-8-16,0 3-8 0,-6 4-12 0,11-3-11 15,0 2-2-15,-5 3-7 0,7 1-3 0,-2 1-4 0,-6 4-4 0,8 0-8 16,-9 1-3-16,7 2-4 0,-3 2-2 0,3 5-3 16,4-1 0-16,-4 6-7 0,-7 4-4 15,11-1 0-15,-6 4-9 0,4 7 0 0,-7-5 0 0,7 6 2 16,0 7-3-16,-10-15-1 0,4 16 3 0,-10-14-6 15,6-3 2-15,-11 1 0 0,6 4-1 0,-6-3 0 16,-3 1 3-16,1-5 0 16,-7-3-2-16,-7 1-3 0,7 1 0 0,-11-4 5 15,1-1 2-15,-8 1 2 0,-2-5 3 0,-2 1 2 16,-9-2 7-16,-1 1 2 0,-1-5 4 0,-3 2-1 16,-7 2 6-16,-4-3-4 0,19 0-3 0,-2-1-6 15,2-2 0-15,3 3-1 0,6-1 0 0,4-4-4 16,5 3 4-16,-2-2-3 0,1 4 4 0,6 1-1 15,5-6 6-15,-5 9-4 0,8 3 10 0,2-3-5 0,7 8 3 0,2-6-3 16,8 12-1-16,-1-2-3 0,11 8-1 0,6-4-10 16,-13 1 12-16,6 6-4 0,7-2 0 0,-1 2-3 15,-9-1 1-15,5-1-1 0,-8-7-1 0,0-2 5 16,-1 1 1-16,10 1-7 0,-11 0 0 0,-2-4 6 16,-6-4-7-16,5 3 1 0,-5-3 4 0,-5-3-7 15,-4-5-10-15,9 4-29 16,-11-2-21-16,6-3-18 0,-5-2-26 0,0 1-29 15,-2 1-30-15,-3-6-55 0,3 1-69 0,-3-1-249 16,0 0-578-16,0 0 255 0</inkml:trace>
  <inkml:trace contextRef="#ctx0" brushRef="#br0" timeOffset="117566.39">24436 9807 218 0,'-7'3'252'0,"7"-3"-9"0,0 0-18 0,0 0-12 15,0 0-13-15,0 0-12 0,0 0-10 0,0 0-15 0,0 0-14 16,0 0-14-16,0 0-15 0,0 0-7 0,0 0-8 16,0 0-9-16,0 0-12 0,0 0-5 0,0 0-9 15,0 0-6-15,0 0-1 0,0 0-9 0,34-9-1 16,-26 6-5-16,5-1-6 0,-1-1-3 0,8 3-8 15,-6 1 3-15,3-8-6 0,3 3-3 0,-4-2-1 0,6 0-2 0,-9 0-5 16,9-4 1-16,-7 6 8 0,-1-6 9 0,-2 3 8 16,1 2-7-16,-1-7 1 0,-5 6 8 0,-1-1 1 15,-1-1 1-15,-2 1-2 0,-3-2-6 0,0 6-6 16,-6-6-9-16,-1 3-2 0,1 1 1 0,-9-2-2 16,-4 3-5-16,-4 1-14 0,3 2 12 0,-1 3-3 15,-7 0-7-15,3 3 1 16,-2 2-1-16,8 1-5 0,-3 3 5 0,4 0-3 15,1 0 2-15,-1 2-6 0,2-1 2 0,2 7 2 16,6-4 2-16,0-2-2 0,8 6 1 0,-2 5 4 16,4-9 1-16,4 8-2 0,3-5 5 0,6 7 1 15,3 0 0-15,7-4-7 0,-2 2 4 0,16-5-2 0,3 4-2 16,3-5 4-16,-2 0-8 0,-4-3-12 16,-6-6-22-16,2 0-24 0,-5 1-33 0,1 4-36 0,3-8-42 0,-6-3-48 15,-8 0-42-15,3 0-257 0,-2-3-559 0,-14-1 247 16</inkml:trace>
  <inkml:trace contextRef="#ctx0" brushRef="#br0" timeOffset="117951.79">25186 9777 115 0,'0'0'204'0,"0"0"-11"16,0 0-14-16,0 0-1 0,0 0-5 0,0 0-9 0,0 0-9 0,-5 12-14 15,5-12-8-15,0 0-14 0,0 0-8 0,-3 8-8 16,3-8-10-16,-2 7-9 0,2-7-5 0,0 0-1 16,-3 9-12-16,3-9 0 0,5 3 6 0,-5-3 2 15,10 6-3-15,-4-6-6 0,-6 0-3 0,17 2-8 16,-6-1-6-16,-4-1-2 0,3 1-8 0,3-1-1 15,-13 0-5-15,15-2-1 0,-8 0-2 0,-7 2 0 0,15-5 5 0,-7 2 9 16,-2-1 7-16,-6 4 3 0,2-6-4 0,-2 6-7 16,0-7-4-16,0 7-7 0,-3-11-2 0,-2 7-5 15,-3-4-3-15,1 2 1 0,-1 1-5 0,-7 4-5 16,8-2-7-16,-6 3-10 0,3-3-20 0,10 3-17 16,-20 0-18-16,12 0-27 0,8 0-35 0,-15-1-24 15,7 5-31-15,8-4-21 16,0 0-38-16,0 0-180 0,0 0-451 0,0 0 200 15</inkml:trace>
  <inkml:trace contextRef="#ctx0" brushRef="#br0" timeOffset="118383.78">25768 9756 95 0,'4'-6'297'0,"-4"6"-10"0,1-10-10 0,1 5-15 0,5-1-4 16,-7-6-17-16,0 7-16 0,5-2-11 0,-4-4-13 16,-1 6-11-16,0-5-6 0,0 6-10 0,2-5-16 15,-2 1-9 1,-2-2-11-16,2 5-17 0,0-2-2 0,-1-2-16 16,-4 3-9-16,-4 1-8 0,3-2-16 0,-2 1-2 15,1 0-14-15,-5 1-4 0,2 2-3 0,0 0-7 0,-3 2-5 16,-2 0-2-16,0 1-1 0,7 0-10 15,-5 2-2-15,0 1-8 0,4 0 5 0,-4 2-11 16,3-2 3-16,5 5-5 0,4 0 4 0,-8 2-3 0,9 2 2 0,0-3 2 16,9 7-2-16,-3-1-1 0,4 9-5 0,3 0 7 15,2 0-5-15,7 3-3 0,-6-2 9 0,11 7 3 0,-2 1-9 16,-7-7 2-16,-2-1 1 0,6 2-3 0,-5-3 11 16,2 3-11-16,-4-1-2 0,-5-6 1 0,3 3 0 15,-3-5 0-15,-1-1 7 0,-3-1-15 0,1-1 5 16,-7-3-3-16,0-3-2 0,0 1 5 0,-3 1-7 15,3-3 4-15,-5-1-1 0,-4 1 0 0,4-4-9 0,0 2-8 0,-1 0-28 16,-6-3-25-16,6-2-29 0,-6 3-28 0,5-1-38 16,-4-2-52-16,-1-1-71 0,2 3-274 0,10-3-612 15,-16 0 271-15</inkml:trace>
  <inkml:trace contextRef="#ctx0" brushRef="#br0" timeOffset="118853.81">24332 10125 32 0,'-15'0'328'16,"0"-5"-4"-16,7 5-9 0,8 0-19 0,-20 0-12 16,20 0-10-16,-10-1-2 0,10 1-3 0,0 0 13 0,0 0 1 0,36 9-10 15,-4-3-17-15,21 0-19 0,6 1-12 0,27 0-14 16,2 0-21-16,7-1-19 0,1 0-17 0,8 6-14 16,-2-8-16-16,-2 6-11 0,1 0-10 0,-9-3-11 15,-1 1-12-15,-26 1-8 0,-1-2-20 0,-2-4-37 16,-6 5-50-16,-10 3-56 0,4-4-44 0,-5-1-37 15,-16 1-40-15,-9-2-57 16,-3 1-61-16,-6-5-64 0,-6 1-245 0,4-1-691 16,-9-1 307-16</inkml:trace>
  <inkml:trace contextRef="#ctx0" brushRef="#br0" timeOffset="123532.03">26594 9973 107 0,'-3'-5'323'16,"3"5"-14"-16,0-8-21 0,0 8-20 0,0 0-18 15,0 0-27-15,0 0-14 0,0 0-24 0,0 0-16 16,0 0-23-16,0 0-15 0,-2-6-13 0,2 6-17 15,0 0-4-15,0 0-11 0,0 0-11 0,0 0-10 16,0 0-4-16,0 0-1 0,0 0-13 0,0 0-8 0,0 0-4 0,0 0-9 16,0 0-6-16,0 0-6 0,0 0-17 0,0 0-17 15,0 0-21-15,0 0-28 0,0 0-35 0,0 0-45 16,19 14-34-16,-19-14-42 0,13 0-218 0,-13 0-481 16,7 1 213-16</inkml:trace>
  <inkml:trace contextRef="#ctx0" brushRef="#br0" timeOffset="123854.93">26560 9748 61 0,'0'0'278'0,"0"0"-16"0,0 0-15 16,-5-7-18-16,5 7-25 0,0 0-16 0,0 0-21 0,0 0-20 15,-2-6-17-15,2 6-14 0,0 0-14 0,0 0-9 16,0 0-10-16,0 0-7 0,0 0-9 16,0 0 0-16,0 0-12 0,0 0-6 0,0 0-2 0,0 0-7 15,3 21 0-15,-3-21-4 0,5 6-7 0,-5-6 1 16,0 0-1-16,7 1-6 0,-7-1-2 0,0 0 0 0,0 0-3 0,7 5-1 16,-7-5-2-16,0 0 1 0,0 0-4 0,0 7 6 15,0-7 4-15,0 0 11 0,0 0 7 0,0 0-1 16,0 0 1-16,0 0-12 0,0 0-1 0,0 0-5 15,0 0-3-15,0 0-10 0,0 0-16 0,0 0-18 16,0 0-27-16,0 0-39 0,0 0-48 0,0 0-52 16,0 0-63-16,0 0-172 15,0 0-461-15,0 0 205 0</inkml:trace>
  <inkml:trace contextRef="#ctx0" brushRef="#br0" timeOffset="132050.34">27588 9685 151 0,'-4'-6'293'0,"-1"-1"-19"16,2 1-15-16,-2 0-12 0,3-1-10 0,-3 1-4 15,-3-1-14-15,1 3-10 0,-1-4-16 0,2 4-10 16,-6-2-6-16,5 1-14 0,-3 3 1 0,-3-1-13 0,3-2-6 16,-3 1-9-16,1-1-9 0,-1 2-11 0,-3 1-13 0,4-1-15 15,-3 3-7-15,5 0-11 0,10 0-9 0,-20 0-8 16,20 0-4-16,-15 0-11 0,7 5 2 0,8-5-4 15,-15 3-7-15,10 0-1 0,-1 0-2 0,4 5-7 16,2-8 2-16,0 8 0 0,0 2-1 0,2-5-9 0,3 3 0 16,1 0-4-16,8 3 1 0,-3 1 5 0,4-1-1 15,-2 7-5 1,2-5 6-16,0 1-5 0,3 0-4 0,-3 1-4 0,-2-2 2 16,2 2-8-16,0 0 2 0,-3 0-6 15,1-2-4-15,-6 2-3 0,4-4 4 0,1 1-8 16,-6-1 3-16,-4-1-4 0,5-2-4 0,-6 2 2 0,3-3 4 15,-3 2-4-15,-2-3 7 0,2 2 3 0,-2 1-4 16,1-3 13-16,-5 2-11 0,1-3 3 0,-1 3 3 16,-1-2-3-16,-2-1 5 0,-1-2 5 0,-1 5-9 0,-1-4 3 0,-1 0 5 15,2-1-2-15,-5-2-14 0,-5 6-20 0,6-7-20 16,-1 4-18-16,0-1-18 0,0 0-21 0,7-1-30 16,-6-1-38-16,4-1-44 0,10 0-43 0,0 0-220 15,-18-6-531-15,17 3 236 0</inkml:trace>
  <inkml:trace contextRef="#ctx0" brushRef="#br0" timeOffset="132288.63">27798 9797 200 0,'0'0'256'0,"0"0"-24"0,0 0-31 0,0 0-17 0,0 0-16 0,0 0-21 15,10 13-12-15,-10-6-17 0,0 5-10 0,0-2-11 16,0 3-10-16,0 2-9 0,0 3-6 0,0 2-5 16,0-4-7-16,0 5-5 0,0-3-6 0,3 3-2 15,-3 0-4-15,2 6-8 0,-2-11-30 0,0 3-36 16,1-2-40-16,6-5-54 0,-2 1-57 0,-3-1-158 16,-1-3-367-16,7-1 163 0</inkml:trace>
  <inkml:trace contextRef="#ctx0" brushRef="#br0" timeOffset="133021.68">28071 9831 18 0,'0'-6'322'15,"6"2"-5"-15,-6-4-17 0,0 8-21 0,2-11-22 16,5 6-24-16,-7-3-23 0,0 8-21 0,8-3-19 0,-8 3-15 15,7-4-16-15,-7 4-14 0,8-4-13 0,-8 4-13 16,11-1-9-16,-11 1-10 0,0 0-7 16,22 1-9-16,-22-1-8 0,8 8-9 0,-1-5 4 0,-7-3-14 0,10 5 0 15,-4-1-6-15,1 2-5 0,-2 0-4 0,2 0-5 16,-1 0-6-16,1 3-3 0,-1-1-5 0,-1-3-1 16,4 4-5-16,-3 6 0 0,3 2-1 0,-6-8 5 0,7 4-5 15,-8-1 0-15,4 2-1 0,-4 1 1 0,4 3 1 16,-4-8-2-16,1 7 1 0,-3-2 1 0,2 3 0 15,-4-2-2-15,2-1 4 16,0 1 0-16,-3 0-1 0,3 1 0 0,-2-3 2 16,-1 4-1-16,0 2 0 0,1-5-4 15,-1 0 1-15,1 1 3 0,1 0-2 0,-1-1 1 0,-3-2 2 16,5 1-1-16,-2-2-2 0,2-4 3 0,0 4 1 16,2 0-1-16,3 2 0 0,-3-6-2 0,-2 0 4 15,1 0-3-15,-1 1 2 0,2-2 1 0,-2 0-1 16,0-7-3-16,3 10 9 0,-3-7-8 0,0-3 0 0,2 7 4 0,-2-7 4 15,0 0 2-15,0 0 9 0,-5 7 1 0,5-7 9 16,0 0-3-16,-20 1 0 0,10-1-2 0,10 0 3 16,-20-3-1-16,9 1 1 0,-4-2 8 0,6 3-9 15,-7-6 1-15,4 4 8 0,-3-1 5 0,5-4-3 16,-1 3 4-16,3-3-6 0,1-1 0 0,-1 0 2 16,8 0-12-16,0-3 5 0,0 2-15 0,8-4-8 0,0-3-6 0,10 1-10 15,4 1-5-15,3-9-8 0,5 8-8 0,11-9-5 16,-3-2-7-16,0 7-1 0,7 1-6 0,-9-1-4 15,9-3 0-15,-17 8 6 0,2 0 2 0,0 0 4 16,-6-2 3-16,5 5 6 0,-10-4 2 0,-4 2 2 16,2-1 5-16,-6 3 7 0,-2-1 0 0,1-1 5 15,-5 5 3-15,1-2-3 16,-11 0 6-16,5 1-1 0,-1 0 0 0,1 5-1 16,-5-2 3-16,-7 0 5 0,2 2 0 0,2 4 1 15,-7-1-2-15,7 2 1 0,8 0 3 0,-23 2 5 16,11 1-8-16,2 2 1 0,-5 4 4 0,2-5 2 15,6 4 3-15,-3-1 5 0,2 4 1 0,1 2 2 16,2 1-1-16,-4 0 1 0,7 0-3 0,2-2 2 16,0 0 2-16,0 4-4 0,2-2 2 0,6 1-3 0,-2 0 1 0,3-5-12 15,-1 1-19-15,5 1-30 0,0-1-45 0,-1-6-60 16,-2 2-71-16,5-3-77 0,-4-1-170 0,3-2-508 0,-6-2 225 16</inkml:trace>
  <inkml:trace contextRef="#ctx0" brushRef="#br0" timeOffset="133391.44">28253 9414 189 0,'0'0'365'16,"0"0"-26"-16,-10-3-33 0,10 3-29 0,-10-3-29 0,10 3-24 16,0 0-29-16,0 0-19 0,0 0-18 0,-10 7-16 15,10-7-17-15,-7 7-9 0,7-2-9 0,0-5-14 16,-1 11-12-16,1-4-4 0,0-7 0 0,8 12-15 16,-5-7-7-16,1-1-6 15,6 2-3-15,-4-2-6 0,1 1-2 0,1 2-2 16,0-3-8-16,-1-3 12 0,-2 1-12 0,-5-2-4 15,13 0-5-15,-13 0 2 0,0 0-4 0,13-3-2 16,-11-1 1-16,3-3-17 0,-5 7 2 0,-2-12 1 16,4 8-4-16,-2 4-15 0,-5-15-11 0,3 10-19 15,-4-2-20-15,-1 3-25 0,-1-3-32 0,0 3-41 16,-1 1-56-16,1 1-51 0,8 2-194 0,-28 4-506 0,13 1 224 0</inkml:trace>
  <inkml:trace contextRef="#ctx0" brushRef="#br0" timeOffset="133892.72">29059 10248 99 0,'0'0'390'0,"0"0"-10"15,3-6-11-15,-3 6-40 0,0 0-30 0,12-6-32 16,-12 6-27-16,11-1-24 0,-11 1-24 0,0 0-18 16,24 5-17-1,-18-2-12-15,4 2-8 0,3 5-26 0,-4-5-10 16,4 7-12-16,-6-3-12 0,7 4-3 0,-4 1-3 0,-5-1-9 15,5 3-9-15,-5-3-14 0,3 1-4 0,-8-1-11 16,0-1-16-16,-6 1-8 0,3 1-13 0,-11-5-16 16,8 3-19-16,-8 1-22 0,-2-5-15 0,-4 2-16 15,5-5-23-15,-1 2-30 0,-4-3-45 0,5-4-47 16,3 1-55-16,1-2-161 0,-4 1-500 0,15 0 222 0</inkml:trace>
  <inkml:trace contextRef="#ctx0" brushRef="#br0" timeOffset="134594.51">29685 9708 256 0,'0'-3'355'0,"0"3"-26"16,0-11-22-16,3 6-26 0,-3 5-33 0,0 0-23 15,2-8-25-15,-2 8-20 16,0 0-27-16,0 0-13 0,0 0-10 0,0 0-21 16,0 0-7-16,0 0-9 0,0 0-11 0,3 24-8 15,-3-17-10-15,-2 5-5 0,2-1-9 0,-1 4-3 16,1 3-5-16,-2-4-3 0,-1 2-7 0,-2 2 1 16,1 0-5-16,4 8 4 0,0-7-7 0,-1 0-1 15,-3 2-4-15,4-1-1 0,-1-2-3 0,1 0-2 0,1 0 2 16,-1-4-3-16,5 5-1 0,-1-4 10 0,1 0-8 0,1-2-1 15,2 1 5-15,2-5-8 0,5 0-4 0,2 0-5 16,-1-1 0-16,-1-1-8 0,5-1-5 0,-3-5-6 16,6 1-5-16,-2-4-8 0,-1 1-3 0,2-3-5 15,-1 0 1-15,-2-1 4 0,-5 0 2 0,3-4 3 16,0 3 3-16,-3-3 4 0,-4 3 3 0,-3-4 3 0,3 1 6 16,-3 1 9-1,-6-3 8-15,4 7 5 0,-3-3 10 0,4-1 3 16,-6 4 1-16,0 4 0 0,0-8 4 0,0 8-5 0,2-11-7 15,-2 11-10-15,2-1 1 0,-2 1 0 16,0 0-2-16,0 0-1 0,0 0 4 0,0 0 0 16,-10 21-6-16,10-15 5 0,0 0 0 0,-2 3-1 0,4 3-1 15,-2-3-4-15,3 3 3 0,0 0 2 0,-3-1-3 16,2 0 4-16,5 1-4 0,-1 0-4 0,-1-1-9 0,5 2 3 16,-3 2-7-16,6-1-7 0,-3-6-6 0,5 5-3 0,0-6-4 15,0 4-1-15,3-2-2 0,-10-5 2 0,7-2 4 16,2-1 2-16,-6-1 4 0,-4 0 4 0,6-1 1 15,-3-2 5-15,-3-1 1 0,-6-7 2 0,8 3 6 16,-4 4 18-16,-5-8-2 0,0 0 7 0,0 3 14 16,0-8 5-1,-5 2 5-15,-4 0 6 0,4-1-6 0,0 0-1 0,-6 0 2 16,-1 1-3-16,2 0-2 0,0-1-5 0,-3 4-3 16,5 1-6-16,-4-1 1 0,2 8-7 0,4-4-6 15,-4 1-18-15,0 3-19 0,5 0-30 0,0 3-17 16,5 1-10-16,-15 0-6 0,15 0-18 0,0 0-33 15,0 0-28-15,0 0-38 0,23 20-27 0,-10-13-32 16,2-1-174-16,7 6-472 0,-6-5 209 0</inkml:trace>
  <inkml:trace contextRef="#ctx0" brushRef="#br0" timeOffset="134857.51">30578 10091 168 0,'0'0'279'0,"-1"-8"3"16,1 8 4-16,0 0 7 0,-5-12-3 0,0 6-24 0,-2 3-13 0,4-2-8 15,-9 1-7-15,6 0-8 0,-4-3-8 0,-5 6-14 16,3-5-12-16,4 6-9 0,-7 0-12 0,0 0-18 16,0 0-13-16,0 0-12 0,5 3-16 0,-1 1-7 15,-4-1-10-15,3 5-12 0,1-4-7 0,3 4-3 16,-1 0-4-16,3 2-2 0,-1 3-3 0,0-3-1 16,4 2-4-16,3 1-1 15,0 3-5-15,3-1-7 0,6 2 3 0,-3-3-2 16,3-1-5-16,4 1-10 0,3 2-8 0,3-5-28 15,0 4-35-15,8-2-39 0,-2-4-44 0,3 1-31 16,2 0-36-16,-2-5-62 0,-2-1-74 0,6-4-70 16,-12 0-280-16,3-2-727 0,2-4 322 0</inkml:trace>
  <inkml:trace contextRef="#ctx0" brushRef="#br0" timeOffset="138448.29">28854 10897 42 0,'3'-7'292'0,"-3"7"-4"0,0-8-16 0,0 8-29 0,0 0-15 16,2-7-32-1,-2 7-22-15,0 0-23 0,0 0-19 0,0 0-13 16,0 0-12-16,0 0-7 0,-5 22-17 0,3-14-4 16,-1 1-10-16,-2 1-3 0,1 6-7 0,1-1-4 15,0 1-6-15,-4 3-5 0,6-3-3 0,-3 3-6 16,-2 0-1-16,-3 5-4 0,3-4-3 0,4-3-3 0,-5 4-5 16,6-2 3-16,-4 0-6 0,-3-2 2 15,3-2-3-15,1 1 6 0,-2 1 0 0,6-4 5 0,-2 1 4 0,4-4 6 0,-2 5 4 16,8-5 4-16,-1 3 8 0,1-4 1 15,-2 5-2-15,13-4-1 0,-3-1-5 0,6 0-4 16,-4-2-3-16,8 3-8 0,1-1-1 0,1-4 0 0,2 3-1 16,3-1-8-16,-3 0-3 0,1-3 4 0,-3 0-1 15,2 1-9-15,-7-2 4 0,4 0-3 16,-4-2 1-16,-7 2-2 0,1-1-3 16,-2 0-4-16,-5-2 1 0,1 0-18 0,-11 0-6 15,15 0-22-15,-15 0-21 0,14-2-27 16,-14 2-33-16,0 0-37 0,6-5-45 0,-6 5-31 0,7-7-40 15,-6 4-181-15,-1 3-493 0,2-12 219 0</inkml:trace>
  <inkml:trace contextRef="#ctx0" brushRef="#br0" timeOffset="138764.69">29299 11202 129 0,'0'0'279'0,"-7"-6"-14"0,7 6-21 16,0 0-18-16,0 0-29 0,0 0-21 0,0 0-17 0,0 0-15 0,0 0-13 16,0 0-15-16,0 0-9 0,17 18-13 0,-9-12-8 15,0 3-9-15,6-3-7 0,-6 6-6 0,4-2-5 16,2-1-5-16,-4 2-5 0,4 1-5 0,-8-6-7 16,9 2-1-16,-7 0-5 0,-1 0-2 0,0 1-5 15,1-5-1-15,-6 4-6 0,3-1 1 0,-5 3-2 16,0-3-2-16,0 1 0 15,-2-1 1-15,-3 0-4 0,-3 1 2 0,3-2-4 16,-4 3 5-16,1 0-8 0,-7 1 3 0,0 1 0 16,0 1-4-16,1-1 0 0,-3 2-7 0,5-1-20 15,-3 3-28-15,2-3-35 0,2 3-45 0,-1-3-40 16,9-2-52-16,-1 1-186 0,4-1-441 0,4 1 195 16</inkml:trace>
  <inkml:trace contextRef="#ctx0" brushRef="#br0" timeOffset="139087.59">29966 11256 5 0,'0'-9'377'0,"0"0"5"0,0 5 10 16,0-4-10-16,0 8 1 0,0-8-43 0,0 8-21 15,0-7-33-15,0 7-27 0,2-4-24 0,-2 4-31 0,0 0-26 16,0 0-16-16,0 0-17 0,0 0-18 0,0 0-9 16,0 0-19-16,-2 27-6 0,2-20-12 15,0 9-5-15,0 1-6 0,0 4-11 0,2 0-1 0,-2 3-7 0,0 8-9 16,0-11-1-16,0 7-7 0,-4 2 4 0,3-3-12 16,1 3-1-16,0-3-10 0,-2 0-18 0,4-2-16 0,-2 1-2 15,0-6-20-15,1-1-34 0,-1-3-6 0,2 1-18 16,1-2-17-16,1 0-15 0,-1-3-18 0,0-3-31 15,2 1-43-15,2-3-45 0,-1-3-37 0,-2-1-261 16,4 0-612-16,-8-3 271 16</inkml:trace>
  <inkml:trace contextRef="#ctx0" brushRef="#br0" timeOffset="139403.99">30079 11196 208 0,'-10'-16'346'0,"6"2"7"0,-1 1 8 0,-5 2 1 16,7 1-10-16,1 0-3 0,-1 2-15 0,0 0-20 16,1 2-22-16,-1 1-20 0,3 5-26 0,-2-10-27 15,2 10-20-15,0-6-19 0,0 6-18 0,0 0-18 16,10-3-17-16,-10 3-14 0,12-3-12 0,-12 3-11 16,21 6-11-16,-14-2-6 0,6-2-11 0,-3 4-8 15,5 3-10-15,-5-2-12 0,1 1-10 0,3 1-5 0,-8-3-8 0,4 5-2 16,3 1-15-16,-8-1-3 0,-3-2-3 0,5 2-7 15,-6 0 0-15,-1 1-1 0,0 1-7 0,-1 1-2 16,-8-6-2-16,-4 7-4 0,5-4-21 0,-5 4-20 16,-1-3-21-16,-2 1-21 0,-6 2-18 0,7-1-13 15,-11 4-12-15,6 0-17 0,2-6-26 0,-5 3-37 16,8-2-45-16,2 2-38 16,1-1-215-16,-1-1-587 0,3-1 260 0</inkml:trace>
  <inkml:trace contextRef="#ctx0" brushRef="#br0" timeOffset="139969.29">30155 11535 60 0,'0'0'298'0,"0"-6"3"0,0 6 0 15,-5-13-3-15,5 10-13 0,5-4 2 0,-5 0-11 16,0 7-14-16,0-10-12 0,0 3-25 15,0 7-16-15,0-4-19 0,0 4-11 0,1-9-22 0,-1 9-18 16,5-6-17 0,4 3-3-16,-9 3-14 0,6-2-14 0,-6 2-9 15,22 2-10-15,-14 0-2 0,0 2-17 0,-1-1-4 0,6 6-13 16,0-5-15-16,-4 3 7 0,6 3-18 0,-4-3-16 16,1 1-8-16,-1 2-8 0,1 1-5 0,-1 1-15 15,-4-3 12-15,3 2-15 0,-3 1-1 0,-1-4-6 16,-4 3 3-16,1-2-4 0,1 1 3 0,-4-1 10 15,-4-1 0-15,4 2 4 0,-3-5 2 0,-4 4 1 0,2-6 7 16,2 1 3-16,-5 2 1 0,4-2 3 0,4-4 6 0,-13 4 7 16,13-4-1-16,-10 0-4 0,10 0 9 0,0 0 8 15,0 0 4-15,-15-8 1 0,15 8 3 0,0-7-4 16,0 7 0-16,7-16 0 0,-2 8-6 0,3 1 1 16,-1-4 0-16,4-1 5 0,4 0-2 0,0-1-4 15,0 3 1-15,-2 2-1 0,6-3-3 0,-5 3 8 0,1-4-8 0,2 9 0 16,-9-6-2-16,0 6 3 0,1-2-2 0,2 3 0 15,-7-3 0-15,-4 5 0 0,13-3-5 0,-13 3 3 16,5-1-6-16,-5 1 2 0,0 0 1 0,0 0 0 16,10 9 2-16,-10 1-3 0,0-1 1 0,0-2 2 15,0 4 0-15,0 1 0 0,0 2 8 0,0 3-4 16,5-5-5-16,-5-1-2 16,0 5-6-16,0-1-11 0,6-3-5 0,-2-4-8 15,1 7-17-15,-4-6-19 0,6 2-24 0,0-2-26 16,1 0-34-16,0-3-30 0,4 0-26 0,-4 2-16 0,13-7-4 15,-4 2-4-15,3-2-132 0,-4-1-399 0,1 0 177 16</inkml:trace>
  <inkml:trace contextRef="#ctx0" brushRef="#br0" timeOffset="140406.59">30881 11590 104 0,'0'-10'215'0,"0"1"10"0,0 0 5 16,0 0 5-16,-5 3-1 0,5-5-5 0,-8 8-6 15,6-4-1-15,-3 2-22 0,4 0-17 0,1 5-17 16,-12-7-20-16,6 6-8 0,6 1-19 0,0 0-12 15,-22 5-5-15,14-2-10 0,-1 4-5 0,3-1-12 0,-4 0-2 16,5 0-3 0,-5 3-3-16,5 0-6 0,2 3-1 0,-4-3-12 15,4 5-2-15,3-6 3 0,3 3-9 0,-3 5-6 0,7-4-3 16,-2-1-13-16,6 2 0 0,-2-3-7 16,5 0-15-16,3-1-11 0,3-1-15 0,-7-3-14 15,10 0-1-15,-1-2-8 0,-4 0-3 0,7-3-6 0,-4-3-3 16,-4 0 1-16,4-2 6 0,-1 0 5 0,-5-3 8 15,2-1 3-15,-4-1 5 0,-3 0 4 0,0 1 7 0,-2-3 7 0,0-1 17 16,-4 4 15-16,-1-3 20 0,-3 0 16 0,5 4 14 16,-5-2 12-16,-5 2 1 0,3 3 1 15,1-3 6-15,-3 2-3 0,4 6-8 0,-8-9-2 0,5 5-12 16,3 4-6-16,-12 0 2 0,12 0-17 0,0 0 2 16,-18 7 2-16,13-3-3 0,-5 3 1 0,5-2 6 15,-5 3 1 1,7 1-8-16,0-2 5 0,-1 4 6 0,-2 1-11 0,4 0-9 15,2-1 13-15,0 0-8 0,5 1-5 0,-2-1 3 16,4 2-4-16,1-5-5 0,0 4-2 0,7-3-23 16,0 1-23-16,2-2-19 0,1-2-27 0,0 2-42 15,5-4-28-15,-1-3-32 0,-6-1-49 0,4-1-48 16,3-8-53-16,-3 3-239 0,-3-2-607 0,1-2 269 16</inkml:trace>
  <inkml:trace contextRef="#ctx0" brushRef="#br0" timeOffset="140707.34">30883 11130 332 0,'-7'-3'334'0,"7"3"-18"0,0 0-18 0,-8-5-30 16,8 5-27-16,0 0-23 0,-7-3-24 0,7 3-19 15,0 0-22-15,0 0-14 0,0 0-12 0,0 0-11 16,0 0-12-16,0 0-15 0,-8 11-3 0,8-11-13 15,0 0-9-15,0 0-7 0,8 12-10 0,-8-12-7 0,0 7-7 16,5-3-4 0,-5 2-3-16,0-6 2 0,2 5-7 0,-2-5-3 15,13 2 7-15,-13-2-11 0,0 0 9 0,0 0-13 16,0 0 5-16,0 0-3 0,17-9-1 0,-17 5 0 16,0 4 6-16,0-11-6 0,0 11-4 0,3-9 0 15,0 3 0-15,-3 6-11 0,-3-9-20 0,3 9-30 0,-5-8-39 16,5 8-40-16,-13-5-59 0,13 5-55 0,-8 0-262 15,8 0-550-15,-22 1 244 0</inkml:trace>
  <inkml:trace contextRef="#ctx0" brushRef="#br0" timeOffset="143844.62">26687 9860 199 0,'0'0'268'0,"0"0"-23"0,-2-7-14 15,2 7-16-15,0 0-13 0,0 0-11 0,0 0-16 16,0 0-12-16,0 0-14 0,0 0-14 0,0 0-11 0,0 0-12 16,0 0-12-16,0 0-8 0,0 0-9 0,0 0-12 15,0 0 1-15,0 0-9 0,0 0-10 0,0 0 2 16,0 0-10-16,0 0-8 0,0 0-3 0,0 0 0 15,32 7-5-15,-25-6-2 16,6 2-2-16,-3-3-5 0,3 2 1 0,-1-1-3 16,-1 3-4-16,2 0-3 0,-3-3 0 0,0-1 1 15,-10 0-1-15,18 2-1 0,-9-2-1 0,-9 0 3 16,0 0-5-16,18 0 2 0,-18 0 1 0,3 1-3 16,-3-1 2-16,0 0-1 0,0 0-2 0,4-11-3 15,-4 11-2-15,0 0-1 0,-15-8-1 0,6 6-7 16,-1-3-5-16,2 1-14 0,-3-1-16 0,-3 4-21 0,4-3-31 0,-3 2-39 15,13 2-49-15,-25 0-44 0,19 0-214 0,-9 4-477 16,7-2 211-16</inkml:trace>
  <inkml:trace contextRef="#ctx0" brushRef="#br0" timeOffset="196046.47">7995 10935 215 0,'-1'-3'291'0,"1"3"-19"15,0 0-22-15,0-11-25 0,0 11-23 0,0 0-25 16,0 0-19-16,0 0-17 0,0 0-11 0,0 0-14 0,0 0-9 0,0 0-8 16,0 24 4-16,0-13-7 0,1 5-7 0,-1 6 6 15,5-3-1-15,-1-4-9 0,1 10 0 0,-4 2-7 16,4 5-5-16,4-5-8 0,-6 0-2 0,2 0-11 15,-2 2 3-15,2-2-11 0,0 4-4 0,-2-3-3 16,1-1-4-16,-1-3-5 0,-1 2 3 0,3-7-5 16,-2 2-4-16,-1-4-1 15,3 1-2-15,1-3-8 0,-4 0-13 0,1 0-14 16,4-7-20-16,-6 2-18 0,1-4-25 0,1-2-41 16,4-2-56-16,-7-2-57 0,13 0-55 0,-13 0-166 15,12-11-493-15,-9 3 218 0</inkml:trace>
  <inkml:trace contextRef="#ctx0" brushRef="#br0" timeOffset="196315.99">8080 10978 139 0,'0'-7'301'16,"-2"3"-16"-16,4-4-14 0,-2 0-24 0,0 8-22 15,0-10-21-15,0 10-20 0,3-5-20 0,-3 5-19 0,10-1-13 16,-10 1-14-1,18 6-11-15,-13 0-9 0,7 3-12 0,4 2-10 16,-1 4-4-16,-1-2-9 0,2 9 0 0,-3-6-10 0,4 3-5 16,-2 5-2-16,3 0-4 0,-3 0-8 0,0-2-8 15,0 1-8-15,-4 3-12 0,4-6-18 16,-3 0-17-16,-1 2-12 0,-2-5-22 0,1 0-17 0,1-1-23 16,-3-3-16-16,2-2-21 0,-3-4-15 0,6 0-14 15,-6-6-17-15,4 3-16 0,3-7-124 0,-8 3-353 0,-6 0 156 16</inkml:trace>
  <inkml:trace contextRef="#ctx0" brushRef="#br0" timeOffset="196748.26">8578 11122 134 0,'0'-17'164'0,"0"7"11"0,-2 0 2 15,-3 1-2-15,4 1-4 0,-6 1-12 0,6-1-16 16,1 8-13-16,-7-4-16 16,7 4-12-16,0 0-9 0,0 0-10 15,-23 12-9-15,14-6-6 0,-2 5-5 0,-1 2-6 0,1 1-5 16,2 5-11-16,-5-4-3 0,-1 6-1 0,1-5-4 15,4 1-6-15,1-3 0 0,-1 2 1 0,1 2-6 16,-4-2-2-16,10 0 2 0,-10-3-7 0,9-4-2 16,-1 0-1-16,-1-2 1 0,2 0 2 0,3-2 2 15,1-5-3-15,0 0-3 0,0 0 0 0,0 0 1 0,0 0-3 0,20-19-1 16,-12 6 3-16,8-12 1 0,-1 5 9 0,0-8 4 16,5 1 7-16,0 0 10 0,-2-7 17 0,-3 9 15 15,0-1 19-15,0-1 12 0,-2 3 13 0,-6 6 26 16,1-2 28-16,-1 4-12 0,1 1 13 0,-2 1 0 15,-4 2-4-15,5 3-10 0,-6 2-10 0,4-1-11 16,-3 0-17-16,3 4-16 0,-5 4-14 0,3-5-15 0,-3 5-9 0,0 0-5 16,0 0-6-16,18 10-8 0,-16 1-3 0,3 2-7 15,-3 5-6-15,6 5-2 0,-3 0-3 0,-3 4-5 16,6 0-10-16,-1 5-15 0,1-5-17 0,-3 2-11 16,0-1-14-16,0 3-3 0,1-7-16 0,1 3-16 15,1-1-7-15,-3 1-9 0,-1-6-8 0,4-5-8 16,-5-1-2-16,5 2-8 15,-1-2-12-15,-2-1-20 0,2-7-23 0,-1 2-15 16,-2-5-27-16,4 3-35 0,-3-6-4 0,5 2-11 16,-5-2-208-16,-5-1-515 0,16-1 228 0</inkml:trace>
  <inkml:trace contextRef="#ctx0" brushRef="#br0" timeOffset="197481.31">8980 11247 51 0,'9'-9'254'0,"-9"-3"11"16,0 6 4-16,0 0 4 0,0-1-1 0,0 7-4 15,0-14 3-15,-7 8 2 0,7 6-12 0,7-9-1 16,-7 9-45-16,0 0-10 0,-7-9-26 0,7 9-19 16,0 0-22-16,0 0-13 0,-2-5-15 0,2 5-9 15,0 0-10-15,0 0-8 0,0 23-14 0,0-14-2 16,0 3-6-16,0 0-10 16,0 2-14-16,2-1-16 0,5 4-20 0,-1 0-5 15,-6 2-15-15,8-3-8 0,-1 0-5 0,1-2-4 16,-3 2 2-16,4-4-3 0,1 0-6 0,3 1-3 15,2-6 0-15,-7-1-4 0,7-2-1 0,-4-2-1 16,6 0 7-16,0-4 2 0,-4-3 6 0,3-2 6 16,-1 1-1-16,-5-1 3 0,3-5 10 0,2-3-3 15,-1-1 1-15,-1 1 4 0,-5-2 2 0,5-1-2 0,-11 1 17 0,11-2 14 16,-8 1 12-16,0 2 15 0,0 1-1 0,0 7 17 16,-3-6 7-16,-2 2 6 0,3 4-5 0,2-1 3 0,-5-1 1 15,0 2-8-15,-5 3-5 0,5 5-11 16,5-7-11-16,-5 7-9 0,0 0 3 0,0 0-2 15,0 0-4-15,0 0-4 0,0 0-2 0,-10 23-2 0,10-12-3 16,-3 5-2-16,6-4-6 0,-1 6-2 0,-2-2 2 0,3 3-2 16,2 0-6-16,0 4 2 0,3-4-10 0,-1 1-5 15,8 2-9-15,-5-1 0 0,1-3 2 0,4-3-6 0,0-1 1 16,2-1-5-16,7-1-7 0,-4-3 12 0,0-1-14 16,10-4 11-16,-4-1-13 0,-4 2 7 15,-2-10-3-15,5 2 7 0,-5-3 5 0,8-3 2 0,-12-2 1 16,11-4 7-1,-4-4 0-15,-3-2-1 0,-4 0-2 0,6-5 0 16,-6-1-1-16,-1-1 2 0,2-9 0 0,-2-1 4 16,-4-1 3-16,-1 11 0 0,-3 1 6 0,1 1 7 0,-3-1 14 15,-5-5 6-15,0 9 16 0,2-3 13 0,-2 5 1 16,-2-3 4-16,0 6 7 0,-3-2 13 0,-1 2 0 16,4 4-2-16,1-1 14 0,-4 1-19 0,-2-1-9 15,2 5-6-15,2 2-10 0,-2 1-3 0,0-3-6 0,0 9-3 16,-4-2-10-16,9 3 2 0,-11-1-10 0,11 1 2 0,-15 3-7 15,5 6-2-15,2-1-19 0,0 3-8 0,1 7 4 16,0-1 4-16,1 8-1 0,-3-5 1 0,4 5-2 16,4 5 5-16,-1-2 10 0,-3 3-20 0,5 9 0 15,0-10-5-15,0-3 4 0,8 0-5 0,-3 0-3 16,5 1-2-16,4-2 0 16,-1-2-6-16,-3-9-5 0,5 4-7 15,1-2-4-15,1-3-14 0,8 4-17 0,-4-6-11 0,2-5-18 16,0-4-13-16,6 2-16 0,-6-5-7 0,10-2-1 15,-3-1-7-15,-14 0-3 0,14-7 5 0,-5-7 5 16,-4 2-12-16,2-6-10 0,-3 1-8 0,0-4-141 16,-3-4-351-16,3-6 155 0</inkml:trace>
  <inkml:trace contextRef="#ctx0" brushRef="#br0" timeOffset="198020.36">10293 10987 233 0,'0'-28'64'0,"0"1"7"16,0 8 43-16,0-2 18 0,-3-5 25 0,-2 7 17 16,0-5 12-16,3 5 6 0,-3 0-6 0,3 3-12 15,-4-3 14-15,4 3 13 0,-5 4-4 0,7-2-8 16,-5 7-1-16,4 1-4 0,-1-3-10 0,2 3-16 15,0 6-14-15,-5-11-7 0,5 11-33 0,-1-4-11 16,1 4 10-16,0 0-28 16,0 0-8-16,0 0-2 0,6 24-11 0,-6-7 5 15,2-1-15-15,-1 2-7 0,4 0-9 0,-5 17 2 16,0-7-7-16,0 2 2 0,0 1-2 0,7 11-4 16,-12 2-1-16,3 2 5 0,2-7-9 0,-5 3-3 15,4-3 7-15,-1 3-13 0,4-11-8 0,-6 0 0 16,4-3 2-16,0 1-20 0,-3-5-5 0,3-3-7 15,-1-2-9-15,1-1-8 0,1-2-5 0,2-1-4 0,-3-3-3 0,2-5 0 16,0-1-3-16,4-3-12 0,1 1-23 0,-7-4-16 16,0 0-13-16,15-7-12 0,-8 1-11 0,2-1-5 15,-4-5-6-15,9-2 0 0,-6 1-1 0,0-2 19 16,1-4 14-16,2 3 13 0,-8-2 15 0,2 5 27 16,-3-1 21-16,-2-4 24 0,0 6 27 0,-2-5 27 15,-6 7 17-15,5-5 23 0,-1 3 10 0,-9-2 18 0,7 2 24 0,-3-3-1 16,4 7 7-16,-5-3 17 0,9 3 20 0,-4 0-4 15,-3 1 1-15,4 2 10 0,3-2 0 0,-1 3-7 16,-3-2-9-16,5 6-11 0,0-7-13 0,5 0-11 16,-2 2-13-16,9 3-14 0,-7-1-7 0,6 1-5 15,3 1-13-15,1 1-8 0,4 0-3 0,-2-2-6 16,3 4-2-16,-4-1-8 16,-1 4-6-16,2-1-4 0,-1 4 1 0,-2-1-10 15,0 1 4-15,0-1-8 0,-1 5-2 0,-3 3-4 16,5 1 17-16,-2 4-20 0,-8 0 4 0,3-1-1 15,-1 3-3-15,-7-6 0 0,7 11-1 0,-4-8 3 0,0 8-6 16,-3-3-14-16,3-4-19 0,-3-2-18 16,0 1-8-16,0-3-15 0,0 0-10 0,0-4-3 15,4 3-19-15,-4-3-18 0,3-5-20 0,-1 0-29 0,-2 0-47 0,6-6-54 16,-6-1-46-16,9 2-210 0,-9-2-575 0,11-9 254 16</inkml:trace>
  <inkml:trace contextRef="#ctx0" brushRef="#br0" timeOffset="198352.37">10682 10929 301 0,'-7'-3'331'0,"-1"1"-17"0,8 2-19 0,-7-5-27 15,7 5-18-15,-8-2-24 0,8 2-26 0,0 0-20 0,-5-6-22 16,5 6-13-16,0 0-17 0,0 0-9 0,0 0-16 15,0 0-8-15,-10 9-14 0,10-9-9 0,-3 6-2 0,3-6-5 0,0 0-6 16,0 7 0-16,0-7-15 0,0 0-2 16,3 7 0-16,-3-7-4 0,0 0-4 0,8 4 0 15,-8-4 1-15,0 0-6 0,7 1 1 0,-7-1 6 0,0 0 8 16,0 0 10-16,0 0 3 0,15-10 14 0,-15 10 4 16,0-7-5-16,0 0-1 0,0 7-5 0,0-8-8 15,0 8-8-15,-5-7-3 0,3 2-4 0,2 5-7 0,-8-8-14 0,8 8-17 16,-7-6-25-16,-1 3-37 0,8 3-31 0,-11-2-30 15,11 2-31-15,-20 0-54 0,13 4-66 16,-1-3-74-16,1 4-218 0,-6-3-607 0,5 5 268 0</inkml:trace>
  <inkml:trace contextRef="#ctx0" brushRef="#br0" timeOffset="202661.7">10923 11357 122 0,'-5'-5'305'0,"-1"0"-9"16,6 5-25-16,0 0-21 0,0 0-19 0,-7-1-20 0,7 1-24 16,0 0-14-16,0 0-19 0,0 0-15 0,0 0-18 15,0 0-11-15,0 0-11 0,0 0-10 0,0 0 1 0,0 0-16 16,0 0-7-16,35 4-9 0,-25-4-3 0,3 2-1 15,-5-2-9-15,6 0-5 0,-3 3-7 0,-11-3-2 16,25 0-3-16,-17 0 0 0,7 0-6 0,-8 2-1 16,-7-2-3-16,18 0-11 0,-8 0-21 0,-10 0-22 0,0 0-24 15,17 1-30-15,-17-1-41 0,0 0-36 0,13-3-36 16,-13 3-34-16,6-3-179 0,-6 3-450 0,2-6 200 0</inkml:trace>
  <inkml:trace contextRef="#ctx0" brushRef="#br0" timeOffset="204281.09">11493 11053 263 0,'0'-4'284'0,"0"-4"-4"0,0 8-12 0,0-12-10 0,-3 8-15 0,3 4-22 15,-2-11-17-15,2 11-12 0,-10-4-21 0,7 0-16 16,3 4-13-16,-12-4-20 0,12 4-10 0,-15 4-9 16,15-4-12-16,-16 7-8 0,2-4-7 0,6 3-5 15,-4 0-10-15,3 6-7 0,-6-3-6 0,0 5 0 16,8-1-3-16,-4 2-12 0,-1 0-1 0,7 1 5 16,-3 3-7-16,1-1-6 15,0 1 1-15,6-1 0 0,-2 4-5 0,3-2-1 16,3-1 1-16,5 4-1 0,-1 0-2 0,1-6-5 15,5 1 5-15,4 3-3 0,3-1-3 0,-4-8 1 16,11 5-4-16,-4-1-10 0,5-4-1 0,-2 0-9 16,-1-6-7-16,7 0-8 0,-2-3 7 0,-1-3-11 15,1-1 7-15,-5-6-7 0,3 0 3 0,-8-1 0 16,10-4 2-16,-7 2 6 0,3-8-2 0,-11-1 2 0,10-3 2 0,-5-2 0 16,-5-1 9-16,-2-2-4 0,-3-2 4 0,5-13 3 15,-8 2-2-15,-1 9 7 0,-4-3 3 0,-2-3 13 16,3 8 20-16,0 1 9 0,-6-7 15 0,0 8 6 15,3 0 12-15,-2 2-2 0,-3 5 11 0,0 1 11 16,2 2 7-16,3 1-5 0,-5 1-6 0,2 4 3 16,3-4-3-16,-2 11-11 0,-3-4-8 0,3 3-12 0,2 5-13 0,0-12-4 15,-3 9-11-15,3 3-5 0,0 0-16 0,0 0-11 16,0 0 11-16,0 0-9 0,-11 12-1 0,7-5 6 0,1 2-3 16,-4 5-9-16,6-4 7 0,-1 7-13 15,0-2 10-15,1 1 1 0,-1 4-3 0,0 5-4 16,-4 2-2-16,6 2-3 0,-2-2-4 0,2 7-8 0,0-6-11 15,2 1-4 1,-2 3-5-16,8-3-7 0,-6 3 1 0,1-3-6 16,5-2-1-16,-4 1 1 0,2-4-7 0,4 2 0 15,2-3 5-15,-4-3 0 0,4-4-3 0,2-1 3 0,1-3 0 16,4 1-4-16,-5-3 1 0,5 1 8 0,-1-4-1 16,2-1 0-16,10-4-1 0,-16-2 8 15,10 0 6-15,-5-4 1 0,-4-3 7 0,7-4 2 0,-4 2 2 16,4-6 1-16,-1-4 7 0,-4-1-3 0,-6 5 6 0,4-10 0 15,-7 6-1-15,1 1 6 0,-1-8 3 0,-3 8 10 0,-2-3 10 16,1 1 6-16,-3 5 3 0,-2-1 10 0,-3-2 9 16,4 3-7-16,-6 1 4 0,4 4-4 0,-5 0-4 15,2 0-2-15,-5 1-3 0,1 2-1 0,-5 4-4 16,6-5 6-16,-2 6-14 0,-8 0-1 0,1 2 0 16,4 4-1-16,-5 4-1 15,3-1 2-15,-5 3-4 0,5 0-3 16,0 0-3-16,0 4 1 0,1-4-1 0,-1 5 0 0,8 1 0 15,-6-3-5-15,6 6-4 0,-1-5 0 0,1 1-2 16,2 1-6-16,2 0 0 0,3-5 0 0,3 0 0 16,2 1-2-16,2-3-1 0,-2-2-1 0,1 1-8 15,3-1-3-15,4 0-5 0,-1-2-3 0,1-5 1 16,3 0-2-16,-2-3 5 0,7 1 3 0,-6-3-3 0,7 0 3 0,-6-7 5 16,2 2 0-16,2 1 6 0,-2-2-1 0,-3-5 5 15,0 4 3-15,-5 3 2 0,3-9 3 0,-6 3 17 16,0 6 18-16,-4-2 12 0,-1-1 8 0,1 2 7 15,-3 2 2-15,0 1 1 0,3 0 0 0,0-1 0 16,-1 3-10-16,-2 5 0 0,0-7-15 0,0 7-2 16,0 0-5-16,0 0-3 0,0 0-3 0,0 0 2 0,-15 15-3 0,14-8-5 15,-6 4-3-15,5-3 3 0,1 5 4 0,-1 1-10 16,0 1 5-16,1 1-7 0,1 3-3 0,0-2-5 16,1 0-4-16,-1 2-6 0,2-2-3 0,0-1-4 15,-1-2-2-15,4-4-6 0,-1 2-3 0,-1-2 5 16,2 0-13-16,1-3 6 0,1-1-6 0,-4 0-4 15,6-4-5-15,4-1-4 16,-6-1-5-16,-7 0 2 0,14-9-4 0,-4 1 4 16,0-2 7-16,2 0 5 0,1-4 3 0,0-1 5 15,-4-2 5-15,6-5 1 0,-7 6 4 0,3-7 3 16,4 2 5-16,-5 0 5 0,2 4 3 0,-7-1 11 16,3 2 14-16,-1 4 9 0,-2-3 5 0,3 0 2 15,-1 6 2-15,-4 0-3 0,-2 0 4 0,8 1-5 0,-4 4-3 16,-4-2 3-16,1 3-5 0,-2 3-9 0,8-7 0 0,-8 7-7 15,0 0 5-15,0 0-2 0,22 10-7 0,-16-4 5 16,3 3 0-16,-1 1-1 0,-1 0 0 0,1-3 1 16,0 7-2-1,2 2 0-15,-5-1-1 0,5 4 0 0,-5 0-1 0,0-2-4 16,3 5 3-16,-3-6-2 0,2 8 0 16,-6-6-1-16,-1 1 1 0,0 0 1 0,2-4-4 0,-5 2-1 15,-2-6 3-15,3-2 0 0,-3 3 2 0,-3-2 0 16,1-1-3-16,-3-1 3 0,-5-1 4 0,9-2-10 0,-7-2 6 15,4 0 3-15,-2-2-1 0,11-1 3 16,-18-1 8-16,18 1 3 0,-14-6-1 0,4 0-1 16,7 0 0-16,0-2 12 0,3-1-14 0,0 2-3 15,3-9-2-15,2 2-3 0,5-1 0 0,3 0 0 0,2-2-3 16,5-3-5-16,0 3 3 0,3 0 0 0,0 5 0 0,0-4-1 16,-6 4 0-16,4-3 1 0,-1 3-5 0,-3 0 7 0,-2 3-2 15,3-1 0-15,-3 2-4 0,-5 1 10 0,-2 0-4 16,4 3 10-16,-4 1 7 0,0-3 10 15,-6 5 1-15,4-4 1 0,-6 5-3 0,7-5 1 0,-7 5-5 16,7-3 1-16,-7 3-10 0,0 0-6 0,8-4 4 16,-8 4-6-1,0 0 0-15,0 0-3 0,0 0-2 0,0 0 1 16,5 11 0-16,-5-5-1 0,0-6 2 0,5 10 0 0,-2-3-5 16,-1 3 5-16,3-3-2 0,-5 5-8 0,1 1 8 15,8 3-4-15,-4-8-4 0,-4 6 11 0,1-2-2 16,5 8 0-16,-2-7-1 0,-4 4 2 0,-1 0-6 15,4-6 3-15,-1 1 2 0,-3 2-3 0,0 0 4 16,-3 0 1-16,-1-2 3 0,4-3-4 0,-5 3 0 0,2-2 4 0,-4-2-3 16,6 1-1-16,-11-2 0 0,9 1-12 0,-2-1-23 15,-5 0-28-15,5-2-40 0,-3 2-50 0,8-7-75 16,-7 1-78-16,7-1-221 0,0 0-565 0,0 0 251 16</inkml:trace>
  <inkml:trace contextRef="#ctx0" brushRef="#br0" timeOffset="206154.73">13817 11060 247 0,'-5'-9'245'0,"3"-1"-19"0,-5 2-16 0,-4 0-18 16,3 5-12-16,-1-3-15 0,-4 4-12 0,3 1-14 0,-6 2-9 16,2 1-1-16,-4-1-6 0,0 4-4 0,-2 1-4 0,2 3-5 15,-4-2-2-15,7 9-3 0,-1-8-5 16,3 4-7-16,-2 0-6 0,1 3-8 0,5 2-8 15,-5 0-4-15,6 1-8 0,-4-4-4 0,11 4-6 0,-6-1-2 16,7 4-2-16,0-3-3 0,0 1-3 0,7-2-5 16,-6 0 1-1,11-1-5-15,-4 0 1 0,7-2-8 0,2-1 8 16,9 1-8-16,-3-5-7 0,6 2 2 0,-3-4-7 16,2-1 3-16,0-3-11 0,0-3-3 0,-8-3-9 15,13-3-7-15,-3-1-9 0,0-4-3 0,-2 1 1 16,0-5-9-16,-3-4-1 0,2 1-5 0,-4 1-1 0,0-9-1 15,-2-1 1-15,3-5 6 0,-1 5 4 0,-12 0 5 16,6-13 3-16,-9 11 8 0,0-2 20 0,-1 0 21 0,-2 4 15 0,3-1 16 16,-6 1 10-16,-2 0 9 0,0 2 17 0,0 4-1 15,3-3 18-15,-3 3-7 0,0 1 9 16,0 7 13-16,-3-3-19 0,6 5-3 0,-3-1-6 0,0 5-9 16,0-1-9-16,-3-3-10 0,3 6-7 0,0 5-14 15,0-7-5-15,0 7-7 0,0 0-9 0,0 0-2 16,0 0-7-16,0 0 0 0,0 0-6 0,0 0 1 0,0 35 3 0,3-19-3 15,-6 4-2-15,3 7-2 0,-7-3-1 0,4 3 2 16,-2 3-1-16,3 0-3 0,-4 10 6 0,-1-10-10 16,7 12-10-16,-3-8-5 0,0 3-4 0,3-6-4 15,0-1 0-15,3 1-11 0,0-4-9 0,4 1-1 16,-1-1-6-16,1-5 1 0,3 4 2 0,3-8-5 16,-6-1-1-16,8-4-3 15,1 1-3-15,4-5-9 0,2-1-3 0,-6-4 3 16,6 1-6-16,1-6 5 0,5-2 1 0,2 0 3 15,0-6 4-15,-6 0 4 0,3-2 4 0,-2-6 1 16,1 0 1-16,2-6-2 0,-4-1 3 0,-8-1 3 16,4-1 6-16,-7 3 3 0,2-3 7 0,-10 2 14 15,-2-1 9-15,4 3 13 0,-5 4 11 0,-4 2 11 16,-5-2 4-16,7 3 5 0,-6-2-4 0,-2 8 3 0,-1-6-3 0,-2 10-4 16,-4-5-2-16,0 3-1 0,0 1-3 0,-5 2-5 15,4 2-3-15,-4 4 2 0,3 0-3 0,2 5 3 16,-6 0-10-16,4-3-1 0,2 4 5 0,4 3 0 0,-1-1-7 15,-1 4 2-15,5-1-1 0,-1-3-2 0,4 4-2 16,-1 1-8-16,4-5 1 0,0 1-3 16,4 5-5-16,-2-5-4 15,2 1-2-15,4 0-1 0,1-1-6 0,3 1-4 16,-3-7-8-16,9 5-6 0,-1-3-4 0,-2-1 2 16,0-2 0-16,2-2 6 0,0-1 3 0,2-1 5 15,-4-1 6-15,-1-2 0 0,-1 0 2 0,2 2 4 0,1-11 6 16,-6 4 11-16,0 2 20 0,2-6 18 0,0 4 13 15,-5 0 13-15,2 0 6 0,-2-3 19 16,-2 1 4-16,-1 1 7 0,-2 1 4 0,0 0 3 0,6 0-6 0,-4 0-1 0,-2 3-6 16,0 5-9-16,2-8-15 0,-2 8-10 15,0-7-6-15,0 7-7 0,0 0-6 0,0 0-5 0,0 0-8 16,0 0-6-16,-10 17-9 0,10-9-2 0,0 3-6 16,0-4-10-16,0 9-6 0,0-1-10 0,0 2-9 15,0 1-7-15,6-2-9 0,-4 3-6 0,0-4-6 16,3 4-6-16,3-3 1 0,-2 0-6 0,1 0-6 0,1-2-5 0,1-4-11 15,-1-3-2-15,3 3-5 0,-4-5-4 16,5-1 1-16,-6-3 7 0,4 2 5 0,2-3 8 0,-4-4 2 16,5 0 18-16,-4-1 3 0,-1-6 7 0,3 3 4 15,-4-2 5-15,5-5 18 0,-6 2 16 0,8-3 13 16,-6-2 6-16,0-6 10 0,-1 5 9 0,1 3 9 16,0-10 8-16,-1 6 9 15,-2 8 14-15,3-5 7 0,-3 3 2 0,-2-1 2 16,4 3-1-16,-5 1-6 0,3 1 6 0,3 3-7 15,-8-3-5-15,2 8 14 0,3-6-28 0,-5 2-5 16,0 6-12-16,13-8-1 0,-13 8-2 0,10 0-7 16,-10 0-1-16,13 11-3 0,-5-7 2 0,-1 1-2 15,6-2 1-15,-3 6-10 0,7 1 1 0,-4-1 7 16,2 3-11-16,-5 1 4 0,1-3 14 0,2 1-24 0,-6 4-4 0,1-5 1 16,-1 0-2-16,1 5 0 0,-8-6-6 0,4 2 1 15,-1 0-2-15,-3 0 0 0,-3 5-2 0,1-9 4 16,-6 8 0-16,1-5 1 0,-3 1 0 0,3-4-2 15,-6 4 4-15,0-3 0 0,-2 0 8 0,3-3-7 16,3-2 2-16,-1-2 0 0,-4 6 2 0,6-6 2 16,0 1-1-16,3-1-1 15,5-1 4-15,0 0-2 0,0 0-3 0,-15-8 3 16,15 3-2-16,0 5 4 0,12-15-5 0,-6 7 14 16,2-4-13-16,7-3 2 0,7-3-8 0,-1 3 1 15,6-6-14-15,-1 0 2 0,2 1 2 0,-1 4-2 16,3 0 3-16,-2-3 1 0,0 3 0 0,0 1 3 15,-3 2 0-15,1 2 1 0,-9-3 5 0,3 7 6 16,-10 2 9-16,3 0 11 0,-5-3 10 0,-1 4 6 0,-2-3-2 0,3 6-1 16,-5-2 0-16,-3 3-18 0,7-3 0 0,-7 3 0 15,0 0-1-15,0 0-3 0,0 0 0 0,0 0-12 16,8 12 10-16,-8-9 3 0,0 8-3 0,0-1-1 16,0-3-1-16,2 8 0 0,0 0-2 0,-1-1-2 15,6 3 3-15,-4-1-5 0,2 0 1 0,2 2 2 16,-2-1 3-16,0 1-3 15,3 1 0-15,-1 1 2 0,-2-2-3 0,5-5 14 16,-9 7-15-16,3-2-1 0,-1-5-4 0,0-1 3 16,-3 3 0-16,-3-3-8 0,0-1 10 0,-2-4 3 15,-2 1 0-15,-1-2-1 0,1 2-1 0,-8-6 0 0,5 3-3 16,-5-2 6-16,7 0-4 0,-4-2 1 16,1-1 17-16,1 0-17 0,10 0-3 0,-17 0-2 15,17 0-15-15,-13-4-6 0,13 4-11 0,-3-8-16 0,3 8-4 0,2-10-20 16,1 4-30-16,2 0-27 0,5-1-25 0,-2-1-28 15,5-1-18-15,4-3-9 0,-1 0-6 0,1 0-1 0,6-3 2 16,-1 3 15-16,-6 1 16 0,2-1 23 0,-3 4 18 16,8-6 31-16,-9 2 34 0,1 3 36 0,-1-3 33 15,1 5 47-15,-5-1 43 0,4-6 33 0,-6 9 20 16,-2-3 29-16,3 4 16 0,-4-4 12 0,3 2 23 0,-3 3 4 0,-5 3 11 16,10-9 0-16,-10 9-4 0,5-5-17 15,-5 5-12-15,0 0-21 0,0 0-11 0,3-4-27 0,-3 4-18 16,0 0-14-16,0 0-9 0,0 0-8 0,0 0-10 15,0 20-6-15,0-14-8 0,-2 1-6 0,2 3-7 16,-1 1-4-16,1-2-9 0,0 6-30 0,0-3-15 31,1 4-34-31,-1 2-30 0,2-7-24 0,3 5-16 0,-3 0-23 0,-2-5-24 16,5 6-40-16,-4-8-49 0,6 0-43 0,1-3-61 16,-3 1-196-16,10 0-593 0,-5-1 263 0</inkml:trace>
  <inkml:trace contextRef="#ctx0" brushRef="#br0" timeOffset="206471.13">16142 10824 287 0,'2'-15'354'0,"-1"6"-1"16,1-6 4-16,0 7 9 0,-2 1-17 0,0-2-22 15,0 3-23-15,0 6-31 0,0-6-33 0,0 6-27 16,0 0-30-16,0 0-12 15,0 0-18-15,0 0-15 0,-18 17-14 0,13-2-11 16,0-2-12-16,-2 5-10 0,4 1-7 0,-2 8-11 16,-2 2-5-16,4 10-7 0,-1 2-4 0,-2-11-9 15,4-2-3-15,2 17-7 0,0-1-2 0,-3-4-1 16,1 2 0-16,2 0-2 0,-1 0-6 0,2-4-2 16,-1-9-4-16,0 3-1 0,4 1-9 0,-4-3-12 15,1-3-2-15,1 1-26 0,-2-1-8 0,6-1-19 0,-4-9-29 0,0-1-19 16,1-1-14-16,-3-3-19 0,0-3-10 0,-3-3-14 15,3 2-19-15,0-8-35 0,-4 7-27 0,4-7-34 16,0 0-25-16,0 0-220 0,0 0-563 0,0 0 249 16</inkml:trace>
  <inkml:trace contextRef="#ctx0" brushRef="#br0" timeOffset="206825.28">16018 11173 19 0,'0'-12'335'0,"0"5"3"0,0-1 0 0,0 1 9 15,0 0 6-15,0-1-14 0,0 8-16 0,0-12-26 16,0 6-27-16,7-2-23 0,-4 0-28 16,4 3-20-16,1-1-17 0,-2-2-24 15,9 5-14-15,-1 2-14 0,2-3-13 16,1 1-13-16,6 3-9 0,5-7-24 0,0 14-1 16,0-14-18-16,-5 14-16 0,6-6-8 0,0 1-27 0,0-2-6 15,-6 1-11-15,-3 3 3 0,-2-4-10 0,0 3 4 16,-5-1-4-16,-3 3 0 0,-2-3-1 0,2 3 0 15,-5-2-3-15,4 0 2 0,-8 3 5 0,-1-6 3 16,5 10-1-16,-5 1-2 0,0-3 3 0,0 0 1 0,0 3 20 0,0 1-16 16,0 0 4-16,0-1-1 0,-1 2 3 15,1 2-2-15,0-3-1 0,0 3-3 0,1 0 14 0,-1 3-6 16,2-3 6-16,4-2-1 0,-6-1-1 0,2-1-3 16,1 1-31-16,1-3-10 0,-1-3-18 0,0 5-23 15,6-6-38-15,-8 0-46 0,9-2-52 0,-5 0-49 16,7-2-44-16,-12-1-203 15,0 0-559-15,20-4 248 0</inkml:trace>
  <inkml:trace contextRef="#ctx0" brushRef="#br0" timeOffset="207010.16">16594 10928 2 0,'0'-11'334'0,"-7"3"-1"0,7-2-6 0,-6 4-13 0,4-1-8 16,-3 3-2-16,5 4-37 0,0-12-21 0,-2 8-30 15,2 4-25-15,0 0-21 0,0-8-32 0,0 8-39 16,0 0-25-16,0 0-26 0,0 0-30 0,0 0-40 16,0 0-51-16,0 0-63 0,9 20-77 0,-3-14-75 15,1 0-155-15,-2 1-479 0,-3 1 212 0</inkml:trace>
  <inkml:trace contextRef="#ctx0" brushRef="#br0" timeOffset="207627.34">16837 10963 41 0,'0'0'315'0,"0"0"-16"0,0 0-24 0,0 0-27 16,0 0-24-16,0 0-23 0,-15-4-22 0,15 4-16 15,0 0-16-15,-19 9-12 0,9-2-14 0,3 7-11 16,-5-4-3-16,4 1-14 0,2 3-9 0,1-1-11 15,-2 2-4-15,0 3-5 0,6 0-5 0,-4-1-3 16,3 4-5-16,2-2-3 0,3 2-8 0,2 1 0 0,2-2-4 0,5 6-3 16,1-11-5-16,2 5 0 0,5-3-1 0,3 1-5 15,0-4-3-15,5-2 0 0,2-2 1 0,-2 0-11 16,2-3-6-16,6-5-4 0,-1 1 4 0,-2-3-9 0,0-3-1 16,-3 2 4-16,-5-10 0 0,5 7 0 15,-2-7-1-15,-8 2 1 0,-4-3 2 0,-1 1-2 16,-5-5 2-16,3 0 1 15,-11 4 8-15,3-5 6 0,-5 4 4 0,-7-2 6 16,4 0-3-16,-9 0 4 0,4 0 1 0,-7 6 5 16,-1 1-2-16,-3 1 2 0,1 2 3 0,-3 1-2 0,-3 3 1 15,6-1-1-15,0-1-4 0,-2 3-1 0,4 5 0 16,2-4-8-16,4-1-3 0,-3 4 2 0,5 1-3 16,-2-2-2-16,7 3 2 0,-4 2-4 0,0-3 3 15,7 0 0-15,0 4-8 0,0-2 8 0,7-1-8 0,0 2 1 16,-1 0 3-16,3-4-1 0,0 0-2 0,1 3-3 15,0 0-4-15,-1-6 4 0,4 4-1 0,0-5 0 0,4 0 3 16,-2 0-3-16,-7 0-1 0,12-5 5 0,-10 4 8 16,5-5 21-16,-7 1 25 0,3 1 27 0,-2 1 8 15,-3-1 10-15,3-1 13 0,-3 3 5 0,2-2 1 16,-8 4-10-16,7-3-11 16,-7 3-13-16,8-2-4 0,-8 2-19 0,0 0-8 15,7-4-7-15,-7 4-8 0,0 0-6 0,10 12-2 16,-5-4-1-16,3-3-8 0,-6 5-8 0,3 2-12 15,8 0-24-15,-10-2-25 0,11 0-22 0,-8 5-41 16,9-1-13-16,0-2-23 0,-2-1-24 0,-3 1-21 16,3-4-41-16,1 1-38 0,1 3-40 0,1-5-48 15,2-1-266-15,-3-4-669 0,3 1 297 0</inkml:trace>
  <inkml:trace contextRef="#ctx0" brushRef="#br0" timeOffset="208159.87">17898 10785 212 0,'0'-19'361'0,"0"2"4"0,0-2 11 0,0 9 4 16,0-6-7-16,0 7-13 0,0-2-19 0,0 6-27 15,0-5-33-15,-3 7-34 0,3 3-29 0,0 0-26 16,0 0-18-16,0 0-18 0,0 0-18 0,-13 15-17 16,13-1-9-16,-5-1-10 0,3 9-7 0,-6 3-13 15,6 4-6-15,-1 11-5 0,3-10-3 0,-2 9-11 16,2 1-4-16,2 2-4 15,-2 4-15-15,3 0-21 0,-3-6-28 0,2 6-26 16,4-6-29-16,-4-10-16 0,0 3-22 0,3 6-10 16,-5-7-6-16,0-12-2 0,6 0-3 0,-6-5-4 15,2 0 1-15,0-4 7 0,-2 1 11 0,3-7 11 16,0-2-1-16,-3-3 12 0,0 0 7 0,0 0 5 16,0 0 12-16,0 0 8 0,0-24 7 0,0 9 10 0,0-1 12 15,0 0 16-15,7-4 11 0,-7 2 8 0,2-9 2 0,4 1 14 16,-6-2 6-16,0 2 7 0,2 1 13 0,1 6 9 0,-3 2 27 15,0-2-7-15,0 1 13 0,-3 7 21 0,3-2 0 16,0 1 8-16,-2 1 8 0,2 4 4 16,0-1-5-16,0 8-3 0,2-9-12 0,-2 2-9 0,3-1-16 15,-3 8-5-15,0 0-11 0,8-4-6 0,-8 4-6 16,0 0-8 0,22 4-3-16,-12 1-10 0,3-2 2 0,-6 2-8 15,9 0-2-15,2 2-4 0,-1 7-3 0,3-2 0 0,-7 0-3 16,4 0-2-16,1-1 0 0,-5 2-3 0,2 2-6 15,0 2 0-15,-2-4 0 0,-1 2 1 0,-2 5-8 16,0-5-16-16,-5 2-19 0,1 1-16 0,-1-2-32 16,-3 2-20-16,-2-1-15 0,-2-2-8 0,0 0-11 15,-1 2-12-15,-5-5-10 0,3 6-26 0,-7-4-36 0,4-1-42 0,0-1-32 16,3-3-35-16,-2 0-214 0,4 0-591 0,-2-5 261 16</inkml:trace>
  <inkml:trace contextRef="#ctx0" brushRef="#br0" timeOffset="208814.78">18388 11319 124 0,'3'-9'328'0,"2"2"2"0,2-1-5 16,-4 2-17-16,2 0-12 0,-3 3-11 0,-2 3-10 16,7-7-23-16,-7 7-8 0,0-7-49 0,0 7-22 15,0 0-17-15,0 0-14 0,0 0-14 0,0 0-15 16,8 20 0-16,-5-11-22 0,1 3-7 0,-4-1-6 0,4 1-8 15,1 3-5-15,-1-2-6 0,4 3-9 0,-3 1-4 0,5-4-4 16,-5-1-8-16,6 3-22 0,-4-4-13 0,6 2-11 16,-4-5-15-16,-1 4 9 0,0-8-6 0,-1 3-4 15,1-3 2-15,-1 2 4 0,-2-6-4 0,-5 0 2 16,15-6 1-16,-15 6 0 0,6-4 4 0,-4-3 12 16,-1 2-9-16,-2-9 4 0,2 2 12 0,-4-3 6 0,3-2 2 15,-5 0 5-15,4-9-3 0,-1 0 10 0,-1-1 2 0,3 2 5 16,-2 4 6-16,2 3 0 0,2-3 1 0,1 1 11 15,-3 5-3-15,2-4 0 0,4 2-2 0,-3 2 2 16,4-1-3-16,1 2 1 0,-1 5-1 0,0-1-11 16,1 2-1-16,0 4-2 0,0-5-7 0,4 8 2 0,-5-4-2 15,3 3-6-15,3 4 0 0,2 4-1 0,-7-2 0 16,5 4-8 0,0 1-2-16,-4 1 8 0,6 2-7 0,0 3 7 0,-6 1-4 15,0-1-4-15,2 2 1 0,-1 0-1 16,0 1 1-16,-2 0-5 0,-1-2-5 0,-5-2-9 15,6 4-1-15,-1-1-15 0,-1-1 9 0,1-3-16 0,-5 5 0 16,4-6 18-16,1 0-12 0,-6-1-2 0,1-2 7 16,0-2 3-16,3 1 7 0,-4-1 8 0,3-2 2 15,-1-2 7-15,-3-3 7 0,12 1 22 0,-12-1-7 0,8-7 16 0,0 2 0 16,-1 0 11-16,3-3 16 0,3 1 10 0,-3-4 16 16,1-1 10-16,4 1 13 0,-8 4 8 0,6-2 3 15,2 1-8-15,-5-4-2 0,5 0-2 0,-3 1-1 16,-3 3-2-16,-4 2-11 0,5 1-8 0,2-2-9 15,-9 2-11-15,2 2-11 0,-5 3-10 0,8 0-10 16,-8 0-2-16,0 0-5 16,9 8 6-16,-6 1-14 0,0 0-2 0,-3 2-14 15,0 4-12-15,5-2-19 0,-3 6-27 0,-2-3-31 16,0-5-35-16,2 5-46 0,-2 0-11 0,0 2-22 16,5 0-17-16,-5-3-29 0,10 3-25 0,-5-7-28 15,1 2-43-15,1-7-51 0,1-1-274 0,0-4-718 16,-8-1 318-16</inkml:trace>
  <inkml:trace contextRef="#ctx0" brushRef="#br0" timeOffset="208993.16">19164 10803 56 0,'-14'-26'467'0,"-1"4"0"15,6-3 0-15,1 8-17 0,0-1-28 0,1 4-39 0,1-1-37 0,-3 8-31 16,4 0-38-16,4-1-39 0,-8 3-75 0,8 0-91 15,1 5-72-15,0 0-38 0,-13 0-47 0,13 0-61 16,-12 10-89-16,4-2-86 0,-1-1-229 0,-4 3-595 0,0 2 262 16</inkml:trace>
  <inkml:trace contextRef="#ctx0" brushRef="#br0" timeOffset="213725.93">11001 12180 253 0,'0'0'272'0,"0"0"-20"15,0 0-15-15,0 0-12 0,0 0-14 0,0 0-17 0,0 0-11 16,0 0-17-16,0 0-13 0,0 0-12 0,0 0-8 16,0 0-11-1,0 0-10-15,0 0-6 0,0 0 0 0,0 6 6 0,0-6 0 16,0 0 7-16,20 9-9 0,-10-5 2 15,10-2 0-15,-2 3-16 0,5-4-5 0,5 2-9 16,17 1-3-16,6-1-11 0,4-1-1 0,3-4-5 0,3 4-6 16,20-7-5-16,5 10-6 0,-26-11 9 0,6 6-9 15,17-4-15-15,-22 2-1 0,2-3-4 0,-2 2-2 16,1 2-5-16,-8-3-2 0,6 0-4 0,-9 0-2 0,-3 1 4 0,-7 3-6 16,-6-1-8-16,-7-2-13 0,-6 3-13 15,-4-4 1-15,-3 4-12 0,-2-1-5 0,0 1-12 0,-13 0 0 16,15 1-17-16,-6-2-6 0,-9 1-13 0,13-2-12 15,-13 2-16-15,0 0-18 0,0 0-25 0,6 3-28 16,-6-3-29-16,0 0-36 0,0 0-223 0,0 0-515 16,0 0 228-16</inkml:trace>
  <inkml:trace contextRef="#ctx0" brushRef="#br0" timeOffset="-214104.22">10948 12299 69 0,'0'0'243'0,"0"0"-18"0,0 0-19 15,0 0-22-15,0 0-15 0,0 0-14 0,0 0-17 16,0 0-13-16,0 0 2 0,0 0-4 0,0 0-4 16,2 18-3-16,1-9-5 0,-1-1-14 0,1 2-1 15,2-1-3-15,-5 7 1 0,7-1-11 0,-6 1-7 16,4 7-1-16,-1 1-1 0,1-3-2 0,-5 6-6 15,0 5-5-15,0-1-2 16,0 2-6-16,0 4-1 0,-5 5-6 0,5-10 1 16,-4-2-1-16,4 9-3 0,-3-8 7 0,0 4-3 15,-4-4 5-15,2 0 6 0,4 0-6 0,1-3 0 16,-2 1 2-16,-3 3-5 0,3-9-2 0,2 6-5 16,0-4-2-16,-5 2-3 0,5-7 5 0,5-1-14 15,-10 1 3-15,5-2-4 0,-3 2-2 0,6-4-7 16,-6 2 7-16,6 0-9 0,-3-1 2 0,5-1-1 0,-5-3-5 0,0 0-1 15,0-3 5-15,2 1-8 0,1-3 5 0,-3 0-1 16,2 4-3-16,-2-6-2 0,0 0 0 0,2 1-1 16,-2 0 0-16,1-2 2 0,4 1-8 0,-5-1 0 15,0-5 6-15,2 7 3 0,-2-7 1 0,5 9-10 16,-5-2 1-16,0-7 4 0,0 4-5 0,0-4 5 0,0 6 1 16,0-6-5-1,0 9 1-15,0-9 2 0,3 8-4 0,-3-8 2 16,-2 4-3-16,2-4 4 0,0 0 0 0,5 6-3 15,-5-6 4-15,0 0-3 0,0 0 0 0,9 6 7 16,-9-6-10-16,0 0 6 0,1 4 2 0,-1-4 0 16,0 0-5-16,14 0 3 0,-14 0 0 0,13 0 0 15,-13 0-4-15,8 2 10 0,7-2-6 0,-15 0-10 0,20-2 5 16,-7 0 6-16,-1 0-1 0,8 2-1 0,-4-5-1 0,4 4-5 16,1-1 7-16,-1 1-6 0,4-2 3 0,4 0 1 0,0 2-1 15,2-6-4-15,-2 7 3 0,0-1 2 16,3-2 1-16,4 2 1 0,3-4-1 0,-1 3-2 15,6 2-7-15,-2 2 9 0,5-4-3 0,-11 1-1 0,-2 2 7 16,5-1-9-16,4-4 0 0,-4 7 1 0,-5-2 4 16,2-1-5-1,-1 0 2-15,9-1 0 0,-10-2 8 0,1 7-10 0,2-4 7 16,-5-4-7-16,1 7 8 0,3-6-8 0,-1 3-1 16,-5 0 1-16,4 0 2 0,-10 0-1 0,-2 3 2 15,1-3-1-15,-1 0 0 0,-2 0-3 0,0 0 1 16,-2-3 5-16,1 6-4 0,-3-3 9 0,0 0-8 15,-5-3 1-15,1 6-5 0,-1-6 7 0,-10 3-5 16,19 0 3-16,-8 0-9 0,-6-1 4 0,-5 1-6 0,20 1 1 0,-13 2-5 16,-7-3 2-16,16 1-3 0,-16-1 2 0,8 2 2 15,-8-2 0-15,10 1 0 0,-10-1 6 0,0 0-4 16,0 0 3-16,0 0-2 0,15 0 5 0,-15 0-3 16,5 4 1-16,-5-4 2 0,9 4 1 0,-9-4 0 15,6 3 1-15,-4 2-3 0,-2-5 0 0,10 4 0 16,-10-4 2-16,5 3-1 0,-5-3 1 0,8 4 1 0,-8-4 2 0,8 2 0 15,-8-2 0-15,7 3-1 0,-7-3-2 0,0 0 2 16,7 4 1-16,-7-4 2 0,0 0 3 0,0 0 2 16,4 3-2-16,-4-3-3 0,0 0 10 0,0 0-7 15,0 0 0-15,0 0 2 0,0 0 10 0,0 0 0 16,0 0-3-16,0 0 6 0,0 0 7 0,10-12 5 16,-10 12 11-16,0-4 2 15,0 4 5-15,0 0 3 0,2-12 1 0,0 6 10 16,-2 6-3-16,-2-13-5 0,2 5 4 0,2-3 0 15,-2 4 5-15,0-2-3 0,0-2-2 0,0 1-5 16,0-5-7-16,0-3-3 0,1 3 5 0,-2-4-12 16,2-1-6-16,-1 2-1 0,0 1 0 0,0-3 9 0,2 2-3 15,-2-1 5-15,0 3 4 0,5-4 1 16,-2 2-18-16,-3-2-5 0,2 0-2 0,1 1-2 0,-1 0-5 0,3-6 3 0,-3 4-2 16,3 1-2-16,-4-3-1 0,6-3-3 15,-1 1-2-15,-2-1 0 0,2 2-2 0,-1 1 1 16,-1 1-4-16,-3 1 1 0,3-5 2 0,4 2-5 0,-6 5-1 15,2-2 2-15,-4 2 3 0,9 2-8 0,-8-4 6 16,3 3-2-16,-1 1 2 0,4-2-3 0,-6 1 2 16,-1 1-1-16,5 2-2 15,-5-2 1-15,2-3 2 0,5 10 4 0,-7-9-4 16,1 6-3-16,4-1 4 0,-5 2-2 16,2-3 1-16,-2 8-3 0,0-5 3 0,3 2-2 0,-3 0 1 15,0 6-1-15,3-7-2 0,-3 4 1 0,0-1 3 16,0 8-1-16,-3-9-3 0,3 9-1 0,0-10 0 15,0 10 0-15,0-6-14 0,0 6-15 0,0 0-25 16,0 0-21-16,-3-7-54 0,3 7-28 0,0 0-21 0,0 0-2 0,0 0-7 16,0 0-12-16,0 0-31 0,0 0-28 0,-15 23-30 15,13-19-29-15,2 1-269 0,-6-2-638 0,-3 5 283 16</inkml:trace>
  <inkml:trace contextRef="#ctx0" brushRef="#br0" timeOffset="-213270.91">12847 12473 36 0,'0'-7'188'16,"5"3"-7"-16,-5 4-9 0,0-8-1 0,0 8-5 15,3-5-7-15,2-2 0 0,-5 7 2 0,2-4-4 16,-2 4-5-16,0-11-2 0,5 7-1 0,-5 4-4 16,3-11-2-16,2 6-3 0,-3-2-5 0,-2 3-6 15,4-5-4-15,-2 2-4 0,0 0 0 0,-2 0-11 0,3-1-4 16,-3-1-4-1,0 2 15-15,3-1-25 0,-3 0-1 0,2-1-11 16,-2-2-1-16,0 0-6 0,-2 3-6 0,2 0-3 16,0-3-8-16,-3 4-6 0,3-1-5 0,0 8-5 15,-3-16 2-15,3 12-12 0,0-3-1 0,0-2 1 16,0 9-6-16,0-15-2 0,0 11-11 0,0-2 7 16,0 6-2-16,0-12-2 0,0 12 0 0,0-8 0 0,0 3-11 15,0 5 1-15,0 0 7 0,0-8 5 0,0 8-8 0,0 0-1 16,0 0-1-16,0 0 1 0,0 0-7 0,0-11 4 0,0 11-8 15,0 0 4-15,3-3 4 0,-3 3-14 16,0 0 12-16,0 0-4 0,0 0 2 0,0 0-3 16,0 0 4-16,0 0-9 0,0 0 2 0,0 0 6 0,0 0-1 15,0 0-1-15,0 0 2 0,0 0 0 0,0 0-4 16,-11-4 0-16,4 1 0 0,7 3-1 0,-15-6-3 0,7 6-2 16,-2-3 3-16,-3-2-2 0,-4 2-8 0,-1 0-5 0,-12-2-10 15,7-2-21-15,-9 5-15 0,4 0-21 16,-5-3-21-16,2 4-30 0,-1-3-34 0,-1 2-45 15,2-2-51-15,-6 4-25 0,-7-2-205 0,7 0-539 0,2 2 238 16</inkml:trace>
  <inkml:trace contextRef="#ctx0" brushRef="#br0" timeOffset="-212010">11425 13757 127 0,'0'-8'311'0,"0"1"-3"0,0-1-13 0,7-1-13 15,-7 4-15-15,0 5-19 0,1-12-10 0,-1 9-14 16,0-2-16-16,0 5-13 0,5-8-26 16,-5 8-14-16,0 0-17 15,0-6-17-15,0 6-6 0,0 0-24 0,0 0-8 16,0 0-11-16,0 0-3 0,2 19-8 0,-2-11 0 16,-2 2-3-16,2 7-5 0,0 0-1 0,0 0-10 0,0 3 3 15,-5-1-6-15,5 6-5 0,-8 1-3 0,8 0-3 16,-5-2-5-16,3 2-3 0,2-3-2 0,0-3 3 15,-1 6-4-15,1-7-12 0,0 2-27 0,-7-7-16 16,14 2-11-16,-6 2-31 0,-1-3-27 0,0-3-38 0,2-3-44 0,3 0-50 16,3 0-52-16,-1-3-237 0,-1-2-571 15,1 0 253-15</inkml:trace>
  <inkml:trace contextRef="#ctx0" brushRef="#br0" timeOffset="-210637.68">11632 13890 36 0,'0'-6'293'15,"0"6"-17"-15,0-9-23 0,0 9-21 0,0 0-22 16,3-5-24-16,-3 5-19 0,0 0-19 0,0 0-15 16,0 0-14-16,0 0-14 15,12 12-8-15,-9-7-11 0,2 6-4 0,-3-4-13 16,3 2-8-16,-2 3-2 0,2 2-9 0,2-1-1 15,-4 2-7-15,3 0-4 0,-1 1-2 0,0-5-7 16,-3 5-1-16,6-4-3 0,-8 1 0 0,2-3-9 16,1 1 1-16,-3-3-2 0,2 0-11 0,-2-4-3 15,7 4-1-15,-7-2 6 0,0-6-1 0,0 0 0 16,1 6-6-16,-1-6 6 0,0 0 1 0,0 0-5 0,0 0 2 0,0 0 6 16,7-22 9-16,-1 15 1 0,-4-3 11 0,-2 0 1 15,7-1 5-15,-7-3 8 0,8 4-3 0,-8 0 11 16,7-2 2-16,-2-2-3 0,-2 4 4 0,4 0 2 15,-4 0-7-15,-1 1-3 0,4 3-4 0,-4-1-3 16,-1 0-3-16,-1 7-4 0,5-7-3 0,-5 7-10 16,7-1 2-16,-7 1-4 15,0 0 0-15,0 0-3 0,0 0-6 0,17 8 5 16,-16-1-9-16,4 0-1 0,-3 1-5 0,4 4-2 16,-4-5-10-16,3 2-5 0,-2 0 4 0,1 1-9 15,2 2 5-15,-2 0 4 0,-1-4-1 0,-1 1-1 16,-1-1-1-16,6-3-3 0,-7 2 2 0,2-2 3 15,-1 0 0-15,-1-5 6 0,2 7-1 0,-2-7 4 16,0 0 12-16,0 0-9 0,0 0 7 0,0 0 7 0,16-12 13 0,-14 7 4 16,5-2 12-16,-4 0 11 0,2-1 11 0,-2 0 1 15,2-1 17-15,2-1 6 0,-4 2 15 0,2 0-11 16,0-3-2-16,-2 3 0 0,1 1-8 0,2-3-8 0,-2 4-5 16,-1-2-7-16,0 4-11 0,6 0-4 15,-8-3-9-15,-1 7-9 0,12-4-4 0,-12 4-14 16,0 0-19-16,0 0-23 15,23 6-21-15,-20 0-13 0,6 0-14 0,-6 0-8 16,5 1-13-16,0 1-6 0,-1 3-7 0,3-3-15 16,2 4-16-16,1-1-3 0,-7-3 12 0,4 0-10 15,0 2-6-15,0-1-4 0,3 1 1 0,-4-9-1 0,-1 6 15 16,-1-5 14-16,6 1 15 0,-10 1 10 0,-3-4 13 16,15-4 8-16,-15 4 14 0,13-7 20 15,-8 2 16-15,0 1 28 0,-1-3 6 0,-3-2 26 0,-1-1 14 0,0 2 12 16,0-1 18-16,4 1 13 0,-6-3 3 0,0 4 6 15,2 7 1-15,-1-12 0 0,-4 4-5 0,5 4-5 0,-4-3-5 16,-1 2-8-16,5 5-5 0,-5-7-13 0,-3 5-12 16,8 2 3-16,0 0-7 0,-16 0-4 0,16 0-2 15,-17 3 0-15,12 1-8 0,-5-2 2 0,3 3-5 16,-1-1-2-16,3 2 3 0,-1-1-7 0,-3-4-8 0,3 5-6 0,6-6-5 16,-9 9-3-16,9-5-1 0,0-4-3 15,0 0-7-15,0 8-9 0,0-8-11 0,9 6-10 0,-1-5-18 16,5 3-9-16,-6-4-8 0,8 0-11 0,0 0 1 15,1-5-2-15,12 3 4 0,-6 1 2 0,8-5 9 16,-7 1 7-16,-3 4 10 0,-2-5 9 0,2 0 2 16,-5 3 5-16,0-6 10 15,-6 6 20-15,5-1 20 0,-6 1 16 0,-3-4 11 16,3 3-3-16,-6-2 5 0,1 3 11 16,-3 3 10-16,0-11 3 0,0 11 5 0,0-7-2 0,0 7-11 15,0 0-1-15,0 0-2 0,0 0-11 0,-5-5 0 16,5 5-4-16,0 0-5 0,0 0-2 0,0 0 1 15,0 0 2-15,0 0 1 0,-8 20 6 0,8-11-1 16,0 0 1-16,0 0-1 0,0 7-2 0,0-1-1 0,3 0-4 0,2 2-2 16,-3 5 0-16,1-7-2 0,7 6-1 0,-5 5 2 15,10-3-6-15,-5 0-2 0,-2 0 0 0,4-3-4 16,-4 2 1-16,5-1 3 0,-3-2-1 0,2 0-6 16,-7-6-2-16,3 4 7 0,-3-4-3 0,0-4-1 15,-3-2 0-15,1 4-2 0,0-4 8 0,-1 0 19 16,-2-7 13-16,-2 2-2 15,2-2 6-15,0 0 0 0,0 0 4 0,0 0 13 16,0 0-20-16,-31-13-4 0,18 2-3 0,-1 6-1 16,6-3-2-16,1-6-2 0,1 7 2 0,-2 1-10 15,-1-8 2-15,3 6-8 0,-1 0 4 0,-1-6-6 16,6 5-5-16,2 1 2 0,0-2-2 0,0 1-9 16,2 2-3-16,6-2-4 0,-1-2-4 0,1 4 4 15,7-5-8-15,-4 0-8 0,4-3 12 0,12 0-21 0,-4 3 0 0,2-4 2 16,-2 0 1-16,7-2 7 0,-4 9-1 0,-3-9-1 15,1 6 2-15,-8 0 4 0,2 0 2 0,-1 0 1 16,-2 4 4-16,-9 1 11 0,3 0 10 0,-3-2 9 0,3 3 2 16,-9-2 1-16,1 4-4 0,4-2-5 15,-5-1 5-15,0 7-14 0,-6-7 6 0,6 7-7 16,-9-3 3-16,9 3-2 0,0 0 1 0,-20 3-3 0,12 4-3 0,3-3 9 16,4 4-14-16,-6-3 2 0,4 5 7 0,-2-3-5 15,1 3-1-15,4 0-2 0,0-2-2 0,4 3-7 16,1-2-14-16,5 5-23 0,3-5-28 0,2 1-37 0,0 2-51 15,6-4-66-15,7-3-57 0,2 3-289 16,1-4-620-16,1 1 275 0</inkml:trace>
  <inkml:trace contextRef="#ctx0" brushRef="#br0" timeOffset="-209889.02">13310 13056 237 0,'0'0'334'0,"0"0"-19"16,0 0-25-16,-8-2-16 0,8 2-24 0,0 0-13 0,0 0-15 16,0 0-15-16,20-7-17 0,-7 7-12 0,4-3-16 0,1 3-6 15,5-2-3-15,7-1-9 0,-4 2-10 0,11 0-8 16,7-1-16-16,1-3-7 0,0 4-14 0,1-1-8 16,-5-2-10-16,-3 3-8 0,6-2-3 0,-6 4-7 15,-4-2-6-15,-2-3-9 0,4 0-20 0,-6 3-25 16,-2 1-18-1,-6-2-20-15,1 2-29 0,0 0-30 0,-6 0-31 0,1 2-38 16,-2 0-37-16,-1 1-34 0,5-3-37 0,-10 4-227 16,-3-1-549-16,6-2 242 0</inkml:trace>
  <inkml:trace contextRef="#ctx0" brushRef="#br0" timeOffset="-209588.25">14091 12861 106 0,'-5'-3'339'0,"5"3"-16"0,0 0-22 16,-1-6-27-16,1 6-28 16,0 0-17-16,13-6-23 0,-13 6-17 0,20 3-24 15,-9-1-17-15,9-1-13 0,2 5-9 0,-1 0-16 16,4 3-9-16,3 1-2 0,-4 1-14 0,4 0-15 15,-10-1-4-15,8 2-4 0,-9 2-11 0,4-2 3 16,-6-4-13-16,2 12-3 0,-1-6-1 0,-6-4-2 16,-3 5-9-16,1-3-3 0,-1-5-4 0,-7 10-12 0,0-8-13 15,-7 7-11-15,-1-4-19 0,1 0-15 0,-6 2-25 0,0-2-27 16,-2 0-38-16,2-3-35 0,1 1-50 0,2-1-43 16,-5 1-166-16,4-3-472 0,4-1 209 0</inkml:trace>
  <inkml:trace contextRef="#ctx0" brushRef="#br0" timeOffset="-209086.97">15290 12907 119 0,'1'-8'273'0,"3"0"-19"0,-3-3-6 15,1 4-9-15,5-1-6 0,-6-1-12 16,1 2-6-16,-2-5-9 0,3 1-10 0,-3 4-14 16,0-2-4-16,0-3-9 0,0 6-5 0,0 1-14 0,0-5-4 15,-3 3-12-15,0 4-11 0,1-8-20 0,-6 7-3 0,4-4-15 16,-4 5 1-16,1 2-19 0,-2-6 0 0,2 6-10 15,-6-2-8-15,4 2-5 0,-4-3-8 0,3 4 4 0,10 0-4 16,-18 0-16-16,10 2 3 0,8-2 3 0,-15 3 11 16,7 1-23-16,1-2 0 0,-1 3-6 15,1-1 4-15,-1 7 0 0,3-3 3 0,3-3-4 0,-6 7 5 16,8 3-4 0,-3 0-2-16,3 0 4 0,0 3 0 0,3 0 7 15,0 1-6-15,2 7 4 0,2-1 1 0,-6 2-4 0,11-1 12 16,-7 1-10-16,2 0-7 0,-2 0 3 0,3 4 0 15,0-7-1-15,-1 3-4 0,-1 0 0 16,-1-1-1-16,4 1-3 0,-8-9-2 0,6 3 1 0,0-1-10 16,-6-2 1-16,4 1-18 0,3-6-30 0,-6 4-12 15,5-2-18-15,-7 1-8 0,8-8-18 0,-1 2-31 0,-4-2-41 16,-3-1-42-16,5-2-51 0,0-1-48 0,-5-4-200 0,5 3-565 16,-5-3 250-16</inkml:trace>
  <inkml:trace contextRef="#ctx0" brushRef="#br0" timeOffset="-208855.22">15046 13179 268 0,'0'0'341'0,"-6"-6"-14"0,6 6-6 15,-2-3-13-15,2 3-12 0,0 0-12 0,0 0-26 16,2-11-29-16,-2 11-23 0,6-5-23 0,-6 5-19 15,10 0-15-15,-10 0-13 0,15-4-15 0,0 1-11 0,-7 3-10 0,4-1-12 16,3-1-20-16,1 1-28 0,6 1-31 0,-5-3-28 16,4 2-32-16,-1 2-38 0,3-2-44 0,-3 1-49 15,-4 0-59-15,4-2-44 0,-5 0-216 0,8-2-543 16,-6 0 240-16</inkml:trace>
  <inkml:trace contextRef="#ctx0" brushRef="#br0" timeOffset="-208438.55">14730 12513 112 0,'0'0'315'0,"-10"-8"-8"0,10 8-10 0,-3-5-14 16,3 5-14-16,-5-5-1 0,5 5-26 0,-2-6-13 16,2 6-20-16,0 0-16 0,0 0-15 0,0 0-9 15,0 0-22-15,7-8-16 0,-7 8-26 0,0 0 1 16,15-1-8-16,-3 1-9 0,-1 0-13 0,11 0 4 15,-2 1-16-15,11 4-14 0,4-2-5 0,11 1 5 16,4-2-4-16,3 3-9 16,3 0-3-16,-3 3-2 0,2-1-4 0,1 0-9 15,3-3-15-15,-4 2-11 0,-2 3-13 0,-8-5-8 16,-1-2-14-16,-6 3-15 0,-9-5-12 0,-5 2-5 16,-2 1-17-16,-1 1-15 0,-7-3-16 0,-1 2-13 15,-5 0-19-15,-1-2-32 0,-7-1-38 0,0 0-34 16,0 0-199-16,0 0-495 0,0 0 220 0</inkml:trace>
  <inkml:trace contextRef="#ctx0" brushRef="#br0" timeOffset="-207529.75">14653 12576 37 0,'0'0'235'0,"0"0"-16"0,0 0-13 0,0 0-11 0,0 0-15 16,18 9-19-16,-12 0-2 0,-1 3-16 0,-1 0-12 16,4 6-11-16,0-2-15 0,0 4 0 0,-1 2-7 15,1 5-3-15,-3 0-3 0,-3 0 3 0,1 7-6 0,1-6-1 0,-3 3-6 16,-1 1-3-16,0 7-10 0,-5-9 3 16,2 1 0-16,0 1 3 0,-6-2-17 0,4 0-1 15,-1-4-5-15,-1 0-2 0,6 1-4 0,-6-9 0 0,0 5-4 16,4-3 3-16,0 2-5 0,-1-4-3 0,-1 0 1 15,4-3-2-15,-1 1-7 0,0-1-6 0,2-3 5 16,0-1-2-16,2 1 5 16,-2-4-9-16,2 0-5 0,-1-1-1 0,-1 1-1 15,5-3-1-15,-5 2 2 0,0-7-4 16,2 11-2-16,-2-8 0 0,0-3-2 0,2 10 2 0,-1-8-2 16,-1-2 2-16,4 6-1 0,-4-6 4 0,0 0-5 15,0 0 4-15,10 3 0 0,-10-3 0 0,0 0 5 16,0 0 18-16,6 4-18 0,-6-4 2 0,0 0 3 15,0 0-8-15,10 0-4 0,-10 0-1 0,0 0-1 0,0 0-5 0,8 2 0 16,-8-2 2-16,0 0 6 0,0 0-5 0,12 0-6 16,-12 0 3-16,0 0-4 0,15-2 5 0,-15 2-2 15,15 2-1-15,-15-2-1 0,15 5-1 0,-4-9 1 16,-1 8 0-16,12-4 0 0,-1 0-5 0,2 1-6 16,14-1 0-16,6 0-1 0,3 3-7 0,2-2-7 15,0 2 3-15,2-4 0 16,3 6 5-16,-4-4-4 0,-1 2 5 0,0 0 2 15,-3-3 1-15,3 1 2 0,-2 1-2 0,1 1 1 16,-14-3 4-16,-2 3 12 0,-1-3-6 0,0 2-8 16,-9-2 6-16,3 0-3 0,-3-2 4 0,-3 2 1 15,-4-3-2-15,-3 3 2 0,-1 0-1 0,2-2 5 16,-12 2-3-16,18 0 5 0,-18 0 1 0,11-3 7 16,-7 2 1-16,-4 1 5 0,0 0 3 0,11-4-7 0,-11 4 1 0,0 0-1 15,4-3 1-15,-4 3 0 0,0 0 0 0,0 0-1 16,0-8-3-16,0 8 10 0,0 0 1 0,-7-9 5 15,7 9 7-15,0 0 4 0,-3-10 10 0,3 10-1 16,-4-8 4-16,3 0 15 0,-3 1 3 0,4-2 8 16,-3 0 1-16,2-3 3 0,-3-1 3 0,3-6 4 15,1 0-3-15,0-4-8 0,0-5-6 0,1 0-14 0,-1-2 0 0,4-4-6 16,-3-10-2-16,4 2-12 0,-2-4 3 0,1 3-6 16,4 1 0-16,-3 0-7 0,-3 10 2 0,-1 4-5 15,-1-2-4-15,7 0-4 0,-7 6-9 0,0 1-9 0,0-1-14 16,0 9-31-16,-7 3-29 0,7 0-46 15,0 4-46-15,-1 1-46 0,1 2-63 0,0 5-63 16,0 0-53-16,0 0-243 16,0 0-690-16,0 0 306 0</inkml:trace>
  <inkml:trace contextRef="#ctx0" brushRef="#br0" timeOffset="-206865.72">16018 13065 179 0,'0'0'383'0,"0"0"-11"15,0 0-3-15,-3-8-11 0,3 8-11 0,-4-3-7 16,4 3-8-16,-1-10-15 0,1 10-15 0,0 0-18 15,0 0-24-15,0 0-13 0,1-7-30 0,-1 7-25 16,7-2-19-16,8-1-17 16,1 0-20-16,13 1-12 0,0 2-11 0,18-4-12 15,6 1-12-15,10-2-1 0,19 5-15 0,1-3-9 16,2 3-4-16,4-2-9 0,-1 0-3 0,-2-1-20 16,0 3-3-16,-3-2-1 0,-21-5-1 0,1 4-2 15,-6 2-6-15,1-7 1 0,-9 4 1 0,1-1-2 16,-19 2-2-16,7-1-4 0,-3 2-10 0,-12-4-17 15,-1 4-20-15,-11 2-26 0,3-2-33 0,-6 0-38 0,-8 2-24 0,20 0-23 16,-20 0-20-16,5 2-10 0,-5-2-13 0,6 5-19 16,-6-5-30-16,0 0-33 0,0 0-36 0,-5 12-237 15,5-12-629-15,-5 7 278 0</inkml:trace>
  <inkml:trace contextRef="#ctx0" brushRef="#br0" timeOffset="-206533.7">17301 12825 123 0,'-7'0'365'0,"7"0"-20"0,-8-3-30 0,8 3-30 16,0 0-34-16,0 0-18 0,0 0-33 0,0 0-10 15,0 0-23-15,30 7-7 0,-15 1-11 0,-1-1-9 0,1 2-14 16,2 2-11-16,1 3-7 0,0-4-9 0,2 7-13 16,2-4-4-16,-4 3-9 0,2-1-11 15,-5 0-5-15,-2-4-4 0,-5 1-2 16,2 1-8-16,3-1-10 0,-9-1-5 16,-1 1 3-16,-3-5-6 0,0 5 0 0,-3-1-2 15,-9 1-8-15,5 0-10 0,-7-1-9 0,-3-1-15 0,0-2-23 16,-6 1-22-16,3-1-20 0,-8 1-24 0,2 1-34 15,-1-3-45-15,-1 2-42 0,8-5-56 16,4 4-199-16,-6-4-523 0,7-1 232 0</inkml:trace>
  <inkml:trace contextRef="#ctx0" brushRef="#br0" timeOffset="-205208.25">18132 12756 109 0,'0'-4'349'0,"0"4"-15"16,0 0-17-16,0-9-21 0,0 9-19 0,0 0-27 15,0 0-26-15,0 0-22 0,0 0-24 0,0 0-25 16,0 0-13-16,0 0-16 0,0 0-12 0,0 0-8 16,0 0-11-16,0 0-8 0,0 24-9 0,1-20-7 0,-1 2-9 0,2 6-1 15,3-4-10-15,-2-1 0 0,1 3-2 0,2 0-9 16,2-5-1-16,-1 3-6 0,0-1 0 0,1 1-4 15,-1-2-3-15,4-3-4 0,1 4 0 0,-4-3-9 16,5-3-4-16,-3 2 0 0,-3-3 4 0,8 0-9 16,-4-3 6-16,-2 2 0 0,0-6 0 0,5 0-5 15,-8 1 5-15,4 0-3 16,-3-3 1-16,6-2 3 0,-8 7 13 0,7-9 9 16,-7 2 8-16,5 3 21 0,-5 0 14 0,4-3 4 15,-4 3 6-15,5 1 15 0,-3 3-6 0,-7-3-5 16,7 5-4-16,-1-1-8 0,-4-2 5 0,-2 5-22 15,0 0-9-15,7-6-10 0,-7 6-6 0,0 0-8 16,0 0 0-16,0 0-8 0,11 7 2 0,-9 2-6 16,4 1 3-16,-2 5-4 0,-1 5 0 0,0-1-3 0,6 5 1 0,-4 1-1 15,1 0-2-15,1 6-1 0,1 11 1 0,-1-14 1 16,-4 11-2-16,4-5-1 0,-1 5-3 0,-1 4-2 16,3-3 4-16,-3 2 0 0,2 4-2 0,-2-14-1 15,0 14-1-15,3 1 1 0,-1-5 5 0,-5 0-4 16,-1 3 1-16,4-3 2 0,-3-12-3 0,-2 11-2 0,-2-14 7 15,2-2-2 1,-5-7 6-16,4 0 1 0,1 0 0 0,-7-6 13 16,0 2 18-16,4-6 30 0,-4 3 14 0,-3-7 13 0,2 3 8 15,-2-7 4-15,0 1 7 0,10-1-6 0,-21-1 1 16,6-1-3-16,2-4 0 0,-2 2 4 16,2-9 1-16,3 4-5 0,-5-4-5 0,-4-2 14 0,8 0-6 15,-7-9-8-15,3 0-5 0,0 0-9 0,8 0-3 16,-6-3-3-16,3 0-8 0,5-3-9 0,-5-10-6 0,9 8 2 0,-4-1-18 15,5-6-2-15,0 0-13 0,0-1-33 0,0 10 0 16,1-2 0-16,3 1 0 0,-3 2 0 0,7 1-17 16,-3 1-52-16,4 1-17 0,-6 6-25 0,9 4-37 15,-6-2-29-15,4 3-27 0,2 6-35 0,3-4-31 16,0 3-23-16,-1 6-19 0,6 1-26 0,-1 3-51 16,4-2-63-16,-3 4-396 0,3-2-919 0,-2 0 407 0</inkml:trace>
  <inkml:trace contextRef="#ctx0" brushRef="#br0" timeOffset="-193763.81">19456 12744 91 0,'0'0'211'16,"-13"-1"-19"-16,13 1-14 0,0 0-15 0,-17 0-7 15,17 0-10-15,-18 2-5 0,9 1-6 0,3 1-10 0,-2-1-2 16,-1 2-2-16,-6-2-7 0,9 1-3 0,-7 0-5 15,3 2-1-15,-2 4-1 0,4-5-3 0,-7 2-6 16,-2 4 0-16,4 1-4 0,3-5-5 0,-3 7-7 16,-2-1-6-16,2-1-5 0,-2 0-8 0,5 3-5 0,-5 2-5 0,0-2-1 15,4 0-3-15,1 1-8 0,1-1-1 16,-2 4-6-16,4-6 0 0,-3 4-3 0,10-2 1 0,0 4-7 16,0-6 4-16,0 7 1 0,0-5-4 0,10 1 1 15,3 1-2-15,-1-2 1 0,3-1 3 0,1-1-2 16,9 1-4-16,3-1-2 0,-3 1-1 0,7-6-2 15,-3 0-4-15,3 1-25 16,-2-4-35-16,-1 4-41 0,0-6-38 0,0 1-48 16,-7-7-49-16,1 2-42 0,-6-1-203 0,1-3-507 15,-2 0 225-15</inkml:trace>
  <inkml:trace contextRef="#ctx0" brushRef="#br0" timeOffset="-193500.81">19236 13071 228 0,'0'0'327'0,"0"0"-15"15,0 0-11-15,-14-2-11 0,14 2-8 0,0 0-15 16,0 0-14-16,0 0-20 0,0 0-21 0,0 0-20 16,0 0-23-16,0 0-11 15,24-7-18-15,-24 7-8 0,18-3-16 0,-7-2-5 16,8 5-14-16,-1-5-14 0,-2 3-6 0,4-1-6 15,8-2-17-15,0 4-19 0,-4 0-22 0,5-4-36 16,-4 3-22-16,-3 1-48 0,-2 1-41 0,1 0-52 16,-4-2-53-16,-1-2-63 0,-3 4-221 0,-3 0-564 15,4-1 250-15</inkml:trace>
  <inkml:trace contextRef="#ctx0" brushRef="#br0" timeOffset="-192513.86">20581 12543 75 0,'-3'-8'299'0,"0"3"-15"0,-4-2-18 16,2 3-19-16,2-5-16 0,-6 3-22 0,-2 2-15 16,4-3-17-16,-3 2-18 0,-3 1-11 0,-3-3-13 15,1 6-9-15,-4-6-11 0,5 6-6 0,-1 1-9 16,-2 1-7-16,4-1-9 0,-2 0-9 0,2 0-7 0,4 4-3 0,-5-4-9 16,5 1-5-16,-1-1-5 0,0 3-5 0,10-3-9 15,-13 4-1-15,7-1-3 0,1 2-4 0,5-5 0 16,-12 6-2-16,5-6-5 0,4 6 0 0,3-6-1 15,-5 4 4-15,5 4-2 0,0-8-8 0,3 14 3 16,-1-9 2-16,3 5-1 0,3-2 0 0,-3-1-6 16,5 3 2-16,3 2 2 15,-4 0-6-15,6 1 2 0,-4-4-4 0,2 5 3 16,-1-1-4-16,-2 1 2 0,-3-3-4 0,6 3 2 16,-3 0 1-16,-5-2-4 0,3 3-1 0,-1-2 1 15,-6 6 0-15,-1-8 10 0,0-2-12 0,7 8 2 16,-14-7-7-16,7 5 8 0,-6-4-2 0,4-2-1 15,-11 3 0-15,3 2 0 0,3-2 2 0,-6-1-4 16,-2-2 1-16,0-1 3 0,0-1 2 0,5 0-6 0,-5-2 2 0,2 2 3 16,3-6-3-16,0 3 4 0,4 2-2 0,-3-4 0 15,1 1-2-15,3 1 1 0,5-4 1 0,-5 3 0 0,5-3-1 16,0 0 0-16,-6 5-1 0,6-5 5 16,0 0-2-16,0 0 4 0,0 0-1 0,10 7-2 15,-4-2 1-15,2-3-4 0,1 2 5 0,4-3-4 0,-1 2 0 16,-3 2-4-16,11 1 5 0,-10-1-1 0,5-1-2 0,5 5-1 15,-10-3 3-15,5 3-3 0,0 3 0 0,0-2 2 0,0 5-4 16,-1-6 0-16,-4 8-3 0,2-4 3 0,0 1 3 16,-4 3 0-16,-2 0 1 0,1 0-4 0,-4 1 3 15,4-3 1-15,-2 4-2 0,-3 1 1 0,-1 1 0 16,3 0 1-16,-1-2-6 0,2-7 5 0,-4 8 1 16,3-2 3-1,-3-3 1-15,4 1 0 0,4-1 2 0,1 1-1 16,-4-1 5-16,9 1 1 0,2-1 0 0,-1-3-1 0,7 0-3 15,4 0-3-15,4 0-31 0,-1 0-36 0,-2-3-35 16,7-1-58-16,-5 0-61 0,1-3-56 0,1-2-225 16,-2-2-540-16,-4-2 238 0</inkml:trace>
  <inkml:trace contextRef="#ctx0" brushRef="#br0" timeOffset="-192075.08">21240 12973 57 0,'0'0'325'0,"0"0"-30"0,0 0-29 16,0 0-27-16,0 0-24 0,0 0-20 0,-25 7-20 15,15-3-17-15,-1 4-20 0,6-4-10 0,-10 5-13 16,3-2-5-16,2 4-11 0,2-2-6 0,1-2-10 0,-3 10-7 0,5-8-7 16,-4 3-1-16,9-3-3 0,-4 1-2 0,3 4-3 15,1-4-2-15,5 2 1 0,-4-1-6 0,7-2-1 16,-1-3 11-16,8 2-17 0,0-3 4 0,0 1-7 16,0-2-5-16,1 0-2 0,4-3-3 0,-5-1-8 15,3 0 4-15,-1-4-3 0,-1 1 2 0,4-3-6 0,-7 0-2 16,1-3-3-16,-1-5 5 0,-2 1-9 0,-4-2 2 0,-5-5 0 15,-1 7 4-15,-2-6-8 0,-1-1-4 0,-5 5 3 16,-4-6-4-16,-1 6-6 0,-3-2 3 0,-4 1 0 16,4 2-3-16,-2 2-2 0,1 0-11 0,-3 4-16 15,3 0-21-15,-2 7-21 0,3-4-18 0,0 8-29 16,0-1-37-16,0 0-38 0,8 5-34 0,-3-2-33 0,10 6-192 16,-5-2-489-1,10 1 217-15</inkml:trace>
  <inkml:trace contextRef="#ctx0" brushRef="#br0" timeOffset="-191843.32">21636 13213 23 0,'0'0'320'16,"6"2"-10"-16,-6-2-20 0,0 0-22 0,0 0-17 15,7 1-32-15,-7-1-22 0,0 0-17 0,0 0-21 0,1 9-18 16,-1-9-13-16,0 8-13 0,0-2-10 15,0 0-14-15,-1 0-6 0,1 5-10 0,0-1-3 16,-5 0-8-16,3-2-7 0,2 6 0 0,0-4-7 0,-3 2 5 16,1 3-28-1,2-4-20-15,-1 0-28 0,-3-2-34 0,1 2-51 16,1-2-46-16,2-2-59 0,-1 1-55 0,2-2-157 0,-1 0-457 16,0-6 202-16</inkml:trace>
  <inkml:trace contextRef="#ctx0" brushRef="#br0" timeOffset="-191589.43">22063 12880 301 0,'0'-7'456'0,"0"2"-10"0,0 5-17 0,-2-10-38 0,2 10-38 15,0-6-38-15,0 6-35 0,0 0-33 0,0 0-27 16,0 0-26-16,0 0-17 15,0 0-17-15,0 0-20 0,8 27-12 16,-4-15-13-16,-4 2-8 0,5 0-13 0,-5 4-9 0,6 1-13 16,-3-2-23-16,-3 3-31 0,5-2-33 0,-3 3-14 15,5 0-47-15,-7-5-28 0,0 7-29 0,1-3-40 16,-2-1-55-16,1 0-63 0,0-3-51 0,0 0-223 16,0-4-611-16,0 3 271 0</inkml:trace>
  <inkml:trace contextRef="#ctx0" brushRef="#br0" timeOffset="-191411.05">22316 13398 140 0,'0'0'267'0,"0"0"-7"0,3 6-7 0,-1 0-15 16,-2-6-15-16,6 4-18 0,-4 3-16 0,-2-7-19 0,2 7-14 0,-2-1-14 16,0 1-16-16,-2 0-12 0,2-7-7 0,-5 16-13 15,2-8-5-15,-2 0-8 0,-2 0-10 0,1 3-17 16,1-4-29-16,-2 2-35 0,-1-3-46 0,1 3-61 15,-1-2-66-15,1-2-257 0,-1-2-477 0,-5-2 212 16</inkml:trace>
  <inkml:trace contextRef="#ctx0" brushRef="#br0" timeOffset="-191056.89">22572 13056 30 0,'0'-7'376'0,"5"0"2"0,2 3-25 15,0 1-31-15,1-2-30 0,-1 2-19 0,2-1-20 16,-2 1-27-16,6 2-22 0,-13 1-20 0,20 0-17 16,-8 3-19-16,-2-3-15 0,0 1-13 0,0 5-14 15,-4-3-15-15,4 2-10 0,-5 0 15 0,3 6-41 16,-3-5 6-16,-1 1-7 15,-4 8-4-15,0-5-4 0,0-1-2 0,-2 7 7 16,-3-7 1-16,0 6 2 0,-2 0-2 0,-6 0 7 16,5-4-5-16,-4 1 2 0,-1 0-5 0,0-2-9 0,3 2 1 15,0-4 4-15,3-1-21 0,-1 2 2 16,3 0-1-16,-5-2-8 0,9 1 4 0,1-5-3 16,0-3-13-16,1 12-13 0,9-5-23 0,2 0-38 0,-2-5-40 15,9 8-45-15,5-3-57 0,-4-1-62 0,9 1-34 0,1-2-61 16,2-1-191-16,-3 3-604 0,3-3 267 0</inkml:trace>
  <inkml:trace contextRef="#ctx0" brushRef="#br0" timeOffset="-190872">23132 13455 115 0,'-8'6'252'0,"8"-6"-3"0,0 0-17 0,-4 4-8 15,4-4-10-15,-1 7-7 0,1-7-14 0,-2 4-18 0,2-4-19 16,-5 9-10-16,2 0-20 0,3-4-7 0,-5-1-13 15,5 2-11-15,-4 2-7 0,-1 1-10 0,-1-5-18 16,2 3-32-16,0 0-42 0,-5-5-49 0,8 8-59 16,-3-3-67-16,1-1-224 15,-4-3-447-15,7-3 198 0</inkml:trace>
  <inkml:trace contextRef="#ctx0" brushRef="#br0" timeOffset="-190640.25">23609 13277 109 0,'0'0'409'0,"1"-5"7"0,4 0-11 16,-5 5-27-16,7-7-36 0,-7 7-37 0,3-5-30 15,-3 5-26-15,8-4-26 0,-8 4-29 0,5-3-27 16,-5 3-44-16,14-3-47 15,-11 3-42-15,-3 0-43 0,15-3-38 0,-15 3-52 16,16 3-59-16,-9-3-60 0,3 3-58 0,1-1-207 16,1-2-524-16,-4 1 232 0</inkml:trace>
  <inkml:trace contextRef="#ctx0" brushRef="#br0" timeOffset="-190470.98">23940 13263 135 0,'0'0'335'0,"0"-4"-19"0,0 4-14 16,0 0-30-16,8-8-28 0,-8 8-23 0,6-1-25 16,-6 1-20-16,9-5-16 0,-9 5-23 0,8 0-30 15,-8 0-45-15,13-3-44 0,-13 3-52 0,13 3-54 16,-4-3-64-16,6 0-59 16,-5 3-155-16,0 0-397 0,1 0 175 0</inkml:trace>
  <inkml:trace contextRef="#ctx0" brushRef="#br0" timeOffset="-190308.23">24314 13277 16 0,'3'-7'327'15,"-3"7"6"-15,5-7 4 0,-5 7-5 0,0 0-27 0,0 0-21 0,5-3-29 16,-5 3-26-16,0 0-21 0,2-6-30 0,-2 6-47 16,0 0-45-16,0 0-49 0,0 0-60 0,0 0-61 15,0 0-82-15,0 0-81 0,0 0-176 0,0 0-459 16,0 0 203-16</inkml:trace>
  <inkml:trace contextRef="#ctx0" brushRef="#br0" timeOffset="-188650.79">24739 13100 76 0,'5'-7'355'0,"-5"3"-7"0,3-2-12 0,-3 6-14 16,5-7-12-16,0-3-13 0,-5 10-23 0,0-2-19 15,0 2-24-15,2-7-25 0,-2 7-23 0,0 0-21 0,0 0-24 0,0 0-18 16,0 0-13-16,0 0-16 0,0 0-6 0,0 0 0 15,0 0-15-15,5 20-9 0,-2-14-8 0,-3 2-3 16,5 1-5-16,-3 1-8 0,-1 0-1 0,1 1-6 16,0 1 2-16,1-1-7 0,2 5-4 0,-3-1 5 15,-1 0-11-15,1-2 5 0,-2-1-3 0,3-1-6 16,2 1-2-16,-5 0-11 16,4 0-3-16,-3-5-4 0,-1 3 4 0,4-2-8 15,-4-3-1-15,0-1 2 0,1 4-2 0,-1-8 6 16,5 9-1-16,-5-9 2 0,0 6 3 0,0-6 2 15,0 0 4-15,0 7 7 0,0-7 16 0,0 0 3 16,0 0 0-16,0 0-2 0,0 0-4 0,0 0 6 16,10-22-5-16,-5 13-1 0,2 3 3 0,-4-4 1 15,5-1-2-15,1 5 5 0,4-11 9 0,-5 7 7 0,2-3 2 0,2-3 6 16,-7 5 9-16,9-1 4 0,-5 0 1 0,-1 2-1 16,-1 0-3-16,1 3-3 0,-3-1-5 0,5 1 6 0,-5 0-16 15,3 2-7-15,-6-2-3 0,3 5-4 16,3-3 0-16,-8 5-13 0,7-5 0 0,-1 2-4 15,-6 3-2-15,0 0-3 0,17 0-1 0,-17 0-3 0,13 7-2 16,-3-6 3 0,-2 2-1-16,2 1-3 0,0 1 3 0,-2-2-4 15,4 4-2-15,-4-2 7 0,2 1-11 0,2 2 2 0,-4 4 3 16,4-5-3-16,-3 2-5 0,-2-2 1 0,1 5-3 16,-1-4-9-16,-2 6-13 0,0-4-17 15,0 2-20-15,0-2-20 0,0 2-19 0,0 3-13 0,-4-1-18 16,1-1-15-16,-2 1-20 0,2-1-41 0,3 3-49 15,-5-3-60-15,6 2-62 0,-4-5-206 0,0-1-640 0,1 3 283 0</inkml:trace>
  <inkml:trace contextRef="#ctx0" brushRef="#br0" timeOffset="-187664.16">25578 12771 157 0,'0'-4'409'0,"0"-8"0"16,3 1-6-16,-6 3-14 0,6 1-20 0,-3-2-27 15,0 3-24-15,2-2-27 0,5 3-25 0,-6-3-25 16,-1 8-25-16,4-11-20 0,-3 8-16 0,-1 3-28 15,9-5-15-15,-9 5-17 0,8-2-12 0,5 0-13 0,-13 2-15 0,20 5-4 16,-8-2-10-16,2 0-10 0,1 3-5 0,4 0-6 16,-3 2-6-16,1-1-7 0,-2 1-4 0,-1 0-6 15,1 1-12-15,-3 2-9 0,-4 0-9 0,7 1-6 16,-5-2-13-16,-5 2-3 0,2-2-3 0,-1 4-1 16,1-2-3-16,-7 0-3 0,0 0 7 0,0 3 2 0,0-1-8 15,-3-4 6 1,-4 5 1-16,0-3 2 0,2 4 6 0,-5-2-3 15,1-3 5-15,-1 2-3 0,-4 1 9 0,-1-1-3 16,4-1 8-16,-1 0-3 0,-1-2-1 0,-2 2 1 16,0 0 2-16,0-2 0 0,7 2-1 0,-5-2 0 15,3-3-3-15,5 1-12 0,-2 1-6 0,1-1 11 0,-1-1-5 16,5 0 5-16,2 1-1 0,0-2 8 0,2 3 2 16,5 2 3-16,-4-4-1 0,0 2 6 0,9 2-7 0,-4-4 7 15,0 5 0-15,6-4 2 0,-4 0-2 0,5 4 5 0,-7-2-8 16,5 0 5-16,0 2-5 0,2-5 4 15,-7 4 0-15,2 1-1 0,4-5 2 0,-8 2 4 16,3 2-3-16,-3-4-1 0,-1 5-3 0,0-2 1 0,0-5-3 16,0 7 1-16,-3-3 1 0,1 1-3 0,-3 0 1 15,0-1-1-15,0-1 1 0,0 4-3 0,-5-4 7 0,2 3-4 0,1-3 1 16,-3 0 1-16,0 3 2 0,3-2-1 0,1 6-4 16,-1-3 7-16,2-5-3 0,-2 2 1 0,4 4 2 15,0-4-1-15,-1 1 2 0,1 0-6 0,6 5 7 16,-4 0-1-16,1-1-1 0,5-1 4 0,-4 3 0 15,7-3-2-15,-3 2 0 0,4 0-3 0,-6 0 0 16,5 0 0-16,-3 0 5 16,2-2-3-16,-2 2-4 0,-5-1 1 0,3-2 4 15,-7-3-4-15,4 5 8 0,-5-7-3 0,0 7 8 16,-6-7-1-16,-2 2-1 0,1 0 5 0,-8-2 2 16,0 1 4-16,-5-5-1 0,-5 0-13 0,-4 1-29 15,1-4-39-15,-9 2-41 0,4-4-43 0,-10-1-65 16,7-4-85-16,1 1-260 0,-10-1-603 0,17 0 267 15</inkml:trace>
  <inkml:trace contextRef="#ctx0" brushRef="#br0" timeOffset="-173041.66">22020 11838 251 0,'-2'-8'257'0,"-3"-2"-20"0,3 2-14 0,2-1-16 15,-5-1-13-15,2 1-19 0,-4 0-12 0,1 3-20 16,-2-6-14-16,3 9-12 0,-5-3-14 0,1 3-10 0,-2-1-6 0,-6-3-6 15,-3 3-2-15,-4 3 3 0,4 1-1 0,-2 0 4 16,-1 0-3-16,1 1-4 0,1 2 3 0,-7 0-4 16,1 3 2-16,-4-2 0 0,6 3-1 0,-3 0-9 15,0 2 6-15,1-2-16 0,-1 7-1 0,2-4 3 16,-2 1-4-16,1 3-7 0,2-4 6 0,-1 5-12 16,11-3 2-16,-10 3-6 15,7-1 17-15,3 0-17 0,-2 6 3 0,4-5-4 16,-3 4 1-16,2-4-7 0,6 8 1 0,-2-5-6 15,5 0-4-15,-3 0-2 0,1 1 11 0,2 1-12 16,4-4-4-16,-3 4 2 0,4-2-2 0,-3-2-1 16,3 3 0-16,0-4-5 0,0 4-2 0,0-3 0 15,-2 1-2-15,2 0 10 0,0-4-11 0,2 1 3 16,-4-1 0-16,2-4-5 0,0 3 4 0,0-2-8 0,-1-5-12 0,1 5-19 16,-4-2-12-16,4-1-15 0,0 0-10 0,0-7-13 15,0 10-13-15,0-10-17 0,0 7-22 0,4 1-22 16,-4-8-23-16,3 7-20 0,-3-7-36 0,7 2-28 15,-7-2-219-15,8 2-522 0,-8-2 231 0</inkml:trace>
  <inkml:trace contextRef="#ctx0" brushRef="#br0" timeOffset="-172803.36">21513 12364 209 0,'0'0'220'15,"0"0"-14"-15,0 0-19 16,-8-6-12-16,8 6-15 0,0 0-16 0,-15 0-10 16,15 0-15-16,-15 3-9 0,15-3-9 0,-15 8-10 15,5-4-7-15,-3 1-10 0,8 1-7 0,-10 2-5 0,8-1-5 16,-2 1-4-16,2-3-8 0,-6 3-5 0,3 2-3 16,1-1-3-16,0 1-12 0,4-2-40 15,-5 0-38-15,1 0-43 0,4-4-37 0,2 0-37 0,1 4-153 16,1-2-351-16,1-6 156 0</inkml:trace>
  <inkml:trace contextRef="#ctx0" brushRef="#br0" timeOffset="-172587.19">21012 12354 76 0,'-9'-5'297'16,"9"5"-17"-16,0 0-23 0,0 0-18 0,0 0-14 15,10-7-16-15,-10 7-18 0,0 0-11 0,28 4-21 0,-21-1-13 16,3 1-14-16,3 1-16 0,2 1-9 0,-3 2-4 16,3 0-18-16,-1 0-4 0,1 3-10 0,0 1-6 15,2 2-7-15,-2-4-27 0,5 2-44 0,-6 0-54 16,3-2-62-16,3 1-76 0,5 4-244 0,-4-5-487 0,-3 4 215 16</inkml:trace>
  <inkml:trace contextRef="#ctx0" brushRef="#br0" timeOffset="-170599.14">22629 11359 130 0,'1'-4'337'0,"1"-4"-14"0,1 4-16 16,-3 4-12-16,2-8-35 0,0 3-23 0,-2 5-31 16,0 0-18-16,0 0-22 15,0 0-17-15,0 0-18 0,0 0-12 0,0 0-11 16,-2 28-9-16,0-13-9 0,-1 3-11 0,1 0-3 16,1 0-13-16,-6 7-7 0,2 1-4 0,2 2-7 15,-4-3-1-15,4 0-6 0,1-4-4 0,1-1-4 16,-8 0 0-16,4-3 4 0,4 1-10 0,-8 1-4 15,4-3 2-15,2-1-2 0,-2-2-4 0,-1-7 2 0,6 3-4 16,-7 2-1-16,7-6 3 0,-5-2-3 0,5-3 3 0,-3 7 5 16,3-7-11-16,0 0 13 0,0 0-16 0,0 0 4 0,8-20-6 15,-3 13 0-15,-3-4 0 0,1-5-1 16,5-3 4-16,-5-3-1 0,9-2-3 0,-4-3-1 16,2-3 2-16,-5 1 0 0,7 2 19 0,-1 0 20 0,-2-1 14 15,2 1 7-15,-4 3 4 0,3 0 19 0,-5 7 5 16,3-1 0-16,-3 2 0 0,-2 1-1 0,6-3 0 0,-3 8 5 0,-6 1-2 15,7-2-3-15,-1 0-14 0,-4 6-6 0,-2 2-6 16,2-4-9-16,-2 7-7 0,6-8-9 16,-4 3-9-16,-2 5-5 0,0 0-4 0,0 0-2 0,0 0-2 15,0 0-2-15,22 15-1 0,-18-7-6 0,6-3 3 16,-5 10-4-16,5 1 0 0,-3 0-3 0,5 0 2 16,-3 4-3-16,0 0 2 15,-3 5 3-15,3-1-15 0,-3 0-11 0,3 0-10 16,-5 3-9-16,6-6-8 0,-5-2-12 0,2 1-17 15,-5-4-20-15,-2 2-2 0,1 2-5 0,4-5-10 16,-5 0-5-16,0-2-8 0,0-1-9 0,0-2-8 16,0 0-10-16,0-3-15 0,0 1-17 0,-5 1-17 15,5-3-19-15,-1 0-22 0,1-6-29 0,-9 5-14 16,9-5-3-16,0 0-149 0,0 0-468 0,-16-5 208 0</inkml:trace>
  <inkml:trace contextRef="#ctx0" brushRef="#br0" timeOffset="-170398.61">22690 11665 157 0,'-7'-1'191'0,"7"1"12"0,-13-3 11 0,13 3 2 16,-8-1-1-16,8 1-4 0,0 0-6 16,-10-4-5-16,10 4-9 15,0 0-12-15,0 0-10 0,-5-4-16 0,5 4-13 16,0 0-14-16,0 0-8 0,0 0-14 0,10-11-8 16,-10 11-18-16,16 0-12 0,-2-3-16 0,1 2-29 15,-4-2-26-15,4 0-30 0,7-2-24 0,-8 3-28 16,6-3-28-16,-3 0-25 0,4 3-30 0,1-6-23 0,-6 2-23 15,4-2-4-15,-5 1-125 0,5-1-372 16,-5 0 166-16</inkml:trace>
  <inkml:trace contextRef="#ctx0" brushRef="#br0" timeOffset="-169919.41">22996 11506 115 0,'0'0'163'0,"0"0"1"0,0 0 10 16,3 23-4-1,-3-23-5-15,5 6-5 0,-5-6-7 0,4 5-7 0,-3-1-7 16,-1-4-10-16,7 6-8 0,-7-6-11 16,7 6-9-16,-6 1-13 0,6 0-7 0,-2-2-7 15,-3 3-8-15,1-1-5 0,0 0-6 0,2 0-6 0,-3 1-6 16,3-1-4-16,-5 0-4 0,6 4-1 0,-4-2-3 16,0-2-5-16,-2 4 5 0,0-4-10 0,1 1-3 15,-2-2 3-15,2 1-4 0,-1 0-2 0,0-3-1 0,0-4-2 0,4 6 0 16,-4-6 1-16,-4 9-1 0,4-9 1 15,0 0 23-15,0 0 11 0,0 0 11 0,4 8 8 0,-4-8 3 16,0 0-6-16,0 0 3 0,0 0-11 0,0 0 1 16,11-17-5-16,-11 17-3 0,7-9-4 0,-1 3 4 15,-4-1-6-15,3-1-2 0,-2-3-1 0,4 3-2 16,0 0-2-16,-2-3 0 0,3 3-2 0,-2 0 13 0,3-3-6 0,-3 4-2 16,3-1 5-16,-3-1 1 0,3 2-1 15,-8 3-6-15,6-4-3 0,-1 4-1 0,-1-1-3 0,-3-1-9 16,3 1-4-16,-5 5-3 0,10-1 7 0,-10 1-12 15,0 0 4-15,13-2-7 0,-13 2-1 0,0 0 2 16,17 5 3-16,-4 0-3 0,-6-1-4 0,-2 4-6 16,6 2 3-16,-6-3 11 15,5 4-7-15,-5-2-5 0,7 6 5 0,-2-3-6 16,-2 0 6-16,0 2-14 0,-1-6-14 0,-6 3-15 16,8 1-14-16,-3-1-22 0,-2-1-17 0,4 0-31 15,-7 1-29-15,1-2-41 0,0-5-37 0,1 4-33 16,-1-5-28-16,3 4-185 0,-5-7-514 0,0 0 227 15</inkml:trace>
  <inkml:trace contextRef="#ctx0" brushRef="#br0" timeOffset="-169696.73">23522 11567 219 0,'0'0'274'0,"0"0"-25"0,0 0-24 16,0 0-23-16,0 0-12 15,0 0-6-15,0 0-13 0,0 0-7 0,0 20-9 16,0-9-18-16,0-2-16 0,0 3-11 0,0 3-8 16,7 0-9-16,-7 1-10 0,2-1-7 0,4 4-6 15,-6-3-7-15,4-2-9 0,-3 3-17 0,8 0-32 0,-8-4-35 16,4 1-42-16,3-2-44 0,-3-3-43 16,4-1-49-16,-1-1-193 0,0 1-432 0,-1-5 192 15</inkml:trace>
  <inkml:trace contextRef="#ctx0" brushRef="#br0" timeOffset="-168531.73">23749 11640 87 0,'0'0'290'16,"-1"-9"-10"-16,1 9-14 0,-4-5-17 0,4 5-19 0,0 0-24 0,0 0-18 0,-1-7-19 16,1 7-16-16,0 0-8 0,0 0-7 15,0 0-10-15,13 15-16 0,-13-15-3 0,6 10-15 0,-1-6-10 16,0 1-8-16,0 6-5 0,0-4-6 0,0 2-9 15,4 2-4-15,-3-3-8 0,-1-1-3 0,0 2 1 16,2 2-10-16,-2-3 4 0,-2 3-6 0,5-3-9 31,-4-4-10-31,1 5-9 0,-4 0-8 0,-1-4-4 16,8 3-1-16,-8-5 2 0,0-3 3 0,2 7 0 16,-2-7 0-16,0 0 4 0,0 0-2 0,0 0 1 0,0 0-1 0,0 0-1 0,20-17 2 15,-20 9 5-15,5-1-8 0,-2 1 4 0,4-2 7 16,1-6 10-16,-3 7 6 0,2-5 0 0,1 1 2 15,-1 4 9-15,1-3 3 0,-1 3 7 0,-1 1-3 16,-3 0 6-16,4 0 1 0,0 5-7 0,-2-5 0 16,-2 3-8-16,0-2-6 0,6 3-4 0,-9 4-4 0,5-3-1 15,-5 3-2-15,0 0-2 0,0 0 5 0,16 7-9 16,-14 0 3-16,4-2-2 0,-2 4-3 0,-3-1-1 16,3 2-9-16,-3-1-9 0,6 6 5 0,-4-3-12 15,2-1-2-15,-5 1-5 0,4-5 3 0,-1 1 4 16,-2 7 4-16,3-11-1 15,-4 3 0-15,1 1 4 0,-1 0 0 0,0-8 3 16,2 8 2-16,-2-8 4 0,3 3-2 0,-3-3 1 16,0 0 1-16,0 0 0 0,20-7 0 0,-20 7 8 15,12-4 6-15,-2-5 9 0,-4 2 5 0,6 0 7 16,0 0 0-16,-6-2 11 0,2 3 3 0,2-2 11 16,2 1 12-16,-4 1-1 0,4-1-4 0,-2 0-4 15,-5 2-4-15,5-2-11 0,-5 3-4 0,3 1 0 0,0 1-9 0,-1-2-7 16,1 2 0-16,-8 2-1 0,0 0-12 0,27 3 2 15,-24 4 3-15,10-3-12 0,-6 4-8 0,1-3-15 16,4 5-5-16,1 0-2 0,0 0 0 0,0 4-20 16,7-1-5-16,-5 1-19 0,0-5-15 0,0 0 2 15,0 0-23-15,3 1-26 0,-3-3-14 0,-2 1 2 0,2-3-21 16,-5 0-15 0,3-4-4-16,0 2 7 0,-6-2 7 0,-7-1 9 15,15-1 24-15,-15 1 7 0,15-6 12 0,-9 0 17 16,-4-3 7-16,5 4 22 0,-7-5 19 0,5 0 24 0,-2 2 23 15,-3-3 21-15,0 0 19 0,-3-6 16 16,-1 7 16-16,3-1 9 0,-4-1 6 0,3 3 4 16,-6-5-1-16,3 7-3 0,3-2-9 0,-8 1-6 0,5 0-7 15,-3 0-8-15,1 2-3 0,-1 5-6 0,2-3-7 0,-6 1 3 16,12 3-9-16,-18 0-2 0,18 0-5 0,-15 5 1 0,10-2-4 16,5-3-1-16,-12 10-3 0,7-6-1 0,4 1 0 15,-3 3-3-15,1-1 0 0,1 0 0 16,2-7-4-16,2 10 3 0,1-4-3 0,4-2 1 0,-4 4-1 15,6-4 2-15,-1 1-1 0,-2-2-2 0,3 1 3 16,1-1-3-16,-2 2-6 0,4-2 3 0,-6 1-2 0,2-4 0 16,-1 7 2-16,1-6-1 0,-8-1-2 0,12 3 1 0,-7-2-1 15,0 1-1-15,3 3 0 0,-1-2 3 0,-2 1-2 16,3 0-2-16,-5 1 6 0,4 1-3 0,0-1-3 16,-1-1 1-16,2 3 2 0,4 2 0 0,-9-2-1 15,11-2 2-15,-6 3-1 0,7 1 0 0,1-3-1 16,1-2 1-1,1 4 2-15,-3-3 1 0,5 0 4 0,-2-3-7 0,2 1-1 16,-4-3 3-16,3-3 2 0,-4-2-3 0,-1 4 1 16,5-5-2-16,-6-3-2 0,-6 1-1 0,2-3 2 15,-2-1-4-15,6-4 2 0,-4 0-2 0,-3-3 0 16,1-8 0-16,1 1 2 0,-1 2 0 0,1-6 2 16,-6 0-3-16,1-10 2 0,-1-3-4 0,-2 3 4 15,-2 6 2-15,-1-4 16 0,3-4 8 0,-4 12 15 0,-2 5 5 0,1-7 14 16,3 10 11-16,-6 3 6 0,6 0 7 0,-1 6 3 15,1 2-9-15,-3 0-4 0,4 4-11 0,-3 1-14 16,1 0-1-16,3 6-11 0,0 0-4 0,0 0-1 16,-17 12 0-16,12-3-5 0,-4 1 0 0,9 7-8 15,-5 3 0-15,3 5 3 0,-6 4-2 0,8-2-3 16,-2 2 2-16,4 1-4 16,-2 9 1-16,1 7-1 0,8-11-4 0,-4 7 5 15,3-10 0-15,-2-8-13 0,3 7-14 0,6-2-18 16,-7-1-26-16,7-2-17 0,0-1-24 0,-2 1-39 15,7-8-39-15,-2 0-54 0,5-3-39 0,-3-4-49 16,0-3-175-16,-2 0-531 0,2-5 236 0</inkml:trace>
  <inkml:trace contextRef="#ctx0" brushRef="#br0" timeOffset="-168262.17">25393 11631 231 0,'-5'-6'281'0,"5"6"-11"0,-7-6-11 0,2 0-10 0,-1 3-13 15,6 3-13-15,0 0-12 0,-15 0-15 0,15 0-8 16,0 0-18-16,-17 4-8 0,11-1-11 0,-1 4 1 0,0 0-14 0,6 0-7 16,-8 3 4-16,6-2-16 0,1 1-5 0,-4 2-5 15,6 0-9-15,5 2-9 0,-4 2-16 16,1 3 2-16,3-5-5 0,7 4-8 0,-2 0-10 0,-4-1 4 16,11-1-10-16,-4-1-3 0,0-1-4 0,-1 2-3 15,-2-3-7-15,-2-4-15 0,-1-1-5 0,3 4-18 16,-7-6-10-16,0 0-12 15,4-1-7-15,-7-4-12 0,0 6-17 0,0-6-16 16,0 0-21-16,-23 0-26 0,9-3-39 0,-2 3-55 16,-2-4-63-16,-6-2-276 0,-4-3-606 0,-1 0 269 15</inkml:trace>
  <inkml:trace contextRef="#ctx0" brushRef="#br0" timeOffset="-168030.39">24471 11230 366 0,'-2'-4'381'0,"2"4"-32"0,-8-8-29 15,3 2-32-15,5 6-27 0,-5-5-28 0,5 5-21 16,-7-7-37-16,7 7-40 0,0 0-34 0,0 0-38 15,0 0-47-15,0 0-54 0,0 0-57 0,20 18-61 16,-13-10-67-16,1 0-175 0,-1-1-432 0,6 2 192 16</inkml:trace>
  <inkml:trace contextRef="#ctx0" brushRef="#br0" timeOffset="-126552.06">9877 15995 5 0,'-3'-8'316'0,"3"-3"9"0,-2 3 0 16,2 0-1-16,-1 2-4 0,1-3 8 0,0 3-5 15,0 6-10-15,-5-9-15 0,3 1-21 0,2 8-27 16,0 0-28-16,0-7-25 0,0 7-24 0,0 0-21 15,0 0-22-15,0 0-11 0,0 0-17 0,0 0-9 16,0 0-7-16,0 33-2 0,2-15-17 0,3 1-5 0,-4 7-7 0,1 14-7 16,-4 6-3-16,7-4-3 0,-3 0-13 0,-2 2-18 15,7-2 8-15,-6 2-4 0,4 2-1 0,-1-5-11 0,-4-1-10 16,0-10-7-16,3 4-22 0,-3-6-15 0,-3 0-18 16,6-2-10-16,-3 0-13 0,0-10-16 15,0 0-6-15,0-5-8 0,0-2 9 0,0 0 10 0,3-2 11 16,-3-4 2-1,0-3-24-15,0 0-19 0,0 0-1 0,0 0 4 16,5-20-2-16,-5 3-10 0,4-1 9 0,-8-8 7 16,8-4 7-16,-8-1 10 0,4-11 12 0,-3 0 9 0,1-2 7 15,-4 1 21-15,6 4 23 0,-7-1 25 0,-1 1 26 16,6 7 17-16,-3-8 14 0,-3 8 14 16,6 3 8-16,-4-3-4 0,-3 5 10 0,3 0 12 0,-3 0 7 15,8 1 5-15,-1 2-2 0,0 3-2 0,2 2 2 0,0 0-8 16,-1 0-6-16,2 1-8 0,3 1-8 0,1 2-7 15,3-1-6-15,-5 3-4 0,7-2-2 0,-3 5-6 0,6 2-11 16,-5 0 0-16,4-1 0 0,4-2-9 0,-1 5 16 16,0 2-20-16,0-2 6 0,2 4-14 0,4-5 1 15,-1 7 1-15,-3-3-2 0,3 3 3 0,-6 0-7 16,3 3-1-16,-2 0 1 16,1 1 2-16,-1 3-5 0,-1-4-6 15,0 4 6-15,1 5-8 0,-3-2 1 0,3 4-5 16,-7 2 2-16,-1 1-2 0,-6 2 1 0,8-1-2 0,-8-1 0 15,-1 10-5-15,-1 0 7 0,-3 0-2 0,-2 2 8 16,-6-2-6-16,2 0 4 0,-3-5 0 0,-2 0-2 16,-5 2 3-16,2 2 2 0,-4-3 4 0,1-4-5 15,-1 2 1-15,-1-2-1 0,8-4-1 0,-1-1 0 0,4-4 3 16,-3 3 1-16,9-3-1 0,-3-3 0 0,1-2-5 16,2 1 3-16,-1-2 0 0,5 3 0 0,-3-2 1 0,5-5-3 15,-1 9 6-15,-6-1-4 0,14-2 3 0,-7 0 1 16,1 0 3-16,4 3-4 0,4-2 0 0,-8 5-3 15,6-2 4-15,8 0 1 0,-2 5 1 0,2-1 0 16,5 2 0-16,3 2 0 16,0 2-3-16,5-5 3 0,-3 2-3 0,3 0 2 15,2-4 1-15,-7 3 3 0,5 0-3 0,2-4-6 16,-3 3 10-16,-4-3-10 0,6 0-18 0,-12-5-14 16,11 7-16-16,-11-6-17 0,3 0-28 0,-14 0-35 15,7-4-31-15,-1 1-30 0,-5-1-34 0,3-1-34 16,-10-3-186-16,10 0-484 0,-10 0 216 0</inkml:trace>
  <inkml:trace contextRef="#ctx0" brushRef="#br0" timeOffset="-125032.4">10837 16549 76 0,'2'-11'250'0,"1"-5"-5"16,-1 3-5-16,-2-4-9 0,8 0-11 0,-6-1-7 15,-4-2-7-15,2-4-13 0,-6-3-7 0,4 6-4 16,-5-6-14-16,6 10 1 0,-8-2-16 0,3 1-9 16,-4 1-14-16,2 2-7 0,-2-1-18 0,-2 4-11 15,2 3-10-15,-5 0-5 0,0 1-3 0,-1 3-21 0,-6 6-3 0,2-6-9 16,-3 10 6-16,0 1-18 0,0 3 1 0,-4 7-7 16,3-4-1-16,0 8-8 0,6-2 1 0,-3 3-2 15,4-1-3-15,4 1-4 0,0 1-1 0,1-6 3 16,10 4-4-16,-1 7 0 0,3-8-4 0,0 4 1 15,3-5-2-15,-1 2 2 0,11-6-1 0,-3 1 2 16,4 2 1-16,-5-7 2 16,6 1-6-16,0-2 2 0,2-3 2 0,-1 0-1 15,3-4-1-15,-5-1 8 0,5-1-8 0,-6-1 2 16,0-6-5-16,0 3 8 0,-4 0-4 0,4-7 4 16,-3 1 0-16,-4-1-1 0,1 2 9 0,0-5 4 15,-1-1-2-15,-6 5 19 0,4-3-1 0,1-3 8 16,-10 5 1-16,10 0 3 0,-10 5 5 0,1-6-2 15,4 6-6-15,0-2-2 0,0 8-4 0,0-10-4 0,0 4-8 0,0 6-4 16,0-6-12-16,0 6-12 0,0 0-21 0,0 0-10 16,0 0 1-16,0 0 6 0,0 0 0 0,15 12 3 15,-7-3 1-15,-6-1-3 0,11 5-5 0,-6-1 3 16,1 3 16-16,6 0-15 0,-3 1-3 0,1-4-1 16,3 5-5-16,-1-4 1 0,3 1 0 0,-2-4-1 15,3 2-1-15,-1 2 2 16,-2-5 2-16,-1 3 6 0,1-6 5 0,-5 0-2 15,-3-4 0-15,6 3 6 0,-6-5 4 0,-7 0 2 16,15-5 0-16,-10-2 5 0,5 3-3 0,-5-11 1 16,4 0 3-16,-2 0-1 0,-7-3 6 0,8 3 9 0,-6-4 9 15,3 0 7-15,2 2 11 0,-6-3 2 16,4 3 6-16,-3 1 8 0,3-2-3 0,-5 6-7 16,3 3 1-16,-3-3-12 0,5 5 3 0,-3 2-12 0,-2-2 12 0,0 7-29 15,0-9-23-15,0 9-12 0,0 0-1 0,0 0 4 16,0 0 7-16,13 17-1 0,-11-9 4 0,1 4-2 15,-1 0 2-15,6 2-8 0,-6 1 8 0,3-2-2 0,1 3 4 16,-3 1-2-16,4-4 2 0,-4-1 0 0,2-1 2 16,2-2-1-16,-4 0 2 0,-1 0-1 15,6-3 1-15,-6 1 7 0,1-2 2 0,-1-2 11 0,-2-3 13 0,11 0 10 16,-11 0 11-16,0 0-6 0,15-9 16 0,-10 1 6 16,5 1 7-16,-5-1-5 0,7-7 16 0,-6 5-1 15,4-4 5-15,-3-1 9 0,5 0-4 0,-7 3 0 0,6-3-2 16,-3 5-7-16,1-4 3 0,-1 7-2 0,-3-1-7 15,-2-1-5-15,5 2-9 0,-4 3-1 16,-1-1-16-16,4 2-8 0,-7 3-10 16,8-4 3-16,-8 4-11 0,0 0 1 0,8 8-4 15,-1-1-2-15,0 6-4 0,1-2-4 16,-2-3-8-16,3 4-16 0,-3 3-11 0,9-1-2 0,-7 1-26 16,4 2-23-16,3-4-22 0,0 2-13 0,0-3-16 15,1 0-15-15,-2 2-16 0,0-3-25 0,3-2-23 16,-2 2-27-16,-2-3-19 0,0-7-26 0,1 2-26 15,-3 0-225-15,2-3-581 0,-3-3 257 0</inkml:trace>
  <inkml:trace contextRef="#ctx0" brushRef="#br0" timeOffset="-124499.81">12147 16218 112 0,'-2'-9'252'0,"-3"-2"1"0,-3 1-4 0,1 3-15 16,-1 0-8-16,1 3-19 0,-3 0-12 0,-1 2-16 15,-3 2-7-15,-2 0-21 0,-4 3-12 0,5 3-15 16,-5-1-10-16,2-1-7 16,2 8-9-16,-1 0-13 0,2 0-2 0,0 5-12 15,5-2-4-15,0-1 5 0,2 3-13 0,1 0-7 16,4-1-4-16,1 2-5 0,7-2 0 0,-5 3-2 16,7-2-1-16,1-2-9 0,6 0 0 0,2 2-3 15,2 1-4-15,2-2-1 0,3-4-2 0,-1 2 1 16,1-3-16-16,5-4-15 0,2 0-23 0,-2 1-17 15,2-3-25-15,-7-4-29 0,7-2-32 0,0 1-31 0,-4-5-43 0,-4 0-40 16,-2-2-12-16,-2-1-142 0,-3-2-436 0,0-2 193 16</inkml:trace>
  <inkml:trace contextRef="#ctx0" brushRef="#br0" timeOffset="-123682.03">12370 16287 45 0,'-8'-9'217'0,"3"3"5"0,2-2 12 0,-4 4 7 15,7-2 1 1,-8 0-16-16,6 2-12 0,2 4-21 0,-7-8-19 15,7 8-17-15,-5-4-17 0,5 4-18 0,0 0-10 16,0 0-8-16,0 0-15 0,-16 8-6 0,16 0-11 16,-5-1-5-16,3 5-9 0,1-3-8 0,-3 5 1 15,1 2-7-15,3 1-3 0,0-2-7 0,0 4 1 16,0-4-3-16,7 5-3 0,-6-1-4 0,6-2-1 0,-1 1-3 16,3 0-1-16,1-5 0 0,-2 4-4 0,4-7-2 0,2 5 2 15,1-3-3-15,0-1 0 0,0-4 4 0,-8 0-6 16,14-6 0-16,-8 3-3 0,1-4 2 0,2 0 6 15,-1-5-6-15,2-2-4 0,-2-3 1 0,0 1 2 16,-2-2-6-16,0-4 4 0,-5 3 7 0,4-4 10 16,-1 4 14-16,-2-6 7 0,-1 3 10 0,-1-2 7 0,-2 1 0 15,3 4-1 1,-3-3 7-16,0 9-1 0,0-3-5 0,-4-3-5 16,3 6-1-16,-3 0-5 0,-1-1-6 0,0 7-11 15,7-7-4-15,-7 7-15 0,3-2-6 0,-3 2-13 16,0 0 4-16,0 0 4 0,12 16 1 0,-9-10-3 15,2 0 0-15,-3 6 2 0,6-3-4 0,-1 1 4 16,1 6 1-16,0-3-12 0,6 1 4 0,-8 1-3 0,7-7-3 16,2 4 9-16,-6 0-7 0,-1-4-2 0,5-1-3 0,-5 1 10 15,-1-2-2-15,0-3-1 0,1 2 10 0,-2-4-5 0,-6-1 8 16,14 0 3-16,-4-3 10 0,-10 3 11 16,15-8 7-16,-9 4 5 0,-4-4 6 0,6 1 8 15,-3-1 9-15,0-4 2 0,0 5-1 0,-2-5-5 0,1 1-5 16,1 1-9-16,1 1-1 0,-3 0-4 0,1 1-5 15,-1 1-3-15,4-2-7 0,-1 5-6 0,1-3-2 0,1 4-13 16,1-2 2-16,0 3-18 0,5-3-7 0,4 5-7 0,-2 0-4 16,8 0-5-16,-3 5 4 0,9 1-24 0,0-5-1 15,0 6 3-15,4-6 6 0,-1 1 1 16,14 3 1-16,-16 0-1 0,4-5 8 0,-2 3 14 0,0-3-10 16,-1-5 3-16,-3 2 4 0,-12-1 4 0,9 1 5 15,-2-3 3 1,-5-3 0-16,-4 0 2 0,0 0 3 0,-3-2-3 15,-4-4 9-15,-5 5 10 0,-3-5-3 0,0-2 4 0,-5 5 4 16,-1-4-4-16,-4 4 13 0,-5-3 1 0,0 3-6 16,-1 0 7-16,-6-3-2 0,-4 3-1 0,4 6-4 15,-3-3-2-15,-3 5-4 0,7-3 2 0,-1 12-3 16,-3-3-1-16,5 5-5 0,4 1 2 0,-7 5-11 16,8 2 11-16,-3 9-3 0,6 2-1 0,0-1 5 0,7 7 8 0,4 12 7 15,2 6-1-15,4-2 5 0,7-2 0 0,3 4-1 16,-5 4 0-16,5-8 3 0,8 7-7 0,-3-5 2 15,-4 2-4-15,4 0-4 0,-3-2 3 0,4-3-3 16,-1 1 5-16,-2-9-10 0,-3 0 2 0,0-2-1 16,-3-8-6-16,-9-8-8 0,2 2-20 0,-3-6-23 15,1 4-32 1,-3-8-24-16,-3 1-17 0,1-1-26 0,-6-7-20 0,-6 3-20 16,-1-2-35-16,-8-3-50 0,10 1-63 0,-12-8-291 15,-3-2-672-15,-3-8 298 0</inkml:trace>
  <inkml:trace contextRef="#ctx0" brushRef="#br0" timeOffset="-122926.77">11721 16002 208 0,'0'-29'318'0,"2"2"0"0,3-1-7 0,-5 1 2 15,0 9-22-15,6-2 8 0,-4 1-13 0,-2 3-3 16,0 0-13-16,0 5-7 0,5 3-16 0,-5 0-17 16,0 3-32-16,0-1-21 0,0 6-19 0,2-8-27 15,-2 8-12-15,0 0-15 0,0 0-9 0,0 23-9 16,0-10-10-16,1 6-5 0,-1 8-9 0,4 5 1 15,-1-2-13-15,2 12-6 16,-3 1 0-16,-2 3-10 0,3-3 0 0,-1 2-2 16,1 2-3-16,-3-7-3 0,5 2-1 0,-5 1 0 15,2-2-3-15,-2-1-12 0,-2 6 7 0,2-4-1 16,-5 0-2-16,2-13-3 0,3 3-17 0,-2-3-37 16,2-2-45-16,0 1-39 0,2-2-31 0,1-1-39 15,4-7-65-15,4-3-89 0,-3-3-346 0,7 0-754 16,0-3 334-16</inkml:trace>
  <inkml:trace contextRef="#ctx0" brushRef="#br0" timeOffset="-46771.76">8467 16507 93 0,'-8'-3'307'0,"8"3"-3"0,-15-2-17 15,15 2-18-15,-10 0-7 0,10 0-25 0,0 0-17 0,-7-7-23 0,7 7-19 16,0 0-15-16,0 0-18 0,0 0-12 0,17-10-14 16,-9 5-9-16,6 2-14 0,2 1-6 15,2-1-12-15,2-1-10 0,7 1-6 0,4-2-9 0,-3-2-1 16,2 4-5-16,-3 2-2 0,1-2-8 0,3 2-2 16,-1-3-9-16,-4 3 4 0,-1 1-6 0,2 0-1 15,1-2-3-15,-2 2 2 16,-4 0-7-16,-4 0 12 0,4-1-16 0,-8 1-3 15,0 1 0-15,-8-1 1 0,9 0-1 16,-7 3-1-16,1-3-1 0,-9 0-3 0,11 0 4 16,-11 0 5-16,0 0-1 0,7 4-5 0,-7-4 1 0,0 0 4 15,0 0-6-15,0 0 5 0,-35 3-3 0,15-2 3 16,-4-1-4-16,-5 1 4 0,-7-1 0 0,-5 0-2 16,6 3 0-16,0-1 3 0,5 0-4 0,-4-2 6 0,4-2-3 0,7 2-6 15,1 0 4-15,-1 0-5 0,8 0-4 0,3 2-3 16,4-2-38-16,8 0-56 0,-16-2-75 15,16 2-92-15,0 0-325 0,0 0-638 0,31-6 283 0</inkml:trace>
  <inkml:trace contextRef="#ctx0" brushRef="#br0" timeOffset="-4820.17">15563 16422 166 0,'0'0'248'0,"0"0"-18"0,0 0-19 0,0 0-13 0,0 0-13 0,0 0-23 15,0 0-11-15,0 0-20 0,21-8-8 0,-12 12-13 0,2-4 2 16,1 0-2-16,4-4-6 0,-4 8-11 0,1-4-4 16,-5 1-7-16,7 1 11 0,-1-1-2 0,-4-1-12 15,-1 1-9-15,1 2-3 0,-3-1-6 16,1 3-6-16,-4-1-4 0,1-1-3 0,-4 3 5 0,-1-6 5 15,5 11 4-15,-5-3 3 16,-6 0 1-16,4 1-2 0,-8 3-6 16,0 1-3-16,-3 1-10 0,-2-1-6 0,-2-2 1 0,1 1-6 15,1 1 1-15,0 0-16 0,0-4-29 0,0 4-30 16,4-3-34-16,-3 2-48 0,4-1-51 0,4-10-68 16,-2 7-67-16,6-4-167 0,2-4-513 0,-3 3 227 15</inkml:trace>
  <inkml:trace contextRef="#ctx0" brushRef="#br0" timeOffset="63.7">17392 15818 36 0,'3'-11'259'15,"-1"1"-6"-15,-2-4-13 0,0 1-16 0,-2-2-6 16,2 4-14-16,0 2-8 0,-5-1-7 0,5-1-9 0,-5 2-17 16,2 2-2-16,-2-1-5 0,0 0-11 0,0 4-9 0,-2-2-5 15,-1 0-5-15,1 0-4 0,-2 0-12 0,-5 4 2 16,6 2-6-16,-12 7-13 0,4-6 10 16,-6 2-22-16,7 0-9 0,0-2-13 0,7 4-3 0,-4-3-17 15,-2 3 1-15,-3-2-5 0,2 5-6 0,7-5-4 16,-5 3-8-1,3-3-10-15,5 3-6 0,-5-3-10 0,6 6-18 0,-2-3 7 16,4 1-2-16,-1 1-4 0,6 3 7 0,2-3-2 16,-2 3 5-16,11 5-1 0,-1-5 9 15,-3 5-4-15,16 3 1 0,-7 0 6 0,7 1-4 0,-3-5 4 16,0 5 1-16,1 0-6 0,2-2 4 0,-4 2 0 16,-6-4 1-16,4 3 5 0,-5-4-6 0,0 1 0 15,-4 2-2-15,1-1 2 0,-5-2 1 0,1 1-1 0,0-5 1 0,-5 1 0 16,-3-1 5-16,4 4-3 0,-4-3 1 0,-4 0 2 15,1-3 1-15,1 0 11 0,-3-3-5 0,-3 5 4 16,2-7 1-16,-4-3 10 0,1 4 5 0,-7-2 14 16,1-3-16-16,-2 0-5 0,-6-1-1 0,7 1-4 15,-4-4-4-15,-2 0 3 0,-1 1-2 0,2-3-23 16,-3 0-10-16,5 0-22 0,-5 0-34 0,3 3-33 0,1-3-27 0,0 6-42 16,0 0-49-16,-1 0-48 0,3 1-222 0,1 4-538 15,0 1 239-15</inkml:trace>
  <inkml:trace contextRef="#ctx0" brushRef="#br0" timeOffset="533.79">17867 15593 160 0,'0'-7'318'16,"1"4"0"-16,-1 3-16 0,5-13-26 0,-5 9-22 16,0 4-26-16,0 0-22 0,2-7-21 0,-2 7-25 15,0 0-21-15,0 0-25 0,0 0-15 0,0 0-10 16,0 0-9-16,0 0-8 0,7 26-7 0,-6-18-7 16,-1 4-6-16,5 1-9 0,-1 6-1 0,-1-4-2 0,0 5-7 15,4-1-2-15,-2-1-3 0,-2 2-2 0,2 7-3 0,3-1-6 16,-6-1 2-16,3-1-2 0,-2 3-3 0,2 0 1 15,-3-8 1-15,3 7-4 0,3-2 1 0,-1 3-11 16,1-4-14-16,-1 2-18 0,-2-5-16 0,-2-3-27 16,4 0-24-16,-2 0-36 0,4 0-28 0,-7-7-29 15,3 0-46-15,3-1-196 0,-3-3-467 0,-3-3 207 0</inkml:trace>
  <inkml:trace contextRef="#ctx0" brushRef="#br0" timeOffset="1166.66">17993 15822 39 0,'0'0'252'16,"0"0"-17"-16,0-11-16 0,0 11-24 0,0 0-23 16,13-4-13-16,-13 4-10 0,8-3-14 0,-8 3-14 0,23 3-10 15,-11-1-10-15,-2 0-13 0,3 1-9 0,4 1-7 16,-3 1-7-16,3-2-7 0,1 4-7 15,-1 1-4-15,1 1-4 0,-1-1-4 0,4 4-6 0,-3-2-2 16,-3-2-5-16,3 8-5 0,-3-2 1 0,3-2-3 0,-4 3-3 16,2 5-1-16,-2-9-3 0,-6 5-2 0,0-3-5 0,2 4-7 15,-2-4-6-15,-6 2-3 0,0-3 1 0,-2 0 2 16,-2-3 0-16,0 0 5 0,-4-1-3 0,4-3 6 16,-3 3-7-16,-3-4 9 0,3-1 8 0,5-3 14 15,-15 5 20-15,15-5 7 0,0 0 13 0,-15-8 5 16,10 1-1-16,3 1-4 15,2-1 1-15,0-7-3 0,0-3-3 16,0 5-4-16,5-5-7 0,-3 3-2 0,11-1-4 0,-4 2-5 16,-1-4-1-16,-3 5-3 0,8-5-4 0,-1 7 1 15,-1-2-4-15,-3 6-3 0,1-1-3 0,-3 4-4 16,3-2-2-16,-1 3-2 0,-1 1-3 0,4-2-9 16,-11 3 2-16,17 7 1 0,-4 0 1 0,-3 9-2 15,-2-7-1-15,7 1 1 0,-2 6 0 0,0 0-3 0,2 3 3 0,-5-2-4 16,4 1 6-16,0 1-4 0,3-2 1 0,-5 1 1 15,-4-6-2-15,7 4 3 0,-7-5-2 0,0 0-2 16,6-4 4-16,-8-1 0 0,-3 0 3 0,4 0 2 16,0-3 6-16,-7-3 2 0,11-1 5 0,-11 1 12 15,10-8 7-15,-8 2 16 0,3-3 0 0,3-7 7 16,-3-1 7-16,-5 5 6 16,2-3 7-16,6-3 5 0,-3 0 6 0,-3-2-8 15,4 3-18-15,-4 2 15 0,3-2-5 0,-3 4-6 16,-2-1-9-16,3 5-9 0,-3-2-4 0,0 2-8 15,3 5-5-15,-3-2-8 0,2 0-27 0,-2 6-44 16,0-7-57-16,0 7-5 0,0 0 2 0,0 0-16 16,0 0-8-16,6 22-13 0,3-9-6 0,-4 4-11 15,0 2-13-15,1-1-14 0,-1 2-23 0,7-4-2 0,-4 2-6 0,9-2-16 16,-2-3-15-16,1 1-183 0,4 1-464 0,1-2 205 16</inkml:trace>
  <inkml:trace contextRef="#ctx0" brushRef="#br0" timeOffset="2115.51">19275 16004 8 0,'4'-11'224'0,"-3"1"4"0,-1-3 16 0,0 4 12 0,0-1 17 16,2 1-2-16,-2 0-16 0,0 2-4 0,-2 0-12 15,2 7-18-15,-1-8-19 0,-4 0-26 0,5 8-17 0,-9-4-21 16,9 4-4-16,-13 0-30 0,13 0-13 16,-18 7-11-1,11-1-4-15,-8 1-7 0,2 5-9 0,-3-2-8 16,-1 3-2-16,2 1-5 0,2-1-8 0,-2 3 1 15,5 1 10-15,0 0-17 0,2 2 0 0,0-3-9 0,4 1-8 0,3 1 0 16,-1 1-5-16,2-2 2 0,3-2-3 0,11 0 4 0,0-3-4 16,10-2-5-16,5 2 3 0,6-5-22 0,-3-5-13 15,12 1-16-15,1-6-9 0,-2 1-14 16,5-8-14-16,-2-3-21 0,1-2-13 0,-3-4-17 0,-1-4-17 16,-1-5-14-16,1 2-3 0,-8-4-4 0,-1-3-4 15,-4 0 5-15,-10 3 14 0,3 3 18 0,-8-10 9 16,-3 9 11-16,-4-2 35 0,-6 1 29 0,-4 0 28 0,-6-3 30 15,3 4 31-15,-5 1 31 0,-3-2 25 0,-1 1 21 16,-1 2 15-16,2 6 18 0,-3-3 12 16,1-1 20-16,2 9 1 0,4 2-2 0,1 3-4 0,3 2 4 15,-5-3-14-15,7 5-11 0,1 0-32 0,-1 3-20 16,3 3-28 0,-7-5-25-16,7 5-7 0,0 0-2 0,0 0-7 15,-3 23-4-15,6-11-3 0,-3 3-2 0,0 3 0 0,2 0-7 16,3 1 1-16,0 8 5 0,-2 0-1 0,-1 4-4 15,6-3-5-15,-3 11 4 0,5-9-1 16,-3 11-8-16,-1-12 2 0,1 1-22 0,-2 9-19 0,0-7-11 16,0-3-14-16,0-1-14 0,-4-1-12 0,6 0-11 15,-5-8-14-15,-1-2-12 0,3 1-8 0,-4-5-10 0,0-3-9 0,1 6-5 16,-1-7 5-16,0-6 7 0,0-3-6 0,7 9-4 16,-7-9 5-16,0 0 9 0,0 0 9 0,0 0 2 15,-7-27 12-15,7 15 15 0,0-1 11 0,0-6 14 16,-1 3 34-16,-3 1 28 0,1-3 23 0,-4 3 29 15,1-2 22-15,1 1 20 0,-4 1 20 0,3 2 12 16,-2-1 25-16,6 1 5 0,-3-1 4 0,-3 2 4 0,6 4 0 0,-3 0 0 16,5-3-13-16,-2 6-8 0,-4-1 12 0,4-1-37 15,2 7-15-15,0 0-9 0,2-10-11 0,-2 10-9 16,10-4-5-16,-10 4-11 0,20 2-1 0,-7 0-4 16,2-1-6-16,1 3-3 0,-1 1-5 0,5 1 0 15,3-2-4-15,-1-1 3 0,-1-1-17 0,1 4 9 16,-1 3 0-16,-1-6-3 15,-2 0-2-15,4 3-1 0,-6-3-2 0,-7 4-5 16,6-5-6-16,-7 1 14 0,0 4-15 0,4 0 3 16,-6-2 0-16,3 3-5 0,-3 3 1 0,1-4 4 15,-4 2 2-15,2 3-3 0,2-3-5 0,-1 8 2 16,-2-4 1-16,-1 2 3 0,5 0-2 0,-4 1 3 16,0 2-2-16,5-2 0 0,-6-1 0 0,0-2 3 15,6-2-3-15,-4-3 4 0,-2 3-11 0,9-2 10 0,-11-3 13 0,9 0-12 16,-2-3-1-16,2-3 6 0,-10 0-6 0,22-1 3 15,-11-4 3-15,4-2 4 0,0-3 1 0,0-2 2 16,0 0 1-16,3-7-7 0,-1 7 5 0,-6-6 10 16,-2 1 9-16,1 1 7 0,-4 0 3 0,4-1 7 15,-5 5 3-15,3-6-6 0,-4 9 1 0,-1-3 0 0,-3 3-3 16,2 2-6 0,-2-1-7-16,3-1-3 0,-6 3-10 0,6 2-20 15,-3 4-41-15,0 0-21 0,0-8-34 0,0 8-18 16,0 0-15-16,0 0-24 0,0 0-16 0,-15 16-16 15,10-8-31-15,0-1-28 0,3 5-25 0,2 0-19 16,0 0-192-16,-5 3-521 0,5-3 231 0</inkml:trace>
  <inkml:trace contextRef="#ctx0" brushRef="#br0" timeOffset="3055.71">20532 15983 270 0,'1'-8'281'0,"-1"1"3"15,4-1-7-15,-4 2-24 0,3 0-26 0,-3 6-21 16,8-7-17-16,-5 0-24 0,2 4-16 0,-5 3-14 0,10-4-17 16,-10 4-9-16,17 3-11 0,-7-2-14 0,1 6-6 0,-1-6-7 15,-1 5-8-15,1-2-9 0,3 8 2 0,3-3-12 16,-4 2-6-16,1 3-3 0,-5 1 0 16,4-10-7-16,-2 11 0 0,0-5-5 0,1 3-3 0,-6-1-6 15,-3-1-1-15,6-1-4 0,-3-3-5 0,-3-3-1 16,0 6 3-1,4-7-5-15,-4 3 0 0,-2-7 4 0,5 5 6 0,-5-5 1 16,0 0-3-16,0 0 2 0,0 0 17 0,0 0-9 16,0 0 0-16,0 0-3 0,-17-22-3 0,12 13 9 15,0 5-7-15,2-10 2 0,3 5 0 0,-5 0 9 16,5-5-10-16,0 2-2 0,3 2-3 0,-1 1-2 16,6-3-2-16,-1-1-3 0,3 1-7 0,3 2 5 15,2-3-1-15,5 2-7 0,-4 4 3 0,8-2-11 0,4-2 2 0,3 4 2 16,-1-4-4-16,0 6 2 0,-4-6 7 0,2 7-5 15,4-1 0-15,-2-1 1 0,-14 3 4 0,2-6-2 16,-1 8-6-16,-2-1 9 0,-4 2 0 0,-4 0-2 16,-7 0 3-16,15 0-1 0,-15 0 0 0,0 0 1 15,0 0-3-15,0 0 3 0,0 0-1 0,0 0 2 16,0 0-2 0,-18 12 1-16,8-9 3 0,-2 3-3 0,2-1 1 0,-5-1-3 15,-3 7 0-15,7-4 3 0,-1 1-2 0,-3 4 1 16,7-7 2-16,1 6 0 0,2 4-3 0,2-6 3 15,3 6-4-15,0-3 4 0,3-1 1 0,9 0 0 16,-2 1 0-16,6-1-3 0,8 2-5 0,5 1-12 16,3-5-7-16,3-2-7 0,-1 1-9 0,13-4-5 15,1 0-13-15,0-3-2 0,3-1-6 0,-6-6 0 0,-2-5 3 0,-12 7-3 16,1 4 14-16,1-8 10 0,-5 1 3 0,-3-4 5 16,-9 7 6-16,-1-4 16 0,-2 1 22 0,2-2 14 15,-10 1 10-15,2 3 2 0,-4-1 3 0,-3 6 5 16,-8-12 8-16,3 5-1 0,-5 0 5 0,3 2-6 15,-9 0 0-15,-4-2 6 0,0 6 10 0,0-1-9 16,-5 2 2-16,4 2-6 16,-11-1-2-16,9 6-8 0,2-6-1 0,-1 3-7 15,6 4 1-15,-6-1-6 0,7 1-1 0,-5 0-4 16,9 2-7-16,-2-1 2 0,6 5 0 0,-1-7 5 16,3 5-11-16,1 3 1 0,4-1-5 0,4 1-3 15,-1 1 2-15,7-5-1 0,-3 2-7 0,2-6 2 16,6 4-2-16,0-3-5 0,5-3 1 0,2 2-4 0,9-4-5 15,-11-2 1-15,3-1 0 0,-1-3 11 0,6-5-9 0,-7-5 2 16,6 2 3-16,-4-8 1 0,3-1-1 0,-4-3 3 0,1-11 2 16,-8 6 3-16,3-10-4 0,-1-5-1 15,-9 4 5-15,5-4 3 0,-11 6 8 0,6 5 28 16,-3-2 34-16,-5 5 41 0,0-1 24 0,0 3 7 0,0-4 2 16,0 7-1-16,-5 1 7 0,4 8 12 0,-8-5 4 15,9 5-10-15,-5 2-13 0,4 3-16 0,-6 2-14 0,5 0-23 16,-3 2-14-16,5 6-12 0,-6-2-5 0,6 2-5 0,0 0-7 15,-8 16-8-15,8-6-2 0,0 5-11 16,0 5-6-16,0 1-5 0,8 4-6 0,-8 0-20 16,6 2-21-16,1 2-14 0,6 1-41 0,2-3-40 0,8 11-46 15,-6-13-41-15,1 2-38 0,2 12-57 0,6-6-65 16,-6-6-76 0,2-8-241-16,11 10-743 0,-3-10 330 0</inkml:trace>
  <inkml:trace contextRef="#ctx0" brushRef="#br0" timeOffset="3541.43">23213 15532 271 0,'-10'-4'337'0,"5"0"-16"0,-5-3-12 0,5 5-24 16,-1-1-33-16,-3-4-22 0,9 7-34 0,-6-2-21 16,6 2-17-16,0 0-6 0,-14 12-17 0,13-3-11 15,-8 4-10-15,8 5-16 0,1-3-5 0,-4 4-9 0,3 4-6 0,1 2-13 16,1 2-5-16,-1 0-4 0,4 7-5 0,-4-7-11 15,1 1 3-15,4 1-5 0,-1-4-6 0,-3 2-14 16,4-1-14-16,-1 1-11 0,1-2-26 0,1 1-22 16,1-10-24-16,-5-1-35 0,4 0-41 0,2 1-38 15,-1-8-48-15,-2-1-50 0,3 0-152 0,-1-6-477 16,3-1 211-16</inkml:trace>
  <inkml:trace contextRef="#ctx0" brushRef="#br0" timeOffset="3857.86">23129 15407 305 0,'-12'-11'350'0,"4"-5"5"0,1 8-7 0,0-1-16 0,2-1-27 16,0 3-8-16,2 0-32 0,2 4-31 0,1 3-27 0,6-12-22 16,2 7-18-16,1 4-18 0,4 0-14 15,2 1-11-15,1 0-14 0,4 1-14 0,8 7-9 0,-6-7-11 16,8 10-7-16,-5-4-5 0,-4-3-5 0,-1 8-12 15,8-1-4-15,-10-5-8 0,-1 4-2 0,-1 2-5 16,1 0-6 0,-4-1-12-16,-1 0-11 0,-6 2-2 0,9-1-3 0,-11 0-5 15,1 2-3-15,1-3 3 0,-6 1 0 0,0-3 0 16,-6 4-6-16,-3 0 8 0,-2 1-7 0,-1-2-6 16,-1 1-5-16,-5-6-14 0,-4 7-9 0,-4-4-24 15,-6 1-19-15,1 4-24 0,-2-7-22 0,3 4-28 16,5-4-36-16,-1 3-35 0,2-5-43 0,4 3-216 15,4-4-536-15,-1 2 238 0</inkml:trace>
  <inkml:trace contextRef="#ctx0" brushRef="#br0" timeOffset="5061.1">23378 15810 132 0,'10'1'236'0,"-10"-1"-21"16,14 3-6-16,-14-3-19 0,15 2-13 0,-6-2-18 15,3 0-13-15,-2 2-13 0,2 2-12 0,-1-1-13 16,4 1-11-16,0 0-11 0,-8 1-9 0,7 6-7 16,1-7-10-16,-1 3-3 0,-4 6-8 0,8-1-6 0,-10-6-3 0,0 9-7 15,-1-6 1-15,0 3-6 0,-6-1-4 0,4 2-2 16,-3 1-2-16,-4-4-3 0,-3 3 1 0,4-5-1 15,-6 1-1-15,0 0-2 0,-1-1 0 0,1-3-1 16,-1-1 1-16,1 0 0 0,7-4 0 0,-13 4 8 0,13-4 4 16,-15-1 5-16,15 1-2 0,-6-14 0 15,6 7-6-15,0-2 1 0,5-3-4 0,-4-1-6 0,8-4 0 0,2 0-1 16,4-2-7-16,8 0 0 0,-3-4-4 0,-2 5-2 16,4-2 0-16,4 3 1 0,-6 0-3 0,-3 5 3 15,-1 0-1-15,-1 3 0 0,0-2-3 0,-5 7 5 0,-2-2-3 16,4 1 4-16,-4 3-2 0,-3-1-1 0,-5 3-3 15,8-9-4-15,-8 7 1 0,0 2 0 16,0 0-2-16,0 0 0 16,0 0 4-16,0 0-1 0,0 0-1 0,0 0 1 15,-11 21 0-15,9-18 2 0,-4 4 0 0,4 3-1 16,-3-3 1-16,3 1 1 0,-3 2 2 0,2-3 0 16,3 5 1-16,0-4-3 0,3 7 6 0,4-6-4 0,0 5 0 15,4-7 3-15,1 5-4 0,8 1-7 0,1-2-14 16,9 1-21-16,0-5-18 0,6 1-12 0,-3-4-14 15,10 1-16-15,4-2-12 0,-3 0 2 0,-11-3 1 0,17 0-9 0,-7-11-10 16,-13 6 8-16,5 2 8 0,-1-5 11 16,-5-3 7-16,0-1 15 0,-2 4 17 0,-9-3 14 0,2 3 25 15,-5-2 28-15,-2-2 26 0,-3 4 22 0,-3-4 13 16,-6 5 8-16,1 1 6 0,-2-3 8 0,-2 0-2 16,-4 1 2-16,-1 6 3 0,-1-8-2 0,-2 5 1 15,-7-2-8-15,2 3-6 16,-3 1-4-16,0 3-6 0,-4-3-9 0,1 6-4 15,-1-1-5-15,1 0 2 0,-1 6-9 0,4-1-2 16,-10 3-5-16,8 0-2 0,-3 5-1 0,8-6-5 16,0 3-1-16,-1 1-1 0,4 1-3 0,0-4-1 15,6 7 0-15,-6-3 0 0,11 2-2 0,-1 2-1 16,2-5 0-16,3 2-6 0,5 0 3 0,-1-1-4 16,8-1-2-16,-3-4-3 0,6-1-2 0,0-1-10 0,0-2-8 0,2 1-2 15,5-6 1-15,3 4-3 0,2-8 1 0,-2-2 0 16,0-6-1-16,-3 0-2 0,-4-4-1 0,1-1-1 15,1-4-4-15,-1-3 1 0,-7 1-1 0,-1-8 0 16,1 4 5-16,-8-1 3 0,3-1 3 0,-5-10 15 16,3 9 25-16,-8 3 23 0,0-2 16 0,-8 2 14 15,3 3 8-15,0 5 7 0,-2-7 1 0,-1 7 7 0,3-1 5 0,-2 6 5 16,-1-1-3-16,3 4-10 0,-1 2-2 0,4 0-8 16,-5 0-13-16,4 6-11 0,-2-2-7 0,5 5-18 15,-5-4 3-15,5 4-19 0,0 0-3 0,0 0 0 16,0 0-5-16,-8 20 0 0,8-9-6 0,3 5 11 15,-3 0-10-15,2-1 3 0,-2 1-1 0,8 11-4 16,-3-1 2-16,0-2-1 16,7 3 1-16,-9 0-4 0,3 1 1 0,6-2-6 15,-4 1 3-15,-1-1-16 0,8 2-1 0,-5-3-3 16,3-2 0-16,2 1-5 0,-5-7 3 0,0-4 2 0,-4 1 0 16,3-6 3-16,-3 1-1 0,-1-6 5 0,0 4 8 15,2-7-4-15,1 2 6 0,-8-2 2 16,0 0 14-16,22-5 4 0,-17-3 4 0,5-3 3 0,1-2 7 15,-3-2 11-15,7 0 6 0,-5-3 7 0,2 3 8 0,-2-3 16 16,1-1 0-16,-2 2 1 0,1 0 5 0,-5 2 5 16,4 1 6-16,-4 6-3 0,5-2 9 0,-6 1-13 0,-1 1-9 15,0 1-7-15,1 0-10 0,1 4-11 0,-2-4-15 16,-3 7-3-16,0 0-7 0,0 0-6 0,0 0 1 16,0 0-2-16,5 14-4 0,-2-6-1 0,0 2 0 15,2 4-5 1,-1 1 2-16,2 2-6 0,1 1-2 0,-4-2-13 15,11 10-7-15,-5-10-9 0,5 10-14 0,-3-6-13 0,1-4-11 16,1-1-8-16,0-3-8 0,2 2-11 0,-6-4-9 16,7-1-14-16,2-1-20 0,-4-3-15 0,-1-3-17 15,-2 0-21-15,-1-4-24 0,4-3-33 0,0-4-27 16,0-3-38-16,-9 4-209 0,5-6-560 0,-7-6 248 16</inkml:trace>
  <inkml:trace contextRef="#ctx0" brushRef="#br0" timeOffset="5223.87">24971 15516 175 0,'-5'-4'320'0,"-5"0"-11"15,5-1-9-15,-2 3-22 16,7 2-25-16,-8-5-24 0,8 5-17 0,-7-4-30 16,7 4-27-16,-8-4-30 0,8 4-53 0,0 0-30 15,0 0-35-15,0 0-45 0,0 0-51 0,0 15-67 16,0-15-66-16,7 13-137 0,-1-5-390 0,-4 0 173 15</inkml:trace>
  <inkml:trace contextRef="#ctx0" brushRef="#br0" timeOffset="5562.45">25358 15711 224 0,'0'0'232'0,"0"0"-6"0,0 0-19 0,0 0-19 0,0 0-16 15,-25 3-17-15,17 1-5 0,1-1 1 16,-3 4-8-16,4-2-7 0,-7 3-2 0,-2 3-6 16,0-6-13-16,0 8-7 0,0-1-3 0,2 3-6 0,-2-10-10 15,-5 9-7 1,10 1-9-16,-3 0-9 0,1-1-5 0,6-1-6 15,-3-1-2-15,8 3-5 0,-3 0-4 0,6 0-4 16,0 0 7-16,4 0-9 0,3 1-3 0,4 0-2 0,7-6-3 16,4 2-8-16,6-4-2 0,5-1-1 15,-5-1-2-15,6-4-7 0,12-2-1 0,-15-2-11 16,12-4-18-16,-10 0-13 0,6-6-23 0,-9 1-20 0,-3-1-20 16,9-10-24-16,-9 4-30 0,-1 0-25 0,5-9-25 0,-5-4-25 15,-8 5-166-15,-4-11-424 0,-2 8 187 0</inkml:trace>
  <inkml:trace contextRef="#ctx0" brushRef="#br0" timeOffset="6126.29">25807 15559 131 0,'-5'-24'24'0,"-7"1"28"16,10 3 23-16,-6-1 24 0,0 8 16 0,3-6 22 16,-5 4 27-16,5-1 6 0,-3 4 6 0,4 0 4 15,3 0 1-15,-3 3 7 16,-1-3 2-16,2 7-5 0,0 1-8 16,3 4-12-16,0-12-12 0,0 12-13 0,-2-6-10 0,2 6-16 15,0 0-10-15,-2-7-8 0,2 7-17 0,0 0-7 16,0 0-12-16,0 0-8 0,0 0-1 0,0 0-7 15,0 0-5-15,0 0 2 0,-4 25-8 0,4-21-6 16,0 13-4-16,0-2 2 0,4 0-4 0,-4 4-1 16,2 7 0-16,0-2-7 0,-2 2 2 0,0 3 5 0,0 1-6 0,0 1-7 15,0 0 0-15,0-1-3 0,0 3 6 0,0-3-1 16,0-2-1-16,6 13-12 0,-6-13-2 0,0-1-11 16,0 0-8-16,5-1-7 0,-3-5-5 0,-2-3-5 15,2-2-4-15,-1-2-4 0,1-2 0 0,0-4-2 16,-2 0 5-16,6 1 3 0,-4-7 3 0,-2-2-3 15,5 6-8-15,-5-6 2 0,0 0 2 0,11-1 0 0,-11 1 7 0,7-16 6 16,-2 9 0-16,-2-4 5 0,2-5 4 0,-5 1 2 16,7 0 8-16,-5-2 14 0,-2-1 21 0,0-1 13 15,-2 2 13-15,2-1 17 0,-5-1-2 0,3 4 20 16,2-2 4-16,0 5 12 0,0-5-1 0,-5 2 14 16,9 3-5-16,-8 1 7 0,4 0-2 0,0 1 1 0,0 4-4 15,0-1-15 1,4-1-7-16,-4 0-12 0,1 4-4 0,-1 4-5 15,9-7-11-15,-4 3-6 0,-5 4-9 0,14 0-1 16,-14 0-7-16,20 0-4 0,-6 4-3 0,-1-1 0 16,2 2 5-16,5 2-14 0,-4-2 2 0,4 3 0 15,-3-1-4-15,-3 1 3 0,1 3-12 0,2-1-2 0,-1 2 0 16,-4 1 2-16,1-2 5 0,-4 7-8 0,-1-5-2 16,5 4-8-16,-6 1-11 0,-6-2-11 0,4 4-17 0,-5-5-5 15,4 9-19-15,-1-6-18 0,-3 0-17 0,-3 2-10 0,-1-1-19 16,3-3-17-16,1 4-19 0,-4-5-27 15,3-2-30-15,1 0-20 0,1-3-28 0,-1-3-204 0,0-2-522 16,5 2 232-16</inkml:trace>
  <inkml:trace contextRef="#ctx0" brushRef="#br0" timeOffset="6796.64">26399 15798 168 0,'-5'-1'271'0,"-5"-5"-13"0,10 6-1 16,-6-7-8-16,-3 5-15 0,9 2-24 0,-16 0-19 16,6 0-19-16,10 0-9 0,-17 5-11 0,9 0-11 0,-5 1-15 0,6 0-10 15,-3 1-18-15,5 4-3 0,-1-2-6 0,2-2-10 16,1 7-5-16,1-5-8 0,2 7-6 0,0-6-3 16,2 7-4-16,1 0-7 0,7-7-5 0,-5 4 0 15,5-5-11-15,3 3-3 0,-6-5 0 0,3 5-1 16,3-2-6-16,0-3-5 0,-3 1-1 0,4-7 2 15,-8 3-4-15,9-2-1 16,-7-2 1-16,-8 0-1 0,14-3-6 0,-8-1 0 16,-2-4 0-16,-4 1-2 0,3-3 0 0,-3-6 1 15,0 1-3-15,-3 0-2 0,1-2 4 0,2-1 2 0,-7-1 4 16,6-2 1-16,-6 3 4 0,7-2 7 0,-2 1 8 16,-3-1 6-16,-3 1 5 0,8-1 0 0,0 1 2 15,0 6-6-15,0-4 3 0,0-1-4 0,7 4-4 16,-6 2-6-16,4 4 0 0,-3 0-2 0,5-1-6 0,-1-1-6 15,1 8-2-15,4-3-5 0,3 2 14 0,-6 3-15 16,-8 0-4-16,28 3-3 0,-11 2-1 0,-1 1-5 16,1 6-1-16,-1-1-1 0,7 2-7 0,-3 5-3 15,-1 2 0-15,-1 0-5 0,-3-2-1 0,1 3-8 16,-3 4-1-16,-3-3-6 0,-1-3-8 0,-3-1-6 16,1 1 5-16,0 1-1 0,-1 4-3 0,-4-2 0 0,3-7 4 0,-5 2 7 15,0-6 2-15,0 1 5 0,0-5 4 0,1 1 7 16,-2-4 3-16,1-4 5 0,0 10 13 0,0-10 15 15,0 0 11-15,0 0 10 0,0 0 6 0,0 0 11 16,-5-27 8-16,10 14 13 0,-4 3 2 0,4-2 11 16,-3-3 10-16,0 0 7 0,3-3 9 0,1-2 7 15,-1 1 0-15,0 1 2 16,5 1-2-16,-3-2-3 0,3 3-11 0,-4 4 0 16,4-3-3-16,-5 3-8 0,5-4-9 0,-3 8-8 15,-1 0-5-15,-1-3-7 0,0 7-10 0,2 0-8 16,-2-3-6-16,-5 7-7 0,10 0-1 0,-10 0-5 0,8 8-2 15,0-4-3-15,-4 6-4 0,-1-1 0 0,2 4-2 16,5 2-8-16,-7 2-17 0,1 0-19 16,4 3-21-16,-3-1-36 0,1 1-28 0,1-5-29 0,-4 4-19 0,6 0-18 0,-9 0-24 15,3-4-42-15,0 0-38 0,-3-5-56 16,2-2-281-16,-2-4-675 0,3 2 299 0</inkml:trace>
  <inkml:trace contextRef="#ctx0" brushRef="#br0" timeOffset="6981.56">26599 15249 3035 0,'-19'-23'147'0,"2"7"-57"0,4-3 31 0,1 3-41 15,1 0-22-15,-1 1-18 0,0 1-13 0,2 1-7 16,-3 1-16-16,0 1-31 0,5 3-32 0,-4 6-37 0,2 0-32 0,-6 2-65 15,2 0-76-15,-9 4-206 0,7 4-516 0,-4 2 229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1T09:53:49.92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1663 1231 245 0,'0'0'237'0,"0"0"-1"0,0 0-10 0,0-7-10 16,0 7-9-16,0 0-10 0,0 0-13 0,0 0-12 16,0 0-7-16,0 0-6 0,0 0-13 0,0 0-7 15,0 0-8-15,3-5-7 0,-3 5-10 0,0 0-17 0,0 0-6 0,0 0-10 16,0 0-10-16,0 0-6 0,0 0-11 0,0 0-10 15,0 0-2-15,0 0-5 0,0 0-8 16,5 19-3-16,2-14 3 0,-6 6-3 0,-1 1-4 0,5-3 0 16,-5 11 0-16,9-7-4 0,-8 8-4 0,4-4-1 15,0 8-1-15,-1-7 0 0,-3 6-1 0,6 0 1 16,-2 3-4 0,0-8 0-16,0 8-4 0,0 0 7 0,-5-5-4 15,10 3-2-15,-7-4 0 0,-1 0-6 0,6-2 6 0,-8 1-4 16,3-2-24-16,1-3-14 0,2 0-20 15,-3 0-13-15,2 2-19 0,-3-5-14 0,3-1-15 16,-2 3-16-16,-1-7-16 0,1 7-22 0,-1-5-17 16,5-3-27-16,-6 5-21 0,4-6-131 0,-1-1-399 0,-4-4 177 15</inkml:trace>
  <inkml:trace contextRef="#ctx0" brushRef="#br0" timeOffset="432.28">1375 1392 253 0,'0'0'257'0,"0"0"-22"0,0 0-23 15,0 0-25-15,0 0-16 0,0 0-14 0,0 0-18 0,26-7-11 0,-14 7-15 0,9-5-10 16,-2 2-10-16,2-1-4 0,7-3-13 15,2 3-6-15,2-4-6 0,2 0-4 0,3-2-6 16,-6 6-7-16,4-1-4 0,8-2-5 0,-12-2-2 16,-2 2-3-16,-6 5-4 0,-3-3-4 0,3 0 1 15,-2-3-14-15,-4 2-16 0,-2 1-18 0,-2 2-16 16,-5 2-19-16,2-3-27 16,2 4-27-16,-12 0-40 0,15 0-30 0,-7-7-170 15,-3 6-380-15,-5 1 170 0</inkml:trace>
  <inkml:trace contextRef="#ctx0" brushRef="#br0" timeOffset="1249.96">2254 1660 156 0,'0'0'261'0,"0"0"-20"0,0 0-18 16,0-13-20-16,0 13-11 0,0-9-4 0,0 9-15 15,-7-13-21-15,4 5-7 0,-2 1-10 0,3-1-9 16,-4 2-10-16,1-3-12 0,-4 0-6 16,3 3-10-16,-4 1-14 0,5 1-9 0,-7 0-7 15,2-4-10-15,0 8-6 0,-4 0-2 0,-1 1-7 0,-2 6-7 16,-3 1-3-1,5-3-7-15,-1 2 0 0,-4 5-1 0,5 0-3 16,0 2-3-16,0-1-10 0,2 2-10 0,-2 0-4 16,8-1-9-16,-1 4-5 0,7-3-2 0,-4-1 3 15,5 1-3-15,0-2-3 0,5 1 10 0,4 0-5 16,5-3-1-16,-6 1 6 0,12-1-3 0,-5-7-2 16,0 0 0-16,8 6-9 0,-2-9-2 0,-1-1-3 15,3 0 0-15,-4-6 2 0,0 1 4 0,0 2 1 0,-3-1 2 0,-1-4 6 16,0-1 4-16,-3-1 4 0,-4 5 9 0,-2-5 17 15,-1-2 21-15,2 3 9 0,-4 1 12 0,4-2 14 16,-5 2 11-16,1 3 11 0,-3-3 4 0,0 0-3 16,0 8-1-16,0-8-6 0,0 1-10 0,0 7-10 15,0 0-14-15,8-7-15 0,-8 7-22 0,0 0-24 16,0 0-20-16,0-5-10 16,0 5 1-16,0 0 6 0,5 16 8 0,-2-12 1 15,11 3 1-15,-11 4 9 0,2-2-2 0,2-1-7 16,-1 3-1-16,-4-2 3 0,5 2-4 0,1-2-1 15,-2 3-8-15,-1-9 3 0,5 4-5 16,-6 1-4-16,-1-1 2 0,5-2-3 0,-3-2 8 0,-5-3 4 16,8 3 6-16,-8-3 2 0,0 0 4 0,0 0 5 15,17-9 7-15,-10 0 4 0,-2-2 8 0,-5 2 1 0,8-10 9 16,-6 4 6-16,2-1 17 0,6-3 9 0,-6 0-2 16,-3 1-1-16,9 1 3 0,-5 0 2 0,4 0 6 0,-1-3-7 15,0 7-2-15,-1-5-3 0,1 9-3 0,-1-3 0 16,-2 3-6-16,3 0-3 0,-2-1-3 15,3 4-5-15,-3-1-2 0,3 7-1 0,-1-4-3 16,2 3-1-16,-10 1 1 16,20 5 0-16,-5-5-3 0,1 8-3 0,-1-1 0 15,0 4 1-15,-2-5-2 0,7 4-1 0,-5 5-1 16,0-4 0-16,0 5-1 0,0-5-5 0,-4 5-4 16,4 0-14-16,0-1 3 0,-5-3 1 0,3-2-2 15,-11 2-5-15,6 0-2 0,0-3-4 0,-4 3 3 16,-3-3 1-16,-2 1 4 0,-3 0 6 0,1-1 0 15,-5-2 0-15,1 2 5 0,-1-2 1 0,1-3-2 0,-6 1-9 0,6-2-11 16,-7 5-22-16,4-4-19 0,-4-4-26 0,6 3-25 16,-4-3-24-16,12 0-39 0,-14-4-129 0,14 4-343 15,-12-8 152-15</inkml:trace>
  <inkml:trace contextRef="#ctx0" brushRef="#br0" timeOffset="1566.35">2956 1206 251 0,'0'-9'308'0,"0"4"-11"0,5 1-12 16,-5 4-15 0,0-4-20-16,0 4-24 0,0-8-15 0,0 8-26 0,0 0-19 15,0-8-11-15,0 8-31 0,0 0-13 0,0 0-16 16,0 0-12-16,0 0-9 0,0 0-7 15,1 23-8-15,2-14-7 0,1 6-10 0,1 0 8 16,-2 1-14-16,4 4 1 0,-2 6-4 0,3-1 1 16,-1 2-7-16,2 0-4 0,5 10 1 0,-6-8-3 0,5 3 4 15,-8-4-11-15,7 0-12 0,1 2-15 0,-8-1-10 0,10 1-8 16,-7-3-7-16,4-3-9 0,-1-2-9 0,-6-2-10 16,5-5-20-16,3 3-19 0,-6-8-28 0,1 3-29 15,-1-6-28-15,5 3-37 0,-1-8-183 0,-3 0-445 16,2-2 197-16</inkml:trace>
  <inkml:trace contextRef="#ctx0" brushRef="#br0" timeOffset="1867.13">3421 1407 226 0,'0'0'244'16,"0"0"-17"-16,-4-7-24 0,4 7-16 0,0 0-13 15,0 0-28-15,0 0-15 0,0 0-8 0,0 0-15 0,-23 16-11 0,10-12-5 16,-2 7-2-16,-2-5 1 0,4 8 2 0,-8-6 0 16,1 4-6-16,-3 3-8 0,6-4-5 0,-1 2-5 15,-2 5-12-15,5-4-1 0,0-5-9 0,2 7-5 16,1-7-5-16,7 5-3 0,2-2-2 0,-2-3-3 16,10 3-2-16,2 2 1 0,4-1-5 0,-2-3 2 15,9 2-2-15,7 0 0 0,4-1-4 0,3 1-2 0,13-1-1 16,-4-3-3-16,5 0-11 0,-11-4-40 0,3-1-37 15,-3 2-54-15,5-3-70 0,-7-2-61 0,-8-2-155 0,4 2-447 16,-7-1 198-16</inkml:trace>
  <inkml:trace contextRef="#ctx0" brushRef="#br0" timeOffset="2954.07">4253 1719 39 0,'0'0'420'0,"0"0"-8"15,0 0-39-15,0 0-24 0,0 0-36 0,0 0-26 16,0 0-31-16,0 0-26 0,0 0-26 0,0 0-24 16,0 0-22-16,0 0-9 0,0 0-26 0,0 0-24 15,0 0-23-15,0 0-16 0,-5 9-15 0,5-9-17 16,0 0-17-16,0 0-11 0,5 3-9 0,-5-3-15 16,0 0-6-16,2 5-11 0,-2-5-13 0,0 0-23 0,13 4-14 0,-13-4-22 15,0 0-44-15,0 0-53 0,17-10-40 0,-14 2-210 16,-3 4-497-16,2-7 219 0</inkml:trace>
  <inkml:trace contextRef="#ctx0" brushRef="#br0" timeOffset="3254.84">4098 1392 143 0,'-5'-3'179'15,"5"3"-16"-15,0 0-21 0,0 0-9 0,0 0-19 0,0 0-13 16,0 0-6-16,0 0-8 0,0 0-10 0,-7 9-13 15,0-2-5-15,7 0-6 0,0-7-2 0,7 8-2 16,-7-3-8 0,7 1-3-16,-6-3 3 0,3 0-7 0,-4-3-4 0,5 9 1 15,-5-9-4-15,6 6-2 0,-2-4 4 0,-4-2-5 16,4 4 2-16,-4-4 18 0,0 0 21 16,0 0 25-16,0 0 4 0,0 0-8 0,0 0-7 15,0 0 0-15,7-14-1 0,-7 14-8 0,-2-10-1 0,-3 3-9 16,5 7-5-16,-3-8-5 0,2 2-7 0,-3 0-4 15,4 6-8-15,-1-7-19 0,1 7-29 0,0 0-37 0,0 0-50 16,0 0-68-16,0 0-27 0,0 0-32 0,0 0-124 16,0 0-382-16,9 16 169 0</inkml:trace>
  <inkml:trace contextRef="#ctx0" brushRef="#br0" timeOffset="3602.49">4991 1168 238 0,'2'-4'386'0,"-2"4"-22"0,0-11-13 15,3 4-12-15,-3 7-19 0,-1-6-37 0,1 6-23 16,0 0-29-16,0 0-36 0,-4-9-16 0,4 9-28 15,0 0-19-15,0 0-15 0,0 0-13 0,0 0-10 16,5 21-12-16,-3-12-8 0,1 3-13 0,2 3-2 16,-3 4-6-16,3 5-4 0,3 6-1 0,-1-3-1 15,-1 5-8-15,3-1-1 16,-1 1-10-16,-1 5 0 0,1-5-5 0,5-2-6 16,-5-2 8-16,2 2-6 0,2 1 0 0,-2-3-16 15,1 2-17-15,-2-7-25 0,4-1-18 0,-11-4-10 16,6 0-14-16,-2-5-15 0,-2 2-13 0,-3-4-24 15,1 1-30-15,5-5-43 0,-2 2-47 0,-4-4-51 16,-1-5-185-16,0 0-530 0,0 0 234 0</inkml:trace>
  <inkml:trace contextRef="#ctx0" brushRef="#br0" timeOffset="3941.02">4766 1185 203 0,'-3'-5'352'0,"-5"-2"-4"0,8 7-13 0,-7-5-17 15,7 5-19-15,0 0-21 0,-8-3-29 0,8 3-18 16,0 0-32-16,0 0-23 0,0 0-14 0,-5-4-20 16,5 4-16-16,0 0-8 0,0 0 0 0,0 0-20 15,0 0-13-15,35 4-6 16,-12-2-6-16,0-2-7 0,5 0 0 0,2 1-15 15,1-1-2-15,12-1-11 0,4-1-2 0,-4 1-3 16,1-5-3-16,-15 6-4 0,7-1-11 16,-8-3 8-16,9 0-2 0,-6 1 1 0,-3-2-5 0,-5 2-3 15,-3 2-3-15,-5-3-8 0,-3 4-17 0,-4-2-15 16,2 0-15-16,-10 2-23 0,16-3-24 0,-16 3-36 16,0 0-36-16,0 0-31 0,0-3-41 0,0 3-35 0,0 0-40 15,0 0-185-15,-29 0-536 0,15-1 239 0</inkml:trace>
  <inkml:trace contextRef="#ctx0" brushRef="#br0" timeOffset="25820.71">1938 2865 106 0,'0'0'313'15,"-2"-9"-10"-15,2 9-12 0,-2-12-18 0,2 12-16 16,-5-6-18-16,5 6-10 0,-1-6-38 0,1 6-17 15,0 0-14-15,-4-3-26 0,4 3-2 0,0 0-26 0,0 0-7 16,0 0-12-16,0 0-14 0,0 0-10 0,0 0-13 16,0 0-15-16,0 0-8 0,0 0-10 15,0 0-4-15,0 0-7 0,0 0 3 0,0 0 1 0,-1 23-7 0,-3-18 2 16,4-5 2-16,4 14-1 0,-4-2-1 0,0 1 1 16,1 1-4-16,3-1 2 0,-3 4 0 0,4 0-2 15,-3-1 0-15,1 0-3 0,1 2 9 0,4 2-8 16,-6-1 4-16,3 1 2 0,3-2-7 0,0 7 2 15,-8-3-1-15,8-6 6 0,-1 3-4 0,1-2 0 16,-1 4 2-16,1-5-1 0,-1 4 3 0,-2-5-4 0,1 0-3 0,3 3-1 16,-9-1-13-16,8-1-9 0,-3 0 2 0,-3-8-4 15,-2 6-17-15,6-6-6 0,-4 0-6 0,-2 4-4 16,5-5-9-16,-2 2-19 0,-3-1-26 0,0-5-14 16,3 3-23-16,-3-6-21 0,0 6-14 0,0-6-23 15,0 0-139-15,0 0-376 0,0 0 167 0</inkml:trace>
  <inkml:trace contextRef="#ctx0" brushRef="#br0" timeOffset="26575.88">1881 2875 69 0,'0'0'266'0,"-3"-4"-3"15,3 4-8-15,0 0-6 0,-5-6-15 0,5 6-11 0,-3-5-13 16,3 5-17-16,0 0-18 0,0 0-16 0,0 0-10 16,0 0-14-16,0 0-13 0,0 0-12 0,0 0-9 0,0 0-14 15,0 0 1-15,0 0-16 0,0 0-8 0,0 0-9 16,0 0-6-16,0 0-4 0,18-3-1 16,-6 3-7-16,-4-1-3 0,7 1-3 0,0-3-2 15,5 2-3-15,-4-1-2 0,4-4-1 0,3 4-7 0,7 1 1 0,-4-2-1 16,-2 3-3-16,-3 0-3 0,-3-1-3 0,12-4-3 15,-10 5-4-15,3-2 9 0,-6 1-20 0,3-2-1 16,-6 3-6-16,-4-1-3 0,2-1-4 0,1-3 0 16,-3 4-7-16,-3 1 3 0,-7 0-1 0,15-1 0 15,-15 1-4-15,8-2 0 0,-8 2-6 0,0 0-2 16,0 0-7-16,8-3-8 16,-8 3-12-16,0 0-14 0,0 0-13 0,0 0-25 15,0 0-22-15,0 0-34 0,0 0-30 0,0 0-12 16,0 0-133-16,0 0-381 0,0 0 169 0</inkml:trace>
  <inkml:trace contextRef="#ctx0" brushRef="#br0" timeOffset="26892.27">2034 3188 55 0,'0'0'196'0,"0"0"-10"16,-2 2-14-16,2-2-11 16,0 0-14-16,0 0-13 0,0 0 5 0,0 0-7 15,0 0-7-15,13 8-5 0,-4-8-12 0,4 0-10 16,-13 0-6-16,20 0-12 0,-9 0-7 16,2 0 3-16,-3 0-17 0,5-1-5 0,0 1-6 15,3-4-3-15,-1 4-7 0,-1 0-3 0,4 0-1 0,-3 0-2 16,3-3-5-16,-4 3 5 0,-1-1-9 0,2 1-4 15,-4-1 0-15,4 1-4 0,-4-2-2 0,-2 2-5 0,-11 0-10 16,15 0-18-16,-5-3-24 0,-10 3-31 0,15-2-18 0,-15 2-24 16,0 0-27-16,0 0-27 0,13 2-5 15,-13-2-117-15,0 0-316 0,2 5 140 0</inkml:trace>
  <inkml:trace contextRef="#ctx0" brushRef="#br0" timeOffset="27177.43">2032 3464 140 0,'0'0'161'0,"0"0"-3"0,-8 4-11 15,8-4-1-15,0 0 0 0,0 0 9 0,0 0 14 16,0 0 5-16,15 4-2 0,0-4-2 0,-7 0-15 15,7-3-10-15,6 1-1 0,-1 2-25 0,-2-2-9 16,4 1-10-16,1-3-11 0,5 0-9 0,-6 3-7 16,7-4-9-16,1 5-4 0,-8-3-10 0,3 1-1 15,-6 2-8-15,1 0-1 0,-3-3-16 0,4 1-18 0,-7 2-28 16,0 0-34-16,0 0-35 0,-3-2-41 0,-4 1-36 0,3-3-49 16,-10 4-184-16,15 0-433 0,-15 0 192 0</inkml:trace>
  <inkml:trace contextRef="#ctx0" brushRef="#br0" timeOffset="28465.05">2970 3147 259 0,'4'-4'340'0,"-4"-4"-10"15,0 4-1-15,0 4-16 0,0-11 2 0,0 7-31 16,0 4-16-16,0-8-25 0,0 8-24 0,0 0-33 15,0 0-26-15,0 0-23 0,-4-8-27 0,4 8-6 0,0 0-10 0,-9 16-1 16,4-8-15-16,0 0-7 0,-7 10-15 0,9-3-2 16,-11 3-15-16,6-1 20 0,-13 7-15 15,6-4-6-15,-2 5 1 0,-1 1-4 0,0-4-5 16,-2 3 2-16,-2-3-13 0,-1 1 7 0,8 1-7 16,-5-3-15-16,4-3-28 0,1-1-26 0,2-2-20 0,5-3-34 15,-1-3-25 1,3-2-16-16,-6 1-24 0,7 2-18 0,-2-4-36 15,4-5-31-15,3-1-48 0,0 0-160 0,0 0-500 16,0 0 221-16</inkml:trace>
  <inkml:trace contextRef="#ctx0" brushRef="#br0" timeOffset="28681.18">2600 3270 186 0,'0'-6'278'15,"0"6"-5"-15,0 0-32 0,0-5-24 0,0 5-22 16,0 0-17-16,0 0-24 0,0 0-15 0,0 0-14 15,0 0-11-15,0 0-13 0,0 0-9 0,16 20-9 16,-3-13-5-16,-1 4-8 0,-2 5-7 0,12-7-1 16,-1 11-8-16,-4-6-3 0,11 5-7 0,-7-3-5 15,9 3-11-15,-2-3-14 16,4-1-25-16,-4 0-31 0,2 3-45 0,1-8-53 16,4 2-37-16,-7-1-45 0,3-4-145 0,-3-3-397 15,2 0 175-15</inkml:trace>
  <inkml:trace contextRef="#ctx0" brushRef="#br0" timeOffset="28935.07">3262 3264 137 0,'0'0'285'0,"0"0"-27"0,0 0-29 16,0 0-27-16,0 0-24 0,0 0-17 0,0 0-18 15,0 0-14-15,0 0-13 0,6 30-12 0,-4-14-11 16,10 10-8-16,-9-2-6 0,4 7-9 0,-4-1-5 15,8 13-3-15,-2 7-7 0,-1-2-4 0,5-1-8 0,-6-3-1 0,6 0-3 16,-1 0-1-16,1-2-3 0,2 0-3 16,-4 3-1-16,3-6-3 0,-4-9-2 0,3 0-1 15,-5-3-3-15,9-5 1 0,-11-2-11 0,3-2-12 0,2-5-21 16,-4-2-32-16,1 0-31 0,-1-7-41 0,1-4-60 16,-8 0-47-16,0 0-135 0,18-8-397 15,-13-3 176-15</inkml:trace>
  <inkml:trace contextRef="#ctx0" brushRef="#br0" timeOffset="31055.84">3341 3325 264 0,'-15'-12'329'0,"-3"-10"-9"0,8 7-3 0,-1-2-10 0,-1 1-10 15,5 2-18-15,-1 0-16 0,3 0-23 0,2 2-20 16,-2 3-11-16,3-1-31 0,4-1-17 0,-2 2-17 15,6 2-16-15,-2-4-17 0,-1 2-10 0,7-3-11 16,-3 6-5-16,8 5-14 0,-4-4-6 0,7-1-8 16,-3 3-5-16,2-3-15 0,1 7-12 0,5-1-19 15,-6 5-3-15,3-2-7 16,-1 1-13-16,0 3-8 0,-4 0 2 0,3 5-9 16,0-3-6-16,-3 3-2 0,-2 0-3 0,2 3 0 15,0 0 2-15,-5 3 1 0,-2-6 1 0,-1 1-1 16,-2 5 4-16,0-1 3 0,-5 1 8 0,0-2 0 15,-5 3-1-15,-4 0 4 0,4-4 2 0,-4 0 1 16,0-3 3-16,-2 4 1 0,-6 0 3 0,2-8 6 16,-1 4-1-16,1-4-1 0,0-1 2 0,-3 3 0 0,1-5 3 0,9 0 6 15,-5-2 0-15,3-2 18 0,0 4-6 0,1-3-1 16,1-1 2-16,8-1 3 0,0 0-2 0,-13 0 1 16,13 0-6-16,-10 3 13 0,10-3-13 15,0 0-1-15,0 0-6 0,0 0-8 0,0 0-5 0,0 0-20 16,0 0-20-16,0 0-16 0,17-15-19 0,-4 7-17 15,-7 4-20-15,18-2 3 0,-3-1-12 0,-1-1-7 0,5-3-10 16,6 3-5-16,-1-6-4 0,0 5 12 0,3-5 8 16,-2 5 3-16,1-2 17 0,9-6-2 0,-11 3 8 0,0 2 15 15,-2-4 8-15,-5 1 8 0,-3 2 8 0,6-5 18 16,-7 7 23-16,-4-2 17 0,-6 1 31 16,1-2 23-16,0 1 17 0,-3 2 24 0,0 0 17 15,-6 4 16-15,-2-2-7 16,-4-2 0-16,3 4 8 0,-3-1-2 0,2 1-5 15,-7-2-1-15,1 5-12 0,1-3-12 0,-3 3 1 16,1 1-16-16,-4-3-12 0,1 4-6 0,0 1-11 16,3 1-3-16,0 0-1 0,2 3-3 0,-5 5-7 15,4-4-3-15,-7 4-4 0,11-1-3 0,-5 2-2 16,5 2 1-16,-3 1-9 0,3-4-7 0,3 7-4 16,2 0-1-16,0 2-8 0,0-2 1 0,0 1-7 0,5 2-4 0,-3-2-5 15,11-3-1-15,-5 2-4 0,-1-1-8 0,3-2-1 16,-4-5-12-16,9 5 3 0,-7-4-2 0,9-4-7 15,-9-1 4-15,4-3 7 0,1 0-4 0,0 0 13 16,-3-2 3-16,4-3-2 0,-5 0 7 0,6-1 6 16,-3-5 4-16,3 2 7 0,0-7 14 0,1 5 19 15,-4-4 11-15,-4 0 10 16,4 2 6-16,-2-1 10 0,-2 2 3 0,7 0 6 16,-7 0-5-16,0-1-4 0,6 6-1 0,-9-3-7 15,-2 1 2-15,5 5-10 0,-4-2-3 0,0-2-4 16,6 4-8-16,-1 3-3 0,-9 1-2 0,16 0-4 15,-3 0 0-15,-3 1-4 0,9 6 0 0,-6 0-7 16,5-2-4-16,-3 5-3 0,2 0 2 0,-3 0-12 16,3-1-3-16,-2 6-5 0,-2-4-5 0,5 1-6 0,-6 0 5 0,1-1-2 15,-5 1 2-15,6-5-4 0,-11 1-9 16,4 0 3-16,-2-3 4 0,1 1 1 0,-6-2 5 0,2 4 5 16,-2-8 2-16,0 0 4 0,-2 6 23 0,2-6 19 15,0 0 20-15,-11 0-4 0,11 0 11 0,0 0 8 16,-15-10 10-16,8 6-4 0,4-2 7 0,-2-1-5 15,3-2-4 1,-4-1-5-16,4 0-10 0,0-6-5 0,-1 1-1 0,6-3-3 16,-1 5-6-16,0-4-2 0,-2 3-5 0,8-2-5 15,-2-2-5-15,1 6-3 0,0-4 5 0,-1 8-3 16,3-4-6-16,-4 3 1 0,-2 3-2 0,3-2-1 16,1 4-6-16,1-2 1 0,-1 5-3 0,1-1-2 15,4 0-17-15,-12 2 12 0,16 5-17 0,-4 1-4 16,0 0-2-16,-1 3-2 0,-1 1-5 0,5 4 3 0,-5-1 1 15,3 4 2-15,-1 0 10 0,3-1-9 0,-5-1 1 16,1 0 1-16,-1 1 0 0,5-4-1 0,-5 3 3 16,3-3-1-16,-3 3 3 0,3-4 0 0,-3-3 1 15,-1 0 5-15,7 0-1 0,-8-5 4 0,4 1-1 16,3 0 1-16,-4 0 3 0,8-4 1 0,-3 0 7 16,-1-8-4-16,3 2 0 0,-1 1 0 0,-2-3 1 0,0-3 9 0,1 3-8 15,1-1-1-15,-6-3 3 0,4-2 0 0,-2 1 12 16,-6-1-12-16,1-1 7 0,-1-1 1 0,-4-1-1 15,1 0 4-15,1 5 0 0,-5-4 15 0,0 5-7 16,0-1 3-16,-5 4 1 0,1-3 4 0,-2 1-7 16,-3 2-2-16,6 2 0 0,-9-2-3 0,4 4-4 15,-3 1-1-15,-3 0-2 16,3 2 0-16,-4 2-3 0,0 2 3 0,0 0-5 16,5 1 1-16,-3 4-2 0,1-4 0 0,2 6-1 15,-3-5 0-15,7 6-1 0,-3 2-4 0,4 6 3 16,4-4-5-16,1-2 1 0,5 5-1 0,3-2 0 15,-1 1-2-15,2-2-2 0,3 2 1 0,10 2 6 16,-3-4-10-16,0-3-2 0,4-3-4 0,3 0-3 16,4 2-9-16,0-4-8 0,-4-6-5 0,1 2 2 0,3-6-1 0,-1 0 4 15,-9-1 2-15,7-4 6 0,-7 1 8 0,-6-2-1 16,1-3 4-16,0 0 9 0,0 1 10 0,-8-4 14 16,3 3 18-16,-5-3 18 0,0 3 1 0,0-3 13 15,-2 3 13-15,-1 0 4 0,-2 5 6 16,-2-2-2-16,4 2-3 0,-4-4-6 0,2 6-10 0,0 5-8 15,-3-10-10-15,3 2-11 16,0 8-14-16,0 0-14 0,0 0-1 16,0 0 0-16,0 0-7 0,0 0-2 0,0 0 0 15,6 27-1-15,-6-17-1 0,4-2 0 0,1 4-4 16,-1 2-1-16,1-1 1 0,-3-1-1 0,6-2-1 0,-1 3-2 16,1-1 0-16,-1 0 0 0,3-3 1 0,1-1 1 15,-2-3 1-15,-4 3 3 0,6-2-3 16,-1 0 6-16,-2-2-2 0,2-1 3 0,-10-3 3 15,12 0 0-15,-12 0 9 0,17-5 5 0,-9 0 8 16,-5-3 4-16,5 1 9 0,-3 0 13 0,5-3 4 0,-6-2 9 0,1-1 13 0,3 3-3 16,-7-7 11-16,4 3 4 0,4 2-2 0,-9 4 1 15,6-6-6-15,-6 6-8 0,0 1 0 0,0-1-2 0,9 3-14 16,-9 0-7-16,0 5-2 0,1-9-14 16,-1 9-8-16,5-6-31 0,-5 6-3 0,0 0 3 0,0 0 2 15,0 0-4-15,10 20 0 0,-3-13-15 0,-2 2-5 16,3-2-8-16,-1 5-15 0,3 0 7 0,3-2-19 15,0 3-9-15,-3 1-3 0,5-4-11 0,0 2-4 16,1-2-12-16,1-2-10 0,-1 0-14 0,1-4-6 16,3-1-17-16,1 1-12 0,-2-2 2 0,-1-2 3 15,0-2 7-15,2-2-5 16,-2-2 11-16,0 1 23 0,-1-2 7 0,-2-2 20 16,5-2 11-16,-12-1 6 0,5-1 26 0,2-2 23 15,-3 0 18-15,-4 0 15 0,2 3 33 0,-7-3 14 16,0 6 22-16,2 0 12 0,-1 0 5 0,-3 0-1 15,-1 6-4-15,2-8-2 0,-2 11-18 0,0 0-3 16,-3-7-15-16,3 7-1 0,0 0-8 0,0 0-2 16,0 0-4-16,-22 15-6 0,16-6-2 0,4 0 1 0,-3 3-5 0,2-3 1 15,-4 5 0-15,7-2 2 0,0 1-1 0,0 2 0 16,8 3-1-16,1-5 1 0,-3 4 0 16,4 0 1-16,7 1 5 0,-1-4-5 0,9 0-4 0,0-1 2 15,5 1-3-15,1-2-6 0,1-6 5 0,-1-3 6 16,2 0-7-16,2-2-7 0,-4-2 4 0,1-5-1 15,-1 1-1 1,-3-4 1-16,0-2-4 0,-3-1 4 0,0-5-1 16,-10 5 0-16,7-9-2 0,-13 3 3 0,6-3-4 0,-8 3 7 15,-5-3 21-15,-2 3-2 0,-2-9 21 16,2 7 19-16,-13-2 12 0,11 2 11 0,-11 6 5 16,6 1 2-16,-4 0 6 0,-3 2 2 0,0-1-2 15,-1 5-8-15,1-1-14 0,1 4-8 0,-3 1-7 0,2 3-14 16,1 2-5-16,0 2-2 0,3-1-10 0,-2 6-6 0,1 3-5 15,2 2-4-15,1 0 2 0,2 0-2 0,4 4-6 16,-5 3 8-16,14 3-8 0,-5-6-4 0,4 6 4 16,2 4-3-16,4-5-2 0,0-1-6 0,8-1-13 15,1 4-11-15,1-8-16 0,-1 2-36 0,6-4-29 16,1 1-38-16,1-7-35 0,3 0-66 0,-6-4-60 16,9-5-73-16,-12 0-223 15,9-7-639-15,-2 0 282 0</inkml:trace>
  <inkml:trace contextRef="#ctx0" brushRef="#br0" timeOffset="31958.2">7299 3210 418 0,'0'0'507'15,"0"0"-17"-15,-7 6-31 0,7-6-24 0,0 0-27 0,-3 4-43 16,3-4-38-16,0 0-39 0,0 0-29 0,0 0-32 16,-10 4-26-16,10-4-17 0,-5 4-24 15,5-4-16-15,-7 6-18 0,1 0-11 0,4-3-17 0,0 3-16 16,2-6-13-16,-5 10-14 0,5-6-11 0,0-4-12 15,0 8-9 1,0 0-9-16,5-1-9 0,-3-2-8 0,-2-5-11 16,8 10-11-16,-8-6-2 0,7 1 10 0,-2-2-11 0,-5-3 4 15,10 2-4-15,-10-2 4 0,15 0 1 0,-15 0 3 16,8-2 3-16,0-2-9 0,-3-2 1 0,2-2-8 16,-4 1-20-16,2-3-23 0,-2 1-26 0,-3-4-14 15,0 0-24-15,-3 2-11 0,1-5-25 0,-4 1-23 16,-2 2-23-16,-7 2-39 0,8-1-37 0,-6 1-271 0,-2 3-614 15,-2-2 272-15</inkml:trace>
  <inkml:trace contextRef="#ctx0" brushRef="#br0" timeOffset="32274.6">7118 3036 157 0,'0'0'202'0,"0"0"-21"0,0 0-12 0,0 0-16 16,0 0-18-16,0 0-8 0,0 0-8 0,0 0-18 0,0 0-13 15,0 0-1-15,0 0 4 0,0 0 5 16,22 6 0-16,-22-6-4 0,8 0 0 0,-8 0 0 0,13 1-1 0,-13-1 0 16,10 0-6-16,-10 0-2 0,15-1 3 0,-13-3-3 15,-2 4 3-15,11-7-5 0,-2 3-4 0,-8-2 1 16,3 1 1-16,-3 0 1 0,6-2-9 0,-5 3-2 15,-1-4-10-15,-1 3-5 0,0 5-9 0,-1-12-3 16,-1 5-8-16,2 3-9 0,0 4-23 0,-7-11-25 0,7 11-30 16,-5-5-33-1,5 5-29-15,-10-5-32 0,10 5-42 0,0 0-36 16,0 0-216-16,0 0-476 0,0 0 210 0</inkml:trace>
  <inkml:trace contextRef="#ctx0" brushRef="#br0" timeOffset="32675.64">7959 2918 346 0,'0'-11'352'0,"0"2"1"16,0-2-17-16,0 1 2 0,-2-2-5 0,-4 7-18 15,6 1-14-15,0 4-19 0,0-14-27 0,0 14-26 16,0-5-26-16,0 5-34 0,0-5-10 0,0 5-17 16,0 0-18-16,0 0-13 15,0 0-16-15,0 0-11 0,0 0-5 0,0 0-9 16,-7 24-8-16,6-15-7 0,1 9-2 0,-7-2-6 15,7 3-8-15,0 4 1 0,0 0-14 0,0 1 7 16,7 3-3-16,-7 1-5 0,1 4-4 0,4-3 2 16,-3 10-4-16,-2-12-10 0,8 0 0 0,-8 1-3 15,7-4-24-15,1-3-24 0,-1 3-16 0,3-5-24 16,-6-2-15-16,3 1-23 0,1-2-14 0,-3-4-20 0,5-1-23 0,-3-2-32 16,0-2-39-16,-1 1-56 0,-1-6-285 0,-5-2-637 15,0 0 282-15</inkml:trace>
  <inkml:trace contextRef="#ctx0" brushRef="#br0" timeOffset="32992.04">7914 2818 207 0,'-8'-2'378'0,"6"-3"-8"0,2 5-8 15,-5-8-21-15,5 8-16 0,0-7-25 0,0 7-19 16,-4-6-33-16,4 6-24 0,0 0-23 0,4-9-20 0,3 4-20 0,-4 1-15 16,7 3-17-16,0-3-16 0,4 4-9 15,-6-3-5-15,10 2-12 0,-6-2-11 0,6 3-8 0,2-3 5 16,3 0-15-16,-3 1-6 0,0-1-10 0,1 6-3 16,-3-3-18-16,2-3-8 0,-2 3-7 0,-1 3-24 15,-4-1-15-15,0-2-18 0,2 1-8 0,-1 4-16 16,-6-3-8-16,5 0-9 0,-6 3-10 0,8-2-11 0,-14 0-13 0,7 3-10 15,-3-3-17-15,4 0-19 0,-8 1-19 16,6 4-21-16,-4-4-29 0,1 3-28 0,-4-1-162 16,0 3-464-16,0-4 205 0</inkml:trace>
  <inkml:trace contextRef="#ctx0" brushRef="#br0" timeOffset="33292.81">8010 3066 256 0,'0'0'250'0,"-10"4"-10"0,10-4-9 0,0 0-22 0,0 0-15 16,0 0-15-16,0 0-12 0,-5 2-13 0,5-2-12 0,0 0-10 16,0 0-13-16,0 0-5 0,0 0-6 0,0 0-1 15,15 9-3-15,-15-9-7 0,14 1-5 0,-8 1-9 16,4-1-15-16,2 4-3 0,-1-5-8 0,6 2-2 15,-1-1-8-15,4 2-3 0,2-2-8 0,-2 2 1 16,-2 1-6-16,5-3-3 0,-3 3 0 0,0-2-18 0,-5 3-14 16,5-4-18-1,-6 1-18-15,1-1-22 0,-6 2-30 0,-1-2-32 16,3 1-28-16,-4 3-34 0,1-4-23 0,-8-1-38 16,9 3-144-16,-9 1-425 0,0-4 188 0</inkml:trace>
  <inkml:trace contextRef="#ctx0" brushRef="#br0" timeOffset="33562.35">7999 3387 187 0,'-4'7'212'0,"4"-7"-1"0,0 9-5 15,0-9-5-15,5 7-6 0,-5-7-4 0,10 4-8 16,-5-1-3-16,-5-3-3 15,12 4-7-15,-4-2-6 0,5 1-12 0,-1-1-5 16,5 2-15-16,2 1-8 0,-4-4-9 0,2 1-9 16,1-1-8-16,0-2-11 0,5 2-10 0,-6-1-6 15,3 0-10-15,-5 0-9 0,1-1 3 0,3-1-4 16,-5 1-6-16,-4-3-8 0,4 4 0 0,-3-1-9 16,-3-1-2-16,-1-2-13 0,-7 4-23 0,12-3-33 15,-12 3-46-15,5-2-40 0,-5 2-56 0,8-3-59 0,-8 3-272 0,0 0-558 16,0 0 248-16</inkml:trace>
  <inkml:trace contextRef="#ctx0" brushRef="#br0" timeOffset="35682.61">9911 2617 2 0,'0'-5'254'0,"-4"-2"-23"16,4 7-16-16,-3-12-16 0,1 11-22 0,-4-5-19 15,6 6-19-15,-4-3-14 0,4 3-13 0,0 0-7 16,0 0-15-16,-28 7-7 15,20-4-10-15,-4 8-3 0,-1-3-2 0,-2 0-1 16,2 7-1-16,1 1 4 0,-1-1-12 0,-2 0 3 16,2 1-8-16,-4 5-3 0,6 3-5 0,-4-2-4 15,2 4-4-15,-1 0 6 0,1 0 6 0,3 4-1 16,-1-3-4-16,2 4 0 0,4-1 1 0,-4-2 3 16,9 3-4-16,0 0 2 0,8-3-4 0,-8 2 0 15,6-2 6-15,3 2-2 0,4-3 1 0,0 0 1 0,2-3-2 0,2 1 8 16,-2-3 2-16,-1 0-13 0,6 1-8 0,-3-10 6 15,9 9-2-15,-9-10-3 0,3 1 5 0,-4 1-13 16,6-4 1-16,-4-2-4 0,4 1 2 0,-1-4-4 16,2 3-4-16,-1-3-1 0,1-3-4 0,-2 5 1 15,-1-6-7-15,3 1-11 0,-1-2-22 0,-2-2-28 16,-2 1-24-16,5-6-37 16,-5 5-43-16,-1-3-44 0,3-3-48 0,-4 4-260 15,3-6-551-15,0 3 244 0</inkml:trace>
  <inkml:trace contextRef="#ctx0" brushRef="#br0" timeOffset="36083.61">10632 2940 203 0,'0'-9'382'16,"2"0"-2"-16,1 0-11 0,-3 2 5 0,2-1-9 15,-2 2-19-15,0 6-16 0,0-9-19 0,6 5-26 16,-6 4-30-1,0-7-32-15,0 7-26 0,0 0-25 0,0 0-23 0,0 0-17 16,0 0-15-16,0 0-11 0,0 0-11 0,2 20-11 16,3-5-9-16,-3 0-7 0,4 3-5 0,1 7-6 15,-5-5-8-15,11 6-1 0,-12-1-4 0,6 2-6 16,1 3-14-16,-4-3-29 0,6 0-29 0,-4 0-35 16,2-8-28-16,-1 5-27 0,1-4-20 0,-3-2-24 15,-3 1-5-15,6-2-7 0,-3-3-30 0,-3 2-46 0,5-7-35 0,-6 0-35 16,6-3-218-16,-7 0-590 0,3-1 261 0</inkml:trace>
  <inkml:trace contextRef="#ctx0" brushRef="#br0" timeOffset="37286.71">10591 2790 193 0,'-4'-7'311'0,"4"0"-8"0,0 2-15 0,0 5-20 16,-3-11-20-16,3 5-20 0,3 0-24 0,-3 6-17 16,7-8-21-16,1 3-8 0,4 3-22 0,0-3-19 15,1 2-8-15,8 3-15 0,-6 2-5 0,7-2-10 0,-2 1-8 16,3 4-9-16,2-1-9 0,3 3-3 0,1 3-4 0,-5-1-6 16,5 0-1-16,-2 6-7 0,-6 0-6 0,4-1-4 15,0 2 0-15,2 5-3 0,-6-3 0 0,-6 3-4 16,5 0 2-16,3-1-7 0,-10 4 2 0,2-4-3 15,-7-2-4-15,1 2 0 0,-3 1 2 0,-2-3-5 16,-4 0-3-16,-2 2 2 16,-3-4 2-16,-2 3 0 0,2-2-3 0,-3-2 5 15,-5-1-2-15,0-1-3 0,-4 1 3 16,-3-4 0-16,5 4 2 0,-8-6 0 0,7 2-1 0,-11-1-3 16,4-1 3-16,1 0 2 0,3-4 1 0,2 1-8 15,-3 1 7-15,2-5-1 0,1 4-4 0,3-5 8 16,-1 2-5-16,5-2 2 0,0 0-3 0,-3 1 2 15,13-1-2-15,-10 0 2 0,10 0-4 0,-22 3 4 0,22-3 1 0,-7 0-4 16,7 0 0-16,0 0-2 0,-9 1-1 0,9-1 0 16,0 0-9-16,0 0-5 0,0 0-1 0,0 0-5 15,0 0-8-15,0 0-10 0,23-9-12 0,-15 6-15 16,14 3-14-16,4-4-14 0,5 1-19 0,3-2-17 16,10 3-29-16,6-3-17 0,1 0-7 0,2 0-14 15,5-2-3-15,2-3 7 0,-1 2 6 0,-1 3 15 0,2-4 11 0,-4 1 23 16,4-1 13-16,-11-1 15 0,1 2 8 0,-7-2 30 15,-10 1 26-15,-6 1 36 0,-3-1 33 0,-7-3 38 16,-2 7 23-16,-7-2 8 0,0-2 4 0,-1 2 6 16,-7-4 9-16,0 0 5 0,-7 1 3 0,6 1 5 15,-14-3 6-15,7 3 12 0,-9-3 4 0,-3 3 1 16,7-1-2-16,-10 2-12 16,3-1-11-16,2 3-9 0,-5 0-16 0,3 1-3 15,-2 4-10-15,1 1-1 0,2 0-17 0,0 1-8 16,-3-1-13-16,5 5-3 0,-4 1-5 0,6 1-6 15,2 2 2-15,-2 2-9 0,0 1 6 0,2 3-7 16,0-3-1-16,1 3-8 0,7-2 0 0,-3 4-2 16,1 0-4-16,7-1-3 0,-3-1-1 0,6 3-5 15,-3-5-2-15,0-2 0 0,8 5-5 0,1-5 0 0,4 1 1 0,0 0 2 16,2-5 0-16,2 0-4 0,4-2 2 0,-1-1-2 16,1-3 3-16,1-1 2 0,0-3 0 0,1-3 2 15,-5-2-1-15,2-2 0 0,3-2 1 0,-10 0 4 16,10-3 0-16,-8-2 2 0,0 1 3 0,-8 1 12 15,3-3 6-15,-2-3 22 0,-1 7 15 0,-2-6 16 16,-2 6 13 0,0-3 15-16,-3 5 0 0,0 1 5 0,0-1-1 0,3 3 0 15,-6 1-4-15,3 1-5 0,0 0-7 0,0 7-17 16,0-12-11-16,0 9-12 0,0 3-12 0,0 0-4 16,0 0-6-16,0 0-4 0,0 0-2 0,0 0-3 15,8 27 0-15,-3-15-7 0,5 3-5 0,-5 2-4 16,5-2 0-16,3 4-2 0,1 3-1 0,1-5-5 15,8 6-2-15,-2-4-4 0,-1 3-11 0,8-6-8 0,-1 2-12 0,-4-1-7 16,3-4-12-16,4 1-19 0,-5-4-9 0,5-4-8 16,0 1-7-16,-2-5-5 0,-7 0-2 0,-1-2-9 15,3-7-7-15,-6 5-9 0,4-8-8 0,-6-2-10 16,2 1-11-16,-2-8-1 0,-2 0 0 0,-6-6-11 16,3-1 4-16,-5-1 9 0,-2-3 1 0,-3-14 17 15,3 1 5-15,-1 1 8 0,-7 0 3 0,-5-2 18 0,-3 1 13 0,3 1 10 16,3 9 20-16,-3 4 25 0,4-1 35 0,-4 2 27 15,1-2 25-15,1 6 22 0,6 1 18 0,-6 7 14 16,3 2 18-16,4 2 12 0,1 4 8 0,-2-3 7 16,-3 6-4-16,5-2-13 0,0 7-11 0,0-8-18 15,0 8-12-15,-2-8-14 0,2 8-4 0,0 0-11 16,0 0-4-16,0 0-5 16,2 19-7-16,5-7-6 0,-1 3-2 0,1 5-4 15,-1 7-3-15,4 0-3 0,0 3-4 0,-1-1 1 16,2 13-6-16,-4-4 1 0,6 4 3 0,2 3-6 15,-5-3 3-15,0 0-8 0,1-1-12 0,-1-4-17 16,2-7-8-16,-2 0-12 0,-4 2-10 0,8-4-15 16,-6 1-9-16,-1-2-13 0,2-5-20 0,-2-5-17 15,0-2-24-15,-1-2-19 0,-4-1-16 0,3-5-22 0,3-2-13 0,-8 4-18 16,2-7-129-16,-2-2-395 0,0 0 175 0</inkml:trace>
  <inkml:trace contextRef="#ctx0" brushRef="#br0" timeOffset="37872.25">12362 3078 45 0,'-8'-8'197'0,"8"-4"6"16,0 4 0-16,-2 0-6 16,-1 0-11-16,1 1-10 0,2 1-12 0,0 6-15 15,2-10-14-15,1 6-15 0,-3 4-13 0,16-4-5 16,-7 3-17-16,4 2-5 0,10-1-10 0,-1 4-6 16,7-2-6-16,1 4-6 0,7-2-5 0,6 1-4 15,-2 1-4-15,4 0-4 0,3 1-2 0,-4-2-8 16,-14-2-1-16,7 0-2 0,-4-1-1 0,-4-4-3 15,1 4-2-15,-8-4-1 0,-6-2-1 0,3 2 0 0,-8 0 2 0,-1-2-3 16,-2-2 0-16,-4-1-4 0,-1 1-2 0,-3-2 1 16,-3 0-4-16,-1-2 0 0,-6 5 7 0,2-5 5 15,-7 4 2-15,-1-2 1 0,-4 1 1 0,-10-1-1 16,7 4 7-16,-5 1-2 0,0 0 0 0,-2 3 3 16,8 3-8-16,-6 0-2 0,8 1-4 0,-8 4 1 15,8-1-2-15,-5 1 1 16,7 4 2-16,2 0 0 0,-1 0 0 0,2 3-3 15,0 0 1-15,7 0 1 0,-2 0-3 0,5 5 4 16,0-7-6-16,2 8 8 0,3-4-6 0,5-1-2 16,0-1 1-16,1 0 1 0,3 0 1 0,-1-4 2 15,5 1-4-15,4-2-1 0,1-3 3 0,2 4-1 16,1-5-4-16,-1-4 1 0,5-2-2 0,-3 0-1 16,-3-4 3-16,5 0-3 0,-3-2 1 0,9-3-2 0,-9-4 3 0,3-1 1 15,-1-2 7-15,-5-4 12 16,-5 4 13-16,4-6 22 0,-7 7 23 0,-4-5 30 15,1 0 13-15,-4 5 15 0,2-4 5 0,-5 0-1 16,0 7 2-16,0-4 4 0,0 5-10 0,0-1-10 0,-1 2-10 16,1 4-11-16,-5-1-19 0,3 0-8 0,2 7-13 15,-5-7-11-15,5 7-11 0,0 0-7 0,-3-3-2 0,3 3-10 0,0 0-9 0,0 0-3 16,-4 21-10-16,3-12-11 0,1 3-9 0,1 3-7 16,-1 0-13-16,5 2-22 0,-3-3-16 0,5 4-13 15,6 5-14-15,-5-3-19 0,5-5-17 0,4 5-8 16,3-3-18-16,0 1-16 0,1-3-25 0,-1-3-38 15,0-3-32-15,5 5-42 0,-4-10-43 0,-3 0-185 16,6-4-584 0,-1-3 259-16</inkml:trace>
  <inkml:trace contextRef="#ctx0" brushRef="#br0" timeOffset="38288.92">13269 2457 126 0,'-4'-4'403'15,"4"4"-9"-15,-8-7-18 0,8 7-20 0,-5-5-26 16,5 5-31-16,0 0-20 0,-6-3-30 0,6 3-29 16,0 0-21-16,0 0-21 0,0 0-23 0,0 0-11 15,0 0-13-15,0 0-16 16,21 16-19-16,-8-7-1 0,2 1-6 0,2 2-13 15,1 3-5-15,4 2-10 0,4 7-10 0,-4-3 1 16,12 7-6-16,-2 1-10 0,-2 3 2 0,3-1-10 16,-9 2-2-16,8 1-2 0,-6 4 3 0,3 0-7 15,-6 1-1-15,-2 0-4 0,-3-2-3 0,-3 0-1 16,4 5 4-16,-5-5-2 0,-9-8-1 0,7 5-4 16,-4 6 9-16,-8-9-14 0,7 3 2 0,-7-7 1 0,0 4 0 0,-7 0-2 15,2-5 1-15,-5-1 0 0,0 1 4 16,2-10 2-16,-3 1 0 0,1 2-2 0,-4-4 8 0,-2 2-9 15,4-4 1-15,-4-1-1 0,-4-1 1 0,10 0-1 16,-5-4-1-16,2-1-5 0,3-2-26 0,3 3-40 16,-4-6-48-16,7 6-33 0,-7-2-44 0,7-1-40 15,-1-1-57-15,5-3-88 0,0 0-232 0,0 0-655 0,0 0 290 0</inkml:trace>
  <inkml:trace contextRef="#ctx0" brushRef="#br0" timeOffset="89552.78">11036 3798 193 0,'0'0'277'0,"-8"-1"-18"0,8 1-12 0,-12-2-10 16,12 2-12-16,0 0-23 0,0 0-10 0,-11-5-17 0,11 5-19 16,0 0-12-16,0 0-10 0,0 0-22 0,0 0-2 15,0 0-11-15,44-1-4 0,-21 1-11 0,15 0-6 16,12-1-9-16,3 1-4 0,12 1-7 0,24-5-6 0,-1 4-2 15,6 3-8-15,4-3-2 0,-4 0-6 0,2 1-4 16,-5-1-2-16,2 0-2 0,-2 6-7 0,-3-4-2 16,-11-1 0-16,8 2 1 0,-29-2-4 0,-3 1-1 0,5-1-5 15,-8 2 6-15,-4-3-4 0,-15 0-1 0,-1 0-1 16,-8-3 0-16,-6 3 2 0,-2-1 3 0,0 1 1 16,-9 1 8-16,-5-1 10 15,15 3 8-15,-15-3-9 0,0 0 5 0,0 0-5 16,0 0-4-16,0 0 1 0,-49-4-2 15,2 2 0-15,1 1 3 0,-5-5-1 0,-9 0-1 0,-1 5-5 16,-27-4 5-16,5-1-3 0,19 6-4 0,3 1-2 16,-21-2-3-16,20-2-8 0,9 0 6 0,5 3-2 15,1-1-2-15,16-1 2 0,9 4-28 0,4-4-42 16,-3 4-50-16,14 2-62 0,-1-1-47 0,8-3-76 0,3 8-273 0,17-5-613 16,1-1 272-16</inkml:trace>
  <inkml:trace contextRef="#ctx0" brushRef="#br0" timeOffset="90617.63">2797 5140 323 0,'-4'-28'318'0,"-1"2"-11"0,-3-1-28 0,5 11-4 15,-5-3 15-15,-1-3-23 0,9 8-20 0,-1-4-11 16,-4 1-22-16,-4-2-7 0,9 9-17 0,0-2-19 16,-5 2-11-16,5 7-16 0,0 3-22 0,-1-10-23 15,1 1-15-15,0 9-16 0,0 0-2 0,0 0-3 16,0 0-12-16,15 22 7 0,-10 0-9 0,-4 2-3 0,12 6-8 0,-9 8-5 16,7 1-12-16,-9 1-13 0,11 2-15 0,-6 0-47 15,-5-1-23-15,6 1-22 0,-3 0-11 0,-5 0-21 16,0-1-28-16,0-12-32 0,0 6-24 0,0-5-36 15,1-3-23-15,-1 0-204 0,-1-6-517 0,1-2 228 16</inkml:trace>
  <inkml:trace contextRef="#ctx0" brushRef="#br0" timeOffset="91473.06">2428 4902 118 0,'-5'-25'309'0,"-2"3"-13"0,5 3-17 0,-4-1-7 0,6 4-15 0,0-2-9 16,0 0-31-16,6 2-25 0,1 6-21 0,0-5-18 15,7 6-13-15,11-1-13 0,5 2-10 0,5 7-18 16,10 0-7-16,1 1-9 0,4 2-10 0,1 5-10 16,0 6-4-16,2 1-2 0,5 4-11 0,-5 1-9 15,5-1 2-15,-5 6-5 0,-5 6 1 0,-2 0-8 16,-1-2 1-16,-7 1-5 15,-3 6-3-15,-5-3-1 0,-1 3-5 0,-7-4 6 16,-7 1-6-16,-5-3-2 0,1 11 1 0,-9-7 3 16,-2-3-9-16,-8 11 2 0,1-10-6 0,-10 8 5 15,4-11-3-15,-13 9 4 0,-2-3-5 0,-7-7 3 16,-2 3 2-16,3-3-1 0,-9-3 0 0,3-2 15 16,-3 0 8-16,5-5 8 0,8-6 0 0,-1 1-2 15,-3-1 13-15,6-3 7 0,8-3 17 0,1 0 7 0,2-1 2 16,-3-3 5-16,10 6-2 0,-3-6-15 0,3-1 3 0,10 0-3 15,-20 1 11-15,20-1 2 0,-1 3-2 0,1-3-6 16,0 0-11-16,-14 2-6 0,14-2-12 0,0 0-7 16,0 0-13-16,0 0-12 0,0 0-15 0,0 0-14 15,0 0-6-15,0 0-33 0,50-2-26 0,-20 2-31 16,-7 0-13-16,5 0-10 16,4 0-2-16,14-4-8 0,-1-4-5 0,4 5-6 15,1 1-5-15,1-6-3 0,10-1-19 16,-1 0-12-16,0-6-1 0,-2 3 2 0,6-3 9 0,-6-3 6 15,-3-2 22-15,3-4 17 0,-5 2 16 0,-4 0 8 16,-4-5 16-16,-5 0 14 0,-6 1 36 0,-10 6 41 16,-6 1 42-16,-7 1 25 0,1 0 22 0,-4 1 16 15,-8 0-2-15,0 2 17 0,-5-1 22 0,-5 3-10 0,-5-1-6 0,1 3-12 16,-6 2 1-16,1-1-3 0,-10 3-3 16,-3 5-9-16,-1 1-10 0,2 2-5 0,-2 6-7 0,1 0-4 15,2-1-13-15,4 8-6 0,-1-1-3 0,1 1-5 16,3 7-5-16,6-2-11 0,2 2 4 0,2 1-2 15,-2 2-15-15,13 3-5 0,-3-7-10 0,5-2-6 16,5 1-7-16,4 4-1 0,-3-3-11 0,4-5-2 0,5 1 0 0,-2-4-9 16,4 0-3-16,4-1-2 0,1-7-1 0,0 0 2 15,6 1-1-15,-2-8 11 0,4-3 0 16,-2 2 6-16,0-7-3 0,2-1 5 0,-8 0 5 0,6-6 0 16,-12-2 7-16,7 0 12 0,-11-1 7 0,3-5 14 15,0 7 24-15,-7 2 12 0,-1-1 14 0,-2-1 13 16,-5-1-5-1,3 1 17-15,-6 3 4 0,3 1 7 0,0 3-7 16,-4 5-4-16,4-4-4 0,0 2-4 0,0 4-17 0,0-3-7 16,0 8-11-16,4-7-11 0,-4 7-6 0,0 0 0 15,0 0-8-15,0 0-12 0,0 0 6 16,6 24 1-16,-1-11 1 0,-1 2-4 0,2 3-6 0,1 0-8 16,4 4-5-16,-2 5-19 0,6-7-22 0,-1 2-27 15,1-2-13-15,0 3-24 0,2-4-17 0,1 0-19 0,-3-3-15 16,1-1-25-16,-1-3-15 0,5 1-25 0,-5-3-15 0,8-5-16 15,-3-1-22-15,-2-2-187 0,-1-4-501 0,-1-2 221 16</inkml:trace>
  <inkml:trace contextRef="#ctx0" brushRef="#br0" timeOffset="91758.21">4313 4850 152 0,'-12'-31'295'0,"6"3"9"16,-4 1 3-16,0 3 4 0,3 0-1 0,0 4 1 15,1 8 4-15,4-4-14 0,-4 4-16 0,-1 1-28 0,7 3-29 16,-2 3-34-16,2 5-22 0,0-7-27 0,0 7-17 16,0 0-11-16,0 0-11 0,10 15-2 15,-3 1-20-15,1 0-3 0,0 8-10 0,7 3-4 0,-3 5-6 0,4 10-9 16,-1 4-1-16,2 3-6 0,-2-5-1 0,-2 3-8 16,4 1-2-16,-6 0-3 0,2-2-12 0,-3 1-20 15,4-4-20-15,-11-1-21 0,4-1-30 0,-1-9-17 0,1-1-17 16,-6-3-10-16,4-3-10 0,-5-3-14 0,0-5-10 15,7-1-10-15,-7-5-3 0,0-2 2 16,0-1 2-16,-7-3-29 0,7-5-31 0,0 0-12 0,0 0-14 0,-13-13-5 16,5 1-147-16,1-3-430 0,-6-5 191 0</inkml:trace>
  <inkml:trace contextRef="#ctx0" brushRef="#br0" timeOffset="92274.75">4387 5350 905 0,'-11'-25'-35'16,"2"7"40"-16,1-6 26 0,-2 9 13 0,-1 0 31 16,4 0 34-1,-1 6 12-15,4-2 11 0,-1 4 2 0,-1-3 0 16,3 3-10-16,1 0-12 0,0 3-10 0,2 4-15 15,0 0-11-15,0 0-4 0,0 0-6 0,0 0-7 0,28 8-6 0,-8 0-5 16,5-1 1-16,3 1-11 0,9 4-15 0,6 0-17 0,6 0-9 16,4 0-15-16,0 2-12 0,3-7-12 0,1 2-15 15,-1-6-10-15,2 3-6 0,-3-4-1 16,1-1 2-16,-5-2 9 0,-1-4 6 0,-2-2 4 16,-13 3 10-16,-6-6 4 0,1-2 8 0,-3 3 15 0,-8 2 25 15,-4-4 16-15,-8 1 21 0,1 0 16 0,-8-2-5 16,-1 0 7-16,-8 2-2 0,-4-5 11 0,-3 5 11 15,-9-2 7-15,-7 4 4 0,-4 2-4 0,-7-2-7 16,-4 8-1-16,1 4-5 0,-3 4-11 0,2 0-5 16,-1 4-3-16,2 0-11 0,4 6-3 0,3 3-5 15,9-3-4-15,3-2-4 0,4 6-5 0,3-3-2 16,4 1-3-16,1 2-2 16,7 5-3-16,1-9-3 0,7-1-3 0,7 2 2 15,3-6 0-15,3 4-2 0,5 2-2 0,9-5 2 16,1-2-5-16,8-4 2 0,2-3-8 0,4-5-11 15,2 0-6-15,1-4-3 0,-14-1 3 0,6-3 5 16,6-3 3-16,-12-1-4 0,12-6 2 0,-15 1 1 16,-3 1 4-16,3-7 4 0,-8-2-1 0,10 5 10 15,-12 1 18-15,-1-6 16 0,-4 10 30 0,-1-4 24 0,-6 3 22 0,-6 1 12 16,9 0 1-16,-8 0 14 0,1 5 13 0,-2-2-14 16,0 5-8-16,3 0-10 0,-6-4-17 0,3 11-15 15,0-7-13-15,0 7-9 0,0 0-10 0,0 0-8 16,0 0-4-16,3 24-4 0,-1-15-6 0,1 10-3 15,0 0 7-15,1 5-13 0,2 3-3 0,3 1-10 16,-3 2-17-16,7 6-23 16,2 5-41-16,0-13-37 0,2 8-41 0,3-9-35 15,-12 4-39-15,5-4-41 0,0 0-62 0,4-1-48 16,1-2-251-16,-6 0-669 0,3-6 296 0</inkml:trace>
  <inkml:trace contextRef="#ctx0" brushRef="#br0" timeOffset="92675.77">2931 6236 26 0,'-35'8'345'0,"0"4"1"15,7-4-10-15,5-1-23 0,8-2-18 0,3 1-22 16,4-2-25-16,2-2-26 16,-3 0-23-16,9-2-18 0,0 7-13 15,0-7 33-15,30 5 7 0,20-5-10 0,11 0-7 0,35-7-16 16,12 0-7-16,42-6-11 0,-3-3-9 0,-39 6-2 15,58-5-14-15,-14 1-5 0,-3-1-6 0,-4 3-16 16,3 2-8-16,-3-7-10 0,3 7-8 0,-42 0-6 16,41 3-12-16,-48-1-3 0,-3 1-7 0,2-6-16 15,-9-2-32-15,-6 3-39 0,-20 1-37 0,20 1-46 0,-32 1-51 0,-1 1-35 16,-4 0-43-16,-13 1-49 0,-1 3-42 0,-4-4-38 16,-10 4-242-16,-2-4-669 0,-4 2 296 0</inkml:trace>
  <inkml:trace contextRef="#ctx0" brushRef="#br0" timeOffset="93108.04">6110 5756 294 0,'0'0'292'0,"0"0"-20"15,0 0-29-15,0 0-27 0,0 0-27 0,-6 7-18 0,6-7-17 0,0 0-17 16,0 9-10-16,0-2-5 0,-5 1-22 0,3-4-8 15,2 3-8-15,0-7-10 0,0 12-6 0,0-7-6 16,0 2-6-16,0-7-4 0,7 8 0 0,-7-3-5 16,6-2-3-16,-6-3-5 0,9 6 0 0,-4-1-2 15,4-4 1-15,-9-1 4 0,14 0 8 0,-14 0 10 16,6 3 18-16,-6-3-8 16,0 0 1-16,0 0 0 0,10-9-6 0,-10 9-2 15,5-6-3-15,-5 0-8 0,0 6-6 0,-5-9-3 16,5 9-5-16,-1-12-15 0,-8 4 20 0,9 3-32 15,-5-3-27-15,4 2-36 0,-8 1-41 0,4-2-45 16,-1 2-65-16,-1-2-63 0,6-1-271 0,-8 0-581 16,3-2 257-16</inkml:trace>
  <inkml:trace contextRef="#ctx0" brushRef="#br0" timeOffset="93408.82">6064 5382 107 0,'0'0'287'0,"-17"0"-25"0,17 0-18 0,-10 0-24 15,10 0-19-15,-11 0-15 0,11 0-22 0,0 0-17 16,0 0-17-16,0 0-13 0,0 0-12 0,0 0-6 16,0 0-12-16,0 0-8 0,0 0 4 0,0 0 8 15,0 0 1-15,0 0 1 0,0 0 0 0,0 0-4 16,31-3-7-16,-31 3 14 0,14-7-7 0,-3 4-1 15,-6-4-15-15,2 0 0 0,-4 2-8 0,4-2-10 0,-4 1-4 0,0 0-8 16,-3 0 0-16,0-1-10 0,0 7-3 0,-6-10-7 16,6 5-5-16,-7-2-13 0,-3 6-21 0,5-3-22 15,5 4-27-15,-18 0-27 0,5 1-35 0,-1 5-45 16,0 0-58-16,5-2-49 0,-6 6-192 0,7-2-510 16,0 8 226-16</inkml:trace>
  <inkml:trace contextRef="#ctx0" brushRef="#br0" timeOffset="93631.46">6352 5647 147 0,'0'0'374'0,"8"2"14"0,-1 1-1 16,-7-3-20-16,0 0-20 0,21-3-25 0,-9 1-17 0,-2-1-28 15,6 2-27-15,1-3-24 0,4 1-24 0,1-1-14 16,-2 1-23-16,11 2-19 0,-1-5-20 0,0 4-19 15,0 2-43-15,4-1-51 0,-4-1-59 0,0 2-45 16,-2-4-63-16,2 8-82 0,-4-2-85 0,-6-2-272 16,8 1-641-16,-6-1 284 0</inkml:trace>
  <inkml:trace contextRef="#ctx0" brushRef="#br0" timeOffset="145560.43">8105 6351 211 0,'-9'1'195'0,"9"-1"-16"0,-6 7-10 15,6-7-14 1,-7 5-4-16,4 2-10 0,3-7-13 0,2 5-10 16,-2-5-14-16,5 7-4 0,4-4-5 0,3-2-5 0,6-1-3 15,-3 0-7-15,3-3-9 0,1-2-6 0,5 2-8 16,-2-1-4-16,6-8-6 0,-11 3-4 15,9-2-3-15,-9 0-5 0,6-8-3 0,-3 6-1 0,-4-2-5 16,6-3-4-16,-11 3 0 0,1-2 4 0,-1 2 16 16,-6 0 4-16,0 5-1 0,0-7-9 0,-10 4-1 0,5 2-2 0,-3-1-6 15,-2 5-4-15,-5-4 0 0,-1 2 2 0,-4 5 9 16,-2-5 4-16,-4 9 6 0,4 0 10 0,-1 6 6 16,-4-6 8-16,-7 12 10 0,4 2 5 0,-3 1 1 15,-1 1-2-15,1-5-1 0,4 9 2 0,2 0 10 16,2-1-4-16,-1 3 0 0,4-1-7 0,2 1-4 15,5-1-11-15,4 1-8 0,-3-3-2 0,9-2-1 0,0 6-6 0,0-4-4 16,10-2-5-16,-3 2-4 0,6-5-1 0,5 7-1 16,9-3-5-16,-1-4-7 0,14 2-3 0,-9-4-23 15,14-4-40-15,-2-3-32 0,5-2-38 0,-1 1-35 16,-1-4-36-16,-1-4-40 0,3 0-32 0,-2-7-32 16,-3 3-28-16,2-4-191 0,-1 1-547 0,-1-4 242 15</inkml:trace>
  <inkml:trace contextRef="#ctx0" brushRef="#br0" timeOffset="147728.07">9042 6298 109 0,'3'-3'257'0,"-1"-2"11"0,-2 5 4 15,0-8-3-15,6 4-10 0,-6 4-20 0,0 0-16 16,3-7-22-16,-3 7-20 0,0 0-26 0,0 0-15 16,0 0-14-16,0 0-1 0,0 0-21 0,-9 20-9 0,9-9-11 0,-4 0-4 15,1 1-8-15,-5 7-6 0,1-4-7 0,0 2-3 16,-1 2-10-16,-7 4-5 0,9-3 10 0,-3 1-17 15,-6-4-3-15,10 2-16 0,-8-6-30 0,5 2-25 16,0 0-26-16,-1 0-22 0,3-4-23 0,-4-3-18 16,3-3-24-16,-1-2-25 0,0-3-23 0,8 0 0 0,-12-10-4 15,9 2 8 1,-1-4 5-16,-1-4 12 0,4-2 12 0,-6-9 16 16,6-2 16-16,-4 1 18 0,3-2 29 0,2 0 38 15,-5 2 42-15,2 1 46 0,3 0 36 0,-2 5 38 16,-3 3 31-16,3-1 25 0,-1 4 19 0,0 3 2 15,1 1 18-15,2-3-12 0,-3 5-1 0,1 2-6 16,0 0-22-16,2 0-20 0,0 8-11 0,0 0-31 16,0 0-6-16,0 0-9 0,0 0-5 0,0 0-8 0,22 17-18 0,-12-5 4 15,5 3-7-15,-2 2-2 0,10 3-6 0,-1 1-5 16,-2 1-1-16,4 1 9 0,6 6-19 0,-8-7-1 16,4 0-8-16,-3 2-1 0,1-2-15 0,2-1-18 15,1 0-21-15,1-3-19 0,-5-2-20 0,3 4-19 16,-2-10-20-16,5 5-24 0,1-3-3 0,-8-3-16 0,1-1-6 15,-2-5-4-15,-1 1 5 0,0-2 12 0,0-2 16 0,-4-2 7 16,-2-3 11-16,1 1 7 0,-4-2 26 0,-1-3 26 16,0 2 25-16,0-8 25 0,0 3 21 0,-5 2 22 15,0-7 20-15,1 2 21 0,-2-2 20 0,-3 2 16 16,-1-4 11-16,0 4 10 0,-1 2 8 0,1-4 19 16,-4 2-14-16,1 1 6 0,-3 6-22 0,4-3-6 0,-5 2-7 15,-1-2-20 1,-2 4-8-16,2 2-10 0,-5 0-12 0,3 5-6 15,-4 0-2-15,-1 1-19 0,-1 5 3 0,1 1-13 16,-2 1 0-16,3 2 6 0,-1 1-7 0,0-2-3 16,0 6-2-16,2-3-1 0,6 4-10 0,-1-1-5 15,3-1 8-15,-2 3-7 0,5-4-10 0,-1 5 3 16,3-3-26-16,3-6-13 0,4 2-18 0,0-3-14 0,3 0-18 16,5-2-18-16,4-1-13 0,0-5-15 0,10 1-4 0,3-1-7 15,-2-9-7-15,1 1-7 0,-3 1 3 0,-1-5 18 16,3 1 10-16,-4-1 14 0,2-3 6 0,-6-1 18 0,-7 3 15 15,-1 2 21-15,-7-7 29 0,3 9 29 0,-3-5 24 16,1 2 18-16,-8 0 4 0,0 5 13 16,-2-1 9-16,-4-1 6 0,4 1 0 0,-6 0-1 0,1 2-2 15,-6 3-8 1,13 3-8-16,-17-5-7 0,11 4-4 0,6 1-9 16,-20 6-1-16,12-3 0 0,3 3-8 0,3 3-6 15,-8 0-3-15,7 1 1 0,1 2-4 0,2 0-5 0,0 0 1 16,2 3-2-16,9 0-10 0,-7-1-9 0,7 3-11 15,-3-6-7-15,7 3-16 0,0-4-5 16,0 0-13-16,5-3-10 0,0-1-8 0,-4-3-3 0,9-3 2 16,-5 0 1-16,0-2 9 0,3-2 5 0,-3-4 5 0,6-1 9 15,-9 2 6-15,1-6 13 0,-10 3 25 0,7-2 23 0,-6-3 20 16,-4-1 18-16,-2 4 17 0,5-4 5 0,-8 5 3 16,5 0 7-16,-5 3 7 0,2-4 7 0,-2 1-4 15,0 3-6-15,0 1-1 0,0 2-5 0,0 5-15 16,6-8-10-16,-6 8-15 0,0 0-1 0,0-7-8 15,0 7-8-15,0 0-3 16,0 0-15-16,7 20 12 0,-5-13 0 16,-2 0-9-16,6 3-6 0,3-1-14 0,-6 0-7 0,2 2 7 15,5 2-26-15,0 1-5 0,-4-7-3 0,3 1-8 16,-3 1-3-16,8-1 4 0,-5-3 0 0,-2 0-1 16,6 4 4-16,-4-8 3 0,-1 5 7 0,2-3 4 0,-4-3 3 0,-6 0 0 0,14 0 1 15,-14 0 11-15,6-6 3 0,1 0 7 16,-7 6 10-16,6-9 3 0,-4 3 0 15,-2 4 3-15,7-5 2 0,-7-2-3 0,3 5-1 0,0-4 0 16,1 4-5-16,-1-3 1 0,0 2-3 0,-3 5 8 16,7-8-12-16,-4 5 1 0,-3 3-2 0,7-4-5 15,-7 4-1-15,10-2 2 0,-10 2 2 0,0 0-4 16,16 2 5-16,-7-1-1 0,-3 2-1 0,4 0 0 16,-3-2 1-16,1 3 2 0,5-3-4 0,-4 3 4 0,4-1-2 0,-8 5 3 15,5-4-2-15,3 3 1 0,-5-4 1 0,1-1 1 16,-1 5-2-16,3-3-2 0,-6-1 10 0,-1 0-6 15,4-2 1-15,-8-1-3 0,13 5 3 0,-6-3 0 16,-7-2-3-16,6 5 9 0,-6-5-10 0,9 2 1 16,-9-2-1-16,8 2-1 0,-8-2 0 0,0 0 0 15,21-4-16-15,-21 4-13 16,17 0-16-16,-4-4-20 0,-4 3-17 0,4-4-23 16,2 3-14-16,-2-1-23 0,5 2-10 0,-3-5-12 15,3-2-18-15,0 4 3 0,-3-1-10 0,0 1 9 16,0 1 6-16,-8-5 19 0,6 4 13 0,2 1 22 15,-7 2 14-15,-1-6 31 0,1 3 23 0,-1 3 33 16,-7 1 18-16,6-7 23 0,-6 7 13 0,0 0 22 16,10 0 3-16,-10 0 0 0,0 0 9 0,0 0 7 0,0 0 12 0,0 0 16 15,-6 14 7-15,6-6 1 0,-4 4-6 0,4 1-3 16,0 5 1-16,0 0 12 0,0 7-9 0,4 2 0 16,-4 12-10-16,6 3-5 0,-1 2-10 0,2 2-6 15,-6 0 2-15,6 0-18 0,1-3-5 0,-1 3-3 16,1 1-6-16,-1-3 5 0,1 1-14 0,-1-6-6 15,1-11-8-15,-1 1-14 16,3-4-18-16,-4 0-12 0,1-3-14 0,4-8-14 16,-9-3-12-16,6-3-10 0,-3-2-16 0,4 1-16 15,-3-4-14-15,1-1-16 0,-7-2-9 0,13-14-2 16,-8 4 1-16,5-3-5 0,-3-6 4 0,-1-8-10 16,1 0 7-16,1-1 3 0,-5-3 6 0,-1-11 8 15,-2-4 18-15,7 7 27 0,-9 0 43 0,2 9 42 16,0-1 42-16,-12-9 48 0,3 11 33 0,-5 0 32 0,6-3 25 0,-4 5 8 15,4-2 19-15,0 2 3 0,0 2 2 0,-1-1 5 16,-2-1 0-16,7 2-5 0,-2-2-11 0,-1 5-13 16,6 0-18-16,-1 4-18 0,2-3-15 0,0 4-12 15,3-2-15-15,4 3-12 0,-1 1-6 0,3 0-15 16,1 3-6-16,5 3-7 0,-2-1-12 0,3 6-8 16,3-2-2-16,-5 1-2 0,3 1-9 0,1 1 0 0,0 3-11 0,6 5-2 15,-10-3-7-15,8 5-19 0,-7 0-2 0,0 5-7 16,0 0 2-16,-2 2-18 0,-6-1-11 0,7 2 15 0,-5 1-21 15,-3 11 4-15,-4-4-9 0,-2-10 8 0,-2 10-7 16,-4-2 8-16,-1-3-4 0,-3 6 19 16,-1-6-6-16,-4-3 6 0,0-1 7 0,0-4-2 15,-5 1 16-15,3-3-6 16,3-3 10-16,-1-3-8 0,-5-1 4 0,3-2 19 16,-6-3-12-16,8-2-1 0,7-7-3 0,0 2 6 15,1-4-3-15,2-1-1 0,7-4 0 0,-2-5 4 0,6-2 0 16,-2-5 0-16,6 4 2 0,6-11-6 0,-1-4 4 15,3 2 2-15,2-3-1 0,-2 2-6 0,5-5 7 16,-1 6-8-16,-2-1 4 0,5 1-1 0,-5 4 5 16,-4 2 1-16,-1 6 7 0,-2 2 20 0,-6 4 19 0,4 4 18 15,-6 0 16-15,4 4-1 0,-4 6 7 0,1-2 6 16,-4 2-6-16,0-2-5 0,-2 2-13 0,1 3-11 0,-1 6-16 16,4-6-3-16,-4 6-7 0,0 0-6 0,0 0 2 15,0 22-2-15,-4-5-3 0,3 1-8 0,2 9 6 16,3 3-6-16,-4 9 2 0,5-8-3 0,-1 12 1 15,1 0 8-15,0-1-10 16,5 1-4-16,-6 4 1 0,6-2-12 0,0-5-1 16,-1 1-6-16,3-8-10 0,-4-4-7 0,7-4-15 15,-3 2-8-15,3-1 7 0,1-4-9 0,-9-4 7 16,8-3 4-16,0-3 6 0,0-3-6 0,-7-3 14 16,12-4 2-16,-5-2-1 0,-7-2 3 0,8-3 3 15,-1-2 7-15,-1-4-1 0,-5 2 3 0,3-2 1 16,1-6 2-16,-4-1 12 0,-3 6 15 0,2-6 23 0,-1 1 4 0,-5 1 20 15,1 1 9-15,-3 3 8 0,0 3 11 0,0-3-7 16,-3 0 0-16,-2 7-11 0,3 0-5 0,-6-1-11 16,1-1-10-16,-3 3-2 0,-3 4-3 0,13 0-8 15,-18 4-7-15,8 3-3 0,0 1-2 0,-2 4-3 16,4 2-1-16,0 1-1 0,1 1-4 0,-1 0 1 16,8 3-1-16,0-1-5 15,7 2-2-15,1 2-13 0,0 3-24 0,5-8-21 16,1 1-34-16,5-2-40 0,6 3-40 0,2-6-42 15,1-1-35-15,0-2-54 0,5-1-51 0,2-6-57 16,1 2-278-16,-1-7-735 0,-3-4 324 0</inkml:trace>
  <inkml:trace contextRef="#ctx0" brushRef="#br0" timeOffset="148013.23">12277 5646 54 0,'-1'-14'410'0,"1"7"2"0,0-1-5 0,-2 1-38 16,-1-1-28-16,3 8-39 0,-4-5-32 0,4 5-44 0,0 0-16 0,0 0-17 15,-11 15-14-15,6 1-17 0,3 10-3 0,-4 2-12 16,-1 15-9-16,-3 4-12 0,-3 10-14 0,0 13-9 16,-2 8-6-16,-7 3-8 0,6 7-19 0,-6 0 4 0,-3 2-9 15,-1 0-5-15,4-1-9 0,1-4-1 16,3-3-7-16,3-8-12 0,1-17-12 0,1 17-10 15,7-20-10-15,-3-4-38 16,8-6-37-16,-3 1-27 0,4 2-17 0,-1-7-31 16,4-13-60-16,-1-1-61 0,-1-7-67 0,8-4-272 15,-8-7-663-15,9-4 294 0</inkml:trace>
  <inkml:trace contextRef="#ctx0" brushRef="#br0" timeOffset="148398.63">12625 6111 41 0,'0'-12'434'16,"0"2"-9"-16,0-1-23 0,0 2-17 0,-2 2-15 16,-1-1-20-16,1 2-23 0,-1 0-35 0,3 6-30 15,-3-11-39-15,3 11-21 0,0 0-25 0,0 0-14 16,-9 17-18-16,3-3-15 0,4 1-9 0,-1 4-10 0,1 6-9 0,1 1-11 16,1 7 1-16,0 4-18 0,1 5-7 0,1-4-9 15,1 2-5-15,-1 1-3 0,4-1-4 0,-4-9-5 16,0 9-4-16,3-1-23 0,-5-10-31 0,6-2-36 15,3-3-40-15,-6-6-34 0,2-1-39 0,0-2-37 16,1 0-35-16,1-7-49 0,0 0-52 0,4-3-288 0,-6-5-680 16,9-1 301-16</inkml:trace>
  <inkml:trace contextRef="#ctx0" brushRef="#br0" timeOffset="148763.43">12877 6213 321 0,'0'-6'345'0,"-2"-1"-18"0,2 7-17 0,0-8-30 15,0 8-21 1,-5-9-28-16,5 9-21 0,0 0-9 0,0 0-13 16,0 0-15-16,-3 19-6 0,3-8-23 0,0-2-17 0,0 5-9 15,1 2-3-15,-1 0-24 0,7 2-2 16,-5-1-17-16,4 1-2 0,-4 1-5 0,6 0-6 16,-3 0-7-16,0 2-6 0,3-6-1 0,-4 3-8 0,1-3 3 15,3-2-9-15,-3-4-4 0,-2-1 2 0,4-1-5 16,-6 1 5-16,4-4-1 0,-3-1-8 0,-2-3-3 0,0 0-4 15,20-10 7-15,-14 2-7 0,-2-1 7 0,7-4-7 0,-6-4 9 16,2 4 11-16,0-10 26 0,-2 4 33 0,3 4 11 16,-2-5 16-16,-1 5 9 0,4 0 0 0,-8 2-1 15,8-1-3-15,-3 5-1 0,-2-1-5 0,1-2-8 16,-4 7-15-16,4-5-13 0,-3 5-9 0,-2 5-15 16,6-3-10-1,-6 3-1-15,0 0-7 0,12 11-4 0,-7-4-4 0,0 1-5 16,0 1-7-16,5 3-16 0,-4 3-22 0,8 3-34 15,-6-2-21-15,0 3-27 0,1 0-32 0,2 2-35 16,-1-9-25-16,2 3-30 0,-4 0-22 0,-1 0-31 16,1-1-20-16,0-5-16 0,0-4-26 0,-3 3-24 15,7-2-229-15,-2-2-638 0,-5 0 283 0</inkml:trace>
  <inkml:trace contextRef="#ctx0" brushRef="#br0" timeOffset="149084.81">13502 6228 39 0,'0'-8'335'0,"0"1"3"16,0-4-5-16,-3 2-16 0,0 2-3 0,-6-1-11 16,1 1-7-16,1 1-4 15,-6 4-10-15,-3-5-20 0,-1 2-17 0,-1 5-12 16,1 0-28-16,4 4-19 0,-2 0-19 0,0-1-14 16,2-2-19-16,3 2-10 0,-2 2-17 0,8 6-8 15,-3-1-9-15,2-1-6 0,5 6-5 0,5 3-8 16,3 0-7-16,4-2-5 0,4 4-9 0,9 2-4 0,5 5-5 15,6 0-2-15,-14-5-9 0,16 0-9 16,2 3-5-16,-11-8-9 0,1 0-6 0,-3-1-7 0,-2 0-10 0,-2-4-10 0,-5 0 2 16,-5-4-3-16,-3-2-6 0,0 2 0 15,-2-3 5-15,1 0 7 0,-8-3-5 0,-1-2 7 16,0 0 4-16,0 0-4 0,0 0 12 0,0 0-5 0,0 0-5 16,-31-12-28-16,18 4-23 0,-2 1-30 0,-4 0-29 15,1 0-32-15,3-1-32 0,-1 1-42 0,-1 0-40 16,-3-6-48-16,5 6-282 0,-1-5-654 0,4 3 289 0</inkml:trace>
  <inkml:trace contextRef="#ctx0" brushRef="#br0" timeOffset="150287.9">13827 5838 428 0,'0'0'447'0,"0"-6"-18"0,0 6-24 0,0-9-41 0,0 9-39 16,0-6-36-16,0 6-42 0,0 0-17 0,0 0-30 15,0 0-17-15,-9 20-17 0,9-5-19 0,0 2-14 16,7 3-10-16,-7 6-14 0,2 1-10 0,3 5-14 0,-4-2-4 0,7 16-11 16,-1-6-2-16,1 6-8 0,4 1-9 0,-2-2-2 15,3-2-20-15,-6 1-26 0,8-3-33 0,-5-11-16 16,-4 2-18-16,4-3-24 0,-2-2-17 0,2-2-22 15,-6-5-24-15,-1-4-17 0,0-1-22 0,1-3-11 16,-1-2-6-16,-1-2 4 0,-1-4-17 0,-1-4-2 16,0 0 17-16,0 0 10 15,0 0 17-15,0 0 17 0,-10-22 12 0,7 10 19 16,1-3 15-16,-3 1 24 0,-3-3 22 0,3 1 24 16,-3-4 23-16,0 2 16 0,-7-3 17 0,8 0 18 15,-3 9 20-15,-3-5 18 0,8 2 17 0,-2 2 12 16,-1 4 14-16,1-1 11 0,-1 2 8 0,6-1 2 15,-3 0 0-15,-3 5-6 0,8-1-16 0,0 5-14 16,0-7-10-16,0 7-6 0,0 0-7 0,0 0-7 0,15 1-9 0,-15-1-4 16,30 7-3-16,-12-2-8 0,-1 2-4 0,6-2-4 15,0-2 0-15,7 8-3 0,1-8-3 0,4 1-1 16,-4 0-1-16,4-2-4 0,-2 0-2 0,-1-1-1 16,-1 2-1-16,2-6-4 0,-8 2 0 0,5-3-1 15,-10 1 2-15,-2-2-1 0,-3-3 1 0,0 2-3 16,-5 1 8-16,0-3 10 0,-5 1 5 0,0-1 2 0,0-1 3 0,-5-1 2 15,0 3 6-15,-5-2-2 0,-4 2-2 0,1-7 0 16,-2 7-4-16,-3 0-9 0,-4 1 10 0,-1 2-8 16,2 1 0-16,-6-2 1 0,-1 8-4 0,-7-1-1 0,10 0-4 15,-1 3-4-15,-4 8-6 0,5-4 11 16,5 4-14-16,-3-1 6 0,3 3-4 0,2 3 1 16,-2 3-7-16,10-3 6 0,-5 5 2 15,7-4-9-15,3 2-6 0,1-3 0 16,3 1-14-16,4 2-6 0,-1-3-3 0,6-2-7 15,3-3-8-15,-1-3-2 0,0 1-2 0,5-3-5 0,3-7 1 16,-6 2 0-16,4-6 1 0,-1 0 8 0,10-9 1 16,-14 4 4-16,3-1 4 0,-3-6 3 0,7-1 4 15,-6-3 0-15,-4 3 11 0,2-6 11 0,-3-2 19 16,-2 9 18-16,-4-8 14 0,-3 7 22 0,1-4 7 0,-3 2 4 0,1 4 4 16,-2-4 1-16,-2 4-8 0,1 2 6 0,-3 3-13 15,1-2-14-15,0 4-5 0,0 2-7 0,1 1-9 16,2 4-1-16,0 0-8 0,-15-1-7 0,15 1-3 15,-10 7-4-15,8 0 4 0,-1 1-3 0,0 4-3 16,1 2 1-16,0 2-2 0,2 2-1 0,0-2-3 16,2 4 1-16,3-1-7 15,-2 1 3-15,1-1-6 0,6 1-14 0,-5-5-7 16,5 4-4-16,-1-4-9 0,3 0-5 0,-2-1-9 16,-2-4 9-16,4 1 4 0,-4-5 6 0,0 0-2 15,6-5 3-15,-8 1 3 0,-6-2 5 0,22-3-1 16,-16-3 7-16,4-1-5 0,-3-3 3 0,1 2 0 15,2-3 6-15,0-4 4 0,-5-2 7 0,0 2-1 16,0 0 11-16,-3-4 12 0,3 6-2 0,-5-6 1 0,6 4 13 0,-6 2 0 16,0 2 3-16,2 1-4 0,-2 1-7 0,0 3-2 15,0-1-4-15,0 7-6 0,0-10 2 0,-2 6-14 16,2 4-5-16,0 0 4 0,0 0-1 0,0 0-1 16,0 0-1-16,0 0-1 0,4 27-3 0,-4-18-6 15,5 5-23-15,-5-2-9 0,6 1-12 0,-1 2-5 0,-2 3-3 16,6-6-8-1,-3 3-3-15,-1-3-1 0,5 0 3 0,-5-5 2 16,3 5 5-16,-3-3 4 0,5-1 5 0,-5-1 11 0,0 0 0 16,4-6 7-16,-3 3 4 0,4-2 3 15,-10-2 11-15,17-9 7 0,-11 3 15 0,4 0 17 16,-5-2 11-16,7 1 11 0,-7-7 20 0,5-1 16 0,-5 0 17 16,-4 7 6-16,8-12 8 0,-4 4 10 0,3 1-5 15,-8 0-3-15,5 4-3 0,-2-1-4 0,-3 3 2 0,0-2-13 16,0 3-12-16,0 0-5 0,0 2-13 0,0 6-11 0,7-8-10 15,-7 8-11-15,1-2-9 0,-1 2-12 0,0 0-23 16,0 0-19-16,0 0-24 0,7 16-20 0,-7-8-22 16,2-4-24-16,4 9-25 0,1-2-10 0,-5 0-20 15,9 2-18-15,-6 1-24 0,7-1-20 0,-7 2-18 16,10-8-19-16,-2 2-21 0,2 5-9 0,3-11-181 0,0 5-527 0,-1-3 233 16</inkml:trace>
  <inkml:trace contextRef="#ctx0" brushRef="#br0" timeOffset="150735.79">15118 6414 287 0,'13'-6'36'0,"-7"1"14"0,11-3 40 0,-5-1 27 15,-9-1 26-15,4 0 32 0,-2 0 26 0,-1-1 18 16,0-1 9-16,-3 3 8 0,-1 0 7 0,5-1 12 16,-5 0-1-16,-5 1-5 15,5-1-8-15,0 2-16 0,-1 3-14 0,-6-2-18 16,7 7-18-16,-8-7-14 0,-5 6-19 0,13 1-10 16,-17 1-3-16,17-1-20 0,-20 6-7 0,12-2-15 15,-5 7-5-15,4-3-10 0,1 2-5 0,0 0-11 16,0 5-6-16,1 1 2 0,0 0-11 0,4 0-4 0,3 2-1 15,0 2-3-15,3-1-15 0,4-2-13 16,0 5-13-16,9 2-18 0,-3-4-15 0,6-2-22 0,7-3-21 0,-4 0-7 16,2-2-3-16,11-2-7 0,-5-2-8 0,1-3 4 15,1-6 3-15,-1-3 7 0,-1 2 9 0,0-3 8 16,0-6 13-16,-1-2 3 0,1 1 6 0,-2-2 6 16,-4-2 7-16,-6-3 6 0,-2-2 10 0,1 6 26 0,-4-3 25 15,-5 2 33-15,-1-2 23 0,-2 2 21 16,-3-1-2-16,4 4 14 15,-6-2 5-15,-6 4-1 0,4 1-7 0,-1 0-3 16,-6 0-3-16,3 3 6 0,-6 1 0 0,2 1-8 16,0 0-7-16,-5 4 1 0,1-2-14 0,-1 4-6 15,3-1-7-15,-3 6-6 0,2 1-7 0,1 3-6 0,-3-1-5 16,4 0 2-16,3 2-9 0,-4 3-4 0,7 2-5 16,0-2-1-16,-3 6-3 0,6-4-1 0,2 2-3 15,0 1 1-15,2-4-2 0,1 1-3 0,5-3 4 0,-1 1-8 0,5 0-14 16,2-3-23-16,3 0-31 0,1-4-45 15,7 3-46-15,2-8-46 0,2 1-39 0,-5-4-56 0,2 0-76 16,5-4-80-16,1-3-273 0,-4-1-776 0,0-3 343 16</inkml:trace>
  <inkml:trace contextRef="#ctx0" brushRef="#br0" timeOffset="153193.41">18977 6173 6 0,'4'-10'354'0,"-1"2"-20"0,2-1-16 15,-2-1-16-15,6 5-17 0,-8-5-16 0,1 6-15 16,1-2-14-16,-3 0-27 0,0 0-21 0,0 6-23 16,0 0-23-16,0 0-14 0,-3-7-15 0,3 7-19 15,0 0-2-15,-15 17-9 0,3-7-8 0,1 3 1 0,-2-1 1 16,3 7 4-1,-10 0-8-15,-5 4-6 0,3-1-1 0,-1-1 2 16,-5-1-5-16,3 2-7 0,-6 5 7 0,6-8-12 0,-3 4-2 16,5-4-9-16,0 5 1 0,1-6-6 15,-1-3-4-15,10 3-3 0,-4-4-6 0,4-4-8 16,0 5-13-16,3-8-40 0,3 2-35 0,-1-1-31 0,4-1-26 16,1 4-35-16,1-3-44 0,4-3-54 0,3-2-40 15,0 2-286-15,2-2-634 0,-1 0 281 0</inkml:trace>
  <inkml:trace contextRef="#ctx0" brushRef="#br0" timeOffset="153757.19">18602 6217 295 0,'3'-12'355'0,"-3"7"-17"0,2-2-6 16,-2 7-19-16,0-7-9 0,0 7-12 0,0 0-25 15,-2-11-32-15,2 11-22 0,0 0-32 0,0 0-26 16,0 0-16-16,0 0-16 0,0 0-13 0,0 0-6 15,15 20 0-15,-10-10-20 0,-2-1-9 0,5 5-3 0,-3-1-8 0,9 2-9 16,-6 4-2-16,-1-4-3 0,9 8-12 0,-4-11-2 16,-6 7-3-16,6 1-5 0,1 3-1 0,2-2-1 15,-8 1-6-15,6-5 3 0,-5 1-6 0,0 0 16 16,6-2-16-16,-8 0 3 0,8-1-11 0,-3-2 10 16,1 2-2-16,-2-4-4 0,0 0 0 0,3-2-1 0,-5-1-2 15,5-4 5-15,-1 3 7 0,-4 0-16 0,2-6-11 0,-5 2-13 16,5 1-24-16,-3-3-19 0,-7-1-26 0,15 0-30 15,-15 0-28-15,8-6-26 0,-8 6-32 0,0 0-27 16,0-10-35-16,0 10-25 0,-8-11-233 0,1 5-565 16,-3 0 250-16</inkml:trace>
  <inkml:trace contextRef="#ctx0" brushRef="#br0" timeOffset="154496.76">19345 6585 148 0,'0'0'413'0,"0"0"-20"0,-5-3-19 0,5 3-22 0,0 0-26 15,0-9-26-15,0 9-25 0,0 0-27 0,0 0-17 16,0 0-22-16,21 9-20 0,-12-6-20 0,-3 3-15 16,4 0-16-16,3 1-14 0,-4 4-20 0,2-8 1 15,-2 7-14-15,4 5-8 0,-3-5-11 0,3 7 0 0,-6-2-11 0,1 0-2 16,-1-1-8-16,-6 1-4 0,3-1-3 0,-3-2-6 16,-1 1-3-16,-1 2 2 0,1-5-7 0,-4 1-1 15,-2-1-25-15,-3 1-26 0,8 0-38 0,-6-3-39 16,0-1-27-16,-1 0-39 0,2-1-41 0,-1-2-45 15,-1 3-50-15,8-7-61 0,-7 3-208 0,7-3-616 16,-8 4 274-16</inkml:trace>
  <inkml:trace contextRef="#ctx0" brushRef="#br0" timeOffset="155028.96">19899 6291 241 0,'0'0'281'0,"0"0"-32"0,0 0-28 0,0 0-20 16,0 0-20-16,0 0-17 0,0 0-18 0,0 0-11 16,2 24-11-16,1-17-15 0,-1 1-10 0,0 7-12 15,4-4-8-15,-1 4-5 16,-1-7-6-16,2 1-7 0,1 6-5 0,-1-10-6 15,1 5-5-15,0-5-2 0,3 4-4 0,-4-8-8 16,4 4 4-16,3-3-3 0,-4 3-6 0,2-8 3 16,-3 1-1-16,4-5-10 0,1 4 3 0,-6-4-4 15,13-5 0-15,-12 3-2 0,9-6 12 0,-4 3 15 16,-7-3 7-16,8 0 14 0,1 2 7 0,-5-1 8 16,-1 2 14-16,1 0 0 0,-5 1 4 0,2 6 3 0,0-5 3 15,-1 3 1-15,1 1-1 0,-4 3-21 0,0-1-14 0,-3 4-20 0,9-5 0 16,-9 5-2-16,0 0-5 0,13 9-8 0,-6-5 0 0,-1 7-5 15,-1 0 15-15,0 2-20 0,3 5-5 0,1 2 8 16,-3-1-8-16,4 8-5 0,0-3 5 0,-2 6-1 16,1-6-2-16,-3 4 3 0,3 2-3 0,-3 1-3 15,-2-1-2-15,1-1 14 0,-4 3-12 0,4-2 2 16,-10 1 1-16,10-2 8 0,-10-2 7 0,5-2-7 16,-1-3 3-16,-4-3 8 0,1 2-1 0,-2-2 0 0,-4-4 2 15,5 0-3-15,-7-3 5 0,7 2 4 16,-1-8 2-16,-3-2-3 0,-1 4-2 0,0-4-1 15,-3 1-1-15,2-3-4 0,2-2-3 0,9 0-4 0,-26-4-26 16,13 0-38 0,1-7-43-16,0 4-47 0,3-2-39 0,-6-4-53 15,1 2-65-15,8-10-67 0,-9 4-325 0,8 1-735 0,-3-8 326 16</inkml:trace>
  <inkml:trace contextRef="#ctx0" brushRef="#br0" timeOffset="155429.99">20599 6092 243 0,'0'0'401'0,"0"0"-32"15,0 0-31-15,0 0-43 0,0 0-31 0,14 12-20 16,-13-11-15-16,11 6-19 0,0 2-19 0,2 5-18 16,0 2-4-16,9 1-12 0,-2 5-4 0,-1 1-24 0,-2 1-10 0,16 9-7 15,-10-1-9-15,-4-1-9 0,8 2-11 0,-3 4-1 16,-5-2 14-16,-5-5-6 0,0-2-7 0,0 11-14 15,-7-10-4-15,5 3-7 0,-4 5-3 0,-6-1-4 16,2-6-4-16,-5 10-3 0,-2-9-8 0,-4-3 0 16,-3 3-6-16,-9 6 2 0,1-10-18 0,-2 0-33 15,-3-2-30-15,-11 4-21 0,0-4-24 0,5-7-23 0,-14 2-26 0,13-7-33 16,-21 5-37-16,2-7-54 0,-8-1-47 0,9-4-270 16,-6-3-633-16,4-5 281 0</inkml:trace>
  <inkml:trace contextRef="#ctx0" brushRef="#br0" timeOffset="156633.07">18476 6217 203 0,'0'0'273'0,"0"0"-12"16,-3-7-13-16,3 7-13 0,0 0-15 0,0 0-17 16,3-8-22-16,-3 8-13 0,0 0-18 0,0 0-12 15,0 0-16-15,0 0-7 16,3-2-14-16,-3 2-11 0,12-5-9 0,-12 5-6 15,0 0-8-15,16-2-6 0,-16 2-9 16,15 0-3-16,-8 0-6 0,-7 0-5 0,15 0-1 0,-15 0-7 16,21 0-2-16,-12 0-3 0,4 0-2 0,-3 0-4 15,0 7 4-15,3-6-6 0,0-1-3 0,-6 4 0 16,6-4-3-16,-3 4 1 0,-3-3 0 0,7 2-6 16,-5-2 1-16,-1 1 1 0,-1-1-2 0,4 4-1 0,-3-2-2 0,-1 0-3 15,1-2 3-15,-8-1-1 0,7 8-3 0,1-4 2 16,-1-1-1-16,-5 5-1 0,4-5 3 0,1 1 3 15,-6 1-5-15,3-1 3 0,-3 3-2 0,3-1-2 16,-3-1 1-16,3 0 1 0,-4 6-2 0,1-7 4 16,1 3-6-16,-2 1 3 0,0 0 3 0,-2 0-2 15,2 0-1-15,0-1 2 16,-1 2 1-16,-3 2-2 0,-1-5 0 0,0 3-1 16,5 0 4-16,-5-2-4 0,2 1 3 0,-3 3 3 15,-1-3-2-15,2 0-4 0,0 1 0 0,0 1 6 16,-3-2-10-16,1-1 5 0,-1 2 2 0,1-1-5 15,-3-1 7-15,-1 1-6 0,4-1-1 0,-1 3 0 16,0-5-2-16,1 0 1 0,-1 1 0 0,1 2 3 16,-1-4 1-16,1 2-1 0,-1 0 0 0,3-2 0 0,-3 3-1 0,1-3 1 15,0 2 3-15,-3-3-5 0,5 3 2 0,-3 0 2 16,2-3 3-16,-3 5-5 0,6-7 4 0,-2 5-6 0,0-3 6 16,0 3-3-16,0-4 2 0,5-2 0 15,-8 7 8-15,5-2-9 0,3-5-2 0,-4 4 1 16,4-4-1-16,0 0 3 0,-6 3-3 0,6-3-1 0,0 0-4 15,0 0-4-15,0 0-13 0,0 0-19 0,0 0-34 0,0 0-30 16,11 6-40-16,-11-6-38 0,13 0-36 0,-13 0-47 16,17-5-148-16,-9 4-447 0,1-1 199 0</inkml:trace>
  <inkml:trace contextRef="#ctx0" brushRef="#br0" timeOffset="157588.81">18416 6093 266 0,'0'-8'280'0,"0"8"-17"0,0-4-17 0,0 4-26 16,0 0-29-16,0 0-17 0,0 0-18 0,0 0-12 16,0 0-6-16,-25 12 3 0,14-1 8 0,-2 1-3 15,-2-1-5-15,2 8 2 16,-9 1-2-16,5 4 5 0,3-1 4 0,-6 0 7 16,0 4-2-16,3 0-2 0,-8 5-1 0,9-5-3 15,-4 8-6-15,2-6-3 0,6 0-7 0,-3 1-19 16,0-3 2-16,6 4-11 0,-1-4-4 0,0 1-10 15,5 2-11-15,-2-3-1 0,5 0-5 0,-1-3-6 16,6 0-9-16,-3 3-3 0,2-8-2 0,5 1-7 16,-4-1-4-16,7-1-6 0,0-1-1 0,-2-2-2 0,4 1-4 0,1-1-3 15,0-3 6-15,2 5-9 0,2-7-3 0,-2 5-3 16,6-7-1-16,-3 1-19 0,-1 3-26 0,3-6-23 16,0-2-17-16,-6 3-29 0,3-3-31 0,-2-1-34 15,0 0-29-15,-10 0-43 0,8 0-47 0,-13-3-58 0,15 1-32 16,-7 1-268-16,-8-2-691 0,0 0 307 15</inkml:trace>
  <inkml:trace contextRef="#ctx0" brushRef="#br0" timeOffset="160394.31">19039 4811 28 0,'0'-10'366'0,"8"0"-10"0,-3-1-12 16,-5 4-15-16,2-2-17 0,-2 2-16 0,-2-1-16 15,2 8-24-15,0-9-27 0,-5 4-23 0,5 5-27 16,0 0-25-16,0 0-21 0,0 0-11 0,0 0-15 0,0 0-4 0,0 0-15 15,-23 18-7-15,21-2-9 0,-3 0-5 0,-5 2 4 16,4 6-1-16,-3 0-5 0,1 3-7 0,-2-3-4 16,8 6-1-16,-9 0-1 0,8-3-8 0,-9 1-2 0,7 4-6 15,-3-3 1-15,1 2-8 0,-1-1 2 16,1-3-5-16,1 1 2 0,-1 1-9 0,0-2 2 16,1 0-3-1,-1-1-5-15,5-3 5 0,-4-3-4 0,4-4-4 0,-1 2 1 16,0 1 2-16,3-4-8 0,-2-1-28 15,2-1-24-15,2-1-26 0,-2-3-16 0,0-2-25 0,0 1-20 0,3-4-24 0,0 4-23 16,0-1-29-16,2-3-29 0,0-2-19 16,-5-2-23-16,14 2-18 0,-14-2-175 0,13 0-513 15,-13 0 227-15</inkml:trace>
  <inkml:trace contextRef="#ctx0" brushRef="#br0" timeOffset="160641.71">19054 5406 197 0,'0'0'199'0,"0"0"-6"16,5-3 1-16,-5 3-4 15,0 0-6-15,0 0-7 0,0 0-7 16,0 0-8-16,0 0-13 0,0 0-14 0,0 0-13 16,0 0-13-16,0 0-14 0,0 0-6 0,0 0-7 0,0 0-2 15,0 0 0-15,-14 11-1 0,8-6-5 0,-3 2-11 16,1-2-2-16,-5 0-10 0,6 1-6 0,-3 3-2 15,-5 0-5-15,4 0-4 0,-2 2-3 0,3-4-4 16,3 0-8-16,-3 1-29 0,2-2-32 0,-2 2-26 0,0-1-37 0,5 1-25 16,-2 0-35-16,1-3-37 0,4-1-16 0,0 3-154 15,2-7-403-15,-5 7 178 0</inkml:trace>
  <inkml:trace contextRef="#ctx0" brushRef="#br0" timeOffset="160842.22">18749 5370 247 0,'0'0'315'16,"-5"-6"-25"-16,5 6-31 0,0 0-29 0,0 0-28 15,0 0-21-15,0 0-12 0,0 0-14 0,0 0-15 16,25 15-17-16,-15-12-9 0,0 11-11 0,1-4-12 16,3-2-9-16,-1 5-5 15,-2-1-10-15,4 0-4 0,2 0-4 0,-1 0-24 16,1-2-45-16,-1 1-52 0,-2 1-61 0,4-3-52 15,0 1-66-15,-10-5-158 0,7 4-431 0,0-3 190 16</inkml:trace>
  <inkml:trace contextRef="#ctx0" brushRef="#br0" timeOffset="161497.13">19297 3562 134 0,'0'-5'327'0,"0"5"-17"0,0-11-23 15,-3 8-28-15,3 3-22 0,0 0-27 0,0 0-26 16,0 0-20-16,-5-6-16 0,5 6-13 0,0 0-16 0,0 0-10 16,-9 21-6-16,8-11-10 0,-3-1-3 0,3 3 2 15,-6 5-5-15,5-8-4 0,1 10-14 0,1 1 0 16,0 3-5-16,-4-5-8 0,4 7-8 0,0-1-8 0,0 3 1 0,4 0-5 16,-4 3-8-16,0-3-4 0,0 1 2 15,0 1-6-15,0-2-5 0,1-9-13 0,1 9-30 0,-2-1-27 16,0-1-35-16,7-5-26 0,-9 1-32 0,4-2-29 15,3-3-42-15,-4-4-33 0,6 5-186 0,-5-7-474 16,6 0 210-16</inkml:trace>
  <inkml:trace contextRef="#ctx0" brushRef="#br0" timeOffset="161891.65">19451 4017 76 0,'5'-6'288'0,"-4"1"-8"0,-1 5-12 0,4-7-18 16,-4 7-27-16,0-8-20 0,0 8-26 0,0 0-19 0,0 0-20 0,0 0-14 16,0 0-9-16,0 0-11 0,0 0-15 0,3 20-5 15,-3-13-8-15,0 5-4 0,2-1-12 0,-2 0 2 16,0 1-15-16,5-4 2 0,-4 7-8 0,3-4-7 16,-1 2 0-16,-1-2-3 0,-2-3-9 0,5 0 1 15,-4 0-3-15,-1-2-1 0,4 2-3 0,-3-6 3 16,-1-2-1-16,8 5-1 15,-8-5-4-15,9 2 6 0,-9-2-5 0,15-7-5 16,-5 5 1-16,-1-6-1 0,1-4 2 0,4 2-1 16,-4-2 0-16,4-2 13 0,0 5 10 0,-4-7 4 15,3 6 9-15,-3-2 9 0,1 5 4 0,-2-1 11 16,-3 3-6-16,3-3 2 0,-3 2-3 0,-1 1-6 16,-3 2-5-16,6-1 3 0,-3 3-22 0,-5 1-8 15,0 0-9-15,0 0-1 0,0 0-1 0,12 7-3 0,-9 2 18 0,-1 2-20 16,6 2 1-16,-8 2-3 0,7 0-11 0,-1 3-18 15,-4 2-13-15,4-1-18 0,3-3-19 0,-3 4-20 16,-1-1-22-16,4 1-28 0,-4-4-30 0,4 2-28 16,-2-6-33-16,1 3-26 0,-1-6-207 0,-7 2-505 15,13-4 225-15</inkml:trace>
  <inkml:trace contextRef="#ctx0" brushRef="#br0" timeOffset="162129.91">19908 4106 274 0,'0'0'288'0,"-2"-8"-26"0,2 8-25 0,0 0-29 16,0 0-25-16,2-6-12 15,-2 6-2-15,0 0-5 0,3 26-3 0,2-14-1 16,-2 7-8-16,1-3-7 0,2 8-17 0,1 6-4 16,-1-3-7-16,4 5-17 0,-6 7-17 0,-3-6-3 15,8 7-9-15,-3-2-2 0,1 1-12 0,-1-11 0 16,-4 2-5-16,6 2-8 0,-6-3-8 0,5 2-8 0,-7-3-21 15,8-4-35-15,-5 3-26 0,-3-7-8 16,4-6-33-16,-3-1-29 0,2-3-36 0,-3-2-24 0,4 0-12 0,2-4-40 16,-6-4-179-16,5 2-449 0,-5-2 198 0</inkml:trace>
  <inkml:trace contextRef="#ctx0" brushRef="#br0" timeOffset="162878.53">20012 4130 202 0,'-2'-19'332'0,"2"0"-22"0,0 3-11 0,0-3-1 15,0 3-25-15,2 1-15 0,5 0-15 0,-6 0-23 16,2 3-12-16,6 3-19 0,-8 1-36 0,-1 1-5 16,5 1-17-16,-5-1-8 0,9 4-19 0,-4-2-12 0,-5 5-8 15,11-3-14-15,2 3-6 0,-13 0-3 0,22 1-8 0,-14 2-4 16,1 2-7-16,4-2 9 0,0 5-20 0,-3 0-6 15,6 2 0-15,-4-1-6 0,-4-1-7 0,2 7 8 16,-3-6 6-16,1 6-18 0,-1 0 5 0,-1 4-9 16,-2-4 4-16,2 2-14 0,-2 5 6 0,-4-9-1 15,1 6 1-15,-2 0-5 0,-3-1-6 0,-2-2-12 0,1-4-8 16,-4 3-4-16,5-2-4 0,-3-1-5 0,-1-4-10 0,-6 2-11 16,4-2-10-16,1-4-5 0,-3 4-9 0,4-5-8 0,-2-2-6 15,-4-1-13-15,14 0-10 0,-13-2-17 16,7-4-10-16,6-1 8 0,-2 0-7 0,0-5-4 15,4 0 5-15,0 0 2 0,4-3 6 0,1-2 10 0,8-3 5 16,0-2 5-16,0 2 2 0,4-2 11 0,0 2 10 16,-4 6 19-1,-1-3 23-15,0 9 18 0,-1-6 19 0,-5 5 23 16,2 3 1-16,-3 0-6 0,-1 0 5 0,-1 4 1 0,-1-2 3 16,-4 4 2-16,0 0 12 0,0 0 6 15,11 11 7-15,-9-6-2 0,-2 4-2 0,2 1-13 16,2 2 18-16,-4 0 1 0,0 3-4 0,5-2 0 0,0 5 2 15,-1-3-9-15,6 0 2 0,-5 2 0 0,0-1-7 16,0-5 1-16,1 0 0 0,4 3-2 0,-3-5-5 0,-1 0 1 16,3-2 0-16,-4 1 0 0,4-5-6 0,5 1 5 0,-9-2 1 15,5 3-7-15,3-5 4 0,-13 0-7 0,16-11 7 16,-4 8-3-16,-4-3 3 0,-1-6 1 0,8-1 18 16,-5-1 17-16,1 1 11 0,-2 1 11 0,-1-3 14 15,-2-2 9-15,1 3 9 0,0-1 11 0,-2 6 9 16,0-2 3-1,0 0-7-15,-2 6-1 0,0-5-8 0,-3 2-8 16,2 3-11-16,5-2-14 0,-7 7-8 0,3-5-13 0,-3 5-7 16,0 0-5-16,0 0 1 0,0 0-10 0,0 0-3 15,5 19-1-15,-4-10-3 0,4 3-6 16,-5 2 2-16,2 3-4 0,3-2-2 0,-2 0-5 0,1 2-11 16,4 1-18-16,-5-2-11 0,4-1-14 0,1 0-16 15,-3-1-12-15,5-1-16 0,2-4-9 0,-4 5-16 0,2-8-14 16,-4 0-19-16,9-2-7 0,-6 1 2 0,2-2-15 0,4-6-7 15,-2 2-4-15,-1-1 1 0,1-3 0 0,2-2 3 16,0-5-90-16,-2 2-282 0,4-3 125 0</inkml:trace>
  <inkml:trace contextRef="#ctx0" brushRef="#br0" timeOffset="163116.81">20926 4071 421 0,'6'-42'-27'0,"4"0"18"16,-7-1 18-16,2-4 8 16,-3 2 28-16,1-3 20 0,-3 5 29 15,4-2 31-15,-8 2 27 0,1 3 17 0,3 10 10 0,0 3 14 16,-2-4 11-16,2 12 4 0,0-3-1 0,-3 5 4 15,3 4-2-15,0 3-1 0,0-1-26 0,0 3-22 16,0 3-17-16,0 5-30 0,3-8-15 0,-3 8-7 16,0 0-4-16,0 0-13 0,10 16-8 0,-3 1-6 15,-4 0-8-15,7 10 12 0,-7 5-18 0,4-3-6 0,3 16 0 16,-7 0-7-16,6 2-9 0,-6 0 0 0,0 0-1 0,2-1 4 16,-2 0-1-16,-3-3-12 0,5 2-34 0,-5-8-26 15,2 5-19-15,-4-10-24 0,2-2-22 0,0-3-25 16,-5-7-26-16,5-1-23 0,-3-1-23 0,-2-3-28 15,2-2-33-15,3-4-171 0,-2-1-477 0,2-4 210 16</inkml:trace>
  <inkml:trace contextRef="#ctx0" brushRef="#br0" timeOffset="163263.94">21033 3994 139 0,'0'-11'303'0,"-2"2"-14"15,-1-1-12-15,3 0-7 0,-2 3-9 0,-1-1-16 16,-2 2-25-16,5 6-20 15,-3-6-24-15,3 6-22 0,0 0-24 0,0 0-21 16,11-5-40-16,-11 5-37 0,12 11-43 0,-2-4-49 16,10 1-52-16,5 4-62 0,4 3-72 0,1 0-133 15,20 5-410-15,-5-1 181 0</inkml:trace>
  <inkml:trace contextRef="#ctx0" brushRef="#br0" timeOffset="164049.74">22222 4777 95 0,'-10'7'198'0,"3"-2"-7"0,-1-3-11 15,-7 7-5-15,5-2-1 0,-5-2 1 16,-3 2-5-16,3 4-5 0,-8-5-2 0,-5 3-3 0,-2 1-2 0,-2 1-7 16,-14-5-5-16,-4 2 0 0,1 2-4 0,-4-4-12 15,-12-2-14-15,4 3-12 0,-2 2-8 0,-21-2-10 0,-4-1-6 16,2-1-8-16,1 5-6 0,21-8-10 0,-24 6-6 16,32-6-2-16,-4 5-4 0,2 0-8 15,5-2-2-15,-1 2-4 0,4-1-2 0,-3-1-2 0,2 0-3 16,9-1-4-16,8 1 0 15,6-2-1-15,-6 2-1 0,5-4 0 16,4-1 5-16,5 1-8 0,5-2-5 0,-6 1 5 0,6-1-2 16,5-1 1-16,-5 2-5 0,2-3 12 0,3 3 9 15,-2-1 1-15,5-1 1 0,7 2-5 0,-19-5-1 16,9 4-2-16,0-3-4 0,5 2 0 0,5 2-5 16,-17-5 0-16,7 4-1 0,2-2-4 0,1 0 1 15,7 3-3-15,-15-3-3 16,15 3-4-16,-11 0 6 0,11 0-7 0,-8-5 6 0,8 5-6 15,0 0-6-15,-15 5 0 0,15-5 4 0,0 0-2 16,0 0 1-16,-5 6 0 0,5-6 0 0,-2 9 3 16,-1-2-1-16,3 1-2 0,0-1 5 0,0 4 3 15,3 1-2-15,-1 4 9 0,-1 2 3 0,3-1 8 16,-3 4 3-16,4-1 2 0,-1 7 2 0,1-2-3 16,-5 4 3-16,6-5 4 0,-6 3-4 0,4 1-4 0,-3 2 9 15,3-6-10-15,-4 7 2 0,1-5-2 0,2-2-2 16,-3 3-4-16,0-8-5 0,0 2-7 0,4-3 15 15,-4-1-9-15,0 1 0 0,1-3 2 0,-1 1-3 16,2-4-4-16,-4 2 3 0,2-5 8 0,0 3-5 16,0-1-6-16,2-1-2 0,-2-2 0 0,0 1 5 15,0-1-3-15,3-3-2 0,-3 1-18 0,2-2-27 0,0 4-30 0,-2-8-24 16,3 8-29-16,2-2-30 0,3-4-39 0,-4 1-49 16,6 2-47-16,3-5-46 0,-8 2-201 0,-5-2-581 15,16-2 257-15</inkml:trace>
  <inkml:trace contextRef="#ctx0" brushRef="#br0" timeOffset="164319.25">20590 5517 128 0,'0'0'299'0,"0"0"-18"16,0 0-19-16,8-1-22 0,-8 1-22 0,0 0-21 15,0 0-25-15,0 0-15 0,0 0-5 0,0 0-2 0,-13 15-5 0,11-7-2 16,-3-4-1-16,-3 3 2 0,1 1-14 0,4 2-9 16,-11-1-10-16,1 3-9 0,-3 0-15 15,1-1-4-15,0-3-12 0,-2 4-7 0,2-1-6 0,-3 0-3 16,2-2-8-16,-3 1-17 0,5-2-35 0,-1-3-40 16,-2 3-35-16,2-2-32 0,9-4-33 0,-8 2-39 15,4-4-56-15,2 0-257 0,8 0-537 0,0 0 237 0</inkml:trace>
  <inkml:trace contextRef="#ctx0" brushRef="#br0" timeOffset="164504.14">20090 5539 119 0,'0'0'276'0,"-14"0"-18"0,14 0-22 15,0 0-10-15,-14 4-7 0,14-4-7 0,-9 5-12 16,9-5-9-16,0 10-18 0,0-10-6 0,9 13-11 15,-3-6-13-15,1 0-9 0,1 0-21 0,9 2-7 16,-4 0-9-16,2 1-11 0,6-2-21 0,7 1-49 16,-3 1-66-16,2-1-79 0,4 1-78 0,-1-3-262 15,0-1-506-15,-5-3 224 0</inkml:trace>
  <inkml:trace contextRef="#ctx0" brushRef="#br0" timeOffset="166772">22764 4632 227 0,'-3'-7'341'0,"0"3"-14"0,3 4-20 16,-4-15-9-16,4 15-33 0,-1-3-22 0,1 3-26 15,0 0-32-15,0 0-22 0,0 0-15 0,0 0-10 0,0 0-15 16,-20 22-3-16,13-15-20 0,1 10-11 0,2-6 0 16,-1 8-15-16,-1-4-6 0,4 5-4 0,2 6-7 0,-1-8 9 15,2 1-19-15,1 0 0 0,4 0-8 0,1-3 0 0,3 3-7 16,3-3 4-16,-1-2-7 0,11 3-5 15,-5-9-3-15,-3 6 2 0,7-7-14 0,-4-6-7 16,-2 1-8-16,8-2-3 0,-5 0-6 0,-2-3 1 0,1 0-2 16,-1-4-2-16,-1-7 0 0,-2 4 4 0,-3-9-4 15,-3 4 4-15,2 0 4 0,-5-4-4 0,-1 2 10 0,-4-1-6 0,-2-1 2 16,-1 2 0-16,-6 4 0 0,1-5 2 0,-4 6 1 16,-2-4-1-16,-3 5 1 0,0 0 0 15,1 1 11 1,-2 5-11-16,1 0 0 0,2 2-2 0,0-5-3 15,9 7 3-15,-7 1-6 0,13 0 0 0,-15 5-1 16,15 0-5-16,0-5-9 0,0 9-15 0,6-6-13 16,3 4-19-16,-1 1-13 0,12-1-16 0,0 1-12 0,4 1-13 0,-2 0-5 15,8 0-5-15,-4-5-5 0,9-1 4 0,-9 1 4 16,7-4 3-16,-4 0 8 0,5 0 11 0,-2-4 11 16,-4 0 12-16,2 1 13 0,-9-2 24 0,-3 1 26 15,-1-3 30-15,-5 3 32 0,-1-1 34 0,-3-2 18 16,4 3 17-16,-9 0 7 0,4-1 5 0,-7 5-3 15,8-6 3-15,-6 3-10 0,-2 3-8 0,2-5-13 0,-2 5-9 0,0 0-8 16,0 0-10-16,0 0-6 0,0 0-6 0,0 0-3 16,0 0-4-16,-10 23-3 0,8-14 0 0,-5 0-2 15,7 1-6-15,-1 0-1 0,2 3-2 0,-1-4 0 16,0 1-3-16,0 6-1 0,0-1-5 0,7-8 3 16,-2 5-5-16,-3-3 1 0,3 3 0 0,0-5-1 15,3 1-3-15,2-4 2 16,0 3-4-16,3-2-3 0,-3-2 2 0,3 4-4 15,-5-7 5-15,7-3-13 0,-15 3 4 0,20-5-3 16,-5-2 1-16,-2 0-1 0,-3 0 6 0,-2-5-2 16,7-3-2-16,-6-2 1 0,1 2 4 0,-5 7 9 15,1-11 13-15,-1 9 11 0,2-4 22 0,-6-1 0 16,6 0 5-16,-7 2 0 0,0-1 5 0,0 5 3 16,0 1 15-16,0-3-18 0,7 7 1 0,-7-1-9 0,0 5-10 0,0-7-14 15,0 7-8-15,0 0-5 0,0 0-7 0,0 0-2 16,0 0 6-16,0 0-6 0,1 16 3 0,-1-4 4 15,7-3-20-15,-7 6 0 0,8 0-6 0,0 0-13 16,-1 4-9-16,3-2-5 0,0 1-6 0,0-3-8 0,3 1-15 16,2 1-8-16,2-3-11 0,4 2-12 15,-4-5-6-15,1-3-8 16,3 4-10-16,-4-9-7 0,1 4 0 0,0-6-8 16,-3 2-8-16,7-6 4 0,-6-1 5 0,-1-3-2 15,-2-1 13-15,1-4 4 0,1-2 5 0,-7-4 12 16,0 1 12-16,4-7 15 0,-9 0 17 0,9-6 22 15,-7 3 4-15,-4-4 11 0,1-2 15 0,-2 4 13 0,2-12 17 16,-4 1 18-16,2 12 18 0,0 1 22 0,0 3 10 16,0 5 12-16,-2-4 12 0,1 7 3 0,1-3 7 0,-2 12 10 0,0-5-20 15,2 3-10-15,-1 3-23 0,1 6-18 16,-4-8-9-16,4 8 2 0,0 0-6 0,0 0-13 16,-8 20 1-16,6-6-6 0,2-1 1 0,-1 6-2 15,1 1-6-15,-4 4-6 0,8 1 1 0,-4 4-4 0,0 0-1 16,1-2-2-16,1 5-2 0,1-5-1 0,-1 2 1 15,5-1-5-15,-2-1-9 0,4-1-18 0,-2-1-24 0,3-1-24 0,-3-6-27 16,3-1-24-16,-4 1-33 0,6-3-29 0,-6-2-28 16,8-1-35-16,-4-2-45 0,-4-5-143 15,2-3-461-15,-1-2 204 0</inkml:trace>
  <inkml:trace contextRef="#ctx0" brushRef="#br0" timeOffset="166956.87">23979 4603 57 0,'-8'-4'335'0,"6"-1"-7"0,-3-1-16 0,5 6-10 16,-8-5-20-16,8 5-15 0,-2-7-11 15,2 7-40-15,0 0-26 0,0 0-20 0,0 0-15 0,0 0-15 16,0 0-18-16,30 2-20 0,-21 3-36 0,4-4-24 16,3 5-34-16,6-2-24 0,-2 5-31 0,-2-2-31 0,0-3-37 0,0 7-38 15,12-4-31-15,-13-1-31 0,9-3-209 0,-9 1-459 16,4 3 203-16</inkml:trace>
  <inkml:trace contextRef="#ctx0" brushRef="#br0" timeOffset="167157.4">24433 4687 97 0,'0'9'176'0,"-4"-2"11"0,1 4 1 0,3 1 8 0,-3 4-3 15,1 0-2-15,1 6 4 0,-1 5-16 0,-1 2-13 16,1 4-8-16,-1-3-9 0,1 0-9 0,7 9-18 15,-5 2-12-15,0-3-10 0,2 1-6 0,-2 0-15 16,5 3-5-16,-5-13-3 0,1 4-8 0,1-2-6 16,0 0-10-16,2-3-5 0,1-2-21 0,0-1-28 0,-3-6-21 15,-2-1-27-15,7 1-33 0,-6-4-36 0,4-5-29 0,-3-1-29 16,6-1-21-16,-1-3-174 0,-4-3-406 0,9 0 180 16</inkml:trace>
  <inkml:trace contextRef="#ctx0" brushRef="#br0" timeOffset="167912.55">24557 4713 160 0,'-5'-12'318'0,"5"0"-9"16,-5 2-11-16,3-1-13 0,2 2 0 0,0 2-33 15,0 0-28-15,0 7-26 16,0-13-23-16,0 11-24 0,0 2-14 0,7-1-13 15,-7 1-9-15,15-3-13 0,-15 3-10 0,23 6-12 16,-15-5-9-16,11 6-4 0,-5 2-11 0,1-5-3 16,0 2-7-16,-2 3-4 0,2 2-6 0,-5-3-2 15,2 0-8-15,-2 1 0 0,-4 0-4 0,3-1 4 16,-3 1-14-16,-4-4 0 0,5 6-6 0,-7-2 3 16,5-2 5-16,-9 4-7 0,3-4-5 0,-6 1 2 0,5 1-1 0,-6-3 12 15,-4 2-13-15,3-4 3 0,0 4-3 0,-2-3 0 16,-6 3-12-16,-3-1-13 0,10-4-9 0,-5 2-4 15,2 1-7-15,5 2-13 0,-4-7-8 0,4 3-10 16,0-2-7-16,3-1-7 0,1 4-2 0,4-5-3 16,0 0-10-16,-6 3-12 0,6-3-2 0,0 0 3 15,0 0-4-15,23-8 1 16,-11 7 1-16,1-5 4 0,3-2 13 0,-1 0 6 16,5 0 5-16,-3-3 9 0,-1-1 15 0,-1 5 3 15,5-2 20-15,-7 2 22 0,-1 0 25 0,1 2 23 16,-3-2 21-16,-2 5 12 0,-3-4 11 0,2 1 5 15,-7 5 1-15,8-6-4 0,0 5-8 0,-8 1-6 16,0 0-11-16,0 0-8 0,0 0-9 0,15 0 1 16,-15 0-4-16,0 0-1 0,4 10-7 0,-1-2 0 0,-3-1 0 0,0 2-3 15,3 3-1-15,1-3 2 0,1 6-6 0,-2 1-5 16,2-2-16-16,1 2 0 0,-2 3-15 0,1-6-16 16,5 2-3-16,-5-3-11 0,5 2 1 0,-4-6-8 15,2-1-2-15,-1 0-2 0,8-1 7 0,-8-2 9 16,4-2-2-16,1-4 12 0,1 2-5 0,0-4 7 15,-4-2 6-15,-1 0 8 16,0-2 18-16,7-2 18 0,-7-7 14 0,2 2 15 16,0 2 16-16,-5-2 15 0,3 0 11 0,-4-8 19 15,1 7 9-15,3-2 4 0,-3 3 3 0,-3 3 3 16,4-3 14-16,-3 2-8 0,2 4 2 0,-3-1 7 0,-2 0-2 16,3 4 0-16,-3-2-18 0,4 4-12 15,-4 4-16-15,1-9-13 0,-1 9-12 0,0-6-11 16,0 6-9-16,0 0-1 0,0 0-13 0,0 0 0 0,0 0-2 0,0 21-9 15,4-14 3-15,-4 4-13 0,1-5-10 0,1 4-8 16,0 1-21-16,-1 1-14 0,4-3-11 0,-1 1-19 16,-1 5-15-16,2-3-17 0,1-1-17 0,1 2-28 0,3-3-10 15,-3 2-22-15,-1-5-19 0,4-2-15 16,2-2-14-16,-2 7-20 0,3-8-177 0,-3-1-460 16,3-1 205-16</inkml:trace>
  <inkml:trace contextRef="#ctx0" brushRef="#br0" timeOffset="168191.18">25459 4443 93 0,'-2'-19'261'0,"-4"-3"-2"0,4 5 3 15,-3-2 3 1,2 9-3-16,-2-2-9 0,3 4-14 0,2 3-16 0,-3-3-32 16,3 8-22-16,-2-7-16 0,2 7-19 15,0 0-17-15,0 0-11 0,0 0-9 0,0 0-10 16,-1 23-10-16,2-4 0 0,-1-4 1 0,0 4-13 0,5 5-3 15,-5 3 1-15,2 1-7 0,3 2-10 0,-4 9 4 16,-1-1-4-16,0-6-5 0,0-4-5 0,2 14-3 16,-2 1 7-16,0-13-9 0,0 8-6 0,2-6-3 0,1 7 8 0,-1-9-45 15,-2-2-18-15,0-2-25 0,0-9-25 16,3 3-29-16,2-1-33 0,-2-4-29 0,1 4-37 16,1-6-25-16,5-6-40 0,-2 1-175 0,0-4-490 0,4-1 217 15</inkml:trace>
  <inkml:trace contextRef="#ctx0" brushRef="#br0" timeOffset="168391.69">25454 4623 95 0,'-8'-10'327'16,"3"2"-13"-16,-2 2-14 0,1-2-19 0,-1 3-13 15,4-2-29-15,1 3-12 0,2 4-27 0,0 0-22 16,-3-3-22-16,3 3-13 0,0 0-16 0,0 0-12 0,0 0-11 0,21 7-14 15,-13-2-14-15,1 1-35 0,2-2-18 0,4 4-41 16,0-4-36-16,0 4-43 0,3 3-48 0,-3-4-49 16,3-2-49-16,-3-1-183 0,3 8-461 0,2-5 205 15</inkml:trace>
  <inkml:trace contextRef="#ctx0" brushRef="#br0" timeOffset="169347.37">26268 4215 59 0,'0'-19'339'15,"0"3"-13"-15,0-2-20 0,0 6-13 0,0 2-19 16,0 0-34-16,0 3-35 0,0 7-25 0,0-4-18 16,0 4-14-16,-6 18-3 0,4-3 0 0,-8 12-7 15,7 9 24-15,-5 7-6 0,1 4-1 0,-1 6-10 16,3-4 4-16,-5 7-10 0,5-1 0 0,-8 18 5 15,-1 5-25-15,6-21-3 16,-10 18-10-16,1-4-8 0,-4 3-10 0,8-22-10 16,-6 20-6-16,3-17-2 0,4-1-11 0,-4 2-3 15,-8-2-6-15,8-5-4 0,-1-5 2 0,2 7-11 0,6-7-7 16,-3 0-24-16,-1-17-37 0,3 0-40 16,5 2-37-16,3-11-34 0,-4 3-42 0,1-8-46 15,5 4-45-15,0-8-41 0,5 2-58 0,1-4-210 0,-3 1-630 16,9-6 278-16</inkml:trace>
  <inkml:trace contextRef="#ctx0" brushRef="#br0" timeOffset="169632.07">26556 4758 117 0,'5'-9'376'0,"-5"0"-16"0,2 0-11 16,3 0-3-16,-3 1-14 0,-1 1-5 0,3 1-20 15,-4 0-17-15,0 6-28 0,1-9-32 0,-1 9-28 16,0 0-34-16,0 0-14 0,0 0-16 0,0 0-11 16,0 0-13-16,0 0-19 0,-6 27-5 0,4-17-9 0,-3 7-5 15,3 0-7-15,2 3-5 0,-5 7-8 0,4 3-1 16,-1 1-9-16,-1-4-9 0,-2 0 2 0,3 0-11 15,0-2-14-15,-1 2-31 0,3-1-34 0,-3-7-27 16,1 1-28-16,2-4-25 0,0 2-17 0,0-3-33 16,0 2-34-16,0-4-32 0,5-6-25 0,-2 4-43 0,1-4-217 0,1 0-575 15,0-6 254-15</inkml:trace>
  <inkml:trace contextRef="#ctx0" brushRef="#br0" timeOffset="169879.45">26439 4630 318 0,'-2'-5'400'0,"-4"1"-9"0,6-6-18 16,0 10-28-16,-2-8-34 0,2 8-17 0,2-12-27 16,4 9-32-16,2-1-22 0,1-1-21 0,1 4-17 15,5-1-22-15,-1-2-16 0,3 4-14 0,1-3-10 16,0 3-17-16,4 3-12 0,-1-3-18 0,-2 3-20 0,9-2-41 0,-7 2-36 15,2 4-39-15,-1-2-41 0,-2 2-41 0,1-2-48 16,-2 2-50-16,0-3-47 0,-4 5-241 0,2 0-582 16,-4-3 257-16</inkml:trace>
  <inkml:trace contextRef="#ctx0" brushRef="#br0" timeOffset="170333.87">26945 4947 46 0,'0'-8'245'16,"-3"-4"-10"-16,0 5-7 0,3-5-5 0,-9 6-11 0,4-3-12 0,4-3-18 16,-11 3-15-16,6 3-16 0,-3-2-15 0,3 1-16 15,-6 1-10-15,1 4-11 0,1-2-9 0,-4 1-9 16,-1 6-3-16,2-3-6 0,3 4-9 0,-8-1-8 15,5 4-2-15,-2 6-7 0,2-6-3 0,-2 9-5 16,3-8-3-16,-1 7-3 0,1-1-6 0,4 1 1 0,0 0-4 16,1 0 0-16,2 2-1 0,4-7-7 0,1 5 1 0,0-4 1 15,0 2-4-15,6-1 3 0,-6-2-2 0,8 1 1 16,-1-3-1-16,6-1-1 0,-3 2-2 0,4-6 1 16,-1-2-3-16,3 3 2 0,3-4-1 0,-3-4-1 15,2 3 2-15,0-2-2 0,-3-1-1 0,2-3 2 16,-2-2-4-16,1-2 3 0,-6 0 14 0,2-1 13 0,-1 1 20 15,-2-2 5 1,1 4 5-16,-4 0 9 0,-2 0 2 0,4-2 4 16,-5 3-6-16,-1 1 6 0,1 3-16 0,-3-4-3 0,0 8-18 15,3-7-3-15,-3 7-9 0,7-5-14 0,-7 5-3 16,0 0 1-16,0 0-19 0,0 0-15 16,-3 20-10-16,-1-13-17 0,8 2-13 0,-8 2-24 0,4 0-17 15,4 2-23-15,-1 2-20 0,-1 0-24 0,1-4-24 16,-3 2-14-16,8-1-28 0,-6 2-29 0,3-6-187 0,-3 4-484 15,6-5 214-15</inkml:trace>
  <inkml:trace contextRef="#ctx0" brushRef="#br0" timeOffset="171151.55">27146 5015 22 0,'5'-8'242'0,"-2"-1"-5"0,3 1-8 0,-1 4-6 16,-3 0-4-16,1-3-12 0,-3 7-17 0,2-5-26 0,-2 5-12 15,0 0-17-15,13-4-18 0,-13 4-12 0,9 0-10 16,-9 0-11-16,8 5-7 0,-8-5-10 0,13 11-7 16,-10-4-3-16,4-3-11 0,-2 1-1 0,0 2-6 15,-2 1-2-15,4-1-5 0,-4-2-1 0,-1 4-4 16,0-3-2-16,-1 3-4 0,-2-3 1 0,1-2-4 0,0-4 0 16,-2 12-1-16,0-7-3 0,2-5-2 0,-10 7-1 0,7-4 0 15,3-3-2-15,0 0-2 0,-13 4 2 0,13-4-4 16,0 0-1-16,-14-7-4 0,14 7-8 0,-4-7-4 15,4 7-3-15,0-9 0 0,4 0-7 0,3 2-13 16,-2-4-9-16,8-1-5 0,-1-1-4 0,4 0-9 16,1 0-15-16,13-5-7 15,-4 1 2-15,11-1 4 0,-12 5 15 0,3-8 3 16,1 9 8-16,1-5-1 0,-5 2 11 0,2 7 16 16,-11 0 16-16,2-3 17 0,-3 4 17 0,-5 2 19 15,-3 1 14-15,-2 0 7 0,5-3-1 0,-9 3-7 16,-1 4-5-16,5-8-8 0,-5 8-2 0,0 0-5 15,0 0-5-15,-10-4-5 0,10 4-4 0,0 0-1 16,-23 12-2-16,17-8-1 0,-6 4-2 0,5-1-1 0,-1 5-3 0,1 2-1 16,-1 3 1-16,3 1 1 0,2 2-3 0,1 0 1 15,-3 6 1-15,5-2-6 0,5 7 3 0,0-4 0 16,-1 3-2-16,2 2 1 0,4 7-1 0,-2-9-1 16,-1-2 0-16,1 11 0 0,2-1 0 0,-5-7-3 15,3-1 0-15,-3-2 1 0,0 1 2 0,-1 1-3 0,-3-7-1 16,3-3 0-16,-4-2 3 0,0-2 1 0,0-1-1 0,-5-3 9 15,1-5 19-15,-2-3 13 0,1 1 4 0,-2-1 10 16,-3 1 5-16,10-5 2 0,-21-6-7 0,7 2 1 16,5-4-1-16,-5-3-18 0,6-4 6 0,-2-1 2 15,5 1-12-15,-5-5-1 0,9 1-2 0,-1-5-9 16,0-2 2-16,6 1-11 0,7-4 3 0,-3 2-7 0,7 0-10 16,8-9-6-1,2-4-18-15,5 7-20 0,2-3-12 0,4 3-12 16,4 6-4-16,-4-1 2 0,-6 1 7 0,-4 8 8 15,-1 4 3-15,2 1 5 0,-6-1 7 0,-6 3 5 16,-3 2 3-16,1 3 13 0,-6-3 12 0,1 5 9 16,0 3 1-16,-6-2-4 0,-2 4-5 0,3-4 2 15,-3 4-2-15,0 0 2 0,0 0 1 0,-12-8 1 0,12 8-3 16,-16 0 5-16,8 6 0 0,-1 0-1 0,-2-2 0 0,-1 3 1 16,6 3 0-16,-6-7 9 0,2 4-9 0,2 0 1 0,-4 3-1 15,9-1 1-15,-9 0-2 0,11 0 3 0,-4 3-2 16,3 0 3-16,0 0-1 0,2-3 1 15,0 3-2-15,2-3 0 0,3 3 2 0,-2-5-3 0,4 4-8 16,8-2-11-16,-5-2-15 0,3 0-13 0,5 0-15 16,-1 2-18-1,4-5-25-15,-4-2-25 0,3-1-19 0,3-1-30 16,0 0-14-16,-6-1-16 0,4-1-159 0,-1-5-394 0,-5-2 175 16</inkml:trace>
  <inkml:trace contextRef="#ctx0" brushRef="#br0" timeOffset="171421.06">28359 4405 141 0,'0'-12'292'0,"0"8"-14"0,0-2-20 16,0-3-34-16,0 9-24 0,0 0-28 0,-4-4-16 16,4 4-16-16,0 0-10 0,0 0-10 0,-11 23-5 15,9-4-6-15,2-4-6 0,-5 10 1 0,2-6-6 16,-2 10-6-16,3 1-5 0,-1 2-11 0,1 9 2 0,2-3-5 0,0 5-8 15,0-1-7-15,0 1-5 0,-3-3-1 0,3 2-10 16,0 4 1-16,3-16-6 0,-3 13-8 0,0-12-14 16,2-1-29-16,1 2-28 0,-3-9-29 0,2 4-30 15,3-3-29-15,-2-9-47 0,2 0-31 0,-3-3-35 16,6-4-166-16,-1-2-444 0,1-3 197 0</inkml:trace>
  <inkml:trace contextRef="#ctx0" brushRef="#br0" timeOffset="171599.44">28359 4777 294 0,'0'-8'371'0,"-4"-3"-25"0,1 3-8 16,-2 0-8-16,0 0-8 0,5 0-1 0,-1 3-16 0,-3-2-17 0,4 7-19 16,-3-10-26-16,3 10-24 0,-5-5-25 0,5 5-24 15,0 0-22-15,12-5-14 0,-12 5-33 0,11 0-37 16,-11 0-46-16,23 2-45 0,-8 5-43 0,3 0-43 15,-3-3-53-15,10 1-65 0,-3-2-75 0,-2 1-288 16,3 4-643-16,3 0 284 0</inkml:trace>
  <inkml:trace contextRef="#ctx0" brushRef="#br0" timeOffset="186327.95">29110 4824 309 0,'4'-5'344'16,"-3"1"-32"-16,-1 4-30 0,10-6-34 0,-5 4-29 16,-5 2-22-16,0 0-21 0,0 0-18 0,15 11-13 15,-10-1-13-15,0 5-13 0,-2 0-9 0,1 4 4 0,1 0-2 16,1 8-12-16,-1-2-11 0,-2 2-9 15,-3 0-4-15,9 2-7 0,-4-4-6 0,-4 2-13 16,6 0-10-16,0 0-2 0,-6-7-2 0,6-3 0 0,-4 3-2 0,2-1-5 16,2-3 12-16,-6 0-12 0,4-5-6 0,-1-2 1 15,-1 2 5-15,0-4 4 0,-1 1 20 0,1-4 21 16,1 2 36-16,-3-3 16 0,-1-3 2 0,0 0-4 0,0 0-9 16,20-12 0-16,-8 3-3 0,-4 3-6 15,0-6-6-15,5-3-5 0,-1 0-7 0,-2-2-10 16,7-7-6-16,-3-4-8 15,1 2-4-15,0-2-7 0,3-10-8 0,-4 8 3 16,1 3-14-16,-2-1 2 0,2 1 7 0,-2-1-15 16,-5 6 3-16,0 3-1 0,-1 3-6 0,-2 1 0 0,3 3-5 15,-6 4 2-15,3-4-13 0,2 5-8 0,-6 0-33 16,1 2-52-16,-2 5-52 0,5-2-28 16,-5 2-10-16,0 0-31 0,10 14-26 0,-5-3-26 0,-4 1-16 15,9 7-18-15,-1-4-10 0,6 7-19 0,-2 3-11 0,3-4-193 16,3 5-569-16,4-3 252 0</inkml:trace>
  <inkml:trace contextRef="#ctx0" brushRef="#br0" timeOffset="186728.98">29966 5137 70 0,'2'-5'209'0,"-1"-5"13"0,-1 1 17 16,0-6 0-16,-1 0-11 0,-1 0 2 0,-6 2 9 0,-1 2-5 0,3-2 6 16,-2-1-14-16,-2 2-11 0,-2 2-22 15,0-2-17-15,-4 4-19 0,-1 3-19 0,2 1-4 0,-6 0-1 16,-2 4-28-16,1 4-5 0,-8 0-1 0,9 6-18 15,-9-1-11-15,0 7-3 0,9-4-9 0,-4 5-4 16,5 0 13-16,-1 2-22 0,2 1-6 0,4-4-7 16,2 0-13-16,0 4 7 15,6-3-2-15,-1-2 0 0,8 4-4 0,0-9 8 16,0 5-6-16,5-4 0 0,5-2-2 0,-3 2 1 16,8-4-3-16,4 1-1 0,-2-7-1 0,1 2-4 15,4-6 0-15,-2 2 2 0,9-6-10 0,-6 0 12 16,1-2-6-16,4-4 3 0,-7-4 0 0,2-3-3 15,-3 4 3-15,-5 5 0 0,7-8-1 0,-9 7 3 16,-5-3 15-16,4 0 10 0,-9 3 6 0,7 4 1 0,-7-1-2 0,1-1-7 16,1 2-8-16,-4 3-7 0,1 1-6 0,-2 4-2 15,0 0-2-15,0 0-6 0,0 0 2 0,0 0-1 16,0 0-1-16,-15 16-5 0,12-9-11 0,-4 1-23 16,4 4-19-16,3-4-21 0,-2 6-18 0,1-2-29 15,1 3-22-15,-2-6-5 0,4 10-15 0,-1-3-18 16,4-3-18-16,5 2-23 15,-3-3-30-15,4-2-27 0,1 2-33 0,1-4-173 16,4 1-523-16,-2-2 231 0</inkml:trace>
  <inkml:trace contextRef="#ctx0" brushRef="#br0" timeOffset="187060.99">30170 5037 277 0,'-2'-15'295'0,"-5"6"4"0,6-3-1 16,-3 4-3-16,3 1-11 0,1-1-21 0,0 1-19 15,0 7-29-15,0 0-31 0,0-8-9 0,0 8-28 16,0 0-18-16,0 0-9 0,13 15-17 0,-10-10-2 0,9 5-14 16,-4 6-12-16,5 0-8 0,-3 2-3 15,5 6-9-15,-2-5-5 0,1 7 0 0,1 2-11 16,1-4-4-16,-3 3 10 0,-3-4-16 0,2 5-2 0,-4-8-3 0,-3-1-5 16,5-2 2-16,-7-1-4 0,2-4-3 0,0 0 2 15,-3 0-3-15,1-4 12 0,-3-2 25 0,4-1 42 0,-4-5 27 16,0 0 1-16,0 0 5 0,0 0 1 0,0 0-1 15,-9-27 6-15,9 11-17 0,-5 0-1 16,5-2-3-16,5-2 1 0,-3-7-17 0,5 0-12 0,-3 0-4 16,6-4-12-16,0 3-7 15,5-6-12-15,-2-1-6 0,7 8-27 16,-1 1-30-16,-5 13-35 0,1-2-38 0,7-5-51 16,-2 5-61-16,0 4-58 0,-6 4-71 0,3 4-84 0,-4 3-339 15,2-2-816-15,-3 4 361 0</inkml:trace>
  <inkml:trace contextRef="#ctx0" brushRef="#br0" timeOffset="-214705.05">3431 8597 81 0,'0'-15'381'16,"0"1"-7"-16,0 1-29 0,0-3-10 0,-2 5-24 0,-5-1-11 0,7 0-15 15,0 9-14-15,0-4-26 0,0 7-31 0,0-7-22 16,0 7-32-16,0 0-25 0,0-7-12 0,0 7-11 16,0 0-12-16,0 0-11 0,7 21-10 0,-5-8-5 15,-2 2-8-15,1 4-8 0,3 1-2 0,-3 7-10 16,6 0-1-16,-6 0-6 0,6 7-5 0,-7-3-2 0,8 7 1 15,-3-6-6 1,-1 7 1-16,-1-9 0 0,5 1-7 0,-4 10-2 16,2-11-3-16,-6-3-29 0,7 0-29 0,-4 0-29 15,0-1-19-15,4-7-22 0,-5 1-35 0,3-4-31 16,-4-1-43-16,1-3-41 0,3-5-53 0,-3 1-236 16,-1 0-596-16,3-7 264 0</inkml:trace>
  <inkml:trace contextRef="#ctx0" brushRef="#br0" timeOffset="-214350.88">3078 8523 146 0,'-2'-7'386'0,"-6"-1"0"0,8 1-6 0,-3-1-17 15,1 0-3-15,2 1-13 0,-2 3-16 0,2 4-23 0,-4-7-30 16,4 7-30-16,0-7-28 0,0 7-23 16,0 0-26-16,0 0-15 0,4-7-20 0,-4 7-14 15,0 0-11-15,15-5-7 16,-8 5-13-16,15-1-8 0,-3 2-9 0,1-2-7 16,12 1-7-16,-4 0-6 0,2-4-3 0,3 4-5 15,0 0-4-15,10-1-5 0,-7-2 0 0,7-1-7 16,-5-3-2-16,-3 3-6 0,-2-4-7 0,-5 5-12 15,1-4-14-15,0-2-17 0,-7 3-17 0,-1 0-12 16,-2-2-19-16,-1 3-24 0,-3 2-15 0,-5-2-22 16,4-1-20-16,-7 2-17 0,1 0-22 0,-3 1-41 0,-5 3-44 0,4-2-50 15,-4 2-261-15,0 0-639 0,0 0 283 0</inkml:trace>
  <inkml:trace contextRef="#ctx0" brushRef="#br0" timeOffset="-213802.75">3887 8788 197 0,'0'0'285'0,"9"-4"-24"0,-9 4-25 16,0 0-27-16,6-3-18 15,-6 3-20-15,0 0-20 0,0 0-13 0,0 0-15 16,14 10-10-16,-9-3-10 0,1 2-15 0,2-1-6 15,2 3-7-15,-5 4-9 0,-1-4-2 0,6 6-10 16,3 0-7-16,-2 1-2 0,-1 5-2 0,2 2-6 16,-7-7-6-16,8 6 0 0,-8-3-6 0,7 0 0 15,-7-3-3-15,3-2-1 0,-3-1-2 0,3 2-2 16,-8-2-4-16,7-1 2 0,-7-6-3 0,1 1-1 0,-1-1 4 0,0 1 3 16,0-3 7-16,0-2 8 0,0-4 19 0,0 8 25 15,7-1 31-15,-7-7 26 0,0 0 6 0,0 0-10 16,0 0-17-16,0 0-1 0,-8-23-7 0,1 12-13 15,-1-4 5-15,5 0-4 0,1 0-4 0,0-3-2 16,2-1-15-16,0 2-2 0,0-4-16 0,0 0 1 16,4 3-7-16,-1-2-4 0,5 3-16 0,-1-1 3 0,-6 1-8 0,8 0-18 15,1 2-33-15,0 2-27 0,-4 2-32 0,4-1-19 16,3 2-37-16,1 1-22 0,0 5-25 0,-4-4-26 0,5 7-36 16,-1 1-38-16,0-2-43 0,0 4-185 15,2-2-561-15,-3 2 248 0</inkml:trace>
  <inkml:trace contextRef="#ctx0" brushRef="#br0" timeOffset="-213317.08">4780 8908 173 0,'0'-4'300'0,"0"4"-4"15,-9-15-19-15,8 7-14 0,-4 4-10 0,-4-2-7 16,4-1-22-16,-6 0-13 0,-1 0-16 0,-4 1-15 16,1 0-20-16,-2 3-15 0,-8 2-9 0,-1 1-17 0,-1 1-10 15,-2 1-5-15,1 3 9 0,-4 3-29 16,1-1-9-16,1 4 2 0,2 0-15 0,0 2-3 16,1 1-8-16,4-1-10 15,6 1-6-15,1 0-3 0,3-1 2 0,-1 4-9 16,3 0 0-16,6-3-3 0,-2 2-5 0,-1 2 0 15,8-3 2-15,0-2-5 0,6 4-4 0,4-2-8 16,2-5-4-16,3-1-11 0,3 1-4 0,2-5-8 0,8 0-4 16,4-2-8-16,-3-1-3 0,-2-4-9 0,3-3 0 15,1-1 3-15,-1 2 1 0,-5-8 3 16,0 0 8-16,-1 0 4 0,-4 1 1 0,-5-1 5 0,0-1 10 0,-7-1 15 16,6 1 14-16,-6-2 18 0,0 1 6 0,-5-1 5 15,-3 5 16-15,4-5 20 0,-4 1-3 0,-4 2 2 16,4 4 14-16,-3-3-12 0,3 6 3 0,-5-5-7 0,3 5-6 15,2 5-10-15,-5-10-11 0,5 5-15 0,0 5-2 16,0 0-4-16,0 0-4 0,0 0-5 0,0 0 0 16,-8 17-1-16,8-8-3 0,0-1-3 0,0 4-4 0,4 3 8 0,-4 1-7 15,1 2-33-15,6-5-37 0,1 7-21 16,-1-2-22-16,1-3-16 0,4 0-17 0,-4 2-8 16,3-6-21-16,4 5-36 0,4-8-46 0,-5 2-46 0,3-3-258 15,1-1-594-15,-1-6 262 0</inkml:trace>
  <inkml:trace contextRef="#ctx0" brushRef="#br0" timeOffset="-213078.81">5072 8773 335 0,'0'0'366'0,"0"0"-27"0,0 0-30 0,0 0-30 0,0 0-32 16,0 0-28-16,0 0-18 0,0 0-14 0,0 0-1 0,7 17-8 15,-7-8-9-15,3 3-20 0,2 0-10 0,-5 3-12 0,4 0-11 16,-1 3-11-16,-3 0-14 0,8 0-7 0,-6 2-8 16,3 0-38-16,-3-5-47 0,11 5-25 15,-13-1-29-15,8-5-29 0,-8 2-58 0,7 3-54 16,-1-11-62-16,-4 3-255 0,5-3-563 0,-6-3 249 0</inkml:trace>
  <inkml:trace contextRef="#ctx0" brushRef="#br0" timeOffset="-212615.28">5301 8781 211 0,'3'-8'341'16,"-3"8"-17"-16,-3-5-16 0,3 5-31 0,0 0-31 15,0 0-26-15,3-8-22 0,-3 8-21 0,0 0-18 16,0 0-17-16,0 0-14 0,0 0-12 0,7 24-13 0,-2-13-14 15,-2-3-6-15,2 7-10 0,0 1-10 16,-3-5-16-16,-1 8-7 0,3-3-15 0,1 2 1 16,1-3-15-16,-4 3-4 15,6-2-9-15,-5-2-12 0,1 1-4 0,-3-5-3 16,6 4-6-16,-4-5 0 0,-1 1-1 0,1-2-1 16,-1-4 5-16,3 3 8 0,-2-3 2 0,-3-4 6 15,0 0 1-15,0 0 0 0,0 0 13 0,14-12-3 0,-13 5 10 16,6-1 10-16,-7-3 6 0,3 1 7 15,5-3 7-15,-3-3 10 0,2 3 8 0,1-5 4 16,-4 3 4-16,5 0 9 0,-4-1-4 0,4-1 32 0,-3 0-12 0,3 4 3 16,-1-3 4-16,-5 6-5 0,7 2-7 0,-5-1-8 15,3-1-8-15,-4 3-12 0,1 1-6 0,5 0-13 16,-5 1-8-16,3 4 4 0,-2-2-6 0,-6 3-1 0,24 1-9 16,-16 2 4-16,5 6-3 0,2-1-6 0,-2-1-5 15,-3 4 1-15,10 1-5 0,-10 3-5 16,5 1-7-16,-2-1-12 0,-3 2-17 0,2 1-21 0,3-2 11 0,-7 3-27 0,-2-4-3 15,3 3-21-15,-3-1-8 0,-4 0-11 16,5-2-14-16,-7-3-19 0,1 2-23 0,-1-2-37 16,-1-4-30-16,1 0-32 0,0-1-254 0,0 0-564 15,0-7 251-15</inkml:trace>
  <inkml:trace contextRef="#ctx0" brushRef="#br0" timeOffset="-211659.58">5998 8741 81 0,'0'0'298'0,"-5"-8"-27"0,5 8-29 0,0 0-25 0,0 0-20 0,0 0-20 16,0 0-16-16,-2 21-12 0,2-12-11 0,0 1-17 15,2 1-5-15,4 3-14 0,-2 2-8 0,1-3-9 0,3 5-10 16,-1 1-6-16,1-3-5 0,0 0-4 15,9 4-10-15,-2 2-1 0,-2-5-5 0,2-2 0 16,5 0-9-16,-6-4-10 0,1-3-23 0,5 1-16 0,-5-1-21 16,2-2-12-1,-2-5-13-15,-1-1-2 0,0 0 8 0,-8-4 1 16,11-1 9-16,-2-5 2 0,-4 4 4 0,1-9 5 16,-4 3 4-16,2-4 13 0,-3-2 15 0,1 3 18 0,-1-4 19 15,-4 3 13-15,5 3 14 0,-4-4 5 16,-3 0 9-16,1 7 0 0,3-2 5 0,-4 3 6 15,4-2 0-15,-1 4-2 0,-4 1-4 0,3-1-12 16,-3 7-15-16,0-8-4 0,0 8 5 0,5-2-14 0,-5 2-3 0,0 0-1 16,0 0-13-16,-5 18 1 0,5-7 1 0,3-2-10 15,-3 3-8-15,2 3-6 0,1 1-8 0,-1 2-8 16,1-2 0-16,4 2-7 0,-2 1 1 0,2-4-5 16,2 0-7-16,3 3-3 0,-4-6-4 0,7 3-6 15,0-3-5-15,0-3-6 0,0-2-2 0,0 1-2 16,1-4 3-16,4-2 3 0,-5-2 9 0,3 0 5 0,-1-4 1 0,-1-3 5 15,-6 3 7-15,5-4 3 0,-2-2 11 0,-3-5 8 16,4 2 15-16,-1-7 9 0,-6 6 18 0,1-2 11 16,-2-2 21-16,3 1 17 0,-8 2 16 0,4 2 24 15,-5-3 4-15,4 2 9 0,-4 2 2 0,-4 1 4 16,4-1-6-16,0 7-10 0,0-3-14 0,0 2-11 16,-1 1-14-16,1 5-15 15,-4-8-10-15,4 8-11 0,0 0-9 0,0 0-24 16,0 0-22-16,-11 16-29 0,11-7-27 0,1 2-19 15,3 0-12-15,1 6-9 0,-4-2-11 0,8 0-14 16,2 1-19-16,2 2-18 0,6-1-17 0,1 0-11 0,9 0-17 16,-7-6-15-16,8 2-9 0,6-2-3 0,7-8 4 15,-11 5 9-15,2-7 15 0,-2 2 21 16,14-3 15-16,-14-3 19 0,1-5 17 0,-5 1 18 0,2-2 23 0,-9-4 9 16,7-5 23-16,-8 3 8 0,-3-6 12 0,-1-1 13 15,-8 6 16-15,-1-10 24 0,-4 1 22 0,1 6 28 16,-8-6 26-16,-1 8 27 0,-1-3 14 0,-7-2 7 15,-4-4 5-15,4 11 1 0,-2 3-2 0,-7-5-13 0,7 4-5 16,-1 3-8-16,-6 6-14 0,3 0-8 16,0 3-11-16,-1 2-8 15,-3 3-9-15,7-2-5 0,-2 4-11 0,1 3-2 16,2 1-5-16,7 4-3 0,-2-1 0 0,2 3-8 16,1 3-3-16,4-4 1 0,3 9-6 0,3 0 1 15,4 2-1-15,1 1-4 0,3 1 1 0,3 2-4 16,7 5 1-16,-1 5-1 0,8-1-2 0,0-3-3 0,2 4 0 15,-8 2 0-15,7-3-2 0,1 4-1 0,-2-8-4 16,-4 7-2-16,-3-3 1 0,-1-1 1 0,-4-2-1 0,-2-9 0 16,-3 1 1-16,-1-2-3 0,-6 1 2 0,1-8 3 15,-4 0 5-15,-1-2 15 0,-1 0 22 0,-6-4 14 16,-1-4 10-16,-1-1-7 0,-4-2-3 0,-5 2-5 16,0-7-7-16,-5-1-1 0,-7-1-20 0,-3-3-48 15,1-1-55-15,-11-3-57 0,-2-2-68 0,14-4-95 0,-12 1-280 16,-3-10-618-1,4 2 274-15</inkml:trace>
  <inkml:trace contextRef="#ctx0" brushRef="#br0" timeOffset="-211211.69">6029 8431 59 0,'-8'-7'363'0,"-5"-1"-32"0,6 4-24 16,-3-4-22-16,-3 3-27 0,8 0-22 0,-5 2-21 16,5 0-25-1,5 3-22-15,-12-3-19 0,12 3-19 0,0 0-9 16,0 0-11-16,-11 12-14 0,9-8-8 0,2 7 3 0,2-5-20 16,-2 2-8-16,5 1-7 0,-2-1-5 0,-1-3-4 15,3 2-7-15,0 1-2 0,-4-4 1 0,3 3-12 16,-4-7-1-16,6 6 4 0,-6-6 2 0,4 5 11 15,-4-5 15-15,0 0 4 0,0 0-9 0,0 0 2 16,0 0-13-16,0 0-4 0,0-18-1 0,0 18-20 0,-7-13-17 0,5 7-25 16,1 0-29-16,-3 0-30 0,-2-3-30 0,-1 3-39 15,-3 3-34-15,2-2-50 0,-7 0-53 0,-5 3-207 16,-1-3-537-16,-1 5 237 0</inkml:trace>
  <inkml:trace contextRef="#ctx0" brushRef="#br0" timeOffset="-210810.72">4804 8421 129 0,'0'0'301'0,"0"0"-36"0,10-3-28 0,-10 3-28 0,0 0-18 16,17 0-17-16,-12 0-19 0,10 1-15 0,-7 1-13 15,7 4-14-15,5-5-13 0,-4 6-6 0,4-3-9 16,-5 0-10-16,2-4-7 0,-1 4-6 0,-3-3-4 15,-3-1-6-15,0 5 7 0,0-4 19 0,-2-1 18 16,-8 0 3-16,14-6-9 0,-14 6 1 0,8-6-21 16,-6 0-8-16,-2-2 0 15,-2 1-14-15,2-1-3 0,-8 3-8 0,1 1-15 16,-1-3-5-16,0 1-26 0,-4 0-19 0,0 2-21 16,2 0-23-16,-1 1-25 0,-1 2-40 0,2 1-46 15,10 0-50-15,-21 6-218 0,16-3-488 0,-3 3 216 16</inkml:trace>
  <inkml:trace contextRef="#ctx0" brushRef="#br0" timeOffset="-210256.05">8135 8361 346 0,'1'-11'400'0,"4"4"-20"0,-3-1-20 0,-1 1-24 0,1-1-27 16,3 6-34-16,-5 2-36 15,0-7-29-15,0 7-16 0,0 0-25 0,0 0-17 16,5 17-16-16,-5-8-13 0,0 6-11 16,3 3-12-16,1 6-2 0,2 6-14 0,-1-3-11 0,0 3-6 15,8 17-10-15,-11-8-2 0,8-2-14 0,-5-7-39 16,3 2-24-16,6 8-27 0,-11-12-21 0,3 2-29 15,-2-3-40-15,4 0-41 0,-6-3-51 0,3-7-52 16,3-2-259-16,-6 0-585 0,-2-5 260 0</inkml:trace>
  <inkml:trace contextRef="#ctx0" brushRef="#br0" timeOffset="-209422.75">7909 8262 261 0,'0'-6'279'0,"5"0"-23"0,2 3-23 0,-7 3-27 16,15-6-20-16,-7 7-19 0,7-1-14 0,0 3-16 16,5 1-14-16,-4 3-13 0,14 2-14 0,0 6-4 15,-7-3-8-15,4 3-9 0,-3-2-10 0,5 5-4 0,-3 2-6 0,-1 1-8 16,5 6-2-16,-9-6-6 0,7 3-2 0,-8 0-6 15,-3 3-2-15,6-1 1 0,-8 1-6 0,-4-11-2 16,4 11-1-16,-5-4-1 0,-3 0-1 0,-1-1-4 16,-4 3 0-16,0-1-3 0,-4-5-2 0,-6-1 1 15,1-1-3-15,-3-2 0 0,4 3 4 0,-9-5 5 16,2-1 3-16,-6 2 0 16,1-5-1-16,-7 5 4 0,5-6 2 0,1 0-3 15,2 0-1-15,-4 0-2 0,-1-3 1 0,0 1 1 16,8-2-5-16,-6-2 1 0,5 0-1 0,5-2-6 15,2 1 5-15,-1 6-6 0,3-5-4 0,6-2-1 16,-9 2 3-16,9-2-4 0,0 0-19 0,0 0-23 16,27 6-24-16,-7-5-25 0,-2-1-18 0,5 4-23 15,10-2-15-15,9 4-23 0,7-10-7 0,-2 8-9 0,2-8 14 0,4 4 12 16,-5-2-3-16,7-4 4 0,-2 5 2 0,0-5 12 16,-2 2 24-16,-1-8 12 0,-7 2 23 0,-10 5 27 15,0-5 25-15,-10-2 23 0,2 6 37 0,-5-3 15 0,-5-3 24 16,-7 2 24-16,5-1 12 0,-4 0 10 15,-8 3 11-15,-1-4 4 0,0 0 5 0,-10 0 1 16,5-2-4-16,-6-1-4 0,-6 3-4 0,2 0-9 0,-1 3-7 0,-4-5-11 16,-7 7-11-16,3-1-5 0,-1 3-6 0,3 3-9 15,-4-3-10-15,-1 8-2 0,4 1-7 0,-5 4-8 16,0 0 1-16,11-1-4 0,-6 4-2 0,5 0-5 0,1 5-3 16,2-4-2-16,1 3-7 0,-1 1 1 15,8 0-2-15,-1 0-6 0,3 0 0 0,1 1-9 16,4 1-4-16,4-6-3 15,-1 3-5-15,-1-5-2 0,8-1-3 0,3-1-6 16,-5 1-5-16,7-1 2 0,0-7-5 0,3-1 4 16,5 0-2-16,-6-1 6 0,3-5 2 0,-4-2 3 15,4 0 1-15,7-5 3 0,-7 1 0 0,-1-3 2 0,5-6 1 16,-3 5 1-16,-9 0 2 0,1 5 9 0,2-12 14 16,-5 10 14-16,1-4 16 0,-6 4 18 15,5-6 18-15,-8 11 9 0,1 0 1 0,-1-3 7 0,6 4-4 0,-8 4-10 16,0-7-11-16,2 6-14 0,-2 4-12 0,0 0-3 15,0 0-7-15,0 0-1 0,0 0-6 0,11 20 0 0,-9-11-5 16,0 6-3-16,4 0 0 0,1 0-2 0,0 3 0 16,1-2-3-16,3 0-5 0,4 4-7 0,0 2-6 15,8-2-7-15,-1 0-22 0,-2-1-13 16,5-2-2-16,-2-2-20 0,5-1-16 16,0-1-21-16,-3-3-27 0,5-1-32 0,-10-7-14 15,3-1-35-15,6-2-20 0,-12-2-41 16,3-8-173-16,1 4-481 0,-6-6 212 0</inkml:trace>
  <inkml:trace contextRef="#ctx0" brushRef="#br0" timeOffset="-209175.37">9303 8222 251 0,'-5'-16'318'0,"-5"3"-1"16,7 4-11-16,-5 0-25 0,1 6-28 0,5-1-21 15,2 4-33-15,0-8-18 0,0 8-18 0,0 0-22 16,0 0-10-16,-6 19-10 0,6-3-16 0,1-3 4 15,4 8-11-15,-5-1-13 0,9 5-3 0,2 12-12 16,-1-5-6-16,-3 4-4 0,3 4-6 0,3 3-5 0,0-1-4 0,-5-2-10 16,6 2 1-16,-4 4 9 0,6-3-33 0,-6 2-19 15,5-4-27-15,-5 0-19 0,-3-9-11 16,2-4-24-16,0-2-39 0,4 1-18 0,-5-2-30 0,-1-7-41 16,4-2-49-16,-6-2-181 0,2-5-481 0,0-2 214 15</inkml:trace>
  <inkml:trace contextRef="#ctx0" brushRef="#br0" timeOffset="-208620.72">9335 8648 139 0,'0'0'188'15,"0"0"-24"-15,8-8-22 0,-8 8-5 0,25 1-13 0,-14 4-15 0,7 4-8 16,2-5-8-16,12 4-12 0,-1 4-5 0,6-6-11 15,4 3-3-15,2 6-11 0,7-9-4 0,-6 1-2 16,-1 7-8-16,9-8-1 0,-9-2-6 0,-10 2-1 16,3-6-2-16,1 2-3 0,-8-2 7 0,1-2 12 15,-8-2 13-15,-1 1 11 0,-6 0 12 0,0-2 0 16,-7 1 7-16,-1 0-5 16,-2-5 0-16,-3 3-8 0,-4-2-3 0,-3-4-2 15,-7 5-8-15,-6 0-4 0,3 0-1 0,-6 1-9 16,-7 0-3-16,-4 1-3 0,-3 4-2 0,2 1-7 15,0 0-4-15,2 4 1 0,-1 3-2 0,-1 6-9 16,3-5 6-16,1 5-6 0,5 1 0 0,-2 1-3 16,11 1 0-16,-1 3-2 0,7-2 0 0,-2 0-1 15,6-1 1-15,5 4-2 0,0-2 0 0,3-1-2 0,2 2 0 0,5 0-1 16,5-1 1-16,5-3 1 0,-4 0-1 0,4-5-2 16,5 2-3-16,-5-4 4 0,1-7 1 0,9 7-4 15,-2-8 0-15,-8-5 1 0,12 1-2 0,-16 0 2 16,7-7 14-16,-3 2 20 0,2-6 24 0,-7 0-2 15,-4-1 8-15,2-7 4 0,-4 0 12 0,4-2 16 16,-11 6 22-16,2-3 10 16,3 3 17-16,-5-1 11 0,-2 2 7 0,1 2-4 15,-1 1-5-15,0 3-10 0,4 2-14 0,-8 2-13 16,4-2-13-16,0 3-16 0,0 7-14 0,0-7-11 16,0 7-6-16,0 0-5 0,0 0-6 0,-3 24-4 15,3-15-8-15,0 11-2 0,0-1-14 0,2 5-12 16,-1 2-29-16,3 2-33 0,-3 2-23 0,8 0-31 0,4 7-20 15,-5-5-39-15,12 5-21 0,-3 5-25 0,6-4-35 0,-2-3-67 16,-3-8-61-16,-1 0-315 0,3-2-743 0,1-2 329 16</inkml:trace>
  <inkml:trace contextRef="#ctx0" brushRef="#br0" timeOffset="-196782.18">11339 9138 290 0,'-7'-5'323'0,"1"3"-27"0,-3 0-20 0,1-1-40 0,8 3-19 0,-21 0-24 0,21 0-20 16,-17 3-18-16,7 0-14 0,3 1-17 0,1 1-13 16,1 1-10-16,2 2-8 0,-1 2-7 15,1-4-11-15,3 1-11 0,3 1-5 0,-3 1-6 0,4-3-2 16,-1 0-6-16,2 1-3 0,3 0-5 0,-1-3-4 16,8-4-16-16,-5 1-18 0,3-2-23 0,2 1-19 15,-7-4-23 1,7-3-23-16,-2-2-22 0,-6 2-25 0,1-1-21 0,-1-7-32 15,3 0-49-15,-4-1-136 0,-6-2-403 0,4-3 179 16</inkml:trace>
  <inkml:trace contextRef="#ctx0" brushRef="#br0" timeOffset="-196481.41">11231 8881 111 0,'0'0'302'0,"-5"-4"-1"16,5 4-13-16,0 0-12 0,0 0-15 0,0 0-15 15,0 0-8-15,-10-3-15 0,10 3-11 0,0 0-18 16,0 0-19-16,0 0-14 0,0 0-21 0,0 0-11 16,0 0-5-16,0 0-20 0,0 0-11 0,0 0-14 15,4-9 0-15,-4 9 4 0,0 0-26 0,0 0-2 0,8-12-7 0,-8 12-1 16,3-8-6-16,-1 4-4 0,-2 4-8 0,3-14-1 16,-3 12 1-16,0-6 15 0,0 1-23 0,-5-4-2 15,5 7 3-15,-3-4 0 0,0 4-8 0,-1-6 4 16,-1 6 0-16,5 4 0 0,-6-8-6 0,2 4-10 15,4 4 0-15,-9-3-24 0,9 3-26 0,0 0-23 16,0 0-23 0,-20 7-23-16,18 0-22 0,-5 1-33 0,7 3-53 0,5-2-57 15,-1 2-257-15,2 0-584 0,8 5 259 0</inkml:trace>
  <inkml:trace contextRef="#ctx0" brushRef="#br0" timeOffset="-195948.87">12354 8703 318 0,'3'-10'341'0,"-3"0"-5"0,5-2-31 0,-5 5-17 15,0-1-21-15,0 1-5 0,0-1-28 0,0 8-28 16,0-7-22-16,0 7-22 0,0-6-21 0,0 6-20 16,0 0-8-16,0 0-8 0,0 0-12 0,6 20-12 0,-6-9-10 0,4 3-5 15,1 4-5-15,-4 1-4 0,4 5-13 0,0 3-1 16,-3-1-3-16,6 4-1 0,-3-2-6 0,3 4-7 15,-4-2-2-15,1 10-11 0,3-6-5 0,-1-6 1 16,-7 1-14-16,0-1 7 0,6-2-3 0,-4-6-1 16,-2 0 2-16,0-4-3 0,0 4 4 0,0-8 0 15,0 2 1-15,5-8 3 16,-5 1-8-16,0 0 13 0,0 0 8 0,0-7 13 16,0 4-2-16,0-4 7 0,0 0 2 0,0 0 1 15,0 0 6-15,0 0 3 0,-5-20 2 0,5 20-3 16,0-10 0-16,0 10-2 0,5-15-9 0,-5 8-4 15,2 1-3-15,6-1-5 0,-2 2 0 0,-1 1-4 16,4 0-3-16,-3-2-8 0,9 4 4 0,-5 1-2 16,7 1-2-16,1 0-5 0,2 0-6 0,3 1 8 0,-3 1-8 0,1 1-18 15,7 0-17-15,1 1-19 0,2-2-11 0,4 1-26 16,-4 1-29-16,2 1-30 0,-1-2-34 0,4 0-31 16,-6 0-35-16,0-3-32 0,0 0-33 0,-7 0-183 15,-3 1-542-15,3-2 241 0</inkml:trace>
  <inkml:trace contextRef="#ctx0" brushRef="#br0" timeOffset="-195710.6">13160 8985 208 0,'-5'-4'333'0,"0"-3"-5"16,3 0-9-16,2 7-7 0,-7-7-22 0,6 2-26 16,1 5-16-16,0 0-31 0,0 0-21 0,-5-3-30 15,5 3-12-15,0 0-22 16,0 0-14-16,0 0-7 0,0 0-9 0,-2 21-15 15,4-13-12-15,-2 0-2 0,5 6-5 0,-4-2-12 16,-1 4 3-16,7 3-8 0,-5-3-2 0,4 2-13 16,3 0-9-16,-3-3-32 0,-1 0-22 0,3 1-22 0,-3 1-22 15,4-7-31-15,-1 9-27 0,-8-12-37 16,15 1-40-16,-7 2-38 0,-1-7-35 0,-1 0-189 16,6-2-505-16,1-2 225 0</inkml:trace>
  <inkml:trace contextRef="#ctx0" brushRef="#br0" timeOffset="-195403.65">13560 8994 225 0,'0'-9'287'16,"0"0"9"-16,0 0-1 0,0 2-4 0,-2 1-2 15,-3-1-11-15,5 0-7 16,-8 1-14-16,8 6-21 0,-1-9-19 0,-4 9-27 16,5 0-17-16,0 0-14 0,0 0-18 0,-17 0-20 15,17 0-11-15,-8 8-13 0,4-3-7 0,3 3-10 16,-1 1-8-16,-3-3-4 0,5 6-3 0,5 0-11 0,-2 3-4 15,2 0-2-15,4 0-3 0,-3 2-4 0,9-2-6 16,0 0-7-16,2 2 3 0,-2 0-3 16,4 1-2-16,6 0-4 0,-10-6 0 0,3 2-5 0,-3-1-8 0,-3 1 5 15,-4-7 3-15,5 5-9 0,-6-6-11 0,5-2-5 16,-11 4-9-16,7-2 2 0,-11 0 6 0,3-6-1 0,-10 4 1 16,0-2-21-16,-5-2-17 0,-4 0-33 0,-6 0-24 15,2 0-25-15,-6-2-29 0,8-2-37 0,-1-2-55 16,-2-3-58-16,-6 3-265 0,12 0-619 15,-4-3 275-15</inkml:trace>
  <inkml:trace contextRef="#ctx0" brushRef="#br0" timeOffset="-195231.39">13423 8752 13 0,'-9'-10'358'0,"6"2"-18"0,-8 1-22 0,4-2-33 0,-3 5-32 15,5-3-20-15,2 0-25 0,3 7-23 0,-10-6-17 16,10 6-40-16,0 0-29 0,0 0-34 16,0 0-41-16,-5 16-42 0,10-6-59 0,-2 0-59 0,12-3-58 15,2 8-182-15,-3-6-406 0,6 1 179 0</inkml:trace>
  <inkml:trace contextRef="#ctx0" brushRef="#br0" timeOffset="-194946.25">14060 8451 357 0,'-3'-8'376'0,"1"4"-19"0,-5-4-15 0,2 1-31 0,5 7-32 16,-3-8-26-16,3 8-41 0,-7-3-19 0,7 3-20 15,0 0-18-15,-4 14-20 0,0-5 6 0,4 2-33 16,0 5-8-16,0 2-11 0,4 9-6 0,-1 1 11 15,2 6-24-15,0 3-5 0,5 5-6 0,-2 3-9 16,4-3-2-16,-3 3-4 0,1-3 2 0,5 0-11 16,0 0 2-16,-2 5-3 0,4-7-1 0,-2 1-2 0,5-2-8 0,-4-4 0 15,-2-6-15-15,-1-2-29 0,3-6-28 0,-1 2-28 16,-2-6-32-16,-4-2-50 0,4-3-55 0,-1-2-63 16,-4-6-300-16,2-1-624 0,-4-5 277 0</inkml:trace>
  <inkml:trace contextRef="#ctx0" brushRef="#br0" timeOffset="-194761.37">13981 8852 38 0,'-14'-10'367'0,"4"5"7"0,2-2-3 0,1 3-12 0,1 1-29 16,-1-2-37-16,7 5-21 0,-5-3-29 0,5 3-27 15,0 0-20-15,0 0-19 0,35 0-21 0,-18 3-23 16,2 1-36-16,11-1-47 0,3 2-37 0,15 3-39 0,0 4-46 0,4-3-53 15,2 3-49-15,4-4-65 0,3 1-270 0,-1 2-550 16,21-2 244-16</inkml:trace>
  <inkml:trace contextRef="#ctx0" brushRef="#br0" timeOffset="-193990.57">15488 8888 241 0,'-15'0'353'16,"-1"-2"-18"-16,-2 2-34 0,3 0-20 0,-5 2-21 16,2-1-29-16,1 3-14 0,-1 2-20 0,1 1-21 15,1-2-12-15,4 0-18 16,-3 6-20-16,5-3-6 0,5 3-14 0,-1-2-9 16,-2 6-8-16,6-4-7 0,4-3-9 0,-2 4 17 15,3 0-28-15,7-1-8 0,-2 1-4 0,5-1 2 16,2-4-9-16,5-3-2 0,2 3-1 0,-3-3-6 15,1-3-16-15,4 3 1 0,-3-4-4 0,-1-5 0 16,-2 1 3-16,2-3-8 0,-3-1-5 0,-3-4-1 16,-5 1 0-16,-4-3-2 0,3-3-1 0,-8-2 4 0,-5 0-4 0,-3 3-3 15,-1-1 1-15,-5-7-2 0,-8 2 1 0,5 5 3 16,-2-1 0-16,-3 0-1 0,6 7 2 0,-6-1-1 16,5 4 2-16,3-4-12 0,2 4 7 0,2 4-17 15,3-3-27-15,1 6-14 0,-1-2 2 0,7 3-1 16,0 0-13-16,0 0-22 0,22-8-15 0,-2 10 3 0,3 0 0 15,8-6 1 1,2 0-6-16,2 1 0 0,8-5-4 0,-2-2-1 16,9-2 3-16,-18 4-8 0,11-12-2 0,-9 0-7 15,1-3 15-15,-5 1 7 0,-7 4 17 0,-1-1 15 16,-3 1 37-16,-9-1 24 0,0 2 19 0,0 0 38 16,-1 0 17-16,-3 5 25 0,-6-4 21 0,2 2 14 15,-4 2 15-15,2-3 6 0,0 11 0 0,0-7-2 0,0 4-3 16,0 0-14-16,0 7-11 0,0-8-17 0,0 8-14 0,0 0-12 15,0 0-5-15,0 0-6 0,0 0-13 0,-6 25 3 16,-1-5-4-16,7 4-4 0,-2 3-3 0,2 14 6 0,0 1-12 16,-5 1-6-16,4 2 5 0,2 4-10 15,-1 0-1-15,5 3 3 0,-5 2-2 0,0 0-2 16,0 4-3-16,2-1-3 0,1-1 1 0,1 3 14 0,-3-3-14 16,6 3 11-16,4 12-19 0,-4-19 7 0,3-1-8 0,-3 2 4 15,7-7-6-15,0-3 2 0,-4 0 3 0,1-5 2 16,-1 6-3-16,2-18 5 0,-4-1 1 0,-1-7 2 0,-4 1 5 15,2-4 1-15,0-4 28 0,-2-3 36 16,0 0 50-16,1-3 34 0,-3-3-14 0,-1-2-15 16,0 0-11-16,9-14-13 0,-8 5-13 0,-1-5-5 0,4-2-11 15,-9-7-7 1,0 0-6-16,1-3-8 0,-2 1-2 0,-4-1-6 16,-5 1-7-16,2-4-1 0,-4 4-4 0,-3-1-9 0,-1 3-3 15,-2 4-6-15,1-2-7 0,-3 6-3 0,0 0-13 16,1-1-20-16,4 8-28 0,2 2-34 0,-1-2-46 15,3 4-43-15,6 1-35 0,-5 3-10 0,15 0-6 16,-18 6-20-16,11-5-32 0,6 6-39 0,1-7-54 16,0 0-270-16,8 8-687 0,-8-8 304 0</inkml:trace>
  <inkml:trace contextRef="#ctx0" brushRef="#br0" timeOffset="-193743.19">15828 9139 104 0,'-9'-6'389'0,"-1"2"-1"0,5-5-5 15,-4 1-10-15,7 1-9 0,-5 3-11 0,6-5-18 16,-1 4-24-16,-3 0-28 0,5 5-28 0,7-13-24 16,-2 7-25-16,-2-2-23 0,4 1-16 0,2 1-17 15,8 0-16-15,0-2-16 0,1 3-11 0,3-3-11 16,1 6-15-16,11-7-26 0,-8 5-36 0,6 0-42 0,4-4-39 0,-5 5-44 15,-4-1-29-15,-1 0-36 0,-3 3-52 0,1 1-62 16,3-3-59-16,-9 3-279 0,4-3-675 0,-6-2 299 16</inkml:trace>
  <inkml:trace contextRef="#ctx0" brushRef="#br0" timeOffset="-191838.22">17033 8838 196 0,'0'0'231'0,"0"0"-24"0,0 0-21 16,0 0-21-16,0 0-12 0,0 0-12 0,13 7 7 15,-13-7 8-15,3 5-12 16,0-2-2-16,-3-3 1 0,12 4-3 0,-2 1-6 16,2-5-13-16,4 3-9 0,1-3-10 0,1-1-12 15,0 2-12-15,2-4-3 0,0 0-6 0,0-2-7 16,0 1-11-16,1-1-1 0,-6 1-4 0,2-3-4 16,1-2-4-16,-7 1-3 0,3 1-3 0,-8-1-4 15,2-3 10-15,2-1-1 0,-5 6 0 0,-5-4 7 16,0 3-3-16,0-4-3 0,-8 0 1 0,1 4 2 0,-2-2 4 0,-5 5-6 15,-1-4-2-15,-4 2 7 0,2 1-8 0,-11 4-1 16,11 1-7-16,-11 0 0 0,7 4-2 0,2 1-4 16,-2 1-8-16,1 5-3 0,2 2 4 0,5-1-1 15,-7 3-2-15,10-2 4 0,-2 4-3 0,2 1 4 16,9 0-4-16,-1 3 1 0,5 3-4 0,7-6 2 16,3 4-6-16,7 1-18 15,-1-2-7-15,19 5-22 0,3-7-23 0,-1 0-23 16,3-7-28-16,13 0-23 0,-5-1-24 0,-3-2-21 15,7-7-11-15,0-1-14 0,-2-2-5 0,4-7-7 16,-5 1 3-16,1-3 6 0,-5-3 10 0,0 1 20 16,-2-3 23-16,-13 1 28 0,-5 2 46 0,2-4 55 15,-8 0 43-15,-6 2 37 0,-3 2 30 0,2 3 29 16,-8 1 23-16,1-2 13 0,-3 2 2 0,-3 1-3 0,-2 2-1 0,0 0-8 16,0 5-11-16,-7-11-12 0,7 11-6 0,-10-1-11 15,10 1-7-15,-20 2-5 0,7 3-3 0,-2 1-16 16,-1 1-1-16,1 5-3 0,0 2-8 0,-3-1-6 15,6 3-3-15,-8 4-5 0,2-2-6 0,3-1 0 16,0 2-5-16,-5 3-6 0,1-3 5 0,2 1-14 0,2-5-8 16,5-2-13-16,-3 1-13 0,5-4-12 0,-1-3-14 0,3 4-10 15,1-5 2-15,-2 0 4 0,6-4-15 0,1-2-12 16,0 0-4-16,0 0 2 0,0 0-1 0,-15-17-1 16,23 2-2-16,-8-2 11 0,0 1 6 0,8-10 0 15,-1 1 9-15,-2-1 8 0,-5-1 27 0,3 2 22 0,-1 6 35 16,-1-3 23-16,1 4 19 0,-2-1 20 0,0 4 21 15,0 0 16 1,0 5-3-16,7 1 0 0,-6 1-9 0,-1-1-17 16,-1 3-13-16,1 6-10 0,0-6-9 0,0 6 2 0,0 0-20 15,0 0-2-15,1 19-8 0,-1-9-6 16,4 6 1-16,1 0-8 0,1-1 1 0,2 9-1 16,7-1-9-16,0 4-1 0,8-8-4 0,2 4-8 0,7 4-10 15,-1 0-13-15,12 0-23 0,-5-6-9 0,10-2-12 16,2 1-21-16,1-3-14 0,5-4-16 0,-1-1-12 0,1-3-4 15,-4-3-8-15,2-2-1 0,-6-4 4 0,4-4 6 0,-8 0 1 16,-7-3 6-16,-6 0 16 0,4-5 9 0,-5 0 11 16,-9-3 10-16,1-2 20 0,-7 2 34 15,-2-1 29-15,-8-2 20 0,0 2 26 0,-5-3 16 0,-5 3 14 16,0 0 6-16,-8-4 7 0,4 2 1 0,-6-2 8 16,-4 1-2-1,-5 4 0-15,-4-1-7 0,5 7 4 0,-3-2-1 16,-1 0 10-16,-1 6-27 0,0 3-15 0,6-1-2 0,-7 3-8 15,7 3-7-15,2-3-3 0,0 4-12 0,0 4-4 16,4-1 4-16,1 3-5 0,0-3-7 16,2 6-6-16,-4 1 6 0,12 1-5 0,-5 3-6 0,5-4-1 15,-3 7 2-15,8-1-2 0,5-6-8 0,-2 7-11 16,2-3-2-16,5-3-18 0,4 0-11 0,1 2-17 0,1-6-9 0,9 6-14 16,5-5-16-16,-5-2-11 0,4-2-10 0,-1-2-6 15,2-4 0-15,-2-4-3 0,2 2 8 0,-3-10 4 16,-1 2 12-16,-6-1 9 0,5-8 8 0,-4 1 7 15,-1-4 7-15,-3 1 8 0,-4 0 8 0,2-7 26 16,-5 2 20-16,-5 4 20 0,-4 3 16 0,3-9 23 16,-3 8 19-1,-1 3 13-15,0 6 4 0,-1-3 3 0,-3 3-7 0,4 2-5 16,-5-4-7-16,2 5-14 0,-3 3-7 0,6 3-3 16,-9-3-10-16,9 3-2 0,0 0-2 0,-21 9-6 15,19 0-4-15,-3 1 0 0,-3 0-10 0,6 4 4 16,-1 4 0-16,1-2-4 0,2 4 3 0,0-6-9 15,0 6 9-15,5-4-9 0,3 2 5 0,-1-2-7 16,3 0-6-16,5-1-2 0,0-2-10 0,0-3-6 0,1-1-1 0,2 1-2 16,4-6-4-16,-2-3 7 0,0 1 8 0,0-4-11 15,-2 1 6-15,2-6-8 0,-2-2 9 0,2-2-3 16,-7-1 1-16,8-2 1 0,-6-3 3 0,-6-6 2 16,11 5 1-16,-11 2 5 0,5-4 8 0,-8 6 6 15,3-5 14-15,-4 4 4 0,-5 0-7 0,1 3 4 16,-1 3 9-16,0 3 9 0,-1-3-4 0,2 0-9 0,-2 1-10 0,-3 5 4 15,4 3-6-15,-3-5-1 0,3 5-5 0,0 0-4 16,0 0 3-16,-15 13-6 0,8-6-2 0,7 5-1 16,-1-2-5-16,1 0-4 0,1 5 4 0,-1 4-12 15,7-7 5-15,-4 8-8 0,9-2 2 0,-5-5 9 16,1 5-13-16,-2-3-5 0,4 1 7 0,-1-3 0 16,6-3 2-16,-1 1 2 15,0-3 4-15,1-1 4 0,-7-4-7 0,5 0 0 16,0-1 3-16,-4-2 2 0,-9 0 3 0,23-8-1 15,-15 2 1-15,5-3 3 0,4-3 1 0,-9-2-2 16,5 1 17-16,-4-2 17 0,-4 0-1 0,8 0 11 16,-10-3 20-16,5 3-3 0,-3-2 2 0,4 5-1 15,-8 0-5-15,4 0 2 0,-5 2-7 0,7 5 5 0,-5-2-13 16,-2 7-13-16,0-9-9 0,0 9-2 0,0 0 0 0,0 0-10 16,0 0-2-16,0 0-12 0,0 0 3 0,-14 25-16 15,13-14 10-15,1 0-14 0,-7 2-7 0,5 5-2 16,2-6-4-16,0 4 4 0,2-5-1 0,5 5 1 15,-1-2 1-15,-6 1 2 0,9-3 1 0,-3 0 8 16,-1-3 7-16,5-3-6 0,-3 0 2 0,1-3 7 0,-1 0 3 16,6-2 0-1,-3-1-2-15,-10 0 13 0,21-5 16 0,-7-2 14 16,-5 2 11-16,3-5 2 0,-2 2 16 0,2-1 10 0,-4 1 9 16,2-7 4-16,-4 9 2 0,-2-3 0 0,2-5 7 15,1 9-1-15,-5-3-7 0,4-4-6 16,-1 6-5-16,-3 3-7 0,1-3-8 0,0 0-9 0,-3 6-11 15,5-6-3-15,-5 6-26 0,5-3-33 0,-5 3-15 16,0 0-18-16,0 0-33 0,12 15-32 0,-7-9-14 0,5 2-27 16,-5 5-10-16,11 0-27 0,-6 2-25 0,7-1-38 0,1 7-31 15,4-6-28-15,1 3-48 0,2-2-207 0,-1 1-617 16,-2-7 273-16</inkml:trace>
  <inkml:trace contextRef="#ctx0" brushRef="#br0" timeOffset="-191584.31">19964 8911 169 0,'-8'-10'303'0,"8"2"-12"0,-4 3-27 16,4-2-27-16,0 7-26 0,-3-4-24 0,3 4-14 15,0 0-23-15,0 0-14 0,-12 19-11 0,11-4-13 16,1 5-12-16,-2 7-5 0,2 1-6 0,0 13-10 16,0 1-7-16,0 0-8 15,2 0-4-15,-1 3-8 0,1 0-4 16,5 0-2-16,3-3-7 0,-2 0-2 0,0 0 0 0,2 3-7 15,3-8 1-15,-4 5-5 0,2-15 0 0,-3 2-7 16,4-2-15-16,0-9-23 0,-6-2-42 0,3 4-14 16,-3-13-19-16,4 1-28 0,2 1-28 0,-4-7-17 15,0-4-10-15,-8 2-13 0,13-12-13 0,-4 3-140 16,-4-4-371-16,3-1 165 0</inkml:trace>
  <inkml:trace contextRef="#ctx0" brushRef="#br0" timeOffset="-191203.89">20187 9202 149 0,'-8'-28'233'0,"6"2"10"15,-4 2 10-15,-1 5 8 0,1 1-12 0,-4 1-2 16,5 1-1-16,-4 0-6 0,3-1 6 0,-3 4-24 16,3-1 7-16,-1 5-13 15,4-2-11-15,-4-1-15 0,2 5-13 0,-3-1-16 16,8 1-15-16,-7 1-14 0,6 3-13 0,1 3-11 16,-7-6-15-16,7 6-12 0,0 0-6 0,-5-6-12 15,5 6-11-15,0 0-11 0,0 0-12 0,5-8-13 16,-5 8-14-16,15-3-15 0,-15 3-8 0,20 5 3 15,-10-2 7-15,5-3-17 0,-2 7-10 0,2-3 3 16,-7 0-6-16,7-1-1 0,-5 5-9 0,5 2-3 0,-7-4-3 0,4 1-1 16,-6 4 1-16,4-1 2 0,2 5 0 0,-5-3-1 15,1 2-1-15,-5 1 5 0,2-2 5 0,-3-2 2 16,1 5 6-16,-3-5 1 0,3 1 4 0,-3-3 6 16,0 1 1-16,-5-3 4 0,4-2 2 0,-6 0 4 15,0-2 1-15,-1-1 2 0,8-2 2 0,-20-2 4 16,0-4 5-16,4-1-5 15,-1-4 2-15,2 3-2 0,-3 0 1 0,2-4 0 16,-2 1 4-16,3-4-2 0,-2 4-3 0,2-2-14 16,9 2-18-16,-4-1-23 0,5 2-8 0,-4 1-29 0,9-2-24 15,-3 4-26-15,6-2-16 0,6-4-9 16,-3 3-14-16,3-5-27 0,5 5-149 0,1-2-394 0,0 0 175 16</inkml:trace>
  <inkml:trace contextRef="#ctx0" brushRef="#br0" timeOffset="-190735.35">20416 8463 226 0,'5'-20'305'0,"-4"4"-2"15,8 2-8-15,-9-2-7 0,0 4-1 0,5-3-11 16,-5 2-5-16,0 2-16 0,0 0-17 0,0 4-18 0,-5-3-25 0,5 2-18 16,0 2-22-16,0 6-16 0,-2-8-16 0,2 8-26 15,0 0-6-15,0 0-6 0,0 0-17 0,-23 14-6 0,18-1-1 16,3 6 6-16,-6-3-17 0,3 7-6 0,-2 4-4 15,-1 12-1-15,1-6-3 0,2 10-9 16,2 1 6-16,3-4-11 0,-5 2-2 0,10 0-4 0,-5 3-4 16,0-2-11-1,8-4-16-15,-1 2 3 0,1-11 2 0,-1 0 1 16,0 3-19-16,6-8 5 0,2 1 6 0,-7-8-6 16,0-1 2-16,7-4 4 0,0-1-1 0,3-1-2 0,-1-7-3 15,4 0 5-15,-7-2-2 0,5-5-8 0,1-1-3 16,2-4 14-16,-6-3-11 0,6 1 2 15,-2-8 0-15,1 0 1 0,-4-6 0 0,6 1 5 0,-6 0-1 16,2-3 3-16,-4 2 12 0,0 0-9 0,-8 6 3 0,9-5 11 16,-4 6 14-16,-7-3 18 0,-2 5 5 0,5-3 16 0,-8 3 2 15,0 3-6-15,0 0 3 0,0 4-2 0,-8 1 0 16,7-2-7-16,1 9-8 0,-15-1 2 0,8 1-10 16,7 0-2-16,-21 2-3 0,9 3 1 0,2 4-4 15,-2 0 10-15,4 6-17 0,2-3 4 0,-1 4 0 16,5 2-3-16,-4 1 2 15,4-2-2-15,2 3-6 0,2-5-1 0,4 4-6 16,7-4-18-16,-6 2-12 0,8-3-26 0,10 4-21 16,3 1-27-16,-2-6-35 0,4-1-44 0,2-3-43 15,2 1-46-15,11-9-42 0,-10-1-243 0,8 3-604 16,5-7 268-16</inkml:trace>
  <inkml:trace contextRef="#ctx0" brushRef="#br0" timeOffset="-190434.58">21417 8675 98 0,'-3'-8'290'16,"-2"0"1"-16,-3-2-8 0,1 2-9 0,-1 1-21 16,-6-5-14-16,8 9-11 0,-7 1-19 0,1-1-16 15,4 2-17-15,8 1-25 0,-22 0-7 0,9 1-16 16,-2 4-7-16,3 1-15 0,4 3-4 0,0-3-9 0,0 9-5 0,-1-4-11 16,3 3-2-16,-1-1-3 0,7 1-7 0,0 1-5 15,3 5-7-15,7-5-2 0,-8 3 0 0,10-2-2 16,-4 7-7-16,2-7-9 0,1-1 3 0,-2 4-11 15,4-4 3-15,-3 2-3 0,-2-6-10 0,0 7 8 16,-3-10 7-16,0-1-13 0,0 3 0 0,2-5-1 16,-7 1-3-16,0-6 2 15,-10 12-3-15,5-9-1 0,-3-2 0 0,-2 3-7 16,-3-3 8-16,-4 2 12 0,-1-3-16 0,1 0-31 16,4 0-20-16,-2 0-48 0,5 1-36 0,-1 1-39 15,1 4-60-15,3-4-70 0,-1 3-282 0,8-5-626 16,6 11 277-16</inkml:trace>
  <inkml:trace contextRef="#ctx0" brushRef="#br0" timeOffset="-179736.12">6292 11043 244 0,'0'0'381'0,"0"0"-5"16,0 0-9-16,0 0-18 0,0 0-36 0,0 0-26 15,0 0-24-15,0 0-14 0,0 0-31 0,0 0-18 0,0 0-23 0,4 3-16 16,-4-3-18-16,0 7-5 0,0 4-11 16,0-2-4-16,3 6-6 0,-3 0-7 0,3 1-10 0,-6 4-5 15,6 5-22-15,-1-1-2 0,1 3-3 0,-1 5-12 16,-2-2 0-16,3 11-3 0,-1-12-4 0,3 15-15 15,0-4 4-15,-2 3 2 0,0-4-11 0,-1-5-33 16,3-4-37-16,-2 7-32 16,1-10-34-16,-4 3-28 0,1-1-21 0,1-2-28 15,-2-6-44-15,0-3-47 0,0-3-62 16,5-5-258-16,-3 1-643 0,-2-5 285 0</inkml:trace>
  <inkml:trace contextRef="#ctx0" brushRef="#br0" timeOffset="-179266.09">6147 10968 396 0,'-12'-13'400'15,"7"-2"-5"-15,-1 1-7 0,6 2-16 0,-4 0-21 0,4 2-28 0,4-4-25 16,2 2-20-16,-3 3-28 0,11-1-26 0,-8-1-22 15,11 2-25-15,13-5-18 0,-2 7-14 0,0 2-15 16,0 4-16-16,7-2-16 0,0 6-6 0,-1 0-11 16,-1 3-7-16,17 6-13 0,-12-2-3 0,10 9-3 15,-8 3-9-15,0-1-4 0,1 6-3 0,-5 0-8 16,-4 1 2-16,-2 7-3 16,-1 1-3-16,0-3-3 0,-6 3-4 0,5 3-5 15,-8-2 2-15,-4 1-5 0,-4-10-2 0,-4 4-1 16,5 7-5-16,-11-9 4 0,6 3-5 0,-8 4 0 15,0-3-2-15,-1 6 0 0,-8-7 2 0,-4 4-1 16,5-7-2-16,-7-3 0 0,-5 9-1 0,-1-9 2 16,4-4 2-16,-3-2 0 0,-10 0 6 0,9 2-8 15,-9-5 0-15,0-1 5 0,1-2-5 0,-3 1 7 0,1-5 6 0,-1-2 3 16,2-1 3-16,1 2-3 0,-1-5 2 0,-5-3 0 16,5-2 1-16,4 0 3 0,1 0-7 0,2-2-3 15,6-1 0-15,1 1-5 0,-1-4-19 0,6 2-31 16,4 1-39-16,-3-3-44 0,7 0-38 0,-1-1-34 15,4 1-42-15,0 6-56 0,10-17-65 0,0 11-344 16,3-5-762-16,2 6 338 16</inkml:trace>
  <inkml:trace contextRef="#ctx0" brushRef="#br0" timeOffset="-178163.94">7112 12000 306 0,'-2'-6'326'0,"-5"0"-12"0,6 3-4 0,1 3-9 0,-5-12-5 15,3 6-11-15,2 6-14 0,-8-6-21 0,8 6-25 0,-3-6-26 0,3 6-19 0,0 0-20 16,0 0-17-16,0 0-25 0,0 0-21 0,0 0 2 16,0 0-15-16,0 0-1 0,0 0-13 0,-4 21-12 15,4-11 4-15,0-2-11 0,-3 10-4 0,1-6-1 16,4 6-10-16,-2-1 2 0,0 1-6 0,3 7-3 15,-3-9-3-15,2 2 0 0,-2 2-2 0,2 4-1 16,-2 2 2-16,3-6-2 16,0 0 2-16,-1 4-14 0,1-4 3 0,0-1 0 15,1-2 3-15,-3 1-1 0,6-2-1 0,-2 0-3 16,-2-4-4-16,7 5-14 0,-5-8-24 0,3 4-22 16,-1-5-22-16,1 3-16 0,1-4-25 0,-3-1-31 0,3 0-40 15,4-2-35-15,-3-4-57 0,1 4-44 16,3-4-225-16,-14 0-590 0,23-7 261 0</inkml:trace>
  <inkml:trace contextRef="#ctx0" brushRef="#br0" timeOffset="-177885.3">7102 12207 276 0,'-10'-1'314'0,"0"1"-6"0,2-4-4 15,8 4-7-15,-20-3 7 0,16 2-4 0,4 1-2 16,-13-6-5-16,13 6-12 0,-6-2-7 16,6 2-16-16,0 0-13 0,-12-3-15 0,12 3-19 0,0 0-16 15,0 0-13-15,-5-5-21 0,5 5-15 0,0 0-12 16,0 0-12-16,0 0-13 0,0 0-10 0,0 0-10 16,0 0-9-16,0 0-6 0,0 0-5 0,0 0-9 0,31 0-9 0,-22 0-16 15,6 1-21-15,0-2-25 0,3 1-22 0,-2 0-39 16,6-2-39-16,-4 2-24 0,2 0-23 0,-4 0-19 15,3 2-29-15,-3-4-36 0,-3 2-27 0,-3-1-40 16,-1 2-37-16,-9-1-278 0,16-1-676 0,-16 1 299 16</inkml:trace>
  <inkml:trace contextRef="#ctx0" brushRef="#br0" timeOffset="-176998.62">7279 12214 301 0,'0'0'329'16,"0"0"-23"-16,0 0-24 0,0 0-22 0,0 0-21 15,0 0-22-15,0 0-27 0,0 0-20 0,0 0-16 16,0 0-20-16,0 0-10 0,15 12-10 0,-7-10-12 15,-1 4-12-15,-4 0-7 0,5 6-8 0,4-1-10 0,-4 1-9 0,5 1-2 16,-6 2-7-16,5 0-1 0,-1 4-7 0,-3-2-2 16,2 1-3-16,0 2-6 0,-1-4 0 0,-1-1-3 15,-2 1-7-15,-1-5 5 0,0 1-5 0,0-1-2 16,-3 0-1-16,0-6-5 0,-1 6 3 0,1-7-2 16,-2 0 4-16,0-4 1 0,0 0-3 0,0 0 2 15,-5 7 9-15,5-7 2 16,0 0 4-16,-17-11 0 0,11 7-4 0,-1-3 4 15,1-5-4-15,-3-1-7 0,3-5 11 0,2 6-11 16,-2-3-2-16,1-5-6 0,0 2 2 0,8-1 3 16,-1 2-5-16,-1 2-9 0,3-2-5 0,6 3 2 15,-4-1-24-15,9 2-11 0,-2 1-18 0,2 1-18 0,0-1-19 16,2 5-19-16,3 0-18 0,-4 3-14 16,4 1-21-16,5-2-13 0,-5 4-13 0,0-2-4 0,3 3-4 0,-5-1 3 15,2 2 8-15,-5-1 5 0,1 3 25 0,-1 1 5 16,-2-4 16-16,-4 2 15 0,4 0 13 0,-3-2 7 15,-4 5 11-15,-6-5 21 0,19 0 18 0,-19 0 31 16,11 0 13-16,-11 0 43 0,9-4 7 0,-9 4 15 0,0 0 11 16,0 0 10-16,0 0 22 0,4-5 9 15,-4 5 2-15,0 0 8 16,0 0-3-16,0 0 7 0,-14-10 1 0,14 10 0 16,-14-8-7-16,11 7 4 0,-4-2-14 0,7 3-11 15,-19 0-9-15,19 0-10 0,-20 4-5 0,6-4-8 16,0 7-6-16,-5-6-8 0,4 2-8 0,-1 6-4 15,-1-2 2-15,-1 3-6 0,3 3-5 0,-1-6 2 0,-1 7-7 16,1-1-3-16,4 4 0 0,7 0-1 0,-10-4-5 16,10 2 2-16,4-3-5 0,-8 2 0 0,9-4-1 0,4 5-1 0,1-4 4 15,1-4-3-15,1 4-1 0,1-4 0 16,5-1 8-16,2 2-8 0,0-7-1 0,2-1-4 16,-2 0 2-16,4-5-3 0,0 4-6 0,-5-5-2 15,5-3-1-15,-4 3 4 0,-1-3-4 0,0 1 3 0,-8-3-4 16,6-3 4-16,-5 2 1 0,4 4 2 0,-3-5 9 15,-4 4 11-15,-1 0 29 0,-1-1 1 0,-1 2 21 0,3-1 13 0,-4-1 14 16,0 2 18-16,0 2 7 0,3-2 3 0,-3 3-8 16,0 5-10-16,0-8-15 0,0 8-8 15,2-3-13-15,-2 3-11 0,0 0-10 0,0 0-5 0,0 0-13 16,0 0 1-16,0 0-3 0,0 0-1 0,-2 24-2 16,2-17-4-16,0 2-2 0,0 2-2 0,2 3-6 15,-2 3-5 1,3-5-20-16,0 6-21 0,-3-2-20 0,4-4-8 0,4 1-23 15,-5-3-24-15,9 2 1 0,-4-1-10 0,2 0-31 16,3-6-37-16,-6 3-14 0,8-2-18 16,-7-5-35-16,5 3-38 0,2-8-28 0,-2 3-221 0,-1-1-579 15,0-3 257-15</inkml:trace>
  <inkml:trace contextRef="#ctx0" brushRef="#br0" timeOffset="-176798.12">8019 12249 249 0,'0'0'276'0,"-4"-8"5"0,4 8-6 15,0-7-16-15,0 7-22 0,0 0-21 0,0 0-25 16,0 0-13-16,0 0-23 0,-5-5-20 0,5 5-10 16,0 0-12-16,0 0-10 0,0 0-5 0,5 26-10 15,-1-18 0-15,1-3-14 16,-4 6-5-16,4-2-10 0,-3 2-4 0,1-1-5 16,4 5-3-16,-2-2-5 0,-2-1-17 0,2-3-24 15,0 6-32-15,-2-4-26 0,-1 1-41 0,3-3-48 16,-3-2-55-16,4 0-35 0,-1 0-218 0,8-3-491 15,-4 0 218-15</inkml:trace>
  <inkml:trace contextRef="#ctx0" brushRef="#br0" timeOffset="-176381.48">8267 12217 206 0,'0'0'244'15,"0"0"-21"-15,-7-7-23 0,7 7-20 0,0 0-18 16,0 0-16-16,0 0-17 0,0 0-8 0,-8 16-13 15,8-9-12-15,-5 0-8 0,2 5-12 0,3-4-3 0,0 0-10 0,0 6-4 16,0-5-6-16,0 3-8 0,0 0-1 0,0-3-1 16,0 3-9-16,3 1-3 0,2-4 0 0,-3 2-3 15,-2-4-5-15,1 1-1 0,3-4 1 0,-3 1-2 16,6 1-2-16,-7-6 2 0,7 4-4 0,-7-4-2 0,0 0 1 16,0 0-4-16,14-7 2 0,-7-4-2 15,-4 4-2-15,4 0 2 16,0-4 24-16,1 2 18 0,-3-3 12 0,5-3 17 15,1 3 7-15,-7 3 11 0,-1-3 4 0,7 4 13 16,-3 1 7-16,-1-4 8 0,-4 7 0 0,4-2-1 16,-1 0-8-16,0-2-8 0,0 4-20 0,-5 4 4 15,5-3-20-15,-5 3-10 0,10-5-13 0,-10 5 2 0,0 0-11 16,13 7-4-16,-9-3-9 0,-4-4 2 0,6 12-4 16,3-8-3-16,-4 5-7 0,3 8 3 0,-1-8-11 0,-6 6-28 0,11-6-18 15,-9 3-33-15,4 3-27 0,-2-6-13 16,-2 4-16-16,0-4-19 0,-3 3-27 0,5 1-34 15,-8-6-43-15,6 0-49 0,-3 0-49 0,-5 0-174 0,2-1-557 16,3-6 247-16</inkml:trace>
  <inkml:trace contextRef="#ctx0" brushRef="#br0" timeOffset="-175996.07">8065 12040 259 0,'-3'-4'365'0,"-4"-1"2"0,7 5-17 16,-7-7-8-16,7 7-11 0,-6-3-19 15,6 3-30-15,0 0-26 0,-7-6-29 0,7 6-21 0,0 0-29 16,0 0-17-16,0 0-16 0,0 0-9 0,0 0-25 15,0 0-8 1,0 0-10-16,0 0-6 0,0 0-15 0,-3 15-8 0,3-15-14 16,0 0-6-16,8 10 1 0,-6-3-10 0,-2-7-7 15,6 0-13-15,-6 0 10 0,12 4-5 0,-7-4 3 16,-5 0-3-16,7 4 1 0,-7-4-5 0,0 0-5 16,11 0 5-16,-11 0 2 0,10-7-3 0,-10 7-6 15,10-1 1-15,-7-4 1 0,2-1-4 0,-5 6 2 16,2-12-2-16,-2 4 0 0,0 5-9 0,0 3-8 0,-2-13-24 0,2 7-20 15,-5 0-24-15,4 3-32 0,-8-3-37 0,9 6-39 16,-9-5-35-16,0 4-61 0,9 1-70 0,-16 0-213 16,4 3-611-16,4 0 271 0</inkml:trace>
  <inkml:trace contextRef="#ctx0" brushRef="#br0" timeOffset="-158543.72">9725 11570 53 0,'-13'-7'386'0,"13"7"10"16,0 0-4-16,-8-4-13 0,8 4-17 0,0 0-22 16,0 0-24-16,0 0-18 15,0 0-20-15,0 0-24 0,0 0-25 0,0 0-24 16,0 0-22-16,0 0-20 0,0 0-15 0,0 0-16 15,0 0-12-15,0 0-16 0,0 0-7 0,0 0-14 16,0 0-7-16,0 0-2 0,0 0-12 0,0 0-4 16,0 0-1-16,26 8-1 0,-19-5-9 0,4-2-3 15,3 0-2-15,2-1-5 0,4 3-4 0,0-3-3 16,10 2-6-16,1-2 2 0,1 0-7 0,-3-2-20 0,6 2-37 0,-5 2-47 16,5-4-34-16,-6 4-38 0,-2-4-24 0,-2 4-38 15,-9 0-42-15,2-2-58 0,-1 0-34 0,-4 0-292 16,-1 0-699-16,-7 4 309 0</inkml:trace>
  <inkml:trace contextRef="#ctx0" brushRef="#br0" timeOffset="-158311.95">9695 11854 245 0,'-8'8'316'0,"3"-6"-4"0,3 3-9 16,2-5-14-16,-8 4-12 0,8-4-2 0,0 0-12 15,0 0-3-15,0 0-5 16,0 0-12-16,15 5-9 0,-5-5-23 0,0 2-17 16,2-2-19-16,2 0-13 0,5 0-20 0,4 0-8 15,2 0-18-15,4 0-21 0,1-2-44 0,7 2-59 16,-3-4-62-16,13 3-54 0,-13-1-68 0,3-3-80 16,4 3-84-16,-8 0-233 0,5-6-637 0,-3 4 282 15</inkml:trace>
  <inkml:trace contextRef="#ctx0" brushRef="#br0" timeOffset="-156500.8">11483 10634 217 0,'0'0'226'0,"5"-7"-15"0,-5 7-20 0,0 0-14 0,5-4-14 16,-5 4-17-16,0 0-18 0,0 0-16 0,0 0-10 0,0 0-9 0,0 0-10 15,0 0-10-15,-23-3-5 0,23 3-7 0,-22 3-8 16,6-6-1-16,-6 8 3 0,9-5 2 0,-10 1 1 16,3 0 1-16,-2 2-3 0,-1-1 1 0,-7-2-2 15,1 2-4-15,0-2 0 0,-2 0 2 0,3 0 5 16,0 0 3-16,6 0 0 0,2 1 4 0,-3-2 0 15,7 1 15-15,-1-2-3 16,2 2 0-16,7-2 11 0,-5-1-1 0,3 2 2 16,0 0 7-16,10 1 1 0,-15-2 1 0,15 2-7 15,0 0-3-15,-15 0-9 0,15 0-14 0,0 0-7 16,-10-3 1-16,10 3-7 0,0 0-9 0,0 0-8 16,0 0-3-16,0 0-10 0,0 0 12 0,0 0-4 15,-7-2-8-15,7 2-7 0,0 0-3 0,0 0-1 16,0 0 2-16,0 0-4 0,0 0-8 0,0 0 2 0,0 0-5 0,0 0 4 15,-10 5-2-15,10-5-2 0,-3 4 3 0,3-4-3 16,0 0 2-16,0 8 1 0,0-8 3 0,-2 9-9 16,2-3 8-16,0-6-5 0,2 11 5 0,-2-4-1 15,0 2-2-15,-2 0 0 0,2 0-1 0,2 3 2 16,3 3 0-16,-5-5-5 0,5 4 3 0,-5-2-10 16,2 7 9-16,1 1 21 15,2-4-16-15,-2 9-8 0,2 0 15 0,0-1-9 16,-1 2-1-16,2-3 0 0,-4 8 0 0,3-3 15 15,-2 1-21-15,0-2 5 0,1 5 0 0,1-3-3 16,-4 0 1-16,3 2-3 0,-4-3 6 0,1 6 4 16,4-7 0-16,-1 1-3 0,-3 1-1 0,3-2 2 15,-4 0-5-15,0-2 7 0,1-1-11 0,6-3 5 16,-6 4-5-16,-1-5 14 0,7-1-7 0,-7 4 2 0,7-4-4 0,-6 0 18 16,-1-1-15-16,0-1 1 0,2 3-11 0,-2-4 7 15,5 2 0-15,-5-3 3 0,0 1-1 0,0-1-7 16,0-2 4-16,7 2 5 0,-7 1 1 0,1-2-4 15,-1 1-12-15,0-2 18 0,5-1-1 0,-5 0-6 16,0 5 8-16,2-7-7 0,-4 4 2 0,4-2 1 16,-2 0 0-16,0-3-1 15,0 3-2-15,0-3 9 0,0 0-10 0,2 3 0 16,-2-1 2-16,0 0 0 0,0 0 2 0,3-2-5 16,-3 6 4-16,-3-6 4 0,6 0-11 0,-3 3 9 15,-3-3-3-15,6 6-5 0,-3-6 7 0,0 6-1 0,0-3-1 16,0-1-2-16,0 5 5 0,0-1-5 0,0-3 3 15,-3-3 0-15,3 1 0 0,0 2 0 16,0-1-2-16,0 0 1 0,3 1 2 0,-3 3 3 0,0-5-4 0,0-1 0 16,0 3-1-16,0 0 0 0,0-4 5 0,0-3 1 15,0 9-3-15,0-10-4 0,0 4 4 0,3 4-6 16,-3-5 4-16,5 1-2 0,-10 1 2 0,5-2-2 0,0-7 1 16,5 15 15-16,-3-10-11 0,-2 2-3 0,0 3 9 15,0-5-12-15,0 0 3 0,0-5 2 0,3 12-3 16,-1-6-1-16,-2 0 1 0,0 1 1 0,0-7 4 0,1 11-13 0,-1-7 10 15,0 4-3-15,7-2 3 0,-7 0-4 16,2 0 2-16,-2 0-3 0,0-6 2 0,0 9 1 16,0-9-3-16,0 9 2 0,0-2-3 0,0-7 6 0,0 11-2 15,3-10 0-15,-3-1 7 0,0 8-6 0,0-8 0 16,2 9 11-16,-2-9-16 0,0 6 19 0,0-6-27 16,6 8 7-16,-6-8-4 15,2 4 12-15,-2-4-9 0,0 6 7 0,0-6 1 16,0 0 1-16,0 10 2 0,0-10-8 0,0 0 7 15,2 5-5-15,-2-5-1 0,0 0-1 16,0 5 3-16,0-5-6 0,0 0 4 0,0 9 4 0,0-9-1 16,0 0-4-16,0 7 2 0,0-7 4 0,0 0 1 15,0 0-7-15,0 0 9 0,0 6 1 0,0-6 1 16,0 0 2-16,0 0 9 0,5 6 9 0,-5-6 1 0,0 0 4 0,0 0 5 16,0 0 0-16,0 4 2 0,0-4 5 0,0 0 2 15,0 0-6-15,0 0 4 0,0 0-1 0,0 0-2 16,24-4-3-16,-5 4-6 0,2-1-3 0,11-1-3 15,14-1-3-15,5 1-24 0,-1 2-39 0,4-3-49 16,9 2-38-16,-5-2-61 0,-1 0-68 0,-1 3-86 16,-5-1-374-16,2 1-774 15,-3-4 343-15</inkml:trace>
  <inkml:trace contextRef="#ctx0" brushRef="#br0" timeOffset="-151244.34">13075 11319 34 0,'5'-8'371'0,"-2"1"3"0,4-2-5 0,-7 3-5 15,2 0-7-15,1-3-12 0,-3 9-14 0,2-10-15 16,-2 10-27-16,0-7-26 0,0 7-29 0,0 0-25 15,0 0-20-15,0 0-21 0,0 0-14 0,0 0-13 16,-33 17-14-16,23-2-10 16,-14 4-1-16,3 3-9 0,-1 0 3 0,-9 8 4 15,3 6-2-15,-2 1-5 0,0 4-6 0,-1-4-9 16,1 5-1-16,4-3-5 0,-3 0-12 0,5 2-6 16,4-5-7-16,-3 3-5 0,9-1-6 0,1-10-2 15,8 2-3-15,-3-2-4 0,8 13 0 0,8-13 2 16,-3-1-7-16,8-1-4 0,6 2 2 0,7 6-6 0,10-7 0 15,1-2-17-15,6-1-40 0,2-5-50 0,1 3-56 0,4-9-63 16,-7-1-50-16,3-3-68 0,-11-3-75 0,1-4-100 16,-9-1-276-16,2-2-830 0,-12-1 368 0</inkml:trace>
  <inkml:trace contextRef="#ctx0" brushRef="#br0" timeOffset="-150758.65">13545 11310 230 0,'0'-7'392'15,"7"-1"-4"-15,-6 4-8 0,-1-3-1 0,5 3-14 16,-5 4-19-16,0-11-22 16,0 11-36-16,2-3-26 0,-2 3-29 0,0 0-30 15,0 0-24-15,0 0-17 0,0 0-18 0,0 0-15 16,0 0-12-16,-21 11-10 0,12-4-14 0,4 4-7 16,-5 1-8-16,2 0-8 0,-3 1-8 0,-6 1-7 15,4 2-6-15,6-4-29 0,-6 7-57 0,1-8-47 16,7 3-49-16,-3 1-21 0,1-1-28 0,1-1-42 15,4 1-61-15,-4-7-66 0,6 2-265 0,0 0-666 0,0-2 295 0</inkml:trace>
  <inkml:trace contextRef="#ctx0" brushRef="#br0" timeOffset="-150573.78">13636 11274 136 0,'0'0'365'16,"0"0"-22"-16,0 0-32 0,0 0-37 0,0 0-29 16,0 0-26-16,0 0-23 0,0 0-22 0,0 0-16 15,0 0-12-15,-10 22-23 0,7-8-29 0,0-4-24 0,-6 7-36 16,4 1-36-16,2 0-38 0,-8 8-49 0,4-1-70 16,-1-7-70-16,-1 7-167 0,1 1-427 0,1-6 190 0</inkml:trace>
  <inkml:trace contextRef="#ctx0" brushRef="#br0" timeOffset="-148591.49">14379 11925 142 0,'0'0'163'0,"-14"0"-4"16,14 0-5-16,0 0 1 0,0 0-7 0,0 0-3 0,0 0 1 31,0 0-5-31,0 0 1 0,0 0 1 0,0 0-5 16,0 0 0-16,0 0-5 0,0 0-6 0,0 0-6 0,0 0-6 16,0 0-9-16,0 0-12 0,0 0-9 0,0 0-10 0,0 0-5 0,0 0-8 15,0 0-8-15,0 0-1 16,28-5-10-16,-28 5-4 0,16 0-2 0,-4 0-3 15,-2 0-3-15,3-1-4 0,10 1-4 0,-6 0-3 16,3 0 0-16,-1 4-3 0,6-4 3 0,2 2-8 16,3-2-3-16,-7 0 0 0,3 2 2 0,2-2 1 0,0 1-4 15,2-2-4-15,-3 2 5 0,3 2-3 0,-7-3-2 16,2 0-1-16,3 0 1 0,5 0 0 0,-3 0 1 16,-9 1-1-16,2-1-2 0,2-1 1 0,-2 1-3 0,-1 1 2 0,-2-2 0 15,3-2 0-15,-3 3 0 0,1 0-1 16,-1 0 2-16,0 0-1 0,1 0 0 0,-4 0 0 15,1-1-3-15,7 1 3 0,-5-4 1 0,-4 4-9 0,4-3 8 16,-3 3 0-16,4 0 1 0,-4-1 2 0,1-2-4 16,-1 2 3-16,1-3-1 0,-2 4 1 0,3-3-1 15,-8 3 2-15,4-1 0 16,-5-2 2-16,12 0 2 0,-8 2-4 0,0-1 3 16,-1 0 1-16,-2-1-1 0,9 2 0 0,-10 1-2 15,4 0-2-15,0-1 0 0,0 1 5 0,2-2-4 16,4-1 2-16,-3 3-3 0,-2-2-4 0,1-1 4 15,4 3 1-15,-7-1 1 0,2-1-5 0,2 1 0 16,-2-2 2-16,1 3-4 0,4-1 2 0,-5-1 4 16,1 0-4-16,4-1 1 0,-5 2 1 0,2 1 5 0,-4 0-8 0,7-1 0 15,-4-1-2-15,3 2 2 0,-1-3-2 0,2 3 1 16,-2 0 1-16,-3-2 1 0,5-2-1 0,-6 4 1 16,8 0-3-16,-5-1 2 0,-4 1 0 0,5 0 0 15,0-2-1-15,-3-1 2 0,8 3 0 0,-8 0-2 16,-2-1 1-16,4 1 0 0,6 1 6 0,-3-2-8 15,-3 1 1-15,2 0 7 0,5-2-5 0,-3 2-2 0,-4-2 1 0,3 2-2 16,-4-3 2-16,6 3-1 0,-9 0 4 0,5-1-3 16,-5 1-2-16,1-1-1 0,9 1-1 0,-8-2 1 15,6 2 1-15,-6 0 2 0,2-1-3 0,1 1 1 16,-2 0 1-16,-1 0 1 0,-2 0 0 0,4-4 3 16,0 4 0-16,-3 0-2 0,5 4 0 0,-4-4 1 15,-4 0 0-15,6 0-1 16,-1 0-5-16,-1 3 3 0,2-5 0 0,1 2 0 15,-3 0 2-15,0 2 3 0,-5-4-6 0,5 2 2 16,-1 0 2-16,1 0-2 0,5-1-1 0,-5 1 2 16,7 0-1-16,-6 0 0 0,4 0 1 0,-5 0-2 15,3-4 1-15,0 8 0 0,-1-4-1 0,-1 0-3 16,-1-4 3-16,4 4 3 0,-5 0 1 0,3 0-2 16,-4 0 1-16,5 0 1 0,-4-1-2 0,1 1 2 0,-7 0-6 0,5 0 3 15,2 1 1-15,-5-5-1 0,10 4-4 0,-5 4 2 16,0-4 1-16,-1 0-2 0,1 0 5 0,0 0 1 15,2-1-5-15,1 2 2 0,-3-1 2 0,1-1 3 0,1 1-3 16,1 1-6-16,-1-1 6 0,-1 0-9 0,3 0 7 16,-3 0 1-16,-1 4 0 0,5-4-1 15,-5-4 1-15,1 4-2 16,-1 0 0-16,2 0 3 0,1 0 1 0,7-1-2 16,-5 1-2-16,-4 0 0 0,2-3 2 0,-1 3-3 15,4 0 2-15,1 0 2 0,-4 0 5 0,-3 0-9 16,3 0 2-16,5 0 3 0,-4 3-5 0,-1-3 0 0,0 1-1 15,2-1 4-15,-4-1 8 0,6 1-13 0,-2 1 3 16,-4-1 0-16,4-1-1 0,-3 1 2 16,1 0 3-16,-1-3 5 0,-1 3-9 0,4 0 4 0,-3 0 1 0,-6 0-7 0,1 0 9 15,1-1 4-15,0 1 5 0,-3 1-1 16,3-1-3-16,-3 0 5 0,-10 0-6 0,17-3-2 0,-4 3 6 16,-13 0-6-16,22 0-1 0,-16-3 1 0,4 3-3 15,2-1 12-15,-12 1-13 0,21 1 0 0,-12-1-1 16,-1 0 0-16,-8 0-3 0,20-1 3 0,-10-1 0 15,1 2 2-15,-3-2-1 0,6 2 1 0,-4 2-3 0,-2-2 1 0,-8 0 0 16,23-2 7-16,-11 2 2 0,1 0-1 16,-2-3 4-16,3 3-3 0,-3 0 4 0,1 0 7 0,3 0-3 15,-4 0 2-15,6-1 9 0,-9 1-7 0,5 0-6 16,-13 0 1-16,24 0 1 0,-14-3 0 0,1 6-3 16,-11-3-5-16,17 0 0 0,-11 0 0 0,8 0 4 15,-14 0-1-15,16-3-9 16,-16 3 3-16,13 0-2 0,-13 0 0 0,9-1 3 15,-9 1 8-15,0 0-19 0,11 0 10 0,-11 0-9 16,0 0-1-16,0 0 3 0,10 0-18 0,-10 0-17 16,0 0-11-16,0 0-18 0,0 0-20 0,0 0-29 15,0 0-31-15,0 0-49 0,0 0-72 0,7-4-34 16,-7 4-205-16,13-3-542 0,-13 3 240 0</inkml:trace>
  <inkml:trace contextRef="#ctx0" brushRef="#br0" timeOffset="-147150.18">19487 11286 118 0,'0'-6'335'0,"5"-5"-5"0,0 8-10 16,-5-7-2-16,5 1 12 0,-5 1-12 0,2 4-17 15,1-5-27 1,-3 3-10-16,2 0-16 0,-2 6-16 0,6-7-21 0,-6 7-21 16,2-7-18-16,-2 7-20 0,0 0-19 15,0 0-16-15,2-5-14 0,-2 5-13 0,0 0-11 16,0 0-15-16,0 0-9 0,0 0-16 0,0 0-1 0,0 0-8 16,0 0-3-16,0 0-2 0,-4 19-5 0,1-11-26 15,0 0-23-15,1 1-24 0,0 1-25 0,-1 2-20 16,-2-5-8-16,0 5-17 0,0 0-21 0,-1 0-15 0,4 0-22 0,-5-1-36 15,1-3-37-15,6 2-38 0,-2-3-241 0,-1 0-576 16,-1 0 255-16</inkml:trace>
  <inkml:trace contextRef="#ctx0" brushRef="#br0" timeOffset="-146934.03">19714 11239 35 0,'0'0'359'0,"0"0"-13"0,0 0-26 0,0 0-32 16,8-4-28-16,-8 4-30 0,0 0-23 0,0 0-22 15,0 0-19-15,0 0-20 0,0 0-14 0,0 0-18 16,-13 19-6-16,5-9-13 0,3-1-11 0,3 2-23 0,-8 5-32 0,5 0-30 16,-1 3-39-16,-3 1-44 0,3 2-72 0,-3-2-86 15,3 4-199-15,-2-5-477 0,6 3 211 0</inkml:trace>
  <inkml:trace contextRef="#ctx0" brushRef="#br0" timeOffset="-139364.18">20533 12000 291 0,'0'-6'398'16,"0"6"-2"-16,0 0-15 0,-1-8-20 0,1 8-34 0,0 0-29 15,0 0-28-15,0 0-30 0,0 0-21 0,0-7-24 0,0 7-26 16,0 0-19-16,0 0-16 0,0 0-11 0,0 0-18 0,0 0-4 16,0 0-11-16,0 0-5 0,14 18-12 0,-9-14-8 15,0 4 0-15,0-4-10 0,0 3 0 0,4-3-7 16,-4 3-4-16,0 1-7 0,3-4 1 0,-3 3-7 16,-4 0-2-16,6 1 0 0,0-3-7 0,-6 2-8 15,3 2 9-15,-1-2-2 0,-1 4-3 0,-4-4-6 0,-1 2 3 0,-2 2 0 16,-2-2-6-16,-1 2-16 0,0 1-22 0,-6-1-41 15,-2-2-36-15,1 3-44 0,2 2-37 0,-9 3-45 16,7-7-63-16,2 3-77 0,1-1-229 0,9-3-651 16,-4 4 289-16</inkml:trace>
  <inkml:trace contextRef="#ctx0" brushRef="#br0" timeOffset="-138261.78">21098 11703 152 0,'0'0'318'0,"-12"-1"-6"0,12 1-16 0,0 0-9 0,0 0-3 16,0 0-8-16,0 0-14 0,0 0-11 0,0 0-7 15,0 0-14-15,0 0-11 0,0 0-8 0,0 0-4 16,0 0-1-16,0 0-13 0,0 0-12 0,0 0-5 16,0 0-9-16,0 0-8 0,0 0-7 0,0 0-10 15,0 0-9 1,0 0-13-16,0 0-12 0,0 0-9 0,0 0-12 0,36-7-8 15,-16 7-8-15,-3-1-9 0,1-1-2 0,5-2-8 16,2 3-3-16,5 2-8 0,3-2-4 0,-7-1-4 16,4 0-2-16,-2 2-4 0,2-3-2 0,2 3-5 15,-4-1-1-15,-8 1-4 0,11-3 1 0,-11 3-5 16,1-1-14-16,-4 1-12 0,0 0-17 0,-7 0-14 16,1 0-12-16,-11 0-20 0,17 0-17 0,-17 0-12 0,13 0-18 0,-13 0-13 15,13 0-12-15,-13 0-13 0,10-2-14 0,-10 2-15 16,0 0-14-16,0 0-21 0,0 0-22 0,0 0-18 15,0 0-28-15,0 0-33 0,0 0-201 0,0 0-571 16,0 0 253-16</inkml:trace>
  <inkml:trace contextRef="#ctx0" brushRef="#br0" timeOffset="-137845.12">21353 11475 121 0,'0'-6'357'0,"0"6"-5"0,3-6-5 0,-3 6-9 0,0 0-7 15,3-5-12-15,-3 5-14 0,0 0-16 0,0 0-25 0,0 0-21 16,0 0-24-16,0 0-19 0,0 0-25 0,0-7-17 0,0 7-20 16,0 0-12-16,0 0-16 0,0 0-20 0,0 0-9 15,0 0-11-15,0 0-10 0,0 0-7 16,0 0-1-16,0 27-7 0,-3-16-3 0,1 2-4 0,1 1-6 16,-1 3 2-16,2 1-6 0,0 2-3 0,0 3 4 15,0 0-8 1,0 1-1-16,0 3-1 0,-3-1 1 0,-1 1-3 0,4 0-3 15,4 0-1-15,-8-4 1 0,4-4-6 0,-3 2-16 16,10 5-25-16,-7-9-27 0,3 3-18 0,-3-1-25 16,0-4-12-16,2 2-20 0,-2-7-28 0,3 7-38 15,-3-3-44-15,6 2-49 0,-2-10-43 0,-1 2-238 16,0 0-622-16,6 0 276 0</inkml:trace>
  <inkml:trace contextRef="#ctx0" brushRef="#br0" timeOffset="-137375.08">21947 11490 13 0,'3'-8'329'0,"2"1"-10"0,-2-2-1 0,1 5-4 16,-4 4 9-16,1-11-3 0,1 5-4 0,0 1-3 16,-2 5-13-16,0 0-15 0,3-7-12 0,-3 7-24 15,0 0-19-15,5-6-20 0,-5 6-23 0,0 0-21 16,0 0-17-16,0 0-19 0,0 0-16 0,0 0-6 0,0 0-23 15,0 0-11-15,0 0-7 0,0 0-10 0,0 0-2 0,3 20-8 16,-3-12-1-16,0 4-6 0,0 2-6 0,2 2-1 16,-2 10-8-16,-2-9 2 0,2 5 3 0,2-4-10 15,-4 9-1-15,2-8-2 0,2 8-3 0,-2-1 0 16,-3 1-1-16,6-3-3 0,-3 0 4 0,0-3-4 0,0 0 1 16,0-2-1-16,0 1-2 0,3-2 1 0,-4 2-4 15,2-2-19 1,6-2-29-16,-6 0-37 0,4-4-27 0,-3 5-29 0,5-3-19 15,-6-4-24-15,4 3-33 0,2-2-41 16,-4 2-49-16,2-10-52 0,0 5-301 0,0-1-708 16,2-2 313-16</inkml:trace>
  <inkml:trace contextRef="#ctx0" brushRef="#br0" timeOffset="-135655.15">22394 10989 88 0,'0'0'306'0,"0"0"-21"0,0 0-30 0,0 0-18 16,0 0-25-16,0 0-18 0,0 0-23 0,0 0-17 15,0 0-13-15,0 0-8 0,10 17-4 16,-4-10 7-16,1 1-7 0,3-4-6 0,0 7-4 0,5 2-3 0,-5-1-7 0,4 3-9 15,1 0-8-15,0 4-11 0,0-5-5 16,0 7-8-16,5 0-7 0,-7-3-7 0,2 6 0 0,0 3-9 16,-7 0 0-16,7 2-5 0,0 0-2 0,-7 1-2 15,2 1-5-15,2 9 0 0,-2-1 2 0,-4 3-11 16,1-3 5-16,1-8-5 0,-4 14-3 0,-3-4 4 16,1 1 7-16,-2 0-9 0,-2-11 6 0,2 3 5 0,-6-4 13 0,-4 10 2 15,3-12 0-15,-3 2 2 0,-3-3 4 0,1 5 1 16,-3-5-3-16,0-1 7 0,1 2-4 0,-6-6 0 15,3 2-4-15,-1 2-1 0,-2-2 4 0,2-3 11 16,1-4-16-16,-4 3-1 0,6-6-7 0,-3-1 0 16,3 1 4-16,-2 3-11 0,2-9-4 0,0 6-4 15,4-6-2-15,-2-1-1 16,4 0-2-16,-1 1-2 0,2-2 0 0,0-2 1 16,5 0-5-16,-6 1-2 0,4-2-14 0,-1 2-19 15,6-5-27-15,-9 3-20 0,9-3-27 0,-1 4-23 16,1-4-41-16,0 0-52 0,0 0-67 0,0 0-74 15,0 0-311-15,0 0-717 0,10-19 318 0</inkml:trace>
  <inkml:trace contextRef="#ctx0" brushRef="#br0" timeOffset="-134129.25">23147 12334 281 0,'0'0'453'0,"0"0"-2"16,0 0-5-16,0 0-20 0,0 0-39 0,0 0-38 15,0 0-34-15,0 0-33 0,10-12-30 0,-10 12-29 0,0 0-28 16,0 0-16-16,0 0-18 0,0 0-18 0,11 9-12 0,-4-4-16 16,-5 3-3-16,4-3-17 0,-4 6-6 0,4 0-13 0,1-2-6 15,6 3-9-15,-8-5-5 0,-1 1-1 16,4 0-10-16,-3 3-19 0,-5 1-40 0,0-1-43 0,0-3-34 15,-5 8-41-15,-5-3-36 0,-3 1-25 0,-1-4-37 16,-9 7-48-16,-7-7-59 0,1 2-326 0,-4-4-718 16,-12 5 319-16</inkml:trace>
  <inkml:trace contextRef="#ctx0" brushRef="#br0" timeOffset="-132895.25">13105 13479 214 0,'-5'-6'299'0,"2"-2"0"15,3 8-18-15,0-10 0 0,-2 4-5 0,-3 2-1 16,5-3-8-16,0 7-4 0,-7-9-19 0,7 9-22 16,0-4-25-16,0 4-25 0,0 0-19 0,0 0-14 0,0 0-19 15,0 0-3-15,0 0-22 0,-28 8-6 16,18-1-4-16,0 5-5 0,-3-3-8 0,-2 5 5 15,-8 10 12-15,2-2-5 0,-9 6 7 0,-2 6 1 0,1-2-5 16,6 0-12-16,-5 1-4 0,-3 3-7 0,8-3-7 0,6 3-2 16,-3-9-8-16,5 9-4 0,1 3-3 0,4 0-5 0,2-9 3 15,7 1-9-15,5 10 1 0,1-11-2 0,10 9 3 16,2-10-1-16,8-2-4 0,7 5 1 16,13-3-6-16,2 3 2 0,0-9-1 0,6 1-7 0,0-7-34 15,0 1-34-15,9-2-53 0,-9-3-45 0,-1 0-39 16,-4-5-49-16,-13-1-64 0,14-1-75 0,-19-3-310 0,-10 0-746 15,-1-2 330-15</inkml:trace>
  <inkml:trace contextRef="#ctx0" brushRef="#br0" timeOffset="-132378.35">13767 13425 192 0,'0'-4'336'0,"0"4"-20"0,-5-14-22 15,5 9-25-15,0 5-24 0,-2-7-30 0,2 7-20 16,0 0-30-16,0-5-17 0,0 5-17 0,0 0-13 16,0 0-10-16,0 0-10 0,0 0-13 0,-10 20-7 15,7-13 0-15,3 1-15 0,-2 1-8 0,-1 2-1 0,-2-1-9 16,5 0-9-16,-1 1-21 0,-4 5-19 0,-2-1-20 0,5-1-31 15,-3-4-45-15,4 4-58 0,-1-3-66 0,-1 2-239 0,-1-6-501 16,1 0 222-16</inkml:trace>
  <inkml:trace contextRef="#ctx0" brushRef="#br0" timeOffset="-132061.96">13994 13404 44 0,'1'-6'374'0,"-1"6"-8"0,0 0-17 0,0 0-35 0,0 0-27 15,0 0-29-15,0 0-24 0,0 0-28 0,5-6-25 16,-5 6-21-16,0 0-15 0,0 0-14 0,0 0-5 16,-11 19-18-16,7-11-13 15,-2 1-1-15,3 1-19 0,-2 0-34 0,-4 3-25 16,4 5-21-16,0-3-26 0,-1 3-27 0,-1 7-31 16,1-6-47-16,2 1-52 0,3-3-74 0,-4 2-211 15,3 1-512-15,0-1 227 0</inkml:trace>
  <inkml:trace contextRef="#ctx0" brushRef="#br0" timeOffset="-131375.8">14474 14076 253 0,'0'0'349'0,"-7"-3"-5"0,7 3-21 16,0 0-22-16,0 0-29 0,0 0-22 0,0 0-27 15,15-10-15-15,-8 8-18 0,8-1-20 0,-1 1-13 16,8 2-13-16,8-1-7 0,5-2 4 0,9 3-8 15,3 3-8-15,2-3-5 0,4 1-3 0,12-1-9 16,-1 2-5-16,-1 1-6 0,23 0-4 0,-25-3-9 0,4 0-7 0,0 1-8 16,-1-2-8-16,-3 5-5 0,2-7-7 0,-6 3 6 15,-5 0-13-15,-2-2-7 0,-5 2-2 0,-14-5 0 16,4 5-3-16,-5-2-3 0,-9 2-5 0,-1-1 1 16,3-2-3-16,-6 0-2 0,-2-1 0 0,-9 2-1 15,9 4-9-15,-6-4-1 0,-1 0-5 0,-8 2-19 0,13-3-14 16,-13 3-43-1,15 0-35-15,-15 0-27 0,7-1-32 0,-7 1-40 16,13 4-51-16,-13-4-67 0,0 0-310 0,15-3-689 16,-15 3 304-16</inkml:trace>
  <inkml:trace contextRef="#ctx0" brushRef="#br0" timeOffset="-130558.14">16488 13794 214 0,'-3'-6'352'0,"3"-3"-7"0,0 0-6 16,0 5-10-16,0-5-2 0,-4 2-36 0,1 3-8 16,3-3 1-16,-3 0-19 0,-2 0-21 0,5 7-20 15,-2-9-19-15,2 9-20 0,-5-4-21 0,5 4-20 16,0 0-12-16,-8-5-15 16,8 5-11-16,0 0-16 0,0 0-6 0,-20 9-9 15,15-5-8-15,-3 4 0 0,1-2-12 0,-4 2-4 16,1 0-6-16,-4 4-5 0,0-3-4 0,4 5-4 0,3-3-3 15,-5-1-5-15,1 2-4 0,6 0 0 0,-2-2-2 16,7-2 1-16,-6 4 0 0,6 0-6 0,0 0 2 16,-2-3-6-16,2 3-12 0,2-3-20 0,4 2-18 15,3-3-32-15,5 4-22 0,5-2-17 0,-3-3-26 0,1 3-28 16,1-2-31-16,5 1-33 0,-5 0-35 0,2-6-44 0,-3 2-44 16,-1-2-210-16,3-2-609 0,-5-1 270 0</inkml:trace>
  <inkml:trace contextRef="#ctx0" brushRef="#br0" timeOffset="-130188.36">16857 13801 242 0,'7'-5'290'0,"-7"5"-10"15,3-7-3-15,-3 7-12 0,0 0-14 0,0-7-20 16,0 7-20-16,0 0-31 0,-11-8-11 0,11 8-14 16,-7-4-17-16,7 4-15 0,-12-1-13 0,12 1-13 15,-15 0-5-15,15 0-13 0,-10 1-9 0,10-1-7 16,0 0-6-16,-19 1-6 0,15 4-5 0,4-5-6 16,-5 6-3-16,5-6-4 0,-5 6 2 0,2 0-9 15,3-6-3-15,-2 15 0 0,4-8-1 0,5 0 4 0,-6 2-9 0,3-1-1 16,-1 0 1-16,4 3-4 0,-4-3 0 0,2 3-2 15,1-3-2-15,-4 0-1 0,5 3 0 0,-7-3 1 16,5-1-3-16,0 1 5 0,-4 2-8 0,3-3 5 16,-3 1-5-16,-1-1 6 0,0 1-3 0,-1-1 3 15,-4 0-5-15,0 0 4 0,0-1-12 0,-2 1-23 0,-1 0-26 16,0-5-32 0,-6 6-33-16,-1-1-42 0,4 0-57 0,1-4-56 15,-2-2-227-15,1 3-539 0,2-2 238 0</inkml:trace>
  <inkml:trace contextRef="#ctx0" brushRef="#br0" timeOffset="-129718.34">16993 13689 251 0,'5'-4'388'0,"-5"4"-8"0,0-8-20 0,0 8-20 0,0-6-37 16,0 6-36-16,0 0-20 0,0 0-29 0,0 0-25 0,0 0-25 16,0 0-14-16,0 0-22 0,0 0-14 0,15 14-11 0,-14-7-5 15,3 5-16-15,-1 0-5 0,2 0-10 0,-2 3-6 16,1 3-5-16,-3 0-8 0,8-1-3 16,-6 0-4-16,-1 3-5 0,6-1-15 0,-7-4-11 0,1 2 1 15,1-2-16-15,-3-3-5 0,4-3-3 0,1 0 2 16,-4 2-1-1,4-6 2-15,-3 3 11 0,0-2-8 0,3-3 2 0,-5-3-2 16,0 0 2-16,0 0 5 0,16 0 0 0,-16 0-5 16,12-9 2-16,-4 3-3 0,-1-1 8 0,1-1 1 15,-1 1 20-15,-4-1 19 0,5-3-4 0,-1-2 24 16,-1 6 14-16,1-4 10 0,-5 3 11 0,3 1 2 16,-2-1-4-16,4 1-3 0,-7 1-9 0,3 3-8 15,-3 3-5-15,5-6-13 0,-5 6-11 0,0 0-8 0,6-6-10 0,-6 6-1 16,0 0-4-16,0 0-2 0,0 19-6 0,0-12-6 15,0 2-19-15,2 2-19 0,-2 3-17 0,3 3-19 16,1 0-27-16,-1-2-15 0,0 0-17 0,2 5-13 16,4-1-3-16,-1 0-20 0,0 1-31 0,5-5-25 15,-6 0-42-15,3 2-32 0,3-7-45 0,-1-2-246 16,-2 1-625-16,-4-2 277 16</inkml:trace>
  <inkml:trace contextRef="#ctx0" brushRef="#br0" timeOffset="-128954.06">17461 13824 216 0,'0'0'323'16,"0"0"-13"-16,2-6-16 0,-2 6-2 0,0 0-23 15,0 0-15-15,2-6-13 0,-2 6-16 0,0 0-17 0,0 0-9 16,0-6-18-16,0 6-5 0,0 0-14 0,0 0-13 15,0 0-11-15,0 0-8 0,0 0-19 16,0 0-3-16,0 0-17 0,0 0-13 0,0 0-4 0,0 0-7 16,0 0-5-16,0 0-6 0,0 0-10 0,0 0-6 15,0 0-3-15,0 0-4 0,0 0-5 0,0 0 0 0,0 0-5 0,0 0-4 16,0 0 3-16,0 0-5 0,0 0-4 0,0 0-1 16,0 0-2-16,0 0-3 0,0 0-1 0,0 0-3 15,0 0 1-15,0 0 1 0,0 0-5 0,0 0-7 16,0 0 6-16,0 0-7 0,0 0-4 0,0 0-6 15,0 0-8-15,0 0-9 0,0 0-2 0,0 0-12 16,0 0 0 0,0 0-4-16,0 0-4 0,0 0-7 0,0 0-2 0,0 0-7 15,0 0-5-15,0 0-13 0,0 0-7 0,0 0-7 16,0 0-13-16,0 0-20 0,0 0-28 0,0 0-27 16,0 0-30-16,0 0-38 0,0 0-197 0,0 0-494 15,0 0 219-15</inkml:trace>
  <inkml:trace contextRef="#ctx0" brushRef="#br0" timeOffset="-127967.14">17509 13742 357 0,'0'0'362'0,"4"-8"-11"15,-4 8-11-15,0-6-17 0,0 6-24 0,0 0-26 0,-5-6-34 16,5 6-22-16,0 0-22 0,0 0-32 0,0 0-4 0,0 0-11 16,0 0-30-16,0 0-10 0,5 25-4 0,-4-15-13 15,4 0-11-15,-3 2-1 0,0 5-11 0,-1-1-2 16,3-3-8-16,-3 10-3 0,-1-5-3 0,3 2-8 15,2 0-7-15,-3 0 8 0,3-1-12 0,-5-1-2 16,8 8-2-16,-4-8-21 16,-1-1-18-16,-1-3-29 0,-1 4-26 0,1-9-31 15,-2 5-23-15,3-3-29 0,-3-1-47 0,4 0-52 16,-1-3-45-16,-1 0-262 0,2-4-600 0,1 1 266 16</inkml:trace>
  <inkml:trace contextRef="#ctx0" brushRef="#br0" timeOffset="-127497.09">17721 13686 180 0,'0'0'332'0,"7"-9"-24"0,-7 5-20 15,0 4-28-15,0 0-22 16,5-8-28-16,-5 8-23 0,0 0-14 0,0 0-27 15,0 0-13-15,0 0-13 0,0 0-12 0,6 15-7 16,-6-7-14-16,0-3-10 0,-1 6-9 0,-1 0-1 16,2-3-6-16,0 9-10 0,-2-5-6 0,6 5-2 15,-3-2-4-15,1-2-2 0,5 6-4 0,-6-3-5 16,3 0 0-16,-3-4-1 0,1 0-8 0,5 2 1 0,-6-6-1 16,1 3-2-16,1-3 0 0,-1-1-6 0,4-1 2 0,-4 1 0 15,3 0 1-15,-2-3-4 0,6-1 3 0,-3-2-2 16,-6-1-2-16,0 0 5 0,18-8-9 0,-8 1 6 15,-5 2-2-15,4-3-1 0,-3 1-2 0,3-4 2 16,-3 3 14-16,-3 0 27 0,4-3 12 0,0 2 16 16,-6 0 24-16,8 0 14 0,-3-1 12 0,-6 2 2 0,7 1 1 15,-7 0-2-15,5 4-6 0,-5 3-15 0,0-8-4 0,3 1-20 16,-3 7-12-16,0 0-11 0,5-2-10 0,-5 2 4 0,0 0-14 16,0 0-5-16,0 17-1 0,0-9 0 0,-3 4-6 15,3 0-3-15,0 2-14 0,-2 1-35 16,-1 2-30-16,3 1-28 0,0-1-28 0,3-2-22 0,-3 4-30 15,0 1-18-15,0-2-17 0,2 0-42 0,1 2-49 16,5-5-52 0,-6-2-279-16,3-1-670 0,-2-3 297 0</inkml:trace>
  <inkml:trace contextRef="#ctx0" brushRef="#br0" timeOffset="-126347.42">18324 13832 262 0,'-12'-7'365'0,"12"7"-7"16,0 0-11-16,-3-7-6 0,3 7-10 0,0 0-14 15,0 0-11-15,0 0-20 0,0 0-17 0,-9-2-21 16,9 2-24-16,0 0-21 0,0 0-22 0,0 0-16 15,0 0-24-15,0 0-19 0,0 0-30 0,0 0-41 0,0 0-51 0,25 0-44 16,-11 0-45-16,-3 0-37 0,1 5-47 0,6-2-48 16,-2-2-60-16,1 4-44 0,-2-2-234 0,3 0-605 15,-1-1 268-15</inkml:trace>
  <inkml:trace contextRef="#ctx0" brushRef="#br0" timeOffset="-126062.27">18655 13832 259 0,'0'-8'325'16,"0"8"-11"-16,0 0-27 0,8-8-26 0,-8 8-22 15,0 0-22-15,2-3-23 0,-2 3-21 0,0 0-15 16,0 0-22-16,5-4-22 0,-5 4-26 0,0 0-31 0,0 0-33 16,14 2-36-16,-14-2-37 0,14 5-22 0,-8-5-25 0,4 5-21 15,-3-1-11-15,6 4-9 0,2-5-3 0,2 0-5 0,-3 3 14 16,-4-1 8-16,2-3 11 0,0 3 12 15,-1-2 18-15,1 0 2 0,-2-2 17 0,-2 1 20 16,-1-1 50-16,-7-1 14 0,9 3 31 0,-9-3 18 0,0 0 11 16,19-4 7-16,-19 4 1 0,0 0-7 0,8-2-4 15,-8 2-11 1,7-5-6-16,-7 5-5 0,0 0-8 0,0 0-22 0,3-4-29 16,-3 4-58-16,0 0-56 0,3-7-194 0,-3 7-336 15,0 0 149-15</inkml:trace>
  <inkml:trace contextRef="#ctx0" brushRef="#br0" timeOffset="-125745.89">19426 13542 287 0,'0'0'366'15,"0"-12"-6"-15,0 12-16 0,0-4-25 0,0 4-21 16,2-8-35-16,-2 8-28 0,0 0-22 0,0 0-24 16,0-6-25-16,0 6-18 0,0 0-16 0,0 0-15 15,0 0-9-15,-7 22-10 0,7-11-12 0,-8 0-4 16,6-1-21-16,-3 0-25 0,-2 6-20 0,1-3-18 0,-1 5-16 0,4-3-18 15,-4 0-18-15,1-6-20 0,-3 7-26 0,3-5-34 16,-1 1-28-16,6-1-40 0,-4-4-35 0,3 2-40 16,-3-3-152-16,5 0-467 0,5 0 207 0</inkml:trace>
  <inkml:trace contextRef="#ctx0" brushRef="#br0" timeOffset="-125529.75">19658 13563 62 0,'0'-7'373'16,"0"7"-3"-16,0 0-24 0,6-10-18 0,-6 10-34 0,0 0-28 16,0 0-30-16,0 0-22 0,0 0-22 0,0 0-27 15,0 0-6 1,0 0-19-16,0 0-16 0,-15 26-15 0,9-20-9 0,-2 6-6 16,3 1-9-16,-5 1-34 0,5 3-24 15,-5-1-34-15,3 3-27 0,-4 4-39 0,1 1-51 16,1 2-59-16,1-9-74 0,-5 6-253 0,3-7-552 0,3 2 245 15</inkml:trace>
  <inkml:trace contextRef="#ctx0" brushRef="#br0" timeOffset="-124689.93">20431 14151 388 0,'0'0'465'16,"0"0"4"-16,-9-6-8 0,9 6-16 0,0 0-26 16,-1-6-22-16,1 6-23 0,0 0-25 0,0-6-28 15,0 6-30-15,0 0-28 0,0 0-33 0,0 0-24 16,0 0-20-16,0 0-20 0,0 0-20 0,0 0-18 0,0 0-12 0,0 0-14 15,0 0-5-15,10 13-17 0,-4-6-7 0,-6-2-11 16,9 2-7-16,-9-3-6 0,6 5-17 0,-6-2-6 16,0 1-8-16,3 1-8 0,-6 1-4 0,3-2-15 15,-6 2-16-15,4 1-8 0,-6-2-27 0,-7 0-24 16,8 1-30-16,-6 2-38 0,0 0-39 0,4-7-20 16,-4 5-29-16,3-1-20 15,-1-3-37-15,2 2-56 0,-1 0-59 0,5-3-254 16,4 1-720-16,1-6 320 0</inkml:trace>
  <inkml:trace contextRef="#ctx0" brushRef="#br0" timeOffset="-124242.04">20916 14028 306 0,'0'0'392'0,"-5"-4"1"16,5 4-28-16,0 0-16 0,0 0-25 0,0 0-31 15,0 0-27-15,6-8-33 0,-6 8-23 0,9-2-18 0,-9 2-25 16,18-3-14-16,-7 2-16 0,4 2-15 0,5-2-11 16,0 1-8-16,1 4-16 0,6-2-6 15,1 1-10-15,-1 2-6 0,4-3-7 0,-1 1-7 0,-10 1-1 16,4-3-8-16,-2 2-3 0,-5-2-20 0,1 2-23 0,-2-1-28 15,-2-2-22-15,-1 2-22 0,-7-2-23 0,4 4-27 0,-10-4-34 16,10 2-58-16,-10-2-52 0,0 0-47 0,0 0-238 16,9-6-599-16,-9 6 265 0</inkml:trace>
  <inkml:trace contextRef="#ctx0" brushRef="#br0" timeOffset="-123925.64">21594 13788 125 0,'0'0'394'0,"4"-9"-1"0,-1 6-10 0,-3 3-12 0,1-7-22 16,-1 7-23-16,0 0-29 0,4-7-16 0,-4 7-38 15,0 0-27-15,0 0-27 0,0 0-20 0,3-3-19 16,-3 3-16-16,0 0-13 0,0 0-11 0,2 20-12 15,-1-11-9-15,1-1-9 0,1 5-10 0,-3 2-3 16,4 1-9-16,-4 3-4 0,3-3-6 0,-1 11-3 16,-1-1-6-16,-1 1-2 0,2-2-8 0,-2 2 1 0,0 0-6 0,3-3-13 15,1 6-41-15,-4-6-37 0,1-5-39 0,1 1-28 16,1 7-35-16,-3-10-50 0,0 2-51 0,2-3-60 16,3 1-288-16,-2 1-669 0,2-6 297 0</inkml:trace>
  <inkml:trace contextRef="#ctx0" brushRef="#br0" timeOffset="-123023.33">22218 13476 42 0,'0'0'402'0,"-1"-9"-1"0,1 9 0 0,-5-7-18 0,5 7-23 16,0-7-22-16,0 7-25 15,0 0-23-15,-4-5-33 0,4 5-27 0,0 0-31 16,0 0-16-16,0 0-20 0,0 0-14 0,23 13-16 15,-11-1-13-15,6 3-10 0,0 4-9 0,4 3-11 16,8 10-5-16,0 0-9 0,-1 1-8 0,3 2-6 16,-7 0-7-16,4 3-4 0,-7-1-5 0,6 5-4 15,-8 2 0-15,3-3-8 0,-8 1-1 0,-7 0 1 16,1 0-7-16,-4-2 2 0,-5 8-6 0,-2-18-1 0,-10 12-5 0,6-2 1 16,-16 2-3-16,-1-5-8 0,-10-5-19 0,1 4-27 15,-4-2-39-15,0-4-21 0,-7-2-45 0,0-1-23 16,4 1-25-16,-2-2-21 0,6 1-25 0,1 0-38 15,9-6-53-15,5-3-282 0,5 1-662 0,-3 1 294 16</inkml:trace>
  <inkml:trace contextRef="#ctx0" brushRef="#br0" timeOffset="-122522.04">22960 14487 39 0,'0'0'448'0,"10"-1"13"0,-10 1 7 16,0 0-16-16,5-4-40 0,-5 4-41 0,0 0-40 15,0 0-37-15,0 0-34 0,0 0-26 0,0 0-29 16,1 9-18-16,3-2-21 0,-4 3-11 0,0-1-20 0,3 3-15 0,0 3-24 16,-3 4-28-16,4-5-26 0,-4 6-40 0,1-4-33 15,-1 2-28-15,-1-3-27 0,-3 3-32 0,1-2-20 16,-4 3-35-16,-6 3-27 0,0-1-39 0,-5-7-59 15,-2 3-303-15,-12-2-651 0,2 0 288 0</inkml:trace>
  <inkml:trace contextRef="#ctx0" brushRef="#br0" timeOffset="-121535.11">13025 15295 324 0,'5'-7'340'0,"0"1"-3"16,-1 0 1-16,-3 0 7 0,3 0-3 0,-4 6-8 15,1-6-21-15,-1 6-25 0,0-5-29 0,0 5-27 0,0 0-29 0,0 0-21 16,0 0-18-16,0 0-15 0,-16 23-13 15,1-8-13-15,0 5-15 0,-3 0-9 0,-4 7-9 16,-4 7-6-16,1 0-3 0,-2 1-12 0,-1-1-9 0,5 1-2 16,3 1-9-16,5-8-4 0,1 14 6 0,-1-4-14 15,6 4 0-15,4-14-4 0,5 7 1 0,4-4-6 16,6 12-4-16,6-1 3 0,6-4-4 0,4-1-12 0,6 1-18 0,4-7-38 16,0-1-37-16,11-6-39 0,-3 0-33 0,6-1-30 15,-7-2-46-15,0-3-58 0,2-3-63 0,0-3-316 16,-14-3-720-16,0-3 319 0</inkml:trace>
  <inkml:trace contextRef="#ctx0" brushRef="#br0" timeOffset="-121049.88">13671 15201 109 0,'0'0'373'0,"2"-6"-22"16,-2 6-27-16,0 0-31 0,3-4-31 0,-3 4-34 16,0 0-15-16,0 0-30 0,0 0-19 0,0 0-17 15,0 0-21-15,0 0-14 0,0 0-13 0,0 0-11 16,0 0-21 0,0 0-23-16,0 0-12 0,-10 19-13 0,7-11-21 15,-4-4-26-15,7 2-27 0,-5 0-28 0,3 1-40 0,-4-2-41 16,6-5-49-16,-2 9-215 0,1-3-464 0,1-6 206 15</inkml:trace>
  <inkml:trace contextRef="#ctx0" brushRef="#br0" timeOffset="-120864.98">13722 15315 211 0,'0'0'238'0,"0"0"-26"0,9 2-20 16,-9-2-21-16,0 0-13 0,-7 7-15 0,7-7-18 15,-2 14-9-15,2-7-11 0,-1-1-11 0,-4 6-12 16,3-3-21-16,-5-1-43 0,4 5-53 0,1-1-52 0,-1 2-62 0,-2-1-128 16,-3 2-298-16,1-3 132 0</inkml:trace>
  <inkml:trace contextRef="#ctx0" brushRef="#br0" timeOffset="-119445.8">15455 11277 36 0,'2'-4'360'0,"-2"4"-5"0,5-7-10 16,-5 7-5 0,3-5-16-16,-3 5-29 0,0 0-28 0,0 0-24 0,3-7-32 15,-3 7-21-15,0 0-28 0,0 0-16 0,0 0-17 16,0 0-10-16,-3 20-11 0,3-10-12 0,-3 1-11 15,0 7-14-15,-1 0 0 0,3 1-4 0,1 3-10 16,-4 3-7-16,1 2-6 0,6 3 2 0,1-3-6 16,-4 0-12-16,0 0-22 0,3 0-24 0,2-2-22 15,1 2-18-15,-4-3-18 0,1 2-25 0,7-10-27 0,-8 4-29 0,3-2-34 16,5-6-37-16,2 4-36 0,-4-8-241 0,-2 1-548 16,3-3 243-16</inkml:trace>
  <inkml:trace contextRef="#ctx0" brushRef="#br0" timeOffset="-118458.81">15725 11424 47 0,'0'0'321'16,"0"-8"-19"-16,0 8-26 0,0 0-30 0,0-8-28 15,0 8-26-15,0 0-17 0,0 0-19 0,0 0-18 16,0 0-11-16,-12 17-17 0,9-7-8 0,-3 0-12 15,-1 0-6-15,0 9-10 0,-1-7-9 0,5 4-3 0,-2-2-6 0,3 1-6 16,-3 1-6-16,5-1-3 0,0-2-4 0,0-2-3 16,0 1-2-16,7-3-3 0,-2 3-2 0,-2-2 0 15,5-1-3-15,-1 1-2 0,4-2-4 0,1-3-9 16,-2 1-4-16,5-5-15 0,-4 2-4 0,3-1-7 0,-6-2-3 16,7-2-2-16,-4-2-4 0,1 1-8 15,-2-3 0-15,0 0-6 0,-3-2-2 0,1 1 3 0,-7-5-3 0,4 1 7 16,-10-1 3-16,4 0 5 0,1 1 7 0,-8-1-1 15,3-2 1-15,-4 1 1 0,6 4 8 0,-4 1 9 16,1-2 10-16,-1 2 10 0,2-7 11 0,-1 6 9 16,4 3 12-16,-1-2 4 0,-1 1 0 0,4 1-3 0,0 6-1 15,-1-7-8-15,1 7-5 0,5-12-3 16,-2 10-7-16,4-3-3 16,1 4-2-16,-8 1-2 0,20-3 2 0,-7 0-6 0,-2 6 3 15,9-2-4-15,-5-1-3 0,0 2 0 16,5 2 0-16,-5 0-1 0,8 0 0 0,-6 2-3 15,-1 0 0-15,4-2-2 0,-3 3 1 0,1 5-4 0,-2-4 4 16,1 6-2-16,-2-4 1 0,0 0 0 0,-2 3 1 16,2-1-2-16,0 3-5 0,-5-4 0 0,1 2 2 15,-6 2-2-15,2-6-3 0,-4 0 4 0,2 3-2 0,-5 0 2 0,2-1-1 16,-2 1 4-16,6-1-6 0,-6-2 4 0,-6 3 1 16,12-2 0-16,-4 0-1 0,-4-3 0 15,4 3 4-15,-2-3-4 0,0 3 3 0,2-3-3 0,3-3 1 16,1 3-1-16,-6 2-1 0,5-7 3 0,5 3-5 15,-2-4-4-15,1-1-4 0,2 0-1 0,-11 0-3 16,23-1-4 0,-16-3 0-16,1 3-4 0,7-2 2 0,-3-3 0 0,-1 0-3 15,1 0 1-15,-4-2 0 0,1-2-1 0,-3 1 1 16,-4 0 3-16,3-7 5 0,-4 2-3 16,-2 2 2-16,-7-3 2 0,-4 0 0 0,4 0 0 0,-4-3 5 15,-1 4-1-15,1 1 2 0,-4-2 2 0,4 2 2 16,-3 2 10-16,0-1-1 0,0 0 4 0,7 2 9 15,-7 2 10-15,9-1 6 0,-1 2 4 0,-1 0-2 0,3 4 4 0,3-1-9 16,2 4-3-16,-8-6-4 0,8 6-3 0,0 0 0 16,0 0-3-16,13-7-3 0,-13 7 2 0,17 0-4 15,-2 1-3-15,-1 3 1 0,0-2-4 0,2 4 2 16,4-6-1-16,3 3 0 0,5 5-2 0,-6-5 4 16,-4-2-7-16,2 6 2 0,-3 1 0 0,-4-7-1 15,2 6 1-15,-2-4-6 16,-5 4 1-16,2-1 1 0,0 0 0 0,2 7-1 15,-4-3 0-15,0-1 0 0,-1-1-2 0,-1 2 2 16,1 2 1-16,6 1 0 0,-4 1 1 0,-3-4-2 16,2 2 3-16,-1-2-3 0,3 1 3 0,2 1 2 15,-2 0-5-15,3-8 4 0,-7 4-2 0,9-2 2 16,0 3 0-16,-7-6 2 0,2-2 0 0,2 4-1 16,1-3-3-16,-4-4 5 0,-9 2 0 0,14-6 3 0,-4 0 7 0,-5 0 7 15,2-3 9-15,0 1 11 0,-6-8 7 0,-1 4-10 16,-1-6 9-16,-3 1 5 0,3 0-10 0,-4-1 5 15,1-4-7-15,-2 3-1 0,-4 1-2 0,3-3-5 16,-1 3-8-16,-2 1-7 0,0 0-15 0,-2 3-14 16,2 2-20-16,2 3-15 0,2 3-24 0,-4 1-19 15,-4 1-25-15,8 1-22 0,6 3-36 0,-17 0-39 0,17 0-36 0,-20 7-192 16,14-2-473-16,-1 1 210 0</inkml:trace>
  <inkml:trace contextRef="#ctx0" brushRef="#br0" timeOffset="-117926.28">17175 11462 290 0,'-5'-10'292'0,"3"5"-10"16,2 5-12-16,-1-8-12 0,-6 4-17 0,7 4-24 15,-2-7-23-15,2 7-17 0,0 0-21 0,0 0-19 16,0 0-13-16,0 0-15 0,0 0-15 0,0 0-4 0,-11 23-7 16,16-14-11-16,-5 5-5 0,0-7 1 15,3 9-12-15,0 3-7 0,-1 0-5 0,6-3-7 0,-1 4-2 16,1-5-5-16,1 3 0 0,5 4 1 0,-2-7-8 16,0 0-4-16,1-3 0 0,2 3 3 0,-2-4-5 0,4-2 0 0,-3 3-4 15,0-8 1-15,-8-1 2 0,8 4-6 0,-5-6 3 16,1-2 1-16,2 1 2 0,-12 0-4 0,15-7 0 15,-5 0-5-15,-5-1 1 0,0-7 8 0,1 3-9 16,-4-3 4-16,1-2-1 0,1 0-8 0,-3-2 4 16,-1 2 0-16,5-11-3 0,-5 12 0 0,0 0-1 15,0-5-7-15,0 9 8 0,0-4-12 0,0 5-23 0,-5 2-14 0,4 3-32 16,1-2-40-16,0 8-47 0,-4-5-42 0,4 5-23 16,0 0-24-16,0 0-198 0,0 0-490 0,0 0 218 15</inkml:trace>
  <inkml:trace contextRef="#ctx0" brushRef="#br0" timeOffset="-117509.64">17696 11442 181 0,'-6'-7'276'0,"6"0"-7"0,0 7-13 16,-7-8-18-16,7 8-8 0,-8-11-15 0,8 6-21 16,0 5-16-16,-5-4-16 0,5 4-18 0,0-7-15 15,0 7-17-15,0 0-10 0,0 0-15 0,0 0-11 16,0 0-7-16,0 0-8 0,0 0-6 0,0 0-3 16,-10 15 0-16,10-15-12 0,-2 10 3 0,4-4-7 15,-2 1-5-15,0 1-1 16,3 0-3-16,4-1-7 0,-7 2 2 0,5 3-2 15,-5-1-1-15,10 0-5 0,-5 5-2 0,3-5 2 16,-1 5-3-16,-1-5-5 0,1 0 2 0,-4-2 0 16,4 0 1-16,-1-2-3 0,-2 4 2 0,-1-2-4 15,-3-3-2-15,7 3 5 0,-2-5-6 0,-5 3 3 16,0-2 1-16,0-5 3 0,-5 8-5 0,-2-2 1 0,4-2 0 16,-7-2-1-16,2 0 0 0,-1-1 0 0,9-1-5 0,-21 4-13 15,6-4-15-15,10 2-15 0,5-2-15 0,-25 1-19 16,20-1-23-16,5 0-23 0,-15 0-25 0,15 0-34 15,-6 3-24-15,6-3-28 0,0 0-154 0,0 0-422 16,0 0 187-16</inkml:trace>
  <inkml:trace contextRef="#ctx0" brushRef="#br0" timeOffset="-117255.75">17993 11389 271 0,'0'-8'320'0,"0"8"-23"0,0 0-26 0,0-7-20 15,0 7-31-15,0 0-21 0,0 0-25 0,0 0-22 16,0 0-21-16,0 0-5 0,0 0-17 0,0 0-6 0,0 25-13 16,1-16-6-16,3 7-12 0,-4-4-5 15,3 6-9-15,2 3-4 0,-4 0-4 0,1-3-1 16,3 8-28-16,2 1-12 0,-7-8-24 0,1 1-23 0,4 0-31 15,-5-2-35-15,2 3-38 0,-2-6-28 0,0 0-47 0,7-3-188 16,-7 0-437-16,0-1 195 0</inkml:trace>
  <inkml:trace contextRef="#ctx0" brushRef="#br0" timeOffset="-116992.77">17941 11448 121 0,'0'-6'323'0,"0"6"-16"0,0-9-17 0,0 9-31 0,2-8-22 16,-2 8-22-16,0 0-22 0,0 0-21 0,5-4-21 15,-5 4-14-15,0 0-15 0,0 0-10 0,15 10-10 16,-7-6-9-16,-6 1-10 0,3 2-14 0,3 0-5 16,0 2-6-16,5 3-3 0,-8-1-3 0,5 0 4 0,4 1-19 15,-6 8 0-15,0-9-7 0,2 2 3 0,-5 4-4 0,2-4-1 16,-2 2-23-16,-2 1-13 0,-1-1-22 0,-2 0-24 15,-2 1-19-15,-3-3-31 0,-5 1-37 0,5-2-39 16,0-5-44-16,-8 2-219 0,-2 2-480 0,0-3 213 16</inkml:trace>
  <inkml:trace contextRef="#ctx0" brushRef="#br0" timeOffset="-116770.11">18219 11607 202 0,'7'-3'192'0,"-7"3"-17"16,0 0-15-16,8-5-22 0,-8 5-8 0,10-1-14 15,-10 1-24-15,7-1-36 0,-7 1-48 0,15 2-42 16,-7 1-40-16,4-3-39 0,-3 4-62 0,-2-3-189 15,6 2 83-15</inkml:trace>
  <inkml:trace contextRef="#ctx0" brushRef="#br0" timeOffset="-116638.61">18396 11594 75 0,'0'-8'253'15,"0"8"-27"-15,10-7-21 16,-6 0-21-16,-4 7-18 0,10-5-17 0,-4 1-16 15,-1 3-12-15,5-3-20 0,-10 4-31 0,13-2-42 16,-6-1-49-16,-7 3-54 0,17-2-65 0,-17 2-107 16,9 0-265-16,-9 0 118 0</inkml:trace>
  <inkml:trace contextRef="#ctx0" brushRef="#br0" timeOffset="-116005.83">14959 11727 163 0,'0'0'365'16,"-15"-1"-16"-16,15 1-16 0,0 0-23 0,0 0-21 0,-15 1-14 0,15-1-32 15,0 0-10-15,0 0-28 0,0 0-20 0,0 0-24 16,-5-6-21-16,5 6-27 0,0 0-36 0,0 0-41 15,0 0-58-15,0 0-57 0,0 0-68 0,50 0-75 16,-34-2-65-16,-1 1-167 0,5 1-491 0,-4-3 218 16</inkml:trace>
  <inkml:trace contextRef="#ctx0" brushRef="#br0" timeOffset="-115852.18">15149 11746 219 0,'0'0'331'0,"0"0"-23"16,0 0-31-16,0 0-31 0,0 0-20 0,0 0-26 16,0 0-38-16,0 0-57 0,0 0-80 0,0 0-92 0,0 0-102 0,0 0-142 15,0 7-336-15,0-7 149 0</inkml:trace>
  <inkml:trace contextRef="#ctx0" brushRef="#br0" timeOffset="-113762.13">13797 15277 332 0,'0'-7'315'0,"0"7"-21"0,0 0-31 16,0-7-29-16,0 7-26 0,-8-5-22 16,8 5-19-16,0 0-19 0,0 0-17 0,0 0-11 15,0 0-19-15,-12 12-14 0,10-6-11 0,-4 1-14 0,4 2-14 16,-5 3-16-16,2 2-17 0,2-2-20 0,1 2-22 15,-1-5-29-15,1 8-28 0,-1-3-41 0,-2-5-46 16,4 3-45-16,-4 2-141 0,-2-2-385 0,5-4 172 0</inkml:trace>
  <inkml:trace contextRef="#ctx0" brushRef="#br0" timeOffset="-113530.36">13444 15336 132 0,'0'0'238'16,"0"0"-21"-16,-6-5-22 0,6 5-20 0,0 0-17 15,0 0-17-15,0 0-13 0,0 0-14 0,5 20-11 16,-5-10-8-16,1-2-10 0,1 1-8 0,1 0-7 16,-1 1-8-16,6 1-18 15,-8 4-24-15,3 0-27 0,-1 0-31 0,0 0-42 16,4-2-32-16,-6-1-47 0,2 3-118 0,-2 1-299 15,5-5 133-15</inkml:trace>
  <inkml:trace contextRef="#ctx0" brushRef="#br0" timeOffset="-112496.55">14267 15864 2 0,'0'0'280'0,"-15"-3"1"15,15 3-18-15,0 0-6 0,0 0-7 0,0 0-12 16,0 0-15-16,0 0-7 0,0 0-16 0,0 0-7 16,0 0-8-16,0 0-11 0,-7-3-19 0,7 3-10 15,0 0-8-15,0 0-8 0,0 0-5 0,0 0-11 16,0 0-5-16,0 0-1 15,0 0-11-15,0 0-10 0,0 0 0 0,0 0-3 16,0 0-12-16,0 0-5 0,0 0-3 0,0 0-10 0,0 0-3 16,0 0-10-16,0 0 0 0,0 0-1 15,0 0-5-15,0 0-1 0,0 0-6 0,0 0-2 0,0 0-6 16,0 0 2-16,0 0-3 0,0 0-2 0,0 0 2 16,0 0 2-16,0 0-6 0,0 0-9 0,0 0 0 15,0 0-7-15,0 0-15 0,0 0-14 0,0 0-5 0,0 0-12 16,0 0-9-16,0 0-11 0,0 0-9 0,0 0-17 15,0 0-13-15,0 0-20 0,0 0-26 0,0 0-34 0,0 0-33 16,0 0-37-16,0 0-62 0,0 0-183 0,0 0-543 16,0 0 241-16</inkml:trace>
  <inkml:trace contextRef="#ctx0" brushRef="#br0" timeOffset="-111957.52">14141 15861 98 0,'0'0'254'16,"-12"-3"-9"-16,12 3-7 0,0 0-10 0,-8 0-14 15,8 0-8-15,0 0-16 0,0 0-18 0,0 0-16 16,0 0-16-16,0 0-12 15,0 0-8-15,0 0-7 0,33 2-11 0,-6-2-5 16,8 0-14-16,9 1-4 0,8 3-10 0,-1 3-2 16,8-2-3-16,8 2-2 0,17-4 0 0,-1 5-11 15,1 0-3-15,1-7-6 0,2 6 1 0,-2-4 1 16,-26-2-4-16,31 6-3 0,-26-2 4 0,17-1-13 16,-19 3-3-16,-1-6 5 0,-5 1-5 0,0-4-3 0,-4 4-2 15,-8-4-4-15,-1 4 0 0,-8-1-1 0,-7-1-1 0,0 3-3 16,-8-2-3-16,0-1 3 0,-7 0-4 0,-1-1-1 15,-4 2 3-15,-8-1-3 0,22 2 1 0,-16-2-3 16,-6 0-4-16,0 0-1 0,15 1 3 0,-15-1 7 16,0 0-19-16,9 0-13 0,-9 0-12 0,0 0-15 15,0 0-7-15,8 2-21 0,-8-2-27 0,0 0-30 0,0 0-40 16,0 0-38-16,0 0-55 0,3 9-178 0,-3-9-483 0,0 0 213 16</inkml:trace>
  <inkml:trace contextRef="#ctx0" brushRef="#br0" timeOffset="-94567.74">16816 15798 180 0,'1'-9'412'16,"-1"0"-13"-16,-1-3-21 0,1 1-16 0,-2 6-24 0,2-3-37 15,-2 2-33-15,2 6-30 0,-4-8-39 0,4 8-21 0,0 0-27 16,0 0-15-16,0 0-19 0,0 0-7 0,-2 22-12 15,2-9-10-15,0 4-12 0,-3-1-7 0,1 8-2 16,2-5-10-16,-2 10-10 0,1-2 2 0,-4 2-2 16,3-1-6-16,0 1-11 0,4-4-31 0,-2 2-19 15,-2-4-29-15,2 2-14 0,0 0-25 0,0-6-21 0,0-2-30 16,-1-3-35-16,1-1-44 0,1-2-28 0,1 0-31 0,0-6-232 16,3-2-552-16,-5-3 245 0</inkml:trace>
  <inkml:trace contextRef="#ctx0" brushRef="#br0" timeOffset="-94266.96">16721 15674 43 0,'-1'-7'379'0,"1"7"0"0,-4-7-6 15,4 7-13-15,-6-5-28 0,6 5-30 0,0 0-32 16,0 0-30-16,-3-8-18 0,3 8-27 0,0 0-24 15,0 0-14-15,0 0-18 0,14 0-17 0,-14 0-10 0,19 0-12 0,-8 5-15 16,-1-3-3-16,3-1-16 0,2 7-1 0,2-4-11 16,-2 3-6-16,1-2 11 0,1 0-36 0,-1 2-4 15,-2 1-27-15,1-1-14 0,-2 1-11 0,-7-1-10 16,3 1-11-16,-3-1-6 0,1 0-1 0,0 2-4 16,-6-1 2-16,3-3 0 0,-3 5-3 0,-1-3 3 15,-1 0 0-15,-4 2-7 16,-2 0-7-16,0 2-4 0,-1 0-13 0,-5-6-20 15,-2 7-24-15,0-5-37 0,3-2-28 0,2 1-42 16,-4 3-178-16,-1-3-458 0,0-1 203 0</inkml:trace>
  <inkml:trace contextRef="#ctx0" brushRef="#br0" timeOffset="-93850.31">16968 15760 199 0,'10'-4'202'0,"-5"3"-21"0,-5 1-20 16,10-2-12-16,-10 2-17 0,0 0-12 0,0 0-15 0,0 0-11 15,21 3-13-15,-17 1-3 0,4 0-11 0,-3 0-7 0,-2 0-4 16,9 6-7-16,-2-5-2 0,-4 5-6 0,4-3-5 16,-1 0 0-16,4 7-6 0,-3-6-3 0,0 0-3 0,0 3 0 15,-4-5-5-15,8 1-1 0,-11 4-2 16,8-7-3-16,-7 3 1 0,4-3-5 0,-3 2 6 15,2-3-1-15,-4 3 2 0,4-5 5 0,-7-1 21 0,6 4 4 16,-6-4 6 0,0 0 5-16,0 0 8 0,10-11-4 0,-7 8 2 15,-3 3 4-15,9-12 1 0,-8 4-1 0,4-4 6 0,4 5-3 16,-3-1 4-16,-4-4-12 0,6 5-1 0,-3-1-12 16,3-4-2-16,-1 3-2 0,0 4-11 15,-4-3 3-15,2 2-9 0,0 3-2 0,-5 3-7 0,5-9-5 16,0 8-21-16,-5 1-19 0,5-6-17 0,-5 6-15 15,0 0-17-15,0 0-10 0,0 0-21 0,16 8-1 0,-7-1-16 16,-4-3 1-16,-4 2-18 0,6 2 3 0,-1-3-16 0,3 2-10 16,-8-2-11-16,6-1-5 0,-4 3-102 0,2-3-304 15,0 0 135-15</inkml:trace>
  <inkml:trace contextRef="#ctx0" brushRef="#br0" timeOffset="-93032.64">17448 15831 143 0,'0'0'177'0,"3"-6"9"0,1 3-11 0,-1-3-9 16,2 0-6-16,-5 6-5 0,5-6-5 0,-2 1-6 16,-3 5-12-16,0 0-11 0,7-7-15 0,-7 7-9 15,0 0-11-15,0 0-12 0,3-3-11 0,-3 3-5 16,0 0-7-16,0 0-5 0,0 0-5 0,0 0-6 16,0 0-1-16,15 8-6 0,-13-3 2 0,-2-5-4 0,0 0-8 0,11 7-6 15,-7-6-13-15,-4-1-3 0,11 6-2 0,-6-4 0 16,-5-2-5-16,15 4 2 0,-3-4 2 0,-6 1-2 15,-6-1 4-15,0 0-9 0,23-5 12 0,-18 5 1 16,-5 0 0-16,12-2 2 0,-12 2 6 0,7-2 11 16,-7 2 11-16,0 0 1 0,10-3 8 0,-10 3-3 15,0 0-7-15,0 0 0 16,0 0-5-16,0 0-4 0,0 0 1 0,0 0-4 16,0 0-7-16,0 0 0 0,0 0-2 0,0 0-3 15,0 0-2-15,14 3-4 0,-14-3 5 0,0 0 0 16,0 8-1-16,0-8 2 0,7 4-4 0,-7 1 2 15,0-5-3-15,5 7 1 0,-2-2 0 0,4 2-1 16,-7-4 3-16,5 2 0 0,-2 1-1 0,4 2-4 16,-7-1 3-16,3-1-1 0,-1 0 0 0,6 2 0 0,-6 0 2 0,3-1-5 15,-5 0 4-15,6 3 0 0,-4 1 3 0,0-2-8 16,1 5 4-16,-1-4 0 0,-2 2 2 0,0-2 2 16,0 7-6-16,0 0 2 0,0-4 0 0,0 2 1 15,0 0 0-15,-2 0-2 0,4-4-3 0,-2 6 6 16,-2-3-2-16,-1 1 2 0,1-3-2 0,0 3 4 0,2-6-3 15,-6 3 1-15,6 0-4 0,0-3 2 0,-5 0 2 0,5 0-1 16,-4-5 1-16,-2 4 2 0,6-1 2 0,0-2 3 16,0-5 17-16,-7 5 9 0,-1-3 6 0,8-2 1 15,0 0-4-15,-15 3-1 0,15-3-4 0,-12-3-1 16,12 3-4-16,-14-1 1 0,4-2-4 0,5-2-1 16,-4 2-3-16,4-4 2 0,-5-1-4 0,9-1-3 0,-2-1-1 15,1 1-15 1,2 0-9-16,2-6-21 0,2 1-14 0,6 1-22 15,2-5 7-15,-5 5 6 0,9-9 4 0,-1 7-4 0,3 1 6 16,5-8 4-16,1 6 5 0,-1-2 4 16,0 3 4-16,-5 6 2 0,-1-2 5 0,-2-1 2 15,0 0 6-15,-2 2 12 0,-5 4 7 0,2-1 2 0,-3-1 1 16,1 0-2-16,-2 4 9 0,3 0 4 0,-4 1 2 16,3-1-4-16,-8 4-2 0,8-3-1 0,-8 3-1 0,7-4-5 15,-7 4-2-15,0 0-2 0,0 0 0 0,8-3-2 0,-8 3-2 16,0 0 1-16,0 0-2 0,0 0 1 0,0 0 0 15,0 0 1-15,5 7-2 0,-5-7 1 16,0 0 4-16,3 10-4 0,-3-6 3 0,5 0 0 0,-5 4-2 16,4-4-1-16,-4 4 3 0,3-2 1 0,5 0-1 15,-3 5 0 1,5-6 2-16,-3 3 0 0,3-1 0 0,5 1 3 0,3-1-1 16,-3-2-3-16,1 0 4 0,-1-1-2 0,5-3-4 15,-3-1-11-15,-1 0-20 0,2-4-21 0,-3-2-20 16,0 1-32-16,0-2-27 0,-3-3-27 0,-1-3-49 15,2 3-120-15,-3-5-355 0,-5 1 157 0</inkml:trace>
  <inkml:trace contextRef="#ctx0" brushRef="#br0" timeOffset="-92810">17622 15583 143 0,'0'0'321'0,"0"0"-25"0,-13-9-24 16,13 9-26-16,0 0-31 0,0 0-20 0,-4-3-27 15,4 3-34-15,0 0-44 0,0 0-54 0,0 0-59 16,0 0-35-16,0 0-45 0,0 0-51 0,0 15-143 16,0-15-321-16,5 11 142 0</inkml:trace>
  <inkml:trace contextRef="#ctx0" brushRef="#br0" timeOffset="-92362.09">18509 15988 196 0,'0'0'265'0,"0"0"-25"0,8-1-23 0,-8 1-20 15,0 0-19-15,0 0-21 16,0 0-16-16,12 5-18 0,-12-5-38 0,0 0-37 16,15-4-48-16,-15 4-50 0,21 4-62 0,-11-3-170 15,3 1-304-15,6 3 136 0</inkml:trace>
  <inkml:trace contextRef="#ctx0" brushRef="#br0" timeOffset="-92161.57">18958 16008 299 0,'0'0'359'0,"0"0"-12"0,0 0-26 15,0 0-26-15,8-4-27 0,-8 4-30 16,0 0-12-16,6-4-38 0,-1 1-22 0,-5 3-14 16,12-2-24-16,-7 0-29 0,-5 2-33 0,21 2-34 0,-21-2-38 0,17 2-51 15,-10 1-63-15,6-1-59 0,2 0-62 0,1-1-190 16,4 4-466-16,0-5 207 0</inkml:trace>
  <inkml:trace contextRef="#ctx0" brushRef="#br0" timeOffset="-91860.8">19595 15593 79 0,'-4'-7'297'0,"4"7"-29"0,0 0-31 0,0 0-25 0,0 0-22 15,0 0-18-15,0 0-14 0,-9 17-19 0,9-10-14 16,1 1-10-16,-2 6-13 0,1-2-23 0,0-4-32 15,0 4-38-15,1 3-44 16,1-1-42-16,0 1-36 0,-1-2-35 0,6 1-36 16,-4-1-95-16,-1-4-302 0,3 2 134 15</inkml:trace>
  <inkml:trace contextRef="#ctx0" brushRef="#br0" timeOffset="-91713.68">19803 15741 278 0,'7'-5'359'0,"-7"-1"15"0,0 6-3 0,10-4-24 0,-7-1-24 15,-3 5-36-15,0 0-34 0,0 0-30 0,0 0-31 16,0 0-18-16,0 0-25 0,0 0-16 0,10 14-35 16,-10-6-33-16,-3 2-35 0,3-1-29 0,-3 9-29 15,3 0-40-15,-4 2-55 0,-1 5-66 0,-3 4-97 16,-7 11-209-16,10-10-534 0,-5 9 236 0</inkml:trace>
  <inkml:trace contextRef="#ctx0" brushRef="#br0" timeOffset="-91090">20388 16275 216 0,'0'0'465'0,"0"0"11"0,-5-6 0 16,5 6-30-16,0 0-28 0,0 0-26 0,0 0-29 0,0 0-33 16,0 0-33-1,0 0-29-15,0 0-29 0,0 0-27 0,0 0-23 16,-4-6-20-16,4 6-23 0,0 0-10 0,0 0-15 15,0 0-6-15,0 0-19 0,12 21-10 0,-12-15-7 16,8 3-12-16,-8 1-14 0,2-1-15 0,-2 5-20 16,0-5-19-16,0 0-24 0,-8 5-35 0,6-6-33 15,-3 4-47-15,-2-1-34 0,-1 1-28 0,-7 0-22 0,0 0-27 16,0-2-28-16,9 2-50 0,-6-4-38 0,6-1-261 0,-3 0-680 16,4 0 301-16</inkml:trace>
  <inkml:trace contextRef="#ctx0" brushRef="#br0" timeOffset="-90704.61">20921 16116 11 0,'0'0'382'16,"0"0"7"-16,-7-6 10 0,7 6-12 0,0 0-4 16,-5-5-16-16,5 5-17 0,0 0-20 0,0 0-24 0,0 0-20 15,0 0-22-15,0 0-22 0,0 0-25 0,0 0-19 16,0 0-16-16,0 0-16 0,0 0-18 16,0 0-15-16,0 0-14 0,0 0-9 0,26-1-15 0,-26 1-8 15,20 4-9-15,-8 1-5 0,4-1-9 0,-1-1-5 16,5 4-9-16,3-3-3 0,-1-3 1 0,1 6-15 0,4-2-5 15,-11-2-8-15,7 2-9 0,2-2-3 0,3 0-8 0,-8-3-8 16,-5 6-13-16,5-4-20 0,-5-2-15 0,-2 0-27 16,-1-2-29-16,-6-1-33 0,7 0-40 15,-4 3-38-15,-9 0-38 0,10-4-45 0,-10 4-37 0,10-3-51 16,-10 3-255-16,3-5-703 0,-3 5 311 0</inkml:trace>
  <inkml:trace contextRef="#ctx0" brushRef="#br0" timeOffset="-90388.2">21109 15987 242 0,'0'0'387'0,"-1"-11"11"0,1 11 0 0,-2-7 1 15,2 7-23-15,0 0-14 0,-7-4-21 0,7 4-31 16,0 0-29-16,0 0-28 0,-1-7-30 0,1 7-28 16,0 0-21-16,0 0-21 0,0 0-12 0,0 0-12 0,0 0-15 0,8 27-16 15,-6-17-10-15,-2 0-4 0,0 7-9 0,0-2-8 16,0 4-8-16,0 1-6 0,0 4-2 0,-2 3-6 16,2-2-3-16,0 1-35 0,-7-3-27 0,7 4-38 15,0-10-48-15,-1 2-29 0,1 1-23 0,0-1-14 16,0-1-22-16,0-1-34 0,8 1-38 0,-6-9-51 15,3 1-60-15,-4 2-209 16,12-1-634-16,-3 1 280 0</inkml:trace>
  <inkml:trace contextRef="#ctx0" brushRef="#br0" timeOffset="-90087.43">21674 16062 216 0,'0'-8'431'0,"3"1"19"0,0-2 4 0,1 3-13 16,-1 1-19-16,-1 0-25 0,-2 5-24 0,1-12-35 16,-1 12-33-16,2-6-29 15,-2 6-34-15,5-4-29 0,-5 4-25 0,0 0-14 16,0 0-26-16,0 0-15 0,6 22-10 0,-4-13-11 15,0 2-13-15,1 3-11 0,2 4-9 0,-2 1-5 16,-1 1-10-16,3 6-6 0,3-1-6 0,-8 0-11 16,2 4-34-16,1-3-49 0,-6 1-50 0,6-8-57 15,-3 8-40-15,0 1-32 0,2-1-43 0,3-1-61 16,-5-5-72-16,-5 1-324 0,5-2-779 0,8-5 345 0</inkml:trace>
  <inkml:trace contextRef="#ctx0" brushRef="#br0" timeOffset="-89554.99">22195 15682 110 0,'0'0'351'0,"0"0"-11"16,0 0-10-16,0 0-23 15,0 0-23-15,0 0-17 0,10 23-1 0,-3-14-10 16,4 3-12-16,-1 3-4 0,5 0-15 15,0 8-21-15,5 2-11 0,0 8-17 0,-2-6-19 0,10 9-17 16,-5 5-6-16,-1-7-17 0,-2 1-10 0,3 5-14 16,-13-12-9-16,5 14-11 0,-7-10-4 0,-2 10-6 15,-4 0-5-15,-10 0-21 0,0-2 4 0,-14 6-5 16,-6-6-10-16,1 1-14 0,-1-4-37 0,-8 0-35 0,6-2-32 0,-8-1-30 16,3-3-22-16,-1 0-24 0,13-10-30 0,3-2-32 15,-3 4-39-15,13-9-46 0,-4-1-255 0,13-2-617 16,-3-1 274-16</inkml:trace>
  <inkml:trace contextRef="#ctx0" brushRef="#br0" timeOffset="-89269.83">22758 16570 397 0,'0'0'456'0,"0"0"-3"15,0 0-11-15,0 0-35 0,6-4-39 0,-6 4-42 16,0 0-33-16,0 0-27 0,0 0-30 0,0 0-20 16,5 17-21-16,-3-10-19 0,3 3-18 0,-2-2-14 15,-3 3-19-15,0 4-5 0,4 2-15 0,-8-2-15 16,4 4-32-16,-10 0-40 0,5-1-53 0,-6 3-60 0,-4 0-55 0,-5 4-38 15,-10 4-63-15,-6-2-90 0,-10-6-325 0,-2-3-720 16,-5 0 320-16</inkml:trace>
  <inkml:trace contextRef="#ctx0" brushRef="#br0" timeOffset="-88652.68">17741 16735 29 0,'0'0'373'16,"0"0"-13"-16,0 0-17 0,0 0-24 0,0 0-26 15,7-4-33-15,-7 4-22 0,0 0-24 0,0 0-28 16,0 0-10-16,0 0-24 0,0 0-19 0,0 0-7 16,-9 16-14-16,11-11-9 0,-2-5-6 0,0 12-17 15,0-5-5-15,0 1-9 0,-2-1-9 0,1 1-22 0,-1 3-30 0,0-1-28 16,2-1-43-16,-6 0-55 0,6 3-63 0,0-6-70 15,0 3-277-15,0 3-575 0,0-2 254 0</inkml:trace>
  <inkml:trace contextRef="#ctx0" brushRef="#br0" timeOffset="-88467.79">17772 17143 63 0,'0'0'325'0,"0"7"-4"0,0-7-10 16,0 0-16-16,0 0-25 0,0 0-21 0,0 0-25 15,0 0-24-15,0 0-20 0,0 0-18 0,0 0-17 16,0 8-14-16,0-8-23 0,0 7-25 0,0-7-31 16,5 8-28-16,-3 0-31 15,0-2-39-15,-2 3-47 0,5 2-38 0,1-3-46 16,-2 4-41-16,1 3-195 0,-4-1-445 0,11 1 198 16</inkml:trace>
  <inkml:trace contextRef="#ctx0" brushRef="#br0" timeOffset="-88298.53">17875 17494 211 0,'-7'5'244'0,"7"-5"1"0,0 0-8 0,-3 4-14 16,3-4-14-16,0 0-15 0,0 0-22 0,0 0-15 15,0 0-20-15,8 8-9 0,-8-8-14 0,2 6-9 16,0-2-8-16,-2-4-9 0,0 12-8 0,3-4-16 0,-1-1-36 16,-2 2-54-16,1 2-64 0,6-2-83 15,-5 3-235-15,1-2-441 0,0 2 195 0</inkml:trace>
  <inkml:trace contextRef="#ctx0" brushRef="#br0" timeOffset="-86832.43">19419 18022 167 0,'-6'-7'300'0,"4"0"-10"0,-1-3-8 16,1 3-5-16,0-1-3 0,2 3-8 16,-5-4 1-16,5 3-14 0,0-1-5 0,-6 2 0 15,6-4-21-15,0 9-18 0,0-14-9 0,0 14-14 0,0-4-21 0,0 4-15 16,6-7-16-16,-6 7-15 0,14-7-18 0,-3 7-7 16,1-3-7-16,-12 3-13 0,30 6-6 0,-10-9-4 0,-4 6-16 15,2 0 3-15,1-2-7 0,4 1-8 0,-7 3 2 16,4-2 4-16,-7-2-19 0,4 0 2 0,-7 4-8 15,1-4 1-15,-2 1-9 0,-1 1 6 0,-1 1-4 16,-7-4 0-16,11 0-2 0,-11 0-7 0,10 2 4 0,-10-2-3 16,5 5-3-16,-5-5-2 0,2 4 3 0,-2-4 0 15,0 0-3-15,8 6-2 0,-8-6 8 0,2 6-4 0,1 0 4 16,-3-6-5-16,0 10 0 0,0-2 1 0,2-1 3 16,4 4-2-16,-4-2 0 0,-2 1-4 0,0 4 2 15,7 1-6-15,-7 0 9 0,6 3-1 0,-4 2-1 16,4-4 3-16,1 3-1 15,0 5-13-15,-1 3 15 0,4-1 1 16,2 0-3-16,-4 1 2 0,0-2-2 0,-1 1-8 0,3 1 4 16,-3 0 6-16,4 1-5 0,-4-1 1 0,3 0-5 15,-5-1 7-15,5-1 1 0,-5-9-1 0,3 11-1 16,-5-4 0-16,0-4 1 0,-1 3-1 0,0-3-5 16,3-6 4-16,-10 7-3 0,11-5 6 0,-4 0-6 15,1 0 3-15,-1-2 3 0,-2 2 8 0,0 0-7 0,0-7-2 0,0 1-1 16,2 3-1-16,-4-3 1 0,4 2-1 0,-2-4-1 15,0 0 5-15,0 1-7 0,0-2 3 0,3 2-5 16,0-1 7-16,-3-1-2 0,0 0 1 0,2 0 2 16,-2-6-2-16,0 9-1 0,0-1-1 0,0-6-2 15,0-2 7-15,3 11-6 0,-3-5-1 0,0-6 1 16,2 9 10-16,-2-9-7 16,0 6 6-16,0-6-12 0,0 6 4 0,0-6-2 15,2 12 1-15,-2-12 3 0,0 4-2 0,0-4 1 16,0 5 5-16,0-5 0 0,0 9-17 0,0-9 13 15,0 0-3-15,0 6 5 0,0-6-6 0,0 6 3 16,0-6 0-16,0 8-2 0,0-8 3 0,0 0-1 16,0 8-12-16,0-8 13 0,0 5 12 0,0-5-16 15,0 6 3-15,0-6 1 0,0 0-3 0,3 8-1 0,-3-8 4 0,3 5 0 16,-3-5-1-16,0 0-3 0,0 7-4 0,0-7 5 16,0 0 4-16,0 0-3 0,0 0 5 0,5 6 1 15,-5-6-1-15,0 0-4 0,0 0 2 0,0 0 10 16,0 0 5-16,0 0 18 0,0 0 14 0,0 0 2 15,0 0 8-15,0 0 4 0,0 0 3 0,0 0-5 16,0 0-3-16,-18 0-2 0,18 0-8 0,-23-5-3 0,5 2-6 0,-11-6-5 16,-7 4-22-16,-9-7-39 0,-9 1-77 0,-4-5-84 15,-4 3-92-15,-24-9-102 0,2-4-436 0,-2 10-885 16,2-10 391-16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1T10:01:05.63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13414 766 171 0,'0'0'325'0,"-3"-5"-19"0,0-5-13 0,3 10-15 15,0 0-10-15,3-7-31 0,-3 7-21 0,3-5-23 16,-3 5-27-16,0 0-10 0,0 0-21 16,0 0-16-16,0 0-16 0,0 0-9 0,0 0-5 0,15 19-12 15,-15-15-5-15,2 5-6 0,1 3 34 0,-3-5 0 0,4 11-6 16,-4-6-10-16,6 3 2 0,-6 1 15 0,0-1-12 15,0 1-1-15,0 0-5 0,0 3-12 0,5 1-9 0,-5-2-4 16,0 2-6-16,0 7-5 0,2 0-4 0,6 0 0 16,-5-6-9-16,1 4-2 0,4-1-1 15,-3 3-2-15,3-1 2 0,-1-8-8 0,1 7 1 0,-1-5-21 16,-1 7-26-16,4-12-40 0,-5 3-22 0,4-1-27 0,-4-4-25 16,3 2-31-16,-7-3-47 0,4 0-37 0,-3-5-50 15,0 0-39-15,3-2-172 0,-5-5-555 0,1 3 246 0</inkml:trace>
  <inkml:trace contextRef="#ctx0" brushRef="#br0" timeOffset="332.01">13414 803 123 0,'-6'-8'304'0,"-2"3"1"0,8-2-3 0,-4 1-4 16,1 0-12-16,3 6-15 0,-3-6-6 0,-2 2-18 0,5 4-7 15,-2-10-21-15,2 10-17 0,0 0-12 16,-3-7-14-16,3 7-21 0,0 0-22 0,5-6-8 16,-5 6-15-16,15-3-7 0,-7 2-13 0,5-2-10 15,0 3-5-15,-1-4-9 0,4 1-4 0,8 2-10 0,-3 0 10 16,-3-1-25-1,2 2-2-15,8-1-1 0,-9-3 10 0,4 3-23 16,2-1 2-16,-7 1-14 0,3-2-15 0,-1 2-14 16,-3-2-16-16,-2-1-21 0,-4 1-17 0,-1 2-16 15,0-2-8-15,3 2-10 0,-13 1-14 0,14-4-19 16,-14 4-23-16,8-3-28 0,-8 3-35 0,0 0-29 16,0 0-28-16,0 0-195 0,0 0-518 0,0 0 230 0</inkml:trace>
  <inkml:trace contextRef="#ctx0" brushRef="#br0" timeOffset="617.16">13496 1014 81 0,'0'0'273'31,"-7"4"-5"-31,5 3-4 0,2-7-10 0,0 0-15 16,0 0-9-16,-1 5-14 0,1-5-14 0,0 0-16 15,0 0-21-15,0 0-15 0,0 0-15 0,0 0-14 0,0 0-14 0,0 0-11 0,0 0-8 0,8 5 2 16,-8-5-17-16,5 3-4 0,-5-3 2 0,11 5-13 16,-6-4-9-16,9-1 1 15,-4 1-8-15,9 6-1 0,-2-6-7 0,3-1-10 16,3 0-12-16,-1 3-19 0,-4 1-31 0,8-4-32 16,-8 2-35-16,2-2-42 0,3-2-43 0,-6 4-44 15,5-2-42-15,-4 0-162 0,-8 0-473 0,5 0 211 16</inkml:trace>
  <inkml:trace contextRef="#ctx0" brushRef="#br0" timeOffset="1002.57">13784 1029 70 0,'0'-8'231'0,"0"8"-21"15,0 0-21-15,0 0-21 0,0 0-13 0,19 9-12 16,-10-2-2-16,-4 0-6 0,5 2-8 0,4 2-13 16,0 0-8-16,-6 5-12 0,7-1-9 0,0 1-4 15,0-1-7-15,5 6-12 0,-6 0-5 0,3 0-4 16,-4-3-3-16,4 2-6 0,-6-4-1 0,6 5-3 16,-9-4-6-16,5-1 5 0,-6 5-7 0,3-6 0 15,-5-1 0-15,2-3-2 0,-4-3-4 0,0 4 2 0,-3-4 24 0,2-1 15 16,-2 1 12-16,0-1 7 0,-3 1 12 15,3-8 16-15,-2 7 12 0,2-7 1 0,-10 1-17 0,10-1-4 16,0 0-14-16,0 0-10 0,-8-11-7 0,4 0-8 16,4 3-5-16,0-7-8 0,0 2-8 0,4 1-5 15,-1-6-10-15,2 0-3 0,7-1-8 0,2-3-12 16,3 0-16-16,1 2-20 16,-1 1-33-16,1 3-19 0,5-3-21 0,0 0-30 15,-8 10-22-15,3-2-24 0,-1-2-30 16,6 6-12-16,-1-1-17 0,-4 2-13 0,0 0-7 15,-1 3-143-15,-2 0-432 0,3 2 193 0</inkml:trace>
  <inkml:trace contextRef="#ctx0" brushRef="#br0" timeOffset="1441.36">14653 1152 228 0,'0'0'236'0,"0"0"-3"0,0 0-18 0,0 0-12 16,0 0-7-16,0 0-14 0,0 0-14 0,0 0-15 15,-37-7-12-15,26 3-10 0,-9 3-9 0,5 2-10 0,-7-1-12 16,-3 0-9-16,6 5-11 0,-3-1-3 0,-6 4-4 0,5-2-11 16,3-3-9-16,2 6-3 0,-2 0-6 0,-7 1-4 15,12 1-3-15,-3 1-8 0,3-1-2 0,7 1-7 0,0-2-3 16,1 5-7-16,5-4-5 0,2 7-1 16,2-9-2-16,10 6-5 0,-1-3-7 0,3-4-14 15,5 0-14-15,0 1-16 0,10 0-15 0,-2-3-6 16,-4-6-11-16,2 3 7 15,3-3 3-15,0-1-4 0,-5-6 2 0,-1 0 10 16,-4-1 2-16,-1-1 11 0,-2-4 11 0,-1 1 12 16,-2-3 21-16,-4-3 29 0,-1 4 34 0,0-2 16 15,-4 0 20-15,-3 5 10 0,0-9 13 0,-2 4 10 16,1 1 9-16,-3-3 17 0,-2 5 0 0,-1 2 14 16,7 2 2-16,-2 2-10 0,-1 0-14 0,1 0-17 15,2 7-20-15,-3-9-4 0,3 9-30 0,-7-4-14 0,7 4-24 0,0 0 3 16,0 0-7-16,0 0-7 0,9 20-9 0,-8-9-10 15,4 4-21-15,0 1-16 0,2 3-23 0,6 4-9 16,-5-3-18-16,6 6-9 0,-1-1-3 0,3-6-16 16,-1 6-30-16,5-3-29 0,0 0-31 0,-2-5-31 15,9 1-35-15,-7-2-185 0,-2-5-494 0,-2-2 218 16</inkml:trace>
  <inkml:trace contextRef="#ctx0" brushRef="#br0" timeOffset="2243.42">15053 1172 166 0,'0'-12'283'0,"-3"4"-8"16,-1-3-5-16,-1 1-9 0,2 2-16 0,3 4-20 15,0-4-22-15,0 8-25 0,-6-12-22 0,6 8-14 0,0 4-24 0,0 0-13 16,0 0-9-16,0 0-10 0,-7 18-9 0,7-18-5 16,-2 16-11-16,2-5-4 0,2 1-8 0,-2 4-4 15,3 1-6-15,2 0-6 0,-5 0-5 0,2-2-13 16,1 0-5-16,-1 5-8 0,4-5-5 0,1 1-6 15,-7-6-5-15,3 3-4 0,2-4-3 0,-5 1 5 16,4-5-2-16,-1 4 4 0,-1-3 3 0,-1-3-1 0,-1-3 4 0,0 0-1 16,0 0 1-16,0 0 4 0,17-11 3 0,-12 3 7 15,0-3 13-15,-2-1 13 0,2-7 5 0,-5 7 7 16,8-7 8-16,-4 0 8 0,-4 3 1 0,3-3 9 16,5 2 5-16,-8 2 5 0,5 0 3 0,-3 4 10 15,-2-4-23-15,1 6 12 0,6-3-18 0,-7 5-5 16,0 0-12-16,2 2-6 15,1-2-4-15,-3 7-18 0,2-7-24 0,-2 7-6 16,0 0-1-16,0 0-5 0,0 0-14 0,15 19-8 16,-12-11-10-16,4 2-3 0,2 1-11 0,-5 6-7 15,2-2-4-15,1 0-6 0,3 4-3 0,3-3-1 16,-8 3-6-16,5-4-3 0,3-1-2 0,-6 1 5 16,3 2 7-16,-4-9 2 0,4 1 12 0,-1-1 8 15,-1-3 5-15,0-2 3 0,1-2 13 0,-3 2 5 0,-6-3 11 0,12-7 15 16,-7 4 18-16,1-6 6 0,1-1 20 0,-5 0 14 15,3-5 14-15,3 0 8 0,-3-1 12 0,-2 0 18 16,4-1 3-16,-4 0 5 0,2 1 5 0,3 1-10 16,-6 0 3-16,1 6 0 0,-1-3-8 0,5 0-8 15,-6 5-8-15,1-1-9 0,-2 2-13 0,3 0-7 16,-3 6-18-16,5-6-8 16,-5 6-6-16,0 0-4 0,0 0-16 0,20 12-7 15,-13-3-3-15,-2 0-9 0,6 2-11 0,2 1-9 16,-1 1 4-16,5 2-7 0,4 3-2 0,-1-2-6 15,-2-1-3-15,10 2 3 0,0-5 2 0,-6 6-5 16,8-10 2-16,-12-2 6 0,10 3-2 0,-8-5 5 16,6 2 4-16,-4-6 0 0,-2 0 7 0,3 0 4 15,-8-6 2-15,0-2 3 0,-7 3 5 0,10-5 12 0,-8 3-1 0,-5-3 6 16,3-5 18-16,-6-2 6 0,0 7 10 0,1-4 24 16,-6-1 22-16,1 3 16 0,0-3 9 0,-4 3 6 15,1-3 4-15,-2 6-5 0,2 0-8 16,0 2-5-16,-5-1-12 0,5 1-8 0,-10 3-13 0,9 0-12 15,-7 1 2-15,3 2-11 0,-5 1-11 0,6 1 0 16,-2 3-6 0,-4 1-5-16,7-2-4 0,-6 11 1 0,3-4-3 15,1 3-2-15,3-4 3 0,4 6 0 0,-2 4-1 0,5-3 2 16,0 2-1-16,7-3 0 0,-4 5-1 0,12 0-2 16,0-4-1-16,1 9-5 0,8-4-9 0,-1-8-20 15,5 2-32-15,13 3-37 0,-9-7-45 0,4-1-39 16,5 1-51-16,6 0-62 0,-4-7-71 0,-12-1-296 15,16-3-705-15,-11 0 313 0</inkml:trace>
  <inkml:trace contextRef="#ctx0" brushRef="#br0" timeOffset="4025.88">16271 812 352 0,'-1'-16'348'0,"-8"3"-8"0,9-4-4 0,-1 5-2 16,-3 2-8-16,4 1-7 0,0-2-21 0,0 6-17 0,-1-3-24 15,-8 2-27-15,9 6-24 0,0-9-25 0,0 9-24 0,-3-4-20 16,3 4-21-16,0 0-15 0,0 0-10 0,0 0-9 16,-2 19-10-16,2-7-5 0,-6 7-7 0,6 1-4 0,5 11-8 15,-10 0-9-15,3 11-11 0,-4-2-8 0,12 5-8 16,-6-7-7-16,-6 3-3 0,6 1-18 15,0-1-12-15,6-2-1 0,-6-12-4 0,2-2-3 0,3 0-14 16,-4-5 4 0,1 0 4-16,1-5-4 0,-3-2 3 0,4-5 4 15,1 4 3-15,-5-5 7 0,1 0 4 0,4-6-2 16,17-2 12-16,-14-3-1 0,0-3 0 0,7-3 8 0,5-3 14 16,-5-3 3-16,7-8 9 0,-6 6 4 0,4-9 7 15,8-6 12-15,-11 7 10 0,1 4-1 16,-3-3 16-16,0 2 6 0,-7 5 0 0,4 3-2 0,-4-2-5 15,-2 1-3-15,4 5-6 0,-5 4-9 0,4-2-8 0,-9 3-8 16,6 3-14-16,-6-3-7 0,0 6 0 0,0 0-2 16,0 0-5-16,10 14-1 0,-5-5 0 0,0 1 2 0,0 7-1 15,2-4-3-15,-2 9-2 0,10 1 1 0,-2 4-3 16,-5 0-5-16,0 0 0 0,7 0-1 16,0-3 2-16,0 0 0 0,0-2-6 0,-2-6 1 15,-5 2-4-15,6-8 5 0,-6 4-2 16,2-2-2-16,-2-7 7 0,0 5 3 15,2-9 3-15,-5-1 4 0,-5 0 2 0,17-3 5 16,-9-6 8-16,0 5 6 0,2-4 26 0,-1-7-10 0,-1-1 7 16,-1-7 8-16,4-5-1 0,-8 1 1 0,6-14-6 15,-6 2-3-15,2 7 4 0,2 0 0 0,-4 0-6 16,-1 2-3-16,-2 0 0 0,3-1-1 16,-6 2-10-16,3 4 2 0,0 5-8 0,0 5 3 0,-2 1-11 0,4 2-8 0,-4 4-18 15,4 1-38-15,-4 2-49 0,2 5-66 16,0-9-31-16,0 9-1 0,0 0-13 0,0 0-5 0,0 0-9 15,-10 25-17-15,12-13-23 0,6 6-27 0,-3 2-28 16,3-1-241-16,0 1-606 0,1-4 268 0</inkml:trace>
  <inkml:trace contextRef="#ctx0" brushRef="#br0" timeOffset="4796.68">17317 1131 157 0,'0'0'283'0,"-1"-8"-14"0,-8 4-18 15,4 1-20-15,5 3-23 0,-16-5-23 0,8 4-18 16,-6 2-16 0,14-1-14-16,-24 7-14 0,10-2-5 0,-1 1-13 15,4 3-10-15,-4 3-9 0,5-1-8 0,-3 1-5 0,6 2-9 16,-4-4-7-16,7 8-5 0,3-2-6 0,-1 2-1 16,2 2-8-16,3-4 0 0,1 4-6 15,5-2-3-15,-2-5-2 0,6 5-4 0,-3-6-6 16,2 0 2-16,1-1-5 0,0-2-1 0,1-2-1 0,0 0-6 15,1-6 4-15,-8 2-3 0,8-6 2 0,-7 2-1 0,0-6 1 16,4 0-5-16,-4-1 4 0,-1-2-1 0,0-4-1 16,-6-1 1-16,7-4 3 0,-8-2 2 0,7 5 12 0,-7-6 5 15,0 3 7-15,3-1 9 0,-3 1 9 16,0-1 15-16,0 5 2 0,4 0 16 0,-4-1-6 16,0 1 2-16,0 6 3 0,0 0-13 0,1 0 2 15,-1 1-5-15,0 1-8 16,0 4-12-16,0 3-11 0,12-6 1 0,-2 6-11 15,-10 0-3-15,28 6-13 0,-11 0-5 0,2 5 3 16,0-1-8-16,-3 0-4 0,11 4-7 0,-3 4-1 16,3 1 0-16,-6-2-3 0,8 1-2 0,0-1-1 15,-7 2-7-15,1-2-2 0,-8-5 1 0,-2-1-3 16,-3 3-2-16,5-5-1 0,-10 4 2 0,5-6 2 16,-7-3 1-16,1 5 5 0,2-6 3 0,-1 1 5 0,-5-4 10 0,0 0 12 15,0 0 18-15,0 0 3 0,0 0 5 0,0 0 15 16,0 0 2-16,-28-12-4 0,21 5 0 0,1 2-2 15,-1-5-6-15,4-2-4 0,-4 2-1 0,1-7-9 0,6 5-11 16,-2-5-10-16,2-2-20 0,2 3-26 16,4-3-24-16,1 1-30 0,-1-6-25 0,8 8-28 15,2-8-24-15,1 0-23 16,-1-1-26-16,6-2-15 0,1 1-5 0,4-4-5 16,-4 6-5-16,0 0 23 0,-2 1 21 0,-4 2 32 15,-4 3 38-15,4-2 33 0,-7 0 35 0,0 5 42 16,-9-5 29-16,3 2 31 0,-1 2 26 0,-3-2 17 15,0 5 15-15,-3-4 10 0,3 8 4 0,-5-4 12 16,5 5 5-16,-5 0-10 0,3 0-11 0,-1 0-9 16,-2 2-12-16,5 6-14 0,0-5-7 0,0 5-3 0,0 0-10 0,0 0-4 15,-14 12 0-15,13-3-7 0,1 2-3 0,0 5-1 16,0 6-4-16,0-3-3 0,0 9 0 0,1-1-2 16,6 4-5-16,-7 1 1 0,2 9 3 0,3 1-5 15,0-9-1-15,5 4-4 0,-2-5-4 0,-2 7-5 16,1 0-8-16,1-8-12 0,-1-4-10 0,6-4-11 15,-3-1-18-15,3-1-14 0,-4 1-22 0,-1-9-20 0,-1 4-22 0,3-8-13 16,-1-2-22-16,1-1-15 0,2-4-14 0,-2-2-6 16,0 0-118-16,-2-7-348 0,4 0 155 0</inkml:trace>
  <inkml:trace contextRef="#ctx0" brushRef="#br0" timeOffset="5012.81">18259 1180 389 0,'10'-22'9'0,"2"-3"40"16,-7 2 50-16,1-3 33 0,-3 6 34 0,-1 6 26 15,-4-6 13-15,2 4 15 16,0 4 11-16,0-6 17 0,-3 8 11 0,-2-2 2 15,4 4-19-15,-4-1-13 0,-2 3-17 0,2-1-7 16,2 0-31-16,-4 3-15 0,7 4-31 0,-13-1-13 16,13 1-9-16,-17 4-11 0,7-1-15 0,2 7-6 15,-5 1-3-15,1 3-9 0,4-1-6 0,0 2 0 16,1 11-2-16,-1-1-10 0,6-1-4 0,-1 3 3 16,3-1-4-16,3-3-5 0,-1 3-3 0,11-1-11 0,-3 1 8 0,8-2-22 15,0 0-15-15,4-5-29 0,13 8-43 0,4-7-23 16,3-2-34-16,2-3-45 0,-1-2-50 0,2-1-54 15,-2-5-56-15,4-3-232 0,-4 0-622 0,3-4 275 16</inkml:trace>
  <inkml:trace contextRef="#ctx0" brushRef="#br0" timeOffset="6200.27">13560 2059 69 0,'-16'3'227'0,"2"-3"3"0,6 2-1 0,-4-2-9 16,12 0-14-16,-11 3-11 0,11-3-13 0,0 0-17 15,-12 0-10 1,12 0-8-16,0 0 2 0,0 0 6 0,0 0-9 0,43 3-14 16,-11-3-5-16,16-3-3 0,6 0-9 0,4 1-2 15,4-2-8-15,25 1-8 0,6-1 0 0,10 0-8 16,44-6 2-16,-46 4-11 0,6-1 4 0,44-2-2 16,-7 1-2-16,-41 2-3 0,44-2-3 0,-44 3-2 15,44 2-3-15,-38-4-8 0,37-1-2 0,-39 4-12 16,37-4-5-16,-41 3-2 0,3 2-1 0,40-6-11 0,-52 4-11 0,5 3 11 15,2-5-5-15,-3 4-5 0,-4 5 3 0,2-5-1 16,-1 0-6-16,-4 0-1 0,-4 0 2 0,-6 3-1 16,-21-2-5-16,24 1 1 0,-31 1-1 0,7 0-5 15,-2 0-4-15,-5 1 7 0,-3 1-3 0,1-2 1 16,3 3 0-16,-2-3 1 0,-8 0 0 0,4 0-3 16,-16 2 5-16,4-4-4 0,-1 4-2 0,-3-2 3 0,-4 1-4 0,3-1 7 15,-8 0-5-15,5 0-5 0,-6-3 2 0,1 3 4 16,-6-3 2-16,2 1 5 0,-5 1-6 0,-6 1-7 15,7-3-1-15,0 2 4 0,-2-1 1 0,-3 2-12 16,0 0 12-16,1-1 0 0,-11 1 0 0,17-4-1 16,-7 4 13-16,-10 0-14 0,17 0-6 0,-17 0-3 15,16 0 2-15,-6 0 4 16,-10 0 3-16,15 0-6 0,-15 0 8 0,15 0-6 16,-5 4 4-16,-10-4 2 0,16 0-3 0,-9 0-6 15,-7 0 10-15,15 0 0 0,-15 0-7 0,8 1 5 16,-8-1-1-16,12-1 2 0,-12 1-6 0,10 1 9 15,-10-1-7-15,0 0 1 0,14 0 4 0,-14 0-6 16,7 2 6-16,-7-2-1 0,13-3-10 0,-13 3-12 16,17 0-18-16,-17 0-22 0,0 0-29 0,15 1-16 0,-15-1-49 0,8-5-69 15,-8 5-90-15,10-3-317 0,-10 3-681 0,8-4 303 16</inkml:trace>
  <inkml:trace contextRef="#ctx0" brushRef="#br0" timeOffset="20583.37">4412 5044 284 0,'0'0'309'0,"-10"-1"-18"0,10 1-10 15,0 0-15-15,-6-2-16 0,6 2-19 0,0 0-15 16,0 0-21-16,0 0-22 15,0 0-16-15,0 0-14 0,0 0-12 0,0 0-14 16,0 0-10-16,0 0-13 0,0 0-8 0,31-1-16 16,-18-2-8-16,-1 0-24 0,3 3-30 0,0-3-32 15,6 3-35-15,-8-2-45 0,4-2-54 0,3-1-56 16,0 0-49-16,-4 3-186 0,-1-6-484 0,3 1 215 16</inkml:trace>
  <inkml:trace contextRef="#ctx0" brushRef="#br0" timeOffset="21993.49">5572 4884 279 0,'-8'-4'426'16,"1"-4"-12"-16,4 5-36 0,0-4-29 0,1 0-41 16,-4 3-30-16,6 4-28 0,-5-8-46 0,5 8-61 0,0-4-75 15,0 4-84-15,0 0-94 0,0 0-105 0,0 0-245 16,0 0-497-16,0 0 219 0</inkml:trace>
  <inkml:trace contextRef="#ctx0" brushRef="#br0" timeOffset="23096.3">5435 4339 1 0,'0'0'317'0,"-8"-3"-8"0,8 3-4 0,0 0-15 15,-15-1-5-15,15 1-16 0,0 0-15 0,0 0-19 0,0 0-17 0,0 0-19 16,0 0-17-16,0 0-11 0,0 0-15 0,0 0-11 16,0 0-4-16,0 0-14 0,0 0-9 0,0 0-8 15,0 0-13-15,0 0-10 0,0 0-4 0,43 0 11 16,-22 1-17-16,4 1-1 0,12-2-7 0,11 0-9 15,0 1-4-15,3 3-9 0,0-4 0 0,7 0-3 16,-5 0-11-16,10 1-2 16,-2-2 2-16,-1 1 5 0,-4 1-2 0,-1-1-17 15,1-1 1-15,-8-3-1 0,2 4-1 0,-7 0-6 16,-9 0 10-16,1 0-15 0,-3-1-3 0,-1-1-3 16,-9 2 13-16,1 0-4 0,-2 0-5 0,-4-1-1 15,1 1 2-15,-3 0 0 0,-5 0-1 0,3 0 0 16,-1 0 1-16,-1 0-3 0,-11 0-3 0,14 0-3 0,-14 0-1 15,14-3-1-15,-14 3 4 0,9 0-17 0,-9 0-3 0,11 0-9 16,-11 0-12-16,0 0-7 0,10-1-16 0,-10 1-9 16,0 0-12-16,0 0-2 0,0 0-12 0,17-4-10 15,-17 4-5-15,6 0-12 0,-6 0-11 0,14-3-11 16,-14 3-17-16,6-1-13 0,-6 1-19 0,0 0-5 16,15 0-11-16,-15 0-14 0,10-4-12 0,-10 4-156 0,0 0-428 15,12-2 189 1</inkml:trace>
  <inkml:trace contextRef="#ctx0" brushRef="#br0" timeOffset="23497.31">6670 4184 132 0,'-7'-4'290'0,"7"4"-14"0,0 0-17 16,0 0-18-16,0 0-22 0,0 0-23 0,0 0-21 15,0 0-12-15,0 0-14 0,0 0-20 0,0 0-11 0,0 0-13 0,10 20-6 16,-3-14-6-16,4 2-12 0,-4-3-5 0,4 4-8 16,3 2-6-16,1-2-7 0,-1 1-8 0,5 1 3 15,-4-2-2-15,3 3-10 0,-5-2-4 0,0 2-6 0,2-2-2 16,-5-1 6-16,3-4-12 0,-6 3-1 15,1 2-5-15,-1-2 0 0,-5-7-4 0,4 6 1 16,-4-3-3-16,4 5 1 16,-6-3 5-16,4-2-7 0,-4 4-1 0,-4 1-2 15,3-2 2-15,-6 0 1 0,1 1-1 0,-1 0 2 16,-3 1-6-16,5 1 2 0,-8 1 1 0,1 0-2 16,1-1 0-16,-3 7-8 0,-1-4-23 0,4-1-28 0,3 3-26 15,-7-1-42-15,-2 0-41 0,9-2-48 16,-4 3-253-16,7-7-506 0,5 6 224 0</inkml:trace>
  <inkml:trace contextRef="#ctx0" brushRef="#br0" timeOffset="24446.49">8173 4184 2 0,'19'-14'199'15,"-2"5"-1"-15,-2-2-8 16,13-5-5-16,-6 0-5 0,-1-6-6 0,2 6-4 15,-6 0-4-15,1-6-5 0,-1 3-9 0,-3-2-7 16,0 6 0-16,-4-3 3 0,-2-2-10 0,-3 7 3 16,3-3 2-16,-6-1 1 0,-1 4 6 0,1-1-7 15,-4 1 3-15,1 1-3 0,1-2-13 0,-4 2-13 16,-2 3-8-16,3 1-16 0,-1 1-6 0,-1-1-20 16,-3 3 1-16,5-2-13 0,-9 3-5 0,9 2-8 0,-10-2-3 0,13 4-11 15,-19 4 0-15,6-2 12 0,0 6-19 0,-4 2-2 16,4 0-3-16,-7 5-3 0,5-4 0 0,2 7-9 15,-2 4 0-15,0 1 4 0,0 3-5 0,2 1-2 16,0 1 20-16,1 11-17 0,1-3-1 0,2 5 5 16,3-6-2-16,3 0-1 0,3 4-4 0,0 3 3 15,3-2-1-15,2 0 3 16,-4-8 0-16,8-1-3 0,-3 8-3 0,-1-8 2 16,4-3 1-16,-4 4-2 0,1-2 0 0,2 1-8 15,-1-4 9-15,-4 2 5 0,4-2-4 0,0 0 5 16,-6-9-5-16,1 0-4 0,3-2 9 0,-5-1-2 15,7 1-4-15,-7-1-1 0,0-7-5 0,1 4 14 16,-1-4-10-16,2 3-19 0,-2-7-19 0,5-1-15 16,-5-3-29-16,0 12-16 0,0-11-18 0,0-1-13 0,0 0-35 0,0 0-61 15,0 0-58-15,0 0-272 0,0 0-601 0,0 0 267 16</inkml:trace>
  <inkml:trace contextRef="#ctx0" brushRef="#br0" timeOffset="24678.25">7951 4544 273 0,'-15'-7'315'15,"8"5"-7"-15,-1-3-6 0,1 4-4 0,7 1-2 16,-10-5-7-16,10 5-17 0,-3-3 0 0,3 3-31 16,0 0-21-16,0 0-30 0,0 0-11 0,0 0-16 15,13-6-18-15,1 4-17 16,-6 2-20-16,15 0-2 0,-1-3-13 0,1 3-8 15,8 0-18-15,1 0-30 0,4 0-33 0,-8 0-28 16,4 0-32-16,-1 0-30 0,6 0-35 0,-13-1-41 16,4 2-53-16,1-2-55 0,-8 0-63 0,-4-4-188 15,-2 2-565-15,3-2 251 0</inkml:trace>
  <inkml:trace contextRef="#ctx0" brushRef="#br0" timeOffset="25333.16">7640 3492 125 0,'-9'-1'288'0,"9"1"-4"0,-13-7 2 15,13 7-9-15,0 0-6 16,-7-1-14-16,7 1-6 0,0 0-20 0,0 0-18 15,0 0-16-15,0 0-11 0,0 0-16 0,0 0-26 16,0 0-11-16,0 0-12 0,22-7-9 0,0 5-19 16,-1 4-8-16,12-6-4 0,10 4-15 0,2 0-7 15,6 2-2-15,2 1-7 0,10 0-7 0,-3-1-4 16,-1 3 2-16,31 0-2 0,-9-1-4 0,-17 3-4 16,1-3-12-16,-4 0 8 0,-3 1 8 0,10 0-17 0,-12-3-4 0,4 3 0 15,-9-2-7-15,-3 0 3 0,-5-2-1 0,-13 1 2 16,-2-1-4-16,-3 2-1 0,-5-3-2 0,0 0-1 15,-7 2-5-15,-2-4-4 0,-4 4-9 0,6-2-5 16,-13 0-7-16,15 0-8 0,-15 0-10 0,0 0-11 16,0 0-12-16,0 0-17 0,0 0-16 0,0 0-11 0,0 0-21 15,0 0-21 1,-35 2-25-16,19-1-37 0,-4-1-41 0,3 3-233 16,-6 1-530-16,3-4 234 0</inkml:trace>
  <inkml:trace contextRef="#ctx0" brushRef="#br0" timeOffset="27100.04">7560 3516 208 0,'0'0'266'15,"0"0"-16"-15,0 0-15 0,-6-5-22 0,6 5-20 16,0 0-20-16,0 0-21 0,0 0-18 0,0 0-15 15,0 0-14-15,0 0-10 0,-7 19-11 0,7-12-7 0,0 5-8 16,-2 3-5-16,2 6-6 0,-5 6-5 16,2 14-3-16,0 1-5 0,1-1 1 0,-6 6-4 15,1-1 2-15,2 7-1 16,-1-5-1-16,1 5 1 0,0-1 5 0,5 4 8 16,-9-4 0-16,8-6-5 0,-3 1-2 0,3-1-1 15,2-1 7-15,-2-2-15 0,1 0-1 0,0-12-2 16,1-1 1-16,-1 2-6 0,4-3-1 0,-4-1-4 15,0-1-2-15,0-3-7 0,0-1 3 0,0 2-2 16,1-4-2-16,-1-5-2 0,5 1 0 0,-10 1-2 16,10-4-7-16,-10-4 4 0,5 7 1 0,0-7-2 0,0 1-6 0,0-3 7 15,0 3-3-15,0-3 0 0,5-1 0 0,-5 2 1 16,0-3-3-16,0 2 1 0,-5 1-4 0,14-1 3 16,-9-1-1-16,-4 0 1 0,4 1-7 0,0-1 5 15,0-1 11-15,-5 5-10 0,5-4-2 0,-1 2 0 0,1 0-2 16,0-2 2-16,0 4-1 0,0-4 1 15,-4 1 1-15,4 1-4 16,0-2 3-16,0 1-1 0,0 1 9 0,0-1-16 16,0-1 9-16,-1-1-1 0,1 2 0 0,0-3 2 15,0-5-4-15,0 11 3 0,0-11-1 0,0 7-1 16,0-2 5-16,1 1 6 0,-1-6-8 0,0 0-1 16,0 0 3-16,0 0-1 0,0 8-3 0,0-8 0 15,0 0 12-15,0 0-12 0,4 5 1 0,-4-5-3 0,0 0-2 16,0 0 7-16,0 0-5 0,0 0 13 0,0 0-13 0,0 0 7 15,0 0-7-15,0 0 0 0,1 2 7 0,-1-2-5 16,0 0 1-16,0 0-2 0,0 0-2 0,0 0 2 16,9 5 1-16,-9-5-3 0,0 0 6 0,0 0-4 15,0 0 3-15,10 1-1 0,-10-1 3 0,11 3-3 16,-11-3 0-16,8 3 3 0,1-3-3 0,4 0 1 0,-13 0-4 16,18 0 6-16,-6 1-13 0,3-1 9 0,-2 4 0 0,0-4-1 15,10 1 3-15,-6-1-6 0,3 0 7 0,3 3-4 16,7-3-1-16,-2 3 3 0,3-3-6 0,4 0 6 15,3-3-3-15,5 3 0 0,8-8 3 0,-8 5-3 16,5-2-1-16,0 1 1 0,7 1 1 0,-7-2 10 16,0 1-11-16,3-2-2 0,4 1 0 0,-4 0-1 15,-3 2 2-15,2 0-2 16,3-2 0-16,-7-1 2 0,-4 2-1 0,6 3 2 16,-17-4-4-16,6 3 5 0,-3 1-3 0,-1 1-1 15,-6 0 3-15,-1 0-3 0,-6-3 0 0,3 3 9 16,-6 0-12-16,4 3 6 0,-6-3-6 0,0 3 4 15,0-3-1-15,-2 3 0 0,-4-1 3 0,6-1 0 16,-4 2-5-16,-3 0 3 0,7 1-2 0,-6-2 7 16,-1 1 3-16,3-3-11 0,-1 4 2 0,-3-2 2 0,-7-2-1 0,15 1 4 15,-12 3-7-15,-3-4 0 0,12 1 19 0,-12-1-15 16,5 3-1-16,-5-3 2 0,0 0-1 0,0 0 4 16,10 3-2-16,-10-3-6 0,0 0 7 0,0 0 1 15,5 4 1-15,-5-4 0 0,0 0 7 0,0 0-9 16,0 0-4-16,0 0 2 0,0 0 0 0,0 0 1 15,0 0-1-15,0 0-1 16,0 0 3-16,0 0 8 0,0 0-6 0,0 0 11 16,0 0 7-16,0 0 12 0,0 0 8 0,0 0 11 15,0 0 11-15,0 0 12 0,0 0 15 0,0 0-4 16,0 0 2-16,0 0-3 0,0-16-10 0,0 16-5 0,1-7-4 16,-1 7-5-16,-1-8-3 0,1-1-8 15,0 0 9-15,0-6-13 0,0 2-1 0,0-2 1 16,0-4-5-16,0 0-2 0,1-9 0 0,1-4-3 0,5 1-5 0,1-7-3 15,-5 8-2-15,2-2-2 0,5-8-4 0,-5 10 1 16,2-12-5-16,-2 3 3 0,5-1-2 0,3 0 4 16,-8 9-8-16,-4 1 5 0,8-2 7 0,-3-7-4 0,-6 8 2 15,9 4 6-15,-9-5-8 0,0 2-5 0,6 1 2 16,-12-3 1-16,7 7-4 0,4-6-4 16,-5 8 1-16,0 4 0 15,2 0-1-15,-2-2-2 0,0 2-2 0,3 0-2 16,0 3-1-16,-3 0 1 0,7-1-1 0,-7 8 4 15,2-6-5-15,1 0-2 0,-3 6 0 0,0 0 2 16,0 0-2-16,0 1-1 0,-3-1 2 0,6 2-2 0,-3-2-3 16,-3 3-3-16,6 0 6 0,-3 6 1 0,0-10-2 15,0 10-1-15,-3-11 0 0,6 10-1 16,-3 1 4-16,-3-11-3 0,3 11-1 0,0 0 2 0,0 0-1 0,0-9-1 16,0 9 3-16,0 0 0 0,3-6-1 0,-3 6 0 15,0 0 0-15,2-3 0 0,-2 3-3 0,0 0-3 16,0 0 4-16,0 0-1 0,0 0 1 0,0-9 1 0,0 9-6 15,0 0 1-15,0 0 2 0,0 0-2 0,0 0 2 16,0 0-3-16,10-9-1 0,-10 9-3 0,0-3 7 16,0 3-6-16,0 0 1 0,5-6 1 0,-5 6-2 0,0 0 3 0,0-7-1 15,0 7 0-15,8-7-2 0,-6 3 5 16,-2 4-6-16,5-7 0 0,1 5 5 0,-6 2 1 16,8-9 1-16,-8 1-1 0,9 4-1 0,-3-4-1 0,-6 3 2 15,4-5 4-15,1 3-2 0,-5 4-1 0,0-6 4 16,10 1 0-16,-6-1 0 0,-4 3 6 0,2 2-6 15,1-4 1 1,-1-1-5-16,-2 5 4 0,3-3 0 0,-3 0 1 0,0 7-5 16,2-12 5-16,-7 4-2 0,3 1-1 0,-3 3-5 15,-3-2 2-15,2 0-9 0,-3-2-15 16,-6 4-35-16,1 0-33 0,-3-3-46 0,-3 0-33 0,-10 5-27 16,-1 2-25-16,-2-3-60 0,-17 0-68 0,-3 2-329 15,-1-5-740-15,2 4 328 0</inkml:trace>
  <inkml:trace contextRef="#ctx0" brushRef="#br0" timeOffset="39930.54">8681 2496 37 0,'0'-9'306'0,"0"-3"1"0,0 0-14 0,5 3 8 16,-5-2-6-16,0 6 1 0,0-7 0 0,0 2-7 0,0 1-4 0,-5 2-15 15,10-1-11-15,-10 3-13 0,5-3-24 0,0 8-13 16,5-9-16-16,-5 3-24 0,0 6-15 0,-5-7-16 16,5 7-14-16,0 0-9 0,0 0-17 0,0 0-12 15,5-5-10-15,-5 5-7 0,0 0-7 0,0 0-6 16,0 0-6-16,1-7-7 0,-1 7-4 0,0 0-2 16,0 0 2-16,0 0-11 0,0 0 1 0,0 0-7 0,0 0-4 0,0 0-4 15,0 0 1-15,0 0 0 0,0 0-6 0,0 0-3 16,0 0-1-16,0 0-2 0,0 0-5 0,0 0-3 15,0 0-3-15,0 0-1 0,0 0-4 0,0 0 9 16,-6 20-4-16,6-8 2 0,0-2 0 0,0 2 5 16,0 3-4-16,5 2 2 0,-5 3 3 0,0-2-1 15,0-2-5-15,1 3 1 16,-1 6 2-16,4 2 2 0,-3 0-1 0,-1-2-2 16,2-2 0-16,-2-2 2 0,7 5 5 0,-6-1-1 15,-1-4-1-15,0 3 0 0,0 0 32 0,5-5-10 16,-5 1-1-16,0 1-4 0,2-1-1 0,-2-4-2 0,0 2 1 15,2 2-3-15,-2-5 0 0,4 2 1 16,-4-2-6-16,0 0 8 0,0-3-8 0,0 2 5 16,2-4-9-16,-2 2 0 0,-2-1 0 0,4 0-2 0,-2-1 3 0,2 0-3 15,-2 2-1-15,0-4 2 0,0-1 5 0,3 4-7 16,-3-7 1-16,0 4 1 0,0 0 0 0,-3-1 0 16,3-7-2-16,0 9 0 0,0 2 0 0,3-7 1 15,-3 2 1-15,0-6-3 0,0 12-2 0,0-6-7 16,0-6 12-16,0 7 4 0,0-7-10 0,0 11 0 15,0-11-2-15,0 9-7 16,0-9-12-16,0 6-4 0,0-6-9 0,0 6 1 16,0-6-4-16,0 7-2 0,0-7-17 0,0 0-13 15,0 8-7-15,0-8-6 0,0 4 0 0,0-4-8 16,0 0-1-16,0 0-9 0,3 7-1 0,-3-7 2 16,0 0 1-16,0 0-2 0,-3 7 0 0,3-7-1 15,0 0 6-15,0 11-4 0,0-11 1 0,0 0 5 16,0 5 3-16,0-5 3 0,-3 8-2 0,3-8 0 0,-2 4 3 0,2-4-5 15,0 0-4-15,0 11 4 0,0-11-11 0,-2 6-12 16,2-6-9-16,2 6-14 0,-2-6-23 0,0 0-11 16,2 4-11-16,-2-4-13 0,0 0-128 0,0 7-351 15,0-7 156-15</inkml:trace>
  <inkml:trace contextRef="#ctx0" brushRef="#br0" timeOffset="40284.68">9023 3166 45 0,'0'0'253'0,"2"-7"-2"0,-2 7-9 0,0 0-15 16,0 0-12-16,0-6-15 0,0 6-14 0,0 0-17 15,0 0-13-15,0 0-17 0,0 0-14 0,0 0-11 16,0 0-14-16,0 0-13 0,0 0-9 0,0 0-10 16,0 0-6-16,0 0-9 0,0 0-5 0,0 0 3 0,0 0-13 0,-10 17-3 15,7-13-4-15,-4 2-3 0,4 2-3 0,-4-3-2 16,2 6-6-16,4-5 3 0,-8 4-4 0,3-2-1 16,-4 0-1-16,5 0-1 0,-8 2-3 0,3-3 2 15,0 3-2-15,0 1 1 0,3-2-4 0,-3-2 2 16,-3 4-3-16,6-3 3 0,-3-1 2 0,5-1-5 15,-1 6-2 1,-2-6-14-16,1-3-12 0,-1 5-27 0,1-3-15 16,2 2-26-16,0-6-35 0,0 3-35 0,5-4-48 0,-10 2-211 15,10-2-453-15,-6 6 201 0</inkml:trace>
  <inkml:trace contextRef="#ctx0" brushRef="#br0" timeOffset="40585.46">8459 3282 76 0,'0'0'334'0,"0"0"-5"0,-8-6-11 16,8 6-11-16,0 0-8 0,0 0-20 0,-4-5-22 0,4 5-15 15,0 0-27-15,0 0-16 0,0 0-15 0,0 0-28 0,0 0-17 16,0 0-10-16,0 0-15 0,0 0-4 15,0 0-22-15,0 0-6 0,0 0-10 0,0 0-5 16,0 0-11-16,19 11-2 0,-13-7-2 0,2 0-9 0,1 0-7 16,-1 0-8-16,4 1-11 0,-1 5-20 0,2-6-16 15,9 1-21 1,-7 3-27-16,6-1-24 0,-1 0-34 0,-3-2-47 16,6 2-59-16,7 0-60 0,-4-3-250 0,1 4-586 0,2 0 260 15</inkml:trace>
  <inkml:trace contextRef="#ctx0" brushRef="#br0" timeOffset="41873.15">8649 1572 191 0,'0'-8'261'0,"2"-4"-21"0,3 4-15 16,-5 1-16-16,2-2-20 0,-1 2-18 0,3-1-17 15,4 0-16-15,-3 1-13 0,5 3-14 0,-4-1-10 16,4 2-12-16,-1-1-9 0,2 1-7 0,6 3-8 0,-2-1 2 0,-1 1-17 15,3 0-5-15,-2 3-2 0,3-1-8 0,-1 3-3 16,-1-2-1-16,1 4-3 0,-2 3-5 0,-2-1-3 16,2 2 1-16,0 3-4 0,3 3-2 0,-8-4-3 15,3 9 1-15,0-5 0 0,-3 1-4 0,3 0-5 16,-4 0 3-16,-3 8-2 0,3-10 0 0,-6 5-2 16,5 4-1-16,-4-8-1 15,-4 1 0-15,0 3 0 0,-4-6-1 0,-2 3 1 16,1 1 1-16,1-3 2 0,-7-3-4 0,4 2 0 15,-3-6 4-15,-3 3-3 0,5-3 4 0,-2 0-2 16,0-2 3-16,2 0 5 0,-2-3 11 0,5 0 9 16,-2 0 11-16,-1-3 17 0,3 6 12 0,5-7 11 15,0 0 22-15,-12 3 21 0,12-3-20 0,0 0-6 16,0 0-12-16,0 0-9 0,7-18-6 0,3 13-15 0,-2-9-4 0,4 4-12 16,3-5-12-16,9-7-16 0,-4 3-17 0,8-2-8 15,-6 0-3-15,4 0-8 0,-4-3-1 0,4 6 0 16,-4-5 1-16,1 3 3 0,-1 3 2 0,-3-2 2 15,0 0 2-15,-4 4 2 0,-1 2 1 0,-5 3 2 16,-3-4 2-16,4 4 7 0,-3-1-3 0,-1 3 4 16,-4 0 11-16,3-2 11 0,-3 5 2 0,3-2 10 0,-5 2-2 0,0 5 0 15,8-9-7-15,-8 9-6 0,0-6-2 0,0 6-8 16,0 0 0-16,0 0-2 0,0 0-1 0,0 0-6 16,0 0 5-16,-22 8-6 0,16 2-6 0,-1-1 8 15,-3-2-7-15,5 9 10 0,-5-5-10 0,4 9 4 16,-2-4 1-16,-1 2 0 0,3 0-4 0,1 3 4 15,1 0 7-15,-2 5-9 16,2-1 4-16,4 0 1 0,-1-4-3 0,2 5 0 16,1-3 1-16,0-4 3 0,4 2 7 0,3-3-4 15,-1-2 1-15,0 4 1 0,5-5 0 0,2 1 2 16,5 2-2-16,-5-2-2 0,2-5 2 0,6 3 2 16,-2-4-5-16,4 5 0 0,2-7-2 0,1 1 5 15,-8-2-9-15,4-2-22 0,-5-5-32 0,1 0-40 16,3 2-43-16,-8-2-74 0,6-7-87 0,-6 5-280 0,-2-4-626 0,-4-1 277 15</inkml:trace>
  <inkml:trace contextRef="#ctx0" brushRef="#br0" timeOffset="42922.58">8350 5337 212 0,'0'0'294'16,"-4"-12"7"-16,-2 9 20 0,6-5-6 0,0 8-9 0,-2-11-3 0,-1 4 0 16,3 2-12-16,0 5-10 0,0-10-14 0,0 10-19 15,0 0-24-15,-4-5-22 0,4 5-25 0,0 0-18 16,-6-4-19-16,6 4-17 0,0 0-19 0,0 0-11 15,0 0-14-15,0 0-8 0,0 0-7 0,-5 20-7 0,5-8-6 16,0 2-6-16,0 6-6 0,0 0-2 16,0 7-5-16,-2 2-1 15,2 3-4-15,-1 2-1 0,-4 3-2 0,5 4-3 16,-4-9-3-16,4 7-2 0,0 5 12 0,-3-7-17 16,1 2 2-16,2 0-5 0,0-9-1 0,0 2 2 15,-5 7 0-15,5 2-2 0,0-9-1 0,-1 9 0 16,-1-9-1-16,2-2 3 0,0-3-2 0,0-2-3 0,-7 2 2 15,7-6-1-15,0 4-1 0,0-6-1 16,0-1 1-16,0-4 3 0,0 4-1 0,-5-1-1 0,4 1 2 0,-6-6-2 16,7 3 1-16,-1-3 1 0,1-1-4 0,0-3 2 15,0 1-2-15,-5 5 2 0,5-3-1 0,0-1-1 16,0-1 1-16,0 4 0 0,0-2 0 0,-2-5-1 16,2 6-3-16,-7-2 3 0,7 0 1 0,0-1 0 0,0 3 2 15,0-5-3-15,0 2-6 0,-1-2-7 0,2 3-17 16,-1-5-7-16,7 3-10 0,-5-4-14 0,-4 5-16 0,2-9-13 15,2 10-14-15,-2-10-13 0,0 8-7 0,0-3-10 0,0-5-6 16,5 6-4-16,-5-6-6 0,0 0-43 16,0 0-72-16,0 0-65 0,0 0-256 0,0 0-630 15,1-21 278-15</inkml:trace>
  <inkml:trace contextRef="#ctx0" brushRef="#br0" timeOffset="43223.35">8591 6360 64 0,'0'0'209'15,"0"0"-7"-15,0 0-7 0,0 0-5 0,-31 15-7 0,26-15-11 16,-5 3-8-16,-3 2-12 0,6-1-5 0,-4 4-9 15,-3 0-9-15,4-3-6 0,-1 5-6 16,-2 1-13-16,-2-5-7 0,-2 6-11 0,4 0-9 0,1-2-8 16,-3 1-5-1,-1-2-6-15,4 5-6 0,1-6-5 0,-4 3-2 16,10 2-10-16,-10-1-5 0,7-2-21 0,-1-2-22 16,1 0-28-16,-4 3-39 0,4-4-49 0,7-1-55 0,-6-2-235 15,-5 4-453-15,11-2 201 0</inkml:trace>
  <inkml:trace contextRef="#ctx0" brushRef="#br0" timeOffset="43477.24">7991 6435 46 0,'0'0'348'16,"0"0"-14"-16,0 0-21 15,0 0-14-15,0 0-16 0,0 0-23 0,-10-2-16 16,10 2-20-16,0 0-27 0,0 0-20 0,0 0-16 16,0 0-15-16,0 0-15 0,0 0-15 0,0 16-19 15,0-16 2-15,10 11-9 0,-6-4-9 0,0-2-14 0,1 4 1 16,1-1-9-16,3 2-6 0,4-1-24 0,2 4-30 16,1 0-39-16,1-2-46 0,8 5-52 15,-10-4-72-15,3 0-85 0,-3-1-231 0,8 8-569 0,-5-10 252 0</inkml:trace>
  <inkml:trace contextRef="#ctx0" brushRef="#br0" timeOffset="44542.27">8057 7152 22 0,'0'0'364'0,"0"0"-10"0,0-7-27 0,0 7-21 16,0 0-34-16,0 0-28 15,0 0-27-15,0-10-21 0,0 10-32 0,0 0-12 16,0 0-12-16,0 0-4 0,-10 20-26 0,8-13-16 16,-1 8-5-16,3-7-7 0,-2 3-9 0,1 5-11 0,1-5 0 15,0 8-9-15,1-4-2 0,4 1-6 16,-2 1-5-16,1 1-6 0,4-2-1 0,-3-1-2 16,5 1-3-16,5-5-1 0,-9 1-9 0,11-3-1 15,-2-1 0-15,1-2-3 0,4-2-6 0,0 1 7 0,0-1-4 0,0-6-2 16,0 2-2-16,3-7-1 0,-7 2 0 0,6 3 2 15,-7-3-2-15,0-3-3 0,3-3 0 0,-5 2 4 16,-1 0 0-16,-4-3 17 0,0 4 14 0,-1 1 12 16,1-1 9-16,1-1 2 0,-3 5 0 0,1-3 0 15,-4 0 7-15,0 2-1 0,4-2 1 0,-5 3-6 16,-2 4 2-16,3-8-13 0,0 4-1 0,-3 4-5 0,0 0-10 0,5-9-11 16,-5 9-1-16,0 0-6 0,0 0 1 0,0 0-7 15,0 0 5-15,15 12-4 0,-8-6-3 0,-4 3-1 0,4 4 2 16,1 2 0-16,-3 2-4 0,3 0-4 0,-1 3-2 15,1 6 4-15,-1 1 0 0,1-2 2 0,-1 2-6 16,1 2 3-16,-1 1-14 0,-6 0 12 16,6 0 4-16,-6-2-2 0,-1 6-1 15,5-2 0-15,-10 0-1 0,5-1 2 16,0-1-4-16,-1 2 2 0,-7-2 0 0,8-3-5 16,-5 0 1-16,-4-1 0 0,8-9 6 0,-6 6-2 0,-1-7 5 15,6 3-6-15,-8-4 4 0,4 0-1 0,2-2 7 16,-4-1 1-16,3-3 2 0,-2 1 0 0,6-2 11 15,-6 1-5-15,4 0 1 0,-4-1 0 0,1-4-2 16,4 2 2-16,-3 3-1 0,-2-5 0 0,4 3-11 0,0-2 9 16,-1 3-2-16,-2-4-7 0,4 1 1 0,0 1 3 15,-1-2-3-15,3-4 1 0,-8 9-2 0,6-6 3 0,2-3-6 16,-6 5 2-16,1 0 9 0,5-5 15 0,-7 7 25 16,7-7 3-16,-3 3 11 0,3-3 10 0,0 0 12 15,0 0 18-15,-12 3-4 0,12-3-4 0,0 0-10 16,-16-4 1-16,16 4-2 15,-15-8-1-15,11 2-4 0,-7 1 2 0,6 2 6 16,-5-6-13-16,2 2-4 0,-4-5-7 16,-5 0 5-16,3 3-8 0,-1-8-8 0,3 5-1 0,-3-3-9 15,2 2-3-15,3-3 3 0,-5 1-8 0,8 0 0 16,-4 1-5-16,4-4-5 0,-3 3-4 0,4 0-1 16,-3-3-3-16,6 5-6 0,0-6 6 0,3 4-8 15,3-1-5-15,2 1 4 0,7-5-5 0,3 0-9 0,1-3-5 0,4 0-5 16,5 4-7-16,0-4-2 0,-1 7-7 0,16-11-13 15,-8 2-18-15,7 0-18 0,-2 5-38 0,-2-6-36 16,-4 8-50-16,2-3-60 0,0-3-63 0,-5 6-66 16,-6 3-86-16,1-5-444 0,-1 4-994 0,-4 4 440 15</inkml:trace>
  <inkml:trace contextRef="#ctx0" brushRef="#br0" timeOffset="88655.84">3078 4091 83 0,'0'0'122'16,"0"0"-17"-16,0 0-8 0,0 0 5 0,0 0 5 0,0 0 3 15,0 0-2-15,0 0-2 0,-10 13-13 0,10-13 5 16,0 10-6-16,0-10-10 0,0 8-10 0,0-8-4 16,-5 8 1-16,5-1-4 0,0 1-2 15,-2-3-4-15,2-5-2 0,0 12-6 0,-4-4-8 0,4 1 0 0,0 0 10 16,0 3-3-16,0 0 0 0,-4 3-5 0,4-3 7 15,4 3-12-15,-4-1-8 0,0 0-3 0,0 6 0 16,0-3-3-16,4 0 0 0,-2 3-2 0,0 7-2 0,1-12 1 16,-1 4-4-16,4-2-3 0,-4 3-1 0,3-3 0 15,-5 2 0-15,2 0-4 0,4-3 2 16,-4 4-3-16,3-2-2 16,-5-3-1-16,7-2-1 0,-6-1 1 0,1-1 0 0,-2 1 0 15,5-1-3-15,-5 1 8 0,1-8-7 16,-1 2 0-16,0 0-2 0,0 1 4 0,0-7 2 15,0 8 26-15,0-2 18 0,0-6 21 0,0 0 20 16,0 8 17-16,0-8 25 0,0 0 19 0,0 0 17 0,0 0 2 16,-6 2-2-16,6-2-8 0,0 0-7 0,0 0-16 15,0 0-12-15,0 0-8 0,0 0-6 0,-2-16-7 0,2 16-7 16,0 0-11-16,0-8-9 0,0 8-5 0,-1-7-11 16,1 7-8-16,0 0-7 0,3-6-7 0,-3 6-11 15,5-3-15-15,-5 3-14 0,11-7-23 0,-2 3-24 16,2-1-28-16,4 3-24 0,5-3-26 0,-3 4-26 0,12 1-14 15,1 0-11-15,-2 1-36 0,0 3-34 0,2-4-41 16,2 1-29-16,2 1-261 0,-5-1-620 0,2 7 275 0</inkml:trace>
  <inkml:trace contextRef="#ctx0" brushRef="#br0" timeOffset="89558.15">3571 4674 152 0,'0'0'228'0,"2"-6"-12"0,-2 6-7 0,0 0-17 15,0 0-13-15,0 0-15 0,0 0-16 0,3-6-13 0,-3 6-16 0,2-6-11 16,-2 6-7-16,2-6-13 0,-1-3-7 0,3 6-7 15,-1-3-7-15,3 3-6 0,-4-5 0 0,5-2-4 16,-2 2-2-16,0-1-4 0,-4 1-1 0,6-2-8 16,0-4-3-16,-6 0-4 0,7 1-3 0,-6-4-4 15,3 7 7-15,-5-7 3 0,8 2 0 0,-8 3 0 16,0-3-5-16,2 2 2 16,-2 1 11-16,-2-2 4 0,4 2-7 0,-4 3 2 15,2-2 0-15,0 3-3 0,-6 1 2 0,6 0-5 16,-2-2-4-16,2 1-4 0,0 8-5 0,-5-7-6 15,2 2-2-15,3 5-5 0,0 0-2 0,-12-3-3 16,12 3-2-16,0 0 1 0,-18 8 0 0,6-4-3 16,3 3 0-16,0-3 2 0,-4 8-6 0,-2-6 2 15,2 3 1-15,5 6-4 0,-7-7 1 0,5 5 1 0,-2 1-4 0,6-2 0 16,-3-1 1-16,3 1-7 0,4 3-1 0,0 1-3 16,2-5-1-16,4 3 1 0,2 0 2 0,6 1-5 15,3-2-2-15,1 2 1 0,12-1-8 0,-1-1-6 16,-1-2-14-16,4-4-17 0,8 1-12 0,-10-4-14 15,10 0-7-15,-3-4-3 0,-3-1-5 0,2 1 0 16,-4-2 6-16,0-3 11 0,-7-3 7 0,0 5 12 0,-3-5 8 0,-3 4 6 16,-4-8 13-16,-5 1 17 0,7 1 23 0,-11 1 26 15,0-3 13-15,0 1 9 0,-4 3 16 0,0-6 7 16,-4 7 5-16,-2-4 1 0,4 0 1 0,-9 1-2 16,2 4-1-16,4-3-6 0,-5 3-8 0,1 0-10 15,0 3-4-15,-1 0-7 0,4-3 0 0,-6 6-5 16,12 0-8-16,-23 6-7 15,11-2 1-15,1 1-3 0,-2 2-2 16,1 4-2-16,4-7-2 0,-4 4-10 0,2 4-5 0,0 0-4 16,4 0-7-16,1 0-7 0,1 0 0 0,4-2-8 15,0 2 0-15,0 0-3 0,0 0 0 0,7 2-4 16,-5-10-5-16,11 11-11 0,-5-10-6 0,7 1-6 16,2 0-7-16,1-4 1 0,-2-1-1 0,7-1 5 15,-3-1 7-15,-1-6 3 0,0 6 7 0,0-6 8 0,-4-1 5 0,1-3 6 16,-6 4 14-16,3-8 25 0,-6 3 30 15,-5 2 20-15,6-1 19 0,-3-3 13 0,-4 1 19 0,-1-2 8 16,0 3 15-16,-1 1 17 0,-4 1 7 0,5 1 4 16,0-2-4-16,-2 4-2 0,2 4 1 0,0-6-12 15,0 9-8-15,-6-10-9 0,4 7-28 0,2 3-4 16,0 0-16-16,0-11-17 16,0 11-7-16,0 0-7 0,0 0-7 0,0 0-5 15,0 0-6-15,0 0-15 0,-13 16-8 0,11-9-11 16,2 3-22-16,0-2-11 0,0 1-20 15,0 2-14-15,2-2-17 0,-2 3-12 0,8 2-6 0,-6 1-14 16,1 1-9-16,-1-4-16 0,6 0-21 0,-2-4-31 16,1 3-23-16,1-4-30 0,-1 2-30 0,5-5-194 15,-3-1-512-15,-2 1 228 0</inkml:trace>
  <inkml:trace contextRef="#ctx0" brushRef="#br0" timeOffset="89890.16">4261 4463 10 0,'-4'-9'250'0,"4"9"-8"16,-2-8-8 0,2 8-16-16,0 0-16 0,0-6-25 0,0 6-17 15,0 0-18-15,-2-6-15 0,2 6-11 0,0 0-17 0,0 0-8 16,0 0-8-16,0 0-10 0,0 0-8 0,8 18-4 16,-4-14-6-16,1 3-4 0,-4 1-8 15,8 0-1-15,-3 1 0 0,-1 3-8 0,4-3-3 16,-4 0-4-16,4 3-1 0,-2 3-5 0,0-4-3 0,-1-3-4 15,3 6-3-15,-6-4-4 0,4 1-3 0,-7-5-4 0,6 0 0 16,-4 0 1-16,1 0 1 0,-3-6 0 0,2 7 10 16,-2-7 23-16,0 0 6 0,0 0 5 0,0 0 12 0,0 0 14 15,0 0 5-15,0 0 2 0,-28-19 9 0,24 11 1 16,-2-1-8-16,-1-1-10 0,2-2-5 0,3 2-2 16,-4-4 1-16,4 1-18 0,1-1-6 15,1 1-8-15,1 0-20 0,1 0-21 0,3-2-28 0,1 0-32 0,-2 3-27 16,7-1-36-16,-1 2-45 0,-1 0-52 0,4-1-54 15,2 5-191-15,-9-1-512 0,9 3 227 0</inkml:trace>
  <inkml:trace contextRef="#ctx0" brushRef="#br0" timeOffset="90723.45">4578 4350 76 0,'0'0'201'0,"0"0"-18"0,-27 9-21 0,27-9-14 16,0 0-17-16,0 6-14 0,0 0-3 0,0-6-3 16,-3 12-12-16,3-5-6 0,3 0-13 0,-3-2-7 0,0 5-3 15,0-3-5-15,0 1-9 0,2 1-5 0,-2 1-6 0,0-1-3 16,0-1-3-16,0-1 0 0,0-3-9 0,-2 4 0 16,2 0-7-16,0-8 2 0,0 11-3 0,2-9 2 15,-2-2-2-15,0 7 0 0,0-7 25 0,0 0 23 16,5 7 16-16,-5-7 17 0,0 0 12 0,0 0-6 15,0 0-10-15,0 0-4 0,0 0-11 0,0 0-2 16,5-17-9-16,-5 8-4 16,5 4-2-16,-2-2 0 0,4-2 8 0,-7 0-7 15,6 0 11-15,-2 0-8 0,1-2-5 0,-4 3 17 16,9 0-11-16,-5-1 0 0,2-1-3 0,-1 3 2 16,-1-2-8-16,2 1-5 0,0 1-5 0,-1 4-7 15,-1-2-5-15,-2 1-6 0,1-3 2 0,-4 7-8 16,10-8-4-16,-10 8-1 0,11-4-10 0,-11 4-2 15,10 1 0-15,-10-1-8 0,0 0 2 0,15 10 1 0,-7-2-4 0,1-3-2 16,-3 2-7-16,3 1-2 0,4 8-6 0,-8-4-13 16,6 2-6-16,1-2-8 0,-4 3-3 0,-1-4-5 15,1 2-1-15,0 1-4 0,-1-5-5 0,-2 1 1 16,5-1 2-16,-5-3 4 0,1 1 1 0,-1 0 5 16,-1 0 5-16,2-3 0 0,1 0 6 0,-5 0 5 15,-2-4 4-15,0 0 1 0,19-3 4 0,-10 0 1 0,-3-3 1 0,3-1 2 16,-4-1-1-16,5-5 1 0,-4 5 7 0,4-6-4 15,-3 1 3-15,3-1 0 0,-4 1 5 0,1-1 2 16,-2 2 1-16,-3 2 10 0,-1-2 10 0,2 4 14 16,1-1 5-16,-4-1 5 0,0 2 5 0,1 3-1 15,-1 5-5-15,0-12-12 0,4 9-1 0,-4 3-8 16,0 0-3-16,0 0-2 16,0 0-6-16,-18 0-4 0,18 0-2 0,-9 11 0 15,6-7-4-15,-2 0-1 0,-2-1-8 0,6 5-6 16,1-3 0-16,-2 3-1 0,2-8-1 0,-3 11-1 15,3-3-2-15,3-1 2 0,-1 0-2 0,-2 1-1 16,8-3 6-16,-1 0 1 0,3 1-1 0,-4-3 3 16,12 0 1-16,-3 3 3 0,0 0-1 0,0-3 3 15,0 3 4-15,1-3-4 0,-1 3 5 0,2-4-2 0,-4 0-1 0,0 3 0 16,4-2-1-16,-9 1 3 0,4-2-4 0,-6 4 5 16,4 0-5-16,-5 0 1 0,5 1-3 0,-5 1 1 15,2-2 3-15,-5-2-1 0,-1 4 0 0,6-5-2 16,-7-3 4-16,3 9-1 0,-3-9 8 0,3 7-3 15,-3-7 9-15,2 5 12 0,-2-5 23 0,2 3 24 16,-2-3 34-16,0 0 21 16,0 0 25-16,0 0 17 0,0 0-1 0,0 0-15 15,0 0-15-15,0 0-17 0,8-15-16 0,-3 7-18 16,-3 1-22-16,1-2-32 0,-1-2-38 0,6-4-51 16,-2 0-58-16,-1-1-52 0,0-2-58 0,5 0-73 15,-1-8-77-15,-3-1-243 0,4 0-672 0,-3-1 298 16</inkml:trace>
  <inkml:trace contextRef="#ctx0" brushRef="#br0" timeOffset="92665.83">5397 3774 183 0,'0'0'239'0,"0"0"-5"0,0 0-9 0,0 0-8 0,0 0-11 16,10-4-5-16,-10 4-14 0,0 0-3 0,0 0-5 16,0 0-12-16,0 0-4 0,0 0-6 0,0 0-13 15,-2-8-15-15,2 8-13 0,0 0-15 0,0 0-13 16,-15-6-7-16,5 1-10 0,2 3-5 0,-4-3-10 15,1 4-5-15,-6-3-5 0,1 0-1 0,-4 3-7 0,2-1 0 0,-12-6-1 16,2 7-4-16,-4-2 0 0,-2-1 2 0,-11-4 2 16,4 5-8-16,-6-3 3 0,-4-3-6 0,-2 1 0 15,2 4-3-15,-1-2-4 0,-7 0-3 0,9 0 0 16,-5 0-1-16,-2 3 14 0,5-5-9 0,-9 3-4 16,6-3 10-16,-1-3-12 0,1 10-6 0,-2-5 3 15,4 3 2 1,-7-3-6-16,9 0 5 0,-9 1-6 0,9 1 6 0,-4 0-6 15,1 0 3-15,2 0-5 0,-7 0 1 0,6 0 0 16,5 0-2-16,-5 1 3 0,1-1-4 0,-2 4 1 16,4-2-5-16,4 2 4 0,-9 0-5 0,7-2 3 15,-2 2 3-15,1-4-5 0,4 8 5 0,0-4-3 16,14-4-1-16,-4 1 2 0,-1 2 3 0,6 1-5 16,-5 0 3-16,4-2 9 0,-4 5-10 0,4 0-3 0,1-6 0 15,-2 3 2-15,-2 0 4 0,4 0-2 0,5-1-3 0,-1 1 1 16,-1 0 1-16,-1-2-1 0,5 2-3 0,3-2 3 15,-3-1 2-15,3 2-1 0,0 2 4 0,0-4-1 16,0 6-3-16,0-3-2 0,6-1 0 0,-8 1-4 16,7 0 6-16,5-2-4 0,-6 4 0 0,-1-4 2 15,9 1 3-15,-7-2-3 0,15 3 0 0,-23-1-2 0,16 1 2 16,-6 0 2-16,3-2-4 0,10 2 3 0,-18 0-5 0,18 0 6 16,-15 2-6-16,15-2 6 0,-18 0-6 0,13 4-2 15,5-4 8-15,0 0-8 0,-15-3-4 0,15 3-2 16,0 0-7-16,-12 3 0 0,12-3 1 0,0 0-3 15,0 0-7-15,0 0-5 0,0 0-1 0,0 0-2 16,0 0 0-16,-5 3 0 16,5-3 6-16,0 0-3 0,0 0 11 0,0 9-2 15,0-9 0-15,5 11 2 0,-3-4 4 0,4-1 6 16,1 6-6-16,-5-5 6 0,4 4 2 0,1 5 0 16,3 2-1-16,-2 1 3 0,-1 0-2 0,1 6 5 15,0 0-1-15,1 3 3 0,2 0-2 0,-6 4-2 16,5 9 3-16,-3-6-1 0,1 9-14 0,-6 0 6 15,3-1-1-15,-5 4 4 0,8 0 0 0,-6-6-1 0,3 3 3 0,-5 1 2 16,1-4-1-16,6 0 0 0,-2-1 1 0,-4 2 1 16,1-11-1-16,1 0 5 0,7 8-1 0,-5-10 0 15,-3-2-2-15,6 1 4 0,-3 3-5 0,-3-2 5 16,6 0-3-16,-1-4 2 0,1 5 0 0,-1-7 0 16,-4-4 0-16,4 8 1 0,1-2 1 0,-2-2 3 15,1-2-2-15,-4-3-2 16,6-1 1-16,-8 3 0 0,4-1 0 0,2-4 0 15,-2-1 4-15,-2 1-1 0,5 2-3 0,-1-4 0 16,-2 3-2-16,0-8 2 0,0 4 0 0,-2 2-4 16,-1-5 3-16,3 3 1 0,0-1 3 0,-2-3-5 15,-1-1 2-15,1 0-1 0,4 2 1 0,-6-3-1 16,-1 0 2-16,5-3-1 0,2 1-1 0,-7 4 2 16,3-4-1-16,-3-4 3 0,2 10-1 0,-2-10-3 0,3 9 4 0,-3-8-2 15,0-1 2-15,2 4-2 0,-2-4 4 0,7 5 0 16,-7-5 0-16,0 0-2 0,3 8 3 0,2-7 0 15,-5-1-3-15,15 4 11 0,-9-2-9 0,3 3-1 16,-4-4 1-16,6 0 0 0,1 2 2 0,-4-3-3 16,14 4 1-16,-6-3-1 0,6 2 3 0,4-1-3 15,-3-1 3-15,7 0 10 16,0-1-12-16,6 3-1 0,9-3-2 0,-2 0 1 16,2 2 2-16,1-2 0 0,2 2-2 0,2-2-1 15,3-2 0-15,1 2 0 0,1-2 1 0,1 2-1 16,0-4 3-16,6 4-4 0,-3 0 1 0,-4-6-2 15,6 5 1-15,0-1 2 0,4 2-1 0,-4-2 2 16,0-1 10-16,-1-1-9 0,-2 4 1 0,3-3 4 16,-5 3-5-16,6-5-2 0,-3 4 2 0,-2 2-2 0,-1-2-2 0,0 0 2 15,4 1-2-15,-6-2 3 16,-6 4-1-16,2-1-2 0,-5-1 2 0,1 0-1 16,-11 1 0-16,11-1 11 0,-16 0-13 0,5 3 1 15,-6-3 12-15,1 2-10 0,-8 1-3 0,6-1-1 0,-8-1 2 16,0-1 0-16,3 0 0 0,-3 0-2 0,-4 0 0 15,1 0-2-15,-4 1 12 0,7-2-13 0,-5 2 4 0,1-1 0 0,2 0 1 16,-3 3-5-16,0-1 0 0,5 0 2 0,-3-1-1 0,3 2-6 16,1-1-3-16,2-1-4 0,-1-1 2 0,4 1 2 15,-3 2 0-15,-1-1-2 0,-4 1 0 0,2 0 6 16,0-2-7-16,-5 2 2 0,1-3 13 0,-1 2-12 16,-3-2 3-16,-2 2 1 0,1-2 4 0,-11 0-3 15,15 1 4-15,-15-1 3 16,8 3 7-16,-8-3 12 0,0 0 1 15,14-6-2-15,-14 6 1 0,0 0-3 0,1-6 8 16,-1 6 1-16,0 0 2 0,0 0-1 0,-8-12 8 0,1 9 3 16,7 3 3-16,-6-8 3 0,-2 4 0 0,8 4 3 15,-5-11 9-15,3 9-8 0,-6-5 2 0,6 1 2 16,-1 2 7-16,-1-5-5 0,-4 6 9 16,3-5-2-16,-1 3-6 0,6-6 8 0,-7 5-3 0,5 0-11 0,-3-8 11 0,4 5-8 15,-8 2 7-15,9-8-2 0,-5 2 1 16,4-2-4-16,-8-4-2 0,9 3-2 0,0-5 3 15,-3-6-1-15,1-2-2 0,2 1-2 0,0-3-1 0,-1-3 0 16,-7-8-5-16,16 1 0 0,-8-3-1 0,1 0-7 16,1 2-3-16,1 0-1 0,-3-1-2 0,0-2-2 15,0 3 12 1,0 1 10-16,0 1 4 0,0 10 7 0,-3-13-3 0,1 13-4 16,-7-2-3-16,9 2-8 0,-5-1-1 15,1 2-7-15,1 2-2 0,-4 3-7 0,6-1 0 16,-8-2-11-16,6 8-18 0,-5 2-29 0,5 0-34 15,-4 5-43-15,0-3-61 0,-1 3-60 0,3 2-43 0,-5 2-49 16,5 1-88-16,-8 4-335 0,3 3-810 0,-3-4 358 16</inkml:trace>
  <inkml:trace contextRef="#ctx0" brushRef="#br0" timeOffset="93969.16">988 4196 294 0,'0'-7'357'0,"0"3"2"0,0-2-9 0,0 6-16 15,0-12-13-15,0 12-27 0,0-6-18 0,0 6-26 0,6-8-22 16,-6 8-18-16,-1-3-15 0,1 3-20 0,0 0-16 16,0 0-20-16,0 0-17 0,0 0-8 15,0 0-19-15,0 0-8 0,0 0-19 0,0 0-7 16,0 0-10-16,0 0-4 0,0 0-5 0,-5 23-9 0,11-8 3 0,-6 1-4 15,0 3-4-15,0 0 0 0,7 7-4 0,-6 1-1 16,6 0-4-16,0-2 5 0,-7 6-21 0,1-2-12 16,6-2-14-16,-4 0-26 0,-1-2-17 0,3 2-11 0,0-3-9 15,-5-4-8-15,3 2-12 0,-1 1-10 16,-2-4-9-16,6-7-10 0,-4 7-9 0,1-6-14 16,-3 5-21-16,4-6-41 0,2 0-41 0,-4-5-37 0,0-2-158 0,3-2-493 15,3-2 218-15</inkml:trace>
  <inkml:trace contextRef="#ctx0" brushRef="#br0" timeOffset="94418.66">986 4179 295 0,'0'-6'327'0,"0"6"-12"0,-7-12-14 16,7 8-13-16,0 4-19 0,7-7-20 0,-7 7-24 16,2-5-23-16,-2 5-16 0,0 0-22 0,5-8-23 0,-5 8-11 0,9-6-14 15,-9 6-13-15,15 6-10 0,-3-5-11 0,-2 4-9 16,5-3-4-16,1 3-9 0,3 5-10 0,-1-3-4 16,-2 3-2-16,-1-2-12 0,2 3 4 0,-1 0-7 15,-1 3-12-15,0-2 4 0,2 3-3 0,-2 0-6 16,-2-1-7-16,0 2 3 0,2-1-13 0,-7 1-7 15,-1-1-9-15,1 5 6 16,0-1-1-16,-3-4 1 0,-3 5 4 0,-4-1-5 16,-3-2 1-16,0 5 6 0,0 1 1 0,-8-4-2 15,-2 3-1-15,-1-5-3 0,1 6 7 16,-5 4-1-16,-3-12 6 0,1 5-5 0,1-1 1 0,-1-3 6 16,-1 4-3-16,7-9-2 0,-3 0 3 0,1 1-2 15,0 0-2-15,1-4 6 0,7 1 0 0,-3-3-4 16,7 0 3-16,-4-4 4 0,3 2 1 0,-1-1 7 0,8-3-7 15,-5 4-11-15,5-4-7 0,-10 4-18 0,10-4-19 0,0 0-39 16,0 0-58-16,0 0-50 0,0 0-62 16,0 0-240-16,0 0-541 0,30-9 240 0</inkml:trace>
  <inkml:trace contextRef="#ctx0" brushRef="#br0" timeOffset="95244.43">1246 4951 306 0,'1'-5'321'0,"3"-5"-20"15,-4 8-12-15,0 2-9 0,1-10-2 0,6 6-19 16,-7 4-18-16,0 0-21 0,0-4-13 0,0 4-21 16,0 0-28-16,0 0-16 0,8-8-12 0,-8 8-16 15,0 0-18-15,0 0-13 0,0 0-14 0,0 0-2 16,0 0 2-16,0 0-21 0,0 0 0 0,0 0-9 0,0 19-5 0,0-12 2 16,0 3-9-16,0-1-4 0,0-1 1 0,0-1-6 15,-3 0 4-15,3 7-7 0,0-5-4 0,-3 3 7 16,3 0-5-16,0 0-5 0,-2-3 2 0,2 6-3 15,0-5-1-15,0 1 3 0,-7 1 2 0,7 3-1 16,-1-4-8-16,2-3 0 0,6 6 5 0,-7-5 0 16,0 3-1-16,0-3 1 0,2 5-12 0,4-6-3 0,-6 2-4 0,7 0-2 31,0-1-7-31,-6-1-5 0,7-1 6 0,-1 0-20 16,6 1-6-16,-6-1-6 0,3-2-9 0,3-2-27 15,0 1-24-15,-3-1-27 0,7-1-41 0,-6 0-28 0,9-6-46 0,-5 1-27 16,0-1-173-16,-5 1-490 0,7-6 217 0</inkml:trace>
  <inkml:trace contextRef="#ctx0" brushRef="#br0" timeOffset="95472.59">1251 5098 110 0,'-15'4'328'0,"15"-4"-7"0,0 0-11 0,0 0-11 0,-8 0-22 0,8 0-10 15,0 0-21-15,0 0-22 0,0 0-24 0,0 0-19 16,0 0-21-16,0 0-13 0,0 0-17 0,0 0-19 16,0 0-21-16,0 0-12 0,0 0-19 0,0 0-30 0,0 0-21 15,0 0-33-15,0 0-23 0,36-5-29 16,-26 3-33-16,-2 1-41 0,7-3-45 0,-2 0-34 16,-4 1-42-16,4 3-139 15,-5-7-446-15,12 1 197 0</inkml:trace>
  <inkml:trace contextRef="#ctx0" brushRef="#br0" timeOffset="96074.13">1444 5142 76 0,'0'0'130'0,"7"6"-10"16,-7-6-14-16,5 11-4 0,-3-6-10 0,-1 0-7 0,-1 1-5 0,4 5-10 15,-1-4 4-15,2 1-13 0,-2 2-4 0,1-3-2 16,0 3-9-16,0-3-6 0,-3 3-1 0,4 0-5 16,-5-3-9-16,2 0 5 0,0 1-3 0,3-1-5 15,-4 0-5-15,1-2 5 0,1 0-5 0,-3-5 8 16,0 7 26-16,0-7 17 0,2 3 28 0,-2-3 22 15,0 0 17-15,0 0 2 16,0 0-7-16,0 0-11 0,0 0-10 0,0 0 0 16,-2-19-21-16,2 10-10 0,0 0-4 15,0-3-9-15,2 3-5 0,0-6-1 0,-2 5-5 16,0-3-4-16,5 1-9 0,-4 2-2 0,1 1 7 0,1-1-12 16,-1 3-4-16,4-1-5 0,-4-2-1 0,0 3-4 15,1 5-2-15,-1-2-2 0,1-3-7 0,-3 7-2 16,10-4-7-16,-10 4-3 0,10-3-7 0,-10 3 1 0,13 2-2 15,-13-2-6-15,15 5 0 0,-5-2 0 0,3 2 1 0,-6-2 1 16,1-1-2-16,0 3-3 0,1-3 1 16,1 8 3-16,0-5-6 0,-5-2 0 0,4-1 3 15,-4 1 3-15,4-1 1 0,-8 3 1 0,-1-5 3 16,7 4 2-16,-7-4 1 0,8 3-3 0,-8-3 5 0,5 2 4 16,-5-2 1-1,0 0 14-15,0 0 11 0,0 0 2 0,5 6 8 16,-5-6 4-16,0 0 2 0,0 0-2 0,0 0 2 15,0 0-5-15,0 0-4 0,0 0-1 0,0 0-8 16,0 0 1-16,0 0-6 0,0 0-3 0,0 0-2 16,12 0-1-16,-12 0-4 0,0 0-6 0,0 0-11 15,0 0-7-15,0 0-66 0,0 0-35 0,3-10-34 16,-3 10-27-16,7-9-46 0,-7 9-224 0,5-6-485 0,0 1 214 0</inkml:trace>
  <inkml:trace contextRef="#ctx0" brushRef="#br0" timeOffset="96722.54">1671 4569 103 0,'-6'-6'313'0,"6"6"-9"0,0 0-11 0,-9-3-8 16,9 3-21-16,0 0-7 0,-5-8-15 0,5 8-14 15,0 0-12-15,0 0-12 0,-1-7-11 0,1 7-11 16,0 0-6-16,0 0-18 0,0 0-12 0,-7-1-17 16,7 1-16-16,0 0-7 0,0 0-7 0,0 0-10 15,0 0-6-15,0 0-12 0,0 0-10 0,0 0-5 16,0 0 0-16,0 0-15 0,0 0 1 0,-13-2-5 0,13 2-3 15,0 0 2-15,0 0-11 0,0 0-5 0,-10 0-3 16,10 0 0-16,0 0-1 0,-17 0-4 0,17 0 0 0,-15-2-2 16,15 2-8-16,-13 0 7 0,13 0-5 0,-18-3-7 15,8 6 4-15,10-3 4 0,-17 2-14 0,9-2 9 16,8 0-8-16,-18 0-1 0,8 2 4 16,10-2 0-16,-8 0 6 0,8 0 0 15,0 0-3-15,-13 0 13 0,13 0-16 0,0 0 21 16,0 0-18-16,0 0-2 0,-10-4-1 15,10 4 3-15,0 0 0 0,0 0 3 0,0 0-3 16,0 0 1-16,0 0-4 0,0 0 8 0,0 0-2 0,0 0-10 16,0 0 7-16,0 0 0 0,29-3 2 0,-14 3 0 15,2 0 2-15,-1 0-6 0,6-1 4 0,-1 2 1 16,-1-2-6-16,12 2-1 0,-2-3 0 0,-1 2 4 0,-2-2 5 0,3-1 1 16,-1 2-4-16,-9-3-2 0,3 3-5 15,-4-1 6-15,-4 1 3 0,1 1-3 0,-3-3 0 16,-3 3-2-16,-10 0-3 0,17 0-7 0,-7 0 1 15,-10 0-10-15,13-1-6 0,-13 1-3 0,0 0-11 0,8 0-2 16,-8 0-12-16,0 0-8 0,0 0-9 0,14-2-7 16,-14 2-10-1,0 0-13-15,0 0-15 0,0 0-11 0,0 0-16 16,13 0-18-16,-13 0-9 0,0 0-19 0,18 0-17 16,-18 0-9-16,15 0-15 0,-10-2 0 0,-5 2-139 15,15 0-401-15,-15 0 177 0</inkml:trace>
  <inkml:trace contextRef="#ctx0" brushRef="#br0" timeOffset="97139.19">1997 4363 115 0,'0'0'321'0,"0"0"-11"0,0 0-18 0,0 0-24 16,0 0-14-16,0 0-16 0,0 0-26 0,0 0-21 16,0 0-23-16,0 0-8 0,0 0-20 0,0 0-25 15,0 0-8-15,0 0-9 0,0 0-12 0,0 0-8 16,0 0-3-16,10 15-11 0,-8-10-4 0,8-2-8 16,1 1-1-1,-7-1-3-15,9 5-6 0,0 1-3 0,-3-6-5 0,7 8 0 16,-1-6-4-16,-1 6 10 0,2-2-23 0,-1 1 5 15,2-2-2-15,-3-1-8 0,0 1 3 0,0 1 1 16,0 0-1-16,0-3-5 0,-5-2 1 0,-4 1-3 16,1 1-2-16,1-6 0 0,-4 3-4 0,-4-3 0 15,6 6-4-15,-6-6 2 0,5 5 9 0,-5-5-16 16,2 5 4-16,-2-5-2 0,0 5 0 0,0-5 0 0,-10 12 4 16,3-7-3-16,-1 0 0 0,-4 0 4 0,4 6-3 15,-7-4 4-15,5 6-2 0,-10-2-2 0,11 4-22 0,-10-3-33 16,-1 7-39-16,2 4-35 0,0-7-59 0,5-1-74 15,5 2-250-15,-6 1-555 0,8-3 245 16</inkml:trace>
  <inkml:trace contextRef="#ctx0" brushRef="#br0" timeOffset="146067.87">3894 3165 318 0,'-2'-9'313'0,"2"9"-25"0,0 0-19 15,-6-6-23-15,6 6-5 0,0 0-17 16,0 0-20-16,0-6-18 16,0 6-19-16,0 0-19 0,0 0-13 0,0 0-19 15,0 0-12-15,0 0-7 0,0 0-14 0,0 0-8 16,0 0-11-16,0 0-7 0,0 0-6 0,0 0 1 16,0 0-7-16,0 0-9 0,1 19 1 0,4-12 0 15,-3 0-4-15,0-1-6 0,-1 4 4 0,3 1-2 16,-3-2-4-16,3 3-1 0,1-3-2 0,0 0 1 15,-4 3-9-15,4 0 0 0,-2-1 5 0,-1-1-6 0,5-3-2 0,-6 3-1 16,8 0-2-16,-6-1 2 0,0 0-1 0,-1-3 0 16,5-1 6-16,-4 0-4 0,-3 2 6 0,0-7 18 15,5 7 8-15,-5-7 11 0,10 3 34 0,-5-2 16 16,-5-1 32-16,0 0 32 0,0 0-4 0,16-8-10 16,-12-2-15-16,7 0-11 0,4-5-9 0,0 0-7 15,0-11-10-15,13-6-9 0,-13 8-9 0,8-15-7 0,4 1-7 0,-3-1-8 16,-4 3-4-16,5-1-6 0,-5 2-7 0,-5 7-3 15,0 2-6-15,0 3-3 0,0 1 0 0,-9 5-8 16,4 5-5-16,-3-3-29 0,1 7-44 0,-3-3-58 16,-3 2-84-16,4 2-86 0,-4 5-100 0,-2 2-83 15,0 0-328-15,0 0-857 0,7 14 379 0</inkml:trace>
  <inkml:trace contextRef="#ctx0" brushRef="#br0" timeOffset="155061.21">13674 3660 304 0,'5'-27'339'0,"0"6"-16"0,-1 5-14 0,-1-3-13 0,2 3-5 15,-2-2-8-15,-1 6-13 0,-2 2-11 0,0-1-19 16,0 4-19-16,1-1-23 0,-1 0-19 0,2 3-17 16,-2 5-19-1,0-6-18-15,0 6-14 0,0 0-20 0,0 0-6 0,0 0-7 16,0 0-10-16,0 0-10 0,3 28 0 0,4-11 1 15,-7 3-14-15,3 9 2 0,2 4-10 0,-3 6 0 16,5-9-3-16,-7 7-4 0,5 5-1 0,-4 2-16 16,4-11-1-16,-2 9-6 0,-1 0 6 0,-4 0-2 15,2-13-4-15,0 3 14 0,-8-3-17 0,8-1-67 16,-5-1-40-16,-6 0-19 0,1-4 16 0,3-5 19 0,-1 0-1 0,0-3 13 16,1-1 8-16,0-5 6 0,6-2 13 0,-6 2 6 15,5-5 5-15,-4 3 33 0,6-7 19 0,-2 7 16 16,2-3 24-16,0-4 14 0,0 0 17 0,0 0 2 15,-5 7 12-15,5-7-3 0,0 0-15 0,0 0 1 16,0 0-6-16,0 0-8 0,0 0-9 0,0 0-10 16,0 0-11-16,0 0-8 0,0 0-10 0,0 0-8 0,25-11-9 0,-13 8-4 15,1 0-10-15,3 3-5 0,4 0-3 0,3-1-13 16,1 1 6-16,9 1-21 0,-2 2-6 0,4-3-1 16,1 3-8-16,9-2-6 0,0 2-4 0,-11-1-7 15,9 1 5-15,-8-3 2 0,0 0 11 0,1 0-7 16,-6-3 3-16,2 1 1 0,-11-2 7 0,2 1 3 15,-3-3 3-15,-3-1-1 16,3-1 11-16,-10-1 3 0,4-1 8 0,-10 0-1 16,1 0 9-16,-2 0 4 0,-1-4 4 0,-4 4 7 15,-3-1 10-15,2 0 0 0,-1-1 1 0,-4 5-2 16,0-1-1-16,1 0 1 0,-3 1 0 0,5 3-4 16,-5 1-2-16,4 1 0 0,-4-5-4 0,10 7 2 15,-17 3 2-15,17-3-3 0,-15 9-3 0,12-5 0 16,-2 4 3-16,-1 4 1 0,6-3-2 0,0 6 4 0,4-2-1 0,3 4-1 15,0 0 0-15,3 0-5 0,3-2-4 0,3 5-8 16,4-4-5-16,-1 4-14 0,10-2-32 0,-1-3-31 16,2 0-34-16,0-2-32 0,5-5-45 0,-4 4-40 15,1-6-163-15,-7-3-451 0,6-2 199 0</inkml:trace>
  <inkml:trace contextRef="#ctx0" brushRef="#br0" timeOffset="155346.34">14863 3633 228 0,'0'-21'357'0,"0"-6"-22"15,-2 6-4-15,2 3-4 0,-3 3-19 0,3 0-7 16,-2 3-28-16,-3 3-19 0,5 1-23 0,-3 1-9 0,3 7-34 16,0-11-21-16,0 11-31 0,0-5-11 0,0 5-22 15,0 0-45-15,0 0 1 0,0 0-8 0,0 0-6 16,0 0 18-16,-5 20-27 0,5-8 0 0,0 3-19 15,0 5 8-15,0 10-3 0,0-2 0 0,0 1-4 0,5 11-2 16,-2-10 0-16,4 13-2 0,-2-13 7 0,5 11-29 16,-10-11-2-1,11 14-19-15,-2-3-10 0,-3-10-3 0,4 5-15 16,-3-3-15-16,4-5-10 0,4 14-11 0,-5-15-15 16,5-3-16-16,-2 3-30 0,-3-3-22 0,5-1-28 15,-3-8-44-15,-1 1-33 0,-1-4-166 0,-2-4-484 16,-1-2 216-16</inkml:trace>
  <inkml:trace contextRef="#ctx0" brushRef="#br0" timeOffset="155763">14806 3937 187 0,'-9'-4'324'0,"4"0"-15"0,-5 0-18 0,5 0-15 15,5 4-21-15,-10-1-21 0,10 1-24 0,-4-8-22 16,4 8-20-16,0 0-15 0,0 0-23 0,19-2-7 0,-19 2-11 15,28-1-11-15,-10 1-8 0,2-3-17 0,10 3-6 0,4 0-14 16,-2 0 1-16,14-5-2 0,-14 5-14 0,2 0-5 16,3 0-14-16,-1-1-5 0,-6 1-10 15,1-2-7-15,-4 1-1 0,-4-2 3 0,-3 2-3 0,-4-2 2 16,-6 3 8-16,-1 0-9 0,1-4-6 0,-10 4-2 16,6-1 2-1,-6 1-5-15,0 0 0 0,0 0 2 0,0 0-3 16,0 0 2-16,0 0 8 0,-21 13-9 0,11-8 4 0,5 2-2 15,-5 0-2-15,5 1-3 0,-2 0 6 0,1 3-1 16,-1-1 1-16,7 3 2 0,0 3 0 16,5 0 6-16,-3 0-2 0,11 2 0 0,-3 1 2 0,3-2 2 15,7 6-1-15,-3-4 1 0,-1 1 0 0,4-1 1 16,-4-4-1-16,1-1-4 0,-2-1 5 0,-3-1 0 0,-4-2-3 16,0-3 6-16,-1 0-6 0,-4-1-3 0,-1 1 3 0,1 0 5 15,-3-7-8-15,-10 9 4 0,-3-5-2 0,-2-2-28 16,-5 3-38-16,0-3-46 0,-8 1-53 0,7-3-66 15,-8 0-243-15,8 0-514 0,-2-4 227 0</inkml:trace>
  <inkml:trace contextRef="#ctx0" brushRef="#br0" timeOffset="156375.34">16961 3885 199 0,'9'-36'220'0,"4"-5"0"0,-3 10-1 0,3-7-7 0,-6 7 3 16,-2-11-5-16,-2 10-2 0,2 2-9 0,-10-4-4 15,10 7-9-15,-10 0-14 0,2-2-5 16,-2 2-9-16,-2 4-13 0,-1 3 24 0,3 2-29 16,-5 2-13-16,5-1-11 0,-5 2-11 0,-2 3-16 0,4 3-18 15,0 1 8-15,1 1-29 0,-8 5 14 0,1 2-26 16,-1 0-6-16,0 8-8 0,5-1 0 0,-2 9-4 0,-8 4-2 0,9 3-10 16,2 4 5-16,-4 12 0 0,2 3-1 15,7 4-5-15,-1 1 5 0,5 4-2 0,0 3-1 16,0 0 1-16,4 3 0 0,1 18 1 0,0-18 10 0,8-3-16 15,2 20 2-15,-4-20 4 0,3-3-6 0,7 3-1 16,-6-4-2-16,0-1 24 0,0-1-26 0,-2-2 3 16,-5-7-13-1,7 1 0-15,-7 1 10 0,-1-10-5 0,-2 0-7 0,-3-6 1 16,4 1-8-16,-4-3-9 0,-2-6-16 0,5 1-11 16,-5-3-18-16,0-3-15 0,-5 0-15 0,5-3-19 15,0 0-17-15,0-4-19 0,0 2-40 0,0-7-74 16,0 0-219-16,0 0-531 0,0 0 235 0</inkml:trace>
  <inkml:trace contextRef="#ctx0" brushRef="#br0" timeOffset="156765.34">16549 4356 76 0,'-6'-6'380'0,"-3"2"0"0,4 1-31 0,5 3-13 15,-1-11-32-15,1 3-20 0,0 8-27 0,8-13-31 16,5 4-21-16,10 2-6 0,4-4-39 0,3 0-13 0,9-1-15 16,9 2-17-16,0 1-7 0,5 0-26 0,2 0-24 15,5 1-19-15,-1 1-25 0,-4 1-25 0,-2-1-29 0,3 3-32 16,-5 0-37-16,-1 0-46 0,-5 4-44 0,-10-5-45 15,-4 3-260-15,-1-2-545 0,-2 0 241 0</inkml:trace>
  <inkml:trace contextRef="#ctx0" brushRef="#br0" timeOffset="157119.51">17380 4153 214 0,'0'0'237'0,"0"0"-15"16,-13 0-21-16,13 0-20 0,0 0-19 0,-7 4-19 15,7-4-15-15,-5 5-10 0,2 2-9 0,1 0-9 16,-3 1-8-16,5-3-3 0,0 9-10 0,0-5-9 0,0 2-7 0,0 2-2 16,5 1-7-16,-3 2-4 0,1-1-5 15,2-1-3-15,2-1-1 0,1 2-4 0,-1-3-2 0,8 0-4 16,-4 3 0-16,4-6-6 0,0 1-2 0,-2-5-3 16,4 1-4-16,-2-5-7 0,1-1-5 0,4-1-2 15,-7-2-8-15,2-3 0 0,-1-6-5 0,-1 3 1 16,2-9 1-16,-2 5 2 15,-6-7-1-15,3-6 3 0,-4 4 2 0,1 1 6 16,-7 2 5-16,-7-7 11 0,4 8 11 16,-9-1 5-16,6-1 2 0,-8-1 1 0,3 5-4 0,-6 2-1 15,2 1-7-15,-3 2 6 0,2 2-12 0,-3 2-3 16,-2 2-3-16,3 3 0 0,-4 2-9 0,6 0-14 16,1 7-14-16,0-1-15 0,0 3-17 0,8-2-16 15,1 2-26-15,-1 6-33 0,5-4-39 0,4 6-31 0,6-3-174 0,-1-1-405 16,11-2 179-16</inkml:trace>
  <inkml:trace contextRef="#ctx0" brushRef="#br0" timeOffset="157890.29">18092 4092 121 0,'-3'-12'348'0,"-2"4"-13"0,0 0-12 0,0 0-6 0,-2-3-16 16,-3 3-11-16,2-1-16 0,-5-2-21 0,-1 5-22 15,4 1-28-15,-1 1-17 0,-2-2-23 0,3 4-14 16,-5-1-12-16,2 3-19 0,4 3-14 0,-4-1-10 16,-2 5-8-16,0 0-10 15,0 1-10-15,0 3-11 0,6 1-9 0,-5 3-14 16,1 1-3-16,-2 7-5 0,9-4-4 0,-4-2-15 16,5 2 14-16,3 1-29 0,0 2-1 0,2-2 0 15,2-2-1-15,3 2-4 0,-2-1-2 0,11 1-1 16,-1-5 0-16,3-2 0 0,1 2-9 0,4-1 3 15,6-1-7-15,-7-7 5 0,8 0-2 0,0-3 2 16,0-3 13-16,0-1-9 0,-5-2-1 0,4-4 2 0,-1-2 6 0,-1-9-3 16,2 4 10-16,-7-6-2 0,3 0 0 0,-7-1 5 15,-1-1 2-15,3-2 6 0,-9 1 23 0,1 4 24 16,-5-2 31-16,1 0 18 0,-3 6 5 0,-1-3 9 16,1 7 6-16,-3-4-5 0,0 7-7 0,0-4-7 15,0 4-8-15,0 5-11 0,0-5-9 0,0 8-16 16,0-10-11-16,0 10-10 15,0-6-12-15,0 6-5 0,0 0-6 0,0 0-4 16,0 0-5-16,0 0-4 0,-5 27-2 0,5-15-5 16,0 1-1-16,0 7-3 0,0-5-2 0,5 4-4 15,-3-2-2-15,6 3-2 0,-1 4-5 0,8-2-10 16,0-1-6-16,-2 0-13 0,2-6-15 0,6 4-9 16,-1-1-11-16,5-6-2 0,-7-1-4 0,1-2-8 15,4-3-5-15,-3-1 2 0,-2-2 6 0,0-3 2 0,0-3 8 0,2-2 8 16,-3-1 6-16,-1-4 3 0,-4-4 9 0,3-1 10 15,0-8 4-15,1 3 7 0,-9 0 10 0,-1-4 14 16,-1 5 7-16,4-1 18 0,-8 2 14 0,1-1 23 16,-2 5 11-16,0-4 19 0,0 9 10 0,0-4 9 15,-2 2 19-15,2 2-12 0,0 2-5 0,0-1-16 0,0 2-11 16,0 6-14 0,0-9-10-16,0 9-13 0,0 0-10 0,0 0-8 15,0 0 4-15,0 0-10 0,0 0-1 0,0 0 2 16,-1 23-5-16,1-15 6 0,0 4 17 0,1-1-19 15,4 5-4-15,-3 4 5 0,4-5-3 0,1 3 2 16,-5-2-4-16,11-1-2 0,-5 1 3 0,1 0-3 16,4-5-4-16,-7 2 3 0,6-1-2 0,1-3-3 0,-1 2-1 15,-4-4 2-15,4-4 3 0,3 1 0 0,-4-2 4 0,-1-2-2 16,3-2 1-16,1-2 4 0,-8 1-11 0,4-3 7 0,-5-2-2 16,7-3 2-16,-4-5-2 0,-1-2-24 15,1-1-17-15,-3-2-31 0,3-5-23 0,-1 6-31 16,-4 1-32-16,0-1-32 0,2 0-49 0,-5 5-38 15,2 0-227-15,-2 3-549 0,7 1 242 0</inkml:trace>
  <inkml:trace contextRef="#ctx0" brushRef="#br0" timeOffset="158269.19">19472 3960 271 0,'0'-8'328'0,"-6"1"-11"0,1-1-20 0,0-2-23 0,-2 4-24 15,-1 2-22-15,-5-3-17 0,6 0-33 0,-3 4-17 16,-2 0-16-16,6 3-15 0,6 0-17 16,-23 0-11-16,13 1-21 0,-3 2-3 0,6 5-7 0,-1-5-2 15,-6 10-12-15,8-2-4 0,-1-2-7 0,-1 6-2 0,5 1-3 16,-2-1-4-16,-2 5 1 0,5-2-10 0,2 3 3 15,0-2-7-15,2 4 1 0,6 4-1 0,-1-1 1 0,4-4-5 16,1 0 5-16,3 1-8 0,-2-2 1 16,9 0 3-16,-16-6-3 0,11 1-4 0,-2-1-1 15,-2-4 2-15,2 2 9 0,-2-2-15 0,-6-3 2 0,-2-4-2 16,0 5 9 0,1-3-13-16,-2-5-3 0,1 1 0 0,-5-2 1 15,1 6-1-15,-1-6 4 0,0 0 0 0,-21 3-4 16,4-4-2-16,1 1-25 0,-6 0-25 0,-8 0-43 0,1-2-49 15,-15 4-60-15,13-4-66 0,-7 1-276 0,3-4-587 16,5 5 260-16</inkml:trace>
  <inkml:trace contextRef="#ctx0" brushRef="#br0" timeOffset="159124.66">21094 4336 22 0,'-31'-5'265'0,"-6"-3"-23"16,6 1-14-16,-2 2-14 0,6 2-17 0,3 3-21 15,4 0-20-15,0 1-18 0,3 1-16 0,-3 3-8 0,9-2-12 16,1 2-12-16,3 6-5 0,6-7-10 0,-1 7-4 0,2 2-4 15,2-3-9-15,-1 3 1 0,11-1-4 0,-4 3-4 16,5-1-3-16,4-4-7 0,1 5-2 0,-1-4-1 16,9 0-6-16,-8-2-4 0,9 3 2 0,-6-6-2 15,-1 1 0-15,0-2-6 0,-2-3-1 0,-1 0-5 16,3-2 3 0,-5-2-1-16,0-4 2 0,-1-2-3 0,0-2 0 0,-3-5-2 15,6-6-3-15,-7-2 4 0,-5-4-4 0,5 0-2 16,-5-1 1-16,3 0 1 0,-5-1 4 15,1-3 8-15,-4 4 6 0,0-1 11 0,0 2 14 16,0 2 4-16,0 4 10 0,0 1 0 0,6 1-2 0,-6 4 13 16,2 2 1-16,-4-1-7 0,2 5-15 0,0-2 0 15,2 4-2-15,-1 1-8 0,-1 6-17 0,5-9-22 0,-5 9-1 0,5-5-5 16,-5 5-8-16,0 0 13 0,20 12-20 0,-10-1 12 16,3-2-12-16,1 1-3 0,4 9 1 0,0-3-2 15,9 7-2-15,-6-3-5 0,-3 3 3 16,9 0 1-16,4 8-4 0,-11-10-6 0,-3 0 2 0,6 0-2 15,-3 0 2-15,-12-8 1 0,7 2 4 0,-2 0 0 16,-1-4 1 0,-7-3-1-16,3 2 7 0,-3-4 5 0,-2-3 14 0,4-2 23 15,-7-1 12-15,0 0 0 0,8 0 7 0,-8 0 10 16,2-8 6-16,-1-3 28 0,1 3-12 0,5 0 7 16,1-7 1-16,-1 1-2 0,-1-3 1 0,1 1 1 15,1-2-7-15,0 1-4 0,4 2 12 0,-2 0 5 16,5-1 0-16,-2 1-1 0,-3 2 2 0,5-1-3 15,0-1-7-15,0 6-12 0,0-2-2 0,-1-1-7 0,-9 5-6 0,10 4-8 16,-6-6 2-16,-3 5-12 0,-4-1-8 0,6 2-6 16,-3-1-4-16,-5 4-9 0,10 0-2 0,-10 0-6 15,10 4-13-15,-2 4-11 0,-4-1-25 0,9 5-30 16,-7 0-35-16,4 4-30 0,4 4-23 0,-6-2-25 16,7 6-23-16,5 0-33 0,1 3-41 0,-3-5-58 15,2 4-329-15,2-5-727 0,9 6 321 0</inkml:trace>
  <inkml:trace contextRef="#ctx0" brushRef="#br0" timeOffset="159773.07">23840 3777 156 0,'13'-14'232'0,"2"2"7"0,2 0 4 0,3-5-4 0,1 0-2 16,2-7 5-16,4 3-8 0,3-13-12 15,5 0-16-15,-12 10-1 0,2-14-2 0,3 3-14 0,-5-4-7 16,0 1-17-16,-5-4-6 0,-3 3-19 0,-3-4-12 15,-7 0-13-15,5 2-16 0,-5 1-4 0,-12-6-13 0,-1 0-6 16,-7 10-6-16,-2-6-8 0,-1 6-9 0,3 6 2 0,-10-1-13 16,0 7-8-16,-1 1-4 0,3 0-4 0,-5 8-12 15,0 2 0-15,3 4-3 0,-8 3-10 16,3 5 3-16,0 2-4 0,0 11 0 0,4-4 0 0,1 11 1 16,-2 2-5-16,8 4-8 0,-8 11 4 0,4 3 6 15,3 6 0-15,8 2-2 0,-2 4-1 0,9 2 2 0,-4 2 1 16,8 15-7-16,2-11 12 0,8 22 0 0,4-1-2 0,2-7 5 15,3 6-3-15,0 0 3 0,-1-8 3 0,-1 0-4 16,2 2 1-16,-8-19 2 0,-3 4-6 16,3-4 17-16,-2-4-14 0,-1 4-1 0,-2-6-3 0,-5-1 1 15,0-3-1-15,-2 0 2 0,-3-5 2 0,-1-9-3 16,-3-1-1 0,1-4 3-16,0 2-7 0,-6-3-8 0,5-4-8 0,2-1-22 15,-3-5-12-15,2 1-29 0,1 2-5 0,4-9-13 16,-2 3-6-16,3-2-13 0,-3-3-9 0,4-2-14 15,2 3-29-15,-1-7-49 0,7 5-66 0,-7-5-212 16,0 0-539-16,25-5 239 0</inkml:trace>
  <inkml:trace contextRef="#ctx0" brushRef="#br0" timeOffset="160211.87">23456 3996 109 0,'-8'-8'369'0,"8"8"-17"15,-7-5-19-15,7 5-24 0,4-8-6 0,-4 8-20 0,0 0-25 0,0 0-19 16,0-8-27-16,0 8-10 0,5-5-23 0,3 0-22 16,-1 4-15-16,4-1-16 0,12 2-12 0,-1 0-12 15,9 2-14-15,12-1-1 0,7 2-13 0,1-1-12 16,1 3 2-16,7 2-10 0,-6-6 0 0,7 5-12 16,-4 0-9-16,-3-2-1 0,-7 1 6 0,-3 0-3 15,-10-7-13-15,-1 4 19 16,-7-1-19-16,-4 0-6 0,-6 2 1 0,0-3 4 15,-3 0 2-15,-6 2-11 0,-6-2 1 0,0 0-7 16,15-5-4-16,-15 5-2 0,0 0 1 0,0 0-4 16,-33-13 10-16,16 7-10 0,-11 1 1 0,-1 0 6 15,-6-2-5-15,-15-3-6 0,2 0-30 0,-3 0-31 16,-2 3-59-16,-5 4-55 0,7 1-63 0,-2-2-80 16,5 3-286-16,13 1-659 0,7 1 291 0</inkml:trace>
  <inkml:trace contextRef="#ctx0" brushRef="#br0" timeOffset="187389.09">13924 6178 301 0,'9'-13'284'0,"0"1"-17"0,-2-3-5 16,1 1-4-16,-3-1-9 0,5 2-11 0,-5-5-11 16,-1 2-14-16,4 0-7 0,-7 0-11 0,-1 1-15 15,4-3 6-15,-8-2-5 0,4 4-10 0,-3 1-2 16,-5-5-16-16,5 7-8 0,-2-4-3 0,-7 1-5 0,2 4-9 0,3-3-12 15,-6 3-11-15,-3-3-5 0,9 4-18 0,-6 4-10 16,-2 2-10-16,0-3-4 0,0 1-12 0,0 2-8 16,7 3-5-16,-7 0-5 0,-3 2-4 0,3 4-9 15,0 1 4-15,0 2-9 0,0 0 3 0,0 5-5 16,0 0 0-16,-3 6-4 0,0 3 12 0,6 9-13 0,-2-4 0 16,0 14-3-1,6 2 4-15,-4-2-1 0,6 2 1 0,1 8-9 16,2 3 9-16,3-5-7 0,0 2-5 0,0 1 8 0,3 8 3 15,0-6 0-15,-3 1 0 0,2-2-2 16,1-3-1-16,-3 0 7 0,2 3-3 0,1-9-7 16,0-2 8-16,4 1-2 0,-7-9 0 0,-3-3 4 0,-1-2 0 15,4 7-7-15,-1-9 6 0,-1-6 9 0,2 0-9 16,-2-2-6-16,2-2-1 0,2-1-3 0,-4-4-16 0,2 1-15 0,2-6-17 16,0 3-13-16,-1-3 10 0,-1-6-21 0,4 7-3 15,-4-2 8-15,0-5-14 0,6 5-15 16,-6-5-46-16,0 0-47 0,0 0-37 0,0 0-56 0,22-10-50 15,-16 3-229-15,1-2-613 0,-7 3 271 0</inkml:trace>
  <inkml:trace contextRef="#ctx0" brushRef="#br0" timeOffset="187627.37">13457 6662 87 0,'-11'-11'371'15,"3"2"-12"-15,1-5-12 0,2 5 6 0,0 5-5 16,-2-3-12-16,7-1-26 0,-3 4-33 0,3 4-19 0,-3-8-21 0,3 8-27 16,3-8-17-16,-3 8-25 0,15-7-17 0,-7 6-15 15,7 1-16-15,8-2-9 0,-1 2-16 0,8 0-7 16,-1 0-8-16,6-1-5 0,0 2-26 0,0-2-30 16,11 2-35-16,2-2-44 0,-3-4-36 0,-1 3-36 15,-2 2-46-15,-4-1-37 0,-3 1-59 0,-2-6-56 16,-5 4-250-16,-2-2-628 0,3-2 278 0</inkml:trace>
  <inkml:trace contextRef="#ctx0" brushRef="#br0" timeOffset="188629.46">14634 6507 36 0,'-5'-4'425'0,"5"4"-13"0,-10-4-24 15,10 4-28-15,0-5-17 0,0 5-22 0,0 0-28 16,-5-6-30-16,5 6-27 0,0 0-25 0,0 0-24 16,32-5-20-16,-14 5-15 0,2-2-13 0,11-2-29 15,-2 3 4-15,5-1-9 0,16 2-10 0,0-2-9 16,1-2-13-16,7 3 4 0,-10-1-16 0,3 2-5 0,-1-5-13 16,-1 4-11-16,-4-1-25 0,0-2-43 0,-12 1-31 15,0 2-22-15,-11 1-32 0,-1-2-25 16,-4 0-26-16,-1 2-35 15,-6 0-47-15,0-5-39 0,-3 0-276 0,-7 5-614 16,3-3 272-16</inkml:trace>
  <inkml:trace contextRef="#ctx0" brushRef="#br0" timeOffset="188914.63">15202 6271 242 0,'0'0'280'15,"0"0"-23"-15,0-4-23 0,0 4-23 0,0 0-20 16,0 0-20-16,0 0-15 0,0 0-14 0,0 0-10 0,28 11-12 16,-11-7-8-16,1 4-9 0,-2-1-13 0,1 2-9 15,5 3-6-15,1 0-8 0,0 2-5 0,0 1-6 16,-3 1-5-16,6-3-7 0,-7 2-9 0,-1 0 0 0,-2-1-3 0,-1 1-5 16,-2-2-2-16,-3 1 4 0,-1 0-10 15,-4-1-1-15,3 2-4 0,-6-3 0 0,-2 3-1 16,0-1 8-16,-7 1-10 0,-1 2-3 0,-1-5-5 0,-1 5-16 15,-3-7-14-15,-2 5-23 0,2-3-15 0,6 3-32 16,-7-5-42-16,2 0-46 0,7-1-47 0,0-3-164 16,0 3-428-16,2-6 189 15</inkml:trace>
  <inkml:trace contextRef="#ctx0" brushRef="#br0" timeOffset="190819.34">16203 6117 16 0,'0'-13'428'0,"0"2"-9"0,-6 0-22 0,6 4-30 0,0-2-32 16,-2 5-36-16,2 4-40 0,0-11-32 0,0 11-27 16,0 0-25-16,0 0-14 0,0 0-20 0,0 0-15 15,0 26-8-15,0-10-10 0,0 2-13 0,0 7-10 16,0 4-10-16,0-1-16 15,0 4-5-15,2-2-14 0,-2 1-1 0,0 0-10 16,0 0-9-16,8-1-12 0,-8-2-6 0,-2 1-9 16,-6 1-2-16,8-12-11 0,-3 3-1 0,1-3-1 15,2-2-1-15,0-5-7 0,-3 1 16 0,-2-4 0 16,5-1 17-16,0-1 33 0,0-6 22 0,0 0-11 16,0 0-3-16,0 0 5 0,0 0-11 0,21-24-1 15,-12 9-3-15,-1-2-1 0,5-6-7 0,4-3-2 0,-4 8-3 0,10-8-2 16,-1 6 4-16,-4-2-6 0,7 6-7 0,-10 2 0 15,1 1 2-15,4 5 1 0,0-2-3 0,-4 4-8 16,6 0 0-16,-6 5 0 0,1 2-5 0,1 2 18 16,-1 0-20-16,-2 5 2 0,0 0-3 0,-1 4 18 15,-2 0-21-15,-2 7 4 0,5 0 0 0,-2 2 1 16,-6-2-1-16,3 1-1 0,-4-1-3 0,-6-1 3 0,7 2 0 0,-5-2 1 16,-4 2 14-16,-5-4-17 0,7 2 21 0,-6-1-13 15,-4-6-7-15,-5 3-5 0,0-4 14 0,0 0-1 16,-5 0 16-16,5-3-11 0,-6-4 0 0,-1-3 0 15,1 0-7-15,3 0 15 0,-1 0-3 0,1-1 1 16,3-1 2-16,-3-2-6 0,6 0 7 0,1-4-14 16,8 5 10-16,-4-5-6 15,0 4-3-15,6-4-7 0,2 1-13 0,6-1-15 16,1 1-11-16,9-2-9 0,4 1-12 0,7-4-9 16,4 2-3-16,13-3-5 0,-2 3 8 0,0-2 4 15,8 5 5-15,-6-2 5 0,-1 0 8 0,1 2 4 16,0-2 9-16,-12 3 4 0,2-2 3 0,-1 0 4 0,-6 3 2 15,-6-3 0-15,1 2 10 0,-3-2 10 16,-3 1 16-16,-4 1 12 0,-5 0 10 0,0 0 19 0,-1-1-3 0,-5-1 0 0,3 5 17 16,-4-4-12-16,-1 7-6 0,-8-16-1 15,6 12-7-15,-4-5-2 0,-3 4-7 0,-1 1 3 16,1-1-9-16,-3 4 1 0,-5-2 4 0,1 0-20 0,1 6 1 16,-5-3 0-16,5 3 3 0,-6 3-10 0,6-2 1 15,-3 7 1-15,-2-4 11 0,3 2-17 16,6 6 1-16,-4-4-2 15,1 5-7-15,5-4 2 0,2 5-2 0,-3 0-8 0,7-4-3 16,-1 5-2-16,3-3 5 0,2-3 10 16,1 1-8-16,0-2 1 0,3 3-3 0,5-1 1 15,1-2 9-15,-4-7-8 0,9 4 2 0,1-5-2 0,-2 1 6 16,3-4-2-16,-1-4 2 0,-3-3 2 0,8 2 2 16,-6-5-2-16,-4 1 5 0,3-2-1 0,0-5 2 15,0 1 1-15,-7-1-4 0,4-2 8 0,-2 2 6 0,-5-3 6 0,3 0 2 16,-5 2 21-16,0-2 9 0,-1 7 3 0,0-3 2 15,-2 3 15-15,0-3 3 0,0 7-6 16,0 0-7-16,0 0-4 0,5 2-22 0,-5 6-6 0,0-9-2 16,0 9-12-16,0-6-23 0,0 6-6 0,0 0 4 15,0 0 9-15,0 0-12 0,-5 21-3 0,10-12-7 16,-4 3-3-16,4 3-4 16,-3-1-6-16,6 3 6 0,-1 0-4 0,-2-2 3 15,6 4-3-15,-4-4-5 0,3 4-2 0,2-3 3 16,-6 1 1-16,7-4-3 0,-1-2 2 0,-7-3 4 15,8 0 5-15,-6-4 5 0,4 1 16 0,-6-2-14 16,-5-3 4-16,15 0 7 0,-15 0-4 0,15-9 4 16,-7 0 2-16,-1-1 2 0,1-4 7 0,-1-1 4 15,3 0 7-15,3-9 13 0,-5 7 0 0,6-1 6 0,-8 2 3 0,8-4-9 16,-5 5 13-16,1-1-1 0,2 0 4 0,-4 5-6 16,-1 0 11-16,3-1-19 0,0 5-6 0,0-1 2 15,-4 4-9-15,8 0 1 0,0 4 1 0,-2-4-2 16,1 8-4-16,5-3-7 0,-1 6 4 0,0 1-4 15,-1 4 3-15,4-5 2 0,-5 7-1 0,0-1 2 16,1 7 8-16,4-1-12 0,-12 1-2 0,4-5 6 0,3 6-12 0,-5-6 3 16,-5 3-4-16,5-3-1 0,1 0-2 0,-9 1 2 15,-2 1 1-15,-2-2-4 0,-4 0 9 0,1-1 9 16,-7-2-11-16,-1-4-2 0,6 0 2 0,-13 3 2 16,4-6 7-16,-7 0-1 0,5 1-2 0,-2-5 0 15,1-1 3-15,-4 3 0 0,7-3 0 0,2 0-2 16,6 0 23-16,-3-3-8 15,11 3 9-15,-17-2-1 0,12 0-1 0,5 2-14 16,0-8-2-16,0 8-1 0,13-15-3 0,-1 13-4 16,4-6 15-16,13-1-22 0,-3-1-7 0,9 0-6 15,13-2-1-15,0 0 4 0,0 4-15 0,-3-7-3 16,1 3-10-16,-1-3 5 0,6 1-1 0,-8 1 3 0,2-1 3 16,-1 0 4-16,-14 3-2 0,2-3 12 15,-1 8 11-15,-6-9-9 0,-7 6 9 0,-3-1 6 0,0 1 6 0,-4-1 13 16,-4 0 1-16,1 4 13 0,-3-2 4 0,-3-2 1 15,-2 1-7-15,-2 5-3 0,-1-4 1 0,-2 2-2 16,-2 0-9-16,1-1-2 0,-6 2 8 0,2 3-13 16,4-2 13-16,-6 4-17 0,2-1-3 0,10 1 2 0,-23 1 4 15,15 2-8-15,-1 0 1 0,1 5-2 16,1-3-2-16,1 6 3 16,3-3 12-16,1 3-15 0,2 5-1 0,5-1 9 0,1-2-15 15,6 5-2-15,6 0-3 0,7 0-3 16,3 1-18-16,15 4-2 0,4-2-8 0,-3 0-5 15,8-1-6-15,-1-4-2 0,-3-4-8 0,3 0 0 16,4-2-2-16,-4-1-6 0,0-2 7 0,-6 0 5 0,-8-7 7 16,-4 0 6-16,-2-6 9 0,-1-2 6 0,-12 3 4 15,2-2 20-15,-7-2 15 0,-3 1 17 0,-3-2 6 0,-2 1 4 0,-10-2 9 16,3-1 12-16,-5-3 12 0,-4 1 9 16,-4 2-1-16,-2-1 17 0,-9-1-15 0,1 1 8 15,-5-1-5-15,1 8-7 0,-3-5-5 0,-1 4-7 0,8 1-4 16,-3 4-14-16,5 2-10 0,3 0 6 0,-3 2-12 15,1 1 4-15,9 3-3 0,-2 3-5 0,0 0 8 16,5-1-23-16,-3 6 1 0,6-1 1 0,-1 0-11 0,5 2-1 0,3-3-1 16,0 7 0-16,3 0-4 0,5-2 7 0,4 1-9 15,-2-1-7-15,7 4-1 0,-3-6-10 16,5 0 3-16,2-1-9 0,-3-4-3 0,4-7-7 0,-2 3-2 16,3-2-1-16,-2-4 1 0,8-7 4 0,-8 2 3 15,4-5 2-15,0-5 4 0,0-2 4 0,-7-5 3 16,2 1 2-16,-5-6 4 15,8-11 4-15,-3-2 0 0,-6-1 1 0,0-5 4 16,-4-2 7-16,5-2 19 16,-12 6 28-16,2-3 10 0,-5-1 38 0,6 5 38 15,-12 11 1-15,1 2 8 0,2 0 8 0,-2 6 14 0,3 6 6 16,-6-2-10-16,1 6-9 0,4-1-5 16,-4 5-11-16,4 0-15 0,-1 0-14 0,-2 2-12 15,4 2-10-15,-1 1-16 0,3 5-14 0,-5-5-4 0,5 5-7 0,0 0-1 0,-17 16-7 0,12-7-1 16,2 8-5-16,1 0-9 0,1 5 0 0,1 6-6 15,1 3-4-15,-1 1-10 0,4-2-8 0,6 13-13 16,-2 1-22-16,5 5-47 0,9-5-46 0,-9-2-42 16,2-1-29-16,11 1-35 0,-6 1-53 0,5-12-58 15,2 3-359-15,2-6-778 0,-1-8 345 0</inkml:trace>
  <inkml:trace contextRef="#ctx0" brushRef="#br0" timeOffset="191837.64">20583 6378 163 0,'-5'-6'307'0,"2"-2"-8"0,-6 1-9 0,3-1-13 15,-4-1-6-15,-3-1-7 0,3 1-15 0,-2 1-18 0,-1 1-15 16,-2 3-16-16,0-3-25 0,3 3-16 0,-11 1-22 15,7 1-13-15,-4-1-11 0,-2 6-16 0,-1 1-5 16,3 0-10-16,4 4-13 0,-7-4-2 0,4 7-9 16,1-4-7-16,2 5-9 0,-3 0-3 0,6 1-1 0,0 2-12 15,3 0-4-15,0 0-5 0,5 2-5 0,2-2 0 16,3 1 1 0,3-1-7-16,2 4-2 0,5-4 3 0,3 1-12 15,0-4-3-15,11 4-8 0,0-1-11 0,3-5-6 16,-9-2-13-16,14-4-2 0,-13 0 0 0,10-3-4 15,4-1 0-15,-4-4 4 0,0-1 0 0,-11-3 6 16,2 0 1-16,3-6 3 0,-7-1 0 0,3-4 4 0,-13 4-2 16,4-5 4-16,-3 1 3 0,-6-1 8 0,4-8 3 15,-5 10 4-15,-5-3 7 0,4 2 5 0,-7-7 13 0,-1 6 6 0,4 5 9 16,-6-10 13-16,6 10-5 0,-2 3 22 16,4-2-5-16,-2 5 8 0,0 2 6 0,2-1 3 15,-1 3-14-15,1-2-1 0,0 2-8 0,3 5-5 0,0 0-16 16,3-10 1-16,-3 10-11 0,0 0-4 0,15 2 3 15,-15-2-1-15,20 10-5 0,-9-7-9 0,4 6 2 16,2-1-4 0,-2 4 4-16,8 3-5 0,-7-4 0 0,8 4-6 0,-3 3-4 15,2-1-2-15,-8-5-10 0,8 8-8 0,-1 1 1 16,-6 0-4-16,-2-7-5 0,-1 3 1 16,-3 0-1-16,1-2 2 0,4 0 4 0,-6 2-4 0,-3-8 4 15,-4-1 5-15,3 3 1 0,0-3 8 0,0-3 3 16,-4-2 3-16,1 5 20 0,-2-8 31 0,7 3-2 15,-7-3 4-15,0 0 5 0,0 0 3 0,0 0 1 0,5-21 12 0,-4 12-7 16,3-3 4-16,1 1 2 0,-1-9 13 0,1 4-17 16,4-3 0-16,-1 4-3 0,0-5 4 0,2 2 3 15,2 2 1-15,1 1 0 0,-5 2-1 0,4-2-6 16,1 1 9-16,0-3 0 0,-3 7 0 0,2 1-4 16,-4 0-5-16,4 2-7 0,-2 0 7 0,-4 0-15 15,3 2-6-15,-3 2-9 0,2 2-3 0,-8 1-1 0,15 1-6 0,-15-1 2 16,15 3 0-16,-8 2-2 0,4 5-5 0,-4-1 4 15,1 2-1-15,1 4-4 0,-1 0-2 0,-1 1 3 16,1 3-5-16,0-3-17 0,-1 3-22 0,1 4-17 16,5-10-23-16,-6 7-19 0,4 1-9 0,1-5-19 15,-4 1-23-15,4-2-24 0,-2 3-36 0,-2-2-46 16,7 1-53-16,-3-2-280 16,-1 0-636-16,1-1 281 0</inkml:trace>
  <inkml:trace contextRef="#ctx0" brushRef="#br0" timeOffset="194058.62">22584 5976 163 0,'8'-15'284'0,"14"-11"-10"16,-12 6-3-16,5-3-2 0,-2-4-13 0,-7 0 1 15,4 0-15-15,-5 0-15 0,2 0 7 0,-2 3-3 16,-3-1 3-16,-2-1-10 0,-4 7-3 0,3 0-10 16,-4 0-15-16,1 3-12 0,-1-3-18 0,-1 6-16 0,-2-1-16 0,1 6-20 15,-1 0-8-15,1 0-19 0,-3 1-10 0,3 4-10 16,-4 1-8-16,11 2-14 0,-27 8-4 0,14-2-5 15,-2 3-4-15,2 3-9 0,-2 4 7 0,0 10-9 16,2-1-5-16,5 4 0 0,-1 4 0 0,3 6-2 16,6 3-1-16,0 3-1 0,6 2-4 0,3-3 0 15,-1 10 5-15,7 0-4 16,3 3 2-16,7 14-6 0,-4 1 0 0,-1-21-4 16,7 15 9-16,-7-13 5 0,-1-1-11 0,0-1 3 15,-6 2-2-15,7-7-1 0,-7 5 0 0,-1-10-3 16,-1 0-13-16,-7-11-8 0,-3 2-5 0,2-5-22 15,4-6-3-15,-7-1-9 0,0-5-23 0,0-3-7 16,-3 1-12-16,6-4-5 0,-3 3 13 0,3-6-14 16,-3-3-2-16,0-3-38 0,0 0-42 0,0 0-38 0,0 0-38 0,0 0-49 15,15-16-240-15,-8-3-600 0,5 1 266 0</inkml:trace>
  <inkml:trace contextRef="#ctx0" brushRef="#br0" timeOffset="194274.79">22650 6282 263 0,'-15'-12'308'0,"2"1"-25"0,6 4-25 0,-1-2-18 15,3 2-10-15,-5-1 1 0,5 2-10 0,5-2-15 16,-3 3-28-16,-4 1-14 0,7 4-17 0,-1-12-21 16,1 12-10-16,-4-1-29 0,4 1-20 0,0 0-25 15,15-4-18-15,-3 4-23 16,-12 0-17-16,20 2-30 0,-2 0-30 0,0-1-33 15,0-1-43-15,6 2-44 0,2-2-42 0,-3 5-156 16,-3-4-425-16,7 0 188 0</inkml:trace>
  <inkml:trace contextRef="#ctx0" brushRef="#br0" timeOffset="195092.54">22642 6227 145 0,'0'0'202'0,"0"0"-6"0,-10 1-5 16,10-1-5-16,0 0-11 0,0 0-15 0,0 0-18 0,0 0-11 16,0 0-15-16,0 0-11 0,33-6-12 15,-16 6-9-15,3-6-10 16,-4 4-5-16,1-5-8 0,6 2-9 0,3 4 1 16,6-7-11-16,-2 8-1 0,-2-1-4 0,1-5-7 15,0-2-2-15,0 3-3 0,0-3-3 0,-8 5-3 16,-1-4 2-16,1-1-1 0,-2 0-6 0,-5 1 3 0,3-4-6 15,-2 6 2-15,0-6-1 0,-9 5-1 0,4 0 1 16,-5-2 5-16,4 1 8 0,-3-1 0 16,-6 3 3-16,9-3 7 0,-9 2-3 0,0 1 4 0,0 5-3 0,0-10-7 15,0 10 1-15,-2-9-6 0,2 9-5 0,-7-6-1 16,7 6-2-16,-15-5-2 0,15 5-3 0,0 0-2 16,0 0-1-16,-21 5 0 0,9-2 2 0,1 0-4 0,4 0 3 15,-6 2-3-15,0-2-1 0,1 7 1 0,-3-3 1 16,2 1-1-16,1-1-2 0,2 4 4 15,2-2-5-15,-2 5 4 0,0-2-1 0,0-1 0 0,9 0-1 0,1 2 4 0,0-1 0 16,5 0-3-16,1 5 4 0,7-4-1 16,9 2 1-16,6-1-7 0,4 0-1 0,16-1-1 15,-9-3-2-15,11 2-3 0,-4-4-9 0,4-4 2 0,-2 3-2 16,0-7 2-16,-2 1-3 0,-3-6-3 0,-1-3 3 16,-1 1 3-16,-5 2-3 0,-7-3 4 0,2-3 4 15,-6 4 0 1,-7-4 4-16,-5-1 8 0,2 0 9 0,-2 4 12 0,-4-8 16 15,-6 3 2-15,0 1 6 0,-3 3-3 16,-3-3 0-16,0 1-6 0,-6 6-2 0,3-6-4 16,-6 7-4-16,1-3-5 0,-4 2-6 0,-2 0 2 0,-1 2-5 15,1 3 0-15,3 0-1 0,-3 3-5 0,0 3 3 16,1 1-5-16,1 1-1 0,-2 3-2 0,3 1 2 16,0 1-4-16,1 2-5 0,0 2-5 0,3 0-2 0,5 0-3 0,-7-2 2 15,9 2-3-15,0-7-1 0,3 4-3 0,3-4-2 16,-3 0 4-16,5 1 0 0,3-5-1 15,-1 1 3-15,8-4 0 0,-5 1 3 0,5-4 0 0,6-4-1 16,-6 0 4-16,5 0 0 0,0-4 2 0,5-4 1 16,-6 1 3-16,1 0 2 0,-5-3 1 0,0-3 7 15,0 5 15-15,-3-3 16 16,-7 7 10-16,4-8 21 0,-2 11-1 0,-4-8 2 16,2 4 3-16,-3 6-9 0,1-4-9 0,-1 2-7 15,-2-2-5-15,3 1-15 0,-3 6-6 0,0 0 3 16,0 0-5-16,0 0-4 0,0 0 3 0,0 0 0 15,-3 24-6-15,3-20 1 0,0 10-6 0,8-1 0 16,-3 4 0-16,5 0 1 0,-2-4-4 0,6 6 0 16,-3-2-4-16,7 1-4 0,4 1-13 0,6-2-13 0,-5-2-25 0,10-3-12 15,-1 2-25-15,-1-6-22 0,2 1-29 0,1-1-26 16,0-5-22-16,-4-3-39 0,0-3-24 0,0-5-197 16,-1 3-487-16,1-6 216 0</inkml:trace>
  <inkml:trace contextRef="#ctx0" brushRef="#br0" timeOffset="195847.78">24317 5706 129 0,'-7'-20'330'0,"4"5"-7"0,-2-2-5 0,-3 7-11 16,8-3-9-16,0 4-21 0,0 4-17 0,-2-3-25 16,-3 3-29-16,5 5-26 0,0-11-19 0,0 11-21 15,0 0-13-15,0 0-14 0,0 0-15 0,0 0-8 16,5 26-14-16,-5-16-8 0,2 7-8 0,-2 3-2 0,0-4-7 0,0 11-5 15,0 0-6-15,0 0 1 0,0 1-8 0,0-1 0 16,0 5-1-16,0-2-1 0,0 3 3 0,0 7-11 16,0-6-2-16,-2-5-6 0,2 1 1 0,0 9-18 15,-5-8-6-15,10-1 0 0,-3-1-7 0,-2-4-2 16,6-8-16-16,-4 6-2 0,3-7-7 0,-2-1-6 16,4 0-1-16,-2-4-6 0,-2-2-7 0,4 0-8 0,-1-2-5 0,1-4-8 15,1 2-15-15,-3-3-9 0,-5-2-20 0,0 0-11 16,25-8-11-16,-18 2 1 0,6 1 9 0,-8-3 4 15,7-3 17-15,-9-1 11 0,0-2 16 0,-3-2 29 16,0 0 30-16,0 2 21 0,-3-1 29 0,0 0 9 16,-7 1 18-16,5-1 12 0,-10-2 11 0,8 6 5 0,-6-3 4 15,1 4 2 1,6 3 7-16,-8-5 5 0,5 4-2 0,4 2 2 16,-2 1-3-16,4 1-1 0,-1-2 8 0,4 6-19 15,-8-5-8-15,8 5-6 0,0 0-7 0,0 0-6 16,0 0 2-16,0 0-5 0,22-3-14 0,-9 5 4 15,3 3-10-15,1-4 4 0,3 1-3 0,0 3-3 16,4 0-6-16,-4-3 1 0,12 3-3 0,-9-3-4 0,-2 4 1 16,1-6-2-16,1 2-1 0,-1-2-5 0,-4-2 0 0,-7 4 5 15,9-2 2-15,-11 1 4 0,-1-1 8 0,-8 0 3 16,13 0-2-16,-8 3-2 0,-5-3-3 0,0 0-12 16,12 1-1-16,-12-1 14 0,5 7-21 0,-5-7-3 15,-4 7 5-15,4-1-1 0,0-6-3 0,-3 18 0 16,1-10 5-16,2 4-5 0,-3-4 1 0,3 9-2 0,0-4 4 15,3 7 1 1,-1-5-4-16,1-2-1 0,-1 2 3 0,-2-3 0 16,8 3-2-16,-1-1 5 0,1-1 1 0,0-1-5 15,4-1 9-15,1 0-8 0,-3-6 5 0,3 2-5 0,1-3 2 16,-1-3 6-16,3-1 0 0,-4 0-1 16,1-1 2-16,4-3-2 0,-2-3-3 0,0-2 7 15,-2-1-3-15,-2-3-3 0,3-2 0 0,-6-4 1 0,0 3 1 0,2 1-1 16,0-3 10-16,-5 0-3 0,-3-3 1 0,8 6 6 15,-10-2 7-15,0 0-7 0,0 2-7 0,0-4 14 16,3 11-13-16,-3-4-1 0,0 2-4 0,0 1-12 0,0 2-24 16,0 3-33-16,0 4-41 0,0 0-10 15,0 0-3-15,0 0-16 0,0 0-17 0,0 0-28 16,0 0-41-16,0 27-19 0,2-17-28 0,4 3-215 0,1 7-517 16,-5-6 228-16</inkml:trace>
  <inkml:trace contextRef="#ctx0" brushRef="#br0" timeOffset="196311.34">25184 6283 146 0,'4'-5'213'0,"4"-2"-4"0,2 4-6 0,-5-4-13 15,6 0-10-15,-7 5-14 16,7-2-16-16,-4-1-18 0,3 3-10 16,3 2-12-16,-13 0-14 0,22 2-8 0,-14-1-10 15,0 7-8-15,5-5-7 0,-6 5-7 0,6-3-7 0,-3 5-3 16,-3-2-5-16,6 0-4 0,-5-5-3 15,1 9-9-15,2 0 1 0,-8-3-3 0,1 1-3 16,-3-2 0-16,1 1-3 0,3-5-5 0,-3 6 1 0,-4-6-2 16,2-4 3-16,-8 9-2 0,3-7-1 0,5-2 0 0,-15 1 0 15,15-1 0-15,-15-4-5 0,5 0 6 0,0 0 3 0,0 1 12 16,5-9 2-16,-3 8 8 0,6-7 4 0,-3 3-3 16,5-4-1-16,0 4-5 0,4-4-1 0,-1-3-1 15,10 1-5-15,-3 2-4 0,3 0-2 0,11-3-6 16,-3 0 2-16,1 7 0 0,4-4-4 0,1 2 0 15,-8 4 1-15,11-5-3 16,-5 4-4-16,1 1 2 0,-2-3 7 16,-8 2-8-16,4-1 0 0,-5 5 9 0,-8 0 11 0,7 2 20 15,-4-6 21-15,-5 4 10 0,4 2 5 0,-3-2-2 16,-6 3-3-16,9-1-3 0,-9 1-17 0,4-7 1 16,-4 7-13-16,0 0-4 0,0 0-8 0,0 0-2 15,-28 7-4-15,13-6-4 0,10 3-2 0,-4 7-7 16,4-7 2-16,-7 4-4 0,2 1-2 0,2 4 2 0,-7 3-4 0,8-3-8 15,-3 5 9-15,5-2-1 0,4 4-3 0,-6-1 0 16,7 1-18-16,7 1-7 0,-2-1-14 0,6 2-24 16,4 3-26-16,5 2-43 0,0-4-55 0,6 0-63 15,14 0-80-15,5-3-198 0,1-4-564 0,4-1 250 16</inkml:trace>
  <inkml:trace contextRef="#ctx0" brushRef="#br0" timeOffset="197398.68">26909 5761 70 0,'5'-5'287'0,"5"-2"-3"0,-5 2-2 0,-4-2-8 16,8 3-5-16,-3-2-19 0,-6 0-2 0,4-2-8 16,-4 8-24-16,0-10-18 15,5 7-21-15,-5 3-22 0,-9-9-15 16,3 0-15-16,-4 6-23 0,1-1-7 0,-10 0-7 15,5 1-11-15,-9 3-5 0,2-1-12 0,-7 2-4 0,-1 2-10 16,3 1-5-16,-2 3-5 0,0-3 1 0,9 4-6 16,-2 0-5-16,-1-1-7 0,4 5 1 0,2-3-1 15,-1 5-5-15,6-2-5 0,2 1-7 0,1 1 11 16,5 1-14-16,3 1 1 0,1 0 2 0,9 3-4 0,3-4 5 16,7 5-1-16,4-5-2 0,0 2 8 0,4 1-17 0,2-3-9 15,3-3-2-15,-1 0-6 0,-4 0-4 0,2-5 2 16,0-2 2-16,-12 2 4 0,0 0 2 0,-3-4 3 15,-4-2 2-15,3 3 3 0,-8-4 5 0,-6 0 9 16,15-3-11-16,-15 3 1 0,0 0-1 0,0 0-4 16,0 0 5-16,0 0-2 0,-25-12 0 0,25 12-1 0,-19 0 0 0,19 0 3 15,-19-1 1-15,19 1-3 0,-18 4 3 0,10 0-1 16,-2 0 2-16,-3 2-3 0,4 0 1 0,-1 2 2 16,1 0 13-16,2 4-11 0,-3 6-1 0,5-2 5 15,-2-1 1-15,4 2-2 0,3 5 7 0,0-2-1 16,7 5 2-16,-1 0-2 0,4-2 1 0,-3 0 2 15,8-1 1-15,1-1 1 16,3-2-4-16,0 0 2 0,3-3 4 0,8 0-8 16,-4-10-5-16,12 4-7 0,-6 1-8 0,4-7-10 15,-3-2-15-15,-1-1-13 0,2-2-18 0,13-8-8 16,-3 0-14-16,-12-2-11 0,9-4-5 0,4-2-19 16,-10-6-4-16,3-1-6 0,-12 8 12 0,2-4 18 15,-3-1 9-15,-5-2 33 0,0 1 38 0,-7 9 33 16,-3-6 27-16,0 2 21 0,-2 6 13 0,-3-3 14 0,0 5 7 0,4 1 8 15,-9-3-4-15,1 3-7 0,-1 1-5 0,0 2-7 16,0 5-10-16,-1-8-12 0,1 8-5 0,0 0-3 16,-15-2-3-16,15 2-6 0,-15 7-2 0,3 0-3 15,6 0-5-15,-8 2-3 0,1 3 1 0,-3 3 4 16,1 0-9-16,-4 3-1 0,-2-3-3 0,3 10 0 16,-5-5 1-16,-4 1-1 15,4 0-14-15,-7-5-14 0,9 3-13 0,-6-3-19 16,9 3-11-16,-4 0-18 0,6-6-22 0,4 1-22 15,-3-7-30-15,4 1-21 0,6-3-9 0,-2 3-10 16,1-5-32-16,6-3-136 0,0 0-390 0,0 0 172 16</inkml:trace>
  <inkml:trace contextRef="#ctx0" brushRef="#br0" timeOffset="197599.22">27343 6132 253 0,'0'-12'260'0,"0"3"-7"15,0 2-1-15,0-4-12 0,0 8-23 0,-5-5-22 16,5 8-19-16,5-7-21 0,-5 7-18 0,0 0-14 15,0 0-12-15,0 0-8 0,0 0-11 0,0 0-9 16,0 29-2-16,5-21-14 0,1 11 1 0,-1-7-6 16,7 7-3-16,-4-3-7 15,7 6-5-15,0 0-3 0,0 0-5 0,5 1-7 16,3-2 2-16,2 0-20 0,-6 0-22 0,10 0-26 16,-5 3-40-16,11 3-47 0,-7-11-54 0,-3-1-43 15,5 1-219-15,0-3-473 0,-2 1 210 0</inkml:trace>
  <inkml:trace contextRef="#ctx0" brushRef="#br0" timeOffset="197984.67">27948 5681 63 0,'-6'-10'373'0,"4"2"-10"16,2 1-13-1,-7 0-30-15,2 4-31 0,5-4-34 0,0 7-22 16,0 0-33-16,-4-7-27 0,4 7-19 0,0 0-16 0,-9 17-11 15,4-8-10-15,4 8-14 0,1 8-11 16,0 0-12-16,0-1-7 0,1 8-7 0,4-2-12 16,-3 1 9-16,5 11-10 0,-3 0-11 0,5 2 3 0,-6 1-5 15,2 2-11-15,2-4-14 0,1-1-20 0,-6 3-15 16,6-5-14-16,-3-9-25 0,-4 1-17 0,6-2-21 0,-2-3-25 16,-5-1-30-16,2-5-40 0,-2-7-27 0,8-1-36 0,-6-4-192 15,1 1-483-15,2-2 213 0</inkml:trace>
  <inkml:trace contextRef="#ctx0" brushRef="#br0" timeOffset="198702.2">28157 6186 262 0,'2'-6'299'0,"-4"-3"-9"0,2 1-10 0,0 8-17 0,0-8-13 15,0 8-22-15,2-9-16 0,-2 9-28 16,1-3-19-16,-1 3-19 0,0 0-17 0,22 8-10 15,-12-4-13-15,6 3-10 0,-1-3-6 0,3 8-12 0,2 0-12 16,0 0-3-16,6 2-10 0,-6 2 0 0,0 0-10 0,7-1-2 16,-12-3-8-16,-1 3 1 0,6 1-2 0,4 2-6 0,-13-6-4 15,1 1-8-15,1-3-4 0,-6-5-8 0,-1 6-3 16,1-8-1-16,-4 3 1 0,2-3-2 16,-2 1 5-16,-3-4 2 0,0 0 0 0,0 0-1 0,0 0 9 15,0 0 6-15,-24-8 7 0,17 3 3 0,-6-1 6 16,9-5-2-16,-9 1-2 0,0-4-3 0,6 1-4 0,-3-2 3 15,-3 1-6 1,10 0 0-16,-2 0-3 0,-2 1-9 0,7-4-3 16,8 2-6-16,-4 2-9 0,7-1-3 0,3 2-10 15,2 0-14-15,11-3-5 0,2 3 0 0,3 3-2 16,-1-2-2-16,16 4 0 0,-3-2 0 0,3-2 0 16,-4 7 2-16,1-4 1 0,-14 5 6 0,5-4 2 15,-4 5-1-15,-1-5 8 0,-2 4 1 0,-9 2 3 0,-1-6 11 16,-8 6-1-16,3-2 10 0,-5 0 10 0,-1 1 8 0,1-2-5 15,-8 4-4-15,5-4-1 0,-5 4-3 0,0-8 0 16,0 8-7-16,-8-6 5 0,8 6 5 0,-15-1-7 16,2 2 0-16,13-1-1 0,-28 7 1 0,13 0-2 15,0 1 2-15,-2-3-1 0,2 2 3 0,-1 4-3 16,-2 2-1-16,3 4 0 0,-2 3-4 0,1-1-2 0,1 5 3 16,10-8-6-16,-9 1-3 0,13 5 0 0,-4 4 3 0,5-6-3 15,0-1 3-15,5-3-1 0,-4 4 2 0,8-5-1 16,-3 1 2-16,8-5-2 0,-1 1 0 0,-7-5-5 15,11 1 11-15,0-4-5 0,-1 0 3 0,-1-8-1 16,2 1 4-16,-1 1 1 0,-1-6 1 0,2-6-2 16,-4 2 3-16,0 0 5 15,-3-6 13-15,0-1 3 0,3-3 11 16,-8 2 17-16,5 2 14 0,-7 2 10 0,1-4 17 0,-4 5 1 16,0-2 5-16,0 5 2 0,0 2 1 0,0-4-7 15,0 7-6-15,0-4-5 0,-4 2-20 0,4 5-3 16,0 4-12-16,-3-11-5 0,0 7-7 0,3 4-6 15,0 0-6-15,0 0 0 0,0 0-6 0,0 0-9 16,-22 15 13-16,21-11-21 0,-1 5-2 0,2 5-5 0,-2-2-6 0,2 4-13 16,0-1-11-16,4 0-15 0,-1 6-19 0,2-7-13 15,3 6-33-15,-1-1-20 0,3-3-37 0,-2 4-42 16,5-2-55-16,-3-3-223 0,5 0-540 0,2-2 239 16</inkml:trace>
  <inkml:trace contextRef="#ctx0" brushRef="#br0" timeOffset="199256.93">29757 6294 6 0,'9'-4'228'0,"-9"4"-15"0,0 0-7 15,3-7-4-15,0 5-8 0,-3 2-7 0,0 0-10 16,0 0-8-16,5-6-9 0,-5 6-7 0,4-7-7 15,-4 7-14-15,0 0-2 0,0 0-6 0,0 0-5 16,0-5-7-16,0 5-5 0,0 0-9 0,0 0-11 16,0 0-10-16,-9-9-6 15,3 4-10-15,4 0-3 0,2 5-7 0,-13-7-1 16,3 6-6-16,2-1 7 0,-4-3 2 0,-3 4-1 16,0-2 2-16,-1 0 0 0,1 1 2 0,-3 2-2 15,4 0-4-15,-1 0-2 0,-1 2 0 0,-2 3-2 16,3-3-11-16,-5 5 7 0,3-2-6 0,4 3 3 15,-2-1 0-15,0 5 0 0,0 1-3 0,9-3-5 16,-9 4 1-16,7-2 3 0,3 0 1 0,3-4-1 0,-5 4 2 0,7 0-3 16,0 5 0-16,0-7 0 0,2 7-1 0,5-2-8 15,1-3 1-15,4 1-3 0,1-1 3 0,3 0-4 16,3 0 1-16,-3 1 0 0,6-3-10 0,-3 1-8 16,8-3-44-16,-1 0-26 0,-2-2-26 0,0 2-32 0,0-6-37 15,-6 1-42-15,3 0-57 0,2-3-59 16,-1-4-260-16,-2 2-625 15,0-3 276-15</inkml:trace>
  <inkml:trace contextRef="#ctx0" brushRef="#br0" timeOffset="200838.46">30249 5703 155 0,'2'-21'316'0,"-2"5"9"0,0-4 8 16,0-1 2-16,0 1 21 0,-2 4-5 0,2-3-13 0,0 7-12 0,0-2-13 16,-2 2-32-16,-3 4-19 0,5 1-20 0,-1-1-31 15,-1 3-25-15,2 5-26 0,-3-8-19 0,3 8-20 16,0 0-14-16,0 0-8 0,-25 13-15 0,18-1-10 16,-6 8-6-16,-2 4-12 0,7 4-3 0,-14 11-3 15,9 2-5-15,-2 1-2 0,7 3-6 0,-7 3-7 16,8 1 2-16,1-3-4 15,4 9-6-15,1 2-5 0,-3 17-6 0,4-24-10 16,0 3-13-16,0-4-13 0,0 1-18 0,0-5-11 16,5-2-28-16,-5 0-7 0,8-15-21 0,-1 2-20 15,3-3-20-15,-5-4-18 0,3-4-20 0,-8-3-30 16,7-1-34-16,-5-4-37 0,-2-3-37 0,3-6-254 16,0 5-626-16,-3-7 277 0</inkml:trace>
  <inkml:trace contextRef="#ctx0" brushRef="#br0" timeOffset="201540.33">30009 6220 174 0,'-10'-7'346'16,"5"-1"-6"-16,2 3-20 16,-4-2-15-16,6 2-8 0,-4 0-2 0,0 0-11 15,5 5-13-15,-5-10-27 0,5 10-29 0,0-5-24 16,0 5-25-16,0 0-19 0,11-8-30 0,-4 6-17 15,13 0-19-15,-2-2-14 0,5 3-15 0,-1-1-7 0,12 1-9 16,-4 1 1-16,-3-5-6 0,4 10-8 0,-1-10-5 16,0 2-2-16,-2 3-3 0,-7 0-4 15,-1-3 2-15,3 2 0 0,-4-6 1 0,-5 4-7 0,1 2-2 0,-6 0 9 0,4-2 1 16,-10-2 17-16,5 3-9 0,-3-2-4 16,-5 4-1-16,0 0-9 0,14 0-1 0,-14 0-9 15,0 0-6-15,0 0-8 0,0 0 11 0,0 12 0 0,0-12 4 16,-14 15-2-16,9-9 0 0,-4 7 0 0,0 2-5 15,1 2 3-15,1 1 0 0,-3-2 0 16,5 3 2-16,0 0-1 0,2 1 2 0,2-1-1 0,1 0 1 0,1 0-2 16,2 0-3-16,2 2 5 0,2-6 2 0,5 1-6 15,-1-1-1-15,-2-1 0 0,4-4 6 0,2 2 3 0,-2-1-10 16,2-7 13-16,-7 1-1 0,7-5-2 0,-2 0-2 16,-5-5-2-16,6 3 3 0,-4-5-1 0,3 0 4 15,-5-8-2-15,4 6 4 0,-6-12-10 0,4 4 6 16,-5 1-2-16,5-10 6 15,-5 7-7-15,5-6 0 0,-5 6 10 0,-3-6-6 16,4 7 1-16,-2 0 1 0,1 0 0 16,-4 3 4-16,6 1-1 0,-2 2-8 0,-2 5 7 0,2-5-5 15,2 8-13-15,-2-1 3 0,5 2-10 0,-4 3 1 16,9 0-10-16,2 1-1 0,-1 2-3 0,1 4 5 16,1 2-2-16,7 4 2 0,3 2 6 0,-5 2 2 15,5 0 1-15,-6 3 1 0,1-1 0 0,2 0 0 0,0 3 1 0,-4-1 5 16,-3-2-1-16,-3 4 3 0,-2-7-4 0,-1-1-1 15,-4 0-6-15,1 1 0 0,-6-5 3 0,0-2-4 16,-1 2 1-16,-2-5 5 0,3 0 9 0,-3-3 21 16,0-3 28-16,0 0 18 0,0 0 19 0,0 0 14 15,0 0 24-15,0 0 14 0,-18-19 6 0,16 8-3 16,-3 2-3-16,2-9-1 16,-2 3-12-16,3-3-5 0,4-9-10 0,3 8-11 15,-3 0-5-15,4-11-13 0,1 6-14 0,1-3-18 16,2 2-28-16,0 0-24 0,2 2-33 0,3-1-32 15,-1 0-32-15,-7 6-28 0,8 3-28 0,-3 0-31 16,-1 3-32-16,-6 3-48 0,-2-2-44 0,4 3-63 16,-10 0-228-16,-2-3-659 0,-2-4 292 0</inkml:trace>
  <inkml:trace contextRef="#ctx0" brushRef="#br0" timeOffset="202242.21">27821 5887 42 0,'0'0'346'0,"-13"0"7"0,13 0 4 0,-10-3 1 16,10 3 8-16,0 0-20 0,0 0-13 0,-9-4-12 0,9 4-10 15,0 0-18-15,0 0-9 0,0 0-12 0,0 0-6 16,0 0-20 0,0 0-13-16,0 0-14 0,0 0-12 0,0 0-20 15,0 0-14-15,0 0-19 0,24-4-16 0,-11 0-18 0,7 3-11 16,1-1-11-16,1 1-15 0,8-2-11 0,3-2-29 16,0 5-32-16,10-3-44 0,0-1-54 15,5 4-53-15,3 0-86 0,2 0-82 0,0 0-92 0,-2-3-459 16,1-3-928-16,9 0 411 0</inkml:trace>
  <inkml:trace contextRef="#ctx0" brushRef="#br0" timeOffset="8099.86">28423 7162 138 0,'-20'8'227'0,"-1"1"-3"0,4-3 6 0,-6 1-12 0,3 5-2 16,2-4 0-16,0 3-5 0,-2 1-8 15,2-1 3-15,3 3-9 0,0-1-12 0,2-2-10 16,3 6-6-16,-3-7-8 0,4 8-5 0,1-6-11 0,2 3-7 16,-3-5-12-16,3 9-7 0,4-3-6 0,-3 2-12 0,3-8 0 15,2 10-8-15,2-1 2 0,6-4 1 0,-3 12-20 0,5-3-10 16,-3 2-5-16,8-2-4 0,0 3-6 0,-1-3-4 15,3 3-7-15,1 0-2 0,-1-1-5 0,6 1-2 16,-8 0-9-16,6-2-23 0,-1-1-35 0,5 1-29 16,-3-2-31-16,-3-4-31 0,-2 1-30 0,6 1-34 15,-10-8-39-15,-4 3-41 0,9-8-39 0,-7 3-240 0,1-5-596 0,-4-3 265 16</inkml:trace>
  <inkml:trace contextRef="#ctx0" brushRef="#br0" timeOffset="8400.66">28938 7419 40 0,'2'-9'349'16,"-2"-1"-4"-16,5 3-15 0,-4 1-7 0,1 2-17 15,-2 4-17-15,2-9-21 0,-2 9-21 0,0-6-31 16,0 6-17-16,0 0-31 0,0 0-25 0,0 0-7 15,0 0-8-15,0 0-18 0,0 0-16 0,11 24-7 0,-9-18-6 0,3 6-7 16,-3 3-7-16,6 4-3 0,-3-4-11 0,-2 5-1 16,4-1-6-16,-4 5-11 0,2-4 1 0,-3 6-8 15,1-6 13-15,2-2-7 0,-2 2-14 0,-1-4-28 16,1 4-20-16,-1-3-23 0,-2-2-23 0,8-1-23 0,-8 0-28 16,0-2-25-16,2-3-33 0,-2-2-29 15,3 1-28-15,-1-4-38 16,6 1-217-16,-8-5-534 0,0 0 236 0</inkml:trace>
  <inkml:trace contextRef="#ctx0" brushRef="#br0" timeOffset="8648.07">29036 7242 67 0,'-2'-7'314'0,"2"-1"-8"0,0-4-17 0,0 6-18 15,0-3-10-15,2 1-18 0,6 3-26 0,-1-1-10 16,-1-2-21-16,3 0-18 0,-1 3-16 0,7-2-15 16,-2 6-17-16,10-2-9 0,-8-3-12 0,5 5-13 15,-2-3-6-15,0 4-11 16,-1 0-12-16,4 4-20 0,-1-4-19 0,-2 3-28 16,1 4-30-16,-3-6-29 0,-1 6-29 0,2 0-35 15,-6 3-39-15,-2-5-23 0,4 1-24 0,-3 3-208 16,-5 0-462-16,-2-1 204 0</inkml:trace>
  <inkml:trace contextRef="#ctx0" brushRef="#br0" timeOffset="8832.99">29044 7475 70 0,'0'0'253'0,"-10"4"-7"15,10-4-12-15,0 4-5 0,0-4 5 0,0 0 3 16,10 8-14-16,-3-5-26 0,8-2-12 0,-4 4-17 15,7-3-23-15,1 2-15 0,4 0-12 0,-2-1-11 0,-1-1-17 0,8 1-31 16,0 0-34-16,-1-2-35 0,-4 1-38 0,0-4-48 16,5 4-51-16,-4-2-49 0,-1-2-214 0,-7 2-442 15,6-5 196-15</inkml:trace>
  <inkml:trace contextRef="#ctx0" brushRef="#br0" timeOffset="9102.54">29600 7281 259 0,'0'0'309'0,"0"0"-23"0,0 0-31 15,0 0-31-15,0 0-22 0,0 0-20 16,0 0 1-16,0 0 0 0,-3 21-17 0,3-12 0 0,0 3-6 16,0 4-14-16,2 4-13 0,-1-1-11 0,-1 5-12 0,0-1-9 15,3 1-8-15,-3 6-11 0,2-3-6 0,-2 0-6 0,0 1-10 16,5-1-7-16,-3 0-4 0,-1-2-5 0,1 2-16 15,1-6-20-15,1-2-22 0,-4-3-23 0,3 1-21 16,-3-2-24-16,0-5-24 0,2 1-22 0,-1-3-24 16,3-1-28-16,2-4-36 0,1-1-44 0,-7-2-160 15,0 0-454-15,16-5 200 16</inkml:trace>
  <inkml:trace contextRef="#ctx0" brushRef="#br0" timeOffset="9334.32">29688 7293 98 0,'-3'-8'333'15,"-6"5"-4"-15,9-2-8 0,0 5-23 0,-1-8-3 16,-3 2-7-16,4 6-18 0,0 0-23 0,0-9-26 16,5 3-18-16,4 1-29 0,-3 2-17 0,6 2-18 15,-2-3-7-15,5 4-22 0,0-4-9 0,8 1-15 16,-3 2-9-16,-4 2-34 0,4 2-21 0,1-1-24 15,-2 0-25-15,-1 2-25 0,-2-1-30 0,-2 3-29 0,1 0-30 0,-5 0-36 16,1 0-27-16,1-2-25 0,-4 1-27 0,-1 2-189 16,-1 1-480-16,-2 3 213 0</inkml:trace>
  <inkml:trace contextRef="#ctx0" brushRef="#br0" timeOffset="9550.49">29695 7517 77 0,'0'0'260'0,"0"0"-20"0,0 0-20 16,0 0-28-16,0 0-21 0,0 0-14 0,0 0-22 0,0 0-11 16,29-7-10-16,-29 7-14 0,27 5-11 0,-12-3-14 0,6-1-27 15,-6 3-23-15,5 3-20 0,1-3-19 0,-2-1-24 16,-1 2-20-16,-2-2-16 0,4 1-20 0,-3-1-19 15,-1 3-16-15,-1 0-12 0,-1 0-88 0,-6 0-248 16,3-3 111-16</inkml:trace>
  <inkml:trace contextRef="#ctx0" brushRef="#br0" timeOffset="9750.95">29997 7618 184 0,'-11'5'-5'16,"3"-2"20"-16,-4 1 15 0,-5 1 13 0,3-2 11 16,-3 0 15-16,0 6 9 0,-1 0 11 0,0-6 10 0,0 2 13 15,1 0 10-15,2 2 9 0,-5 2 1 0,6-3 4 16,-1-1-2-16,6 3 2 0,3-2-4 15,-4-3 5-15,5 3 1 0,2-5 4 0,3-1-2 16,-5 11 10-16,5-11-2 0,8 9-3 0,-3-3-9 0,8-1-14 0,5-2-16 16,-3 5-5-16,5-6-13 0,10 4-7 0,1-3-12 0,2 2-21 15,-1-4-27-15,1 2-30 0,13-3-27 0,-13 4-33 16,-3-2-40-16,5-4-57 0,0-2-56 0,-4 0-254 16,4-3-514-16,-5-2 227 0</inkml:trace>
  <inkml:trace contextRef="#ctx0" brushRef="#br0" timeOffset="10020.52">30368 7332 170 0,'0'0'367'0,"-6"-4"-7"0,4-1-16 0,2 5-28 15,0 0-34-15,0 0-24 0,0 0-27 0,0 0 11 16,0 0 19-16,0 0 2 0,8 18-7 0,-1-8-2 0,1 2-13 0,5-1-11 15,1 7-17-15,4 2-16 0,-3-3-17 0,6 8-16 16,-4-3-15-16,4 2-16 0,1-2-12 0,-2 1-14 16,-4 1-21-16,4 3-12 0,-5-1-12 0,1 1 0 15,-2-4-16-15,2 4-14 0,-7 0-17 0,-3 1-21 16,-3 0-50-16,2-1-14 0,-8 0-50 0,-2 0-37 16,-6-1-40-16,-8 11-24 0,4-10-35 0,-6 7-35 0,-1-8-47 0,-7 4-330 15,-1-2-722-15,-15-2 319 0</inkml:trace>
  <inkml:trace contextRef="#ctx0" brushRef="#br0" timeOffset="11023.19">14275 9108 91 0,'0'0'340'0,"5"-11"3"15,-5 11-19-15,2-5-31 0,-2 5-28 0,0 0-27 16,0-7-19-16,0 7-27 0,0 0-13 0,0 0-6 0,0 27-9 0,0-10-11 15,0 0-8-15,0 11-7 0,-2-2-11 16,-3 3-4-16,-1 3-16 0,4 5-9 0,-5 6-10 16,7-6-9-16,-6 3-9 0,4 1-9 0,0-11-3 0,2 12-4 15,0-11-4-15,0-1-7 0,0 2-13 0,2-5-40 16,0 0-19-16,3 0-26 0,-4-15-17 0,6 6-20 16,-7 3-28-1,6-10-38-15,1 0-40 0,0-3-58 0,3-5-59 0,-2-3-175 16,-8 0-532-16,21-12 236 0</inkml:trace>
  <inkml:trace contextRef="#ctx0" brushRef="#br0" timeOffset="11270.6">14254 9050 292 0,'-4'-10'307'0,"-1"0"-14"0,-3 1-23 0,8 1-23 15,7-2-22-15,-6 1-20 0,4 0-18 0,4 0-16 0,-1-2-20 16,5 4-10-16,2-1-18 0,2-4-13 0,2 5-14 16,6 1-6-16,-5-3-7 0,7 1-11 0,-6 7-7 0,7-2-5 0,-5 0-6 15,-3 1-5-15,8 4-6 0,-3-2-2 0,-3 3-21 16,-7 0-27-16,5 1-41 0,-6 4-33 0,-2-2-36 16,-4 0-38-16,2-3-38 0,-5 5-32 0,-3 4-204 15,1-5-463-15,-6 5 205 0</inkml:trace>
  <inkml:trace contextRef="#ctx0" brushRef="#br0" timeOffset="11455.51">14267 9327 17 0,'-2'3'222'0,"-3"0"4"0,5-3 5 0,0 0 5 0,7 11-3 15,-7-11-15-15,13 0-16 0,-3 0-20 0,-2 0-15 16,7 1-19-16,3-2-17 0,1 1-9 0,2-2-15 0,6 1-9 0,4-3-8 15,-1 4-10-15,0 0-10 0,-1 4-9 0,1-9-38 16,0 2-49-16,-3 3-53 0,4-1-62 0,-3-1-54 16,-6 2-210-16,1 0-437 0,-7-3 195 0</inkml:trace>
  <inkml:trace contextRef="#ctx0" brushRef="#br0" timeOffset="11771.94">15013 9102 56 0,'0'0'317'0,"5"-8"-17"0,-5 8-27 0,2-4-28 15,-2 4-28-15,0 0-23 0,0 0-18 0,0 0-15 16,5 14-18-16,-2-6-12 0,-8 4-14 0,5 3-6 15,0 5-11-15,2-4-6 0,-4 10-11 0,2-1-5 16,2 2-11-16,-2-1-5 0,3 2-6 0,-6 1-8 16,6-1 0-16,2-4-4 0,-3 2-3 0,-2 2-8 0,0-4-3 0,3-1-2 15,-3-4-1-15,2-4-1 0,-1 2-7 0,4-3-15 16,-5-4-17-16,2 0-19 0,0-2-29 0,1-4-48 16,0-1-46-16,-3-3-38 0,0 0-48 0,24-8-181 15,-16 1-455-15,-2-3 202 0</inkml:trace>
  <inkml:trace contextRef="#ctx0" brushRef="#br0" timeOffset="12025.87">15063 9077 329 0,'-7'-7'329'0,"4"2"-13"0,3-2-21 0,0 0-16 16,-3 3-22-16,3-5-18 0,3 2-32 0,-1 3-11 0,6-2-19 0,-3 0-20 15,3 3-13-15,2-1-15 0,-2-1-15 0,4 2-10 16,3-1-11-16,0 2-6 0,0-4-15 0,0 3-6 16,4 3-11-16,-4 0 0 0,2 0 0 0,-2 0-11 15,6 0-11-15,-4 1-20 0,-4 1-19 0,7-2-21 16,-12 1-23-16,4 6-29 0,-1-3-37 0,-2-1-32 16,-1 3-29-16,0-2-37 15,-1 2-37-15,-2-1-213 0,-2 2-500 0,-1 4 221 16</inkml:trace>
  <inkml:trace contextRef="#ctx0" brushRef="#br0" timeOffset="12257.66">15129 9298 261 0,'-8'2'317'15,"8"-2"-1"-15,0 0-17 0,-12 0-17 0,12 0-16 16,0 0-15-16,0 0-22 0,0 0-19 0,0 0-12 15,0 0-24-15,0 0-18 0,0 0-13 0,0 0-17 16,35-3-15-16,-35 3-7 0,22-2-16 0,-7 2-4 16,1 0-11-16,4 0 7 15,1 2-30-15,1-2-23 0,-1 0-28 0,3 1-25 16,-1 1-22-16,8 1-26 0,-13 1-30 0,12-1-25 16,-13 2-37-16,1-2-20 0,2 0-31 0,-2 0-28 15,-8 0-197-15,0 2-479 0,2 0 213 0</inkml:trace>
  <inkml:trace contextRef="#ctx0" brushRef="#br0" timeOffset="12473.81">15065 9603 63 0,'-10'5'255'0,"8"-2"-6"0,2-3-10 0,-12 5-11 0,9-1-4 15,3-4-4-15,0 0 3 0,-5 4-6 0,5-4-4 16,0 0-12-16,8 4-13 0,-8-4-17 0,22 0-16 0,-5 3-7 15,-8-3-18-15,15 0-14 0,-3-3-11 0,6 2 1 16,1 0-27-16,8 1-22 0,-8-2-29 0,2-1-39 16,5 2-53-16,-4-1-62 0,-3 0-70 0,9-1-78 15,-12 1-217-15,6-5-532 0,-3 6 236 0</inkml:trace>
  <inkml:trace contextRef="#ctx0" brushRef="#br0" timeOffset="14932.84">16889 9175 185 0,'0'0'214'0,"0"0"-22"0,0 0-20 16,0 0-18-16,0 0-14 0,-7 30-15 0,7-10-11 0,-8-4-8 0,6-1-14 15,2 12-10-15,-2-7-6 0,4 4-8 0,-4 1-3 16,4-4-6-16,0-1-3 0,3 0-1 0,-2-1-1 16,-3-4-5-16,0 0-3 0,5-1 0 0,-5-2-6 15,2-5 14-15,3-1 14 0,-2 1 20 0,-3-7 20 16,2 7 2-16,-2-7-11 0,0 0-4 0,0 0-2 16,26-19 2-16,-18 12-4 0,-1-2-1 0,1-9-4 0,7-5-5 15,0-1 7-15,0 0-2 0,-2 4-2 0,9-6-4 16,-6 3 1-16,2-2 3 0,-1 4-6 15,0 0 6-15,-3 6-11 0,1 0-3 0,-1-1-4 0,0 5-5 16,0 3-7-16,1-4-7 0,-5 8-11 0,4 3-1 0,0 1 0 16,1 2-9-16,1 6-1 0,4 3-5 0,-5-3 1 15,0 11 2-15,0 0-11 0,5 4 7 0,-4-3-1 0,2 6-8 16,-3-3-8-16,0-1-5 0,-2 4-18 0,-3-7-6 16,-1 0-8-16,0 1-12 0,-2-8-14 15,-4 6-9-15,2 0-12 0,-3-9-5 0,-2 4-15 0,0-5-11 16,-2-1-17-1,-6 0-33-15,1-3-29 0,-2-3-33 0,-5-2-13 16,-1-3-34-16,-6-4-195 0,-1-3-505 0,-7-5 223 16</inkml:trace>
  <inkml:trace contextRef="#ctx0" brushRef="#br0" timeOffset="15117.75">17087 8954 270 0,'2'-7'315'0,"3"0"-26"0,-3 2-19 0,4-2-29 16,-6 7-16-16,5-3-20 0,-5 3-27 0,3-6-23 15,-3 6-42-15,0 0-47 0,0 0-49 0,0 0-43 16,0 0-73-16,0 0-62 16,9 12-182-16,-6-8-373 0,-1 3 165 0</inkml:trace>
  <inkml:trace contextRef="#ctx0" brushRef="#br0" timeOffset="15734.98">18491 9380 65 0,'8'-8'312'0,"2"0"-5"16,-3-2-22-16,1 1-3 0,-3 5-3 0,1-5-20 15,-2 1-8-15,-1 1-8 0,2 0-15 0,-2 0-19 16,-1 1-12-16,-2 6-24 15,-5-10-23-15,0 5-7 0,0-1-18 0,-3 1-15 16,1 2-12-16,-6 2-14 0,3-2-2 0,-5 2-11 16,-6 1-7-16,2 0 0 0,1 1-10 0,-3 3-1 15,-2-1-10-15,-7 5-7 0,3 0-1 0,-1-1-6 16,2 2-3-16,6 5-1 0,-2-6-4 0,4 3 2 16,-5 5-4-16,6-4-4 0,4 2-1 0,2-4 0 15,2 5-4-15,4-3-3 0,2 0 5 0,-2 0-3 0,10 2 1 0,-2-1 0 16,4-3 6-16,3 6-5 0,8-8-2 0,-6 2 15 15,9-1-23-15,-1-5-4 0,10 1-5 0,0 1 0 16,-2-6-13-16,-5 0 3 0,7-6 4 0,-10 1-8 16,9-2 1-16,-12-1 3 0,3-4 5 0,3-3 0 15,-3-1-4-15,-5-2 4 0,0-3 3 0,-7 2 3 16,2 0-5-16,-7 3 20 16,5-4 8-16,-8 1 13 0,4-5 11 0,-4 6 14 15,0 2 4-15,-2 2 12 0,0-3 4 0,-1 2-7 16,0 7-7-16,-1 0-6 0,3-3-10 0,-1 7-5 15,2 0-8-15,0 4-10 0,0 0-1 0,0 0-1 0,0 0 0 16,-16 11-9-16,12 3-11 0,-1-7-15 16,9 11-16-16,-4 1-25 0,1-2-24 0,4 1-17 15,-3 2-23-15,3 6-14 0,5-1-17 0,-2-7-25 0,4 3-26 0,3 5-42 16,-2-11-26-16,2 1-47 0,0 0-219 0,1-2-580 16,-1-5 258-16</inkml:trace>
  <inkml:trace contextRef="#ctx0" brushRef="#br0" timeOffset="16104.79">18878 9209 34 0,'0'-7'276'15,"0"7"-19"-15,-2-7-30 0,2 7-22 0,0 0-22 16,0 0-17-16,0 0-14 0,0 0-19 0,0 0-11 0,-5 24-13 16,5-15-11-16,0 4-8 0,5 1-5 0,-3 6-11 15,0-4-8-15,3 2-8 0,0-2-5 0,0 3 0 16,3-3-9-16,-6 2-3 15,4 0-5-15,-4-6-4 0,6 3-1 0,-3 0-3 16,2-6 0-16,-4 1-3 0,2-2-1 16,0-4-1-16,2 3 4 0,-2-3 11 0,-5-4 7 15,0 0 1-15,19-11 4 0,-12 7 9 0,1-2 8 0,2-6 2 16,-5 0 4-16,5-3 16 0,-3 0 25 0,8-2 15 16,-2 2 15-16,-6-1 8 0,6 0-2 0,-2-1 1 15,8 2 2-15,-8 0-2 0,2 0-5 0,-1 0-13 0,1 6-12 0,2 2-13 16,-5-1-15-16,-2 0-10 0,1 4-10 0,-3 2-7 15,4 2-8-15,-10 0-5 0,20 11-13 0,-13-4 0 16,1 4-10-16,-1 2-16 0,2 2-40 0,-5 2-41 16,6 4-45-16,-2 2-46 0,0 4-32 0,-1 0-47 15,-1-3-60-15,3 3-54 0,-3-8-329 0,-4 2-737 16,6-2 325-16</inkml:trace>
  <inkml:trace contextRef="#ctx0" brushRef="#br0" timeOffset="16737.66">20379 9492 219 0,'7'-18'276'0,"-5"5"-13"15,1-7 3-15,-3-1-7 0,0 1 2 0,0 1-3 16,0-5 0-16,-5-3-8 0,-5 4-15 0,0 4-6 15,3 1-20-15,-2 1-10 0,-5-2-22 0,3 4-6 0,-3-2-14 16,5 7-18-16,-8-2-12 0,2 3-24 0,-1 3-5 0,-1 0-13 16,-5 3-7-16,6 3-12 0,-4 3-6 0,4 5-6 15,-4-1-8-15,3 1-3 0,-3 5-7 0,5 1 2 16,-1 5-5-16,3 1-1 0,-2 2-5 0,3-2-5 16,0 5-1-16,8 1 3 0,-3-6-6 0,5 0-8 15,2-2 1-15,2 1-7 0,5-2-7 0,-6-2-4 0,12 0-2 0,-4 0-3 16,2-3-5-16,4-8-5 0,7 4-3 0,-6-4-5 15,6-4 6-15,-2 0-4 0,3-1 7 0,2-10 2 16,-7 7 4-16,8-8 1 0,-6-2-2 0,0-5 2 16,3-1 5-16,-6 0 0 0,-1-3 0 0,4-1 6 15,-12 0 11-15,4 6 23 0,-5-2 11 0,-2 2 12 16,-2 2 16-16,-3 0 7 16,8 0 2-16,-6 6-6 0,-2-3 1 0,0 4 3 15,0 3-9-15,1-5-9 0,3 6-10 0,-4 5-14 16,0-5 0-16,0 5-4 0,0 0-4 0,0 0-4 15,0 0 8-15,-5 19-9 0,3-10-11 0,-4 6-10 0,4-2-18 16,2 6-24-16,0-3-28 0,0 0-19 0,2 2-18 16,6 1-12-16,-8-3-15 0,5 3-16 15,3 0-20-15,-1-3-24 0,8-3-30 0,-5 2-30 0,9 2-35 0,-2-8-31 0,-1-1-17 16,3 2-170-16,-3-7-547 0,2 0 243 16</inkml:trace>
  <inkml:trace contextRef="#ctx0" brushRef="#br0" timeOffset="17354.9">20727 9195 97 0,'-2'-9'277'0,"2"-3"2"0,0 5-3 0,0 0-12 15,0 0-19-15,0 7-22 0,0-7-21 0,0 7-18 16,0-7-23-16,0 7-14 0,0 0-16 0,0 0-18 16,0 0-5-16,15 14-9 0,-10-2-11 0,3-4-3 15,-1 5-11-15,8 1-5 0,-5 2-4 0,3 0-4 0,2 4-7 16,-2-2-3-16,9 2-5 0,-6-1-5 0,4 4-8 15,-2-4 1-15,-4-1-5 0,-1-1-3 0,2-3-2 0,-7 1-4 16,5 4-9-16,-4-11-16 0,-3 3-12 0,-4 1-5 16,1-8-1-16,-3 7 1 0,2-5 2 0,-2-6 8 15,-5 6 0-15,5-6 0 0,-12 1 3 0,12-1-1 16,-15-7 2-16,7 1 2 0,-4-5 4 0,3 3-2 16,-1-6 1-16,3 5 2 0,2-7 1 0,0-1-1 15,2 0-2-15,6-2 4 0,-1-1-1 0,3-5-10 0,3 1-4 0,4 0-10 16,4 0-12-16,-3-2-9 0,7 1-10 0,0 2-11 15,3-2-2-15,0 4-1 0,-1-3-2 0,1 1-1 16,-1 1-7-16,-1 1 4 0,2-2-4 0,-1 1-1 16,-7-1 0-16,1 1 5 0,2-3 13 0,-1 2 5 15,-4-2 6-15,-3 0 6 0,0-2 7 0,-2 7 2 16,-1-6 17-16,-4 6 9 16,2 1 25-16,-5-2 12 0,0 3 17 0,-5 0 12 15,5-3 9-15,-3 3 2 0,-2 3 3 0,3-3 12 16,-6 3-1-16,6 2-1 0,-1-1-3 0,-2 3 1 0,2 2-1 15,0 2-7-15,3 4-10 0,-2-3-8 0,2 6-6 16,-2-6-4-16,2 6-7 0,0 0 2 16,0 0-7-16,0 0-3 0,-6 19-5 0,6-8-2 0,0 5 1 15,-4 1 2-15,1 3 5 0,3 7 2 0,-3 0 12 0,-2 1 0 16,-2-1 1-16,4 13 1 0,-4 1 4 0,-3 1-3 16,7-2 1-1,1 1-8-15,-6 1 0 0,5 3-1 0,1-3-2 16,0-12-1-16,4 12-6 0,0-12-2 0,3 9 2 15,3-9-6-15,-1 0 3 0,2-3-6 0,1-2 6 0,2-2-13 0,3-1-14 0,1-1-8 16,-2-6-27-16,1-3-27 16,3-1-31-16,-2-2-45 0,1-3-42 0,1-5-43 15,-3-2-36-15,2-3-47 0,-1-3-164 0,4-1-509 16,-5-3 226-16</inkml:trace>
  <inkml:trace contextRef="#ctx0" brushRef="#br0" timeOffset="17555.43">21351 8908 214 0,'-17'-4'332'16,"2"-1"1"-16,2 2-5 0,5-1-11 0,0 1 5 0,1 0-24 15,7 3-7-15,-10-5-12 0,10 5-14 0,-7-1-18 16,7 1-13-16,0 0-19 0,0 0-14 0,0 0-17 16,0 0-17-16,25-3-18 0,-11 0-11 0,2 3-17 15,4 3-11-15,5-1-10 16,3-2-12-16,-8 0-38 0,6 1-44 0,1-4-60 15,8 3-60-15,-11 0-61 0,-2 0-79 0,8-5-104 16,-1 4-315-16,-9-5-728 0,3 0 323 0</inkml:trace>
  <inkml:trace contextRef="#ctx0" brushRef="#br0" timeOffset="147276.67">23147 9268 29 0,'-9'-7'252'0,"9"-1"-15"0,-5-1-23 0,4 2-11 16,-7-2-11-16,3 6 0 0,-2-3-10 0,4 0-8 15,-2 0-15-15,-2 0-17 0,0 3-12 0,-2 0-9 16,-1 3 4-16,-5 0 1 16,0 0-2-16,-3 0-5 0,-1 3-2 0,-5-1-7 15,-3 3-7-15,-8 3 3 0,6 1-13 0,-1 1-8 16,-5 1-2-16,-5 2-6 0,9 1-8 0,1-2-10 15,2 0-2-15,0 1-5 0,3 1-3 0,5-8-8 0,4 8-6 16,1-6 6-16,0 2-14 0,5 2-3 16,2-3 3-16,6-2-2 0,-3 2-8 0,10-2 3 15,-3-2-4-15,6 2-1 0,3-2-2 0,4-2-4 0,10 0 5 0,-3-3-8 16,7-3 0-16,1 0 0 0,0-3 2 0,0-1-3 16,-2-1 2-16,2-5-6 0,0-2-1 0,-2-4 5 0,-7-3-4 15,2 1 3-15,5-13-1 0,-4-4-1 0,-8-1-3 16,-1-3-2-16,-2 3 3 0,-4-4 2 15,-6-1 2-15,-1 2-4 0,4 4 9 0,-6 7 5 0,-3 1 17 16,-4 0 16-16,4 1 5 16,-4 1 16-16,2 9 0 0,0-1 12 15,-3 2-1-15,3 2-4 0,4 5-1 0,-4-1-8 0,3 0-9 16,-1 3-14-16,-1 4-5 0,4-2-4 0,0 7-8 16,0 0-5-16,0 0-2 0,-13 18-6 0,13-9-1 15,0 9 0-15,0 6 2 0,0 3-3 0,5 0-8 16,2 3 0-16,-6 1-4 0,13 10-9 0,-10-1 3 15,11-2-9-15,-5-6-4 0,5 7-5 0,-5-12-10 0,10 1-15 0,1-4 1 16,-4 1-7-16,5-2 2 0,1-2 5 0,5-7 1 16,-5 2-1-16,7-7 1 0,0 0 4 0,3-8-9 15,0 3 11-15,2-8-7 0,-2 1 2 0,-2-6 8 16,2 2 4-16,-6-9 10 0,-2 2-8 0,4 2 10 16,-5-6 1-16,-3 0 2 0,-1 0 9 0,-12 1 5 15,2-1 10-15,0 5 16 16,-7-5 9-16,1 3 17 0,-4-2 3 0,-2 5 0 15,0 1-4-15,-1 0 0 0,-2 0-9 0,-2 6-4 16,-1-2-10-16,0 0 1 0,0 2-4 0,-6 4-3 16,1 1-2-16,3 4-1 0,-1-2-2 0,2 5 1 15,-6 1-1-15,1-1-3 0,7 7 3 0,-5-2 0 16,-1 0-5-16,8 1 2 0,-1-2-13 0,-1 3 2 0,5-1-2 16,4-1-10-16,0 0 3 0,3-2 5 0,1-1-22 0,6 3-10 15,-4-4-13-15,7-2-3 0,8 0-22 16,4-3-7-16,-1 0-12 0,1-2-8 0,-1-2-4 15,5-5 0-15,1 0-5 0,-1-2 1 0,-1 0 7 16,-2-3 13-16,0-1 10 0,-3-2 8 0,-5 5 11 0,-5 1 6 16,5-4 9-16,-5 2 19 0,-5-2 22 0,3 5 26 15,-6 1 17-15,-1-1 13 0,-3-1 4 0,4 6-1 0,-4-2-6 0,-3 4-2 0,9-6-14 16,-9 6-4-16,0 0-2 0,0 0 1 0,0 0-2 16,6 18 4-16,-6-8 0 0,0 7-1 0,0 1 8 15,0 8-5-15,0 2 6 0,0 3-1 0,2 1-6 16,5 11-1-16,-4 1-2 0,4 0 4 0,-3-1-6 15,3-1-4-15,1 0 0 0,-3 0 5 0,5-2-7 16,-5-8-3 0,7-2 2-16,-4 1 1 0,5-8 2 0,-6 4-4 0,5-4 2 15,1 2-12-15,-2-10-7 0,-2-3 2 0,1 2-5 16,4-7-4-16,-5-6-11 0,4 4-2 0,-1-6-26 16,-12 1-23-16,18-8-30 0,-5-4-29 0,-6-3-26 15,9-11-23-15,-8 1-20 0,4-2 1 0,-2-1 20 16,-5-1 18-16,3-1 15 0,-6 1 25 0,-2-1 42 15,-2-2 34-15,-6 1 32 0,3 0 25 0,-2 1 27 0,-1-2 16 0,0 4 26 16,-5-1 25-16,1-11 14 0,-1 11 15 0,6 3 14 16,-6-3 1-16,3 2-7 0,2 0-8 0,-2 2 18 15,5 7-2-15,0-2-6 0,-2 1-10 0,7-7 1 16,-1 11-15-16,1-2-10 0,0 1-7 0,0 5-13 16,1-4-6-16,3 7-12 0,-1 0-3 0,-2 0-4 15,8 1-18-15,-3 1-2 16,3 1-2-16,-3 1-9 0,6 3-7 0,-2-1-4 15,3 2-7-15,-5 2-5 0,7 2-4 0,-7 0-3 16,4-1-5-16,1 5-2 0,-1 0-6 0,6 4-9 16,-8-1-6-16,2 3 7 0,-1-4-18 0,1 5-2 15,-4 2 2-15,0-3-4 0,1 2 10 0,-3 0-7 0,-4 1 8 16,-2 1-3-16,0-6-4 0,-3 5 8 16,-6-2 5-16,3-1 0 0,-6 0 9 0,-3-1-9 0,-8 1 10 0,-2 4-5 15,-3-9 6-15,2 3 0 0,-4-3 1 0,2-2 15 16,-4 5-15-16,7-5 4 0,4-3 5 0,1-1-8 15,2-3 8-15,1 1-5 0,6 6 7 0,2-7 7 0,-1 1 8 16,10-1 2-16,0 0 0 0,0 0-3 0,0 0-1 16,0 0-7-16,25-11-2 0,-3 7-1 15,8-1 4-15,3-2-10 0,3-2-9 0,12-3 2 0,0-2-6 0,2 6-6 0,-1-4-4 16,-2 1 17-16,1-1-33 0,0-3 10 16,-2 2 1-16,-1-1 3 0,-10 1 5 0,-7-1 0 15,1 1-4-15,-5-1 11 0,-8 2 1 0,-1 1 6 0,0-1 3 16,-7 5 2-16,1-2 5 0,-6-2 2 0,-3-2-2 15,0 6 1-15,-3-1 4 0,-2-3-8 0,-2 4 3 16,-1 2 3-16,-1-3-1 16,-4 1-9-16,-3 6 4 0,-4-2 1 0,3 0 1 15,-3 3 1-15,-3 3-2 0,10 1-5 0,-5 3-3 16,-2 3 9-16,5-2-6 0,0-1-3 0,0 7 2 16,4-1-3-16,1-3 4 0,5 7-4 0,-2-2-3 15,4 0-2-15,3-1 3 0,0 2-6 0,8-4 7 16,-6 0-5-16,6 0 2 0,4-3-5 0,-3 1 4 15,11-2-2-15,-3-4 3 0,11-1 9 0,-6-1-14 0,-3-2 3 0,11-2 2 16,-8-3-12-16,4-2 15 0,-6-1-3 0,7-3 6 16,-4 0-3-16,-2-1 1 0,1-3 3 0,-7 2-6 15,0-5 7-15,-4 5 0 0,1-1 5 0,-2-1 1 16,-5 6 7-16,5-3 4 0,-5 6 3 0,-4-3 5 16,6-2-3-16,-6 7-2 0,6 1-10 0,-7 3-2 15,0-5 0-15,0 5-1 16,0 0-3-16,0 0 2 0,0 0-2 0,0 0-2 15,7 23 14-15,-14-14-15 0,7-2-2 0,0 7-8 16,0-2-2-16,7 4 3 0,-6 0-3 0,6-1-3 16,-4 0 4-16,2-2-5 0,5-2 5 0,-2-3 2 15,1 0 1-15,1-1 1 0,1 1-1 0,-2-4 8 16,5-1-5-16,1-3-2 0,-1-1 6 0,0-4-5 16,1 1 2-16,-5-4 9 0,4-2 3 0,0 1 5 0,-4-6 17 0,0 3 8 15,2 0 13-15,-6-3 13 0,8 3 17 0,-6-3 8 16,-3-2 1-16,0 1 4 0,2 4-5 0,-1-2 3 15,-4 7-8-15,3-1-7 0,-4 1-8 0,4 0-8 16,-1 2-10-16,1 2-8 0,-4-3-5 0,-1 6-19 16,0 0 0-16,9-3 0 0,-9 3-16 0,11 11-19 15,-4-4-19-15,6 1-9 16,4 4-35-16,-2-4-24 0,4 11-14 0,6-4-23 16,0 1-12-16,3 2-13 0,2 0-20 0,11-1-19 15,-3 0-22-15,7-2-22 0,-4-3-14 0,6 0 2 16,-12-4-11-16,9 1 3 0,-11-3-144 0,0-4-448 15,6-1 199-15</inkml:trace>
  <inkml:trace contextRef="#ctx0" brushRef="#br0" timeOffset="147677.68">25898 9138 1282 0,'26'-6'-75'0,"-11"-2"35"0,2 1 24 0,-8-5 34 16,-2 4 26-16,-5-4 25 0,-2 2 27 0,-9-3 20 0,3-2 13 0,-9-1 17 15,0 0 10-15,0 4 4 0,-5-2-7 0,-5 1 1 16,6 2-2-16,-10 1 6 0,5-3-22 0,-5 6-8 16,0 6-21-16,6 0-4 0,-6 1 0 0,0 0-24 15,7 2-12-15,6 9-2 0,-13-2-10 0,11-2 1 0,-2 5-8 16,7 0-3-16,-2 2-6 0,2-1-3 0,3 2-7 15,5 0 4-15,2 0-6 0,1 2 7 0,2-2-16 0,2 4-1 16,3-7-8-16,3 5-1 0,0-2-6 0,5-3 0 16,2 1-2-16,4-1-4 0,-3-7-14 0,4 1 0 15,3-2-3-15,5-4-5 0,-5-3-8 0,6 1 4 0,0-6-3 16,-5-9-1-16,2 2 1 0,-3-6-6 0,5-7 4 16,-3-5-11-16,2-5-1 0,-2-2-6 0,-12-2 4 15,2-1 5 1,5-1 5-16,-11 7 7 0,-2-7 19 0,-5 2 32 0,-2 9 15 15,-9 5 26-15,9-3 21 0,-6 4 17 16,-7-1 1-16,3 4 1 0,3 2-1 0,-5 6 6 16,3 1-9-16,2 5-2 0,0 0 3 0,6 2-29 0,-8 2-15 15,4 5-2-15,5 1-9 0,-10-2-3 0,10 2-8 16,-13 14 9-16,10-3-15 0,3 5-2 0,0 3-3 16,3 5-10-16,5 6-3 0,-3 0-4 0,10 7-21 0,2 2-26 0,-4-9-24 15,9 8-15-15,2-5-5 0,5 3-17 0,-8-3-16 16,9-3-18-16,-2 1-27 0,0-2-27 0,-1-7-32 15,4-3-25-15,-1-6-24 0,-5 1-213 0,5-6-527 16,1 0 232-16</inkml:trace>
  <inkml:trace contextRef="#ctx0" brushRef="#br0" timeOffset="147962.81">26475 9000 172 0,'13'-18'75'16,"2"3"36"-16,-5 0 42 0,0-3 37 0,-8 0 29 16,3 1 22-16,-5-1 17 0,0 5 12 0,0-3 20 15,0 5-14-15,-2-3 2 0,1 5-3 0,-1 1-9 16,0 0-20-16,-3 1-22 0,5 0-29 0,0 7-21 15,-5-7-21-15,5 7-19 0,0 0-15 0,0 0-7 16,0 0-17-16,0 0-4 0,-10 21-6 0,12-12-12 16,1 6-5-16,-1 3-6 0,3-3-1 0,3 5-10 0,-3-1-3 0,8 8-10 15,-4-5 1-15,2 4-6 0,3-3 1 0,-5 2-6 16,-2-8-3-16,6 0-6 0,-8 2 7 0,7-3-14 16,-5-2 4-16,-7-4-2 0,3 0 0 0,2-1-5 15,-5 2 0-15,0-4 3 0,-8-3-5 0,3 1 0 16,-4 0 3-16,-6-3-8 0,2-2-23 0,-2 0-14 15,0-2-50-15,0-4-29 0,1 2-28 0,2 0-21 0,0 0-19 0,2-2-24 16,-1 1-41-16,8-2-32 0,3-2-42 0,0 1-41 16,1 1-182-16,9 4-589 0,5-5 261 0</inkml:trace>
  <inkml:trace contextRef="#ctx0" brushRef="#br0" timeOffset="148649.01">27422 9051 260 0,'7'-3'308'0,"-1"2"-8"15,-6 1-20-15,0 0-18 0,9-5-17 0,-9 5-17 16,0 0-23-16,0 0-26 0,0 0-14 16,0 0-18-16,0 0-14 0,0 0-5 0,0 0-21 0,-27 9-11 0,19-5-3 15,-2-1-20-15,5 5-5 0,-2 1-4 0,-1-2-15 16,8 3 2-16,-5 0-5 0,3-1-7 0,2 0 3 0,2 2 0 15,3-3-10-15,3 6 2 0,1 1-5 0,4-3 1 16,2 2-6-16,5 1 3 0,-6-2-2 0,3-7-7 16,1 0 1-16,0 1-4 0,2 1-2 0,0-2 1 15,-2-5-2 1,-1 6-2-16,-4-7 7 0,0 0-6 0,-4-7 2 16,1 6 3-16,-4-6-2 0,2-4 3 0,-1 2-5 15,-7-5-1-15,0-2 0 0,-3-2 0 0,-4-2-1 0,-3-7 3 16,0 3-6-16,4-3 0 0,-9 3 5 0,3 2-5 15,-1-1 4-15,1-4 7 0,2 11 5 0,-3 1 8 16,5-5 4-16,0 10 11 0,-1-7 1 0,1 8 0 16,1-1 5-16,1 2-4 0,3 1 0 0,-4 4-2 0,5-3-9 0,2 6-15 15,-1-8-4-15,1 8 2 0,0 0-5 0,0 0-6 16,0 0-12-16,24 11 3 0,-12-7-7 0,3 4-9 16,1 1-1-16,3 3-5 0,1 3-12 0,-4 0-1 15,7 6-5-15,-5-6-3 0,1 0 1 0,-1 4 1 0,2 3 2 16,-5-5-5-16,0 0 0 0,-6 0 3 15,5-4-3-15,-3 4 4 16,-1-4 1-16,-3-4 7 0,-1 3 7 0,1-3 0 16,-5-1 2-16,6-4 3 0,-1 2 1 0,-7-3 23 15,6 2 11-15,-6-5 25 0,0 0-2 0,0 0 20 16,9-13 7-16,-8 6 8 0,-1 1 4 0,7-5 11 16,-1-4 6-16,-1 2 11 0,4-3-3 0,-3-1 0 15,4 0 4-15,-2 6-4 0,6-6-7 0,-4 0 5 16,1 4-7-16,1-2-7 0,1 4-7 0,-1-2-8 0,-2 6-6 0,3 0-8 15,2-2-6-15,-5 5-4 0,3 1-9 0,2 3-3 16,-2 2-4-16,0-1-4 0,4 5-5 0,-2 1-3 0,0 1-3 16,3 7-1-16,-3 0-1 0,-4-3 0 15,6 6 0-15,-2 2-7 0,-2 2-8 0,-3-5-21 16,0 6-51-16,-2 0-49 0,0 3-42 0,-4-1-39 0,-3-1-31 16,-6 3-30-16,-3-5-57 0,-2 2-81 0,-10-2-298 0,-1 2-758 15,-4-5 336-15</inkml:trace>
  <inkml:trace contextRef="#ctx0" brushRef="#br0" timeOffset="149335.19">16849 11208 290 0,'-17'6'313'0,"2"-2"-15"0,4 0-15 0,-4 3-29 15,7-2-12-15,-1-1-16 16,1 0-1-16,2 3-3 0,2 1-2 0,-1 1-7 16,5-6-2-16,-1 8-7 0,2-5-17 0,6 3-6 15,-1-4-13-15,4 2-11 0,5-1-14 0,2 0-11 16,3-5-16-16,10 7-15 0,8-6-5 0,8-2-12 15,-3 0-26-15,3-2-42 0,2-6-45 0,-3 1-49 16,1 1-43-16,-11-1-51 0,5-2-70 0,3-8-83 0,-13 9-288 16,-1-4-662-16,-2-3 293 0</inkml:trace>
  <inkml:trace contextRef="#ctx0" brushRef="#br0" timeOffset="149566.94">17801 10857 100 0,'1'-3'384'0,"3"-6"10"0,1 4 17 0,-2-2-21 0,-3 7-31 15,3-3-23-15,-3 3-41 0,7-6-31 0,-7 6-31 16,0 0-24-16,0 0-19 0,0 0-17 0,11 14-26 16,-6-5-10-16,2 7-15 0,-2-1-6 0,3 4-21 15,-3 8-3-15,5 4-14 0,-3 1-3 0,1 6-13 16,0 4-3-16,-1-3-30 0,1-8-40 0,-6-2-43 0,4 1-37 0,-1 3-32 15,-1-5-35-15,-1 1-38 0,0-4-62 0,2-6-64 16,-5-3-268-16,2 0-639 0,3-5 283 0</inkml:trace>
  <inkml:trace contextRef="#ctx0" brushRef="#br0" timeOffset="149820.81">17655 10806 16 0,'-13'-12'413'0,"4"-1"-14"0,1-6-5 0,2 6-18 15,4-4-20-15,-5 5-28 0,7-4-29 0,9 0-25 16,-6 2-24-16,0-1-27 0,5 3-23 0,4-1-20 0,3 2-14 0,0 3-21 16,6-2-16-16,-4 3-25 0,11-3-23 15,0 6-26-15,4 0-28 0,-3 4-27 0,1-2-31 16,2 4-23-16,-3 5-25 0,6-3-24 0,-5 5-19 0,-2 2-19 15,7 3-32-15,-5-4-36 0,-2 7-43 0,5-3-40 16,-5 1-202-16,-5 4-534 0,5-3 237 0</inkml:trace>
  <inkml:trace contextRef="#ctx0" brushRef="#br0" timeOffset="150484.87">18552 11001 237 0,'0'0'261'0,"0"0"-5"16,-5-19-14-16,5 19-8 0,-10-7-19 0,0 4-8 16,0-1-18-16,-1 3-15 0,-3-4-15 0,-2 2-14 15,-4 3-15-15,-1 0-12 0,-1 3-12 0,-1 2-7 16,0-4-8-16,-4 6-9 0,-3 5-6 0,6-2-10 16,-3 6 1-16,4-4-14 0,0 3-4 0,0 5 3 15,4-2-11-15,3-4-4 0,8 1-5 0,-4 5-1 16,2-2-7-16,5-2 1 0,2 1-4 0,3-4-2 0,-2 3-2 0,5-8-1 15,2 6-7-15,5-8 3 0,0 0-3 0,5 0-1 16,5-4-2-16,0-4-5 0,1 1-6 0,6-10-3 0,1 5-5 16,0-8-1-16,2-1 2 0,0 2-5 15,-4-5 6-15,-3 0 2 0,-3-3-2 0,3 3 4 16,-4-2 3-16,-1-1 0 0,-8 3 5 0,-2 8 11 0,-1 0 13 16,-1 1 3-1,-2-2 2-15,-3-1 0 0,1 6 0 0,1 0-2 16,0-1-5-16,-3 7-3 0,0-7-6 0,0 7-4 0,0 0 2 15,0 0 1-15,0 0-5 0,-13 15 2 0,13-6-2 16,-5 6 1-16,4-4-1 0,-3 1-2 16,8 3 10-16,-4 3-14 0,1-5 5 0,-1 4 1 0,5-2-7 15,0 0 0-15,0 0 2 0,0-6-4 0,0 1 4 16,5-1-1-16,-5-1-3 0,5-2 4 0,-3-2-5 0,2-2 14 0,3-2-14 16,-2 0 6-16,2-5-8 0,4-2 6 0,-9-1-1 15,3 1-2-15,5-2 4 0,-2-7 5 0,-5 5 11 16,5-4 13-16,-4-2 5 0,2 2 14 0,-1 0-1 15,-3 0 8-15,6 3-6 0,-3-4 3 0,-3 7 3 16,2-5 0-16,-4 7-4 0,5-1-1 0,-1-1-10 16,-3 3-1-16,1 1-4 0,4 1 0 0,-4 4-7 0,-7 0-7 0,20 4 0 15,-8-4-10-15,1 5-2 0,2 3-4 0,-2 6 0 16,3-6 3-16,-2 11-4 0,4 1-1 0,-3 2 3 16,0-5 5-16,-4 1-5 0,4 6-3 0,-5-7-2 15,-5 3 0-15,5-3-5 0,-5 0-6 0,-3 1-7 16,-2-3-9-16,0 0-1 0,0-6-10 0,0 3-18 15,-2-1-10-15,-11-3-15 16,6-3-18-16,-3 0-14 0,-3-1-15 0,3-4-17 16,-2 0-21-16,-2-4-33 0,-1-3-39 0,8 0-42 15,-8-4-40-15,7-6-163 0,6 3-520 0,-3-6 231 16</inkml:trace>
  <inkml:trace contextRef="#ctx0" brushRef="#br0" timeOffset="150716.63">19166 10666 203 0,'0'-7'362'0,"0"1"-4"0,3 0-5 0,-1 1-22 0,-2 5-37 16,5-8-27-16,-5 8-25 0,0 0-31 0,0 0-20 15,0 0-7-15,8 13-12 0,-8-3-24 0,9 1-13 16,-3 7-8-16,1-3-12 0,1 6 2 0,-3 4-23 16,5 2-11-16,0-1-5 15,-2 4-2-15,4-2-11 0,-6 4-6 16,11 10-8-16,-5-2 0 0,-3-10-11 0,0 4-32 0,-1 3-29 15,-1-7-17-15,-2-1-31 0,5-2-20 0,-5-2-25 16,3-7-26-16,-7 3-35 0,4-6-35 0,4-4-45 16,-3-3-41-16,1 1-206 0,-5-6-543 0,6 2 241 15</inkml:trace>
  <inkml:trace contextRef="#ctx0" brushRef="#br0" timeOffset="150970.51">19669 10893 273 0,'4'-11'321'0,"-4"3"-2"16,0 0-4-16,0 0-7 0,0 0-18 0,0 1-10 16,-7 2-13-16,5-2-19 15,-4 3-25-15,-3 0-13 0,-2 2-20 0,1-1-1 16,-3 3-10-16,-4 0-4 0,1 3-6 0,-4 3-6 16,-3-2-13-16,6 5-7 0,-1 2-15 0,1-2-8 0,2 5-5 15,-1-1-4-15,1 1-1 0,8 2-12 16,-3 0-1-16,7-1-6 0,1 11-3 0,-4-5-6 0,12 0-7 15,1-1-5-15,8 4-7 0,0-5-9 0,1 2-1 16,7-3-9-16,1-2-17 0,2-1-31 0,1-3-54 0,2 0-47 0,3-4-82 16,1-1-73-16,0-2-85 0,5-2-103 0,-11 0-291 15,4-3-800-15,-1 0 354 0</inkml:trace>
  <inkml:trace contextRef="#ctx0" brushRef="#br0" timeOffset="178116.21">22607 2565 107 0,'-3'-3'285'0,"-2"3"-27"0,5 0-27 15,-12-4-20-15,12 4-10 0,-3-7-16 0,3 7-13 16,0 0-23-16,0 0-7 0,-8-2-17 0,8 2-11 15,0 0-10-15,0 0-6 0,30 0-9 0,-7 1-7 0,5 0-3 0,18 4-6 16,9-5 0-16,3 3-1 0,28 0-7 0,-3-3-1 16,4 0-1-16,3 1-8 0,-3-1-4 0,1 0 2 15,0 0-2-15,1 2-7 0,-3-2-7 0,5 0 0 16,-3 1-4-16,1 4-7 0,-22-2 4 0,19-3 2 16,-25 2-9-16,2-2-7 0,-9 0 4 0,6-2-3 15,-9-1-1-15,-3 3-4 16,-16 3 1-16,12-3-6 0,-9 2 1 0,-8-1-2 15,-7-1 4-15,-4 0-2 0,-3 4 0 0,2-4-1 16,-8 0-8-16,-7 0 6 0,20 2-17 0,-20-2-12 16,11 2-21-16,-11-2-18 0,14-2-22 0,-14 2-7 15,5 3-4-15,-5-3-29 0,1 6-35 0,-1-6-10 16,0 0-37-16,-1 6-33 0,1-6-152 0,-5 7-424 16,-2 0 188-16</inkml:trace>
  <inkml:trace contextRef="#ctx0" brushRef="#br0" timeOffset="179250.33">22865 2654 122 0,'0'-10'298'0,"0"3"-9"0,0-1-15 0,0 8-10 15,0-10-20-15,0 10-22 16,0-9-22-16,0 9-24 0,-1-6-18 0,1 6-21 16,0 0-18-16,0 0-12 0,0 0-9 0,0 0-12 15,1 25-8-15,6-10-8 0,-7 5-11 0,2 7-4 16,4 3 2-16,-6 11-14 0,9 5-4 0,-9 5-2 16,6 0-3-16,-6 3-5 0,0 1-2 0,0 22 4 15,0-20-10-15,8 17 6 0,-8-19-10 0,0 2 0 16,0 18-3-16,5-17 0 0,-1 13-3 0,-4-17-2 0,6-1 2 0,-1 1 0 15,0-2-3-15,-1-4-3 0,4 0 0 0,-5 0 1 16,4-1 1-16,-2-4-3 0,8 0 1 0,-6-4 0 16,-6 3-3-16,6-13 4 0,-5-2 0 0,3 6-6 15,-1-6 4-15,-2-2-2 0,1 1 3 0,-1-5 0 16,1-1-2-16,-1-3-2 0,0 6 4 0,1-7 1 16,-3-1-5-16,0 4 6 0,0-3-4 0,3-1 3 0,-1-2-3 0,1 1 0 15,-1-5 0-15,-2 0-2 0,0 0 9 0,0 2-10 16,2-4 3-16,-2 0 0 0,0 1 1 0,1-1-2 15,1 1 0-15,-2-1 0 0,2 1 1 0,4-1 0 0,-6-2 0 16,4 1-3-16,-1 0 1 0,-3 1 2 0,1 1-4 16,1-4 4-16,-2 4-3 0,7-2 3 0,-6 3 0 15,-1-9-2 1,0 6 0-16,0-6 1 0,4 8 0 0,-3-3 0 16,-1-5 1-16,0 0-3 0,7 7 4 0,-7-7 1 15,2 4 10-15,-2-4-3 0,0 0 0 0,0 0-6 16,19-3 5-16,-19 3-3 0,27-4 0 0,-7 0-2 15,1-3 0-15,9 2 5 0,3 2-8 0,14-2 0 16,1-3 0-16,3 1-1 0,7 0-5 0,-2 6 9 16,9-3 5-16,-4-4-10 0,28 4 0 0,-8-3 0 0,0 3 3 0,-23 1-5 15,7 0 0-15,-5 1 0 0,2-2-3 0,0 3 12 16,-8-4-9-16,4 4 3 0,-5 1-2 0,-1-4-1 16,-3 4-1-16,-4-1 6 0,-12 1-5 0,-2 0 1 0,1 1-3 15,-2 3 6-15,-10-4-1 0,1 0-2 16,-4 0-3-16,2 0 3 0,-7 1-2 0,0 2 1 15,-1-1 1-15,2 0-2 16,-1-2 9-16,-4 3-11 0,2-1 4 0,0-2-2 16,-2 3-1-16,-1 0-2 0,3-2 2 0,-2 1-1 15,-8-2 2-15,14 1 4 0,-14-1-2 0,13 0 4 16,-13 0-3-16,0 0 4 0,11 0-2 0,-11 0 5 0,7-3 4 16,-7 3 3-16,3-4 5 0,2-1 0 0,2 1 7 15,-7 4 5-15,2-11 10 0,1 4 8 16,0-1 15-16,4 0-13 0,-6-4-1 0,3-4 17 0,-1 1-5 0,0-1 7 15,1-5 7-15,-1-4-2 0,-1-7 15 0,-1 3-4 16,8-2 6-16,-6-12-1 0,-1 0-10 0,-1 0-3 16,7-7 4-16,-8 4 2 0,0-4-2 0,0-1-7 0,0-1-5 15,0-4-7-15,0 7-4 0,0-26-8 0,-1 17-2 16,-7 3-7-16,3 3-3 0,3-4-3 0,-6 2-11 16,-1-3 3-16,-1 5-1 0,-1-2-6 0,3-4-1 0,-4 5-7 0,-5 1 0 15,3-1 0-15,0 3-6 0,9 1 1 16,-6 3-5-16,-1 1 0 0,4 1-3 0,-4 0-3 15,9 16-1-15,-4-2-3 0,4 1-3 0,-4 4-6 0,7 3-5 16,-3 4-14-16,3-2-14 0,3 4-11 0,-1 5-13 16,3-7-38-16,-5 10-33 0,2 1-33 0,-2 1-40 15,1 0-41 1,-1 6-53-16,2-6-49 0,-2 6-51 0,0 0-210 0,0 0-672 16,0 25 298-16</inkml:trace>
  <inkml:trace contextRef="#ctx0" brushRef="#br0" timeOffset="188116.33">13648 8419 167 0,'-12'0'241'0,"2"-1"-14"0,10 1-12 0,0 0-15 15,-16 0-13-15,16 0-19 0,0 0-16 0,0 0-16 0,0 0-14 0,26-6-12 16,-6 2-13-16,12 0-8 0,1 1-10 0,13 2-7 16,-1 0-9-16,6-1-6 0,7-1-9 0,2 1-1 15,19-2-7-15,2 1-1 0,10 0-5 0,-6 2-4 16,1-1-1-16,0 0-4 0,0 2-3 0,-2 0-1 16,1 0-7-16,-4 2 3 0,1-4-1 0,-22 2-2 15,6 0-2-15,-1 2 0 16,-4-2 0-16,-3 3 0 0,1 0-6 0,-4-3 1 15,-2 3 0-15,-5-2 2 0,-7 1-5 0,-9-4-1 16,-2 4 1-16,-10-2-3 0,4 3 5 0,-4-3 0 16,-7 3-2-16,-3-3-4 0,2 0 4 0,-12 0-3 15,15 2 3-15,-7-1 5 0,-8-1-5 0,0 0 2 16,10-1-2-16,-10 1-2 0,0 0-4 0,0 0-1 16,13 0 3-16,-13 0-1 0,0 0-1 0,9 2 0 0,-9-2 1 0,0 12 3 15,1-9-2-15,3 5 0 0,-3-1-1 0,1 2-1 16,-2 2 0-16,3 0-1 0,2 2 0 0,0 8 2 15,-5-1-1-15,2 7 2 0,-1 0 2 0,1 1-4 0,0 13 0 16,1 0 1-16,0 0 0 0,-6 2 4 16,0 4 1-16,3 1-4 0,0-1 3 0,3 1-4 15,-3-1 2-15,3 2-1 0,-1-5 0 0,-2 1 3 0,2 2-3 0,-1-5 0 16,-1 1 0-16,0 0-2 0,-1-6 2 0,2 3 2 16,1-11-2-16,-2 1-1 0,0 13 2 0,0-14 1 15,0-1 1-15,0 4-3 0,0-3-1 0,0 0 2 0,0 1-1 16,0 2 1-16,5-1 1 0,-5-2-1 0,3-1 2 15,-1-8-1-15,-2 7-1 0,0-3-2 16,2-6 1-16,-2 1 0 0,3 1 0 16,-1-5 0-16,-2 0 0 0,1-3 1 15,-1 1-2-15,5-5 3 0,-5 4 0 0,0-5 1 16,2 0 1-16,-1 0-4 0,-1-1 3 0,0-6 1 0,4 7 0 16,-4-7-2-16,1 8-4 0,-1-8 5 0,0 0 2 15,0 6-1-15,0-6-2 0,0 0-1 0,2 4 2 16,-2-4-1-16,0 0 0 0,0 0-1 0,0 0 4 15,0 0-2-15,0 8-1 0,0-8-4 0,0 0 2 0,0 0 0 0,0 0 0 16,0 0 0-16,0 0 0 0,0 0-1 16,0 0 2-16,0 0 1 0,0 0 0 0,0 0 0 0,0 0-5 15,0 0 6-15,0 0-2 0,0 0 0 0,0 0-4 16,0 0 4-16,0 0 2 0,0 0-6 0,0 0 4 16,0 0 1-16,0 0-3 0,0 0 0 0,0 0 0 15,0 0 2-15,0 0 0 16,0 0-3-16,0 0 2 0,0 0-2 0,-8 3 5 15,8-3-1-15,-15 5 0 0,5-4 1 0,-3 1 7 16,0 3 3-16,-11-3-1 0,1 1 2 0,-12 0-4 16,-8 4 2-16,-8 0-2 0,-4-2 1 0,-1-1-4 15,-8 0-2-15,-19 2 3 0,-2 2-5 0,1-3 4 16,0 0-1-16,-6 1 0 0,26 0 0 0,-21 4-2 16,4-1 1-16,20-3-1 0,-2 2 1 0,0 0 1 0,7-1 2 0,-2 4 6 15,5-6 2-15,2 3 2 0,4-4-7 0,4 3 3 16,12-6 5-16,1 8-4 0,2-6-3 0,6 0 1 15,4 0-6-15,2-2 6 0,4-1 0 0,5 4-2 16,7-4 4-16,-18 0 1 0,18 0 2 0,-11 0 8 16,11 0 5-16,-7 1-1 0,7-1 12 0,0 0-5 15,0 0 6-15,0 0-4 0,-13 0 5 0,13 0 4 0,0 0 5 0,0 0-5 16,0 0 17-16,0 0 15 0,0 0 7 0,-10-5 9 16,10 5 10-16,0 0 11 0,-3-3-8 0,3 3-14 0,-4-12-4 15,3 5-14-15,-3 1-2 0,-2-5-12 16,4-4-5-16,-1-1-2 0,-4-3-2 0,2-7-8 15,-2-4-2-15,3-7-5 0,0-10-5 0,-4-1-7 0,6-6-3 16,-4 0-6 0,2-3 1-16,-7-16 0 0,9 12-8 0,-1-12 3 15,-1 17-2-15,-4-1-4 0,-2-17 9 0,2 18-10 0,0-1 4 16,-7-16 2-16,2 17 1 0,-2 3-2 0,1-1 8 16,-2 4 2-16,3-3 2 0,-4 6 8 0,2 4 0 15,-1 1-4-15,2 2-5 0,3 13-3 0,3-2 0 16,-1 0-1-16,1 11-4 0,-5-1-4 0,6 6 4 15,-1-4-1-15,5 7-8 0,-2 1-1 0,-2-1-14 0,4 3-21 16,-1-2-30-16,1 6-36 0,3 3-30 0,0-8-38 0,0 8-35 16,-7-4-34-16,7 4-17 0,0 0-11 0,0 0-34 15,10 15-70-15,-8-4-245 0,8-1-660 0,0 0 291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1T10:11:37.94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13621 1133 7 0,'2'-11'270'0,"0"-1"-7"0,-2 0-4 0,1-3 1 15,-1 2-10-15,0 5 5 0,0-9-5 0,0 7-7 16,2 3-2-16,-4-7-13 0,1 2 8 0,-1 0-8 0,2 3-7 16,0 2-7-16,-2-4-9 0,1 2-12 0,2 3-19 15,-2 2-16-15,1 4-14 0,0-11-6 0,0 11-17 0,0-9-14 16,0 3-7-16,0 6-12 0,0 0-14 0,-2-8-5 16,2 8-9-16,0 0-5 0,-7-5-9 0,7 5-6 15,0 0-11-15,0 0-16 0,0 0-14 0,0 0-11 16,0 0-7-16,0 0-1 0,0 0 7 0,4 27 1 15,-1-19-1-15,-1 7-1 0,3 2 0 0,5 9 11 16,-4-6-2-16,7 12 2 16,-4-5 3-16,1 2-3 0,-2 2 0 0,2-3 0 15,10 11 9-15,-9-9-6 0,-1 1-3 0,3-1 4 16,-6-5 8-16,3 5-10 0,-2-6-1 0,4 2 1 16,-5-7-2-16,-4-1 0 0,3 0-6 0,-1 0-38 15,2-3-11-15,-5-5-28 0,-1 2-18 0,-1-4 8 16,4 2-21-16,-3-1-15 0,-1-4-13 0,7 1-5 15,-7-6-8-15,2 4-5 0,-2-4-39 0,0 0-51 0,0 0-46 0,0 0-216 16,19-15-557-16,-10 3 247 0</inkml:trace>
  <inkml:trace contextRef="#ctx0" brushRef="#br0" timeOffset="300.77">13717 1008 236 0,'-10'-10'293'0,"4"-1"1"0,-6 2-7 0,7-2 2 16,0 4 6-16,-1-2-2 0,-3 3-15 0,3-2-9 15,2-1-7-15,1 5-12 0,1-3-14 0,2 7-12 16,0-11-15-16,-1 5-16 0,1 6-19 0,1-7-16 16,-1 7-17-16,2-7-12 0,-2 7-16 0,0-7-10 0,0 7-13 0,7-6 2 15,4 3-19-15,-4-1-12 0,5 2-13 0,-1-3-8 16,4 2-21-16,3-1-15 0,2 1-24 0,3 0-25 15,-1 0-18-15,-2 0-17 0,11 3-14 0,-3-1-27 16,0 1-17-16,-8 0-20 0,2 0-23 0,-4 1-22 16,-1 2-19-16,2-2-25 0,-5 4-25 0,-3-3-17 15,2 2-215-15,-6-1-545 0,0 1 241 0</inkml:trace>
  <inkml:trace contextRef="#ctx0" brushRef="#br0" timeOffset="501.27">13699 1218 97 0,'-5'4'209'0,"5"3"-9"0,0-7-2 16,5 12-7-16,-8-5-6 0,3-7-4 0,3 8-1 16,-1-3-11-16,1 0-12 0,0-1-10 0,4 1-11 0,0-2-9 15,3 2-9-15,1-3-14 0,2 1-10 0,7 1-8 16,-3-1-6-16,4-2-11 0,-1-2-8 0,3 2-25 15,-1-2-46-15,8-2-61 0,-9 3-68 0,9-7-56 0,-10 5-207 0,-4-3-435 16,14-3 192-16</inkml:trace>
  <inkml:trace contextRef="#ctx0" brushRef="#br0" timeOffset="1387.94">14098 1383 171 0,'0'0'222'0,"-7"3"-5"0,7-3-11 0,0 0-20 0,0 0-21 0,0 0-17 15,0 0-14-15,0 0-15 0,0 0-9 0,37-9-12 16,-29 5-11-16,5 4-9 0,-4-4-6 0,6 0-7 15,6-2-8-15,-6 1-6 0,5 1-6 0,-4-4 3 16,6 1-10-16,-7 3-7 0,1-3 5 0,1 0-9 16,-1-2-1-16,-1 3-3 0,-5 0-1 0,-3 2-3 15,3-4 5-15,-2 2-4 0,-1 1 11 0,-2 2 10 0,-2-1 2 0,-3 4 6 16,2-10 4-16,-2 10 0 0,0-8-1 0,0 8-2 16,-2-9-3-16,2 9-4 0,-8-8 0 0,3 6-4 15,5 2-1-15,-10-5-8 0,10 5-2 0,-12-2-6 16,12 2-3-16,-15 7 1 0,2-7-3 0,6 1 0 15,-2 3-3-15,4 3-5 0,-9-2 5 0,11 5-6 16,-10 0-3-16,6-1 3 16,1 0-1-16,4 4-2 0,-5 1 2 0,7-1-3 15,0-1 3-15,5 6 1 0,3-3-1 0,1 1 0 16,6-1-1-16,5 1 2 0,4-1-1 0,6-2 3 16,2-5-6-16,2-1-1 0,11 1 4 0,5-4-11 15,-2-4-2-15,-2 0-9 0,-5-2-11 0,7-5-6 16,-1 0-5-16,-16 3-1 0,9-10 0 0,5 2 2 15,-7-6 3-15,3 3 2 0,-16 1 1 0,1 1 3 0,-9-1 5 0,-4-2 5 16,2 4 1-16,-5-6 4 0,-5 9 12 0,-3-6 11 16,-1 4 9-16,-2-2 8 0,-1-1 8 0,-5 5 4 15,-8-3 8-15,-3 2 1 0,2 2 2 0,-7-5 1 16,1 9 0-16,-6 1 3 0,-2-4-5 0,5 9 0 16,-1-1-4-16,4-1-6 0,-4 7-3 0,4-3-5 15,1 5-5 1,3-3-5-16,1 3 2 0,0 0-7 0,3 5 2 0,-1-6 10 15,6 4-23-15,-1 3-5 0,5-3-5 0,-3 5-2 16,7-2-1-16,-1 0-4 0,2-3 0 0,3 2-5 16,5 1 4-16,-1-2-2 0,3-2-3 0,5-4 6 15,-2 1 0-15,4-3-2 0,3-3-5 0,-1 3 0 16,0-4-1-16,4-1 1 0,-3-5 2 0,-2 1 1 16,0-4 4-16,-1 0 2 0,4-2 1 0,-8 0 0 0,2-1 5 15,2-2 0-15,-4-4 8 0,-3 2 30 0,-2 1 20 0,1 4 24 16,-3-7 15-16,-6 7 13 0,7 2 14 0,-6-3 3 15,4 3 0-15,-3 1-6 0,-4-2 1 0,4 6-7 16,-2 3-19-16,7-8-8 0,-7 4-11 0,0 4-14 16,0 0-3-16,0 0-15 0,0 0-3 0,0 0-4 15,0 0-5-15,10 15-2 16,-9-4 0-16,4-3-10 0,5 8 3 16,-2-4-1-16,1 7 0 0,4-4-11 0,5 6-5 15,-3 1-3-15,0-10-6 0,-2 2-11 0,9 4-11 0,3-4-16 16,-1-2-21-16,1-1-20 0,-3-3-17 0,-2-4-17 15,8 1-12-15,-3-3-17 0,-4-4-24 0,-1-3-19 16,5-2-17-16,-9 1-24 0,1-8-28 0,3-5-21 16,0-2-19-16,-6 0-196 0,1-6-534 0,2-9 236 0</inkml:trace>
  <inkml:trace contextRef="#ctx0" brushRef="#br0" timeOffset="1650.95">15550 862 19 0,'-10'-25'193'15,"3"0"25"-15,-6 6 11 0,9 2 1 0,-7 2-8 0,9-5 7 16,-3 6 4-16,-3 2 15 0,6 4-19 0,-3-2 1 15,5 5-12-15,-3-2-22 0,-4 3-16 0,6-1-25 0,1 5-16 16,-4-6-20-16,4 6-16 0,0 0-9 0,0 0-9 0,0 0-8 16,0 0-13-16,0 22-4 0,2-10-6 15,1 3-7-15,4 1-8 0,-2 3 13 0,-2 5-15 16,7 8-7-16,-5-5-2 0,5 3-2 0,-3 3-1 16,6 6-2-16,-6 1-3 0,3 2-1 0,4-1-2 0,0-1-1 15,-8-11-4 1,3 0-10-16,2 2-10 0,1-3-20 0,1-4-13 15,-6 2-14-15,3-3-18 0,-4-7-18 0,6 3-7 16,-2-2-24-16,-4-3-20 0,3-6-27 0,-3 0-23 16,-4-4-35-16,9-2-37 0,-11-2-188 0,12-2-489 15,-12 2 217-15</inkml:trace>
  <inkml:trace contextRef="#ctx0" brushRef="#br0" timeOffset="2105.4">15608 1150 7 0,'-15'-5'250'16,"0"-3"-3"-16,0 0-1 0,0 1-3 0,2 1 1 15,4 1-6-15,3 1-7 0,-1 1-15 0,7 3-15 16,-10-6-21-16,7 0-15 0,3 6-20 0,0 0-13 16,0 0-10-16,0 0-12 0,0 0-11 0,20 0-7 15,-20 0-10-15,28 0-7 16,-12 0-8-16,4 0-5 0,8 0-7 0,-8 0-8 16,7-3-10-16,4 3 10 0,-6-2-13 0,-2 2 3 15,0-3-7-15,-6 3-4 0,9-1-4 0,-7 2 1 16,-1 2-12-16,-7-10 7 0,3 7-2 0,-6 0-2 15,0-1-1-15,-8 1-6 0,14 1-2 0,-14-1-3 16,11-1-4-16,-11 1-3 0,10 5 5 0,-10 0-4 16,5 1 1-16,-3 3 1 0,4 3-1 0,-4-3-4 0,3 6 4 15,-5 3-2-15,8-3 5 0,-6 0 1 0,4 3 14 0,1-3-14 16,0 2 0-16,-2-4-1 0,5 6-2 0,-5-6 6 16,4 0 2-16,-2-4-5 0,3 3 4 0,-5-5-2 15,3-2 7-15,1-2-3 0,-1 0 5 0,-2-3-1 16,9 0-2-16,-15 0-4 0,22-4 4 0,-9 0 4 15,4-3-11-15,-2-5 5 0,-2 1-1 0,-3-2 4 0,1-1-3 16,1 1 9-16,1-2-6 0,-8 2 14 0,5-1 12 16,-3-1 7-16,-1 2 9 0,-6 3 0 0,5-3 4 0,-1 2-2 15,-4 3 4-15,0-4-11 0,0 5-7 0,0-1-5 16,6 3-12-16,-6 5-2 0,0-9-17 0,0 9-37 16,0-6-31-16,0 6-17 0,0 0-21 15,0 0-16-15,0 0-11 16,-10 24-11-16,7-13-14 0,1 1-19 0,2 4-19 15,0 2-36-15,2-6-24 0,-2 3-33 0,3 1-154 16,-3-4-473-16,4 2 210 0</inkml:trace>
  <inkml:trace contextRef="#ctx0" brushRef="#br0" timeOffset="2622.05">16387 1126 86 0,'0'-7'277'15,"0"-1"-8"-15,0 1-8 0,0 7-10 0,0-12-14 0,2 7-14 16,-2 5-20-16,5-8-23 0,-4 1-19 0,-1 7-15 0,7-4-16 16,-7 4-10-16,17 0-11 0,-17 0-16 0,19 7-10 15,-4-3-9-15,2 8-7 0,4-8-5 16,-1 5-6-16,3 0-5 0,2 3-6 0,3 1-5 16,-8-2-1-16,2 4-6 0,3-2-4 0,-11-3-2 15,3 0-7-15,-2 0-3 0,1 4-8 0,-1-6-12 16,-6-3 0-16,-4 3-5 0,0-4-2 0,-4-1 5 15,4 2 1-15,-5-5 2 0,0 0 0 0,0 0 4 16,-8 11 11-16,8-11 5 0,-13 0 8 0,13 0 3 16,-17-8 29-16,7 5-12 0,2-5-1 0,-2 3 6 0,8-2-9 0,-6 0 6 15,3-1-11-15,5-4 3 0,-2 2-12 0,2 1-1 16,5-3-7-16,0-3 2 0,2 0-5 0,8 2-8 16,-2-1 1-16,4 2-3 0,-1 0-1 0,2 1 1 15,6-1-2-15,4 2-6 0,-8 1-2 0,-1-1 8 16,3 0-1-16,-5 6 1 0,2-4-6 0,-10 4 3 15,-3-2 0-15,8 4-1 16,-9-1 4-16,-5 3-5 0,11-1 5 0,-11 1-1 16,5-3-5-16,-5 3 3 0,0 0-3 0,0 0 2 15,0 0-3-15,-7 19 5 0,-1-11-5 16,3-2 8-16,-3 4-8 0,0 7-1 0,1-2 2 16,0 0 5-16,1 0-3 0,4 1 0 0,-4 1 10 0,4 1-4 15,4-3-4-15,4 3-3 0,-4-3 1 0,4 1 3 16,8 3-1-16,-4-9-14 0,9 5-8 0,-2-6-26 0,3-1-37 15,10 5-47-15,-2-7-53 0,2-4-54 0,1-4-56 0,-3 4-216 16,9-4-548-16,7 0 243 0</inkml:trace>
  <inkml:trace contextRef="#ctx0" brushRef="#br0" timeOffset="3408.48">17933 761 309 0,'8'-11'347'0,"-8"11"-14"16,5-6 1-16,-3 3-3 0,-2 3-5 15,2-6-7-15,4 2-18 16,-6 4-10-16,0-8-20 0,0 8-24 0,0 0-10 16,0-8-17-16,0 8-19 0,0 0-18 0,0-7-13 15,0 7-18-15,-8-3-17 0,1-2-17 0,7 5-14 16,0 0-7-16,-20-4-18 0,12 3-3 0,-7 1-13 15,-1 1-3-15,-4 0-7 0,-8 6-4 0,0-3-9 16,1 3-1-16,-3 1-6 0,2 1-6 0,-3 0-1 16,9 0-6-16,-6 3 1 0,10 0-5 0,0-1-2 0,3-1-5 0,0 3 2 15,2-1-17-15,4 0-8 0,1 2-9 0,6-2-6 16,-1 1-3-16,8 1 1 0,7 1 2 0,-4-3-4 16,8 0 2-16,9 1-3 0,8 1-2 0,-3-5-7 15,5 3-3-15,-2-5-12 0,0 1 0 0,0-5 20 16,-1-2-16-16,1 6 3 0,-2-3 4 0,-1-4 4 15,-10 0 7-15,3 0 7 16,-6 0 2-16,-4 0 5 0,-5 0-1 0,5-3 23 16,-13 3 20-16,14 0 14 0,-14 0 10 0,6 3-1 15,-6-3 3-15,0 0-13 0,0 0-5 0,0 0-4 16,0 0-3-16,0 0-2 0,0 0-6 0,0 0 0 16,0 0-2-16,0 0-1 0,-28 6-6 0,21 0 5 15,1-2-4-15,-2 6 1 0,1-5-3 0,-1 3 4 16,-6 7 0-16,8-3-1 0,-2 3 1 0,6 1-1 0,-3 3-2 0,3-3 4 15,2 3-3-15,0 4-6 0,2-5 14 0,3 2-7 16,3-3 2-16,7 6 0 0,0-2-5 0,0-1-5 16,5-5-1-16,3 2-9 0,0-2-10 0,7-3-25 15,-2-4-15-15,2 1-22 0,5-7-20 0,11-2-16 16,-1-7-19-16,-2 3-14 0,-12-7-11 0,10-5-5 16,4-2-12-16,-8-2-12 0,2-7-8 0,-2 3 2 0,-3-3 14 0,0-1 15 15,-15 4 34-15,3 6 19 0,-7 2 35 0,0-1 41 16,-9 0 26-16,3 2 46 0,-1 1 19 0,-3 6 17 15,1-1 7-15,-4-1 22 0,-2 2 8 0,0 3-1 16,0 5-5-16,5-12 1 0,-5 12-11 0,0-4-13 16,0 4-9-16,0 0-10 0,-13-5-6 0,13 5-5 15,0 0 7-15,-13 12-10 16,4-4 0-16,-1-4 7 0,0 4-6 0,1 4 6 16,-6-1-4-16,1 5 0 0,-2 3-7 0,3-5-5 15,-1 4-4-15,-4 3 1 0,-3-1 2 0,2 2-4 16,1 2-6-16,-3-3 6 0,-1-3-5 0,2 2-2 15,4 3-18-15,1-11-17 0,3 7-25 0,1-8-30 16,-3-2-25-16,5 2-20 0,4-7-10 0,-5 3-9 16,8-3-2-16,-1-1-9 0,3-3-40 0,0 0-30 0,0 0-18 15,0-18-15-15,5 10-14 0,1-4-142 0,-2-3-435 0,1-2 193 16</inkml:trace>
  <inkml:trace contextRef="#ctx0" brushRef="#br0" timeOffset="3608.99">18416 1224 850 0,'9'-17'-16'0,"-8"2"34"0,1 0 39 0,1 2 49 15,-3-2 26-15,-3 4 24 0,3-1 14 16,-2 4 19-16,-4-3 4 0,6 2-2 0,-7 3-3 0,5 3-4 15,1-3-7-15,1 6-26 16,-14-8-13-16,14 8-16 0,0-5-7 16,0 5-20-16,0 0-9 0,0 0-15 0,0 0 0 15,-14 14 3-15,14-7-11 0,8 4 2 0,-7 3-1 16,11 1-12-16,-2 3 3 0,5 0 3 0,8 2-8 0,-1-1-11 16,-1-1 0-16,7 0-3 0,-3 1-11 0,3-2-15 15,17 7-19-15,-10-6-27 0,9-3-26 16,-14-4-22-16,10 5-26 0,-10-9-34 0,1-3-22 0,1 0-28 0,-3-7-31 15,1 2-32-15,0-7-208 0,-9-1-503 0,1-5 222 16</inkml:trace>
  <inkml:trace contextRef="#ctx0" brushRef="#br0" timeOffset="3840.75">18989 905 181 0,'-12'-19'298'15,"1"4"2"-15,-2 0 0 0,3 2-5 0,3-2-4 16,-3 7-5-16,5-7-2 0,-3 5-7 0,6 4-14 15,-3 0-20-15,2 0-23 0,-2 0-28 0,5 6-27 16,-5-3-17-16,5 3-21 0,0 0-18 0,0 0-10 16,0 0-3-16,5 21-22 0,3-14 11 0,-3 10-20 15,5 2-6-15,2 7-7 0,-4-1-6 0,4 2-20 16,-4 3-35-16,3 9-22 0,4 0-14 0,0 3-25 0,-10-11-23 0,10 7-19 16,-5 1-19-16,-3-12-21 0,8 0-20 0,-12-1-27 15,2-1-42-15,5-6-31 0,-9-3-237 0,8 0-552 16,-3-8 244-16</inkml:trace>
  <inkml:trace contextRef="#ctx0" brushRef="#br0" timeOffset="4558.17">19289 999 251 0,'0'-9'343'0,"-2"1"-6"0,-3 4-5 15,3-2-10-15,2 6-15 0,0-12-11 0,-1 7-25 16,1 5-22-16,-4-4-29 0,4 4-30 0,0 0-14 15,-3-7-26-15,3 7-21 16,0 0-28-16,0 0 5 0,0 0-17 0,8 13-8 16,-1-3-5-16,0 2-11 0,2 0 4 0,6 3-14 15,-5 0-7-15,9 9-8 0,4 1-6 0,0 7-14 16,3 0-14-16,-4-6-7 0,-2-1-11 0,0 1-10 16,1-6-4-16,-4 5-11 0,1-4-4 0,-2 4-2 15,-2-8 0-15,-4-4 4 0,0 2-8 0,-1-3 3 16,-4-2 5-16,4-5 5 0,-8 4 4 0,1-6 28 0,-2-3-4 15,0 0 9-15,0 0 13 0,0 0 20 0,-25-3 7 0,14-6 4 16,-3 0 16-16,3-5 4 0,-4 2-10 0,8 0 6 16,-6-7-5-16,5 7-10 0,1-7-4 15,2-1-9-15,3 4-5 0,2-3-6 0,5 3-14 0,0-5-7 16,7 3-9-16,5-3-13 0,2 1-9 0,11 1-16 16,-2 1-10-1,10-1 0-15,7-1 0 0,-2 7 1 0,-15 4 3 16,24-3 6-16,-9-2-1 0,1 3 15 0,-12 4-10 15,-4 2 5-15,-7 1 2 0,-2 1 5 0,0-2 5 0,-4 1 3 16,-1 1 7-16,-4 0 10 0,-4 1 9 0,2 1 14 16,-8 1-9-16,7-3-3 0,-7 3 1 15,0 0-1-15,0 0-5 0,-30-3-6 0,15 3 6 16,-3 3 2-16,2 0 0 0,-9 0 3 0,3 3-3 0,2 3 1 0,-9-2-1 16,5 3 5-16,5 0-9 0,-5 2 1 0,1 5-4 15,7-7 1-15,1 5 2 0,0-3-2 0,2 7 2 16,3-4-6-16,6 4 9 0,-2-3-3 0,4 0 1 0,4 1 7 15,-2 0-11-15,6-6 3 0,-2 1-2 16,6 2-1-16,-4-6 4 0,4 1-1 0,10-5-10 16,-5 0 11-16,2-2 4 0,2-4-1 0,3-1-1 0,-4 1-8 0,2-5 10 15,-3 0-4-15,2-2-1 0,-2-2 7 0,-4-1 19 16,2 2 24-16,-2-3 23 0,-1-1 11 0,-5 1 18 16,-3 5 16-16,6 0 12 0,-8-2 4 0,1 2-1 15,1-1-13 1,1-1-2-16,-5 7-6 0,0-3-13 15,0 6-15-15,0-8-10 0,0 8-14 0,1-7-9 0,-1 7-11 16,0 0-6-16,0 0-16 0,0 0-22 0,0 0-21 0,0 21-17 16,0-12-14-16,4 0-24 0,-3 3-22 0,1 3-23 15,11 1-14-15,-6-1-16 0,1 0-22 0,7-1-20 16,-2 3-39-16,-5-6-27 0,14 1-47 0,4 0-26 16,-1 0-242-16,5 0-623 0,2-5 276 0</inkml:trace>
  <inkml:trace contextRef="#ctx0" brushRef="#br0" timeOffset="4843.32">20745 1091 228 0,'0'-19'300'0,"0"4"10"16,0 2 10-16,-5-1-23 0,-1 2-5 0,-3 3-26 15,1 2-3-15,-7-6-8 0,0 3-10 0,-8 3-16 16,3-1-20-16,-10 4-14 0,6 1-1 0,-6 1-19 16,7 4-11-16,1 1-22 15,2-1-9-15,-3 0-11 0,3 8-15 0,5-3-12 16,-1 1-7-16,-4 2-8 0,5 0-8 0,2 9-8 15,4-6-4-15,1 3-6 0,2 4-5 0,6-2-8 16,-5 0-8-16,10 3-1 0,1 3-10 0,2-2-7 16,1 2-6-16,6-9-10 0,-1-3-10 0,13 6-13 15,-1-2-21-15,4-6-19 0,3-2-24 0,2-3-8 16,2-5-11-16,9-3-8 0,-8 1-12 0,-2-8-7 0,12-6-9 0,-8 0-8 16,-4-6-14-16,1-3-17 0,1-2-20 0,-5-7-32 15,-5-7-19-15,2 1-23 0,1-4-181 0,1-1-496 16,-12 2 220-16</inkml:trace>
  <inkml:trace contextRef="#ctx0" brushRef="#br0" timeOffset="5028.21">21109 832 1601 0,'5'-39'-58'15,"3"8"52"-15,-8-9 45 0,-1 10 42 0,-7 3 33 16,3-5 14-16,-4 5 18 0,4 0 16 0,-3 1 4 16,0 1 9-1,-7 7 12-15,8 3 3 0,-1 0-1 0,-7 2 0 0,8 1-9 16,-4 2-14-16,6-5-22 0,-2 11-9 0,1-4-20 16,-1 7-19-16,2-3-1 0,5 4-22 0,0 0-10 15,0 0-4-15,-15 13-12 0,12-3-1 0,3 6-8 16,-2 0 1-16,2 3-12 0,2 12 2 0,1-3 0 15,4 5 6-15,1 6-20 0,4 4-8 0,1 1-22 16,-5-8-20-16,7 6-27 0,0 0-25 0,5 4-21 0,-5-5-21 16,0-2-22-16,-5-12-27 0,4 3-24 0,-9 0-39 0,5 0-39 15,0-6-263-15,2 3-587 0,3-6 261 0</inkml:trace>
  <inkml:trace contextRef="#ctx0" brushRef="#br0" timeOffset="5698.76">21114 972 56 0,'-6'-10'263'0,"-4"3"-5"0,1 0 0 0,3-1 5 0,-4 1 1 15,0 1 12-15,5 0 10 0,3 2 6 0,-6-3-8 16,8 2-6-16,-5 0-13 0,5 5-16 16,-5-7-15-16,5 7-20 15,-5-7-17-15,5 7-20 0,-2-4-17 0,2 4-19 16,0 0-18-16,12-11-20 0,-4 11-21 0,4-1-33 15,8-2-17-15,-4 2-33 0,14 1-14 0,3 0-13 16,14 4-8-16,-4-1-2 0,-7-2-3 0,5 4 1 16,2 1 1-16,-6-2-3 0,1 0 7 0,-3-3 0 15,-4 3 2-15,-3-1 1 0,0 5 1 0,-9-5-2 16,-1 2 2-16,-10-4-6 0,4 1 0 0,-6-1 0 0,1 3 1 0,-7-4 3 16,5 7 4-16,-5-4 1 0,0-3 3 0,-8 10 3 15,-1-4 1-15,4-2 17 0,-6 3-17 0,2 2 7 16,1-1-3-16,-5 0 4 0,5 7-2 0,-2-8 0 15,3 2 14-15,-3 3-9 0,4 1 0 0,-4 1-1 16,6 1 5-16,-2-7 3 0,6 4-3 0,0 2 0 16,0-2-2-16,0-4 3 15,6 3 8-15,-1-3-1 0,4-1-1 0,-3 1 4 16,4-4-2-16,-2-1 2 0,6 2 2 0,-1-5-3 16,-2 0 2-16,8-4-2 0,-4 1 3 0,-1-2-4 15,3-5 5-15,-2 1-6 0,0-1 4 0,-2 2 0 16,2-4-8-16,-2 0 4 0,-3 4 4 0,5-6 0 15,-7 1 7-15,6 2-13 0,-1-1 1 0,-7 1 2 16,4 6 14-16,-5-4-15 0,5 1 0 0,-3 2-1 0,1 3 0 0,5-5 3 16,-4 6-2-16,-1 0-4 0,2-1 1 0,1 1 0 15,3 7-1-15,-8-3-2 0,8 3 3 0,0 3 0 16,-5-4 12-16,4 4-14 0,0 6 0 0,0-5-5 16,1-1 5-16,-1 9 4 0,-5-2-5 0,2-5 3 15,-2-2-4-15,-1 3 3 0,1-1 0 0,-1-3-2 16,0-1-2-16,-2-1 24 0,-4 1 19 0,7-1 25 0,-8-1 33 0,0-4 29 15,5 3 39-15,-5-3 9 0,0 0-16 0,0 0-17 16,-5-19-14-16,2 11-13 0,-3-7-14 0,1 3-8 16,-5-3-7-16,5-6-13 0,-9-3-12 0,4 7-27 15,-3-5-36-15,2-2-40 0,-3-3-63 0,6 3-55 16,-3 0-46-16,-4 2-43 0,0 0-47 0,-2-3-58 16,2 6-328-1,-6-3-742-15,1 3 329 0</inkml:trace>
  <inkml:trace contextRef="#ctx0" brushRef="#br0" timeOffset="6462.67">18891 762 224 0,'0'-18'336'0,"0"1"5"15,0 1-6-15,-5-2-5 0,4 3-10 0,1-3-9 16,-5 3-8-16,3 3-14 0,0-2-19 0,2 2-18 0,0 2-9 0,0-3-8 16,-1 6-18-16,2 0-17 0,-2 1-21 15,1 6-18-15,0-11-21 0,0 7-14 0,0 4-19 16,0 0-14-16,-4-8-14 0,4 8-12 0,0 0-5 0,0 0-6 15,0 0-6-15,15 15-6 0,-10-3-4 0,2-3-4 16,-2 2-5-16,3 1-11 0,0 5-6 0,-1-3-7 16,3 1-9-1,0 4-18-15,2-3-15 0,-9 3-17 0,5 1-21 0,0-2-23 16,2 6-23-16,-5-8-24 0,5 4-18 16,-5 2-22-16,5 2-16 0,-5-4-27 0,-5-2-34 15,10-2-55-15,-5 3-41 0,-5-4-191 0,2-2-592 16,6-1 263-16</inkml:trace>
  <inkml:trace contextRef="#ctx0" brushRef="#br0" timeOffset="6763.44">18825 886 286 0,'0'0'324'0,"-11"-3"-5"0,11 3 8 16,0 0 1-16,-12-1-1 0,12 1-8 0,0 0-12 15,0 0-15-15,0 0-16 0,0 0-22 0,0 0-18 0,0-8-24 16,0 8-17-16,0 0-20 0,28-4-20 16,-8 1-16-16,0 3-14 0,13-3-13 0,-3 3-6 15,3-5-15-15,3 5-8 0,1-1-12 0,6-1-9 0,-14 2-19 0,6 2-21 16,-3-2-25-16,-3-2-28 0,-2 2-15 0,-2 0-46 15,-5-1-30-15,-2 1-37 0,-2 0-44 0,-2 1-53 16,-6-1-74-16,2 0-328 0,-10 0-712 0,0 0 316 16</inkml:trace>
  <inkml:trace contextRef="#ctx0" brushRef="#br0" timeOffset="8690.42">13769 2201 70 0,'0'0'197'0,"-9"0"-17"16,9 0-16-16,0 0-14 0,0 0-7 15,0 0-14-15,22-10-6 0,-22 10-4 0,20-4-1 0,-9 3-5 0,9-4-2 16,2 3-5-16,-1-2 1 0,7 3-3 0,4-6-8 15,-1 3-4-15,2-2-1 0,9 0-5 0,2-1 5 16,-1 0-1-16,7 3-11 0,1-4-6 0,-1 1-6 16,-5 1-6-16,9 3-6 0,-6-3-3 0,4 1 3 0,-6-2-9 15,9-1 0-15,-4 3-1 0,0-3 0 16,-1-3-2-16,0 8-5 16,1-1-4-16,2-1-1 0,-3 0-1 0,-2 0-1 15,1-3-7-15,-4 4 1 0,-2 1-5 0,5-3 0 16,-2 0-1-16,1 4-4 0,-1-2-1 0,-11 1-1 15,9-1-1-15,1 2 3 0,-2-3-6 0,2 3 2 16,4 0 4-16,-4 1-5 0,-10-3 1 0,10 1-3 16,-1 2 3-16,-11-5-1 0,2 5 1 0,10-3 9 0,0 1 7 15,-11 1 2-15,3-1 6 0,-6-1-4 0,14 1-4 0,-12-1-1 16,0 1 0-16,0 0-6 0,0-2 0 0,-3 1 1 16,-2-1-1-16,9 1-2 0,-9 0-6 0,0-3 2 15,2 2 3-15,-1 3-4 0,-10-3-3 0,10 2-1 16,-2-1-1-16,-6 3 1 0,4-3 2 0,-3 1-7 15,-2 2-1-15,0-2 6 0,8 0-4 0,-8 2 2 0,3 1-4 16,2-5 0-16,-4 5-1 0,10-2 3 0,-6 2 0 0,5-1-2 16,0 1 2-16,-5-3-4 0,5 3 1 0,-2-3 2 15,3 1-1-15,-13 2-2 0,15-4 7 0,-6 4-7 16,1 0-1-16,0-3 0 0,2 3 4 0,0 0-5 16,-10 0-3-16,9 0 4 0,1-1 1 0,-7 1-1 15,7-2-2-15,-7 2 1 0,-1-5-1 0,-1 4 12 16,8-1-10-16,-5 2-1 15,-2 0 2-15,-1-1-1 0,8-2 1 0,-6 2 2 16,5-3-8-16,-3 1 7 0,4 3-6 0,-4-1 4 16,3 0 1-16,-1-4-3 0,-6 5 1 0,9-2 3 15,-2-1 1-15,0 3-3 0,1 0 1 0,-5 0 3 16,5-1 6-16,2-1-12 0,-3 2-2 0,5 0 1 16,-5-1 2-16,2 1-3 0,0 0 6 0,-2-3-1 15,7 3 4-15,-7 0-7 0,3-3 4 0,1 1-1 0,-2-1-2 0,-2 2 1 16,0-7 3-16,-3 4 4 0,5 2-4 0,-1 1-2 15,1-3-1-15,5 2-3 0,-5 2 3 0,0-5 0 16,-4 1 1-16,5 1-2 0,-6 1 2 0,8-1 1 16,-1 1-2-16,-2 0-3 0,-2-1 6 0,2 2-6 15,1 1-2-15,2-2 0 0,-3 2 5 0,5-2 1 16,-4 2-1-16,7 0 0 16,-8-3 3-16,8 3-7 0,-8 0 3 0,6 3 4 15,14-3-1-15,-5 2-2 0,-11 0 0 0,11-1 1 16,-5 2-1-16,-5-3 0 0,17 0 0 0,-8 0 3 15,5 0-1-15,-2 3-2 0,2-3 3 0,2 0-3 16,-6 1-1-16,10-1 8 0,-7 0-10 0,0 0 1 16,3 0 1-16,-8-1 1 0,2 2-1 0,8-1-2 15,-10 0 4-15,3-2-2 0,-3 2 5 0,-6 0-3 0,-3 0 0 0,3-2-3 16,-4 2 1-16,3 0 2 0,-1-4-1 0,-5 4 2 16,5 0-4-16,-2 0 2 0,0-2 0 0,-2 0-2 15,2 2 3-15,-1-3 0 0,-1 3-2 0,4 0 2 16,-4 3 6-16,6-3-7 0,-2 2-1 0,-2-2 1 15,1 3 3-15,-2-3-7 0,3 0 3 0,-1 3 0 16,-2-1 2-16,3-1-2 0,-4 0 1 0,6 2 1 0,-3-1 0 0,-1 1 2 16,15-3 0-16,-15 4 3 0,-3-4 1 0,3 3 2 15,0-3 17-15,-3 2 0 0,-2-2 5 0,7 0-14 16,-7 2 0-16,2 2-3 0,0-3 3 0,1-1-3 16,-7 0 2-16,-1 2-3 0,10-1-4 0,-10 2 18 15,5-1-4-15,-8 1 5 0,1 0-5 0,1-6 5 16,3 6 1-16,-7-3-6 15,2 0-1-15,-9 0-7 0,9 0 7 0,-8-3-5 16,-2 3 0-16,-10 0 0 0,23 0-6 0,-16-3-2 16,-7 3 13-16,15-2-16 0,-15 2-3 0,8 0-1 15,-8 0 5-15,0 0-16 0,0 0-15 0,11-3-25 16,-11 3-30-16,0 0-31 0,0 0-38 0,0 0-64 16,0 0-80-16,0 0-337 0,0 0-682 0,0 0 301 0</inkml:trace>
  <inkml:trace contextRef="#ctx0" brushRef="#br0" timeOffset="19072.18">3033 3051 49 0,'0'-8'334'0,"0"1"-6"0,2 0-15 16,5-1 11-16,-7-2 7 0,1 1-4 0,4-1-8 15,-5 0 4-15,0 1-12 0,0 0-9 0,2 3-15 16,-2-4-15-16,3 0-12 0,-3 3-16 0,0-1-13 16,-3 4-18-16,3 4-15 0,-2-9-21 0,-3 3-19 15,5 6-11-15,-5-12-18 0,0 11-13 0,-1-4-15 16,-3-1-14-16,3 5-13 0,-7-3-8 0,13 4-11 0,-25 0-6 0,7 2-5 15,-1 1-2-15,-1 3-13 0,2 4-2 0,-5 0-6 16,2 3 0-16,-6 1-9 0,11-1-4 0,-13 2-8 16,15-1-15-16,4 3-14 0,-4-5-24 0,6 3-11 15,-4 0-11-15,6 1-14 0,1-3-6 0,2 2-6 16,6 3 0-16,-1-6-1 0,6 4-1 0,-2-4 12 16,9 3 10-1,0-1 5-15,2-2 8 0,1-3 9 0,0 2 7 16,10-3-8-16,-8-3 22 0,3 1-4 0,-4 2 6 0,0-5-1 15,-4-1 6-15,2 3 2 0,-6-2 7 0,-2 0-2 16,-1-1-4-16,-1-1 0 0,-7-1 5 16,8 4-3-16,-8-4 0 0,7 4 4 0,-7-4 0 0,8 5 6 15,-8-5-5-15,-7 8 4 0,7-8-2 0,-3 7 3 16,0-2-2-16,3-5 3 0,-10 7-2 0,6-2 3 0,4-5 1 16,-3 10 1-16,-5-3-1 0,8 1-1 0,-5-4 1 15,3 3 7-15,2-1-12 0,-2 3 2 0,2-3-1 0,2 1-3 16,5 1-3-16,-4 3 0 0,5-7 3 0,6 5 5 15,0 0-2-15,8 0 7 0,0-5-1 16,4 1-5-16,9-2 9 0,-4 0-11 0,7-2 2 16,-5-1-9-16,4-1-15 0,-2-2-8 15,-4-1-17-15,2-3-18 0,-1-3-21 16,-3 1-17-16,-1 0-7 0,-6 0-19 0,-7-1-15 16,0-1-12-16,5-1-25 0,-9-4-17 0,-4 0-22 15,1-2-156-15,-3 4-426 0,-5-4 189 0</inkml:trace>
  <inkml:trace contextRef="#ctx0" brushRef="#br0" timeOffset="19372.96">3748 3063 73 0,'0'0'293'0,"0"0"-9"0,0 0 1 16,0 0-13-16,0 0-22 0,0 0-24 0,0 0-21 16,0 0-27-16,0 0-24 0,0 0-13 0,0 0-13 15,-23 15-18-15,18-8-8 0,-5 5-12 0,-3 0-5 16,5 5-9-16,-7-4-2 0,0 2-14 0,-5 8-7 16,4-3-8-16,2-4-1 0,-1 3-3 0,1 3-5 15,-1-7-3-15,6 2-18 0,-4-2-18 0,2-1-15 0,-3-1-17 0,6 3-17 16,-2-4-17-16,5-2-20 0,-3-4-14 0,3 5-10 15,-2-8-5-15,4 1-51 0,3-4-42 0,0 0-185 16,0 0-428-16,-12-15 189 0</inkml:trace>
  <inkml:trace contextRef="#ctx0" brushRef="#br0" timeOffset="19557.88">3452 3136 174 0,'0'-5'228'0,"-2"-3"9"16,-3 2 2-16,5-2-12 0,0 8-15 0,-1-5-20 15,1 5-20-15,-7-7-18 0,7 7-17 0,0 0-19 16,0 0-7-16,0 0-20 0,0 0-10 0,0 0-5 15,0 0-11-15,15 14-6 0,-2-5-2 0,-3 3-3 16,2 2-6-16,1-1-5 0,4 2-6 0,1 0-3 16,5 4-8-1,2 2-13-15,5-3-15 0,-4 2-26 0,2-1-27 0,9 4-31 16,-8-8-43-16,8-2-35 0,3 1-33 0,3-1-174 16,0-2-402-16,-9-3 179 0</inkml:trace>
  <inkml:trace contextRef="#ctx0" brushRef="#br0" timeOffset="20613.8">4223 3301 11 0,'0'-10'269'0,"-5"2"16"0,0-1 1 16,2 2 5-16,-3-1 9 0,1-2 14 0,-2 3-4 15,2 1-18-15,-7-2-9 0,9 4-10 0,-10-4-17 0,6 2-36 16,-3 1-20-16,5 1-23 0,-8 1-21 0,3 2-17 16,-1 1-17-16,11 0-16 0,-24 0-10 15,8 3-11-15,-4 1-11 0,5 0-4 0,-3 4-9 0,-2 0-7 16,7 0-8-1,-5 2-2-15,4 2-4 0,-1-3-8 0,2-1-17 16,2 4-28-16,-1 0-22 0,4-4-23 0,4 4-17 16,-1-5-11-16,-1 4-7 0,4-2-1 0,4-2 12 15,0 3-3-15,2-5 7 0,1 3 5 0,5-5 6 0,-1 0 6 16,7 3 2-16,-1-4 7 0,3-2 1 16,-1-2 4-16,4 1 3 0,1-6 3 0,-2 3 6 15,0-4 4-15,-5 0 2 0,6-4 2 0,-6 5 7 0,-3-5 8 0,-1 2 21 16,-6 4 21-16,3-5 26 0,-3 3 15 0,-3-3 21 15,5 2 10-15,-6 0 2 0,-1-1 15 0,0 2-1 16,0 2 3-16,0-3-7 0,5 5-2 0,-5 4-9 16,-5-9-12-16,5 9-11 0,-1-8-12 0,1 8-12 0,-7-6-10 15,7 6-20-15,0 0-29 0,0 0-37 16,0 0-16-16,0 0 14 0,0 0-13 0,0 0-14 0,8 19 8 0,-8-11-22 16,7 1-4-16,-7 1-7 0,6-1 8 0,1 2-3 15,0 1 0-15,3-1-4 0,-5-3 3 0,8 7 2 16,0-6-4-16,0-1 10 0,1 4 3 0,2-9 3 15,-1 3 6-15,2-5 11 0,-7 3 3 0,6-8 8 16,-3 3 3-16,-1-6 5 0,1 0 3 0,2-2 7 16,-2-2 7-16,1-3 17 15,-5 1 21-15,-2-1 27 0,3 1 5 0,-5-3 28 16,5 5 16-16,-5-5 10 0,-3 6 1 0,1 0 23 16,0 0 4-16,-3 3-5 0,0 2-3 0,0 5-20 15,0-12-11-15,0 12-13 0,5-5-16 0,-5 5-33 16,0 0-43-16,2-5-42 0,-2 5-22 0,0 0 7 15,0 0 8-15,0 0 2 0,5 21 2 0,-4-15 4 16,-1 1 6-16,7 3-7 0,-5-2 2 0,-2 1 7 0,5 2 3 0,3-2-2 16,-1 3 6-16,1-2 2 0,0-2 2 0,0 1 12 15,4 1-4-15,0-1 0 0,-1-3 3 0,-4-2 6 16,1 4 0-16,-1-8 5 0,1 2 10 0,-1 0 8 16,-7-2 8-16,16 0 22 0,-16 0 14 0,13-4 28 15,-6 0-7-15,-2-7 16 0,2 7 10 0,-4-4 9 16,0 0 7-16,2 0 7 15,-2-1 12-15,1-1-7 0,-4 1-6 0,1-4-8 16,4 4-8-16,-5 4-6 0,2-3-7 0,0 1-5 16,-2 0-11-16,0 7-7 0,1-7-11 0,-1 7-7 15,4-8-16-15,-4 8-26 0,0-5-36 0,0 5-16 16,0 0-9-16,0 0-16 0,0 0-23 0,24 7 3 16,-14-4-9-16,2 2-3 0,8 0-5 0,-5 6-7 15,8-5-9-15,3 4-11 0,4-1-11 0,0 4-11 0,0-6-18 0,-5 0-15 16,9 0-8-16,-2 0-10 0,-2-3-13 0,6 0-4 15,-8 0 14-15,-3-3 10 0,-5-1 15 0,3-1 20 16,-3-2 15-16,-4-2 20 0,-1 0 28 0,-3 0 19 16,-4-3 42-16,0 3 33 0,-4-3 27 0,1 1 23 15,-5-1 27-15,3 0 30 0,-3-2 19 0,0 1 19 16,5 1 34 0,-8 1 1-16,3 1 15 0,0 6 5 0,-5-15 11 0,3 9-10 15,-1 1-1-15,1 1-16 0,2 4-10 0,0 0-22 16,-5-7-25-16,5 7-9 0,-3-7-16 0,3 7-15 15,0 0-9-15,0 0-9 0,0 0-13 0,3 27 3 16,2-12-9-16,-5 4 5 0,5 4-7 0,-3 6-3 16,6 10-8-16,-3 10 4 0,2 0-9 0,1 2 2 15,-2 3 2-15,6-2-10 0,1 2-14 0,-3 6 0 0,15 10-12 16,-10-19 1-16,0 3-15 0,1-3 3 0,-1 2-13 0,0-8-7 16,0-3-16-16,7-1-13 0,-8-7-3 0,1-9-22 15,-1 1-16-15,-6-10-27 0,0-4-12 0,2-2-17 16,-2-8-53-16,-1-2-47 0,-7 0-238 15,0 0-548-15,17-13 243 0</inkml:trace>
  <inkml:trace contextRef="#ctx0" brushRef="#br0" timeOffset="21331.23">5412 3348 62 0,'-20'-20'355'0,"5"7"-1"0,0-1 11 15,0 3-2-15,0-1-2 0,5 1-8 0,2 3-11 16,3 0-20-1,0 0-24-15,-3 2-21 0,5 1-27 0,-6 0-22 0,9-2-22 16,-5 3-23-16,5 4-21 0,-1-8-14 16,1 8-23-16,-4-4-13 0,4 4-14 0,7-7-22 15,-7 7-15-15,13-7-13 0,-6 6-17 0,-7 1-13 16,18-3-10-16,-1 5-2 0,-4-2-21 0,2 2-5 0,1 1-9 16,1 4-12-16,13-2-7 0,-15 3-9 0,1-1-11 15,2 2-6-15,-1 2-6 0,-2 0-5 0,0 1-1 0,-2-1 0 16,2 3 6-16,-9 7 6 0,1-13 1 0,0 3 7 15,-6 5 6-15,1-8 9 0,-4 4 0 0,2-1 10 16,-1-3 3-16,-4-4 4 0,-4 2 19 0,6-3-4 16,3-3 0-16,-16 7 9 0,6-8 0 0,10 1 7 15,-20-8-2-15,5 0-3 0,0-6 5 0,8 8-7 0,-3-11 8 16,-4 1-2 0,9-4 3-16,-2-3-2 0,4-6 3 0,3 2-3 15,0-3 2-15,10-9-2 0,-5-3 3 0,4-3-2 16,5 3 0-16,1 6-4 0,1-4-2 0,4 3 5 15,-5 12 1-15,-8 7-2 0,7-5 1 0,0 7 3 16,-11 4 2-16,4-1 12 0,1 2-3 0,-5 5-1 16,2-3-4-16,0 3-2 0,-5 1-6 0,0 5-10 15,3-4 13-15,-3 4-7 0,0 0-2 0,14 15 0 0,-13-3 2 0,4 0 0 16,4 6 3-16,-4 7 9 0,4 4-11 0,-2-1 2 16,5 1-1-16,-2 3 2 0,-2-4 0 0,8 12 0 15,-2-1 1-15,-8-5 1 0,8 3-3 0,-1-9 1 16,-3 1 1-16,-2-2-1 0,5 0 2 0,-6-3-1 15,3-7 0-15,-2 2 4 0,2 1 1 0,0-4-2 16,-3 0 1-16,1-5 3 0,3-2 9 0,-1-2-10 0,-5-4 8 0,5 2 12 16,3-3-9-16,-3-2 1 0,-10 0 4 0,27-7 0 15,-12 3 0-15,0-5 0 0,0-1 2 0,-1-2 10 16,0 0 4-16,-4-3 14 0,-2 4 22 0,-1-4 14 16,2 7 23-16,-2-4 20 0,-4 4 12 0,1-3 8 15,-3 3 5-15,3 1 7 0,-4-1 0 0,3 6-5 16,-3 2-21-16,-2-11-15 15,2 11-15-15,0 0-13 0,2-7-13 0,-2 7-15 16,0 0-9-16,3-2-11 0,-3 2-3 0,0 0-23 16,0 0-16-16,0 0-20 0,0 22-11 0,2-11-17 15,-2-2-20-15,7 3-22 0,-4 1-26 0,7 1-28 16,-2-1-25-16,4 3-12 0,-1-4-14 0,3 4-41 16,0-2-40-16,-2-1-63 0,6-6-62 0,-1 1-259 15,13 1-711-15,-2-2 314 0</inkml:trace>
  <inkml:trace contextRef="#ctx0" brushRef="#br0" timeOffset="21663.25">6714 3328 146 0,'0'0'424'0,"0"0"5"0,0 0-23 0,0 0-21 0,0 0-41 16,0 0-28-16,0 0-29 0,0 0-38 0,0 0-34 15,0 0-21-15,0 0-22 0,0 0-13 0,0 0-20 16,0 0-13-16,0 0-7 0,0 0-23 0,-1 20-18 16,2-16-12-16,-1 4-8 0,0-8-13 0,0 12 3 15,0-9-26-15,4 5-7 0,-1-4-18 0,-3-4-5 0,3 9 2 0,2-3-2 16,-5-6 5-16,4 1 0 0,-4-1-6 16,1 8 10-16,-1-8-1 0,0 0-9 0,0 0 12 0,0 0-3 15,15-15-9-15,-10 10 8 0,2-2 3 0,-4-1-2 16,4 4 8-16,-4-5-4 0,-3 2-2 0,2 0-1 15,-2 2 8-15,0 5-22 0,-2-11-22 0,2 2-39 16,0 9-34-16,-8-11-30 16,3 7-37-16,-4-4-39 0,3 2-53 0,-1-1-63 15,-8 2-197-15,4 1-568 0,-4-1 251 0</inkml:trace>
  <inkml:trace contextRef="#ctx0" brushRef="#br0" timeOffset="21964.02">6521 3009 36 0,'-13'3'268'0,"13"-3"-30"0,0 0-22 0,-2 7-21 15,2-7-22-15,0 0-15 0,0 0-18 0,0 0-10 0,-5 4-11 0,5-4-11 16,0 0-5-16,0 0-13 0,0 0-3 0,7 11 0 15,1-9-3-15,-8-2-6 0,13 2-4 0,-10 2-2 16,-3-4 5-16,14 0-11 0,-14 0-4 0,19 0-5 16,-14-4-1-16,-5 4 6 0,12-2 7 0,-7-3-6 15,0 3 1-15,-5 2 4 0,10-5-6 0,-10 5-10 16,0-5-5-16,0 5-11 16,0-10-19-16,0 10-37 0,-7-7-35 0,1 0-45 15,-1 4-43-15,5-2-60 0,-6 0-67 0,1 3-151 16,-6-1-456-16,13 3 203 0</inkml:trace>
  <inkml:trace contextRef="#ctx0" brushRef="#br0" timeOffset="30878.2">7959 3105 30 0,'-2'-15'431'0,"-4"-3"-6"0,6 3-12 0,0 6-31 15,0-1-31-15,-2 2-27 0,-3 1-33 0,5 3-27 0,-1-3-36 16,1 7-26-16,-7-8-29 0,7 8-19 0,0 0-16 0,0 0-14 16,0 0-15-16,0 27-10 0,0-8-14 0,-5 1-9 15,5 3-13-15,0 4-1 0,5-1-7 0,-5 5 0 16,0-3-11-16,0 1 1 0,0 0-6 0,0-1 1 16,7 3 5-16,-7-1-17 0,6 2-7 0,-4-5-3 15,-2-1-30-15,6 1-36 0,-6-9-27 0,2 7-25 16,3-6-19-16,-3-2-18 0,-2 1-18 0,5-2-30 0,-2-5-39 0,-3-3-36 15,5-1-48-15,-5-7-225 0,0 0-575 0,7-3 255 16</inkml:trace>
  <inkml:trace contextRef="#ctx0" brushRef="#br0" timeOffset="31210.22">7904 2953 162 0,'-5'-12'415'0,"-3"1"-4"16,7 0-8-16,-4 2-18 0,5-2-16 0,-5 3-14 16,10 0-17-16,-10-3-30 0,10 4-28 0,-10 2-25 15,5 5-23-15,0-10-26 0,-2 2-19 0,2 8-20 16,0-10-19-16,7 7-15 0,-6-1-15 0,8-3-10 0,-3 3-13 0,7 0-10 16,2-3-9-16,5 6-10 0,-3-2-10 0,3-2-5 15,3 2-12-15,-2 3-9 0,-1 0-12 0,5 3-10 16,-4 2-6-16,6 1-11 0,1 0-10 0,-10 6-5 15,0-5-9-15,-1 1-11 0,-2 4 5 0,0 2-20 16,-2-1 11-16,-5 2-14 0,4 0 6 0,-10 1-3 16,3 7 8-16,-5-4 12 15,-7 5-3-15,-1-4-5 0,-7 5 1 0,-5-2 7 16,5 1-9-16,-10-1-16 0,-8 4-13 0,5-8-17 16,-8 5-21-16,9-5-14 0,-1-4-17 0,-2 1-16 15,2-4-26-15,5 1-35 0,3-6-43 0,3 1-38 16,2-1-192-16,1-2-537 0,7-3 238 0</inkml:trace>
  <inkml:trace contextRef="#ctx0" brushRef="#br0" timeOffset="32629.45">8254 3269 109 0,'15'-15'333'0,"-15"15"-26"16,0-10-22-16,5 6-21 0,-5 4-16 0,8-8-26 15,-7 4-22-15,4 0-23 0,5 0-14 0,-10 4-19 16,14-4-17-16,-6 3-12 0,-3-1-11 0,-5 2-12 16,23 2-12-16,-16 0-6 15,4 1-7-15,1 4-8 0,-1-5-9 0,-1 6-1 16,0-1-8-16,5 4-7 0,-3 3-4 0,-1-1 0 15,1-1-8-15,-4 4 2 0,0-5-6 0,-1 1-1 16,-4-1 0-16,2 4-6 0,2-3 4 0,-7-5-7 16,0 6-3-16,0-2 1 0,0-2 2 0,-3-2-1 15,3 1 0-15,-5-2 4 0,5-6 0 0,-7 6 3 16,4-3 4-16,3-3 11 0,-12 4 8 0,12-4 9 0,0 0 0 0,-10-8-1 16,4 1 2-16,4-2-4 0,-1 2-6 0,3-4 2 15,0-1-11-15,5-3-1 0,1 2-3 0,3-6-1 16,-1 5-7-16,0-3 1 0,7 1-9 15,-7 1 5-15,7 2-6 0,-2-1-4 0,2-1 0 0,-1 3-10 16,2 0 3-16,4 3-2 0,-5 3-2 0,0-2-6 16,0 3-3-1,-2-2-3-15,-3 6-2 0,5-2-3 0,-9 0-1 16,4 2 4-16,0-1-3 0,0 1 0 0,-5-3 0 0,-5 4 2 16,17-1 2-16,-17 1 4 0,0 0 1 0,16 0 5 15,-16 0-1-15,0 0 2 0,12 0 1 0,-12 0 1 16,0 0 7-16,0 0 15 0,0 0 11 0,0 0 14 15,0 0-1-15,6-4 1 0,-6 4-3 0,0 0 7 16,0 0-1-16,0-7 6 0,0 7 1 0,0 0 4 0,0 0 2 16,0 0-3-16,0 0-2 0,-11-7-14 0,11 7-4 0,0 0-4 15,-8-1-8-15,8 1-6 0,0 0-3 0,-22 8 2 16,12-1-4-16,5-3 2 0,-5 4-4 0,4-3 2 16,-3 5-6-16,3-1-2 0,-4-1 4 0,5 2 2 15,-7 0 1-15,11-1-13 0,-6 1-8 0,7 1-15 16,0 4 5-16,0-6-4 0,7 6-1 0,6-4-4 0,-3 1 0 15,11-4 0-15,9 6 4 0,1-5-20 0,6-1-5 16,8-1-8-16,4-3-13 0,3 0-11 0,-8-3-7 0,8-1-8 16,-9 0-2-16,3-1 1 0,-3-4 5 0,-8-1 4 15,-4-2 9-15,-1 4 11 0,0-2 8 0,-2-3 7 16,-13 1 5-16,0 1 8 0,-4 2 22 0,-1-3 27 16,-2 4 10-16,-3-3 20 15,-3 1 11-15,1-3 4 0,-3 9 8 16,-5-10 4-16,2 4 10 0,-3-1 6 0,-4 2 1 15,1 3 8-15,1-4 1 0,-5 3-2 0,-2 0-5 0,2 2-8 16,-4-1-11-16,4 2-4 0,-4 2-11 0,1 2 0 16,-2-2-6-16,3 5-6 0,0-1-1 0,0 2-6 15,-2 0 2-15,1 3-7 0,4-2-5 0,2 3 4 16,-1 2-8-16,2-3 0 0,1 3 3 0,3-4-4 0,0 9-15 0,2-7-8 16,3-4 1-16,-2 3-2 0,4 0-3 15,1-3-1-15,2 1 1 0,2-1-6 0,4-1 4 16,4-4-2-16,2 4 1 0,-2-6 0 0,1-2 0 0,2-1-2 15,1-3 1-15,-4-2-9 0,4-1 7 0,5-2-4 16,-10 0 4-16,10-9-4 0,-4 1 6 0,3-6-3 16,-12 2 0-1,7-5-1-15,-8 0 2 0,7 0 3 0,-15-6-2 0,-1 5 9 16,6-4-1-16,-7 2 7 0,-7 0 16 16,6 3 18-16,2 0 19 0,-2-3 22 0,-1 6 10 15,-8 0 16-15,7 6 10 0,-4 2-1 0,5-1 8 0,-3 2 0 0,-3 1 3 0,2 5-10 16,2-2-9-16,3 4-4 0,-3 0-15 0,3-1-7 15,1 8-11-15,-5-5-9 0,-4 0-9 16,9 5-8-16,0 0-11 0,0 0-8 0,0 0 0 0,0 0-3 16,0 0-2-16,7 27 0 0,-5-14-4 0,-2 2-1 15,6 5-2-15,-6 6 8 0,9 1-10 0,-4 0-2 16,0 1-5-16,1 0 1 0,2 4-12 0,2-3-8 16,-1 2-5-16,4-1 1 0,-5-2-15 0,0 3-1 15,2-6-4-15,0 0-6 0,4-1 3 0,-1 0 5 16,-5-2-3-1,2-7 2-15,5-2 4 0,-7 1-1 0,4-4 2 0,1 0 6 16,-5 1 6-16,2-8-6 0,5 0 12 0,-5 0 3 16,5-3 3-16,-2-3 4 0,-3 0 1 0,3-3 2 15,2-2-5-15,5-2 6 0,-10 0 6 16,5-4-5-16,-2 5 11 0,0-9 6 0,1 6 8 0,-3-3 9 16,1 2 6-16,-4 2 12 0,-1-4 6 0,-1 6 8 15,-2-2 12-15,2 1 3 0,-1-2-10 0,-1 3 10 0,-3 1-5 0,2 1 0 16,1-1-2-16,-4 3-3 0,0-5-4 0,0 10-1 15,3-9-6-15,-3 9-9 0,0-4-3 0,0 4-5 16,2-7-6-16,-2 7-5 0,0 0-4 0,0 0-5 16,0 0-9-16,0 0-1 0,0 0-1 0,0 0-3 15,0 0 3-15,0 0-3 0,0 0 0 0,0 0 0 16,0 0 0-16,1 19 2 0,1-8-6 0,0-3-5 0,-1 1-4 16,6 3-11-16,0 1-14 0,-6 0-20 0,9 2-12 0,-5-2-19 15,8 1-18-15,-4 2-23 0,1-5-14 0,-4 4-11 16,4-5-11-16,3 4-23 0,1-5-31 0,-6 3-41 15,7-3-37-15,6-3-45 0,-4-2-256 0,3-1-650 16,0 1 288-16</inkml:trace>
  <inkml:trace contextRef="#ctx0" brushRef="#br0" timeOffset="32952.35">10374 3189 155 0,'0'0'287'0,"0"-8"2"0,0 8-1 0,0 0-3 16,0-4 3-16,0 4-1 0,0 0 2 0,0 0 3 0,0-11-4 0,0 11-12 16,-2-5-17-16,2 5-17 0,0 0-10 15,-10-7-25-15,10 7-18 0,-10-3-19 0,4 2-19 16,6 1-16-16,0 0-11 0,-23 3-15 0,9-2-9 0,4 1-17 16,4 5-8-16,-9 1-9 0,0-2-7 0,2 0 1 15,-4 4-3-15,7 2-10 0,-8-4-11 0,11 3-6 16,-4-3 0-16,4 3-2 15,-3 1-1-15,5 2-7 0,0-4-7 0,5 2-3 16,-1-2-1-16,2 2-7 0,6-3 2 0,-4 2-11 16,9 0-1-16,1-3-3 0,2 4-12 15,2-4-15-15,4-4-22 0,9 4-28 0,-4-6-19 0,6-1-14 16,-4-1-22-16,2-4-21 0,1-7-16 0,-1 5-22 16,0-8-21-16,3 4-36 0,3-15-31 0,-9 5-31 15,6-7-239-15,-2-6-604 0,-9 1 267 0</inkml:trace>
  <inkml:trace contextRef="#ctx0" brushRef="#br0" timeOffset="33215.36">10726 2976 166 0,'-1'-28'48'0,"-6"1"27"0,1-2 28 0,-3 1 49 16,4 2 33-16,-3 4 16 0,1 2 15 16,-1 3 12-16,0 1 12 0,1 1 12 0,-1 0 7 0,3 0 14 15,3 5-1-15,-4 2-3 0,4-1-9 0,2 0-15 16,-5 5-18-16,5-3-26 0,0 7-19 0,-3-7-15 0,3 7-22 16,-7-8-16-16,7 8-16 0,0 0-13 0,0 0-16 0,0 0-8 15,0 0-8-15,0 0-6 0,0 0 0 0,0 26-14 16,4-15 3-16,-1 2-14 0,0 5-2 15,-3 0-3-15,5 7 4 0,-3 2-9 0,4 4 2 0,1-3-12 16,-7 3 0-16,10 7 0 0,-5-7-3 0,3 8 1 16,-1-8-5-1,-6 0-15-15,6-3-18 0,-5-1-25 0,4 3-25 16,-1-3-28-16,4-3-23 0,-8 1-17 0,4-6-12 0,2-2-15 16,-6 1-17-16,4-1-28 0,-3-6-25 0,6 2-43 15,-3-5-30-15,-3 2-253 0,6-5-610 0,-1-2 269 16</inkml:trace>
  <inkml:trace contextRef="#ctx0" brushRef="#br0" timeOffset="33431.49">10483 3034 292 0,'-21'-7'372'0,"4"1"11"0,9 1 9 0,-4 1-4 15,4 3-11-15,0-3-16 0,8 4-30 16,-15-4-21-16,15 4-32 0,-5-1-24 15,5 1-28-15,0 0-20 0,0 0-22 16,0 0-23-16,20-7-11 0,-9 7-21 0,7-1-21 16,12 1-30-16,-12-2-32 0,14 2-41 0,-2 2-52 15,3-2-45-15,-3 1-46 0,4-1-48 0,-2 5-56 0,3-3-71 16,8-1-74-16,-15 0-218 0,5-1-654 0,-3-1 289 16</inkml:trace>
  <inkml:trace contextRef="#ctx0" brushRef="#br0" timeOffset="33685.39">10020 2868 188 0,'0'0'487'0,"-15"-3"-25"0,15 3-20 0,0 0-28 16,-10 3-28-16,10-3-34 0,0 0-33 0,0 0-32 16,0 0-32-16,0 0-27 0,0 0-32 0,0 0-39 0,0 0-14 15,0 0-24-15,0 0-24 0,0 0-35 0,46 4-44 0,-16-1-41 16,0-3-53-16,0 2-44 0,1 1-62 0,5 1-70 16,8-2-76-16,-8-1-273 0,9 3-652 0,4-4 289 15</inkml:trace>
  <inkml:trace contextRef="#ctx0" brushRef="#br0" timeOffset="34641.07">11494 3011 76 0,'0'0'444'15,"0"0"-3"-15,0 0-39 0,0 0-33 0,0 0-32 0,0 0-24 16,0 0-38-16,-4 18-34 0,4-18-27 0,0 0-19 15,0 0-32-15,0 0-14 0,-2 5-12 0,2-5-16 16,0 0-13-16,0 9-11 0,0-9-20 0,5 8-7 16,-5-8-8-16,5 10-13 0,-4-2-11 0,-1-5-1 15,5 0-12-15,-5-3-1 0,12 9-8 0,-7-3-10 0,3-3-5 16,-3 1-1-16,5-1-4 0,-3 1-2 0,1-4-1 16,2 0-3-16,-10 0 1 0,18 0 4 0,-5 0-5 0,-1-4-2 15,1 1 4-15,2-1 2 0,-5-4 2 0,2 5 0 16,3-1 2-16,-1-2-1 0,1-3-3 0,-1 2 2 15,-6 1 3-15,0-1 1 0,-1 2 6 0,1 1 4 16,-1-1 22-16,-4-1 1 0,-1 2 15 0,-2 4-15 0,10-7-2 16,-10 7 1-16,0 0-11 0,5-5-3 0,-5 5 4 15,0 0-18-15,0 0 1 0,0 0-2 0,0 0-4 0,9 14 7 16,-4-8 4-16,-5 3-7 0,9 5-2 0,-8 2-4 16,4 0 8-16,4 2-4 0,-1 8 2 0,0 1-2 15,0 1-4-15,4 4 1 0,1 6 2 0,2 1-5 16,-5-1 2-16,8 5-3 15,-8 0 5-15,5 0 2 0,2 4 1 0,-2 2-1 16,-4-6 0-16,-3 4 6 0,9-3-4 16,-10 1-5-16,1-6 6 0,0 3-1 0,-1 0-3 0,-7-14-5 15,0 1 8-15,0 3 2 0,0-7-2 0,-4 0-2 16,-2-5 6-16,1-4 15 0,-2-1 23 0,-1 0 28 16,0 1 33-16,-7-3 22 0,2-6 14 0,-2 3 12 15,3-5 11-15,-6 0 1 0,-2-5 20 0,2-2-17 0,-5-6-4 0,-4 1 4 16,2-3-9-16,-4-8 0 0,2 3 11 0,4-4-17 15,-7-1 1-15,10-3-12 0,4-4-8 0,-11-10-11 16,16 8-11-16,-4-14-13 0,5 1-10 0,6-3-7 16,8 1-10-16,2-6-12 0,6 3-9 0,3 1-49 15,3 0-3-15,2 9 0 0,1 1 0 0,-1-1 0 16,5 3 0-16,-3 11 0 16,-4-4 0-16,5 5 0 0,-3 3 0 0,0 2 0 15,-5 1 0-15,-2 1-5 0,2 3-65 0,-7 3-18 16,2 2-20-16,-5 0-24 0,7 2-29 0,-9-3-29 15,0 5-40-15,2-3-43 0,0 1-51 0,-5 5-39 16,0 0-8-16,0 0-18 0,0 0-39 0,0 0-70 16,0 0-263-16,0 0-823 0,0 20 365 0</inkml:trace>
  <inkml:trace contextRef="#ctx0" brushRef="#br0" timeOffset="38026.71">12612 3484 319 0,'0'0'452'0,"0"0"-24"0,0 0-22 0,3-8-38 16,-3 8-35-16,0 0-32 0,0 0-29 0,0 0-26 16,0 0-30-16,0 0-21 0,0 0-21 0,0 0-27 15,0 0-11-15,0 0-16 0,23 8-10 0,-18 2-10 16,-2-5-8-16,7-3-14 0,2 7-5 0,-4-1-13 16,1 0-3-16,-1 3-6 0,3-3-10 0,-7 0-17 15,4 0-16-15,-1 3-10 16,-6 1-13-16,3-5-14 0,-1 5-9 0,-3-3-12 15,0-2 2-15,-3 5-23 0,-2 2-8 0,1-2-22 16,-1-6-18-16,-1 8-25 0,-3-9-22 0,1 6-23 16,2-4-42-16,-1 0-43 0,2-2-47 0,0-1-168 15,5 2-529-15,0-6 234 0</inkml:trace>
  <inkml:trace contextRef="#ctx0" brushRef="#br0" timeOffset="38628.25">13201 3236 311 0,'0'-7'342'15,"5"2"-19"-15,-5-3-14 0,0 8-18 0,0-8-26 16,0 8-30-16,0-4-23 0,0 4-24 0,0 0-21 0,0-6-19 15,0 6-18-15,0 0-13 0,0 0-16 16,0 0-10-16,8 15-7 0,-6-4-11 0,-1-3-4 16,3 3-6-16,-3 1-11 0,6 3-3 0,-4 1-6 0,2 1-12 0,4 1 0 15,-4-2-16-15,-2-1-19 0,4 4-1 0,-3-4-7 16,0 1-3-16,1-1-1 0,1-4-3 0,-2-2-1 16,1 1-5-16,1-2 3 0,-2-3 2 0,1 3 4 0,4-4 0 15,-4 0 3-15,7-4 0 0,-12 0-4 16,15-7 5-16,-8 3 2 0,4-4 7 0,-6 1-4 15,10-3 6-15,-5-4-2 0,3 2 1 0,-5-3 15 0,1 2 2 0,6-1 4 16,-7 1 16-16,3-2 6 0,-6 7 7 0,5-6-3 16,-8 5 6-16,3 1-5 0,3 1 14 0,-6 0-24 15,5 4-3-15,-7-3-5 0,0 6-11 0,6-4 1 16,-6 4-3-16,0 0-5 0,13 10 2 0,-3-3-3 16,-5-1 1-16,9 6-2 0,-5-1-3 0,6 4 5 15,0-3-4-15,-3 3 0 16,4-3 0-16,9 4 1 0,2 1-1 0,-4-2-1 15,-2-1 15-15,3-6-13 0,-3 8-6 0,-3-12-1 16,1 2 7-16,-5 2-7 0,8-3 6 0,-6 0 0 16,-9-5 5-16,8 2-2 0,-7-2 28 0,4-3 17 15,-2-4 20-15,-7 0 3 0,5-1 3 0,-6-1 3 0,0-6-1 16,-1 0 4-16,-2-1-3 0,-1-4-6 16,0 1-5-16,-4-4-7 0,1 1-12 0,1-3-4 0,-7 2-2 0,4-3-11 15,2 7-16-15,2 2-20 0,-4 1-28 0,-1 0-33 16,8 1-36-16,-7 3-34 0,6 2-30 0,-6 2-37 15,7-3-44-15,-1 6-62 0,1 5-59 0,1-7-245 16,-1 7-659-16,7-4 292 0</inkml:trace>
  <inkml:trace contextRef="#ctx0" brushRef="#br0" timeOffset="39530.56">14194 2965 329 0,'0'0'380'0,"-2"-7"-6"0,4-1-7 0,-2 8-30 0,0 0-30 16,-2-7-32-16,2 7-34 0,0-6-32 0,0 6-26 0,0 0-13 15,0 0-18-15,0 0-19 0,0 0-11 0,2 27-16 16,5-18-8-16,-6 6-13 0,6 0-3 0,1 1-9 16,-3 8-12-16,7 2-1 0,-2-3-9 0,-2 2-13 15,0 4-7-15,5-4-10 0,-4 1-11 0,1-6-8 16,-4 6-9-16,3-5 4 0,-3-3-7 0,-1 1-2 15,2-2 1-15,-1 1 3 16,-2-6-6-16,1-1-2 0,-2-4 9 0,0-1-1 16,-1-2 8-16,-2 4 8 0,7-5 27 0,-7-3 6 15,0 0 3-15,0 0-5 0,0 0 2 0,0 0-1 16,18-15 2-16,-12 7 0 0,-2-4 8 0,6 4-1 16,-7-3 4-16,9-1 4 0,-6 4 3 0,4-8 0 15,-3 7-1-15,4-3-2 0,-1 3-1 0,-3 1-3 16,-7 0-8-16,3 1-5 0,2 3-3 0,2 0-8 0,1 2-5 0,-8 2-7 15,0 0 0-15,17 0-7 0,-7 3-7 0,-1 3-2 16,6 2-11-16,0 0-11 0,0 2-1 0,5-1-10 16,-3 1-4-16,9 3-1 0,-8-4-5 0,5 2-1 15,-4-2-9-15,12 3 6 0,-4-5 1 0,-3 3 0 16,0-6 4-16,-6-1 1 0,0-2 7 0,-5 3 1 16,-3-8 8-16,3 3-2 0,1-2 4 0,1-4 6 0,-2 0 0 0,-10 2 4 15,4-3 1-15,-1-4 10 0,-4 3-10 0,1-8 13 16,-3 2 8-16,0 2 6 0,0-1 19 0,-3 0-6 15,0 0 1-15,-2 2 11 0,-4 0-3 0,3 1 1 0,-2 1-8 16,1 1-3-16,-1 0-1 0,1 3-9 16,-3 0 5-16,-3 0-19 0,1 5 14 0,4-1-18 15,-7 2 1-15,15 0-3 16,-16 6 0-16,7-3 2 0,-1 3-5 0,5 1 2 16,-3 4-11-16,5-2 7 0,-4 5 4 0,4 2 3 15,1 0-4-15,2-1-2 0,5 1 3 0,2-1 2 16,-1 2-7-16,4 1 7 0,4-6-7 0,-1 2 4 15,3-4-9-15,8 5 4 0,4-3-3 0,0-2-8 0,0-3-4 16,0 2-5-16,4-5-12 0,-3-4-5 16,-1 4-11-16,-3-11-9 0,5 6-4 0,-10-8-13 0,3 2-7 0,-6-7-17 15,3 1-19-15,-4-7-17 0,-3 2-23 0,1-6-17 16,-8-3-25-16,4 0-11 0,-3-1-6 0,-7-6-3 16,0-3 3-16,0-3 24 0,0-6 16 0,-7 9 24 15,-1 5 20-15,1-8 30 0,-1 12 37 0,1-1 19 0,-1 1 45 16,1 1 29-16,-3 4 27 0,6 3 27 15,-3 2 22-15,7 4 17 16,-8 0 16-16,8 3 10 0,-5 2 0 0,5 2-8 16,-2 1-3-16,2 6-21 0,-5-9-10 0,5 9-12 15,-3-5-14-15,3 5-9 0,0 0-3 0,0 0-8 16,10 19-3-16,-5-11-6 0,-5 4-5 0,8 3-3 16,-1 5-5-16,1 4-4 0,-2 3-1 0,1 3-2 15,1 0 0-15,-1 2-2 0,6 7-3 0,-5-11-1 0,1 3 3 16,-1-1-7-16,-1 2 3 0,1-1 2 0,2-4-1 0,0 2-5 15,-5-4-11-15,5 0-12 0,-4-6-16 0,3-2-9 16,-1 1-14-16,0-5-24 0,-1 0-14 0,3-3-26 16,-2-2-25-16,3 0-31 0,1-7-26 0,-4-2-28 15,7-2-170-15,-5 0-428 0,5-3 190 0</inkml:trace>
  <inkml:trace contextRef="#ctx0" brushRef="#br0" timeOffset="40285.75">15526 2850 66 0,'-6'-18'259'0,"2"4"-1"0,0 6-12 0,-3 0-13 16,5 0-12-16,-1 1-27 0,1 3-20 0,2 4-20 16,-8-8-22-16,8 8-12 0,0 0-12 0,0 0-8 15,-5 15-11-15,8-3-6 16,-3-3-9-16,2 6-6 0,3 3-7 0,3 9-8 16,-6-6-3-16,9 6-6 0,-7 2-2 0,4-2-6 15,0 1-3-15,-1 0 0 0,5 2-5 0,-3-1-3 16,5-3-2-16,-8-3 0 0,9 1-4 0,-6-9-2 15,-3 4 0-15,-1-6-3 0,3 2 0 0,-4-8-1 16,-1 3-2-16,5-5 4 0,-4 2 9 0,-1-5 33 16,-1 3 14-16,-2-5 2 0,0 0 0 0,0 0 4 0,0 0 6 0,13-14 5 15,-12 7 7-15,1-1 4 0,3-4 10 0,-3 2-3 16,-2 1 0-16,6-3 5 0,-6 3-12 0,7 0-1 16,-5 1 1-16,3-1-13 0,-4 2-7 0,1 3-8 15,-2-3-12-15,0 7-6 0,3-5-11 0,-3 5-13 16,0 0 4-16,15 1-15 0,-15-1-8 0,15 12-6 15,-5-5-6-15,3 5 1 16,-3 2-10-16,3-2-6 0,4 4-9 0,3 3-5 16,3-3-8-16,-2 0-5 0,3-1 2 0,-1 2-2 15,3-2 2-15,-9-3-2 0,3-5-5 0,-4 1 5 16,-1 1 0-16,5-4 8 0,-8-5 8 0,1 1 5 16,-3 2 9-16,3-7-8 0,-1 4 0 0,-6-7 6 15,4 3 4-15,-5-5 1 0,2 0 8 0,-6-3-2 16,1 0 2-16,0-1 5 0,1-2 9 0,-3-4 12 0,0 3 7 0,0 1 6 15,-5-1 0-15,3 0-1 0,1 1-6 0,-4 5 0 16,3 1-8-16,-1-2-4 0,-1 2 0 0,-2 6-11 16,4-4 0-16,1 1-5 0,1 6-25 0,0 0-22 15,-2-7-9-15,2 7-5 0,0 0-1 0,0 0 4 16,0 0 3-16,0 0 5 0,0 0 4 0,18 13 4 16,-8-7 6-16,-3-3 3 15,6 3-1-15,-3-2 5 0,5 6 4 0,-4-5 10 16,4 3-7-16,2-1 5 0,-2 1-3 0,6-1 1 15,-8 1 2-15,4 1 2 0,3 0 3 0,-5 0-3 16,-2 0 5-16,-1-2 0 0,2 4-3 0,0 1 1 16,-8 0 5-16,3-1 5 0,-1 1-5 0,3 1-1 15,-7-3-1-15,2-2 1 0,-1 4 1 0,-3-3 4 16,0-3-3-16,1-2 8 0,0 4-5 0,-1-4 8 0,-2-4 13 0,3 8 30 16,-3-8 29-16,0 6 29 0,0-6 29 0,4 8 30 15,-4-8 26-15,0 0-10 0,0 0-7 0,0 0-6 16,0 0-9-16,0 0-13 0,1-23-13 0,1 12-9 15,0 3-13-15,1-3-14 0,0 0-9 0,0-2-13 16,1-6-18-16,-1 3-14 0,5 1-24 0,-3-2-30 16,5-1-47-16,-5-2-44 0,8-4-56 0,2 3-63 0,-5 1-45 0,0 0-49 15,2 1-58-15,3-4-68 0,-10-3-270 0,-4 6-769 16,-1 1 341-16</inkml:trace>
  <inkml:trace contextRef="#ctx0" brushRef="#br0" timeOffset="40486.25">15896 2814 100 0,'0'0'327'0,"0"0"-2"0,6 11-6 16,-1-7-6-16,3-3-27 0,-1 1-22 0,-7-2-19 16,15 1-22-16,0 4-24 0,-7-2-20 0,0-2-22 15,6 5-6-15,-3-4-26 0,1 1-7 0,1 1-9 16,10-2-19-16,-6 3-28 0,3-5-41 0,-4 1-42 0,-1 5-49 0,-2-6-60 15,-1 1-67-15,8-1-73 0,-9 3-218 0,4-6-528 16,-3 2 234-16</inkml:trace>
  <inkml:trace contextRef="#ctx0" brushRef="#br0" timeOffset="43539.37">17753 3116 80 0,'1'-11'311'0,"1"10"2"0,5-6-4 15,-7 7-5-15,3-12 3 0,0 8-6 0,-3-2-2 16,0-3-12-16,0 0-13 0,0 9 2 0,0-11-12 15,0 3-20-15,0 1-21 0,-3 3-18 0,0-2-18 16,3 6-18-16,-10-10-17 0,6 6-18 0,-4 0-18 16,8 4-12-16,-7-8-16 15,-3 7-7-15,4-1-4 0,-7 2-13 0,13 0-7 16,-22 0-5-16,9 2-8 0,13-2-8 0,-17 1 0 16,4 1-8-16,-2 4-8 0,9 0-6 0,-3-3-8 15,3 4-15-15,4-2-4 0,-5 1-18 0,6 0 7 16,1 1-3-16,0 1 8 0,1 2 1 0,8-1 1 15,-8-1 3-15,11 4-3 0,-4-2 4 0,7-1 6 16,5 5-4-16,-5-5 3 0,0 3-1 0,8-3-2 0,-8 1 0 0,5 1-3 16,-5-2-2-16,-1 1 7 0,-4 1-8 0,9-2-9 15,-8-2-5-15,-3 0-7 0,-1 0 7 0,-2-1-21 0,2-2-4 16,-1 1 2-16,-4 1 2 0,-2-2-4 16,7 1 4-16,-7-5 10 0,0 10 22 0,0-10-19 15,-7 5 10-15,5 2 6 0,-3-3 1 0,-3 0 0 16,1-3 19-16,-6 1-12 15,5-1-6-15,-2 2 7 0,-3-1 1 0,-4-2-22 16,4 0-12-16,5-2-8 0,-4-1-15 0,0 0-13 16,12 3-12-16,-11-7-18 0,3 2-16 0,6 0-26 0,-1-3-25 15,3 8-26-15,5-19-21 0,8 10-27 0,-3-5-211 16,3-1-503-16,12-5 222 0</inkml:trace>
  <inkml:trace contextRef="#ctx0" brushRef="#br0" timeOffset="43824.51">18092 2805 42 0,'0'-9'296'0,"-3"2"-2"0,6-1 0 15,-1-1-10-15,-2 4 0 0,0 5-2 16,3-10-8-16,-3 10-7 0,0-9-20 0,0 9-18 0,2-8-9 0,-2 8-36 16,0 0-3-16,0 0-35 0,-2-7-18 0,2 7-18 15,0 0-8-15,0 0-14 0,0 0-7 0,0 0-12 16,0 0-7-16,0 0-9 0,6 29-5 0,-2-15-4 0,-3 0-3 15,-1 4-10-15,7 4 4 0,-4 1-4 0,2 4-4 16,-3-1 10-16,5 2-17 0,-7-2 1 16,3 2-16-16,2-1 6 15,-2 0 2-15,4 1-5 0,-2-1-14 0,3 0-34 16,-3-1-21-16,0-2-23 0,0-5-18 0,0 1-12 16,-2-4-16-16,1 2-21 0,2-1-28 0,-3-2-35 15,2 0-38-15,2-6-45 0,-2 1-197 0,0-6-534 16,3 1 237-16</inkml:trace>
  <inkml:trace contextRef="#ctx0" brushRef="#br0" timeOffset="44864.82">18345 3124 113 0,'0'0'263'0,"0"0"-4"0,-5-5-7 0,5 5-8 16,0 0 4-1,0 0-11-15,0-10-20 0,0 10-15 0,0 0-19 16,7-4-19-16,-7 4-21 0,5-5-11 0,-5 5-13 16,10-1-12-16,-10 1-12 0,15-3-12 0,-4 3-8 15,-3 0-7-15,9 0-9 0,-2 0-5 0,1 3-4 16,3-2-4-16,-3 3-3 0,6 0-8 0,-7-1-4 16,1 5 0-16,-1-3-11 0,-2 3-9 0,2-1-9 0,-2 1-13 15,4 1-3-15,-10 1-9 0,1 1-4 0,-6-2-5 0,1 2-1 16,5-3 2-16,-8 3 1 0,0 1-1 0,0-3 4 15,-8 1 0-15,5-2 3 0,-2 1 3 0,-5-3 3 16,8 0 0-16,-8 0 6 0,3-2 3 0,1-2-2 16,6-2 2-16,0 0 6 0,-17 0 2 0,17 0-2 15,-11-9 5-15,11 9 1 0,-4-10 0 0,4 2 2 16,0-2-2-16,2 1 5 16,3-5-5-16,3 2 0 0,1 0 1 0,4-3-2 15,-2 0 0-15,4 2 1 0,0 3-1 0,5-2 0 16,-5 0-1-16,1 4 8 0,3-2-8 0,-3 5 2 15,-1 0-4-15,0 2-2 0,-5 0 0 0,5 3-2 16,-5 3 5-16,1-2-5 0,-1 2 4 0,2 1-3 16,-1 3 1-16,-2 1 2 0,6 0-5 0,-7 1 3 15,-1 2 1-15,1 3-2 0,-3-4 2 0,5 2 5 0,-5-2-5 0,0 5 1 16,3 1 6-16,-5-8-10 0,2 3 2 0,2-3 2 16,-6 0 1-16,3 2-2 0,-1-5-1 0,-1 0 1 15,3-1 4-15,-5-4-2 0,3 11 0 0,-1-8 4 16,-2-3 1-16,0 0 6 0,5 6 12 0,-5-6-5 15,0 0-1-15,0 0 7 0,0 0 5 0,0 0-2 16,15-15 5-16,-14 9 3 0,6-5 9 0,-4 4 5 0,0-2 2 0,2-2 4 16,2 3 6-16,1-4 6 0,-6 1-8 0,6-1-6 15,5 0 1-15,-6 3-6 0,-5 0 4 0,6-1-1 16,-1 2 2-16,-1 1-13 0,1 0-4 0,-5 0 3 16,1 2-16-16,-1 2-4 0,-2 3 3 0,9-5-8 15,-9 5-8-15,15 0 7 0,-15 0-11 0,15 4-7 16,-10-1-8-16,8 2-8 15,-6-1-3-15,5 5-9 0,3-2-3 0,-2 3 3 16,3 2-12-16,4-4 7 0,3 1-3 0,4 5 4 16,4-3-7-16,1 2 0 0,11-1-5 0,-12-3 4 15,17 3 3-15,-10-4 2 0,10 1 1 0,-1-4 5 16,-1 2-1-16,-1-3 8 0,-17-3-2 0,17 1 2 16,-12-2 4-16,-2-3 5 0,1 0 4 0,-13 0-1 15,5-2 6-15,-5 0 1 0,-2-3 10 0,-7 2 12 0,3-3 16 0,-6-2 5 16,-1 3 8-16,1-3 0 0,-4-1 6 0,-3 0 8 15,0 0 11-15,0 0 10 0,-3-2 5 0,-5-2-2 16,3 4 0-16,-2 0-7 0,-1 0-9 0,1 5-9 16,-1-1-8-16,-5 2-6 0,9-2-18 0,-9 4 1 15,5 1-1-15,-4 3-6 0,12 0 1 0,-23 3-8 0,13 1 1 16,-3 6-6 0,5-2 3-16,-4 3-9 0,2 4 1 0,5 2 0 15,4-1 12-15,-8 3-19 0,8 1-1 0,1 6 9 16,1-1-8-16,8 4 11 0,-3 3-2 0,4 0-2 15,3 9 2-15,7-3 0 0,0 8 2 0,2-4-3 16,-3 2 1-16,3-5 6 0,1 7-10 0,0-6 2 16,-3-4 3-16,-3 0 3 0,4-8-4 0,-12-2-3 15,4 1-3-15,-3-2 5 0,-4-5 1 0,-1-3-5 0,4-9 11 0,-9 3-9 16,1-2 7-16,-1-3-1 0,-1 3 3 0,-6-6 8 16,7-3-2-16,-17 0-2 0,2-2 1 0,-4-2-5 15,0-2-4-15,-10-1-37 0,-1-4-48 0,-10-12-44 16,-1 8-72-16,-1-5-81 0,-1-7-96 0,-3-4-230 15,8 0-651-15,5-4 288 0</inkml:trace>
  <inkml:trace contextRef="#ctx0" brushRef="#br0" timeOffset="45080.97">19318 2879 2094 0,'-36'-14'172'0,"13"5"-7"0,3-3 70 0,0 1 12 0,2 7-42 16,3-7-52-16,0 7-42 0,7 0-19 0,-2-3-25 15,-3 6-7-15,11-7-27 0,2 8-37 0,-5-4-28 16,5 4-12-16,0 0-19 0,0 0-39 0,0 0-58 16,22 18-60-16,-8-9-76 0,1 3-157 0,0-8-489 15,5 7 216-15</inkml:trace>
  <inkml:trace contextRef="#ctx0" brushRef="#br0" timeOffset="45961.14">20679 3116 101 0,'-5'-8'432'0,"2"-1"-3"0,-4 0-19 0,2-4-25 0,5 5-28 0,-3-5-16 0,-6-1-32 16,9 2-30-16,0 1-23 0,2 1-20 0,5 1-27 16,-4-2-23-16,0 2-19 0,9 2-19 15,-7 1-18-15,3-1-13 0,-1 0-15 0,6 3-17 0,-3 3-9 16,3-1-17-16,2-1-10 0,2 6-7 0,3 0-16 16,-4 1-6-16,-1 3-15 0,6 0-14 0,-6 1-10 15,0 4-16-15,2 1-12 0,-2-2 1 0,-2 5-8 0,-1-1 1 0,-1 0-7 16,1 0-1-16,-4 5-9 0,0-4 5 15,-1 2-1-15,-4 0-4 0,1 1 4 0,-3-1 2 16,-2-1 5-16,-6 0 3 0,7-3 9 0,-7 0 2 0,-1-1 6 16,1 0 1-16,-1-4 5 0,3 1 3 0,-5-3 4 15,7-1 5-15,-2 2 2 0,-3-4 4 0,8-4 6 16,-7 4 8 0,7-4 4-16,0 0 0 0,0 0 5 0,0 0 0 0,-13-12-4 15,13 12 0-15,8-15-3 0,0 4 16 0,1-1-11 16,1-1-2-16,1-4-3 0,7-4 5 15,-1 3-2-15,1-6-3 0,0 1 0 0,5 3 4 0,-1-7-4 16,-7 4 4-16,5-1 18 0,-5 3 16 0,-5 4 8 16,4 1 17-16,-7 1 6 0,6 0 9 0,-11 6 12 15,6 2-1-15,-8-4-1 0,5 3-11 0,-3 3-5 0,1 2-11 0,2-5-16 16,-5 8-12-16,0 0 2 0,0 0-9 0,0 0-3 16,0 0 0-16,-15 16-6 0,14-5-4 0,-6 1-1 15,0 4-2-15,-3 2-1 0,10 2-2 0,-5-1 3 16,10 4 6-16,-5 4-11 0,0-2 1 0,0-3-9 15,9 3 5-15,-8-4 5 0,13 2-6 0,-3 1 2 16,-1-8 12 0,-3 0-9-16,8 6-7 0,0-9-2 0,1 1 4 0,-1-1-7 15,5-1-8-15,1-3 1 0,-2-3-15 0,0 1-1 16,0 1-30-16,-3-4-14 0,2-4-26 0,4 0-26 16,-7-1-31-16,-7-2-44 0,7-1-41 0,-2-7-57 15,-6 8-55-15,1-9-196 0,-1 3-592 0,1-2 262 16</inkml:trace>
  <inkml:trace contextRef="#ctx0" brushRef="#br0" timeOffset="48319.89">22395 2995 113 0,'4'-6'355'0,"1"-1"-20"0,-4 2-35 16,-1 5-31-16,0-9-25 0,5 8-30 0,-5 1-26 16,0 0-21-16,0 0-24 0,0 0-13 0,7 10-12 15,-7 1-7-15,5 1-15 0,-2 3-10 0,2 0-8 16,-3 3-9-16,3 3-5 0,-2-5-5 0,2 3-10 16,-3 0 1-16,6-3-8 0,-1-1-2 0,-7 2-6 0,8-2-9 15,-8-3 5 1,6-3 1-16,-4-1-8 0,1 1 2 0,1-5 3 15,-1 2 4-15,0-3 33 0,-3-3 38 0,5 5 18 16,-5-5-24-16,0 0-10 0,15-10-1 0,-7 3-5 16,-1-3-4-16,3-1 8 0,-3-4-19 0,6-1 8 15,0-1-22-15,-5 0-3 0,7-2-3 0,0 3-4 16,7-6-6-16,-9 9-2 0,2-2-4 0,0-1-6 16,1 2 1-16,-1 5-8 0,0-2 3 0,2 4-10 0,-1 2 4 0,-3 1 7 15,6 3-13-15,-3-1 7 0,1 5-15 0,4 1 5 16,-4 1-8-16,3 1-1 0,-5 2 0 0,4 2 7 15,-4 0-3-15,2 5-1 0,-2-4-4 0,0 4-5 16,0-2 4-16,-9 2-4 0,4 1-8 0,-2-5-4 16,2 1-13-16,-6 0-5 0,-3 0-1 0,1-2-3 15,-2-3-2-15,-3 2-10 16,-1 0-16-16,-6-3-25 0,0-2-31 0,1 1-24 16,-10-1-31-16,1-1-45 0,-3 1-62 0,1-4-285 15,-3 1-622-15,-2-2 275 0</inkml:trace>
  <inkml:trace contextRef="#ctx0" brushRef="#br0" timeOffset="48520.4">22793 2598 196 0,'1'-6'364'0,"3"3"-12"0,-3-3-33 16,-1-1-30-16,0 7-31 0,2-10-25 0,-2 10-31 15,6-4-35-15,-6 4-50 0,0-4-52 0,0 4-29 0,0 0-22 0,0 0-38 16,0 0-55-16,5 23-77 0,-1-15-58 0,4 0-143 16,-1 5-386-16,8-3 170 0</inkml:trace>
  <inkml:trace contextRef="#ctx0" brushRef="#br0" timeOffset="49206.58">24348 3135 108 0,'10'-3'218'0,"-10"3"-4"0,9-6 0 15,-9 6 2-15,6-6-10 16,-6 6-8-16,8-3 2 0,-8 3-3 0,2-9-6 16,0 5-9-16,-2 4-6 0,5-5 0 0,-5 5-10 15,0-7-1-15,0 7-16 0,-2-11-12 0,2 11-13 16,-7-9-8-16,1 3-17 0,1-2-7 0,-3 4-10 15,-1-4-11-15,-1 0-9 0,-1 0-5 0,1 1-5 16,-5-1-9-16,2 2-7 0,-7-1-2 0,5 0-1 16,-2 0-7-16,-2 4-1 0,2 0-6 0,-6-2 0 0,8 5-9 0,-3 0-3 15,1 3-5-15,1 2 4 0,2-1-7 0,4 2 6 16,-4 2 10-16,-1 4-14 0,1-3 3 0,1 3-4 16,5 2 0-16,0 2-2 0,3-4 2 0,1 6-9 15,-2-5 2-15,6 4 0 0,0 0-4 0,8-4-1 16,-6-3 2-16,3 2-4 0,-4-1-3 0,8 0 6 15,-3-3 0-15,6 0 2 0,3 3-3 0,0-6 4 0,-7-1 0 0,5 0-1 16,4-2 1-16,-1-1 1 0,4-2-1 0,2-4-2 16,-4 0 8-16,-3 0 8 0,5-6-14 0,-4 3 0 15,-1-3 8-15,0-3-3 0,3 1 6 0,-3-3 14 16,-5 1 11-16,-2 2 11 0,4-2 23 0,-7 1 12 16,1 1 10-16,-1 1 4 0,0 3 2 0,-5 2 0 0,0-1-16 15,2 2 6 1,0 0-11-16,-2 0-12 0,0 6-11 0,5-7-2 15,-5 7-24-15,0 0-15 0,0 0-19 0,0 0-1 16,0 0-13-16,0 0-12 0,6 19-8 0,-6-13 0 0,2 4-10 16,0 4-6-16,4-4-8 0,-4 1-4 15,3 4-6-15,-2 0 2 0,4-3-8 0,-1 4-4 16,6-4-9-16,-4 2-14 0,2-5-20 0,2 2-26 0,3-3-13 16,1 2-22-16,1-5-14 0,3 2-10 0,-1-5-14 0,-2 1 0 15,-2-1 2-15,5-4-118 0,-2-2-380 0,-6 1 169 16</inkml:trace>
  <inkml:trace contextRef="#ctx0" brushRef="#br0" timeOffset="49554.21">24691 3150 511 0,'3'-15'-5'0,"1"0"31"0,2 0 34 16,-4 2 26-16,-2-7 27 0,0 5 13 0,2 1 18 16,-4 2 10-16,2 2 8 0,0 0 6 0,-2 2 4 15,4 0 0-15,-2 1-13 16,-2 1-16-16,2 6-12 0,2-7-18 16,-2 7-15-16,0 0-13 0,0 0-9 0,0 0-7 15,0 0-7-15,0 0-7 0,0 0-5 0,-8 20-3 0,8-11-3 16,0 2-7-16,6 4-4 0,-1 1-4 0,-3-4-2 15,0 5 4-15,-1 0-8 0,4-5-2 0,0 3-2 16,-2-2-4-16,4 2 3 0,-5-3-3 0,1-1-4 16,0-3 0-16,-1 0 0 0,1-1 0 0,2 0-1 0,-1-3 8 15,-4-4 11-15,3 4 13 0,2-2 11 0,-5-2 10 16,0 0 10-16,21-5 8 0,-16 0 10 0,5-5-2 0,-1 1 13 16,-3 1 14-16,2-4 11 0,2-2 2 0,-3 6 8 15,1-5 5-15,2 3-5 0,2-2-2 0,-7-2 0 16,5 1-13-16,-5 5-7 0,5-4-11 0,-4 5-11 15,2 0-9-15,-1 0-12 16,0 1-9-16,-1 3-11 0,-6 3-5 16,10-4-9-16,-10 4-17 0,18 4-29 0,-18-4-37 15,15 7-30-15,-6 2-28 0,6 2-23 0,1 4-21 0,-1-3-18 16,0 4-19-16,5 3-20 0,1-3-35 0,1 5-41 16,-1-1-53-16,4-4-58 0,-10-1-202 0,8 1-641 15,0-2 284-15</inkml:trace>
  <inkml:trace contextRef="#ctx0" brushRef="#br0" timeOffset="51597.09">25795 3173 71 0,'0'0'236'0,"0"0"-19"16,0 0-20-16,17-3-16 0,-17 3-10 0,0 0-14 0,16-7-14 16,-9 7-17-16,1-4-11 0,2 1-12 0,1 0-7 15,-1 0-9-15,0-1-8 0,0 2-6 0,10-6-5 16,-13 4 5-16,6-1-4 0,2-2-1 15,-5 3-4-15,-4-4-4 0,9 0-3 0,-1 1-1 0,-8-4 0 16,2 1-7-16,-3-1-3 0,-1 0-1 0,4-1 4 16,-5-3 3-16,1 4 4 0,-4 1-3 0,0-3-5 0,-2 1-7 15,0 2-1-15,-3 1-7 0,-5-3-4 0,1 6-9 0,0-1-1 16,-6 4-4-16,0-5 4 0,6 7-7 0,-3 1-2 16,-3 1-3-16,-5 3-4 0,5 3 1 0,-3-2-2 15,-3 5-1-15,6 2-2 0,1-2 3 0,1 5 1 16,2-3 4-16,-1 3-8 0,4 2-2 0,-2 0 5 15,6 0-1 1,3 1 8-16,1 0-8 0,0 0-4 0,1-3 6 16,4 3 1-16,4-3-1 0,-1 0 2 0,5-2 2 0,2-1 0 15,0-1-1-15,5 0-1 0,6-2-2 0,3-2-2 16,-8-1 1-16,9-1 1 0,0-4-3 0,-2-2 2 16,0-2-1-16,-5-1 0 0,2-3 0 0,-5 1 2 15,0-3-3-15,3-8-2 0,-7 7 1 0,4-10 0 16,-7 7-1-16,1-5 3 0,-1 2 1 0,-6-4 0 0,4 5-1 15,-8-3 14-15,6 3 18 0,-3-2 12 0,-4 2 11 0,1 7 6 16,-3-3 6-16,0 3-6 0,7 4 6 0,-7-4-8 16,3 3-11-16,-3 5-4 0,0-11-11 0,0 11-11 15,0 0-1-15,0 0-2 0,0 0-8 0,0 0 0 16,0 0-7-16,0 0 3 0,-6 26-6 0,9-17 2 16,-3 4-7-16,3 5 2 0,-1-4-8 0,1 5 7 0,5-2 9 15,-6 0-17-15,-2 0 1 0,7 1-6 0,1-3-2 16,-1 3 1-16,6-5 0 0,-5 2-2 0,0-3 5 0,4 0-1 15,-5-1 0-15,4-7 0 0,-6 3 14 0,8-2-11 16,-3-2 2-16,-3-1 1 0,6-2 2 0,-3-5 1 16,-2 3-1-16,1-3 2 0,1-2 2 0,-2-3 4 15,0-5 1-15,7 3-2 16,-5-3 1-16,-2 3 6 0,4-3 4 0,-4 2 8 16,0-5 4-16,1 6 2 0,1 0 3 15,-9 1-1-15,6-1 3 0,-4 5 0 0,1 1-8 0,-3 0 3 16,3-2-11-16,0 4-6 0,-4 4-9 0,0 0-14 15,5-6-3-15,-5 6 12 0,0 0-21 0,0 0 8 16,0 0-5-16,2 22-1 0,1-14 2 0,2 6 11 16,0-2-12-16,-1 1-1 0,2-3 3 0,1 6-4 0,0-5 6 0,1 5 0 15,-2-6 1-15,8 0 3 0,-4 1-2 16,-4-4 4-16,2 1 3 0,4 0-1 0,-2-5 5 0,-2-1 1 16,-1 1 5-16,0-1 9 0,-7-2 19 0,21-5 23 15,-14 3-1-15,3-5 7 0,-4 2 11 0,1-5 11 16,-1 2 19-16,-1-6 12 0,7 2 5 0,-7-3 12 15,5 3 7-15,-7-6 10 16,1 8 5-16,4-6 1 0,-7 6 3 0,9-3-12 16,-6 5-7-16,1-5-6 0,-4 3-9 0,3 2-16 15,-1 1-8-15,-1 0-11 0,1 4-13 0,-1-3-9 16,-2 6-18-16,0 0-24 0,1-6-23 0,-1 6-10 16,0 0-2-16,0 0-13 0,7 15-6 0,-2-5-19 15,-2-2-15-15,0 1-9 0,2 9-12 0,4-6-12 16,1 6-17-16,-2-1-8 0,7-1-9 0,-2-1 1 0,5 4-6 0,-3-4-1 15,0 2 1-15,5-5-5 0,-4 5 0 0,6-8-1 16,-2 2 1-16,-2-2 2 0,2-2 4 0,3-3 9 16,-1-1 11-16,6 1 11 0,-10-2 15 0,2-4 8 15,-2 2 4-15,-1-4 11 0,1-2 11 0,3-2 6 16,-4 1 7-16,3-2 6 0,-5-2 9 0,-4-1 16 16,-3 0 11-16,2-3 20 15,-3-1 14-15,1 3 18 0,-3-2 14 0,-3 0 6 16,-2 0-5-16,2-1 7 0,-2 1-2 0,-2 7-1 15,2-3-8-15,-7 1-13 0,-1 0-2 0,1 0-8 16,-3 3-5-16,2 1 3 0,-2-1-11 0,-1 3-8 16,-1 3 1-16,-3 1 1 0,0 0-3 0,-1 1-5 15,4 2 1-15,-1 1-1 0,1 0-3 0,1 4-1 16,2 3 1-16,1-3-1 0,0 0-1 0,3 4-4 0,-3 0-5 0,4 2 2 16,4-5-5-16,0 3 1 0,0-2 2 0,2 2 2 15,6 0-5-15,-3-2 7 0,-1 0-7 0,7-3 1 16,-4 1 6-16,4-5-2 0,-2 1-3 0,2 1 3 15,2-3 0-15,-1-2 3 0,1 0-1 0,-3-2 6 16,3 1-3-16,-4-7 6 0,2 5 8 0,-1-5 10 16,3 1 3-16,1-3 13 0,-6-1 9 0,0 4-3 0,1-10 8 0,-3 8 4 15,4-4-7-15,-5 1 0 0,2 1-3 0,-4 2-3 16,0-2-4-16,4 4-3 0,-5-1-9 0,-2 0-2 16,5 4-9-16,-4-1-10 0,-1 5-4 0,7-8-20 15,-7 8-28-15,0 0-12 0,0 0 1 0,0 0-3 16,0 0-2-16,0 0-6 0,0 0 3 0,1 21 13 15,4-15-12-15,-3 2-1 16,5 2 4-16,-4-1 4 0,5 0 1 0,-3 3-3 16,4-4 1-16,-3-1 4 0,2 6 1 0,2-5 6 15,-1 3 1-15,1-7 1 0,1 3 4 0,-3-2 4 16,2-1 4-16,0-1 5 0,2 1 0 0,-4-3 1 16,0 1 6-16,-8-2 1 0,19-3 4 0,-9-2 3 15,-5 1 9-15,4-1 9 0,-2 0 18 0,1 0 12 16,-1-2 10-16,-5 0 12 0,1 1 10 0,0-1 1 0,4-3 4 0,-5 5-5 15,1-2 12-15,-3 0-3 0,3-1-10 0,-3 8 8 16,5-10-8-16,-5 10-7 0,0-3-14 0,0 3 1 16,0 0-16-16,2-8-7 0,-2 8-15 0,0 0-13 15,0 0-8-15,0 0-4 0,0 0-6 0,0 0-1 16,0 0 3-16,6 14-1 0,-6-14 0 0,9 10-2 16,-4-2 7-16,-5-1-8 15,10 1 16-15,-4 1-15 0,2 0 0 0,6 0 3 16,-1 2 4-16,2-3-4 0,0 3 2 0,6-5 0 15,-3 1 1-15,2-2 1 0,-3 0 1 0,1-3 3 16,-6 1-1-16,6-6 2 0,-7 3 0 0,1-1 4 16,3-5-2-16,-2 3 1 0,-3-3-1 0,0-3 12 15,0 0-11-15,0 0 2 0,-3-6-1 0,1 0 12 16,0-2-7-16,0-1-9 0,-1 2 5 0,5-8 2 0,-9-6-4 0,2 6 5 16,3-6 2-16,-8-2-2 0,5-10 3 0,-5 0 15 15,-5 2-20-15,5-5 4 0,0 3 0 0,-8 0-2 16,8-2-7-16,0 4 7 0,-2-2-1 0,-1 0-2 15,8 12 6-15,-7-2-2 0,2 3 7 0,2 2-9 16,-2-3-1-16,-2 3 7 0,4 7 5 0,-2 2-1 16,0 3 7-16,0 3 10 0,0 0 9 0,0 4-12 0,0-2 5 0,0 3-3 15,0 0-11-15,0 7-2 0,-2-7-7 0,2 7-6 16,0 0-1-16,0 0 0 0,0 0 0 0,-18 14 0 16,11-4 0-16,2 5-1 0,0 1-2 0,-6 10 3 15,3 2-2-15,6 6 8 0,-5-3-7 0,-1 11 5 16,3-3-7-16,5 4 4 0,-3-5 2 0,6 4 1 15,4 6-1-15,-4-5 6 16,2 1-1-16,2 1-3 0,6 0 5 0,3-2 2 16,-4 1-8-16,3-8 22 0,-2-6-18 0,2-3-5 15,0 0 6-15,-7 0 18 0,14-1-21 0,-6-6 12 16,-3-6-15-16,-4 2 4 0,4-7-11 0,0 5-18 16,-6-5-13-16,1-5-26 0,-1-1-47 0,1-3-49 15,-8 0-60-15,10-5-65 0,-3-2-287 0,-6 0-616 16,1-9 273-16</inkml:trace>
  <inkml:trace contextRef="#ctx0" brushRef="#br0" timeOffset="51759.84">27702 2473 345 0,'-7'-3'404'0,"-1"1"-10"0,8 2-27 0,-15-2-29 16,15 2-44-16,-8-5-29 0,8 5-26 0,0 0-53 15,-12-3-62-15,12 3-55 0,0 0-31 0,0 0-50 16,0 12-60-16,7-1-84 0,-2-2-88 0,-2-2-187 16,2 4-464-16,5 1 205 0</inkml:trace>
  <inkml:trace contextRef="#ctx0" brushRef="#br0" timeOffset="52862.67">29534 3077 40 0,'0'0'162'0,"-15"4"-13"0,8-1-28 16,-2 3-2-16,-1-3-8 0,1 1-7 0,3 3-12 0,-3-6-11 15,4 3-7-15,2 4-6 0,-5-5-10 0,8-3-5 16,-5 11-4-16,5-11-6 0,-8 5-5 0,8 2 1 16,0-7-4-16,-2 4 1 0,2-4-9 0,0 0 7 15,0 0-6-15,0 0-1 0,0 0-8 0,0 0 0 16,0 0 6-16,0 0-3 0,0 0-4 0,0 0 2 0,0 0 5 16,10-23-3-16,-10 16 10 0,0-5 9 0,0 3 10 0,-5-3 10 15,2 0 11-15,3 1 7 0,0-4 4 0,-2-1 12 16,-1 5 8-16,3-5 7 0,0 2-1 0,0 1 6 15,-2 2 5-15,-3 3-7 0,3-3-2 0,2 2 0 16,-5 3 3-16,5-3-2 0,-1 1-16 0,1 8-3 16,-2-8-12-1,-3 1-10-15,5 7-9 0,-2-7-9 0,2 7-6 16,0 0-15-16,0-5 1 0,0 5-4 0,0 0 1 0,0 0-4 16,0 0-4-16,-29 11-1 0,19-5-9 0,3-3 6 15,1 3-4-15,-3 2 0 0,-1 1-2 0,2-5-1 16,0 3-3-16,-1 1-2 0,1 1-6 15,0-2 4-15,0 1 4 0,1 1-8 0,-1-2-4 0,1 4-2 16,-1-2-1-16,3-2-8 0,-2 1 1 0,1-1-11 0,6 4 2 16,-4-5 1-16,1 3-1 0,1 0 1 0,1-3 3 15,-4-1-4-15,5-5 4 0,0 15-10 0,5-10 6 0,-5 2 3 16,0-3-2-16,3 4-3 0,2-1 3 0,-3 1 0 16,4-4-7-16,1 4 4 0,-4-4-5 0,4 2-5 15,-1-3 2-15,-1 6-5 0,4-3-2 0,-4 1 1 16,3-2 5-16,-5 1 0 0,2-2 3 0,3 3 4 0,-1-6 2 0,-2 5 6 15,-5-6-1-15,12 6 1 0,-9-4 1 16,-3-2 6-16,12 1-1 0,-12-1 2 0,11 0 1 0,-11 0 3 16,8-6 3-16,1 3 0 0,-4 0 4 0,-2-4 7 15,9-1 9-15,-3 0 4 0,0 1 4 0,-1-6 8 16,4 2 2-16,-4 0-3 0,5-2 15 0,-5 3 7 16,1-6 3-16,6 6 0 15,-9-3 3-15,2 5 13 0,-1-4-3 0,-4 3 8 16,2-1 5-16,-5 2 5 0,7-1-6 0,-7 4-7 15,3 0-2-15,-1-2 0 0,0 3-9 0,-2 4-3 16,5-8-10-16,-5 8-7 0,1-4-8 0,-1 4-9 16,0 0-14-16,0 0-7 0,0 0-5 0,0 0-13 15,0 0 7-15,0 0-6 0,7 15-7 0,-5-7-7 16,2 0-3-16,0 2 2 0,1 3-9 0,3-1-13 0,0 3-2 0,-1-3-18 16,5 4-11-16,2-2-7 0,1 7-14 0,2-6-13 15,6 3-18-15,-6-5-25 0,6-1-28 16,2 3-25-16,-1-3-22 0,6-2-18 0,-8-1-18 0,1-3-151 15,-2-4-454-15,-1 1 202 0</inkml:trace>
  <inkml:trace contextRef="#ctx0" brushRef="#br0" timeOffset="53332.71">30171 3111 169 0,'4'-7'203'0,"-3"0"5"0,-1-5 0 15,-5 4-11-15,4 1-6 0,-8-2-10 0,8 4-8 16,-4-3-15-16,-4 2-5 0,3-2-12 0,-4 5-13 15,-2 1-9-15,-3 0-6 0,0-1-6 0,2 2-8 16,-2 1-9-16,-3 1-1 0,0 4-7 0,1-4-7 0,1 0-11 0,-2 6-5 16,1 1-4-16,-1-3-8 0,8 2-7 0,-5 4-2 15,0-3-6-15,4 0 1 0,-3 6-3 0,3-5-3 16,2 3-2-16,3-1-3 0,2 1-2 16,-2-5-8-16,6 2 5 0,0 2-5 0,6-3 3 0,-2 2-2 15,6-1-4-15,-2-2-1 0,0-3-2 0,6 1-1 16,4-1-1-1,-3-1-2-15,6 1-1 0,-4-4-1 0,3-4-6 16,-4 1-5-16,4-1-6 0,11-4 1 0,-14 1 1 0,9-5-1 16,-4-1-5-16,-5-1-2 0,-3-2 0 0,1-4 3 15,0-4 2-15,-2-3-3 0,-6-3 5 0,0 0 2 16,-1 0 3-16,-6-3-2 0,-5 3 6 0,5-3 5 16,-1 3 18-16,-6-12 7 0,0 15 10 0,-1 0 9 15,2-3 0-15,-3 10 12 0,9 4 6 0,-6 0 5 0,6 1 3 16,-9 3-7-16,8 4 3 0,-3-3-13 0,4 3-8 0,-1 3-12 15,-4-1-11-15,5 6-17 0,0 0-1 0,0 0-6 16,0 0 2-16,0 0 0 0,6 19-1 0,-1-4 3 16,4 2-2-16,-8 0-6 0,11 10 2 15,-10 0-6-15,3 1-5 0,-4 3-9 0,7 1-13 0,-1 7-9 16,-7 2-15-16,7-10-13 0,-6-1-13 0,9 7-21 0,-5-10-25 16,2-1-25-16,-2 1-4 0,3-7-33 0,0 3-19 15,6-4-11-15,-3-4-154 0,1-2-412 0,3-1 183 0</inkml:trace>
  <inkml:trace contextRef="#ctx0" brushRef="#br0" timeOffset="53818.41">30684 3108 125 0,'5'-9'244'0,"-3"0"3"0,5-3-7 16,-6 6-12-16,-1-5-13 0,0 1-14 0,-1 2-16 0,-6 3-18 15,5-3-16-15,-3 1-14 0,-3-1-11 0,0 2-12 16,-4 1-5-16,1 3-18 0,1 0-5 0,-2 2-15 15,-1 0-5-15,-4 2-7 0,1 0-7 0,-1 3-7 16,2-2-5-16,5 6-1 0,-10-1-8 0,12 1 2 0,-5 1-2 0,-2-1-6 16,7 4-5-16,-2-2-1 0,-2 4-3 15,6-3 0-15,-3-1-4 0,8 1-5 0,-3-4-1 16,3 3-3-16,1-2-3 0,0 2 3 0,1-3-3 0,4 2 0 16,4-1 0-16,-3-5-3 0,3 2-1 0,4-3 3 15,-3 0-5-15,3-1 4 0,2-4 1 0,-2-1-2 16,2-2 3-1,0 0-2-15,0-5 2 0,-2 1 1 0,2-1-3 0,0-7 0 16,0-1-1-16,0-2 3 0,-5-6-1 0,1 2 0 16,-1-6-1-16,-2 1 5 0,-3-3 0 15,0-6 1-15,-5 5 4 0,2-7 18 0,0 8 7 0,-2 2 14 16,0-3 8-16,-2 6 15 0,0 0 7 0,2 3 29 16,-3 4-22-16,3 0 5 0,-2 1-3 0,-3 3-5 15,2 1-6-15,0 6-4 0,3 0-16 0,-2 2-17 0,0 1-1 0,2 6-11 16,-8-7-7-16,8 7-13 0,0 0 3 0,0 0-14 15,-5 22 10-15,5-14-2 0,-2 11-2 16,1 1-5-16,1 7 2 0,0-3 6 0,0 8-7 16,1-2-10-16,-1 1-9 0,2 10-7 0,-2-8-13 0,3-3-1 15,2 11-21-15,0-9-11 0,-1-3-15 0,-1 0-16 16,5 2-12-16,-3-4-23 0,-1-3-24 0,4-6-7 0,-3-2-20 0,10 1-26 16,-2-5-43-16,-3 2-170 0,3-4-467 0,5-2 207 15</inkml:trace>
  <inkml:trace contextRef="#ctx0" brushRef="#br0" timeOffset="54867.87">31012 2997 139 0,'-2'-5'263'0,"2"0"2"16,0 5-1-16,2-11 1 0,-2 11-6 0,0-8-7 0,0 8-16 15,2-7-14-15,-2 7-12 0,0 0-24 0,0 0-15 16,3-3-20-16,-3 3-10 0,0 0-19 15,0 0-11-15,0 0-15 0,25 7-6 0,-17-4-10 0,0 5-8 16,2-2-7-16,5 4-9 0,-5 1-8 0,2 1-12 0,-1 2-10 16,-1-1-11-16,3 2-16 0,-1 0-9 0,0-2-9 15,-4 6-8-15,0-4-6 0,-1-3-7 0,-2 0-4 0,-2-2-4 16,2-2 0-16,-3 1-4 0,-2-5 7 0,0 2 7 16,0-6 0-16,-2 9 6 0,-3-5 5 0,5-4 4 15,0 0 2-15,-23-4 2 0,23 4 3 0,-8-6 5 16,-1 3 0-16,4-3 3 15,2-2 4-15,3 1-4 0,0-2 2 16,0-2 1-16,3 3-2 0,4-6-2 0,8 1 1 16,0-1-4-16,0-4-2 0,5 0-4 0,9 0-2 0,-1 3 1 15,-3-3-3-15,3 3 5 0,1 0-3 0,-3 2 6 16,1-1 2-16,-11 5 3 0,2 2 1 0,-1-2 3 16,-7 1 7-16,-4 2 18 0,6 2 12 15,-9-3 6-15,6 3 0 0,-4 3-4 0,-2-6-4 0,-3 7 1 0,0 0-9 0,0 0-6 16,-3-12-3-16,3 12-2 0,-14-1-2 15,14 1 4-15,-15 1-4 0,15-1-4 0,-16 7-1 16,8-2-3-16,-4 3 2 0,4-1-1 0,-6 5-3 0,6-4 1 16,7 4-7-16,-4-2 2 0,-4 7-3 0,8-5-3 15,-1 5 2-15,2-1-2 0,0 0-3 16,2-4-2-16,-1 5-1 16,4-4-3-16,2 3 0 0,3-1-1 0,-4-3-9 0,8 3-4 15,-3-3-1-15,1-4 1 0,3 3-1 16,-2-5 4-16,-1-1 6 0,2-1 0 0,6 2 6 15,-6-4 0-15,-6-4 3 0,5 1 2 0,-3-4 6 0,3 1 4 16,-4-1 15-16,4-4 18 0,-3 1 5 0,0 1 13 16,1-2 10-16,1-5 11 0,-4 2 6 0,2-1 9 15,-3 4 7-15,1-5 3 0,0 1 4 0,-1-1-2 0,-1 1 0 0,-1 3-8 16,7 2-12-16,-7-1 3 0,3 0-10 0,-1 0-4 16,3 1-12-16,-5 5-3 0,3-2-5 15,-1-2-10-15,1 4 2 0,-1 2-14 0,-7 1 2 0,0 0-4 16,21 4-1-16,-11 1-8 0,-5-2-4 0,5 3-11 15,1 2-3-15,-7 2-4 0,9-1 0 0,-6 4-17 16,1 3-3-16,-1-3-1 0,1 2-5 0,-3 3-6 0,-4-3-3 0,3 5-2 16,-4-4 3-16,0-1-7 0,0 1-8 0,-4-1 4 15,4-1 2-15,-6 3 0 0,-1-9 2 0,6 3 6 16,-6 0 1-16,7-2 6 0,-8-2 5 16,6-1 2-16,-3-1 5 0,-3 0 7 0,8-5 5 0,-5 4 1 15,5-4 11-15,0 0 6 0,0 0 5 0,0 0-3 16,-12-12 6-1,9 5 4-15,3 0 0 0,3-2-7 0,-3-2 7 16,10-1-2-16,-8 0 1 0,11-3 7 0,-6 0-11 0,6-1-7 16,-3 1 3-16,1 0-1 0,-1-3 1 0,5 1-2 15,5-4 2-15,-3 2-2 0,-2 4 7 0,-2-1-9 16,-5-1 0-16,5 0 4 0,1 4-2 0,-6-2 3 16,2 3 4-16,-2-2 10 0,-1 5 0 0,-2 1-2 15,1 0 1-15,-2 2-2 0,-1 1 3 0,0 1-6 0,-3 4 15 16,7-8-20-16,-7 8 1 0,5-4-13 0,-5 4 0 0,3-3 4 15,-3 3-3-15,0 0 0 0,13 9 4 0,-11-3-6 16,6 2 3-16,-1-1 1 0,-4 2-4 0,5 6 3 16,-3 0-4-16,0-3 5 0,0 4 0 0,0 1 1 15,2 3-5-15,0-3 2 0,-4 2-1 0,0 0 3 16,5 2-5-16,-4-2 6 16,-3 1-2-16,-1-2 1 0,0 0-3 15,0 2 1-15,0-5 3 0,0 1-6 0,-1-4 3 0,-3 0-17 16,4 0-11-16,-8-5-8 0,7 2-11 0,-1-1-4 15,-1-2-6-15,-4 0-18 0,0 0-23 0,2-2-34 16,5-4-55-16,-11 4-53 0,4-3-236 0,7-1-516 16,0 0 229-16</inkml:trace>
  <inkml:trace contextRef="#ctx0" brushRef="#br0" timeOffset="56309.21">32700 2789 80 0,'0'0'155'0,"-1"-6"-18"0,1 6-6 0,0 0-12 15,0 0-4-15,0 0-12 0,0 0 0 0,0 0-6 16,0 0-7-16,0-8-2 0,0 8 0 0,0 0-3 15,0 0-3-15,0 0-2 0,0 0 0 0,0 0-3 16,0 0-1-16,0 0-9 0,0 0-2 0,0 0 1 16,0 0-3-16,0 0 1 0,-2-6-5 0,2 6 1 0,0 0-6 15,0 0 3-15,0 0-2 0,0 0 3 0,0 0 2 0,0 0 6 16,0 0 0-16,0 0 2 0,0 0 1 0,0 0 1 16,0 0-1-16,0 0-7 0,0 0-7 0,12-2-4 15,-12 2-14-15,0 0 4 0,8-3-8 0,-8 3 0 16,0 0-9-16,21 0 2 0,-21 0-5 0,22 3-2 15,-14-3-4-15,0 2 2 0,-8-2-4 0,19 2 0 0,-4 2-3 16,-7-3-2 0,0 4-1-16,2-3 3 0,3 4-5 0,-4-1-2 15,-5 3 1-15,6-2 0 0,-5 0-2 0,4 3-5 16,-4 0 3-16,-4 0-1 0,8 2 0 0,-8-3 0 16,4 3-1-16,-5 1 1 0,2 1-2 0,4-2-3 15,-6 0 1-15,0-3 5 0,0 4-1 0,-6-2-5 16,4 0 3-16,-3-1-2 0,-3 0 3 0,5 2 2 0,-7-4 1 15,1 1-4-15,-5 1 7 0,5-4-4 0,-4 2 1 0,3-1 10 16,-3-1-2-16,-2 3 5 0,5-7 4 0,-5 4 5 16,2-2 0-16,-2 0 6 0,-2-1-2 0,4-1-1 15,0 0-2-15,3 2-1 0,-3-1-5 0,0 1 4 16,6 0-7-16,-3 0 3 0,2-3-5 0,-4 3-5 16,4 0 2-16,1 1 0 0,1-1-4 0,-3 4 1 0,3-3 8 15,-3-1-9-15,8 2-2 0,-4-1-3 0,3 5 2 0,-4-3 0 16,6 2 2-16,-5-3 2 0,3 5 1 0,4-2-2 15,-2 3-2-15,-2 1-2 0,4-1 5 0,3 1-1 0,-5-4-1 16,6 4-2-16,-4 2-1 0,4-4-4 16,-6 2-12-16,9 2-7 0,-3-2-10 0,-6-3-18 15,4 3-15-15,-4-2-17 0,1 1-19 0,3 1-28 0,-4-4-37 16,-4 0-42 0,4 4-39-16,-1-4-210 0,-3-2-493 0,3 3 219 15</inkml:trace>
  <inkml:trace contextRef="#ctx0" brushRef="#br0" timeOffset="56772.31">32619 3687 77 0,'0'0'283'16,"0"0"-17"-16,0 0-24 0,0 0-16 0,0 0-24 0,0 0-17 15,0 0-21-15,0 0-20 0,0 0-10 0,0 0-16 16,0 0-11-16,0 0-11 0,0 0-10 15,0 0-8-15,-11 10-5 0,11-10-7 0,6 7-7 0,-1-3-5 0,2 2-5 16,-4-3-5-16,2 3 0 0,-5-2-7 0,8 3-3 16,-6-5 1-16,3 5-5 0,3-6-4 0,-1 4-1 15,-7-5-3-15,13 1-2 0,-13-1-2 0,0 0-1 16,8 0 0-16,-8 0-4 0,12-6 15 0,-12 6 2 0,5-5 3 16,-5 0 0-16,0 5-1 0,8-12 0 0,-8 6-3 15,0-1-3 1,0 7 3-16,-3-12-5 0,-4 3-4 0,4 3 4 0,0 2-11 15,-2-1-3-15,-2-2-12 0,4 1-15 16,-4 3-21-16,1-1-19 0,6 4-25 0,-17-3-27 16,17 3-53-16,-8 0-27 0,8 0-38 0,-12 0-202 15,12 0-464-15,0 0 205 0</inkml:trace>
  <inkml:trace contextRef="#ctx0" brushRef="#br0" timeOffset="57496.21">32795 2844 211 0,'0'-7'229'0,"0"7"-11"0,0 0-18 16,1-7-22-16,-1 7-15 0,0 0-13 0,0 0-15 0,-1-13-13 16,1 13-11-16,-5-3-10 0,5 3-6 0,0 0-6 15,-15-9-7-15,10 6-4 0,5 3-6 0,-12-3-10 0,4 0-5 0,3-2-5 16,5 5-2-16,-17-4-8 0,6 0-4 16,4 0-1-16,-6 0-5 0,5 0-1 0,-4 2-6 15,-1-3-3-15,-2 4-2 0,8 0-2 0,-1-1-19 16,8 2-18-16,0 0-26 0,-21 2-34 0,12-1-41 0,9-1-52 15,0 0-209-15,0 0-413 0,17 13 183 0</inkml:trace>
  <inkml:trace contextRef="#ctx0" brushRef="#br0" timeOffset="104616.06">4114 5559 83 0,'-11'-4'242'0,"6"-1"-13"15,-7 2-18-15,5 0-14 0,-1 2-16 0,8 1-17 16,-23 1-7-16,10 3-5 0,3-1 3 0,-2 8-7 16,-8 1-18-16,-4 3-29 0,4 1-13 0,3-1-11 15,2-3-8-15,-1 10-8 0,1-8-6 0,6 1-8 16,-2 5-6-16,-1-2-3 15,4-2-4-15,-2 4-4 0,5 6-4 0,2 2-1 16,-4-1-3-16,7-1-1 0,0-3-2 0,7 5 1 16,-4-9-2-16,7 5-2 0,3-5 3 0,4 1-4 15,6 4 5-15,0-3-4 0,7-1 0 0,6-1 1 16,11-7-1-16,1 0-2 0,-2-5-3 0,4-2 3 16,-1-2-2-16,-1-7-1 0,0-3 1 0,0-3-2 15,0-4 5-15,-1-2-1 0,-4-2 0 0,-2-5 1 0,-1-1 3 0,-7-6-3 16,0-1-2-16,-1-6-1 0,-8 2 13 0,3-6 4 15,-7-1 2-15,-9-2 5 0,1 3 1 0,-10-3 2 16,-4 4 7-16,-6-2 2 0,-7 4 1 0,-5-1 6 16,-7 5 1-16,-1 1 11 0,-5 6 0 0,-5-2-1 15,2 4-17-15,-6 4-8 0,3 4-6 0,7 10-5 16,-13-4-9-16,12 6-4 16,2 3-3-16,1 2-6 0,0 2-7 0,4 3-21 15,1 7-13-15,2 2-21 0,1-1-14 0,9 5-2 16,-10 9-3-16,15 0-3 0,-4 2 1 0,2 1-12 15,5 1-8-15,5 8-19 0,5-7-28 0,2 1-30 16,-1-5-39-16,4 1-43 0,5-5-163 0,-3 4-451 16,4-1 199-16</inkml:trace>
  <inkml:trace contextRef="#ctx0" brushRef="#br0" timeOffset="104854.33">4415 5899 306 0,'0'0'329'0,"0"0"-26"0,0 0-30 16,0 0-24-16,0 0-23 0,0 0-26 0,0 0-25 0,0 0-19 0,0 0-14 16,0 0-21-16,0 0-8 0,0 0-15 0,0 0-8 15,0 0-8-15,2 14-1 0,6-8-15 16,-1-2-5-16,3 6-10 0,0-3 1 0,5 1-7 0,0-3-5 16,0 9-18-16,4-5-15 0,-2 3-17 0,9 3-24 15,-7-4-23-15,7 2-36 0,2-1-34 0,-1-1-36 16,4-3-29-1,-1 3-27-15,0-5-20 0,-2 0-120 0,0-5-390 0,-5-1 173 16</inkml:trace>
  <inkml:trace contextRef="#ctx0" brushRef="#br0" timeOffset="105618.66">4993 6007 164 0,'18'-11'56'0,"-8"-5"37"0,-3 3 24 0,3-5 35 16,-5 3 16-16,3 0 25 0,-1 0 15 0,-6 0 20 0,-1 3 9 16,7 3-3-16,-14-2 5 0,7 3 2 0,0 8-5 15,0-12-21-15,0 7-24 0,0 5-23 0,0-9-17 0,0 9-24 16,7-6-18-16,-7 6-20 0,0 0-7 0,0 0-10 0,0 0-5 15,0 0-6-15,0 0-6 0,2 25-13 0,-2-15 0 16,0 6-6-16,0-5-12 0,4 5-6 16,-2 0-12-16,-2-1-2 0,2 2-10 0,4 2-5 15,-1-4-17-15,-1 4-5 0,-1-4 2 0,5-2 5 0,-1 1 0 16,1 2 4 0,-1-7 2-16,1-2 2 0,5 5 6 0,-6-5 2 15,0-6 2-15,6 1 0 0,-2-2 5 0,4-3-4 16,0-4 5-16,5-2-3 0,-3 1 5 0,-1-2 0 0,-1-2 2 15,-3-3 3-15,3 2 2 0,-4-2 21 16,4 0 1-16,-2-1 18 0,0 0 20 0,-1 3 14 16,-4-2 14-16,2 5 11 0,-8-2 8 0,3 4 1 15,-2 0-2-15,1 0-7 0,-1 1-14 0,2 3-13 0,-5 4-8 0,0-8-20 16,0 8-9-16,0 0-21 0,0 0-39 0,0 0-13 16,0 0 0-16,0 0 5 0,0 0-2 0,0 0 1 15,0 29-21-15,0-19-11 0,0 4-4 0,0-4-4 0,3 5-10 16,5 0 1-16,-3-1 0 0,5 6 3 15,-1-10 2-15,0 7 3 0,5-4 2 0,1-2 5 16,0-1-12-16,4-1-4 0,0-4-3 0,0-4-1 0,5 2-1 0,-1-3 8 16,-2-1 2-16,2-6 4 0,7 0 9 0,-5-2 7 15,0-6 8-15,-4-1 1 0,3-6 5 0,-11 9 3 16,2-5 5-16,-2 2 8 0,-3-3 13 0,-3 0 6 16,-1 4 13-16,-4-3 14 0,-2 0 5 0,5 3 14 0,-12 2 9 15,1 3-7-15,6-2-5 0,-7 5-12 16,-1-1-1-16,1 3-1 15,-1-2-11-15,1 6-2 0,-4 1 0 0,11 0-6 16,-24 4 1-16,14 1-1 0,-3-1-4 0,7 3-1 16,-4 0-6-16,3 1-4 0,-1 4 0 0,4-5-3 15,3 5-5-15,-1-3 2 0,0-2 2 0,2 4 0 16,2-2 1-16,1 1 2 0,1-1-3 0,4-2 8 0,-1 1 0 16,6-3 1-16,3 0 1 0,1-3 2 0,6-2 0 15,4 0 0-15,4-2 0 0,1-3 0 0,-1 2-3 0,2-7 4 16,-3 2 0-16,3 0 3 0,-2 0 13 0,-4 0 5 15,-2 1 9-15,-2 0-1 0,-2 2 2 0,-4 2-4 16,1-2-8-16,-3 2 3 0,-5 0-4 0,3 2-11 16,-1-1-2-16,-12 2 2 0,23 2-3 0,-15 2-1 15,4 0 0-15,-2 3 1 0,0 5-4 0,3-4 0 16,-3 6 4-16,0-4-4 16,1 5 4-16,3-3-3 0,-8 5 0 0,4-4-1 15,-3-1-14-15,4 5-15 0,-7-3-16 0,7-3-5 16,-6 3-20-16,-1-5-16 0,-1-1-26 0,2 0-21 15,-3 0-20-15,-2-8-22 0,5 11-42 0,-5-11-44 16,0 0-144-16,0 0-438 0,0 0 193 0</inkml:trace>
  <inkml:trace contextRef="#ctx0" brushRef="#br0" timeOffset="105860.73">6368 5291 37 0,'0'-15'402'0,"0"3"0"0,0 1-5 15,0 3-21-15,0 0-31 0,0 1-44 0,0 7-37 16,0-7-28-16,0 7-29 16,0 0-22-16,0 0-15 0,12 15-7 0,-2 2-27 15,-3 2-18-15,3 5-8 0,4 15-8 0,1 1-15 16,4-1-6-16,-8 5-7 0,9 0-6 0,-5-1-14 16,1 2-31-16,4-1-37 0,-5-1-19 0,0-1-22 15,0-2-23-15,5-2-24 0,-10-8-18 0,-4 1-23 16,3-4-26-16,-3-8-37 0,1 0-30 0,-4-4-24 15,1-5-12-15,-1 1-170 0,-3-3-478 0,0-8 211 0</inkml:trace>
  <inkml:trace contextRef="#ctx0" brushRef="#br0" timeOffset="106573.63">6580 5822 8 0,'-8'-14'186'0,"3"1"26"16,3 2 14-16,-3 2 9 0,-1-2 17 0,4 4-3 16,2-1-1-16,0 1-12 0,0 1-6 0,0 6-9 15,-1-11-19-15,1 11-24 0,1-5-9 0,7 0-24 0,-8 5-15 16,7-6-15-16,1 5-12 0,2-1-15 0,2-2-7 15,3 4 3-15,0 0-19 0,5 1-6 0,-2 2-2 16,2-1-6-16,9 0-3 0,1 3-15 16,0 0-11-16,0 0-21 0,0 0-24 0,-4 2-21 0,6 3-19 15,-3-3-19-15,-1 2-21 0,1 0-23 0,-13 0-23 16,6 0-17 0,-6 0-11-16,-3 3-3 0,1-1 6 0,-6-3 4 15,0 0 15-15,-6-1 12 0,3 4 15 0,-5-3 10 0,0 0 16 16,-5-1 8-16,3 1 13 0,-4 0 1 0,2 0 11 15,4-8 8-15,-11 13 5 0,9-8 6 16,2-5 8-16,-7 12 2 0,7-12 4 0,0 7 7 16,0-7 5-16,5 6 4 0,-1-4 4 0,7-1 2 0,-1-1 7 15,2 0-7-15,8 1 2 0,1-1 1 0,7 0 0 0,2 0 4 16,-3 0 3-16,-4-1 6 0,-2 0 7 0,-1-1 19 16,-2-2 13-16,-1 2 20 0,-4-3 30 0,2 3 33 15,-7 2 7-15,1-8-1 0,-6 4-1 0,2 2-8 0,-2-6-6 16,-3 8 3-16,-5-15 2 0,-1 8 1 15,-1-2 2-15,0 1 1 0,-1 1 5 0,-2 2-2 16,4-3 5-16,-1 0-6 16,-1 5 2-16,6-6-2 0,-5 3-7 0,4 3-1 15,3 3 0-15,-5-9-17 0,-2 5-13 0,7 4-9 16,0-11-21-16,9 7-12 0,-3 0-8 0,-6 4-7 16,14-3-3-16,1 3-21 0,-6 0-1 0,5 0-7 15,2 2-2-15,4 3-4 0,-2-2 4 0,2-2-3 16,-2 6-4-16,2 1-8 0,-2-4-5 0,2 4 2 15,0 3 0-15,0-3-4 0,-5 3-5 0,8 1-1 0,-6-1 0 0,-4-1-2 16,0 0-2-16,2 6 5 0,-2-8 0 0,0 3-1 16,-3-3 2-16,-1-1 1 0,-3 2 4 0,1-6 3 15,-4 3 8-15,4-4 7 0,-2 2 26 0,-5-4 4 16,6 1 6-16,-6-1 6 0,0 0 15 0,14-9 14 16,-13 4 7-16,9-5 18 0,-6 2 4 0,1 0 20 0,1-3-12 15,1-1-1-15,1-3-2 0,-1 6 7 0,1-6-3 0,0 7 2 16,-1-6-5-16,3 2-2 0,-7 4-7 0,5 1-11 15,-1-1-8-15,-5 3-7 0,6-3-10 0,-3 4-15 16,-3 1 0-16,-2 3-9 0,13-7-3 0,-5 7-6 16,-8 0-2-16,15 3-4 0,-8 2-10 0,-1 1-25 15,4 0-15-15,3 1-39 0,1 1-33 0,-6 4-27 0,7-2-33 16,0 1-20 0,0 1-30-16,-5-1-39 0,3 2-54 0,-2-7-53 15,1 4-281-15,-4-2-695 0,2-1 308 0</inkml:trace>
  <inkml:trace contextRef="#ctx0" brushRef="#br0" timeOffset="106805.39">7501 5358 39 0,'-15'-8'507'0,"6"1"-19"15,-4 1-44-15,3 0-47 0,0 1-43 0,2 2-39 16,0-1-35-16,1 1-35 16,-1 1-26-16,8 2-70 0,-15 4-76 0,15-4-64 15,-12 8-46-15,11 4-38 0,-1 3-50 0,2 4-83 16,3-4-93-16,7 5-162 0,-1 4-500 0,2-1 221 16</inkml:trace>
  <inkml:trace contextRef="#ctx0" brushRef="#br0" timeOffset="107175.17">8643 5864 199 0,'0'0'336'15,"0"0"-13"-15,-2-7-38 0,2 7-29 0,0 0-23 16,0 0-24-16,-13-1-25 0,13 1-21 0,0 0-17 0,0 0-14 16,0 0-7-16,-15 9-19 0,15-9-13 0,-2 6-11 15,-1 0-4-15,1 1-5 0,2-2-10 16,0-5-6-16,0 9-10 16,0-1 3-16,0-1 3 0,5-1-15 0,-3-2 2 15,4 3-5-15,-2-3-4 0,-1 0-2 0,-3-4-6 16,17 5 3-16,-9-2 5 0,0-1-10 0,5-1-5 15,-4-1-6-15,1-3-9 0,0 0-3 0,-4-2-10 0,4 1-8 16,-5-4-14-16,7 3-8 0,-7-5-16 0,1 2-15 16,-2-3-22-16,-1-1-19 0,-1 1-32 15,-2-1-34-15,-2-1-25 0,-3-2-32 0,-3 3-159 0,1-2-429 0,-3 1 189 16</inkml:trace>
  <inkml:trace contextRef="#ctx0" brushRef="#br0" timeOffset="107475.93">8542 5593 201 0,'0'0'234'0,"0"0"-23"0,0 0-23 15,0 0-20-15,0 0-16 0,0 0-19 0,0 0-10 0,0 0-16 16,0 0-6-16,-17 12-13 0,17-12-1 0,0 0-11 15,7 14-6-15,-7-14-5 0,8 3-5 0,-8-3-4 0,7 3-3 0,1 0-5 16,-1-2 4-16,-7-1 4 0,14 0 2 16,-14 0 1-16,0 0 3 0,15-4 0 0,-8 1-3 15,-7 3 2-15,8-9-5 0,-3 5-4 0,-3-1-4 0,4-1-4 16,-4 0-2-16,-2-1-5 0,0 0-7 0,0 0-2 16,0 7-5-16,-2-12-3 0,-4 8-16 0,4-1-19 15,-3-1-24 1,-3 3-31-16,8 3-35 0,-13-2-55 0,13 2-53 0,-15 4-199 15,2-3-447-15,1 5 198 0</inkml:trace>
  <inkml:trace contextRef="#ctx0" brushRef="#br0" timeOffset="110699.17">9828 5370 183 0,'0'-9'360'0,"1"0"-11"0,-1-1-36 0,0-1-22 16,0 3-19-16,2 3-24 0,-2-2-25 0,0 7-29 0,2-4-24 0,-2 4-14 15,0 0-17-15,0 0-13 0,0 18-48 0,0-5-4 16,-2 4-9-16,2 5-6 0,2 5-6 0,-1 0-6 16,6 0-4-16,-4 2-3 0,2 0 8 0,4 2-15 15,-4-4-5-15,3 0 3 0,-2 3-4 0,3-5-6 16,-6 1 2-16,4 0-9 0,-1-9-1 0,3 0-4 15,-1 1-2-15,-2-6-1 16,1 0 0-16,1-1 1 0,-1-4 1 0,0-1 3 16,1-3 0-16,5 1-2 0,-5-5-5 0,-8 1-4 15,22-8 9-15,-7 0-2 0,-9-3 4 0,9-5-5 16,0 2-3-16,0-1 0 0,0-7 6 0,-2 4-4 16,-1-9 5-16,-1 1 0 0,3 8 18 0,-6-8 7 15,0 10 25-15,2-3-2 0,-3 4 13 0,-1-1 2 16,-1 1 7-16,-1 5-5 0,-3 1-9 0,3 0-7 0,-1 3-11 0,0 3-8 15,-3 3-13-15,3-5-19 0,-3 5-2 0,0 0 4 16,14 11-4-16,-9 0 2 0,5 2-6 0,-4 1 14 16,9 3-19-16,0 5 0 0,2 0-5 0,1-1-5 15,7 2-7-15,-10-1 2 0,6 1 2 0,-1-4-1 16,3 1 14-16,0-3-10 0,4-2-6 0,-4 0 9 16,2-3-8-16,-5-3 10 0,-2 1 0 0,0-5-3 0,4 0 5 0,-6-2 5 15,4 0 4-15,-5-3-5 0,-5-3 4 0,3 2 2 16,2-6 1-16,-7-1 8 0,0-3 2 0,-1 2 4 15,0-6 5-15,-7-3 14 0,1-2 9 0,-1-4 8 16,0-1 0-16,-1 1 5 0,-6-3-3 0,7-2-1 0,-8 4-8 16,-5 0-3-16,11-1-1 0,-5 6-10 0,-3 4-8 15,-1-2-5 1,6 5-10-16,0-2-31 0,-2 6-45 0,4-3-50 16,1 7-33-16,2 0-55 0,-6 0-29 0,6 5-27 0,-9-8-23 15,9 8-36-15,0 0-265 0,0 0-629 16,0 0 279-16</inkml:trace>
  <inkml:trace contextRef="#ctx0" brushRef="#br0" timeOffset="111685.35">10892 5188 233 0,'2'-4'306'16,"-1"-1"-21"-16,-1 5-31 0,7-5-30 0,-7 5-26 15,2-5-23-15,-2 5-22 0,0 0-16 0,1 17-11 0,-1-7-13 16,0 5-13-16,4 0-10 0,-8 12-5 0,3 0-8 15,2 3-10 1,4 10-2-16,-3-11-7 0,4 8-7 0,1 9-2 16,1-15-7-16,7 7 1 0,-8-10-7 0,1 2-1 0,5 0-8 15,-3-5-1-15,4-2-1 0,-9-7-2 0,4 3-2 16,-2-1 0-16,1-8-2 0,-1 0 1 16,-7-3-3-16,8-2 3 0,-1-3-1 0,-7-2 5 15,0 0 12-15,18-10 6 0,-8 2 0 0,-3-3 0 16,3-1 4-16,3-3 7 0,-5-2 6 0,2 2 8 0,0-2 2 0,2-1 2 0,-3 4 2 0,-2-5 4 15,3 6-15-15,-3 3-1 0,-6 0 0 0,8 3-18 16,-4 0-3-16,-5 3 3 0,5 0-21 0,-5 4 1 16,0 0-5-16,23 5-2 0,-17-2-3 0,6 8 0 15,-1 1-13-15,-1 0-9 0,5 4-9 0,7 4-12 16,1 1-4-16,-3-6-1 0,3 6 4 0,0-6-4 16,5 1 5-16,0 1 5 0,-3-4-6 0,7-1-4 0,-6-4-1 15,-1-1 2-15,3-2 8 0,-10-2-4 0,6-3 5 16,-3 0 9-16,-4-4-3 0,-2-3 1 15,-1 3-1-15,1 0 3 0,-8-8 2 0,3-2 2 0,-5 4 1 16,1-8 0-16,-4-2 3 0,-4 5 2 0,-4-5 1 16,-1 1 1-16,-1 0 3 0,1 0-4 0,-8-1 2 15,2 5 1 1,-2 1-2-16,-1 2 0 0,1 0-1 0,0 4-1 0,-2 1 1 16,1 5-2-16,-1-1-1 0,4 3 2 0,1 3-1 15,-2 2-1-15,2 2 3 0,0-2-2 0,2 2-1 16,4 1 3-16,3 4 1 0,3-1 0 0,0-4-1 15,3 5 3-15,2-1 1 0,1-3 2 0,4 1-3 16,2-1 3-16,1 2 7 0,4-2-5 0,-2-5-4 16,1 2 1-16,2-4 4 0,-1 1-2 0,6-5 7 0,-8-1-10 0,0 1 6 15,-2-1-1-15,2 1 9 0,0-2 5 0,0-3 5 16,0-3 9-16,-7 3 10 0,2 3 4 0,0-3 0 16,-3 1 7-16,1 0 1 0,-7 2-11 0,4 2 7 15,2-4-8-15,-7 7-11 0,3-5-5 0,-3 5-4 16,5-4-8-16,-5 4-7 0,0 0-1 0,0 0 20 15,15 11-26-15,-13-3-8 16,4-3-9-16,1 6-1 0,-2 0 4 0,8 1-5 16,-1 0 5-16,4 1-3 0,-1-3-2 0,5 4 4 15,5-2 5-15,0 1-11 0,1-3-3 0,1-5-8 16,3 4-2-16,4-4-1 0,-4-3 0 0,2-2-3 16,-3-2 3-16,0-3 1 0,-6-4 2 0,0 5 0 15,-7-3-4-15,4-5-3 0,-6-4-7 0,-3 1 0 16,1 0-2-16,-4-5-4 0,-1-6 6 0,-7-4 0 0,3-2 6 0,-6-8 3 15,1-2 2-15,-11-3 6 0,-2 5-1 0,0-7 6 16,3 2 6-16,1 1 2 0,-11 4 15 0,2-6 13 16,10 9 13-16,-1 5 13 0,-1 5 23 0,7 4 4 15,-1-3 13-15,-1 10 26 0,7 4-11 0,-3-1-8 16,-2 3-6-16,3 5-25 0,2-2-2 0,-5 0-10 16,5 7-7-16,0 0 3 15,0 0-8-15,13 29 3 0,-8-12-14 0,5 0 3 16,7 20-2-16,1 1-1 0,0 2-9 0,2 2 6 15,-3 7-1-15,3-3-5 0,-2-1 2 0,2 6 0 16,3-3-1-16,-8 2 0 0,1-4 0 0,4-2-2 16,-5-1-16-16,0-5-15 0,-4-6-7 0,-2-6-15 0,-3-2-20 15,4-9-13-15,-5 3-9 0,5-3-15 16,-5-3 2-16,2-5 6 0,-6-1-29 0,1-4-46 0,-2-2-35 0,0 0-27 16,10-17-28-16,-10 7-188 0,0-5-483 0,0-4 213 15</inkml:trace>
  <inkml:trace contextRef="#ctx0" brushRef="#br0" timeOffset="111832.47">12499 5517 50 0,'-5'-17'102'15,"-5"-1"32"-15,5 5 27 0,-6 2 34 0,1-1 26 0,2 2 11 16,-1 2-1-16,1 4 0 0,-5-6 1 0,6 8 0 16,-3-4-3-16,5 0-9 0,-3 2-17 0,1-1-12 0,1 1-19 15,6 4-19-15,0 0-14 0,-9-5-15 0,9 5-4 0,0 0-21 16,0 0-11-16,0 0-15 0,30 9-31 16,-13-8-38-16,16 6-47 0,-2-2-53 0,14 5-60 15,-2-5-75-15,5 4-75 0,0-2-202 0,12 0-550 0,-1 6 244 16</inkml:trace>
  <inkml:trace contextRef="#ctx0" brushRef="#br0" timeOffset="112302.51">13496 5355 379 0,'0'-13'381'0,"0"1"-6"0,0 1-1 0,0 0-4 16,-2-1-12-16,2 0-10 0,0 5-16 0,-5 2-23 0,10-3-30 0,-10 1-31 16,5 7-25-16,-2-8-29 0,2 8-23 0,0-7-24 15,0 7-17-15,0 0-14 0,0 0-10 0,0 0-11 16,-1 26-10-16,1-14-6 0,-7 3-4 0,7 4-12 15,7 1-7-15,-14 7 0 0,7 1-11 0,7-2-5 16,-6 9-7-16,1-8-25 0,5 1-22 0,-4 2-31 16,0-2-31-16,5 1-30 0,-3-1-27 0,5-1-24 0,-5-1-26 0,9-5-34 15,-6-5-45-15,0 1-33 0,7-4-40 0,2-1-274 16,-3-3-660-16,3-3 292 0</inkml:trace>
  <inkml:trace contextRef="#ctx0" brushRef="#br0" timeOffset="112835.02">13848 5436 193 0,'0'-3'292'0,"0"3"-17"0,0-7-30 16,0 7-26-16,0-10-27 0,0 10-20 0,0 0-18 16,0 0-13-16,0 0-11 0,0 0-11 0,-2 25-10 0,4-16-13 15,-2-1-6-15,0 2-6 0,8 4-13 0,-3 1-4 16,-3 0-7-16,3 2-2 0,-2 1-7 0,4-3-8 0,-2 1-5 0,3-2-15 15,-1-1-11-15,1 2-9 0,-1-4-12 16,3 1-4-16,-4-6 2 0,1 1-1 0,-1-4 2 16,1 4 3-16,3-6 4 0,-5 0 0 0,-5-1 0 15,15-5 2-15,-7-2-1 0,-1 3 12 0,1-4 0 0,-1 0 12 16,1-3 5-16,-1-1 0 0,-2 3 7 0,-1-2 5 16,3 3 9-1,-4 0 2-15,2-1 9 0,2 3-9 0,-7 0-6 0,3 1-2 16,-3 5-10-16,4-4-11 0,-4 4-2 0,0 0-4 15,0 0 2-15,0 0-1 0,11 12-3 16,-11-1 1-16,2-3-8 0,0 4 2 0,6 0-6 0,-8 5-10 16,1-4-1-16,-1 1-2 0,5-2-3 0,4 5 4 15,-3-6 2-15,-6 1 3 0,7-2 4 0,1-3 1 16,-1 0-3-16,-6 0 4 0,8-3 0 0,-3-3 3 0,-6-1 8 0,12 2 4 16,-12-2 14-16,15-7 9 0,-5-1 15 0,-5 2 11 15,5-3 10-15,-4-2 13 0,8-2 24 16,-8-1 6-16,4 0 18 0,-5-1 2 0,3-2-7 0,1 5 3 15,-3 0-2-15,1 3 0 0,-1-2-7 0,-4 3-11 16,5-3-15-16,-6 8-9 0,-1-5-8 0,0 8-15 16,9-7-13-16,-9 7-18 15,3-5-32-15,-3 5-10 0,0 0-6 0,0 0-19 16,12 19-23-16,-7-12-15 0,-2 2-16 0,0 2-19 16,4-1-22-16,1 3-16 0,2 2-18 0,-3-3-20 15,4 3-30-15,-1 1-28 0,-2-4-33 0,6-4-41 16,-1 7-23-16,-5-7-195 0,7-1-572 0,0 1 254 15</inkml:trace>
  <inkml:trace contextRef="#ctx0" brushRef="#br0" timeOffset="113088.9">14671 5598 106 0,'0'0'268'0,"-5"-8"-23"0,5 8-29 0,0 0-23 15,0 0-15-15,0 0 1 0,0 0-4 0,-17 19-12 16,14-9-3-16,0 2 4 0,-4 9-10 0,5-5-18 0,-3 11-7 0,4 3-14 15,-1 2-6-15,-5 9-18 0,7 2-7 0,0 2-7 16,0 3-9-16,0 0-4 0,0 0-6 0,0 3-1 16,0 3-5-16,7-9-8 0,-2 3-1 0,0-1-7 15,-2-5-3-15,4-11-7 0,0-1-18 0,-1-3-30 16,1 1-23-16,-4-11-33 0,5 0-35 0,-3-4-33 16,0-5-45-16,4-2-30 15,-3-6-36-15,-6 0-136 0,0 0-426 0,27-13 188 16</inkml:trace>
  <inkml:trace contextRef="#ctx0" brushRef="#br0" timeOffset="113358.42">14724 5632 169 0,'-22'-19'379'0,"12"4"15"0,-1 0-8 0,1 2-2 15,5 2-7-15,-2 3-17 0,1 0-21 0,4 1-23 16,-5 2-29-16,6-2-34 0,1 7-26 0,-7-4-27 15,7 4-20-15,0 0-15 0,0 0-23 0,35 7-15 16,-24-3-12-16,8 1-13 0,-3 3-9 0,6 3-9 0,2-1-11 16,1 3-6-1,0 1-10-15,-8-2-5 0,-2 1-5 0,1-1-8 16,-4 3-8-16,1-3-13 0,2 0-8 0,-4 2-3 16,-2-1-2-16,-8 0 0 0,-1-1-9 0,-6 1-4 15,-1 2-13-15,-9-2-19 0,1-2-30 0,-12 1-31 16,4 2-35-16,-8-1-27 0,2 1-39 0,5-1-41 0,-8-6-56 15,6 1-68-15,-1 3-273 0,7-7-692 0,9-3 306 16</inkml:trace>
  <inkml:trace contextRef="#ctx0" brushRef="#br0" timeOffset="114006.83">15664 5548 277 0,'3'-5'404'0,"-3"-2"-13"16,0 7-13-16,7-7-49 0,-7 7-27 0,0-6-30 0,0 6-22 0,0 0-39 16,0 0-26-16,0 0-21 0,15 13-24 0,-14-2-3 15,4 0-12-15,-3 5-6 0,-2 0-22 0,3 6-9 16,2 3-9-16,-2 5-10 0,-1-2 3 0,-2 2-6 0,0 2-12 16,0-1 1-16,0 3-9 0,2-4-3 0,-2 13-4 15,0-15 1-15,1 14-26 0,1-13-25 16,0 0-31-16,6 2-29 15,-6-4-31-15,6 1-29 0,2-2-48 0,-2-2-49 16,0-8-50-16,6 1-54 0,-4-7-180 0,0 2-555 16,4-1 245-16</inkml:trace>
  <inkml:trace contextRef="#ctx0" brushRef="#br0" timeOffset="114307.6">15651 5577 2 0,'-5'-15'355'0,"-5"3"-3"0,8-6-11 0,-1 3-19 16,3-5-25-16,0 5-12 0,1-1-24 0,3 3-19 15,2-7-20-15,1 1-15 0,3 5-27 0,-4-4-29 16,9 6-13-16,-5-5-11 0,4 7-12 0,-3-2-16 0,2 4-11 0,1 1-12 16,4 2-8-16,-2 2-14 0,1 3-2 15,-2 0-2-15,3 6-18 0,-3 2 6 0,1 4-4 16,-1-1-7-16,-5 5-9 0,4 0-13 0,-3-1-11 0,1 9-11 15,1 2-8-15,-8 0-1 0,5-1-14 0,-4-1-13 16,-6-5-3-16,4 3-5 0,-8-3-11 0,4-3-2 16,-1 4-15-16,-6-2-12 15,-1 0-19-15,3-4-8 0,-8-1-16 0,3-6-25 16,-2 4-24-16,2-7-13 0,0 0-24 0,-1-3-175 16,-3-1-439-16,14 0 194 0</inkml:trace>
  <inkml:trace contextRef="#ctx0" brushRef="#br0" timeOffset="114839.76">16005 5365 157 0,'13'-4'181'0,"-1"1"-11"0,6-2-5 16,-2 4-6-16,1 1-7 0,1 1-4 0,-3 4-13 16,5 1-6-16,0-1-13 0,-5 5-9 0,11-2-12 15,-9 4-5-15,4-4-10 0,-8 4-8 0,2 4-7 16,0-5-8-16,0 5-4 15,5 3 0-15,-5-6-10 0,-4 2-3 0,3-1-7 16,-1-1 1-16,-5 2-2 0,2-3-5 0,-3 3-4 16,1-4-4-16,-1 1 1 0,-1-4-2 0,-4 2-7 15,-2-4-7-15,5 0 3 0,-3 0-5 0,-2-6 4 16,1 7 0-16,-1-7 0 0,0 0 0 0,0 0-1 16,0 0 3-16,0 0 0 0,0 0 1 0,-16-22 8 15,16 17 13-15,0-8 12 0,3 1 4 0,0-3 1 0,2 1 3 0,0-1 3 16,2 2 2-16,1 1 9 0,2-2-1 0,-2 1-9 15,6 4-3-15,-5-3-8 0,0 6 0 0,-1 0-9 16,5 3 0-16,-6-2-9 0,3 5 0 0,1 0-4 16,-11 0 0-16,30 5-4 0,-15 1-3 0,2 3 1 15,1-2-2-15,-2 4-4 16,6 0 3-16,-6-1-2 0,9 5-3 0,0-1 1 16,-2-2 3-16,2-2-2 0,-5 2-1 0,0-4-1 15,-4-1-2-15,8-1 1 0,-6 0 2 0,0-1 6 0,-3-4-8 0,3 1 5 16,-8-4-4-16,5 1-5 0,-7-4 5 15,0-1-1-15,2 0-3 0,-6-3 3 0,4 0-8 16,-8-6 4-16,0 0 6 0,-2 3-4 0,-6 1 0 0,6-5 2 16,-3 0 5-16,-8 0 2 0,5-2-3 0,-5 4 0 15,4-1 0-15,-7 3-2 0,1-2-2 0,0-1-5 16,-1 7 0-16,-3 0-9 0,3 0-22 0,-2 5-24 16,-1-2-20-16,1 7-38 0,0 1-34 0,5 0-41 15,3 0-43-15,3 3-38 0,-3 3-162 0,5-6-464 16,2 6 206-16</inkml:trace>
  <inkml:trace contextRef="#ctx0" brushRef="#br0" timeOffset="115078.02">17034 5435 16 0,'10'-2'274'0,"-10"2"1"0,18-2-20 16,-18 2-24-16,9 0-27 0,-9 0-26 0,8 8-18 16,-8-1-15-16,2 2-13 0,3 5-13 0,-4 6-7 0,-1 5-1 15,-1 4 0-15,1 11-8 0,-7-1-9 0,2 6-6 16,3 8-9-1,-6-4-5-15,6 0-8 0,-1 4-7 0,3-3-5 16,-3-1-1-16,4 4-8 0,-1-1-3 0,2-10-4 16,1 3-5-16,-1-15-6 0,0 7 2 0,3-11-4 15,-4-5 0-15,1-3-3 0,-2-3-4 0,5-3-1 16,-5-3 5-16,0-2-1 0,2-2-5 0,-2-5-14 0,0 0-21 16,13-2-23-16,-13 2-23 0,8-16-24 0,-3 1-28 15,-2-3-31-15,9-12-31 0,-5-2-14 0,8-7-15 0,-7-7-10 16,0-1-132-16,5 5-379 0,-3-4 168 0</inkml:trace>
  <inkml:trace contextRef="#ctx0" brushRef="#br0" timeOffset="115726.42">17198 5923 1176 0,'8'-44'-64'0,"-8"6"47"0,5-4 35 16,-5 12 36-16,0-3 35 0,0 3 29 0,-5-9 25 16,-1-3 19-16,1 15 16 0,2-3 13 0,3-11 17 0,-7 14 3 15,5 2-6-15,1 1 1 0,-4-3 1 0,5 2-9 16,5 5-16 0,-4 3-11-16,1 0-16 0,1 3-18 0,1 2-11 0,-4 4-17 15,3 1-13-15,5-1-13 0,-3 3-10 0,7-2-13 16,-6 7-21-16,8-1-12 0,-14 1-3 0,24 6-11 15,-9 0-10-15,0 3 2 0,-2-2-19 0,1 5-7 16,-4 0-6-16,4 5 6 0,0-5 0 0,-6 4-13 16,0 0 0-16,-1 0-4 0,-2 0 2 0,-2 2 0 15,-1-1-9-15,-4 0 8 0,-1-1 2 0,-2 0-8 0,3 1-2 0,-11-3-5 16,5-1-1-16,-6 1 3 0,0-1-7 0,0-3 3 16,-2-1-2-16,1-1-1 0,0-5 3 0,2 4 2 15,4-5 7-15,0 1 2 0,-1 1 7 0,3-4-14 16,7 0-3-16,0 0-3 0,0 0-7 0,0 0-14 15,0 0-8-15,12-17-5 0,2 9 4 0,3-3 14 16,3 3-3-16,8-6 1 0,-5 1 2 0,10-1 9 0,7-6 7 0,-9 5-1 16,-4 0 6-16,3-4 12 0,4-3 5 0,-5 4 3 15,-1-2 2-15,-8 8 18 0,4-9 25 0,-15 11 14 16,4-4 14-16,-8 8 5 0,3-4 10 0,-3 2-5 16,-3-3-6-16,-4 4-3 0,2-1-7 0,-5 3-3 15,-3-2-6-15,3 3-2 0,-5 3-4 0,10 1-2 16,-13 1-6-1,13-1 2-15,-15 6-2 0,7 0-5 0,3 0 4 0,-4 3-3 16,8 2-1-16,-3-4-1 0,4 6 1 0,0-2-1 16,4 0 1-16,-3 2-3 0,8 1 1 0,-4-1 3 15,5-6-6-15,-4 5 2 0,9-4 2 0,-2 3-1 16,-6-7-5-16,16 2 0 0,-1 0 4 0,-3-4-1 16,5-2 1-16,-3 0 1 0,2 0-1 0,-1-2 0 15,4-4-4-15,2 0 2 0,2 3-2 0,-10-6-3 0,8 6 0 0,-10-3 3 16,4 1 0-16,-1 3-2 0,-6 0-2 0,0-3 1 15,-3 5 0-15,-2 0-4 0,-10 0-1 0,20 5 0 16,-10-2 0-16,-2 3 2 0,-2 0 1 0,-1 5 0 16,4-6-3-16,-3 8 4 0,1 0-1 0,-4-4 1 15,2 3-3-15,-3 3 3 0,-2-3 3 0,3 0 0 16,2-3 3-16,0 0-1 16,-5 2-6-16,2-4-3 0,-2-1-7 0,3 1-6 15,-3 0-3-15,0-7-3 0,5 5-26 0,-5-5-36 16,0 0-27-16,0 0-35 0,0 0-27 0,0 0-32 15,-8-25-162-15,8 13-400 0,-5-5 177 0</inkml:trace>
  <inkml:trace contextRef="#ctx0" brushRef="#br0" timeOffset="116581.84">18266 4944 90 0,'11'-18'275'0,"-2"0"-4"0,2 7-4 15,-6-5-13-15,3 7-12 0,-3 3-23 0,4-2-27 16,-8 1-20-16,6 2-22 0,-7 5-14 0,0 0-16 15,0 0-10-15,8 16-11 0,-1-6-12 0,-7 7-7 0,3 1-12 16,-1 9-5-16,1 2-5 0,4 10-6 0,-2 3-5 0,1-1-2 16,1 6-6-16,3-5 0 0,-9 4-7 0,4-1-2 0,9 0 0 15,-11-3-6-15,4-2-1 0,-1-6-6 16,-1-5-13-16,-5 1-14 0,0-3-11 0,0-7-6 16,4-4-8-16,-4 1-3 0,0 0 0 0,0-9 5 0,0 3 5 15,0-7 6-15,0-4 5 0,0 0 3 0,0 0 4 16,0 0 10-1,0 0 1-15,0 0 6 0,4-22 7 0,0 9 7 16,1-6 0-16,3 3 5 0,-1-3-2 0,3-1-2 0,3-1 0 16,0-3 6-16,-3 1-1 0,7 1 2 15,-4 3-2-15,0 8 0 0,0-4 2 0,-3 0 4 16,3 4-7-16,-4 2-3 0,-1 1 2 0,-1 0-5 0,1 5-5 16,-3-3-5-16,3 3-2 0,-8 3 3 0,0 0-6 15,20 5 1-15,-17 0 0 0,11 3-5 0,-8 1 2 0,-3 4 0 16,7 2 0-16,0 4 4 0,-1-4-6 0,-1 5 4 0,10 1-5 15,-8 2 1-15,-3-5-3 0,1 2-6 0,7 0-4 16,-9 0 2-16,8-5-6 0,-6 0 4 16,4 0-13-16,-1-3-3 0,-4-1-3 0,8 1 2 0,-5 1-1 15,1-7-3-15,1-2 1 0,1 1 1 0,0-3 3 16,2 3 2 0,0-5 3-16,-5-1 1 0,2-5 2 0,7 0-5 0,-9 0 5 15,4-7-2-15,-6 3-3 0,5-3 6 0,-3-1-1 16,-3-2 0-16,8 1 6 0,-10-2 2 0,-2-2 0 15,3 4 4-15,-6-3 1 0,-6 3 2 0,3 1 5 16,-2 1-2-16,-2-5 1 0,-1 9 0 0,-1 2-2 16,-4-5 0-16,0 7-2 0,-4 3 0 0,4 1 2 15,5 1-1-15,-5 0 1 0,-2 3 0 0,0 4 0 0,3 4 1 0,4-2 0 16,-4 1 1-16,7 6 1 0,-1-1 1 0,4 1 3 16,4 0-3-16,3 2 2 0,5-1 1 0,0 1 1 15,3 3 0-15,2 0 2 0,-2-6 2 0,7-2-3 16,1 2-4-16,7-3 1 0,-6-5 3 0,-2 0 0 15,5-4 0-15,-4 0 1 0,2-3 8 0,-1-3 13 16,-4 0 11-16,2-4 7 16,1-1 5-16,-4-3 5 0,1 0 4 0,-1-1-1 15,-1-2 2-15,3-7 2 0,-5 7-4 0,5-5 2 16,-4 4-6-16,-2-3-3 0,2 3-6 0,-2 0-2 16,-3 3 4-16,3 0 2 0,-6 1-4 0,1 4-7 15,-1-3-9-15,1 5-9 0,-1 2-4 0,1 0 2 16,-8 3-4-16,10-3-3 0,-10 3 1 0,11 7-6 15,-4-2 2-15,0 2 0 0,-1 2-6 0,2 4 9 0,-1-1-4 0,3 3-9 16,-5 2 4-16,3-5 6 0,-1 7-6 0,3-3-5 16,-4 2 17-16,1-3-13 0,-4 2 2 0,4-1-5 15,0-1 6-15,-2-3 8 0,-2 2-13 0,-1-1-14 16,-1-6-14-16,-1 5-18 0,0-2-14 0,-1-5-20 16,1 4-19-16,-4-2-35 0,-2-3-41 0,-3-1-52 15,9-3-70-15,0 0-209 0,-25-9-546 0,12 0 242 0</inkml:trace>
  <inkml:trace contextRef="#ctx0" brushRef="#br0" timeOffset="116866.98">18837 5022 214 0,'-7'-6'298'0,"7"6"-27"0,0 0-29 15,0 0-23-15,-3-6-25 0,3 6-18 16,0 0-21-16,0 0-36 0,0 0-48 0,10-5-56 15,-10 5-61-15,13 2-54 0,-13-2-62 0,21 6-116 0,-2-2-301 16,-1 3 133 0</inkml:trace>
  <inkml:trace contextRef="#ctx0" brushRef="#br0" timeOffset="119434.25">20341 5426 69 0,'0'-12'395'0,"0"4"-6"15,-1-6-8-15,1 1-9 0,0-2-9 0,0-3-15 16,1 3-19-16,3 0-18 0,1 0-20 0,-4-2-14 0,4 5-24 15,3-4-13-15,-1 2-21 0,1 0-26 0,-1 6-19 0,-2-1-20 16,5-1-18-16,-5 2-13 0,5 1-15 0,-5 0-13 0,5 2-14 16,-4 5-7-16,3 0-12 0,5 1-9 0,5 3-11 15,-4 4-8-15,1 1-11 0,4 1-16 16,-5 4-3-16,0 1-7 0,1 6-8 0,1 0-8 0,-2 5-8 16,0-3-12-16,-2 3 2 0,-3 1-16 0,3 0 3 15,-6-2-21 1,1 2-3-16,-1-4 6 0,-1-2 5 0,-4 1 1 15,-2-2-5-15,0-1 5 0,-3-4 8 0,-2 0 3 0,3 2 4 16,0-7 6-16,-1 1 6 0,-5-3 9 0,4 0-5 16,1-1 8-16,-4-3 2 0,2 4 7 15,2-7-1-15,3-1 8 0,-8 6 5 0,8-6 5 0,-8 0-4 16,8 0 10-16,0 0 14 0,-7-14-3 16,4 9 5-16,3 5 0 0,3-15-5 0,-1 5 3 15,3 1 0-15,0-1 2 0,6-7 13 0,-6 2-11 0,8-1 3 0,4-7 13 0,-2 1 5 0,1 1 4 16,4-5 7-16,3 6 4 0,-6-2 2 0,3 1 5 15,-4-1 7-15,-2 9 1 0,-1-6 5 0,-3 4 0 16,1 2 7-16,-1-1 6 0,0 1-1 0,-5 2-6 16,2 4-4-16,3-4-4 0,-4 4 0 0,-2 0-8 15,4 1-8-15,-6 2-4 0,-1-3-8 0,-1 7-6 0,5-8-11 16,-5 8-10-16,7-2-7 0,-7 2-6 0,0 0-4 16,0 0-1-16,0 0-1 0,0 19 2 0,-3-9 1 15,6 7-1-15,-6 1-5 0,3 8 0 0,0-2 5 16,0 4-4-16,0 1-2 0,0-1 10 0,3 0-9 15,0 2 2-15,0-1 0 0,7-2-4 0,-3 2-1 16,1-2 1-16,7-2-17 16,0 5-21-16,3-9-17 0,0 1-26 0,4-4-24 15,1-1-30-15,4 0-35 0,2-8-45 0,1 2-38 16,0-3-43-16,-2-2-55 0,4-6-62 0,-6 2-348 16,4-2-823-16,3-2 364 0</inkml:trace>
  <inkml:trace contextRef="#ctx0" brushRef="#br0" timeOffset="120505.88">21813 5346 220 0,'6'-9'406'0,"3"-5"-16"0,-3 1-18 15,2 4-26-15,-1 0-23 0,-5 0-28 0,4 3-20 0,-4-2-30 0,5 4-20 16,-7-1-29-16,0 5-23 0,5-5-28 0,-5 5-16 16,0 0-16-16,0 0-13 0,13 10-7 0,-11 1-12 15,6 4-4-15,-5 1-6 0,0-1-5 0,6 1-6 16,-6 1-7-16,7 10-12 0,-7-6-15 0,4 0 2 16,-1-4-13-16,-1 0-12 0,-1-2-4 0,-1 2-4 15,2-2-15-15,-2-3 7 16,1-5-9-16,-3 1 7 0,1 3-2 0,-2-6 16 15,2 3-7-15,-2-8 3 0,6 3 5 0,-6-3-2 16,0 0 2-16,0 0-1 0,0 0 17 0,7-15-15 16,-5 6 0-16,4-3 1 0,-3-2-1 0,2-1-1 15,2-2 1-15,1 0 2 0,2-1 3 0,-3 3-2 0,4-3 3 16,-2 1-2-16,1 4-7 0,1-1 7 16,-2 1-2-16,4 3 0 0,-3-2-3 0,-5 5-3 0,5 2-5 0,-4 1-3 15,-4 1-3-15,-2 3-1 0,18 7 0 0,-8-3 7 16,-5 0-7-16,-2 8 4 0,9 2 8 0,-2 3-13 15,-4-4 2-15,1 9 15 0,0-2-15 0,-1 2-2 0,3-5-2 16,-6 2-9-16,2 3 2 0,3-5-2 0,-3 1 5 16,0-2 2-16,0-3 6 0,0-3-3 15,-5-2 6-15,2-1 8 16,4 1-5-16,-6 0 7 0,2-5 10 0,-2-3 16 0,0 0-10 16,0 0 4-16,0 0 25 0,20-11-12 15,-19 2 0-15,6 0 18 0,0-6 0 0,-2-2 12 16,5 1 13-16,-5-2 8 0,6 1-6 0,-3-6 12 0,4 4 12 15,-2 0 12-15,-3-1-1 0,2 5-4 0,0-2-4 16,1 6-5-16,0-4-6 0,-9 4-4 0,6-1-9 16,-2 5-13-16,0 1-8 0,-2 0-10 0,2 3-12 0,-5 3-8 0,2-6-6 15,-2 6-3-15,0 0-3 0,13 12-5 16,-6-3-8-16,-2 2-5 0,0 0-6 0,3 12-12 0,0-10-15 16,2 7-13-16,0-2-11 0,0 6-17 0,3-2-1 15,2-1-26-15,-5-3-19 0,2-6-15 0,2 7-13 16,-2-4-10-16,-4-2-8 0,6-1-11 0,-1-3-17 15,-3 0-17-15,-2-1-17 0,0-5-24 0,1-2-30 0,-1 3-22 0,0-2-234 16,-8-2-583-16,17-7 258 0</inkml:trace>
  <inkml:trace contextRef="#ctx0" brushRef="#br0" timeOffset="120991.53">22829 5436 112 0,'0'0'155'0,"0"0"-9"15,0 0-3-15,0 0-1 0,0 0-4 0,0 0 3 16,0 0-7-16,8 18 1 0,-6-10-9 0,5-1-9 16,-3 6-8-16,6-5-7 0,2 4-9 0,-4-2-4 15,7 2-9-15,0 0-7 0,3 0-12 0,7 2-1 16,-2-1-7-16,-3-3-4 0,5-2-4 0,5 3-2 16,-5-3-7-16,1 0-5 0,4-3 2 0,0-1-6 0,-7-2-3 0,5-2-7 15,2-2-4-15,-9-2-2 0,-1 1-3 0,3-2 0 16,-1-3 0-16,1-3-3 0,-3 3 1 0,-4-5 1 15,6-5-5-15,-6-2 3 0,3 1-3 0,-8 1 5 16,1-7-2-16,-6 8-1 0,6-7 4 0,-12 3 4 16,0 5 6-16,0-3 2 0,-10-3 3 0,2 7-4 15,-2-2 4-15,2 5-1 16,-4-1-5-16,-1 1-3 0,-4 4-3 0,-3 3-1 16,4-2 2-16,-4 7-1 0,3-1-2 0,-4 2 0 15,1 6-3-15,3-2 2 0,3 5-1 0,0 0-1 16,-2 3 1-16,11 4 5 0,-5 2 5 0,5-4 6 15,3 7 4-15,4 5-4 0,-2 0 4 0,5 1-4 16,-3 0 0-16,11 2-4 0,-5 2-5 0,4 7 2 16,-1 0 2-16,4-1-3 0,-3-7 0 0,3 7-2 0,0 2-1 0,-6 1-2 15,6-1-1-15,-3 1-1 0,4 6 2 0,-1-4 0 16,-6-1-1-16,4-2 0 0,0 1-2 0,-3-1-1 16,-2-11-7-16,-4-4-11 0,1-1-12 0,1-5-13 15,-4-4-16-15,-2 2-20 0,2-7-12 0,-2-2-8 16,1-1-31-16,-1-7-57 0,0 0-22 0,0 0-30 15,0 0-123-15,0 0-385 16,4-23 171-16</inkml:trace>
  <inkml:trace contextRef="#ctx0" brushRef="#br0" timeOffset="121439.43">23789 5070 284 0,'-2'-12'385'0,"2"3"-10"16,0 0-36-16,0 3-30 0,0-3-39 0,0 9-26 15,-1-9-35-15,1 9-22 0,0 0-15 0,0 0-17 16,0 0-20-16,10 33-8 0,-4-15-12 0,-1 6-13 0,-2 3-9 16,2 3-12-16,5 13 3 0,0-1-15 0,-5 1-9 0,5-3 16 15,0-1-29-15,-2 2-9 0,-1-1 7 0,-2-10-16 16,0-2-9-16,0-1-9 0,-3-7-15 0,1 1 2 15,0-5-8-15,2-1-3 0,-3-3 4 0,-4-4 7 16,4 1 1-16,-2-2 7 0,0-7-12 0,5 7 12 16,-5-7 7-16,0 0-3 0,0 0 4 0,10-17 2 0,-5 7-6 15,5-6 0 1,1 0 1-16,-3-2-7 0,6-6 1 0,1 3 0 16,-1 0 1-16,3-3 3 0,-2 5-5 0,0-3 6 0,-4 6-5 15,4 3 7-15,-3-1 9 0,-1 1-13 16,-4 3-7-16,1 1 0 0,-1 8-4 0,-4-5-5 15,6 5 2-15,-9 1-3 0,0 0 1 0,10 8 3 16,-6 1 5-16,0 5-4 0,2-3-3 0,-1 6 4 0,2-2-1 16,-2 7-12-16,2 3-8 0,-1-6-12 0,4 4-4 0,-3-7-12 15,3 3-11-15,-4 0-18 0,9-4-23 0,-8 0-24 0,6-2-31 16,2 1-28-16,0-5-29 0,0-5-43 0,0 1-205 16,-2 1-502-16,2-5 223 0</inkml:trace>
  <inkml:trace contextRef="#ctx0" brushRef="#br0" timeOffset="121740.21">24499 4905 143 0,'-5'-21'314'0,"5"3"-3"15,-5-2-1-15,2 4-7 0,3 4-3 0,0 5 4 0,0-4-21 16,-2 2-29-16,2 2-20 0,2 0-26 0,-2 7-27 0,0-8-19 15,0 8-20-15,0 0-14 0,0 0-9 0,0 0-20 0,3 20-7 16,2-6-11-16,2 2-5 0,-6 7-11 0,6 7-3 16,-5 0-12-16,3 9 16 0,-5 3-21 0,-7 4-7 15,7-4-2-15,-7 7-4 0,6-2-1 0,-11 0 0 16,7 1-23-16,-2-2-23 0,-1-2-15 0,3 4-22 16,-3-2-14-16,6-3-14 0,-3-3-15 0,0-11-17 0,5-4-19 15,-3-4-18-15,6-3-24 0,1 4-13 0,-3-8-18 0,1-4-24 16,3 1-25-16,3-8-203 0,-3 1-494 0,0 1 219 15</inkml:trace>
  <inkml:trace contextRef="#ctx0" brushRef="#br0" timeOffset="121925.09">24370 5208 56 0,'-8'-9'290'0,"4"1"3"16,-2 1 0-16,-3-2-13 0,6 6-14 0,1-3-16 15,2 6-27-15,-1-6-26 0,1 6-16 0,0 0-5 16,11-3-34-16,-11 3-12 0,20 2-11 0,-11-1-15 16,4 3-15-16,2-2-22 0,1 4-29 0,1-4-31 0,1 3-36 0,0 0-39 15,-3-1-52-15,-3 2-46 0,-2-4-46 0,1 3-223 16,-3-4-471-16,-8-1 210 0</inkml:trace>
  <inkml:trace contextRef="#ctx0" brushRef="#br0" timeOffset="122457.63">22844 4730 119 0,'-7'-7'368'0,"1"3"-29"0,-1-1-28 0,5 1-36 15,2 4-27-15,-6-6-24 0,6 6-27 0,0 0-22 16,-9-3-18-16,9 3-17 0,0 0-10 0,0 0-15 0,0 0-16 0,-9 12-9 16,9-12-10-16,0 9-7 0,0-3-12 0,0-6 4 15,1 10-9-15,-1-2-7 0,2-5-4 0,4 3-3 16,-6-6-6-16,0 6-2 0,2 0-3 0,-2-6-3 15,0 0-2-15,0 6-4 0,0-6 2 0,0 0-1 16,0 0 2-16,0 0-1 0,0 0-3 0,0 0 1 16,0 0-1-16,0 0-1 0,0 0-11 0,0 0 4 0,0 0-5 0,13-16 2 15,-13 16-4-15,0-8-5 0,0 8-23 0,0-6-33 16,0 6-45-16,0 0-53 0,0-5-57 0,0 5-60 16,0 0-239-16,0 0-552 0,0 0 245 0</inkml:trace>
  <inkml:trace contextRef="#ctx0" brushRef="#br0" timeOffset="127134.83">19653 4488 346 0,'-4'-6'377'15,"4"0"-22"-15,-6 3-29 0,6 3-24 0,-10-9-40 16,10 9-23-16,-8-3-23 0,8 3-20 0,-10 0-30 0,10 0-15 16,-15 6-17-16,3 0-14 0,6 0-9 0,-3 3-19 15,-1-2-7-15,4 4-12 0,-3-2-3 0,6 5-5 0,-5-3-5 16,8-2-13-16,-3 2-8 0,1 1-1 0,2-5-3 0,2 8 1 15,1-6-4-15,3-2-6 0,-1 0-1 0,4 1 2 16,-3-3-3-16,4-3 0 0,0 3-1 16,2-5-1-16,-2 0-3 0,-10 0-5 0,23-5 6 0,-13 3-5 15,1 1-1-15,-2-7 7 0,-1-2-6 0,-1 2-6 16,-1-1-1-16,-1-1 5 0,-5 1 1 0,0-2 5 0,0-1 2 16,0 2 9-16,0 1-12 0,-3-3 1 0,1 0-9 0,-4 0-1 15,-1 3-1-15,0 0 3 0,-3 1-2 0,10 1-6 16,-6-1-7-16,6 4-10 0,-5-2-20 15,2 0-10-15,3 6-19 0,8-8-24 0,-2 4-16 0,3 0-16 16,12 0-11-16,-1 0-12 0,12 0-2 0,2-3-8 16,11 0 3-1,3 1 2-15,0-1 0 0,2 0 12 0,-2-6-5 0,-5 6 30 16,1-8 13-16,-9 7 10 0,6-5 13 0,-11 2 19 16,-5 0 28-16,-7 6 34 0,-3-6 35 0,-3 5 18 15,-2 1 20-15,-4 0 2 0,3-2 12 0,-4 3 3 16,0 1 1-16,-5 3-8 0,0-6-5 0,0 6-10 15,0 0-11-15,-5-9-4 0,5 9-7 0,0 0-5 16,0 0-8-16,-20 3-6 0,11 3-4 0,0 0-4 0,2 1-3 0,-5 5 1 16,7 0-4-16,-6 3-4 0,2 1 5 0,1 0-9 15,-2 2 1-15,7 2 1 0,-4 3-3 0,-1 4 1 16,8-1-3-16,-2 2-2 0,4 1 5 0,1 1-1 16,4 0 3-16,0 10-7 0,-1-10 2 0,4 2 0 15,3 7 0-15,1 3 2 0,-1-3 1 0,-5-8-4 16,0-4 3-16,4 2-27 15,-2-2-18-15,-3-7-24 0,-1-5-34 0,-1 5-43 16,-2-4-61-16,6-8-49 0,-9 0-246 0,0-4-531 16,0-4 235-16</inkml:trace>
  <inkml:trace contextRef="#ctx0" brushRef="#br0" timeOffset="127350.97">20023 4524 210 0,'-4'-2'400'16,"4"2"3"-16,-9-4-12 0,9 4-25 0,0 0-16 15,0 0-22-15,0 0-42 0,9-10-25 0,-5 5-32 16,5 2-20-16,-3 0-23 16,9-3-18-16,-5 3-19 0,10-2-22 0,3 1-46 15,4-2-53-15,3 0-53 0,1 3-57 0,4-2-60 16,-4 5-76-16,6-4-100 0,-8 1-247 0,9-2-612 15,-3 1 272-15</inkml:trace>
  <inkml:trace contextRef="#ctx0" brushRef="#br0" timeOffset="130942.43">25591 5106 97 0,'5'-30'345'0,"-5"-3"7"0,2 5-3 0,5-1-11 15,-6 4-3-15,4-2-17 0,-5 10 0 0,0 0-11 16,0 7-6-16,0-3-19 0,2 5-26 0,-2-3-31 0,0 6-25 16,0-3-27-16,7 5-25 0,-7 3-20 15,0 0-14-15,0 0-8 0,0 0-15 0,-9 28-7 16,9-9-11-16,0 4-7 0,0 9-4 0,0 10-8 0,-5-3-7 15,4 6-8-15,-8-2 2 0,8 4-4 0,-3-1-5 16,-4-2-6-16,8-3-2 0,0-2-5 0,-2-8-2 16,2-3-10-16,0-1-7 0,0-4-3 0,-3-2-16 15,3-4 5-15,0-1 1 0,0-5 1 0,0-1 2 0,3-4 5 0,-3 3 8 16,0-6 8-16,0-3-5 0,0 0 2 0,0 0 1 16,0 0-4-16,30-15-8 0,-20 7 6 0,3-5 2 15,2 2-9-15,-1-1 4 0,7-1 0 0,-4 4 2 16,4-3-2-16,-4 4 0 0,1 1-2 0,-2-3-2 15,1 5-3-15,1 2 1 0,-5 1-8 0,4 1-11 16,-5 1-15-16,1 1 3 16,0 4-9-16,-5 0-7 0,6 0 1 0,-4 7-4 15,-4-4-3-15,1 4 2 0,-4-1 6 0,4 2-1 16,-2 1 8-16,-5 1 1 0,0-2 7 0,0-1 2 16,-2 2 4-16,-3-2-2 0,0-2 12 0,2 0 0 15,-4 0 4-15,1-2 2 0,-8 3 3 0,4-5-2 16,4 1 5-16,-4-2-5 0,-3-2 9 0,1 1-4 15,-3-2-3-15,5 3 14 0,-5-9-3 0,2 8 3 0,3-8 0 0,-2 3-1 16,1-1-1-16,11 2 4 0,-18-4 0 0,9 1-3 16,1 0 7-16,2-4-2 0,-3 4 4 0,9 3-5 15,-6-7 5-15,4 3-8 0,2 4 0 0,-7-8-5 16,7 8 1-16,9-8-9 0,-3 3-4 0,3 2-3 16,2-1-5-16,6-1-6 0,1 2 3 0,3-1-15 15,8-3-1-15,2 3-1 16,4 0-8-16,11 0 1 0,-11 0 0 0,10-2 8 15,-2-2-5-15,0-1 5 0,-10 1 8 0,1 0 1 16,8-6 6-16,-9 5 4 0,-3-2-1 0,-4-1 4 16,4-2 1-16,-7 2 8 0,-10 0 4 0,1 0 17 15,-3-1 6-15,-6 2 11 0,5-1 22 0,-5 3 10 16,-5 0 1-16,0 1 6 0,7 0-1 0,-14 0-1 16,5 2-14-16,-3 0 1 0,-3 0-14 0,0 5 1 0,-4-1-6 0,1-1-9 15,11 3 2-15,-27 5-4 0,12 2-8 0,2 1 3 16,-2-1-3-16,0 3-1 0,0 0-1 0,9 0 5 0,-6 5-13 15,1-3 5-15,6 5 6 0,3-4 2 0,-1 2-6 16,3 0 2-16,0 1 2 0,3-1 4 16,2 2-2-16,2-2 3 0,3 3-3 0,-2 0-5 0,7-3-21 15,6 0-16-15,-1 0-25 0,10 3-50 0,0-2-35 0,-1-4-49 16,1 3-56-16,13-6-73 0,-11 3-311 0,4-5-675 0,-6-1 300 16</inkml:trace>
  <inkml:trace contextRef="#ctx0" brushRef="#br0" timeOffset="133664.93">27506 4916 208 0,'0'-9'312'0,"4"4"-27"15,-4 0-33-15,0 5-26 0,8-5-24 16,-8 5-26-16,0 0-19 0,7-2-18 0,-7 2-14 16,0 0-12-16,11 15-10 0,-7-3-9 15,4 0-11-15,-2 5-2 0,-1-1-11 0,7 2-10 0,-4 7-8 16,2-1-6-16,2-1-3 0,-1 3-4 0,-2-7-14 15,1 4 6-15,-5-4-5 0,4 6 0 0,-2-5-2 16,1-2-4-16,-4 0-4 0,-1 0-2 0,2-1 0 16,-5-3-5-16,0-2-1 0,0-1-1 0,0-2 4 0,0-2-4 0,0 1 3 15,0-2 7-15,0-6 20 0,-3 8 30 0,3-8 37 16,0 0 25-16,0 0 19 0,0 0 6 0,0 0 9 16,0 0 11-16,0 0 5 0,0 0 6 0,-2-29-15 15,2 17-4-15,2 0-15 0,1-3-13 0,7 0-15 16,-2-4-12-16,4-6-13 0,3 8-9 0,8-3-11 15,-3-4-13-15,-5 11-16 16,6-4-21-16,-6 3-19 0,2 1-26 0,-3 2-34 16,3 1-45-16,-4 4-41 0,2-1-37 0,-7 3-36 15,6-2-28-15,-6 5-26 0,-8 1-27 0,16 3-20 16,-9-2-14-16,-2 6-17 0,-2-2-207 0,1 3-594 16,-4-1 263-16</inkml:trace>
  <inkml:trace contextRef="#ctx0" brushRef="#br0" timeOffset="134783.37">28051 5226 99 0,'5'-4'216'0,"3"-3"-5"0,-3 0-5 15,3 0-1-15,1-1-1 0,-3-1-8 0,1-1-7 16,0 0 4-16,1-6-3 0,-3 7-2 0,-2-6 0 16,5 3 2-16,4-5-7 0,-9 7 1 0,2-4 2 0,-3 2-2 0,3 2 11 15,-2 1-12-15,-3-2-2 0,2 2-2 0,-2 2-20 16,-2-5-11-16,2 6-21 0,0 6-11 0,0-9-16 15,-1 5-11-15,1 4-17 0,-14-4-12 0,14 4-7 0,-11 0-15 16,-1 5-6-16,6 0-9 0,-4 2 2 16,-2 5-5-16,2-3-7 0,-8 6-3 0,8-2-9 15,-2 6 2-15,-3 3-21 16,9-1-3-16,3-5-9 0,-4 4-2 0,2 2-9 16,3 2-5-16,2-4 9 0,2 0-2 0,3-1 11 15,3-2 7-15,5 0-5 0,-6 0 3 0,15-1-6 16,-6 1 1-16,6-5 11 0,-1 0-19 0,9-3-4 0,0-1-6 15,-2-1 0-15,3-7-6 0,2 1 4 16,-3-2-3-16,0-6 4 0,-5 0 2 0,5 0 19 16,-2-5-13-16,-7-3 6 0,-1 0-3 0,3-5-2 0,-6 0-3 0,-1-3 1 15,-2-7-2-15,-3 3 3 0,-1 0 4 0,3-10 2 16,-9 7 4-16,-1-2 3 0,-1 2 3 0,-2-12 16 16,0 14 16-16,-4-3 11 0,-1 4 9 0,-1-1 1 0,-1 1 6 15,1 1-8-15,-1 10 4 0,0-3 4 0,-1 0-3 16,5 6-2-16,-4 2-3 0,0 1-2 0,6 2-6 15,-3-1-1-15,3 4-2 16,-1 0-8-16,-4 0-10 0,4-2 3 16,2 7-25-16,0 0-12 0,0 0-3 0,0 0 9 15,0 0-2-15,0 0 8 0,-13 17 0 0,13-8 4 16,0 3 1-16,-2 4 2 0,4 3 1 0,-2 8 2 0,-2 0-1 16,2 7 3-16,0-6 1 0,0 13 6 0,2 0-4 15,4 0 0-15,-4-1-6 0,3-10-1 16,-3 4-8-16,12 6-2 0,-4-1-6 0,-3-10 1 0,8-1 1 0,3-1 0 15,-3-2-5-15,3-2-5 0,5-1-6 0,2 1 2 16,2-10-6-16,1 2-5 0,2-5-2 0,-4 0 2 0,1-7 3 16,1-3 5-16,0-3 3 0,-5-5 6 0,-1 4 0 15,2-5 6-15,0-7 4 0,-8 6 4 0,7-12 2 16,-3 4 2-16,-5-3 5 0,0 0 6 0,-7 0 9 16,2 2 20-16,-5 1 16 15,5 1 8-15,-10-1 11 0,0 0 16 0,0-2-14 16,0 3 3-16,-3 9-9 0,3-6-7 15,-7 6-6-15,2 0-6 0,-5-4-2 0,5 6-9 0,-3 0-3 16,1 4-3-16,7 2-1 0,-23 3-8 0,12 2 3 16,-1 1 0-16,-1 6-3 0,3-8-8 0,-2 12-3 15,1-3-10-15,1 5-2 0,0-4 1 0,3 5 2 16,1 1 1-16,4-4-7 0,-1 2-1 0,3 0-1 0,5-3-3 0,-2 1-4 16,7-2-9-16,1-1-11 0,3-2-14 0,-1-2-14 15,8 0-5-15,1-3 4 0,-2-3 5 0,3-2 6 16,2-2 3-16,1-2 6 0,1-3 8 0,-1-1 2 15,-1-4 5-15,2-1 8 0,-4-2 6 0,-7 1-1 16,-1 1 20-16,0-2 14 0,-2 1 11 0,-1-1 19 16,-2 0 19-16,-5 1 9 0,-2 4 13 0,4-1 4 0,-2 2-4 0,-5 4-7 15,1-6-7-15,1 8-10 0,-2 2-12 0,5-6-11 16,-5 6-4-16,0 0-2 0,0 0-9 0,0 0-3 16,0 0 0-16,0 0-1 0,-7 25-3 0,9-14 2 15,3 1 1-15,-2 0-3 0,1 3 2 0,-1 0-1 16,3-2-6-16,-1 5 2 0,0-2 1 0,5-1-2 15,-3 1 5-15,6 0-2 16,0-4-1-16,1 2-1 0,-6-5 1 0,5 5-1 16,4-7 3-16,-9-4-1 0,4 2-1 0,-2-4 7 15,3-1 8-15,-13 0 8 0,15-3-3 0,-9-2 6 16,8-3 17-16,-9-2-6 0,6-2 0 0,-6-4 16 16,5 0 5-16,-7-3 4 0,6 3-1 0,-6-2 14 15,2-6-6-15,-3-2-6 0,4-1-9 0,1 3-7 16,-6 2-14-16,6 1 2 0,-5 6 10 0,-1-5-21 0,4 9-6 0,-5 0-15 15,0 3-20-15,7-1-21 0,-7 2-35 0,0-2-44 16,0 9-24-16,3-3 12 0,-3 3-14 0,0 0-19 16,0 0-15-16,9 19-14 0,-5-8-20 0,3-1-8 15,-2 7-25-15,5 0-183 0,2-4-456 0,-4 5 202 16</inkml:trace>
  <inkml:trace contextRef="#ctx0" brushRef="#br0" timeOffset="135854.34">30034 5249 104 0,'0'-12'247'0,"0"3"-1"15,-2-4-1-15,1 4-4 0,-3-3-10 0,1 4-10 16,-5-3-22-16,6 3-13 0,-3 1-23 0,2-5-17 16,-6 9-15-16,4-2-16 0,-3 1-13 0,3 1-15 15,5 3-3-15,-18 0-14 0,5 4-5 0,-4-1-6 16,2-1-6-16,0 5-7 0,-1 7-2 0,-1-5-7 15,2 3-7-15,-1-3 2 0,8 4-5 0,-4 3-10 16,0-3-2-16,2 1-10 0,2 1 5 0,2-2-3 0,2 2-11 16,-1 0 1-16,5 0-6 0,9-6 0 0,-9 3-4 0,6-2-6 0,2-1-11 0,2-1-9 15,7 1-4-15,-7-8-7 0,10 1 0 0,-4-2-1 16,4 0 1-16,2-2 8 0,-4-2 1 0,7-7 2 16,-5 4 6-16,-1-1 5 0,3-8 2 0,-4 4 3 15,0-6 9-15,4-2 3 0,-12 5 11 0,3 2 18 16,-3-2 24-16,-2 2 18 0,-1-2 11 0,0 4 10 15,-7 2 16-15,3 0 1 16,0 0 1-16,4 3-10 0,-6 3-14 0,-1 3-11 16,0-7-7-16,0 7-16 0,4-10-12 0,-4 10-23 15,0 0-2-15,0 0-6 0,0 0-3 0,0 0-5 16,-5 25-3-16,0-15 3 0,3-1-3 0,2 1 4 16,0 2-4-16,0 2 1 0,2-2-2 0,-2 3-4 0,6 5-3 15,-1-5-6-15,4 2-2 0,-3-3-8 16,4 1-6-16,3 0-1 0,1-2-3 0,-1-1 4 0,2-2-5 0,1 2 1 15,4-7 1-15,-3 0 3 0,-2 0 5 0,-2-5 6 0,0 0 7 16,0-2-3-16,1-3 7 0,-1-3 5 16,-5 0 8-16,2 2 7 0,-5-2 5 0,8-5 1 15,-8 2 13-15,0 1 1 0,2-3-1 0,-5 1 3 0,2 1 0 16,1-1-5-16,-1 4-2 0,-4 1-3 0,1-1 0 16,-1-2-1-1,4 5-8-15,-4 1-11 0,0 4-16 0,6-4-1 16,-6 4-1-16,0 0 4 0,0 0-1 0,0 0-8 15,0 20 3-15,0-12-10 0,4 2 2 0,-4 1-8 16,0 1-10-16,5 0 2 0,3 1 1 0,-3-3 1 16,5 6 3-16,-2-5 12 0,7-1-7 0,-7 4 12 0,5-4 3 15,7-4 4-15,-3-3 0 0,-2 1 8 0,-2 3 2 16,9-7 9-16,-6 0 15 0,-1-10 2 0,0 8 19 0,-2-5 5 16,0-1-2-16,2-4 15 0,-5 1 6 0,-3-1 7 15,1 0 9-15,-1-3 2 0,-1 4 14 0,1-1-3 16,-2-1 2-16,-3 3 1 0,3 0 0 0,-2 1-9 15,0-3-12-15,-1 5-1 0,1 3-8 0,0 0-6 0,-3 4-11 16,7-10 4-16,-7 5-26 0,0 5-18 0,0 0 0 16,0 0-4-1,15-1-3-15,-15 1-10 0,5 8-6 0,5 0-5 16,-4-3-2-16,8 2-15 0,1 5-4 0,1 0-2 0,2-1-9 16,7 0-12-16,5-3-12 0,-4 4-6 15,6-1-10-15,1-3-15 0,-2 0 2 0,1-3 0 16,1 1 2-16,0-5-2 0,-3-1 15 0,3-4 12 0,-2-2 5 15,-2 0 9-15,-6-3 11 0,8-3-2 0,-8-3 6 16,-8 0 4-16,3-8 1 0,-6 0 16 0,-2-3 5 0,2-4 9 0,-7 0 27 16,-5-11 12-16,0-2 6 0,-2 1 13 0,2-5 14 15,-12 5 29-15,9-4 26 0,-7-1 1 0,0 3-11 16,0 0-4-16,4 3 6 0,-8 2 10 16,9 11 2-16,-5 1 4 0,9 1 7 0,-6 8 5 0,1 2 0 15,6 1-6-15,-2 3-9 0,-1 3-16 0,3 2 2 16,-2-1-30-16,2 8-31 0,0-6-4 0,0 6-1 0,0 0-7 0,0 0 2 15,2 30-2-15,3-12-6 0,1 3-3 0,2 6 12 16,-1 3-15-16,0 18 2 0,-1 1-2 0,6 2 2 16,1 3-2-16,-3 2 1 0,2-1-10 0,-2 1-15 15,-5 1-8-15,3-4-13 0,-2 1-4 0,3-5-15 16,1 2-6-16,0-6-6 0,-5-3-3 0,-2-12-4 16,3-5-15-1,-2 1-9-15,2-5 1 0,3-4-5 0,-4-8-3 0,-4-1 4 16,8-1-20-16,-4-3-26 0,3-4-24 0,-8 0-25 15,16-8-154-15,-9-2-375 0,-2 0 167 0</inkml:trace>
  <inkml:trace contextRef="#ctx0" brushRef="#br0" timeOffset="136007.97">31575 5364 510 0,'0'-26'-1'0,"6"-4"39"0,-6 2 24 0,0-2 46 15,-6 2 38-15,6 0 26 0,-2 3 10 0,-3-2 9 16,3 7 13-16,-4 7 4 0,6-5-4 0,-5 5-10 0,5 2-10 0,-3 0-10 16,-4 2-11-16,7-1-12 0,0 4-15 0,0 6-17 15,-2-7-21-15,2 7-19 0,2-7-18 0,-2 7-9 16,0 0-22-16,0 0-12 0,28 8-33 0,-11-2-31 15,4 4-28-15,-3-2-32 0,9 2-46 0,6 2-55 16,10 2-41-16,0 3-192 0,0-6-476 0,-5 0 211 16</inkml:trace>
  <inkml:trace contextRef="#ctx0" brushRef="#br0" timeOffset="137141.87">22831 6589 275 0,'-2'-17'334'0,"-3"2"-14"15,-3 0-16-15,8-1-23 0,-9 1-11 0,1 5-18 16,3-3-13-16,-5-1-23 0,-5 5-17 0,10 3-24 0,-9-4-29 0,2 6-7 16,0 4-18-16,-1-3-22 0,-3 3-11 15,1 5-6-15,-2 2-11 0,2 4-5 0,0 1-4 0,2 6 4 16,-2 3-20-16,7 6-3 0,-4 2-2 0,11-1-12 15,-4 14 5-15,1-11-6 0,8 10 0 0,1 1-5 16,1-1 1-16,8 2-6 0,-3 0 2 0,4 4-7 16,5-3 2-16,-5-3-1 15,0 1 13-15,1 0-11 0,-3 2-9 0,4-2 2 16,1 0 2-16,-3 0-7 0,-7-3-11 0,2-9-7 16,-5 0-4-16,4-3 3 0,-8 3-25 0,3-3-5 15,-8-8-11-15,4 1-6 0,0-2-4 0,-1-3-17 16,-8-2-16-16,4 2-19 0,-3-6-27 0,6-1-28 15,-3-2-43-15,-1-5-53 0,-1 1-203 0,7-2-511 16,0 0 226-16</inkml:trace>
  <inkml:trace contextRef="#ctx0" brushRef="#br0" timeOffset="137627.54">22558 7044 222 0,'-2'-7'370'0,"-5"-1"-14"0,1 1-4 16,6-1-31-16,-2-3-25 0,2 7-31 0,-5-5-15 15,5 0-17-15,0 2-30 0,0-1-18 0,5 2-22 16,-3-5-14-16,4 7-22 0,3 0-29 0,-1-3-24 16,-2 3-21-16,8 3-9 0,-1-3-20 0,3 1-18 15,6 3-12-15,-4 3-9 0,0 1-13 0,7-3-10 0,-5 3-4 0,5 1-4 16,-4-2-1-16,9 3-1 0,-8 2 0 0,-7-4 3 15,4 2 3-15,-4-3 2 0,0 2 4 0,0-5 3 16,-7 2 5-16,1 1 0 0,-3 1 7 0,3-3 0 0,-9-1 1 16,5 6 1-16,3-3-2 0,-8-3 2 15,6 2 4-15,-6-2-3 0,9 4 3 0,-4 3 4 16,-5-3 1-16,0-4 0 0,8 8 3 0,-6 1 4 0,-1-3 0 0,8 3 1 16,-3 2 3-16,-1-2-5 0,5 1 0 0,3 7 2 15,-3-5-14-15,2 5-9 0,-4-4-5 0,4-1 4 16,-1 0 0-16,-2 3-3 0,0 0-3 0,1-3 6 0,-1 0 1 15,-4-7 0-15,3 5 8 0,-8-3 1 16,7-3 17-16,-7 1 37 0,8-3 29 0,-8-2 3 16,0 0 22-16,0 0 4 15,0 0 14-15,5-18 9 0,-5 9 20 0,-4 2 21 16,3-5 8-16,1-2 13 0,1-6 10 0,-1 8 1 16,4-7-15-16,-4 3-13 0,1-3-16 0,4 4-18 0,-1-4-10 15,2 2-14-15,3 1-14 0,-3 2-8 0,4 1-5 16,3-1-25-16,1 2-33 0,-1 4-40 0,3-3-42 15,8 1-46-15,-6 5-40 0,0 2-41 0,2 1-57 16,1-1-62-16,1 3-60 0,-1 3-310 0,3-3-734 0,0 2 324 16</inkml:trace>
  <inkml:trace contextRef="#ctx0" brushRef="#br0" timeOffset="138006.43">24519 6816 242 0,'3'-6'364'15,"-3"1"-36"-15,0 5-36 0,8-3-35 0,-8 3-26 16,0 0-28-16,0 18-17 0,0-2-19 0,0 0-18 16,-5 10-12-16,2 5-22 0,-2 7-8 0,4 8-12 15,-4-1-7-15,3 8-8 0,-3-2-7 0,10-4-8 0,-5 6-7 16,0-1-2 0,0-5-5-16,0-1-4 0,2 1-6 0,-4-1-2 15,-3 1-1-15,5-10-5 0,-3 4 1 0,4-11-6 16,-2 0-3-16,-1-6-5 0,-1-5 2 0,6-4-13 15,-8 2-33-15,7-7-14 0,-2-2-14 0,0-1-19 16,3-2-45-16,-3-5-59 0,10 3-45 0,-10-3-54 0,13-12-178 16,-10 5-490-16,7-12 218 0</inkml:trace>
  <inkml:trace contextRef="#ctx0" brushRef="#br0" timeOffset="138307.2">24691 6922 197 0,'-2'-16'381'0,"-4"-5"5"0,1 4 7 0,3 4-16 16,2-6-20-16,-2 7-2 0,2 2-6 0,0 0-20 0,2 1-27 0,0 1-20 16,-2-2-37-16,0 4-21 0,3-2-29 0,-1 6-22 15,-2 2-20-15,11-5-18 0,-11 5-16 0,17 0-14 16,-7 5-10-16,-2 0-11 0,7 4-12 0,-2 3-9 16,0 3-19-16,-1 0-19 0,0 0-16 0,-1 4-14 15,2 5-10-15,-8-8-10 0,9 8-10 0,-11-5-24 16,0-4-11-16,1 8-2 15,-4-8-6-15,-7 1-4 0,4 3 1 0,-11-3-1 16,6-1-11-16,-5-3-2 0,-7 0-17 0,-5 0-12 16,-3-2-12-16,-2-2-18 0,5 1-19 0,-8-6-21 15,10 1-25-15,3-4-31 0,4 0-19 0,1 0-25 16,5-5-162-16,-2 3-493 0,4-3 218 0</inkml:trace>
  <inkml:trace contextRef="#ctx0" brushRef="#br0" timeOffset="139316.28">24809 6957 61 0,'21'-8'226'0,"-11"4"8"0,7-4 0 16,-4 4-10-16,-8 0-15 0,10-3-18 0,-5 5-16 16,3 0-20-16,-5-1-17 0,-8 3-10 0,30 3-14 0,-15 0-11 15,3 5-9-15,-1 0-12 0,2 0-6 0,1 1-6 16,0 1-11 0,-3 0-3-16,3 6-5 0,-2-3-6 0,-2 1-6 15,2 4-5-15,4 1 0 0,-9-2-5 0,-1-4-1 16,1 2-4-16,0 1-2 0,-6-5-1 0,1-3 0 15,-6 3-4-15,3-4-2 0,3-4 0 0,-8 3-4 16,0-6 3-16,2 9-1 0,-2-9 2 0,0 0 5 0,0 0 7 16,0 0-1-16,0 0 4 0,0 0-3 0,5-20-8 15,1 13 4-15,-4-3-1 0,5 0-5 0,1-6-1 0,7 5-4 0,-2-4 0 16,9-2-1-16,-1-2 0 0,-1 0-3 16,3 1-3-16,0 3 1 0,4-4-2 0,-4 1 0 15,0 1-3-15,-6 0 8 0,-1 7-1 0,-6-4 23 0,-2 9 18 16,2-3 6-16,-1 1-6 0,-4-3 4 0,-2 6-5 15,0-2-3-15,-3 6-13 0,0-9 0 0,0 9-6 16,0 0-9-16,-18-5 0 0,18 5 0 0,0 0-5 0,-27 11-1 0,16-5-2 16,6 0-5-16,-5 3-5 0,5 0-3 15,2 0-2-15,1 6 1 0,4-9-2 0,1 12-8 16,7-4-9-16,8 7-15 0,0-5-18 0,6 3-19 0,5-4-15 16,3 0-18-16,12 2-12 0,0-2-8 0,7-1-3 15,-2-1-15-15,3-4 25 0,-3 1 1 0,-1-2 2 16,4-4 22-16,-8-2 7 15,-9-4 14-15,-3 2 5 0,1-7 13 0,-3 1 21 16,-7 2 26-16,-5-3 23 0,-3 0 4 0,-2-2 9 16,-5-2 3-16,-8 3 0 0,0-3 9 0,-6 0 13 15,-3-2 10-15,-5-1 5 0,-1 2 2 0,-4 2-2 16,-5 0-1-16,-1 1-4 0,-5 1-4 0,-1 2 1 16,-3 2-8-16,1 2 2 0,0-3-11 0,-2 10-3 15,6-2-6-15,1 4-6 0,1 1 0 0,4-1 0 0,5 2-6 0,-1 3-2 16,5-1 1-16,0 5-1 0,1-1-1 0,6 0 1 15,4 5-7-15,3-2 4 0,0-6-3 0,3 6-3 16,1 0 4-16,7-3 0 0,1 0-2 0,0-1-7 16,2-4-9-16,3 2-7 0,0-5-4 0,4 1-7 15,4-5-2-15,-5-3-4 0,10-4 4 0,-1-5-5 16,-1-1-3-16,-6-2-1 16,8-1-4-16,-10-6-9 0,4-6 0 0,-2 5 3 15,3-14-3-15,-2-2 8 0,-3-1 3 0,3-3 1 16,-8-3 8-16,0 0 7 0,-2-2 11 0,-5 3 28 15,-3 2 29-15,2 8 11 0,-4-6 13 0,-3 7 5 16,0 4 16-16,0 4 11 0,-3 4 7 0,3 3-6 16,-3 0-6-16,3 6-8 0,-4 2-17 0,4-1-16 15,0 4-3-15,-3 0-18 0,3 5-2 0,0 0-1 0,0 0-4 0,-10 18-5 16,3-5 2-16,7 4-3 0,0 1-4 0,0 9-5 16,-3 2-4-16,0 2 3 0,3-1-3 0,3 3 3 15,0 5 3-15,4-7-4 0,-2 8-7 0,-2-8 1 16,2 3 0-16,5-6-9 0,-3 3-3 0,1-5-6 0,5-1 2 15,-6-3-3-15,3-2 1 0,3-1 11 0,-1-3-7 16,-1-2 2 0,1-5 6-16,-5-1-4 0,4-8 3 0,-6 5 3 15,10-2 1-15,-2-3-2 0,-13 0-2 0,20-8 5 16,-8 0 6-16,1-6 7 0,-5 2 11 0,5-5 12 16,-3 2 8-16,2-7 11 0,-2 4 17 0,-5 0 17 0,6-2 11 15,-6-5 9-15,2 5 1 0,0 1-2 0,-4 2 2 16,4 2-7-16,-2-2-5 0,-4 6 2 15,3 0-7-15,0 4-13 0,-4 1-11 0,2 0-9 0,-2 1-11 0,0 5-14 0,0 0-7 16,5-6-9-16,-5 6-1 0,0 0-5 16,0 0-12-16,8 25-18 0,-8-15-14 0,2 5-16 15,5 3-24-15,-1-5-23 0,-4 7-19 0,3-1-23 0,2 1-9 16,1-2-21-16,7 5-24 0,-2-7-25 0,-5 3-34 16,7 1-35-16,0-5-30 0,5 4-33 15,-5-7-217-15,10 2-605 0,-1-1 267 0</inkml:trace>
  <inkml:trace contextRef="#ctx0" brushRef="#br0" timeOffset="139795.44">27233 6999 168 0,'0'-9'308'0,"-6"0"2"0,1 0-1 16,0 1-14 0,-4 1-16-16,-2-2-8 0,-4 2-7 0,0-4-1 0,2 2-17 15,-5 6-18-15,-4 0-18 0,6 1-14 0,-6 1-19 16,2-1-24-16,4 2-9 0,-4 2-20 15,5-1-9-15,0 6-12 0,2-2-9 0,-2 3-11 0,7 0-17 16,-4-2 0-16,5 4 0 0,1 1-12 0,1 5-6 16,1-5-6-16,0 0-3 0,4 0-9 0,8 5-11 15,-3-4-6-15,8 0-20 0,-1 0-17 0,2 2-18 0,6-5-20 0,10 0-19 16,-3 5-12-16,-1-6-15 0,7-5-15 0,-8 2-7 16,11-3-15-16,-1-7-5 0,-2 2-5 0,9-4-17 15,-1-7-11-15,0-1-17 0,-4-5-12 0,-7 4-14 16,6-10 16-16,-1-5 4 0,-4-1 1 0,-1-2 13 15,0-3 14-15,-10-4 16 0,1 3 27 0,-11-2 45 16,5-2 45-16,-8-1 33 16,-6 0 44-16,-1 5 42 0,0 7 29 0,-8 1 31 15,5-9 30-15,-4 12 17 0,1 3 24 0,-3-1 9 16,3-2 16-16,-3 10 5 0,1 4 0 0,6-2-8 16,-1 6-8-16,-2-6-19 0,5 9-25 0,-5 0-20 15,5 6-22-15,-5-7-28 0,5 7-26 0,0 0-5 16,0 0-9-16,0 0-6 0,-5 20-3 0,9-5-8 15,-3 5-4-15,1 7-5 0,1 3-4 0,-3 0-2 0,5 10-9 0,-2 3-10 16,-1-3-20-16,1 5-21 0,-3-3-14 0,2-2-25 16,1 1-27-16,6-1-13 0,-4 1-36 0,-4-8-26 15,4-4-37-15,-5-1-39 0,4-1-30 0,-4-1-34 16,1-5-217-16,3-5-568 0,-8 0 252 0</inkml:trace>
  <inkml:trace contextRef="#ctx0" brushRef="#br0" timeOffset="140381.07">27536 6895 78 0,'0'-7'294'0,"0"-3"-2"16,0 0-14-16,4 1-18 0,-3 1-15 0,4 0-6 15,-2 1-22-15,4-4-14 0,0 6-28 0,1-1-15 16,0 1-18-16,7-2-17 16,-7 3-15-16,6 3-8 0,1-1-15 0,6 4-6 15,-6-2-7-15,5 4-5 0,3-1-9 0,3 3-12 16,-7 1 0-16,4 1-9 0,3 3 1 0,-2 2-12 15,-5-1 6-15,1 2-8 0,-2-3-5 0,4 8-5 16,-5-9-9-16,1 12-7 0,-3-10-8 0,-2 5-4 0,2-2-7 16,-2-3-9-16,-5 1-1 0,6-2 5 0,-6-2-4 15,-2-2 9-15,1 1 0 0,1 0 4 0,6-4 2 0,-11 0 5 16,8 0 1-16,-4-3 1 0,1 1 2 0,1-1 1 16,-9-1 1-16,19 0 1 0,-2-3-2 0,3-2 0 15,0 4-2-15,8-2 1 0,-2-1 3 0,6-3-7 16,-2 3 7-16,4-1-5 0,13 1 1 0,-4-2 1 0,1 0-2 15,6 3-1 1,-7-1 2-16,3 2-12 0,2 0 2 0,0 2-1 16,-3-3 4-16,0 3 1 0,-9-1 0 15,-1 1 5-15,-2 0-1 0,-5 1 3 0,-8-1-1 0,3 0 1 0,-3-1 2 0,-5-1 6 16,-5 1 3-16,2-2 5 0,-1 0-2 0,-6 0 4 16,5-3 0-16,-3 3 0 0,-7-4-3 15,0-1-2-15,0 8-1 0,-7-17 6 0,7 13 3 0,-10-2 0 16,5-3 1-16,-6 1 1 0,4 1 0 0,-5 5-7 15,-1-1 0-15,3-2-4 0,-1-5 1 0,-1 8-7 16,-3 2-1-16,7 0-2 0,-7 2 4 0,-3 8-3 16,3-3-1-16,2 2-4 0,1 9 5 0,4-1 0 15,-4 3-2-15,1 7 4 0,1 5-3 0,5-2 1 16,0 9 0-16,0 10 7 0,5-2 0 0,0-5-3 0,0 6-1 16,6-2 2-16,-6 0-1 0,4-3 2 0,-4-1 2 15,5-11 0-15,-5 0-3 0,5-4 1 0,-4-2 0 0,-1-8-1 16,0 0-27-16,0-5-21 0,0-4-16 0,-1-1-26 0,-4 0-54 15,5-7-58-15,0 0-65 0,0 0-188 16,-15-23-487-16,6 5 215 0</inkml:trace>
  <inkml:trace contextRef="#ctx0" brushRef="#br0" timeOffset="140650.57">28461 6454 126 0,'0'0'412'0,"-6"-4"-31"0,6 4-39 0,0 0-35 0,0 0-29 0,-15-1-32 16,15 1-25-16,0 0-28 0,0 0-18 0,0 0-20 16,0 0-12-16,0 0-22 0,0 0-6 0,0 0-9 15,0 0-8-15,0 0-6 0,0 0-13 0,0 0-10 16,0 0-2-16,0 0-9 0,0 0-1 0,0 0-1 15,0 0-12-15,0 0-1 0,0 0-18 0,0 0-42 16,0 0-42-16,0 0-45 16,3-11-46-16,-3 11-56 0,0-8-67 0,-3 1-261 15,-4 2-578-15,-3 0 256 0</inkml:trace>
  <inkml:trace contextRef="#ctx0" brushRef="#br0" timeOffset="141167.47">26954 6430 505 0,'-5'-10'524'0,"1"4"-12"0,4 6-32 16,-3-9-49-16,0 3-44 0,-1-2-40 0,-2 4-36 15,1 0-30-15,-5-1-31 0,5 2-29 0,5 3-22 0,-12-9-40 0,12 9-16 16,-5-5-24-16,5 5-15 0,-5-2-29 16,5 2-18-16,0 0-5 0,0 0-7 0,0 0-7 15,0 0-5-15,9 16-6 0,-4-12-1 0,5 4-9 0,-1 0-17 16,-4-1-8-16,9-4-23 0,-8 3-2 0,3 1-3 15,-1-2-21-15,2-2 6 0,-5 1 0 0,-5-4 6 16,13 0-5-16,-13 0-9 16,5 3-1-16,-5-3-40 0,8 0-28 0,-8 0-28 15,0 0-31-15,0 0-37 0,0 0-44 0,0 0-55 16,0 0-257-16,-15-11-627 0,7 7 277 0</inkml:trace>
  <inkml:trace contextRef="#ctx0" brushRef="#br0" timeOffset="142539.47">30146 6805 318 0,'0'-4'412'0,"0"4"4"16,0 0-22-16,0 0-25 0,-1-8-43 0,1 8-33 15,0 0-33-15,0 0-32 0,0 0-23 0,0 0-22 16,-10-3-25-16,10 3-21 0,0 0-32 0,0 0-13 15,0 0 0-15,-2 19-20 0,2-19-10 0,7 11-15 16,-7-7-7-16,1 3-1 0,4 1-7 0,-1 1-4 0,6-2 7 16,-2-1-8-16,0 0-5 0,5 2 4 0,-3 0-16 0,12-5-11 15,-7 2-9-15,6-2-3 0,1-2-5 0,-1-1-1 16,-1-1 3-16,8-5-2 0,-8 4 1 0,3-1-4 16,2-9 0-16,-2 7 4 0,-4-5 2 0,2 2 5 15,-4-8 1-15,-1 6 2 0,1 0-3 0,-2-4 8 16,-2 3 13-16,-3 1 3 0,-4 1 19 0,1 2-3 0,1-4 8 15,-1 4 4-15,0 0-5 0,-4 3-3 0,0 0-7 0,-1-3-9 16,-2 7-13-16,10-4 1 0,-10 4-5 0,0 0-6 0,0 0 0 16,0 0 1-16,13 15 4 0,-11-3-3 0,3 5-1 15,0-1 4-15,3 9-4 0,-5 2 11 16,2 3-6-16,7 16-3 0,-2-6-1 0,0 2 4 0,3 4-2 16,0 2 0-16,-1 2 2 0,-2 4 5 0,6 21 3 15,-6-19-8 1,5 15-4-16,-8-12-1 0,1-2 3 0,-3 0 20 15,10 16-18-15,-14-20-2 0,6-4 12 0,-5 5-11 0,4-7-6 16,-6-3 2-16,0-3 6 0,-6 1-1 0,4-16 0 16,-3-6 0-16,2-4 4 0,-4 2 9 0,-1-5 43 15,1-2 32-15,-1-3 33 0,1-5 18 0,-6-2 13 16,0-1 7-16,13 0 2 0,-32-9 2 0,16-3 4 16,-7-3-1-16,-4-6-8 0,-4-11-3 0,8-2 3 0,-4-5-12 0,4 2-3 15,0-7-13-15,3 4-6 0,5-7-11 0,0-3-17 16,0 3-8-16,15-7-2 0,-3 0-31 0,6 0-30 15,4-2-24-15,6 5-45 0,2-1-45 0,8 2-56 16,0 4-53-16,5 0-56 0,2 10-40 0,7 1-51 16,-6 5-59-16,10 3-70 0,-1 3-388 0,-5 1-933 15,5 5 412-15</inkml:trace>
  <inkml:trace contextRef="#ctx0" brushRef="#br0" timeOffset="150609.97">2441 9789 277 0,'1'-7'460'0,"-1"-4"-9"0,0 3-6 0,0 1-16 16,0 1-29-16,0-1-34 0,0 7-36 0,0-8-35 15,0 8-37-15,0 0-32 0,0 0-31 0,0-6-27 16,0 6-36-16,0 0-15 0,0 0-15 0,0 0-7 16,5 34-10-16,-1-11-8 0,-4 4-10 0,1-6-7 15,1 11-3-15,0-4-2 0,-1 3-7 0,6 0-5 16,-2 12-3-16,-2-13-3 0,4 2-5 0,-4 7-1 16,2-8-3-16,-5-1-11 0,2-3-38 0,1 1-25 0,2-1-25 0,-3 0-34 15,1-7-30-15,-1 1-17 0,1-3-22 0,0 0-18 16,-1-6-30-16,-2 0-37 0,0 0-31 0,5-8-31 15,-5 3-252-15,0-7-620 0,0 0 274 0</inkml:trace>
  <inkml:trace contextRef="#ctx0" brushRef="#br0" timeOffset="150848.23">2290 9694 177 0,'-5'-4'391'0,"5"4"-11"0,-3-9-32 16,3 3-28-16,0 6-37 0,3-9-31 0,2 6-30 0,2-2-21 15,8 0-28-15,0-3-10 0,1 2-16 0,2 2-13 16,12-5-17-16,-5 4-12 0,1-3-11 0,4 6-8 16,2-5-9-16,-3 3-16 0,1 1-22 0,2-2-34 15,-1 4-24-15,-6-1-22 0,5-1-31 0,-10 3-37 16,3 0-41-16,-7 0-42 0,-2 0-30 0,-3 3-35 15,1-1-196-15,-6-1-489 0,-1 4 216 0</inkml:trace>
  <inkml:trace contextRef="#ctx0" brushRef="#br0" timeOffset="151064.37">2343 9922 20 0,'0'0'219'0,"-8"3"-16"0,8-3-18 0,0 0-18 0,0 0-15 16,0 8-10-16,0-8-15 0,0 0-3 0,8 9-13 16,4-6-4-16,-6 0-7 0,9 1-12 0,8-2-2 15,-6 4-14-15,5 0-4 0,12-3-7 0,-2-4-21 16,-1 2-50-16,4 3-58 0,1-5-53 0,7-3-55 16,-5-3-108-16,4 3-305 0,-11 1 135 0</inkml:trace>
  <inkml:trace contextRef="#ctx0" brushRef="#br0" timeOffset="151327.4">3028 9801 195 0,'0'0'242'16,"0"0"-28"-16,0 0-24 0,0 6-21 0,0-6-16 15,0 14-13-15,5-10-14 0,-5 8-15 0,5-1-10 16,-1 2-9-16,-3 4-8 0,4-1-9 0,0 4-5 16,-1 5-9-16,2 4-6 0,-1-2-5 0,5 0-4 0,-5 1 0 0,3-1-5 15,-6 0-4-15,3-3-3 0,2 3-1 0,-4 3-2 16,-3-6-3-16,6 0-3 0,-6-7-7 0,4 2-36 16,-4-4-18-16,3 2-37 0,-1-9-54 0,-1 0-31 15,3-1-41-15,-3 0-111 0,-1-5-335 0,0-2 149 16</inkml:trace>
  <inkml:trace contextRef="#ctx0" brushRef="#br0" timeOffset="151596.91">3068 9740 306 0,'-5'-7'445'0,"3"2"-7"15,-2-3-14-15,4 8-20 0,-4-11-24 0,4 11-26 0,0-4-31 16,0 4-33-16,0-11-35 0,0 11-27 0,10-9-25 16,-5 6-21-16,5 0-19 0,3-1-20 0,4-1-16 15,-1 1-19-15,3 3-22 0,0-4-23 0,5 0-24 16,0 4-26-16,6 1-36 0,-3 0-29 0,1-3-24 16,-2 3-26-16,-6 2-24 0,3-2-28 0,-1 0-35 0,-6 0-19 0,3 1-49 15,-3 0-22-15,-1-1-33 0,-2 5-221 0,-3 0-578 16,-3-3 257-16</inkml:trace>
  <inkml:trace contextRef="#ctx0" brushRef="#br0" timeOffset="151797.43">3068 9984 163 0,'0'0'259'0,"0"0"-6"0,0 0-12 0,0 0-19 15,23 3-17-15,-23-3-20 0,17 0-18 0,-4 0-15 16,5 4-17-16,0-4-14 0,1 0-13 0,1 0-9 16,-2 0-12-16,2 2-16 0,1-2-39 0,-1 2-42 0,3-2-44 0,-3 1-42 15,0 2-49-15,0-2-65 0,1 2-122 0,-4-3-357 16,-6 4 158-16</inkml:trace>
  <inkml:trace contextRef="#ctx0" brushRef="#br0" timeOffset="152013.57">2962 10488 19 0,'-8'6'267'0,"0"2"-16"0,1-4-18 0,5-1-7 15,2-3-13-15,-5 6-12 0,5-6-8 0,0 0 9 16,7 10 0-16,5-8-12 0,4 0-17 0,6-1-16 0,7-1-18 15,1-1-15-15,0 1-12 0,16 0-30 0,-6 0-56 0,6 1-57 16,-9-1-61-16,8 3-68 0,-11-3-62 0,-2 0-196 16,4-3-453-16,-8 3 202 0</inkml:trace>
  <inkml:trace contextRef="#ctx0" brushRef="#br0" timeOffset="154635.1">3061 10407 150 0,'0'0'302'0,"2"-13"-10"16,-2 5-1-16,0 0-9 0,0 1 8 0,0 1-5 16,0 6 0-16,0-12-7 0,0 9 0 15,0 3-16-15,2-9-17 0,-2 9-24 0,0-8-20 0,0 8-20 16,0 0-25-16,0 0-18 0,0 0-15 0,0 0-22 16,3-4-11-1,-3 4-18-15,0 0-17 0,0 0-18 0,0 0-4 0,0 0-5 16,-3 22-2-16,3-13-26 0,3 2-24 0,-3 4-28 15,2 0-19-15,6 3-19 0,-8 0-13 0,5 0-13 16,3 3-24-16,-1-3-37 0,1 2-45 0,4 2-53 16,-2-9-297-16,-4 1-620 0,9-5 274 0</inkml:trace>
  <inkml:trace contextRef="#ctx0" brushRef="#br0" timeOffset="155136.4">3960 10181 396 0,'0'0'432'0,"0"0"1"0,0-8-20 0,0 8-27 16,0 0-27-16,0 0-24 0,0 0-24 0,7-1-30 15,-7 1-22-15,0 0-35 0,0 0-21 0,0 0-17 16,15-2-25-16,-5 2-17 0,3 0-15 0,7-3-10 16,0 1-13-16,0-1-10 15,16 3-10-15,-8 0-10 0,8 0-9 0,8-1-8 16,2 1-30-16,-13 1-34 0,2-1-35 15,11-1-26-15,-13 1-40 0,4 0-26 0,-9 0-29 0,2 0-26 16,-6 0-35-16,-4 0-44 0,-2-2-51 0,1 2-14 16,-8-1-246-16,2-2-623 0,-3 0 276 0</inkml:trace>
  <inkml:trace contextRef="#ctx0" brushRef="#br0" timeOffset="155405.91">4467 10029 138 0,'0'0'340'0,"0"0"-7"16,-12 0-24-1,12 0-23-15,0 0-37 0,0 0-15 0,0 0-24 0,0 0-23 16,0 0-20-16,0 0-16 0,0 0-17 0,0 0-9 16,20 9-11-16,-13-6-13 0,3 1-2 0,1 4-20 15,-1-5-7-15,3 3-7 0,-1 1-6 0,3 1-8 16,-5 3-4-16,6-3-7 0,-1 2-1 0,0 2-7 15,-2-5-4-15,-6 3-8 0,5 2-24 0,-9 0-16 16,3 1-14-16,-2 0-14 0,-4 1-14 0,-4 2-12 0,-4-3-24 0,-2 2-23 16,-3 4-36-16,-4-3-26 0,-1 7-50 0,-5-3-214 15,3-3-482-15,-1 1 213 0</inkml:trace>
  <inkml:trace contextRef="#ctx0" brushRef="#br0" timeOffset="156339.44">5943 9945 184 0,'0'-20'300'16,"-2"0"10"-16,2 0-3 0,-1 2 22 0,-4 2 6 0,5-3-3 16,-2 8 7-16,-1-3 1 0,3 1 3 0,0 2-5 0,0 3-19 15,0 0-30-15,0 3-29 0,0 5-28 0,0-9-28 16,0 9-28-16,-3-6-20 0,3 6-26 0,0 0-14 15,0 0-13-15,0 0-15 0,6 27-4 0,-4-11-8 16,3 1 1-16,-2 10-20 0,-1 3-5 0,4-1-8 16,-1 12-23-1,-3-7-26-15,0 5-30 0,-1-8-34 0,4 0-32 0,2 8-28 16,-2 0-28-16,1-9-20 0,1 2-21 0,0-2-13 16,3-3-20-16,-2-3-37 0,-1-1-30 0,2-8-37 15,1-3-287-15,-1-2-672 0,-1-4 297 0</inkml:trace>
  <inkml:trace contextRef="#ctx0" brushRef="#br0" timeOffset="156677.97">6302 10035 161 0,'0'-5'218'0,"0"5"-30"0,0 0-18 0,0 0-23 16,0 0-7-16,0 0-16 0,0 0-14 0,0 0-8 15,5 26-12-15,-3-16-12 0,0 7-5 0,3-4-6 16,1 4-9-16,-4 1-2 15,3-3-7-15,3 0-3 0,-1-2-5 0,-4 2-2 16,5-4-6-16,-1 2-2 0,1-5-3 0,-3-2 5 16,3 2-7-16,-1-3 26 0,-4-2 30 0,4 1 21 15,-7-4 12-15,10 0 5 0,-10 0 3 0,16-8-2 16,-7 2 5-16,-3-4 8 0,3-1 3 0,-3-5 21 16,4 5-5-16,-3-2 9 0,6-1 6 0,-3 1 5 15,0 0 4-15,0 1 3 0,-9 3-8 0,4 2-16 0,4-1-15 0,-3 1-18 16,1 1-15-16,-5 0-11 0,4 0-18 0,-6 6-12 15,2-5-9-15,-2 5-10 0,0 0-4 0,18 8-8 16,-10-1-6-16,-3 1-15 0,2 1-20 0,-2 1-18 16,3 2-28-16,5 3-27 0,-4 2-31 0,-3 3-29 15,4-4-18-15,-1 2-12 0,4 4-30 0,-10-2-25 16,7 1-32-16,-3-3-39 0,1-3-43 0,-1-1-252 0,1-6-638 0,-2 0 283 16</inkml:trace>
  <inkml:trace contextRef="#ctx0" brushRef="#br0" timeOffset="156909.73">6999 10145 299 0,'0'0'276'0,"3"-7"-32"0,-3 7-30 0,0 0-21 16,0 0-21-16,2 16-16 0,0-8-15 0,-2 11-13 15,1-1-8-15,3 6 14 0,1 3-4 0,-2 7-12 16,-1 5-7-16,3 3-13 0,0-2-8 0,-2 1-8 15,2 0-4-15,3 2-5 0,-3-4-8 0,5-1-1 16,-5-7-11-16,3-3-8 0,-1-2-22 0,1-2-38 0,-1-5-48 0,-2-4-44 16,3-3-47-16,-3 0-32 0,0-5-53 0,2-3-152 15,-7-4-423-15,6-1 187 0</inkml:trace>
  <inkml:trace contextRef="#ctx0" brushRef="#br0" timeOffset="157796.41">6999 10057 28 0,'-3'-12'377'0,"3"-3"2"15,0 5-24-15,0-2-15 0,0 3-1 0,3-6-18 16,-1 6-39-16,1 2-28 0,0-4-26 0,1 6-26 16,2-2-25-16,-2 4-18 0,6-2-18 0,-4 2-10 15,7 3-18-15,-13 0-16 0,19 5-20 0,-4-2-19 0,1 3-18 0,-1 2-11 16,2 2-15-16,-3-1-12 0,1-3-15 0,2 9-5 15,-9-8-7-15,5 10-7 0,1-7-10 0,-4 4-2 16,-4-1-6-16,1-1-3 0,-6 0-4 0,-1 0-1 16,0 6-3-16,-1-9 0 0,-6 6 4 0,1 2 2 15,-3-7-4-15,-2 7-3 0,-4-7 8 0,5 5 0 16,-10-4-2-16,5-3 2 16,0 2-1-16,0-3-4 0,4-4-4 0,-1 2 0 15,4-2 2-15,1 4 2 0,7-7-7 0,0 0-9 16,-15-8-6-16,15 8 2 0,0-8 1 0,5-1-8 15,-3-3 6-15,6 4 11 0,1-6-1 0,5 0 11 16,3-6 5-16,1 0 2 0,5 2 3 0,-1-1 12 16,-2 3 9-16,3-2 13 0,-2 6 12 0,-4 0 13 15,1 3 12-15,-3 2 4 0,2-4-3 0,-9 8 0 0,0-2-4 0,5 0 0 16,-4 3-4-16,-9 2-2 0,16 2-2 0,-7 3-2 16,-5 2 0-16,6-2 0 0,0 3 1 0,-1 2 0 15,1 6-3-15,-4-8 2 0,7 6-5 0,-3-1 2 16,0 1 0-16,2-4-3 0,3 4 1 0,-9-3 0 15,4-2 0-15,4-2 2 0,-8-1 0 0,2 0 12 16,-1 0-9-16,1-4 7 0,1 2 9 0,-9-4 6 0,16-4 4 0,-4 0 11 16,-7 0 4-16,5 1-1 0,-4-6 1 0,1 0 0 15,1 0 6-15,-3-6 3 0,5 5 9 0,-5-7 6 16,7 4 2-16,-2-2 10 0,-7 3 13 0,2-5 14 16,3 3 3-16,-3 6 1 0,-3 0 3 0,-1-3 12 15,4 7 6-15,-3 0-33 0,-2-4-11 0,0 8-10 0,5-7-13 16,-5 7-19-1,0 0-16-15,0 0-1 0,0 0-5 0,0 0-3 16,3 22 1-16,1-14-8 0,-1 5-3 0,-1-1-3 16,1 7-3-16,0-2-12 0,0 1-7 0,6-1-16 15,-4 0-3-15,5 3-7 0,-5-2-12 0,6 0 5 16,-3-1 2-16,6 0-12 0,-1-6 2 0,-1 4-6 16,-1-7-12-16,4-1-8 0,0 5-11 0,0-9 0 0,1-2-11 15,-1-2-4-15,3-1-10 0,-8-3 0 0,7-6-4 0,3 3-18 16,-2-7 9-16,0-1-4 0,4-8-6 0,-4 1-4 15,0-4 1-15,2-7 16 0,-3-4-1 0,-1 1 12 16,-1-5 7-16,0 0 20 0,-5 0 14 0,-4-1 39 16,-4 4 31-16,-2 7 39 0,-3 2 38 0,-2 0 36 15,-5 2 31-15,3-3 31 0,2 8 30 0,-5-3 16 0,2 9 14 16,6 2 22 0,-3 0 12-16,4 5-15 0,-2 1-20 0,-1 1-21 15,3-2-31-15,1 7-25 0,0 3-25 0,0 0-14 16,0 0-12-16,0 0-13 0,0 0-7 0,8 21-10 0,-2-6-8 15,4 1-4-15,-5 10-5 0,7-2-4 16,0 5-7-16,-4 11-6 0,7 3-9 0,-4-2-30 16,-2-4-22-16,2 4-30 0,2-2-31 0,1-8-21 0,-6 7-22 15,2-11-16-15,0 1-22 0,0-1-28 0,3-1-22 0,-6-8-42 16,-7 0-37-16,9-3-44 0,3-2-263 0,-9-5-646 16,4-2 285-16</inkml:trace>
  <inkml:trace contextRef="#ctx0" brushRef="#br0" timeOffset="157965.67">8090 9858 8 0,'-8'-6'363'0,"4"-2"-9"0,3 1-26 15,1 1-20-15,-2-3-36 0,5 3-30 0,1 0-28 16,5 1-20-16,3 2-22 0,-2 2-12 0,5 1-18 0,3 3-22 16,5-2-42-16,-3 1-41 0,10 7-45 0,-2-1-57 15,-1-1-61-15,7 5-68 0,-4-3-65 16,2 0-131-16,-1 5-423 0,0-2 187 15</inkml:trace>
  <inkml:trace contextRef="#ctx0" brushRef="#br0" timeOffset="158344.54">8922 10262 123 0,'0'0'438'0,"0"0"7"0,9-14-12 15,-9 14-17-15,0 0-24 0,0-8-23 0,0 8-29 16,0 0-37 0,0 0-31-16,0 0-29 0,0 0-29 0,-7-5-23 0,7 5-25 15,0 0-17-15,0 0-13 0,0 0-16 16,-15 8-15-16,7-3-14 0,8-5-13 0,-5 12-13 15,3-9-12-15,-1 3-7 0,-4 0-15 0,6-3-13 0,-1 6-8 16,2-9-14-16,-2 6 1 0,2-6-3 0,-8 3-1 16,8-3 6-16,0 0 3 0,-2 6-3 0,2-6 12 15,0 0 5-15,0 0 4 0,0 0 11 0,0 0-7 0,0 0-1 0,0 0-4 16,0 0-4-16,0 0-20 0,10-24-25 0,-8 20-26 16,0-4-39-16,-1 0-45 0,-1-3-32 0,0 4-40 15,0 2-47-15,0-6-67 0,0 7-77 0,-3-4-212 16,1-3-666-16,-1 6 295 0</inkml:trace>
  <inkml:trace contextRef="#ctx0" brushRef="#br0" timeOffset="158667.44">8835 9848 19 0,'-9'-4'329'0,"9"4"-24"0,0 0-32 0,0 0-28 16,0 0-29-16,0 0-23 0,0 0-16 0,0 0-18 16,0 0-14-16,0 0-14 0,0 0-12 0,-6 12-16 15,6-12-7-15,3 8-9 0,-3-8-7 0,7 3-6 16,-7-3-3-16,5 9-7 0,-5-6 1 0,0-3 8 16,13 4 5-16,-13-4 15 0,10 2-6 0,-10-2-11 15,0 0-3-15,18-2-5 0,-18 2-7 0,10-7-1 0,-2-1-6 0,-3 4-7 16,5 0-3-16,-8-3-9 0,3 3-2 0,1-4-2 15,-4 1 1-15,0-2-6 0,-2 6-6 0,5-2-8 16,-5 5-22-16,-5-10-14 0,5 10-25 0,-4-5-29 16,4 5-17-16,0 0-22 0,-21 2-25 0,14 4-33 15,-3-2-37-15,5 4-30 0,-5 1-227 0,0-1-507 16,2 2 225-16</inkml:trace>
  <inkml:trace contextRef="#ctx0" brushRef="#br0" timeOffset="159015.09">9823 9957 368 0,'5'-3'417'0,"-2"-3"12"0,0 3-6 16,4-3-22-16,-7 6-9 0,5-6-23 0,-5 6-27 15,3-3-31-15,-3 3-35 0,0 0-29 0,0 0-24 16,0 0-25-16,9-5-25 16,-9 5-17-16,0 0-23 0,0 0-12 0,0 0-15 15,0 0-18-15,0 0-2 0,0 0-8 0,0 0-9 16,-15 14-6-16,5-8-12 0,3 1 1 0,-4 7-5 16,-4-5-6-16,0-1-3 0,0 9-5 0,-2-3 2 15,-3 2-5-15,-1-1-6 0,-4 4-2 0,5 0 0 16,-5-2-2-16,6 1-6 0,-6 2-19 0,0 0-30 15,2 1-33-15,0 0-36 0,3-1-24 0,3 2-19 0,4-6-22 0,-4 1-14 16,6 2-14-16,-1-4-14 0,6 0-23 0,-3-1-29 16,1-1-31-16,3-4-28 0,3-1-268 0,-1 1-639 15,3-6 282-15</inkml:trace>
  <inkml:trace contextRef="#ctx0" brushRef="#br0" timeOffset="159315.84">9343 9952 177 0,'-2'-7'391'0,"2"7"-9"0,0 0-32 0,-6-6-38 16,6 6-36-16,0 0-27 16,0 0-30-16,0 0-19 0,0 0-18 0,0 0-21 15,23 13-21-15,-13-4-10 0,0 5-13 0,-1-2-5 16,5 4-13-16,7 7-10 0,1-5-9 0,-2 3-6 15,4 5-10-15,-2-4-2 0,1 3-8 0,0-2-1 16,-3 2-8-16,10 4-2 0,-7-4-2 0,-1-2-4 16,-6 1-7-16,4-2 2 0,3-2-6 0,-1-1-2 15,-7-4-12-15,0-1-29 0,-1-4-30 0,1 2-39 0,-6-4-40 0,-1 2-57 16,-1-5-64-16,-3 1-91 0,6-5-199 0,-6 3-581 16,-4-4 257-16</inkml:trace>
  <inkml:trace contextRef="#ctx0" brushRef="#br0" timeOffset="163178.47">6107 11562 304 0,'-10'-11'305'0,"-5"7"-7"16,2-3-19-16,1 2-18 0,2-1-21 0,2 1-24 0,1 4-22 0,7 1-15 15,-11-2-29-15,11 2-12 0,-15 2-20 0,8 4-9 16,-1 0-12-16,3 3-10 0,2 3-7 0,-4 3-9 16,4 0-7-16,0 1-8 0,-1 1-5 0,4 1-3 15,0-3-4-15,0 4-1 0,4-2-7 0,-1 2-4 16,2 0-4-16,1-3 0 0,3-2-2 0,-1 2-2 15,2-5-1-15,2 2-1 16,1-2-3-16,-7-3 0 0,8-3 0 0,-3 1 0 16,1-3-5-16,6-3 3 0,-8 0-5 0,3-3 5 15,2-4 5-15,0 0-8 0,3-3-3 0,-3-2 4 16,-5-3-5-16,3-3-3 0,-4 3-4 0,2-9 5 16,-8-3-3-16,2 0 5 0,-5 1 0 0,0 0-1 0,-5 0 4 15,2 2 6-15,-8 3 0 0,2 4 3 16,1-1-3-16,-7 5-11 0,0-2 2 0,-3 3-2 0,1 4 0 0,-2 1-5 15,2 3-6-15,-6 2-9 0,5-3-15 0,1 7-14 16,-1 1-14-16,3 0-10 0,-3 3-19 0,5 0-4 16,1 8-12-16,4-7-12 0,-1 2-8 0,4 3-30 15,0-5-3-15,5 5-13 0,0 0-4 0,7-5-16 0,5 0-12 16,-4-1-8-16,12-1-145 0,-4 0-380 0,3-1 168 16</inkml:trace>
  <inkml:trace contextRef="#ctx0" brushRef="#br0" timeOffset="163595.12">6324 11475 85 0,'8'-8'159'16,"4"1"21"-16,-2-1 19 0,-5 1 1 0,-2 2-2 16,5 0-6-16,-5 1-10 0,-3 4-22 0,4-6-18 0,-1 2-21 15,-3 4-15-15,0 0-12 0,0 0-9 0,8 12-8 16,-6-5-11-16,0 4-4 0,-2-2-8 0,1 6-5 0,-1 3-5 0,0-2-4 16,0 4-4-16,4-2-2 0,2-2-4 0,-4 1-1 15,1 2-4-15,-1-1-2 0,3-1-5 0,1-2 1 16,1 1 1-16,1-5-1 0,-3 0-2 0,5 1 2 15,-5-5-2-15,5-1 3 0,-3-3-4 0,6 1-1 16,-3-2 2-16,2-2 2 0,1-2 5 0,-2-2 2 16,8 1 1-16,-10-3 13 0,6-5-1 0,-1 3 7 0,-1-4 5 0,3-2 8 15,-2-3 5-15,-4 2 16 0,0-2 13 0,1-8 12 16,-6 8 3-16,3-3 27 0,-3-6 2 0,-1 8 27 16,1-1 8-16,-4 1 1 0,1 3-4 0,3 0 3 15,-5 3-11-15,0 3-12 0,0 0-17 0,2 1-14 16,-2 0-22-16,0 8-18 0,0-8-16 0,0 8-25 15,0 0-53-15,0 0-11 16,0 0 1-16,0 0 6 0,0 0-6 0,0 27-10 16,6-12-15-16,-3 0-9 0,2 5-3 0,4-3-11 15,1 3-18-15,3 5-3 0,2-1-10 0,0-2-3 16,0 2-9-16,4-5-8 0,-2 1-13 0,-2-5-9 16,5 2-24-16,1-6-26 0,1 4-29 0,-6-6-4 15,4-3-7-15,3-5-23 0,-1 4-15 0,-4-8-173 16,0 1-484-16,-1-3 214 0</inkml:trace>
  <inkml:trace contextRef="#ctx0" brushRef="#br0" timeOffset="163826.87">7031 11212 186 0,'-12'-17'303'0,"7"2"18"0,-5-4 6 0,7 11-20 16,-2 0-9-16,0 0-30 15,2 1-7-15,-1 1-17 0,-1 0-11 0,5 6-28 16,0-8-17-16,0 8-16 0,-1-5-31 0,1 5-19 15,0 0-5-15,0 0-29 0,0 0 3 0,0 0-16 16,10 14-4-16,-4-3-5 0,1 4-12 0,-2-1 1 16,5 3-11-16,-5 0-7 0,6 8-3 0,-4-2-2 15,1 5 1-15,-1-1-9 0,1 4-26 0,-3-8-16 16,2 6-29-16,-1 0-5 0,-2-2-9 0,2 0-18 0,1 1-14 0,-2-2-16 16,3-1-21-16,-5-3-30 0,2-5-37 0,-5 1-31 15,7-3-28-15,-4-3-239 0,1 0-535 0,-3-3 238 16</inkml:trace>
  <inkml:trace contextRef="#ctx0" brushRef="#br0" timeOffset="164027.37">7037 11469 311 0,'-1'-3'381'0,"1"3"18"16,-5-8 3-16,5 8-7 0,-5-6-12 0,5 6-33 15,-4-5-30-15,4 5-29 0,0 0-31 0,-1-7-28 0,1 7-26 16,0 0-24-16,8-7-18 0,-8 7-22 0,10 0-26 15,-10 0-41 1,26 2-27-16,-9-2-43 0,3 1-38 0,11-1-52 0,-3 3-42 16,4 0-53-16,4 0-58 0,14-1-62 0,-4-1-60 15,-3 2-197-15,9-2-603 0,-4 1 267 16</inkml:trace>
  <inkml:trace contextRef="#ctx0" brushRef="#br0" timeOffset="164945.31">7502 11646 259 0,'0'-6'499'0,"-1"0"9"0,1 6-20 0,0 0-41 0,0-9-50 16,0 9-42-16,0 0-46 0,-4-6-37 0,4 6-33 0,0 0-22 15,0 0-25-15,0 0-18 0,5 34-19 0,-1-14-13 16,2 2-14-16,-1 9-11 0,2 7-18 0,-4-4-3 15,7 5-13-15,-2 1-5 0,-4-1-8 0,1 4-5 16,6-1-12-16,-9 4 1 0,8-7-6 0,-5 1-4 16,-4-7-5-1,6-2-7-15,-5 0-18 0,-2 1-39 0,5-3-43 0,0-4-33 16,-2-6-29-16,-1-1-24 0,4-4-18 0,-3 4-8 16,-1-7-14-16,5 0-18 0,-4-4-28 15,0-4-45-15,6 0-46 0,-9-3-267 0,0 0-646 0,16-11 286 16</inkml:trace>
  <inkml:trace contextRef="#ctx0" brushRef="#br0" timeOffset="165246.07">7598 11700 66 0,'-16'-24'378'0,"-1"6"24"16,4 0 22-16,6 2 9 0,-4-1 2 0,4 8-6 15,4-2-14-15,-4 3-16 0,7 0-27 0,-5 0-36 16,4 1-36-16,1 1-34 0,0 6-28 0,6-10-26 0,1 5-27 0,1 1-23 15,5 2-20-15,4 2-18 0,-2 0-20 0,6 2-11 16,-1 0-6-16,-5 0-16 0,8 3-14 0,-1 2-18 16,-7-1-9-16,1 4-10 0,-1-2-11 0,-2 0-12 15,1 0-12-15,-6 3-9 0,0-3-4 0,-1 0-3 16,-6 2-10-16,6-1-3 0,-5 2-1 0,-2-2 11 16,-2 2-2-16,-5-2 1 15,1 3-5-15,-4-2 4 0,-5 2-21 0,-2 2-20 16,-3 1-27-16,-1-5-24 0,-2 4-46 0,1 1-32 15,-6-2-30-15,13-1-26 0,-1-1-22 0,-4-2-44 16,7 1-60-16,1-2-208 0,0 1-644 0,4-2 285 16</inkml:trace>
  <inkml:trace contextRef="#ctx0" brushRef="#br0" timeOffset="165900.99">8015 11579 294 0,'0'-8'418'0,"0"0"1"0,4 3-24 16,-4 5-3-16,-4-11-19 0,4 11-25 0,0-11-31 16,0 11-36-16,0-3-33 0,0 3-29 0,0 0-34 15,0 0-28-15,0 0-22 0,0 0-6 0,0 0-15 0,-6 23-11 16,-1-12-13-1,5 2-13-15,2 4-17 0,-1-1-19 0,1 2-22 16,0-1-15-16,0 2-10 0,0-1-11 0,3 0-17 0,4 0 0 16,-6-3-30-16,4 3 8 0,5-3-9 15,-3-3 2-15,1 3 3 0,2-4-2 0,0-3 4 16,0-3 7-16,3 1 0 0,0-3 4 0,-3-2 6 0,7-2 3 16,-2-2 6-16,0-3-1 0,-5 1 8 0,5-3 2 15,-1-6 4-15,-2 1 5 0,1-3 8 0,1 0 9 0,-6-2 10 0,-3 3 21 16,5-5 19-16,-5 0 8 0,-4 3 25 0,8-1 17 15,-9 2 6-15,5 2 1 0,-5 2 19 16,0 1 1-16,0 1-10 0,0 3-11 0,0 0-9 0,0 7-18 16,0-10-9-16,0 5-11 0,0 5-17 0,0 0-23 15,0 0-32-15,0-7-7 0,0 7 6 0,0 0-7 16,0 0-13-16,1 26-10 0,-1-18-10 0,7 3-3 0,-1 2-19 0,-6 0-9 16,7 1-2-16,-4 4-7 0,4-2-7 0,0 0-6 15,1 2-6-15,3-3-7 0,-4 2-3 0,6-2-6 16,-1-3-7-16,-4-1-4 0,5 0-13 0,2-5-8 15,-5 3-9-15,2-6 7 0,-1 0-6 0,1-1-1 16,1-4-13-16,-4-4 9 0,4-1 3 0,-2-1-7 16,-1-4 6-16,4-2-9 15,-3-2-2-15,4-8-98 0,0 3-301 0,0-2 133 16</inkml:trace>
  <inkml:trace contextRef="#ctx0" brushRef="#br0" timeOffset="166132.75">8591 11612 921 0,'10'-29'-74'0,"8"-10"12"16,-9 1 25-16,-1-2 21 0,-1 9 30 0,-1 0 31 15,1-9 28-15,-7 7 32 0,0 2 30 0,-5-1 22 16,5 2 26-16,-2-1 25 0,-4 4 16 0,4 7 20 15,-3 1 1-15,5 2-5 0,-8 7 10 0,8 1-14 16,-2 1-12-16,2-4-14 0,-3 6-16 0,1 0-18 0,2 1-21 0,0 5-20 16,0-7-16-16,0 7-20 0,0 0-17 0,0 0-3 15,0 0-2-15,0 31-11 0,5-13-9 0,-3 9-5 16,6 0-3-16,-1 2-5 0,-1 13-6 0,1-11 0 16,0 10-6-16,2-1 3 0,-4 4-19 0,5-2-21 15,-3-1-21-15,1-10-17 0,1 8-28 0,2-8-10 16,1-2-14-16,3 8-29 15,-5-10-5-15,-1-1-21 0,1-1-10 0,-3-8-30 16,-2 1-32-16,3 0-31 0,-3-10-14 0,3 0-11 16,-4 0-218-16,1-4-537 0,-2-2 238 0</inkml:trace>
  <inkml:trace contextRef="#ctx0" brushRef="#br0" timeOffset="166286.37">8702 11610 129 0,'-10'-13'286'0,"5"2"25"0,-1 2 9 16,1-1 13-16,1 1 3 0,3 1-21 0,-4-1-18 15,5 3-36-15,-3 0-28 0,3 6-20 0,8-13-48 16,-3 10-35-16,5-2-40 0,1 3-45 0,7 2-43 16,-1 0-39-16,5 2-45 0,-3 3-44 0,11-2-59 0,5 4-59 15,-2-1-222-15,12 1-504 0,-1 4 224 0</inkml:trace>
  <inkml:trace contextRef="#ctx0" brushRef="#br0" timeOffset="166634.01">9480 11695 337 0,'0'0'320'0,"0"0"-24"0,-3 5-22 15,3-5-21-15,0 0-20 0,0 0-23 16,0 0-23-16,0 0-20 0,0 0-12 0,0 0-15 0,0 0-16 15,0 0-13-15,-3 3-10 0,3-3-9 0,0 0-4 16,0 0-7-16,0 0 5 0,0 0 1 0,0 0 3 0,0 0 20 0,0 0 10 16,0 0 14-16,0 0 13 0,0 0 12 0,0 0 9 15,0 0 8-15,0 0 4 0,0 0 11 0,0 0-6 16,0 0 1-16,0 0-4 0,0 0-5 0,0-15-21 16,0 15-16-16,0 0-18 0,0-8-11 0,0 8-15 15,-4-7-20-15,4 7-26 0,-1-8-41 0,1 8-32 16,-5-7-32-1,5 7-33-15,-5-9-43 0,1 6-45 0,4 3-47 0,-3-8-32 16,3 8-39-16,-7-5-46 0,7 5-43 0,0 0-341 16,0-9-783-16,0 2 347 0</inkml:trace>
  <inkml:trace contextRef="#ctx0" brushRef="#br0" timeOffset="166988.16">9409 11295 132 0,'0'0'429'0,"-8"-3"10"0,8 3-20 16,-7-6-25-16,7 6-32 16,0 0-29-16,-7-2-34 0,7 2-29 0,0 0-32 15,0 0-25-15,-3-7-27 0,3 7-33 0,0 0-15 16,0 0-13-16,0 0-9 0,0 0-12 0,0 0-11 15,13 18-7-15,-9-17-10 0,-4-1-7 0,8 8-10 16,-3-4 0-16,-2 1-3 0,-3-5-8 0,14 5 0 16,-14-5-4-16,0 0 3 0,9 0-6 0,-9 0-3 15,5 1 9-15,-5-1 10 0,0 0-7 0,0 0-2 0,0 0-3 0,15-9-3 16,-15 9-5-16,2-6-3 0,-2 6-6 0,0-12-6 16,0 12-2-16,0-9-2 0,-2 3-15 0,1-3-28 15,-3 5-40-15,4 4-41 0,0-14-46 0,-3 6-44 16,-4 5-57-16,7 3-61 0,-13-9-53 0,10 9-315 0,-9-4-737 15,4 1 326-15</inkml:trace>
  <inkml:trace contextRef="#ctx0" brushRef="#br0" timeOffset="201368.7">10379 11098 180 0,'-13'-1'183'0,"13"1"-13"0,-17 0-11 0,6-2-6 15,11 2 1-15,-25 2-2 0,16-2-3 0,-2 1-11 16,-2-1-5-16,-1 2-4 0,4 3-7 0,0-4-6 0,-3 3 0 15,5-2-14-15,-4 0-1 0,2 3-7 0,5-2-8 16,-4 1-7-16,2 0-3 0,7-4-10 16,-12 3-4-16,7 1-2 0,0 0-5 0,5-4-2 0,-8 12 4 15,8-8-7 1,0-4 4-16,3 12-2 0,2-1-4 0,0-4 3 16,0 1-9-16,7 5-1 0,1-1-6 0,2 3-6 0,0-3-5 15,2 2-5-15,-1-6-4 0,6 12 5 0,-3-2-2 16,3-6-5-16,-5 7-3 0,2-5-2 15,-2 6 3-15,-2-6 2 0,0 0-6 0,0 2-2 0,-4-4 4 16,1 5-3-16,-9-10-3 0,7 8-3 0,-5-1 1 16,2-5 8-16,-6 6-9 0,1-7 0 0,0 3 2 0,-6 0 0 15,3-2 3-15,-6-2 0 0,0 1 0 0,-3 0 2 0,-4 0 4 16,-1 2 5-16,-5-1 0 0,3-5 4 0,-3 2-1 16,1 0 3-16,-6-4-2 0,5-1 5 0,-2 3-4 15,1-2-4-15,3 1 4 0,3-1-2 0,0-1 1 16,5 0-1-16,0 2 2 0,0-3 3 0,10 0-3 15,0 0 2-15,-13-5-7 16,13 5-2-16,6-11-5 0,4 5-3 0,4 1-9 16,2-2-6-16,7-2-5 0,7-5-2 0,-3 1-4 15,9 1-5-15,2-9-1 0,-8 9 1 0,5 0 1 16,-6-1 2-16,0 2-2 0,-5-1 4 0,4 1 5 16,-6 1-3-16,3-4 8 0,-10 4 5 0,0 1-6 15,-4-3 2-15,1 5 5 0,-1-5-3 0,-6 4 8 16,-1 1 14-16,2-1 12 0,-4 0 1 0,3-2 3 0,-5 5 15 0,0 0-9 15,0 5 9-15,0-12-4 0,0 5 3 0,0 7-5 16,0-7-9-16,0 7-2 0,0 0-5 0,0 0-5 16,-5-9-11-16,5 9 7 0,0 0-8 0,0 0 3 15,0 0 1-15,-12 13-3 0,7-5 2 0,-1-4-1 16,1 6-2-16,3-2-2 0,-1 1-3 0,-4 3 6 16,7 3-7-16,0 2-2 0,0-2-4 0,0 0-7 0,4-1 4 0,2-2-13 15,-1 3-8-15,5-2-4 0,3-6-6 0,2 1-13 16,0 1-15-16,2-2-19 0,2-7-15 0,3 2-13 15,11-4-9-15,-3-2-7 0,-2-2-2 0,0-8 5 16,0 6-2-16,0-8 13 0,-8-3 8 0,2-2 3 16,-2-3 16-16,-5 0 6 0,6-14 9 0,-13 9 9 0,-1-12 6 15,6 1 6 1,-11-4 18-16,0 0 30 0,-2 15 28 0,-2-3 30 16,2 3 32-16,-7 1 19 0,-1 1 17 0,0 1 14 15,1 8 23-15,0 1 5 0,-2-2 18 0,5 4 10 16,-1 3 6-16,-1 0 3 0,2 5-10 0,3-1-22 15,-4 0-21-15,1 4-16 0,4 4-21 0,-3-7-13 16,3 7-13-16,0 0-9 0,0 0-8 0,0 0-1 0,-3 21-8 16,4-6-6-16,1 0-7 0,1 4-9 0,1 3 8 0,6 5-8 15,-9 1 2-15,9 5-8 0,5 4 0 0,-2 1-4 0,-6-7-5 16,10 8-17-16,-4-7-21 0,0 5-25 16,-6-6-24-16,8-6-24 0,1 2-25 0,-3-2-23 15,-6-1-3-15,5-5-25 0,-3-1-42 0,0-4-40 0,1-2-37 16,-5-2-30-16,1-3-37 0,-1-1-182 0,0-2-578 15,-5-4 256 1</inkml:trace>
  <inkml:trace contextRef="#ctx0" brushRef="#br0" timeOffset="201531.46">11044 11149 292 0,'-13'-8'318'0,"3"0"-1"0,3 5 9 0,-2-3-20 16,5 1-25-16,4 5-24 0,-5-7-19 0,5 7-26 0,-5-7-21 15,5 7-24-15,0 0-16 0,23-5-31 0,-8 5-33 0,5 5-39 16,0-4-41-16,12 5-45 0,-3 1-49 0,4 0-61 16,10-6-72-16,1 5-252 0,-10 0-509 0,11-4 226 15</inkml:trace>
  <inkml:trace contextRef="#ctx0" brushRef="#br0" timeOffset="202132.99">12059 11235 205 0,'-8'3'347'0,"1"0"-24"0,-1 2-22 0,-1-2-30 0,0-2-23 0,0 3-25 16,4 3-21-16,2-2-24 0,0 2-13 0,-2 3-14 15,5-4-11-15,-2 1-17 0,2 5-8 0,3-2-13 16,4 0-3-16,0 0-14 0,1 4-7 0,3-4-8 15,1 0-7-15,1-1-7 0,1-1-6 0,0 0-19 16,1-4-16-16,-1-1-2 0,2 1-6 0,-3-3-8 16,-4-1-4-16,4 0-1 0,-13 0-3 0,16-5 0 0,-11 1-5 0,5-2-3 15,-6-3 1-15,-4-3-2 0,-4 5 0 0,3-4 7 16,-8-4-1-16,-2 3 2 0,3 2 3 0,-7-4 1 16,0-4 7-16,0 9 1 0,8-2 10 0,-8 1-2 15,0-5 2-15,2 8 1 0,12-4 0 0,-6 6 0 16,-1-1 1-16,3 1 2 0,3-3-9 0,2 2 1 15,0 6 0-15,7-12-9 16,8 4-8-16,4 1-12 0,5-2-9 0,-3-2-3 16,11-2-7-16,11-5-3 0,-5 1 0 0,6 2 0 15,1 0 5-15,-5-4 5 0,3-5 2 0,0 5 3 16,-2-4 2-16,-9 8 4 0,-3-2 0 0,0 1 4 16,-6 2 16-16,-7 2 22 0,-1 0 15 0,-2-1 14 15,-1 1 10-15,-7 6 6 0,-2-3-4 0,-3-1 0 16,0 2 1-16,-3 2-7 0,-2 1-2 0,-3 0 1 0,1 3-9 0,-4-1-3 15,11 3-7-15,-27 9-1 0,14-3-4 0,-2 4-4 16,-5 4-5-16,3 7-4 0,4 0 3 0,-2 8 3 16,0 10-7-16,2 0 12 0,10 6-7 0,3 1-2 15,0 2-3-15,3 3 2 0,2 3-4 0,12 3 2 16,4 13-4-16,1 0 4 0,-4-15-1 0,7-1-2 0,-4-3-3 16,9 18-3-1,-10-23 11-15,5 1-20 0,-7-5-15 0,4-1-15 16,-4-2-15-16,-7-14-10 0,3 1-20 0,-6-7-20 15,0-1-18-15,-3-4-22 0,-5 1-36 0,-7-8-47 16,1-2-34-16,-2-4-46 0,-7-1-155 0,1 0-492 16,0-6 218-16</inkml:trace>
  <inkml:trace contextRef="#ctx0" brushRef="#br0" timeOffset="202302.25">12398 11451 152 0,'2'-6'332'0,"3"0"-9"0,3 2-19 0,12-4-22 16,-3 5-25-16,1-3-22 0,13 1-20 0,1 4-21 0,1-3-19 16,13 2-20-16,-1 0-37 0,4-1-61 0,-2 2-75 0,-3 5-81 15,8-8-90-15,-11 5-227 0,5-1-450 0,1 7 199 0</inkml:trace>
  <inkml:trace contextRef="#ctx0" brushRef="#br0" timeOffset="202787.46">13789 11164 295 0,'21'-23'352'0,"-6"1"-17"0,1 3-20 0,-9-1-20 16,8 0-24-16,0-7-5 15,-4 1-30-15,-4 1 6 0,-5-1-15 0,6 6-9 16,-6 3-7-16,-2-3-16 0,0 3-18 15,-4 0-23-15,-4 2-16 0,1 1-9 0,-4 1-15 0,-4 1-10 16,0 1-10-16,0-3-11 0,-6 10-7 0,1-1-13 16,3 4-7-16,-6-1-3 0,3 5-14 0,4 4 0 15,-6 2-9-15,4 1-7 0,0 3 4 16,1 7 1-16,4 2 0 0,3 4-3 0,0 4-1 0,5 11-11 0,2 5 14 0,3-1-1 0,6 4 0 16,-1-2-2-16,7 2-2 0,5 2-3 0,-1 3 7 15,1 5-10-15,-2-6 1 0,-1 2 8 0,1 3-15 16,-1-7 5-16,0 2-3 0,-7-3-1 0,8-6-5 15,-7 1-17-15,-1-2-8 0,-7-15-32 0,5-1-30 16,-3-9-30-16,-2 2-33 0,0-4-31 0,3-4-32 0,2 0-25 16,-10-5-44-16,10 0-53 0,-5-7-275 0,0 0-654 15,0 0 289-15</inkml:trace>
  <inkml:trace contextRef="#ctx0" brushRef="#br0" timeOffset="203558.27">13537 11318 152 0,'0'0'263'0,"0"0"-17"0,7-8-23 0,-7 8-18 16,16-3-14-16,1 0-17 0,1 3-14 0,2 0-17 16,-2 0-14-16,7 3-12 0,1-2-13 0,1 1-14 0,4-2-12 15,-3 0-8-15,5 0-7 0,-3-2-8 0,0-2-4 16,3 3-2-16,0-6-6 0,-3 6-5 0,0-5-4 0,0 1-3 0,-6 2-1 15,0-1-5-15,-5-4-3 0,1 5-2 0,2-2-2 16,-9-2 1-16,2 0-2 0,0-1 1 16,-5 4 14-16,-5-2 11 0,5-1 11 0,-4 0 8 0,1 3 4 15,-2 0 6-15,-2-4 0 0,-3 2 5 0,0-2-1 16,0 8 6-16,-1-9-12 0,-6 5-3 0,7 4-7 16,-7-8-9-1,-1 4-2-15,8 4-10 0,-13-3 4 0,13 3-12 0,-15 0-3 16,3 0-7-16,-1 3 1 0,8 1 1 0,-10 0-4 15,7 1-4-15,1 3 1 0,-3-1-2 0,4 0 4 16,1 5-10-16,5-4 3 0,0 6-5 0,0-4 5 16,6 5-8-16,9-3 4 0,0 3-12 0,15-1-9 15,5-2-10-15,9 1-9 0,1-1-11 0,6-1-4 16,2-4-1-16,-1-2-5 0,6-1 8 0,-7-1 3 0,9-3 2 0,-11-3 4 16,-1 1 3-16,-1-5 6 0,-3-3 3 0,-2 0 4 15,-9 0-1-15,-3 0 4 0,-1-5 3 0,-12 6 5 16,-4-3 13-16,0 2 11 0,-6 2 9 0,-4-2 10 15,-3-1 0-15,-1 2 5 0,-6 1 4 0,-8-2 3 16,0 1-1-16,-1 1 3 0,-6 1-5 0,-4 1 3 16,-4 1-2-16,0 1-4 15,5 4-6-15,-1 0-2 0,-4 4-2 0,0 3-4 16,7 1 9-16,0-1-12 0,3 5 1 0,3-5-7 16,-2 5-5-16,4 0-5 0,0 0-15 0,5 4-2 15,3-2-6-15,1-3-7 0,-1-2 3 0,7 2-8 0,0 5-1 16,7-8 3-16,-1 0-16 0,1-1-7 15,8 1-3-15,0 0-4 0,6-2-1 0,-4-5 6 16,4 3 4-16,-1-7 6 0,3 1 6 0,2-6 2 0,-3 2 1 0,1-2 4 16,-3-2 3-16,3-2 5 0,-7-3 8 0,4 6 17 15,-5-4 21-15,0-1 19 0,-8 1 24 0,3-2 23 16,-5 4 20-16,3 3 20 0,-8-2 7 0,5 1 1 0,-4-2 1 16,1 2-2-16,-2 3-9 0,0 1-9 0,3 1-15 15,-3 4-16-15,0 0-14 0,4-7-6 0,-4 7-8 16,0 0-5-16,0 0-7 0,0 0-7 0,0 18-9 0,6-9-9 15,-4-3-13-15,3 4-13 0,3-2-13 0,-1 6-21 16,9-6-15-16,-2 7-18 0,2-4-17 0,2 1-17 0,2-6-17 16,-2 3-14-16,6 3-19 0,5-6-26 0,-7-3-23 15,1 0-18-15,-1-3-12 0,1-1-15 0,-2-4-7 16,-1 0-10-16,5-3-10 0,-4-3 0 0,-6-1-138 16,5-9-446-16,-3 0 198 15</inkml:trace>
  <inkml:trace contextRef="#ctx0" brushRef="#br0" timeOffset="203790.03">15409 10933 22 0,'0'-32'123'0,"-5"-6"27"0,2 11 18 16,-4-5 15-16,2 9 18 0,0-3 24 0,-3 6 20 16,6 7 9-16,-3-3 13 0,-1 2 9 0,4 3-20 15,0 3-14-15,-1 0-30 0,0 2-23 0,3 6-21 16,0-6-18-16,0 6-16 0,0 0-13 0,0 0-13 0,6 21-10 0,-2-7-7 16,4 2-11-16,-5 2-11 0,0 7-2 0,6 1-10 15,-4 1-4-15,3 1-3 0,-3 1-4 0,-2 0-5 16,6 11-10-16,-3 2 1 0,-4 3 10 0,6-15-24 15,-8 0-25-15,5 2-13 0,-3-5-18 0,-2 1-25 16,0-3-14-16,0 1-19 0,-2-7-13 0,0-2-17 0,-1 0-18 16,-2-1-13-1,2-7-15-15,1-2-15 0,-1 0-12 0,0-3-18 16,3-4-11-16,0 0-3 0,0 0-6 0,-15-12-124 16,15 3-389-16,-2-4 172 0</inkml:trace>
  <inkml:trace contextRef="#ctx0" brushRef="#br0" timeOffset="204253.56">15439 11014 68 0,'-2'-4'201'0,"2"4"3"0,-10-4-5 0,7-3-8 0,3 7-14 16,-10-2-12-16,10 2-8 0,0 0-2 0,0 0-2 0,-20 9-4 15,20-9-4-15,-2 4-6 0,2-4-4 0,9 14-8 16,-3-9-15-16,3 3-9 0,-1-4-8 16,5 4-8-16,4 3-10 0,-3-8-2 0,6 2-11 0,4 0-7 15,4 2-5-15,-4 1-3 0,5-5-12 0,-6 1-3 16,-3-1 1-16,3-1-6 0,-2 1-3 0,-4 0-1 0,-1-3-2 0,-2 0-5 15,-1 4 0-15,-6-4-5 0,1 2 0 0,-2 1-3 16,-6-3-2-16,10 4-3 0,-10-4 0 0,7 5 0 16,0-2-1-16,-6 2-1 0,3 0 7 0,-1 3-1 15,-1 0-5-15,-1 0-6 0,4 4 5 0,0-1 3 16,2 1-3-16,-1-1 3 0,1-4-2 0,-4 5 0 16,11 0-2-16,-6-3 4 15,-2 1-4-15,4-1 2 0,0-2-4 0,0 0 6 16,0-3-6-16,2 1 7 0,1 1-5 0,2-6 5 15,-5 0 9-15,3 0 13 0,-1 0 3 0,-1 0 9 16,4-4 10-16,0-3 17 0,-3 3 0 0,-7-3 15 16,8-4-2-16,-7-1 21 0,3 3 12 0,-3-3 4 15,-1-3 5-15,2 8 0 0,-4-12-3 0,-1 9-8 16,0-7-13-16,-1 9-9 0,1-3-2 0,3 1-16 0,-5 0-6 0,0 2-7 16,1 1-10-16,-1 7-4 0,0-9-17 0,0 9-25 15,-1-6-41-15,1 6-41 0,0 0-11 0,0 0-25 16,0 0-20-16,0 0-23 0,0 0-27 0,0 0-25 15,8 23-38-15,-6-12-40 0,4-3-37 0,-2 0-266 16,-1 3-638-16,5 2 282 0</inkml:trace>
  <inkml:trace contextRef="#ctx0" brushRef="#br0" timeOffset="204977.3">16243 11154 117 0,'-2'-8'271'0,"2"8"-15"0,0 0-19 0,0-7-23 0,0 7-23 16,2-6-20-16,-2 6-15 0,0 0-15 0,0 0-6 15,27 8-6-15,-26-3-5 0,11 0-8 16,-4 1-7-16,0 1-13 0,1 1-4 0,6 4-10 0,3-3-10 16,-2 0-8-16,-1 3-2 0,0-3-9 0,0 6-7 15,-2-4-4-15,-4 1-6 0,2 0-3 0,-1-4-4 16,-3 0-3-16,-4-2-3 15,4 3 1-15,-6-2-7 0,-1 0 5 0,0-7-2 16,-3 9 6-16,-5-8 9 0,8-1 12 0,-14 2 9 16,14-2 9-16,-16-7 8 0,6 3 13 0,2-2 11 15,-1 0 1-15,1-5-1 0,3 4-8 0,2-2-8 16,-4-3-4-16,7 1-15 0,2-5-5 0,4 5-4 16,1-5-8-16,10 1-6 0,1-3-17 0,5 3-18 15,0 0-23-15,-6 6-10 0,11-1-13 0,-7 0-15 0,4 6-13 0,-3 0-6 16,-2 0-9-16,3 1-11 0,-2 2-5 0,2 0-3 15,-1 1 4-15,-2 0 1 0,1 1-1 0,-2-2 5 16,-3 2 14-16,-3-1 5 0,-1 1 10 0,0-2 8 16,-12 1 12-16,14-1 7 0,-9-4 19 0,-5 5 9 15,9-3 7-15,-9 3 11 0,1-6 9 0,-1 6 7 16,0 0 5-16,-6-11 9 0,6 11 5 0,-10-2 5 0,0 0-4 0,10 2 4 16,-17-3-1-16,4 6 1 0,13-3 1 0,-26 3 1 15,12-2-7-15,-1 7 6 0,2-5-12 0,0 3-5 16,1 3-3-16,-3-1 3 0,6 5-7 0,-5-1-3 15,13 0 3-15,-6 1-8 0,0 3 1 0,7-1-3 16,0-3 0-16,7 3 2 0,0-2-1 0,-6-1-3 16,14 3-1-16,-2-8 2 15,2 4-4-15,2-5-2 0,3 0 2 0,3-3-3 16,0-2 0-16,5-1-4 0,4 0-2 0,-6-5-4 16,4 0 5-16,-5-7 3 0,3 4-7 0,-2-2 3 0,1-4-3 15,-2 6 1-15,0-11-1 0,-4 6 5 0,7-4-1 16,-10 1 14-16,2 0 13 0,-3 4 16 15,-2-2 11-15,0 2 9 0,0 2 18 0,-4 0 29 0,-3 3 15 16,2-1-1-16,-5 4-13 0,4-1-11 0,-3 4-9 0,-6 1-10 16,15 0-10-16,-15 0-6 0,0 0-8 0,15 8-6 0,-5-6-3 15,-5 6-1-15,3 1-6 0,-1-1 0 0,-1 5-5 16,3 1 6 0,-3 0-10-16,3 0-5 0,-4 4 0 0,3-1-5 15,-2 2 0-15,-4 1-11 0,-2-4-51 0,7 3-63 16,-7 1-54-16,-4 1-62 0,1 1-57 0,-4-2-91 15,-2 2-369-15,2-3-794 0,-6-3 351 0</inkml:trace>
  <inkml:trace contextRef="#ctx0" brushRef="#br0" timeOffset="-211268.04">18310 10661 110 0,'0'0'219'15,"-10"-2"-17"-15,10 2-24 0,-13-2-17 0,13 2-2 16,-16 5-5-16,7 1-1 0,-2 0 5 0,-4 4 0 15,0 2 5-15,5 3 1 0,-5 1 8 0,-3 4 3 16,1 2 2-16,-1 2 6 0,-2 1 8 0,2 2 4 0,2 0-2 0,1 0-16 16,-2 9-15-16,-3 3-3 0,5 0-3 0,-1-1-3 15,3 1-19-15,-2-10-7 0,8 1-13 0,-1 8-12 0,1-5-6 16,1-4-13-16,4 5-5 0,10-4-11 16,-1 9-4-16,3 2-5 0,10-6-7 0,1 0-6 15,9 1-37-15,5-4-44 0,6-4-43 0,4-2-59 0,3-1-59 16,1-6-69-1,1-7-75-15,3 5-333 0,-5-10-730 0,2-1 323 16</inkml:trace>
  <inkml:trace contextRef="#ctx0" brushRef="#br0" timeOffset="-210766.76">19168 11033 180 0,'3'-11'301'0,"4"-1"-6"0,-2-3-9 0,-4-5-10 16,6 1-18-16,-4 3 0 0,1-4-12 0,-3 2-7 15,-1 0-2-15,2-1-9 0,-2 4-6 0,0-4-3 0,-2 4-11 0,1-1-16 16,-4 0-10-16,-2 1-19 0,5 3-7 0,-3 4-18 16,2-1-17-16,-5-1 1 0,1 3-19 0,-4 4-19 15,1-2-10-15,3 5-12 0,7 0-4 0,-22 5-10 0,9 3-4 16,-2 2-4-16,0 6-6 0,1-1 1 0,-1 2-7 15,-2 10 1-15,4 0-3 0,-2 5-6 0,8-2 0 16,-3 9 3-16,2 2-3 0,0-1-2 0,8 2-3 0,0-3 0 0,8 4 2 16,-3-4-5-16,-2-9 1 0,7 2 1 0,4 1-2 15,2 3-2-15,-1-7 0 0,5-4-1 0,0 9-1 16,-4-11 3-16,7 1-3 0,-8 0-7 0,10-3-18 16,-12-8-28-16,2 2-33 0,4-3-34 0,-8 0-39 15,2 2-35-15,-3-4-44 0,-3-2-44 0,0-1-38 16,-2 0-37-16,-4-6-267 15,-1-1-667-15,0 0 295 0</inkml:trace>
  <inkml:trace contextRef="#ctx0" brushRef="#br0" timeOffset="-210566.25">18905 11330 162 0,'1'-7'319'0,"1"2"-10"0,1-2-24 0,4 3-26 0,-2-3-19 15,5 2-31-15,-2-1-17 0,9 0-16 0,-6 3-19 16,7-4-16-16,-1 2-16 0,1 3-14 16,5 2-21-16,4 0-32 0,-2 0-36 0,-4 2-48 0,-1-1-53 15,5 3-44-15,-4-3-53 0,2 2-60 0,-6 0-134 16,3-2-399 0,-4 1 177-16</inkml:trace>
  <inkml:trace contextRef="#ctx0" brushRef="#br0" timeOffset="-209864.46">19376 11337 132 0,'0'0'252'0,"0"0"-18"0,0 0-19 0,17-19-16 16,-14 12-24-16,0 0-14 0,6-1-15 0,-4 3-16 16,6-2-10-16,-1-3-15 0,0 2-9 0,3-1-10 15,-4-1-10-15,4 1-4 0,-5 0-10 0,2-6-3 16,0 3-6-16,0 1-6 0,-5 1 1 0,3-2 6 15,-4 2 1-15,1-4-4 0,-1 3 8 0,-4 3 0 16,0-8-4-16,-6 6 1 0,6 1-2 0,-5-2-3 0,-3 4-1 0,4 1-5 16,-4-1-1-16,0-1-1 0,-4 0-3 0,1 5-3 15,2 2-3-15,-7 1-5 0,1 1 2 0,2-1-9 0,6 3-2 16,-6-1 2-16,1 5-4 0,2 1-1 0,0-1-1 16,5 3-1-16,4 0 4 0,-8 2-3 15,9 3 1-15,0 3 2 0,2 0-1 0,5-3-3 0,-1-1 1 16,11 6-3-1,-4-6-1-15,9 6-4 0,1-5 0 0,5 2 2 16,-3-6-3-16,5-2-10 0,3 0-6 0,-2-8-9 0,4 7-12 16,-2-9-5-16,2 1-9 0,3-3 3 0,-5-1-4 15,0 0 9-15,0-4 2 0,-3-2 5 0,-7 0-1 16,5 0 4-16,-11-3 2 0,-1 1 6 0,-4-2 3 16,-4 1 10-16,-1 4 9 0,-6-3 11 0,1 3 16 15,-2-3 1-15,-3 1 3 0,-2-1-2 0,-2 5 0 0,-1-4 0 0,1 6-5 16,-4-2-4-16,-1 6-2 0,-3-5-5 0,5 6 2 15,-8 3-5-15,3 0 0 0,-1-2-5 0,1 6 1 16,2-2 0-16,4 3 1 0,-1-2-1 0,-3 2-5 16,8 2 3-16,2-2-8 0,-5 1 6 0,4-1-1 15,3 1-6-15,2-1 3 0,-1-1 1 0,0 0-5 16,4-2 1-16,-3-2 0 16,9 4-4-16,-10-7 2 0,20 1 1 0,-10-1-4 15,3-1 0-15,-3-1-1 0,3-4 6 0,2-1 2 16,0-1-2-16,0-3 0 0,-2 3 3 0,-1-4-2 15,3-2 10-15,-4 6 7 0,-4 1 14 0,5 0 13 16,-3-3 19-16,-2 2 26 0,1 1 3 0,-6 3 8 0,5-2 3 16,-7 0 2-16,6 0-23 0,-6 1-7 0,0 5-12 15,9-2-7-15,-9 2-14 0,0 0-3 0,0 0-3 0,4 12 0 0,0-7-11 16,2 0 5-16,-1 2 0 0,4 1-3 16,-3 4-9-16,4 2 7 0,3-4-7 0,2-2-21 15,-3 2-4-15,4 2-31 0,6-2-34 0,-5-5-22 0,2 6-26 16,1-7-31-16,-2-3-29 0,6 5-27 0,-4-4-33 15,-4-4-14-15,6-2-26 0,-3 1-15 0,0-1-188 16,-4-4-522-16,-1-3 230 16</inkml:trace>
  <inkml:trace contextRef="#ctx0" brushRef="#br0" timeOffset="-209648.32">20364 10644 61 0,'-13'-12'336'0,"7"3"5"0,1 1-4 0,0-2-15 15,1 4-34-15,-1 0-31 0,5 6-26 0,-1-5-26 0,1 5-18 0,0 0-14 16,0 0-17-16,10 26-12 0,-4-13-12 0,3 4-17 16,5 7-12-16,-2 4-8 0,3 3-9 0,0-3-6 15,0 10-10-15,1-1-1 0,4-1-14 0,-5 4-2 16,8-1-4-16,-6-2-10 0,1 2-10 0,-3-7-33 16,-7 0-13-16,5 7-39 0,-3-14-24 0,-1 2-46 15,-3-8-20-15,-1 0-35 0,-3 1-48 0,-1-7-30 0,4 1-228 0,-5-7-525 16,2-1 233-16</inkml:trace>
  <inkml:trace contextRef="#ctx0" brushRef="#br0" timeOffset="-208877.52">20446 11001 40 0,'0'0'300'0,"0"0"-15"0,-9-6-26 0,9 6-21 16,0 0-26-16,0-1-21 0,0 1-19 0,0 0-13 15,0 0-12-15,0 0-13 0,20 7-14 0,-7-6-14 16,2 7-5-16,-2-4-12 0,6 3-10 0,1-3-5 16,-4 0-7-16,7 4-12 0,-3-4-3 0,7 1-10 15,-6 1 0-15,-3-5-4 0,1 9-5 0,2-6-3 0,1-1-4 0,-6 3-3 16,-3 1-4-16,2 0-6 0,-1-2-11 0,-6 0-8 16,0 2 0-16,0 0-6 0,-4-2-6 0,4 6-7 15,-6-2-7-15,1-2-3 0,0 4-1 0,-3-2 0 16,0 1-1-16,7-1 2 0,-6-1 1 0,-1 1 2 15,0 0 6-15,0-5 2 0,0 3 1 0,0-7 5 16,5 8 8-16,-5-8 4 16,2 5 6-16,-2-5 3 0,0 0 4 0,0 0 6 15,17-13 9-15,-11 6 12 0,-1 0 4 0,0-2 3 16,2-5 6-16,-2 5 5 0,3-10 9 0,0 3 2 16,-1 2 9-16,0-1-2 0,-2 0 0 0,0 3 3 15,1 3-1-15,-3-3-3 0,4 0-9 0,-4 4-1 0,2 1-7 16,-3-1-7-16,1 4-9 0,2 3 0 15,2-2-8-15,-7 3-5 0,0 0 2 0,0 0-8 0,25 4 6 0,-17 4-13 0,0-1-15 16,2 4-5-16,-2-1-13 0,-1-1-14 16,8 1-15-16,-7 2-3 0,-1 2-6 0,3-5-10 15,0 3-4-15,-4 0 3 0,-1-2 3 0,0 0 5 0,4-3 0 16,-8 0 5-16,4 0 6 0,2-3 5 0,-6 0 3 16,4 3 10-16,-5-7 3 0,0 0 7 0,0 0 11 15,0 0 15-15,0 0 13 0,0 0 14 0,0 0 7 0,0 0 4 0,0 0 11 16,0 0 1-16,-19-15 1 0,17 11 1 15,2 4-3-15,-7-7-5 0,7 7 4 0,0 0-5 0,0 0-5 16,0 0-5-16,9-10-3 0,-9 10-7 0,13-2-1 16,-7-1-2-16,4 3-2 0,0 0-9 0,2-3 0 15,3 3-14-15,0 0-5 0,5 2-6 0,4-1-1 16,-2 2-5-16,-1-6-2 16,3 3-5-16,-3 0 6 0,2-3 3 0,-1 1-3 15,-4-5 7-15,-1 4-1 0,-1-3 4 0,-1-1 2 16,-2-1 4-16,-6 0 6 0,1 3 12 0,-1-5 6 15,-1 3 13-15,-4-2 9 0,-2 1 4 0,-2 1 12 16,-4-4 5-16,6 9-7 0,-5-5 13 0,-3 3-3 16,1 0-5-16,-3-3 0 0,3 6-2 0,-6 1 1 15,13 0-4-15,-21 8 5 0,11-4 0 0,-5 2-3 0,10 0-4 0,-7 5-5 16,6-4-7-16,-3 2-2 0,4 3-1 0,0 2-6 16,5-4 2-16,0 7-7 0,5-4-3 0,0 2-6 15,7 1-17-15,3-1-33 0,3-4-54 0,7 5-43 16,3 1-50-16,2-5-53 0,8-3-69 0,3 1-65 15,-9-2-193-15,1-1-604 0,-2-5 267 0</inkml:trace>
  <inkml:trace contextRef="#ctx0" brushRef="#br0" timeOffset="-208460.86">21938 10919 10 0,'0'0'313'0,"-6"-5"-22"0,6 5-35 0,0 0 2 0,0 0-10 16,0 0-14-16,3 19-26 0,-3-8-9 0,3 0-16 16,2 2-13-16,-1 8-17 0,4-3-13 0,-3 0-18 15,0 1-10-15,3 1-8 0,-3-1-13 0,5 5-6 16,-7-1-14-16,4-7-1 0,1 4-12 0,-3 2-1 16,4-3-7-16,-3-6-6 0,-4 1-10 0,4-2-21 15,-1-2-5-15,-1-2-12 16,-4-6 4-16,3 5 0 0,-1-3 3 0,-2-4-6 15,0 0 1-15,0 0 4 0,0 0 1 0,13-11 1 16,-8 1 6-16,-2-4-1 0,1 2 4 0,1-3 10 16,-4-1 8-16,7-3 14 0,-3-1 14 0,4 2 18 15,-8 2 10-15,3-4 12 0,-1 5 13 0,4 2 6 0,-1 2 8 16,-4-5-9-16,4 6 1 0,-6-2-7 16,2 7-8-16,5-3-11 0,-4 5-6 0,-3-8-16 0,0 11-6 0,0 0-10 15,12 0-4-15,-12 0-7 0,13 11 0 0,-8-2-8 16,5 2-4-16,-4 5 0 0,9-1-12 0,-6 1-11 15,-1 7-43-15,-3-7-50 0,10 7-14 0,-2 1-30 0,-3-6-26 16,6 5-28-16,-1-1 5 0,4 3-24 0,-3-6-40 16,1 3-25-16,1-9-25 0,-2-2-20 0,1 1-237 15,3-3-594-15,3 3 263 0</inkml:trace>
  <inkml:trace contextRef="#ctx0" brushRef="#br0" timeOffset="-207458.28">22705 11172 227 0,'-2'-15'298'0,"2"3"14"0,-5-1-6 0,2 0-13 0,-5 0-11 16,3 4-10-16,-5 0-18 16,3 0-14-16,-8 1-16 0,0 0-25 0,-1-2-11 15,-1 10-27-15,1-1-3 0,-4 2-22 0,0 7-10 16,0-5-15-16,2 4-6 0,1 5-17 0,-3 0-5 16,11 0-7-16,-8 3-10 0,4 0-3 0,6-3-3 15,-4 3-13-15,6 5 4 0,0-5-10 0,5 1-15 16,5-1 7-16,-2 1 0 0,2 0-12 0,5-9-14 15,3 8-19-15,2-4-10 0,0-2-5 0,0-3-3 0,5 2-9 0,-4-8 0 16,6 0-5-16,-7 0-1 0,4-5 1 0,-4 0 2 16,8-3 5-16,-8-6 2 0,2 5 3 0,1-2 0 15,-6-6 3-15,-1 2-3 0,6-8 7 0,-4-1 1 16,-5 5 12-16,1 0 17 0,-3 0 16 0,-4 1 15 16,5-3 10-16,-7 3 9 0,1 8 6 0,-2-1 2 0,1 2-12 15,0 2 0 1,-4-1-13-16,1 2 0 0,-2 1-6 0,5 5-6 15,0 0-7-15,-15 0 5 0,15 0-5 0,-7 11-7 0,4 1 7 16,0-3-4-16,-4 3-4 0,7 0 4 0,0 5-14 16,0-2 16-16,2 2-5 0,3 0-8 0,-2-2-16 15,2 3-15-15,3-10-11 0,1 8-20 0,-1-4-4 16,2 2-8-16,3-2-6 0,-3-7-10 0,-2 3-3 16,2-1-6-16,3-7-3 0,-4 2 4 0,-1-1 3 0,-8-1-3 0,22-8 13 15,-18 5 11-15,6-4 2 0,4-3 9 0,-8-4 5 16,9 6 5-16,-7-8 10 0,1 1 14 0,2-1 25 15,-6 2 28-15,5-2 17 0,-8-4 16 0,3 2 10 16,0 4 18-16,0 4-4 0,0 2-3 0,-5-6 6 16,0 5 16-16,1 1-10 0,-1 4-1 0,0-4-13 15,0 8-24-15,2-4-6 0,-2 4 4 0,0 0-5 0,0 0-6 0,0 0-2 16,0 0 1-16,-2 28-7 0,4-17 1 0,3 4-3 16,-3-3-7-16,3 4-2 0,-4-4-3 0,6 5-4 15,0-2-12-15,-3 0-16 0,3-1 3 0,0-4-9 0,4 0-9 16,-7-2-5-16,4 3-4 0,-1-6-3 15,-3 1 7-15,5-2 0 0,-4 3 3 0,1-6-2 16,-6-1 5-16,0 0 7 16,17-7 1-16,-14 4 3 0,-3 3-5 0,7-9 5 15,-1-2 5-15,-4 4 1 0,5-5 4 0,-2-1 2 16,-2-1 0-16,4 1-2 0,-2-1 10 0,3-1 5 0,-3 1-2 16,-4 6-2-16,4-9 0 0,-1 8 1 0,-3-3 3 15,4 4-1-15,-5 1-6 0,4 3-8 0,1-1 7 16,-5 5-3-16,0 0 0 0,0 0 4 0,0 0-7 15,15 12 3-15,-15-8 0 0,0 3-5 0,6 2-10 0,-6-1-4 16,2 2-12-16,4 0-7 0,1 0-7 0,-5-1 1 0,1 3-1 16,5-1-6-16,-1-4-2 0,3 1-2 0,-5 1-3 15,5-2 7-15,-4 0 4 0,3-2 7 0,2-2 1 16,-1 1 7-16,-2 0-1 0,1-3 5 0,1-1 4 16,-10 0 3-16,16-1 4 0,-8-3 2 0,4 0 2 15,-5 0-1-15,3-2 2 16,0-1 5-16,-1-6 2 0,3 1 4 0,-5 8 4 15,6-11 5-15,-3 3 8 0,-4-1 7 0,6-1 19 16,-5 1 14-16,4-1 7 0,-9 5 4 0,8-6 23 16,-4 6-8-16,-4-5 16 0,0 7 1 0,3 1 2 15,-2-3 1-15,-3 3-7 0,0 6-18 0,0-7-6 16,0 7-14-16,0-8-11 0,0 8-1 0,0 0-5 0,0 0-1 16,0 0-8-16,0 0 1 0,-30 12-5 0,27-8-2 0,-9 4-9 15,12-1 1-15,-8 4-9 0,1 1 8 0,6 0 3 16,-4 3-10-16,5-3-3 0,0 3-12 0,0-2-9 15,3 2-13-15,0-4-5 0,4-2-7 0,1 0-14 0,4 0-7 16,-5-1-7-16,9 0-22 0,-6-3-8 0,5 1-15 16,0-2-13-16,-2 0-23 0,-1-3-32 0,-1 2-32 15,7-6-36 1,-1 0-33-16,-2-2-253 0,-2 3-579 0,-3-4 257 0</inkml:trace>
  <inkml:trace contextRef="#ctx0" brushRef="#br0" timeOffset="-207141.88">23974 11151 399 0,'0'0'392'0,"14"0"-22"0,-14 0-34 16,0 0-10-16,5 3-15 0,-5-3-14 0,6 7-13 16,-4 0-26-16,3 1-27 0,1 0-14 0,-1 3-23 15,0 1-20-15,4-1-11 0,-3 5-20 0,2-3-21 0,-1 6-9 16,1-4-9-16,-3 4-10 0,0 0-5 16,4-1-7-16,-6 2-12 0,0-3-12 0,1 3 0 0,-4-1-12 15,-2 3-18 1,-3-3-39-16,2 2-50 0,-7-3-57 0,-4 5-52 15,-4-3-54-15,2 2-60 0,1-9-79 0,-2 1-259 0,-1-4-673 16,3-1 298-16</inkml:trace>
  <inkml:trace contextRef="#ctx0" brushRef="#br0" timeOffset="-204187.82">25148 10777 108 0,'10'-20'328'0,"-5"1"-4"0,3 1-14 15,-1-2-15-15,-1-6-16 0,-4 5-10 0,0 0-17 16,-4 3-12-16,0 0-10 0,-4 0-11 0,6 3-13 16,-7-3-12-16,-1 7-13 0,3-4-16 0,-4 10-15 0,1-6-17 0,-5 3-13 15,-2 3-23-15,-1 3-8 0,-1 2-7 0,-3 3-14 16,0 8-1-16,-3 2-6 0,0 5-9 0,6 0-8 16,-4 4 2-16,8 3-3 0,-9 2 2 0,6 9-5 15,11-5 0-15,-5 9-4 0,8 1 2 0,-1-2 7 16,6 3-6-16,-1-2-15 0,8 6 1 0,-5-3 3 0,9-1-8 15,-4 3-1 1,10-8 0-16,-3 2-4 0,-2 0 3 0,5-2-14 16,-4-2 3-16,1-8 9 0,-1 0-6 0,1 0 4 0,-2-3-19 15,0-4-34-15,-2-2-31 0,-7-2-32 16,4-4-34-16,-5-1-30 0,0-2-34 0,-1-2-27 16,-3 1-29-16,1-4-60 0,-2-4-291 0,0 0-656 0,0 0 290 15</inkml:trace>
  <inkml:trace contextRef="#ctx0" brushRef="#br0" timeOffset="-203316.75">24878 11106 304 0,'0'-8'340'0,"0"0"-15"16,3-2-14-16,1 1-22 0,1 2-21 0,3-4-16 15,-3 2-16-15,5 2-24 0,-2-2-24 0,0 5-17 16,6 1-14-16,-1-4-21 0,2-1-5 0,0 4-21 16,6 3-19-16,-4 1 0 0,3-2-15 0,-4 0-16 15,4 2-25-15,0 2-17 0,0 1-23 0,0 2-14 16,-2-2-17-16,-3 1-19 0,3-2-16 0,-2 6-16 0,-1-3-9 0,0 3-10 16,0-2-3-16,-2 0-10 0,-4-3 14 0,-1-2 11 15,3-1 9-15,-1 7 7 0,-3-6 16 0,5 1 2 16,-12-2 4-16,16-2 12 0,-16 2 19 0,17-8 11 0,-11 7 16 15,3-8 10-15,-3 3 13 0,3-2 7 16,-5 1 10-16,6-1 6 0,-5-4 5 0,2 5 0 0,-2-1 10 16,-2-1 6-16,4 2 7 15,-4-1 9-15,-1 0 5 0,1 0 0 16,-3 2-13-16,0-2 3 0,0 3-10 0,0 5-12 0,-3-11-2 16,1 7-6-16,2 4-2 0,-13-7-11 0,3 7 1 15,3-4-6-15,-4 3-3 0,11 1-4 0,-23 1-7 16,6 3 0-16,2 1 2 0,-1-2 1 0,2 3 0 15,0 2-8-15,-1-1 0 0,6 2 1 0,-4-2-3 16,5 4 0-16,1 2 1 0,2 2 2 0,2 1-3 0,6-1 6 0,4 0 0 16,6 1-2-16,0 0-6 0,9 1 5 0,-1-4 4 15,9 3-10-15,2-3-5 0,-1 1 2 0,14 4-3 16,1-8 0-16,2 1-13 0,-7-4-12 0,-9-3-10 16,18-4 6-16,-14 0-6 0,-5-3-1 0,4 0-2 15,-2-2 4-15,-3-7-3 0,-5 4 4 0,1-6-4 0,-2 0 3 16,-6 1 4-16,5-3 3 0,-16-2 3 0,2 4 8 0,-4-4 13 15,-5 8 16-15,0-4 9 0,0 6 9 0,-6-12 6 16,-2 8-6-16,1 1 4 0,-3 1-5 0,-3 1-1 16,0 1-5-16,-1 2 0 0,3 2-9 0,-3 3 3 15,-2-4-5-15,-1 5-1 0,7 1-9 0,-8 3 2 0,0 0 4 16,1 3-5-16,6 1 0 0,-1 0-1 0,-3 3 4 16,4 0-5-1,3 1 7-15,-2 1-5 0,3-5-9 0,0 3-7 0,6 0-7 16,-4-2-3-16,3 2-6 0,2-4 3 0,2 0-4 15,3-2 2-15,-4 2 1 0,8-5 0 16,-1 3 3-16,5-5 2 0,0-2-3 0,2-2 6 0,2 3-3 16,-1-6 4-16,3 0 2 0,-5-1 9 0,3-7 2 15,0 6 7-15,1-2 7 0,-10 3 17 0,9-1 14 16,-2-5 19-16,-9 7 7 0,1-1 19 0,1-1 16 0,-3 2 11 0,0-1 2 16,0 1-6-16,0 4-9 0,-5 3-17 0,10-6-7 15,-10 6-22-15,1-3-1 0,-1 3-7 0,0 0-9 16,5 11-9-16,4-4 6 0,-3-2-4 0,3 3-2 15,-3 0 1-15,3 4-3 0,2 0-3 0,-1 2-23 16,5-10-25-16,-8 12-11 0,7-6-25 0,1 0-22 16,0-3-21-16,2 1-29 15,1-1-24-15,4 0-24 0,-4-5-27 0,2 3-25 16,-2-5-21-16,2-2-16 0,3-2-14 0,-5-2-26 16,0 0-175-16,0-3-522 0,1-9 232 0</inkml:trace>
  <inkml:trace contextRef="#ctx0" brushRef="#br0" timeOffset="-202461.31">26341 10551 118 0,'-8'-18'302'16,"1"0"7"-16,-1 6-5 0,3 0-5 0,-3 8-15 0,6-4-21 15,0 0-27-15,-1 3-21 0,3-1-33 0,0 6-14 16,0 0-21-16,0 0-13 0,0 0-12 0,0 23-14 16,3-11-2-16,-1 7-12 0,8-3-8 0,-5 3-2 15,-3 8-10-15,6 0-5 0,5 0-9 0,-6 0-3 16,-1 0-8-16,4 2-6 0,-5 4-6 0,4-3 0 0,-8-3-14 0,11 3 8 15,-6 0-7-15,-4-3-16 0,6-3-25 0,-1 2-14 16,-5-7-17-16,3-4-16 0,-4 1-17 0,-1-4-15 16,5 2-14-16,-3-5-14 0,0 3-2 0,-2-6 0 15,0 0-7-15,0-6 0 0,3 4-1 0,-3-4 6 16,0 0 5-16,0 0 1 0,0 0 13 0,8-16 13 16,-8 8 18-16,0 3 1 15,2-3 22-15,-2-6 20 0,1 7 26 0,3-5 24 16,-4 4 31-16,0 0 17 0,0 0 16 0,0 0 25 15,0 1 9-15,1-2 9 0,-2 0 9 0,2 2 4 16,-1 1 2-16,4-5 1 0,-4 6 1 0,0 5 1 16,0-11-11-16,5 4-12 0,0 3-26 0,-5-1 5 0,8 0-21 15,-5-2 4-15,-3 7-11 0,15-3-14 16,-3 2 0-16,-2 1-6 0,3 0-5 0,3 3-3 0,-2-2-6 0,1 6 2 0,1 0-9 16,2-1-6-16,-1 3-9 0,-1-2-1 15,4 4-17-15,-5 3-10 0,5-4-9 0,-5 2-7 16,-2 2-15-16,-1-2-4 0,1 3-13 0,0 0-8 0,-8 2-1 15,4-2 2-15,0 0 9 0,-5 1 1 0,2-5 3 16,-1 6 3-16,-3-7 6 0,-2-1 6 0,0 2 5 16,2-2 3-16,-1-2 6 15,-1-2 0-15,0-5 22 0,2 10 23 0,-2-10 18 16,0 0 6-16,3 4 1 0,-3-4 11 0,0 0 9 16,0 0 6-16,9-16-6 0,-6 9 4 0,-1-4 11 15,4 4 14-15,-3-8-1 0,2 6 5 0,2-9 2 16,1 1-2-16,1 4-4 0,-3-2-5 0,1 4-3 15,-2-2-15-15,1 6-2 0,-1-7-10 0,2 5-6 16,-2 1-4-16,2 0-7 0,-4 1 0 0,-1 3-10 0,1-4-4 0,-1 5-9 16,-2 3-5-16,0 0-22 0,13-1-17 0,-13 1-17 15,0 0-20-15,16 9-16 0,-12-5-8 0,4 4-16 16,0-2-17-16,2 2-8 0,-5 0-13 0,10 6-6 16,-5-4-1-16,-3 4-7 0,6-2 4 0,2 0 1 15,0-5 11-15,1 1 14 0,-1 1 10 0,-2-6 6 0,2 0 15 16,0-3 10-1,-3 1 14-15,1-2 9 0,0-3 23 0,-1 1 19 16,-2-11 16-16,3 4 23 0,-3-5 12 0,-5 4 12 0,0-2 8 16,0-1 13-16,1-1 16 0,-6 3 13 0,0 0 13 15,4-4 11-15,-6 5 5 0,0-1 0 16,-1 4-10-16,-7-2-4 0,5 1-5 0,-2 1-10 0,1 1-4 16,-2 1-18-16,-1 4-6 0,3-2-8 0,6 4-5 15,-15 6-8-15,3-5-2 0,4 7 2 0,1 0-14 0,-1 2 3 0,1-1-1 16,4 4-7-16,-2 2 0 0,3 0 5 0,2 4-7 15,2-2 4-15,3 1-11 0,-2-1-1 0,9 1-20 16,0-6-34-16,-1-3-14 0,2 8-37 0,4-4-48 16,8 2-46-16,-4-6-50 0,9-2-43 0,0 1-56 15,-2-4-203-15,0 3-581 0,2-7 258 0</inkml:trace>
  <inkml:trace contextRef="#ctx0" brushRef="#br0" timeOffset="-202082.41">27717 10713 219 0,'0'0'274'0,"0"0"-19"0,0 0-5 16,0 0-8-16,0 0-16 0,15 14-17 0,-11-9-9 16,1 3-17-16,0 7-13 0,4 0-17 0,-4 0-14 15,-2 4-14-15,2 0-14 0,5 3-8 0,-5 3-11 0,5-5-5 16,-5 7-9-16,8 1-12 0,-5-1-5 0,1-2-7 15,-1 0-4-15,-2-1-5 0,-1-3-5 16,5-8-5-16,-6 2-2 0,2-4-5 0,-1-3-4 0,0 0 2 0,-2-3-4 16,6 1-1-16,-4-5-5 0,-5-1 4 0,0 0 8 15,15-4 4-15,-7-2 13 0,-3-3 11 0,0 0 15 0,0-6 10 16,3-3 12-16,-6-2 8 0,1 7 7 0,7-13 3 16,-5-1-2-16,2 2 1 0,-4-2 6 0,2 3-9 15,3-5-8-15,-3 4-8 0,-3-1-10 0,-2 7-5 16,8 3-11-16,-8-3-6 15,0 8-8-15,2 0-4 0,-2-1-7 0,3 3-16 16,0 2-37-16,-3 0-46 0,0 7-36 0,0-9-32 16,0 9-29-16,0 0-41 0,0 0-35 0,0 0-45 15,2 24-47-15,-2-12-57 0,0-2-219 0,5 6-649 16,-5-7 287-16</inkml:trace>
  <inkml:trace contextRef="#ctx0" brushRef="#br0" timeOffset="-200810.34">28359 10906 213 0,'0'-5'343'0,"6"-2"-22"0,-4 0-22 0,-2 2-22 16,0 5-28-16,0-15-23 0,-8 13-20 0,8-5-25 0,-7 4-13 16,-3-1-19-16,-3 3-14 0,3-2-14 0,10 3-10 0,-30 3-14 15,15-2-9-15,-3 3-7 0,2 4-10 0,-1-4-7 16,2 4-5-16,-1 4-7 0,1-2-6 0,3 2-2 15,-1 3-3-15,5-4-1 0,-1 5-3 0,4 0-11 16,5-3-12-16,-1 4-7 0,2 0-14 0,-1-2-12 16,5-3-10-16,2-1-10 15,1 0-6-15,2 2-11 0,3-6 2 0,-4 0-3 16,6-5 3-16,-4 3 2 0,6-4 6 0,-9-1 7 16,5-3 2-16,2-1 2 0,-5 1 8 0,5-6 4 15,-7-3 9-15,5-2 3 0,2 1 13 0,-10-3 10 16,5-6 15-16,-5 7 12 0,5-4 15 0,-10 4 21 15,7-3 13-15,-7 3 13 0,8 1 5 0,-8 2 1 16,0 2-4-16,0 1 0 0,0 0-8 0,0 0-17 0,-2 6-6 0,-4-4-16 16,6 7 0-16,0-8-10 0,0 8-4 0,0 0-7 15,-17 1-9-15,17-1 4 0,-5 14 0 0,-5-8 2 16,10 4-8-16,0 2-15 0,0-1-9 0,0 5-11 16,7-1-11-16,-4 1-17 0,2 0-8 0,5 2-8 15,-3 3-16-15,4-6-11 0,1 0-17 0,0 1-9 16,1-6-21-16,3 2-7 15,1-4-5-15,-2 1 4 0,0-1 9 0,3-5 4 16,-7-2 7-16,4-2 4 0,0 0 6 0,-5-4 13 16,5-1 5-16,-2-3 11 0,1-8 7 0,-3 5 7 0,-3-5 7 15,7-1 8-15,-6-6 4 0,1 1 19 0,-1 4 10 16,-4-7 9-16,-1-1 18 0,6-2 13 0,-10-2 18 16,3-11 20-16,-6 4 16 0,3 11 18 0,0-7 9 15,-7 5 2-15,2-2 5 0,3 4 6 0,-3 1 5 0,5 2 4 0,-4 8 1 16,4-2-15-16,-5 5-12 0,0 1-19 0,1 9-4 15,-1-4-8-15,5 7-10 0,-11 2-5 0,11-2-6 16,-14 12-11-16,6 0-6 0,5 0 5 0,-7 11-2 16,3-4-8-16,2 5 3 0,-1 6-7 0,2-2 3 15,1-1-8-15,6 5-5 0,-3-1 6 0,2-1-6 16,3 4 4-16,2-7-2 16,-4 1-4-16,7 3-16 0,-3-4-2 0,6-4-5 15,-3 4-6-15,-2-14-2 0,7 5-2 0,0-6-3 16,-4 3 5-16,4-7 0 0,-5 0 4 0,12-1 0 15,-6-6-2-15,4-2 6 0,-3-3-1 0,3-7 1 16,1 7 8-16,-4-4 2 0,2-8-1 0,-2 6 10 0,-2-5 11 16,0-1 2-16,0 4 11 0,-4-4 10 0,3-1 14 15,-3 3 4-15,1-1-1 0,-7 5 3 0,0-5 0 0,1 3-4 0,-4 3 2 16,0 1-14-16,3 1-3 0,-5-1-16 16,0 8-15-16,0-4 11 0,0 4-15 0,0 0 12 15,0 0 5-15,0 0-17 0,-9 24-10 0,8-12-23 0,-6 3-16 16,7 0-11-16,0 2-16 0,0-3-6 0,0 1-16 15,2 0-4-15,4 2-6 0,-2 1-4 0,1-2 5 16,1-2 0-16,1 1-2 0,-2-6 6 0,5-1 8 0,-5 0 12 0,3-3 5 16,-1 0 9-16,1-4 5 0,0 0 6 0,-8-1 10 15,17-7 10-15,-9 2 10 0,-1-3 14 0,1 0 17 16,-2-7 14-16,3 0 8 0,-3 2 17 0,-1-2 5 16,4-4 25-16,-8 0 14 0,4 3 7 0,-3-3-2 15,6 0 2-15,-3 2-4 0,-5-1-6 0,7 2 7 16,-6 3-6-16,1 2-7 15,-2-3-11-15,0 5-11 0,0 5-3 0,0-7-7 16,0 11-10-16,0-7-21 0,0 7-1 0,0 0 10 16,0 0-11-16,0 0-7 0,0 0-5 0,0 0-3 15,-2 30-6-15,4-18-11 0,-2 0-8 0,5 3-15 16,-3 1-12-16,4 1-9 0,3-2-7 0,-4 0-12 16,4 3-5-16,-4-3-4 0,9 0 1 0,-6-3-4 0,0 0 1 15,7-3 0-15,-5-2 4 0,0 0 1 0,2 0 4 0,1-6 9 16,-5 4 2-16,4-5 11 0,-2 0 1 0,3 0 6 0,-3-6 8 15,1 4 3-15,-1-7 4 0,0 2 5 0,3-5 12 16,-6 1 11-16,1 3 13 0,-1-6 19 16,1 1 24-16,-3-3 7 0,3 3 27 0,-1-5 13 0,-5 3 9 15,-2 0-8-15,0 0-14 0,0 3 4 0,0 3-2 16,-2-6-10 0,-3 11-9-16,3-7-9 0,-6 3-13 0,2 1-2 0,-3 7 1 15,3-1-13-15,6 1 3 0,0 0-9 0,-23 3-1 16,14 2 2-16,-1 6-9 0,5-2-3 0,-3 2 4 15,5 2 1-15,1-1 2 0,2 0-10 0,0 5 1 16,5 1-2-16,0-1 4 0,2 0-8 0,1-2-6 16,4-1-28-16,2-1-18 0,1 1-22 0,0-2-28 15,10 1-22-15,0 2-25 0,-2-9-17 0,-1 6-37 0,-6-9-34 0,11-3-37 16,-3-2-19-16,-2 2-221 0,-4-7-550 0,4 2 244 16</inkml:trace>
  <inkml:trace contextRef="#ctx0" brushRef="#br0" timeOffset="-200478.31">29792 10294 324 0,'-5'-1'419'0,"4"-3"-15"0,1 4-22 0,-14-5-38 0,14 5-41 16,-3-6-22-16,3 6-40 15,0 0-31-15,0 0-16 0,-3 18-10 0,6-9 1 16,0 6-5-16,11-2-5 0,-5 5 6 0,3 6-3 16,3-1-5-16,0 4-4 0,10 8-7 0,-5-8-14 15,1 4-12-15,-4-4-14 0,4 1-12 0,-1 7-8 16,-3-8-12-16,2 7-10 0,-7-2-8 0,0-3-7 16,-6 2-6-16,4 9-5 0,-5-11-4 0,-2 11-8 15,-6 4-2-15,-2 1-6 0,-1 3-8 0,-9-2-24 0,0 4-20 0,-3-2-34 16,-7 0-21-16,0 2-37 0,-3-4-39 0,5-4-37 15,-12-2-33-15,5 3-33 0,-6-8-38 0,6-1-42 16,3-10-48-16,2-2-264 0,2-1-696 0,8-10 308 16</inkml:trace>
  <inkml:trace contextRef="#ctx0" brushRef="#br0" timeOffset="-195894.96">6729 14384 134 0,'-5'-13'332'0,"2"-1"-5"15,-4 1-14-15,2 0-14 0,0-1-20 0,-1 0-14 16,-1 4-15-16,-4-5-14 0,-3 5-20 16,6 0-22-16,0 3-14 0,-5-2-16 0,1 2-20 0,-1 2-18 15,-4 2-10-15,-3 3-10 0,2 3-12 0,-2 1-7 16,4 3-16-16,-4 1-6 0,0 2-6 0,-3 8-4 15,6 1-7-15,-3 2-3 16,4-3-8-16,1 5 3 0,2-3-6 0,6 3-6 16,-1-3 8-16,6-1-14 0,2 3-4 0,0-3 3 15,7-2 0-15,1 1-10 0,5 1 7 0,-4-6-7 16,9 1 0-16,0-6 3 0,-1-3-7 0,4 3 2 16,-1-4-6-16,-2-7 1 0,4 2-1 0,-2-7-4 15,-4 1 7-15,2-4 5 0,-1-2-5 0,8-5-3 16,-5 1 0-16,-4-2 0 0,1-2-1 0,-4 6 5 0,0 0 3 0,-6 0 4 15,-2 3 5-15,-2-3 14 0,-1 3 13 0,-1 0 3 16,3 5-7-16,-4-2-2 0,0-1-5 0,1 6-9 16,-1 4-10-16,0-8-1 0,0 8-6 0,0 0-3 15,0 0 5-15,0 0 1 0,17 23 0 0,-14-14-11 16,7 6-28-16,-5 0-19 0,5 0-33 0,-5 1-28 16,5 1-22-16,-3 0-34 15,1 0-32-15,-2-2-37 0,3 0-51 0,2-3-52 16,-1 2-231-16,-5-6-613 0,5-3 272 0</inkml:trace>
  <inkml:trace contextRef="#ctx0" brushRef="#br0" timeOffset="-195478.31">7004 14058 220 0,'0'0'240'0,"-16"14"-21"0,12-6-16 15,-1 4-17-15,-1 6-14 0,4-1-7 16,2 2-13-16,0 3-10 0,8 2-15 0,-1 3-12 16,-2 0-10-16,3 0-9 0,-5-4-11 0,1-2-8 0,6 5-8 0,-5-10-6 15,0 4-5-15,1-1-6 0,-1-5-4 0,3-1-4 16,-6-2-5-16,1 0-5 0,-1-4-1 0,0 3 18 0,3-2 24 16,-5-8 9-16,0 0-8 0,0 0-7 0,0 0-3 15,0 0-5-15,0 0-4 0,8-21-6 16,-8 13-3-16,7-3-7 0,-1 0 5 0,-2-1-3 0,2 1 2 15,1-1-4-15,-1 0-1 16,4 4-1-16,-3-1-3 0,5 2-7 16,-1-4 1-16,-4 3-8 0,4 7 2 0,-1-1-3 15,-3 2-2-15,-7 0-1 0,21 0-6 0,-11 4 1 0,4 4-3 16,-8-2-2-16,9 5 0 0,-2-1 1 0,-3 2-1 16,-3 2 0-16,-1-1 0 0,3 1-4 0,-4 1-4 15,-4 1 3-15,-1-3-1 0,0 2-3 0,-1-4-3 16,-4 0-4-16,-4 2-9 0,3-4-14 0,-1 4-17 0,-3-6-21 15,-5 0-30-15,-3 3-26 0,8-5-27 0,-5 0-23 0,2-3-32 16,5 1-30-16,8-3-229 0,-17-4-506 0,17 4 224 16</inkml:trace>
  <inkml:trace contextRef="#ctx0" brushRef="#br0" timeOffset="-195208.79">7582 14323 75 0,'0'0'327'0,"1"-4"-3"15,-1 4-6-15,9-7-12 0,-9 7-16 0,0 0-20 16,0 0-22-16,0 0-15 0,0 0-7 0,0 0-7 0,0 0 4 0,-32 13 0 16,19-7 3-16,-2 3-20 0,-5 3-8 0,4-5-2 15,-3 7-8-15,-2-1-8 0,4 1-15 0,2-1-14 16,-3-2-18-16,8 0-12 0,-3 2-15 0,2 1-7 15,2-2-8-15,6 0-10 0,1-2-4 0,4 2-8 16,3 1-5-16,3-2-11 0,9-2-13 0,-1 0-34 16,6 1-52-16,4-2-47 15,7-5-32-15,12 3-37 0,5 0-49 0,-7-3-41 16,3 2-61-16,0-9-47 0,-11 4-335 0,0 4-754 16,-2-8 334-16</inkml:trace>
  <inkml:trace contextRef="#ctx0" brushRef="#br0" timeOffset="-184861.54">10248 14277 104 0,'3'-4'371'0,"4"-3"-10"16,-2 3-23-16,-5 4-38 0,8-6-24 0,-6 1-28 15,-2 5-31-15,0 0-21 0,12 0-17 0,-12 0-21 16,9 8-12-16,-4 1-16 0,4-1-10 0,-8-1-15 0,3 5-7 0,6-3-10 15,-10 3-13-15,6 0-3 0,-6 0-10 0,7 5-3 16,-5-4-9-16,-2 2-2 0,0-2-6 0,4 2-6 16,-8-3-6-16,8-2 3 0,-4 0-5 0,0-4-3 15,0 2 0-15,0-4 1 0,0 5-8 0,0-9 1 16,0 7-4-16,0-7 9 0,0 0 27 0,2 7-1 0,-2-7-3 16,0 0-1-1,0 0-6-15,13-17-4 0,-11 8-8 0,3 1 1 16,8-1-1-16,-1-6 3 0,-7 5 0 0,10-3 11 15,-7-1 8-15,0 2 4 0,5-1 0 0,-6 2-1 16,3 0-5-16,-5-1-3 0,5 8 3 0,-5-5-2 16,3 0-9-16,-6 3-2 0,3 3-7 0,-5 3-6 0,8-5-4 15,-8 5 1-15,0 0-4 0,0 0-2 0,0 0-2 16,8 20-2-16,-4-13 0 0,1 2 2 0,-2 3-1 0,-1 1 7 0,-1-3-13 16,3 5-3-16,1 0 12 0,-2-4-12 15,0 1-1-15,-1 0 1 0,1-4 1 0,0 0 1 16,2 4-7-16,-3-3 1 0,1-3 3 0,1-2-4 0,2-1 3 15,-6-3 3-15,9 4-3 0,-9-4 1 0,0 0 7 16,21-8-2-16,-13 2-4 0,-1-3 1 0,1 1 8 16,4-4 16-16,-4 1 15 15,5-3 12-15,-3-3 7 0,-3 5 11 0,3-3 4 16,3-1 3-16,-5 4 0 0,-3-3 0 0,4 7 0 16,-3-7-3-16,1 8-7 0,-4 1-6 0,2-4-6 15,2 3-9-15,-6 3-6 0,-1 4-10 0,5-5-3 16,-5 5-4-16,0 0 0 0,0 0-5 0,10 9-3 15,-5 4-2-15,-3-6-15 0,0 5-17 0,9 3-18 16,-6 0-20-16,2 3-24 0,-2-2-21 0,1 1-14 0,4 0-21 0,5-1-13 16,3 3-4-16,-3-7-23 0,-3 2-7 0,6-4-2 15,-1 0 0-15,-3-3 1 0,3 2 2 0,1-5 6 16,-6 1 12-16,-1-3 13 0,3-2 14 0,-3-2 15 16,2-1 10-16,-6 1 13 0,3-5 13 0,2 1 17 15,-6-1 14-15,1-7 26 0,-4 1 17 0,4-2 10 16,-2-5 15-16,-4 5 19 0,6-3 23 0,-7 2 7 0,2-5 16 0,-4 4 10 15,-6 0 28-15,3-2 5 0,5 6 11 0,-7-4 10 16,1 2-8-16,4 7-8 0,-5-1-15 0,6 2-10 16,-11-1-12-16,9 4-14 0,-4 3-5 0,7 1-5 0,-20 0-9 15,9 2-3-15,-3 8-9 0,3 2-3 16,1-2-2-16,-2 7-7 0,4-4 1 0,-2 5-4 16,5 3-5-16,-5-2 0 15,5-4-7-15,-1 10-7 0,1-9-8 0,6 4-17 16,-1-5-14-16,7 10-3 0,-4-10-9 0,2-1-5 15,3-2-1-15,-3-4 5 0,7 4-9 0,-4-4 10 0,4-2 6 16,-4-5 2-16,5-1 0 0,-3 0 8 0,4-1 0 16,0-11 0-16,1 5 6 0,-1-3 1 15,-6-2 1-15,5-1 23 0,-6-4-3 0,6 4 15 0,-3-3 9 16,-3-1 9-16,-1-1 12 0,-1 3 10 0,0 0 6 0,2 0 0 16,-6-1-2-16,1 5-1 0,1 0-4 0,-1-1-6 0,0 5-5 15,-1 2 1-15,-1-2-16 0,0 7-5 0,2-8-3 16,-2 8-5-16,0 0 0 0,0 0 1 0,0 0-5 15,12 18 0-15,-11-6 0 0,1 2-5 0,6-1 0 16,-5-1-5-16,-1-1-5 0,8 9-8 0,-3-7-8 16,1 2 1-16,-1-1-4 15,2-1-3-15,1 1-3 0,-1-7-1 0,-3 1-2 16,6-1-6-16,-5-1 12 0,2 0-2 0,1-1 2 16,-1-2 1-16,-1-2 6 0,0-1 1 0,-8 0 0 15,15-1 5-15,-3-1 3 0,-7-4-1 0,1-1 11 16,1-3-5-16,-2 1-2 0,3 1 6 0,-6-6 10 15,3 2 5-15,-4-4 3 0,6 0 9 0,-7 1 6 16,2 5 2-16,3-7 2 0,-5 5-7 0,0 2 4 0,0 1-5 0,0-4 1 16,0 6-8-16,0 2-4 0,1-3-3 0,-1 8-5 15,0 0-2-15,0-7-1 0,0 7-3 0,0 0-2 16,0 0 2-16,0 0-1 0,0 0-2 0,7 20 1 16,-5-12-1-16,4 5 0 0,1-5-4 0,-1 2 4 15,-1 5-3-15,5 1 3 0,-3-3 0 0,6 1-7 0,2 1 0 16,0-2-3-16,0 1-4 0,1-2-2 0,1-4-7 0,1 4 2 15,-1-5-3-15,1 0 2 0,3-1 3 0,-1-2 0 16,2 1-2-16,1-3 1 0,-1-2 1 0,-8 0 10 16,6-4-8-16,-3 4 4 0,-2-5 4 0,3-3 9 15,-6-4-10-15,2 2 2 0,-2-2 0 0,-4-7-2 0,4 3 5 16,1-10-1-16,-1-1-2 0,-1 0 1 0,-1-1 7 16,-1-11-3-1,-1-2-3-15,-2 2 1 0,-6-7 0 0,2-1 1 0,-4 7 2 16,2-2-2-16,-5 0 4 0,-3 12 10 0,2-10 6 15,-4 12 6-15,3 1 0 0,-3 0 1 16,5 8 1-16,-5 4 7 0,2 0 6 0,5 5-4 0,-6-1-7 16,4 7-8-16,-5 1-3 0,10 3 0 0,0 0 0 15,-8 18-4-15,2-4 6 0,6 12-9 0,0 7 2 16,0-3-2-16,6 11-2 0,-3 5-2 0,2-1 1 0,5 4 3 0,-5 0-3 16,5-1-1-16,0-5 1 0,2 6-2 0,-7-3-1 15,6 3-1-15,1-3-1 0,1-4-2 0,-5-4-4 16,4-8-39-16,5 6-14 0,-8-10-44 0,1-6-33 15,2-6-41-15,-4 6-41 0,1-7-38 0,-4-4-57 16,4-3-62-16,-4-6-328 0,-5 0-758 0,0 0 336 16</inkml:trace>
  <inkml:trace contextRef="#ctx0" brushRef="#br0" timeOffset="-184529.51">11478 13867 94 0,'-8'0'401'0,"1"-3"-16"0,7 3-18 16,-10-1-32-16,10 1-42 0,0 0-27 0,-13-4-26 16,13 4-16-16,0 0-25 0,0 0-24 0,-2 13-16 0,2-7-14 15,0-6-15-15,2 15-15 0,-2-6-11 16,6 0-13-16,-4-2-2 15,5 3-10-15,-7-3-6 0,8 3-14 0,-8-3-2 16,7-3-5-16,-6 2-7 0,3 0-5 0,-1-2 3 16,-3-4-12-16,7 7 7 0,-7-7-7 0,0 0-5 15,0 0 1-15,14-12 3 0,-14 4-13 0,0 2-1 16,0-3-2-16,0-3 4 0,-1 5-10 0,-3-4 0 0,3 2-1 16,-2-2-13-16,-2 3-26 0,-2 0-31 15,4 2-42-15,-2 0-42 0,-2 3-51 0,7 3-64 0,-10-4-55 0,10 4-251 0,-15 1-613 16,15-1 272-16</inkml:trace>
  <inkml:trace contextRef="#ctx0" brushRef="#br0" timeOffset="-183026.09">12309 14308 121 0,'-5'-5'342'0,"3"-2"-16"16,2 7-26-16,-1-5-34 0,1 5-18 0,-4-8-23 15,4 8-23-15,0 0-23 0,0 0-16 0,0 0-15 16,0 0-18-16,0 0-11 0,0 0-13 0,12 15-15 16,-9-8-5-16,2 0-7 0,-3 0-6 0,3 2-7 15,1-5-8-15,-6 4-3 0,7-2-2 0,-5 3-10 16,1-6 1-16,2 3-3 15,-5-6-3-15,7 7 3 0,-4-4 20 0,-3-3 18 16,5 5 18-16,-5-5 7 0,0 0-12 0,0 0-7 16,0 0-5-16,0 0-4 0,0 0-5 0,0 0-9 15,-8-22-4-15,6 17-5 0,-1-3-2 0,1 3-17 16,-3-2 5-16,2 3-5 0,-4 1-9 0,7 3 0 16,-8-8-13-16,8 8-28 0,-7-5-35 0,7 5-35 15,0 0-31-15,0 0-35 0,0 0-32 0,0 0-41 0,-8 16-38 0,8-16-48 16,15 12-252-16,-7-6-610 0,7 0 271 0</inkml:trace>
  <inkml:trace contextRef="#ctx0" brushRef="#br0" timeOffset="-181954.53">13029 14283 267 0,'0'-10'293'0,"0"-4"2"0,-4 2-4 0,3 0-6 16,1 0-3-16,-2 1 1 0,-3-1-14 0,2 0-18 16,-2 0-5-16,-5 1-23 0,5 0-15 0,-2 2-24 15,-1 2-14-15,-3-1-19 0,1 2-15 0,-5-1-3 0,1 7-18 0,-2 0-4 16,-4 0-2-16,-3 5-2 0,5-1-6 0,-2 4-11 16,-8 4-8-16,5 3-8 0,-6 2-6 0,5-2-6 15,4 6-7-15,2-1-7 0,-1-3-5 0,3 8-2 16,3 0-4-16,1-1 0 0,5-2-7 0,2-3-4 15,2 0 2-15,3 1 3 0,3-1-9 0,4-4-5 16,0 5-1-16,4-5-1 0,2 0-2 0,4-6-6 0,1 1 0 0,-1-4-5 16,13 3-2-16,-2-3-7 0,1-3-6 0,0-3-6 15,-1 0-6-15,1-6 2 0,-9 3 1 0,8-6 5 16,-8 1 4-16,-5-2-3 0,3 1 2 0,-1-3-2 16,0 0 4-16,-8 1 7 0,5-2-5 0,-8 1 9 15,3 3-1-15,-3-4 12 0,-2 5 4 0,1 0 3 0,-4 1 3 16,4-2 5-1,-5 3-12-15,2-2-2 0,1 6-1 0,-3 2-5 16,0 0-1-16,0 0 2 0,0 0-2 0,0 0 0 16,0 0-3-16,0 0 4 0,17 16-2 0,-9-7-2 15,-6 0 0-15,3 0-1 0,8 3 5 0,-3 0-6 16,-4-1-1-16,9 1 0 0,-6-4-4 0,2 6-5 0,4-4-14 16,0 1-8-16,0-3-6 0,0 2-5 0,-2-4-2 15,3-3-2-15,-1 3-9 0,-6-4-7 0,4-1 20 0,-3-1-5 0,3 0-1 16,-5-1 5-16,-8 1 3 0,17-8 0 0,-14 2 9 15,4 1-1-15,-4 0 1 0,-3-6 4 16,0 3 5-16,0 0 1 0,-3-4 9 0,0 1-2 0,-4-4 7 16,2 3 2-16,-5-3 0 0,7 4 3 0,-4-2 8 15,0 1 8-15,2-3 1 0,1 7 1 0,-3-3 1 16,4 0 9 0,-2 0-1-16,0-1 8 0,5 5-1 0,-2 0-6 0,4-6-2 15,-2 8-1-15,6-3 0 0,-4 2 5 0,3-2-12 16,3 4 0-16,0-1 0 0,4 1-3 0,-4 1-2 15,6 2-6-15,-1 1-1 0,0 0 3 0,2 1-4 16,0 3 8-16,3-1-8 0,-6 4 2 0,1-2 0 16,2 6-2-16,5 0 1 0,-10-1-9 0,4 0-17 15,1 2-12-15,-1 3-2 0,-1 1-8 0,-5-3-4 0,0-1-5 0,-1 2-4 16,3-1 3-16,-5-4-5 0,-3 0 2 0,4 2 7 16,-6-3 4-16,0 0 0 0,0-1 7 0,2-2 7 15,-2-5 5-15,0 7 1 0,0-7 10 0,0 0 5 16,0 0 8-16,0 0 3 0,0 0 11 0,0 0 0 15,3-20 8-15,0 10 17 0,1 1 11 0,1-2 14 16,1-3 10-16,-2 1-2 16,4-1 0-16,-1 2-6 0,-4-1 8 0,5 2-7 15,-3 0-3-15,-3-1 0 0,6 3-5 0,-1 4-4 16,-1-5-8-16,1 6-10 0,1 1-2 0,-1-2-6 16,-1 4-3-16,-6 1 3 0,15 0-6 0,-15 0-1 0,15 8 0 15,-7-3-8-15,-3 5 5 0,0-5 3 16,2 7-10-16,1 2-1 0,4-1-2 0,-5-1 3 0,1 5 0 15,-2-7-7-15,3 1 5 0,-4 2-5 0,10-2 2 0,-14-2-1 16,7-2 5-16,-1 1-8 0,1-2 5 0,-1-2 0 16,-2 0 2-16,3-3-1 0,-8-1 0 0,13-1 3 0,-13 1 14 15,17-7 9-15,-10 0 13 0,3 1 15 0,3-5 6 16,-3 1 11-16,3-2 12 0,0 2 7 0,2-3 9 16,0 0 8-16,-3 1 12 0,3-3 11 0,-1 6 1 15,0-5-3-15,-1 2-6 0,2 2-9 0,-2 1-9 0,-5 5-8 0,1-4-7 16,4 1-13-16,-7 0-7 0,1 5-12 0,1-1-6 15,-3-1-9-15,-5 4-8 0,12-1-5 0,-12 1-4 16,7 6-9-16,-1-3-19 0,-6-3-25 0,7 12-30 16,-7-6-34-16,6 2-43 0,-12 1-49 0,6 2-51 15,0-3-46-15,-7 10-53 0,-1-10-58 0,3 5-75 16,-5 1-393-16,-2-1-927 16,-3-1 410-16</inkml:trace>
  <inkml:trace contextRef="#ctx0" brushRef="#br0" timeOffset="-165615.3">8527 14122 95 0,'-17'-23'211'15,"-8"-3"-5"-15,4 5-7 0,-14-7 2 0,5-4-5 16,1 14-4-16,-8-4-9 0,-8 2-6 0,9-1-7 0,-7 4-4 0,-5 9-9 15,3 1-4-15,1 6-9 0,-3 2-10 0,1 6-4 16,3 1-11-16,-7 11-7 0,4 1 2 0,5 9-4 16,7-1-6-16,-4 8-2 0,5 1-9 0,10 3-1 15,-2 2-2-15,7 1 1 0,8 7 4 0,10-5-3 16,8 4-11-16,9 5-2 0,9 0-11 0,6-5-3 16,19 12-3-16,4-4-9 0,-7-19 0 0,25 9-2 0,-2 0-13 0,5-5 2 15,0-4-8-15,-3-4 3 0,6-6-27 0,-27-5-40 16,11-4-38-16,-9-2-45 0,-3 1-43 0,-3-6-56 15,-6 3-68-15,-4-6-61 0,-13-2-221 0,-7-2-610 16,-1 1 271-16</inkml:trace>
  <inkml:trace contextRef="#ctx0" brushRef="#br0" timeOffset="-159731.28">15230 14296 20 0,'-28'-11'295'16,"-5"-1"-2"-16,0-2-2 0,3 4-6 0,-5 0-6 0,5-2-6 15,1 0-8-15,1 4 5 0,11-3-8 0,-6 7-3 16,6-1-4-16,2-1-10 0,4 3-10 0,-2 1-18 15,3 2-21-15,10 0-20 0,-14-3-19 0,14 3-15 16,0 0-11-16,0 0 8 16,0 0 3-16,0 0-5 0,52 15-11 0,-9-7-9 15,15-2-13-15,1-1 2 0,24 0-12 0,5 2-8 16,6-2-7-16,0-5-9 0,4 5-7 0,-2 1-6 16,-5-6-6-16,-2 0-6 0,-6 3-6 0,-18-2-4 15,-4-2-1-15,-11 2-7 0,-4-2-18 0,0 1-17 16,-19-3-24-16,-9 3-25 0,-3 0-26 0,-2 0-24 15,-5-1-35-15,-8 1-55 0,0 0-45 0,0 0-30 0,0 0-30 0,-38-7-27 16,15 3-37-16,-3 3-296 0,-6 2-717 0,1-2 318 16</inkml:trace>
  <inkml:trace contextRef="#ctx0" brushRef="#br0" timeOffset="-159261.25">16099 13987 32 0,'-5'-5'422'0,"5"5"5"0,0 0-14 0,0 0-29 16,0 0-45-16,0 0-34 0,0 0-33 0,0 0-28 15,0 0-20-15,0 0-17 0,5 19-13 0,3-10-7 16,-1 7-13-16,8-5-13 0,-2 8-10 0,7 1-13 15,5-4-7-15,0 7-14 0,-4-7-9 0,6 6-8 16,12 1 0-16,-1 0-19 16,-9-8-7-16,5 0-8 0,-7 3-4 0,-2-6-11 15,-7 2-1-15,3-6-10 0,-6 4 6 0,-6-7-11 16,-1 2-4-16,-2 4-2 0,-1-2-3 0,-6-3 1 16,-3 6 0-16,-5-3-1 0,-10-2-3 0,-6 12 2 15,-16-4-5-15,0 0 5 0,-4 4-5 0,-5-1-6 16,-3 0-2-16,2 6-4 0,3-3-34 0,0 7-58 15,-2-2-54-15,2 3-53 0,4-1-49 0,4 5-65 0,4 2-71 0,-2 0-339 16,11 1-774-16,6 2 342 0</inkml:trace>
  <inkml:trace contextRef="#ctx0" brushRef="#br0" timeOffset="-140000.52">6183 13776 56 0,'0'-7'383'16,"0"-3"-13"-16,0-2-21 0,0 5-9 0,0-1-7 15,-5 1-10-15,5 7-8 0,0-10-21 0,0 10-16 16,0-8-26-16,0 8-27 0,0-6-29 0,0 6-20 16,0 0-18-16,0 0-19 0,0 0-17 0,0 0-13 0,0 0-8 15,0 0-13-15,-10 15-5 0,10-8-7 0,-5 4-3 0,4-2-8 16,-8 5-11-16,6-4-9 0,0 7 3 0,-6-4-1 16,1 3-4-16,2 3-7 0,-4-3-16 0,0 2-23 15,3 0-41-15,-3-4-32 0,5 1-44 0,-6 0-38 16,4-2-37-16,-3 1-30 0,2 2-47 0,-1-7-38 15,3 0-38-15,-2 1-227 0,1-3-622 0,-1-3 275 0</inkml:trace>
  <inkml:trace contextRef="#ctx0" brushRef="#br0" timeOffset="-139800">5983 13850 314 0,'0'0'345'0,"-5"-7"6"0,5 7-13 0,5-7-18 15,-5 7-31-15,1-6-30 0,-1 6-15 0,0 0-37 0,0 0-28 16,0 0-4-16,0 0-15 0,0 0-9 0,0 0-15 16,0 0-14-16,-8 27-10 0,5-17-16 0,1 9-11 15,-6-4 2-15,5 4-12 0,-2-1-21 0,0 0-58 16,0 8-42-16,1-2-55 0,-2-1-25 0,1 4-42 16,2-4-59-16,1 1-79 0,2-3-215 0,0-4-563 0,2 0 250 15</inkml:trace>
  <inkml:trace contextRef="#ctx0" brushRef="#br0" timeOffset="-138750.54">14313 13600 435 0,'0'0'453'0,"2"-7"2"0,-2 7-3 16,2-8-27-16,-2 8-36 0,0 0-34 0,1-7-33 16,-1 7-33-16,0 0-32 0,0 0-32 0,0 0-25 15,0 0-20-15,0 0-19 0,0 0-15 0,0 0-21 16,0 0-8-16,0 0-12 0,-8 27 5 0,3-20-13 16,-2 4-8-16,6 0-8 0,-6-1-5 0,0-1-12 15,4 3-40-15,-4 1-44 16,1 1-54-16,-1-5-55 0,6 2-56 0,-8 0-41 15,4 6-46-15,-3-8-56 0,8 1-63 0,-2 0-278 16,4 0-723-16,5-4 321 0</inkml:trace>
  <inkml:trace contextRef="#ctx0" brushRef="#br0" timeOffset="-138565.65">14489 13700 158 0,'0'0'446'16,"1"-11"19"-16,-1 11 0 0,4-4-19 0,-4 4-32 15,0 0-39-15,0-8-39 0,0 8-39 0,0 0-35 16,0 0-28-16,0 0-20 0,0 0-24 0,0 0-17 0,-12 19-15 16,9-8-16-16,-2 1-15 0,0 4-46 15,3 6-92-15,-6 5-93 16,1 1-92-16,2 0-118 0,-5 11-413 0,0-7-787 16,5-2 349-16</inkml:trace>
  <inkml:trace contextRef="#ctx0" brushRef="#br0" timeOffset="-132165.36">17034 14077 59 0,'0'-13'397'0,"7"0"11"0,-5-1 4 0,-1 5-11 0,1-1-13 16,0 2-25-16,-1 4-21 0,2-3-25 0,1 0-31 0,-4 7-29 15,0-6-28-15,0 6-25 0,0 0-24 0,1-6-22 16,-1 6-20-16,0 0-17 0,0 0-15 0,0 0-14 16,0 0-5-16,5 18-11 0,-5-9-5 0,0 8-6 15,2-5-10-15,-2 4-3 0,2 0 2 0,3 4-13 16,-5 2-4-1,3 1-1-15,0-3-3 0,-1 7-2 0,0-5-7 0,-2-1 0 16,5 3 1-16,-5 2-2 0,1-6-2 0,-1-3-3 16,2 3 1-16,-2 2-3 0,0-4-1 0,0-3-19 15,0 1-32-15,0 1-37 0,3-2-34 0,-1-3-38 16,-2-3-22-16,0 1-21 0,0 1-16 0,0 0-29 16,0-6-34-16,0 2-41 0,2 0-44 0,-2-7-248 15,3 4-649-15,-3-4 287 0</inkml:trace>
  <inkml:trace contextRef="#ctx0" brushRef="#br0" timeOffset="-131864.58">17153 14045 259 0,'2'-8'403'0,"-2"8"-2"0,0-9-6 0,-2 0-20 15,2 9-18-15,2-9-15 0,1 6-17 0,-3 3-23 16,0-8-27-16,0 8-26 0,0 0-24 0,0-7-23 0,0 7-16 16,0 0-20-16,0 0-17 0,0 0-16 0,4-5-12 15,-4 5-6-15,0 0-19 0,8-5-8 0,-8 5-12 0,13-3-6 0,-4-2-11 16,2 3-4-16,-3-2-5 0,7 3-6 16,2-4-7-16,4 2-13 0,-6-1-10 0,7 1-19 15,-6-4-16-15,4 6-25 0,2-2-26 0,-1-3-20 0,-4 4-20 16,-1-2-16-16,-1 3-17 0,-3-1-21 0,-4 2-22 15,-8 0-29-15,18-1-37 0,-18 1-26 0,12 3-12 16,-10 1-20-16,-2-4-233 16,-2 9-588-16,-5-3 261 0</inkml:trace>
  <inkml:trace contextRef="#ctx0" brushRef="#br0" timeOffset="-131632.83">17110 14291 5 0,'-1'4'278'0,"1"-4"-6"0,0 0-5 0,0 0-10 16,0 0-3-16,0 0-9 0,0 0-19 0,0 0-18 15,0 0-21-15,0 0-14 0,0 0-17 0,13 1-11 16,-13-1-16-16,17 2-14 0,-11-2-13 0,7 0-10 16,-3 0-8-16,5 0-4 0,2 3-13 0,3-1-2 15,0-4-6-15,-4 2-22 0,7 0-32 0,-1 0-37 0,-2 0-46 0,3 2-44 16,-7-2-50-16,4-2-53 0,-2 2-61 0,-6 0-147 15,10-5-467-15,-6 5 207 0</inkml:trace>
  <inkml:trace contextRef="#ctx0" brushRef="#br0" timeOffset="-131378.95">17705 14119 30 0,'0'-4'383'0,"0"4"-4"0,0-8-18 16,0 8-25-16,0 0-36 0,8-7-34 0,-8 7-22 0,0 0-32 16,0 0-27-16,0 0-21 0,0 0-14 15,0 0-18-15,0 0-15 0,0 0-9 0,7 17-15 0,-6-8-7 0,-1-1-11 16,0 4-4-16,3 0-8 0,1 6-9 0,2-1-2 16,-1 1-5-16,-3 0-5 0,5 2 0 0,-6-1-7 15,3-1-5-15,-1 1-4 0,4 4-5 0,-4-7-24 0,0 4-24 16,-1-5-22-16,-1 0-23 0,-1 0-19 15,0-3-29-15,7 2-32 0,-5-4-28 0,1-1-45 16,-3 0-35-16,2-5-228 16,-1 1-528-16,-1-5 234 0</inkml:trace>
  <inkml:trace contextRef="#ctx0" brushRef="#br0" timeOffset="-131100.3">17753 13999 123 0,'-5'-4'382'0,"5"4"-12"0,-9-6-14 15,9 6-21-15,-3-6-22 0,3 6-13 0,0 0-24 16,-2-4-26-16,2 4-23 0,0 0-11 0,17-7-36 16,-10 6-14-16,4-2-17 0,4 2-20 0,0-3-7 15,2 1-13-15,-1 3-16 0,2 0-11 0,5 0-12 0,-1-1-7 0,-2 1-44 16,8 0-27-16,-8 0-21 0,3 1-32 0,-2-1-30 15,-6 2-31-15,5-1-31 0,-3 4-34 0,-4-2-49 16,2-2-36-16,-5 2-42 0,-2 2-163 0,-3-2-515 16,2 1 228-16</inkml:trace>
  <inkml:trace contextRef="#ctx0" brushRef="#br0" timeOffset="-130899.78">17802 14219 208 0,'0'0'259'16,"0"0"-19"-16,0 0-18 0,27-4-14 0,-19 4-16 15,5-1-19-15,2-1-18 0,2 1-14 0,-4-2-14 0,5 3-15 0,-3-1-7 16,5 1-14-16,-4 0-10 0,6 0-8 0,-7 0-8 16,-2 0-6-16,2 1-31 0,-2 2-39 0,-3-3-35 15,-3 1-36-15,-1 6-29 0,1-6-34 0,-5 2-27 16,-2-3-157-16,0 12-357 0,0-12 159 0</inkml:trace>
  <inkml:trace contextRef="#ctx0" brushRef="#br0" timeOffset="-130714.89">17786 14489 160 0,'0'5'195'0,"0"-5"14"15,1 8 12-15,4-4-1 0,2 1-9 16,-4 1-17-16,12-5-16 0,-3-1-16 0,4 3-17 15,4-1-14-15,-3-2-14 0,6-2-8 0,2-1-16 0,3 2-9 0,0-2-22 16,-7-2-38-16,-1 4-47 0,4-5-49 0,-8 2-53 16,4-4-58-16,-4 4-169 0,-2-4-382 0,-6 2 169 15</inkml:trace>
  <inkml:trace contextRef="#ctx0" brushRef="#br0" timeOffset="-128925.91">16645 13647 192 0,'-6'-1'334'0,"-3"-3"-18"16,9 4-20-16,0 0-17 0,-6-4-24 16,6 4-19-16,0 0-24 0,15-11-16 0,0 7-18 15,6 1-8-15,12 0-3 0,15 1-8 0,2 2-2 0,1-4-8 0,10 0-5 16,-1 4-12-16,6 0-11 0,17-4-9 0,-18 6-6 16,14-4-10-16,-14-2-15 0,16 5 0 0,-25-3-13 0,3-3-4 15,-1 4-7-15,5-1-6 0,-11 2-4 0,6 0-5 16,-7-5-6-16,-5 8-3 0,-1-3-8 15,-17-3-4-15,3 3 8 0,6-4-9 0,-11 6 0 0,-2-4 5 16,-8 2-9-16,6 0-3 16,-8 2 1-16,0-4-1 0,-6 2-1 15,-8 0-6-15,18 0 4 0,-11-3-3 0,-7 3-3 0,13 3 2 16,-13-3-3-16,15-3 3 0,-15 3-4 0,13 0-1 16,-1 5 2-16,-2-3-3 0,-10-2 8 0,23 0-2 15,-8 0-5-15,-4 3 4 0,1-1 0 0,6 4-3 16,-1-3-4-16,-2 1-1 0,1 0 3 0,-1 4-2 15,3-4-2-15,-3 3-1 0,-7-3 1 0,7 1 2 0,-6 2 4 0,2 1-7 16,-1-1-5-16,0 5 5 0,-3-3-2 0,4 5 3 16,-4 1 0-16,1-2-6 0,-5 1 6 0,2 2 1 15,-3 3 0-15,5-3-5 0,-2 5 8 0,-4-2-3 16,1 4 3-16,1 3 0 0,1 1-5 0,-4 1 2 16,1 2 0-16,-1-2 3 0,0 3-2 0,-1 2 1 15,1-4-2-15,0 1 0 16,0 2 2-16,0-2 0 0,0 0 5 0,1-2-8 15,-1 4 7-15,4-3-7 0,-1 2 6 0,-1-6-2 16,4 1-6-16,-3 1 6 0,2-2 4 0,2 1-4 16,0-8 3-16,-1 4-3 0,3-2 0 0,-3 1 3 15,2-8-4-15,-1 10-1 0,5-8 8 0,-2-1 0 0,-2-4-4 16,0 5 2-16,4 0-1 0,-4-2 4 16,-1-2-4-16,1 0-1 0,-1 0 4 0,1 0-2 0,0-2 2 0,-5 0 1 15,6-2-5-15,-8 3 5 0,4-9-7 0,4 5 8 16,-8-1-9-16,-1 0 3 0,0-5-2 0,5 8 3 15,-3-5 5-15,-2-3-5 0,0 6-1 0,0-6 4 0,0 0-4 16,8 9 1-16,-8-9 3 0,0 0-2 0,0 0 3 16,0 0 5-16,0 0-1 0,0 0 6 0,0 0-6 15,0 0 0 1,-8 4-4-16,8-4 7 0,0 0-4 0,-13 5-1 0,13-5-1 16,-15 2-2-16,8 0 0 0,-1 1 1 0,-5-3 2 15,3 2-3-15,-9 1 2 0,3-3-2 0,1 3 5 16,-8-6-5-16,0 9 2 0,-4-3 4 0,-4 0-1 15,1 0 5-15,-2-1-7 0,-16-4 2 0,4 4 3 16,-6 0-2-16,4-2-1 0,-6 3 3 0,3-3 4 16,-4-3 3-16,-2 6 13 0,1-3-6 0,-1 0-5 0,-1 0 2 0,-5-4-2 15,3 1 2-15,0 0 4 0,3 3 4 0,4 0 1 16,4 0-3-16,4-3-1 0,-3-6-7 0,16 8 6 16,0-3 2-16,-1-3 0 0,9 4 2 0,-1 3 6 15,7-2-4-15,-4 2-2 0,5-3 2 0,2 2-2 16,4-2-2-16,-4-1 5 0,3 4 0 0,10 0 3 15,-11-4-1-15,4 1-5 0,7 3-3 0,-10-1-2 0,10 1-6 0,-6-6 0 16,6 6-2-16,-10-3-5 0,10 3 0 0,-12 0-5 16,12 0 2-16,-8-3-4 0,8 3 0 0,-9-4-5 15,9 4 0-15,-9-5 2 0,9 5-2 0,-10-2 0 16,10 2-2-16,-12-4 2 0,12 4-5 0,-13-1 2 16,6-1 0-16,7 2 0 0,-15-1 5 0,15 1-7 15,-15 1 2-15,5-1-3 16,10 0 1-16,-18 3-1 0,7-3 1 0,11 0 1 15,-19-1 2-15,11 2-3 0,-5-1 2 0,13 0-2 16,-23 1 2-16,16-3 6 0,-4 3-8 0,11-1 2 0,-19 0 2 16,4 1-1-16,15-1 1 0,-8-2 3 0,8 2 1 15,-13-2-1-15,3 1 4 0,10 1 10 0,-8-7 17 16,1 3 17-16,4 1-1 0,1-5 2 0,-5 4 8 16,4-4 3-16,2-1-2 0,1-2 2 0,-2-3 1 0,2-3-4 15,-2 1 2-15,4-11-2 0,-2 0 5 0,0 0-10 0,2-1-5 16,-4-6-3-16,5-5-6 0,-4-4 1 0,1 0-4 15,-2-2-5-15,0 1 1 0,-4-1-2 0,6 2 4 16,-9-4-9-16,4 2 3 0,-5 0-5 0,2 4-4 16,0 1-3-16,1 3-1 0,-3 5-5 0,4 2-2 15,-3 3-3-15,4 3 1 16,-3-3-10-16,5 11-19 0,0-1-26 0,-1 7-44 16,1 0-59-16,-4 0-86 0,7 3-83 0,0 4-80 15,0 3-53-15,0 0-41 0,0 0-426 0,0 0-993 16,32 20 440-16</inkml:trace>
  <inkml:trace contextRef="#ctx0" brushRef="#br0" timeOffset="-128239.74">18574 14258 140 0,'-5'-4'362'0,"-4"0"6"0,9 4 0 16,-8-4-3-16,3 0-11 0,5 4-8 0,-7-3-5 15,7 3-14-15,0 0-26 0,0 0-30 0,0 0-30 16,12-10-21-16,-5 5-22 0,8 3-13 0,-1 0-22 16,10-3-14-16,-3 4-12 0,11-5-12 0,2 5-10 0,16-4-10 0,0 3-10 15,4-2-11-15,-1 1-6 0,7 3-9 0,-2-5-7 16,5 5-6-16,-4-1-5 0,2 1-5 0,-4-2-5 16,-1 2-6-16,0 0-4 0,-6 0 0 0,-4 0-7 0,1 0-10 15,-14 0-15-15,0 2-25 0,-5-2-38 16,-8 0-26-16,5 1-42 0,-7-1-33 0,-3 0-27 15,3 4-30-15,-11-3-32 0,1-1-38 16,-8 0-46-16,15-5-51 0,-15 5-234 16,0 0-674-16,0 0 299 0</inkml:trace>
  <inkml:trace contextRef="#ctx0" brushRef="#br0" timeOffset="-127923.35">19532 13962 372 0,'0'0'436'0,"-10"-2"3"0,10 2-22 0,0 0-20 16,-7-5-25-16,7 5-15 0,0 0-21 0,0 0-24 0,0 0-22 0,0 0-17 15,0 0-11-15,0 0-21 0,28 13-18 0,-14-9-25 16,2 4-19-16,6-2-14 0,1 6-17 0,8-3-16 15,-4 3-13-15,-2 2-10 0,5-2-14 0,-7 1-15 16,2 5-3-16,-1-4-9 0,-2 0-7 0,-2 4-7 16,-7-2-10-16,-3-1-5 0,-2 1-5 0,-1 3-3 15,-6 1-5-15,-1 2-8 16,-6 4-13-16,-1-1-16 0,-6 2-23 0,-5 0-34 16,-5-3-50-16,-14 8-61 0,6 1-62 0,-9-3-62 15,-5-2-48-15,1-1-76 0,-4 2-353 0,0 1-844 16,3-1 373-16</inkml:trace>
  <inkml:trace contextRef="#ctx0" brushRef="#br0" timeOffset="-118047.14">21205 13297 17 0,'0'0'217'0,"-3"7"-21"0,3-7-13 0,0 0-2 16,-2 2 4-16,2-2 2 0,0 0 1 0,0 0-1 16,0 0-1-16,0 0 7 0,0 0 9 0,0 0 10 0,0 0 12 0,0 0 6 15,0 0 6-15,15 0-3 0,-15 0-9 0,13-2-6 16,-4-3-13-16,-3 0-13 0,4-3-18 16,3-1-7-16,-3-5-9 0,2 2-6 0,3 1-12 0,-4-2-13 15,-1-6-14-15,5-3-9 0,-1-2-10 0,2-1-10 16,-4-4-6-16,3-10-10 0,-2 2-5 0,-5 5-4 15,7-8-8-15,-7 11-7 0,4-11-2 0,-4 7-4 0,-6 0-2 0,3 5 1 16,1-1 0-16,-4 2-5 0,-2 2-1 0,0 0-1 16,-2 6-4-16,-4 1-6 0,6 2 1 0,0 3-1 15,0 4-3-15,0-1 4 0,0 1-6 0,0 1-3 16,0 3-4-16,-2-3-4 0,2 8-9 0,0-9-12 16,-3 4-16-16,3 5-14 0,0 0-8 0,0 0 6 15,0 0 4-15,-15 14 4 16,8-6 4-16,1 1 6 0,-3 7 0 0,1-1 1 15,0 1 6-15,-2 4-1 0,-3 6 7 0,4 2 0 16,-2-1 4-16,-4 0 2 0,2 2 1 0,-1-1-3 16,4 3 4-16,1-2-2 0,2-2 0 0,-3 2 7 15,7-2-3-15,-6 0 0 0,8-2 1 0,1-6 1 16,-2 4 0-16,2-2 1 0,2-3-1 0,6 0 4 16,-3 0-1-16,3-1 0 0,1-1 0 0,4 0 1 0,-2-2-1 0,1-1 0 15,6 1 2-15,4 1-2 0,-4-6-2 0,0 2 3 16,2-3-4-16,3-1 1 0,5-5-1 0,-5 5-3 15,-4-6 2-15,1-1 0 0,1 0-1 0,-1-5 4 0,-2 1 8 16,-1 1-7-16,-4-5 0 0,2 0 0 16,-2-3 3-16,0-2-1 0,-3 1 4 0,-2-2-2 0,4 2-1 15,-4-4 0 1,-3 6 3-16,-3-7 0 0,3 2 1 0,-2 1 1 16,-3 2 3-16,-3 0-1 0,3 0 3 0,0 1 2 15,0 2-2-15,-5 4-4 0,5-3 1 0,0 8-3 0,-2-12-4 16,-1 6-3-16,3 6-4 0,0 0-5 0,-2-3-11 15,2 3 0-15,0 0 0 0,0 0 10 0,0 0-7 16,-21 9-5-16,14 0-1 0,4-3-6 0,-2 1 0 16,-3 4 4-16,6 1-4 0,-3-5-12 0,-3 7-4 0,8-4 5 15,-5 5 1-15,3-4-10 0,0 1-9 0,2-3 6 0,0 1-5 16,0-1 7-16,2 3 0 0,0-5-2 0,1 0 8 16,-1-3 4-16,-2 3 3 0,8-2 4 0,-3 0 2 15,0-3 6-15,-5-2 3 0,20 0 9 0,-14 0-4 16,9-3-2-16,-8-2 8 0,3-2 2 0,5-1 1 15,-2-3 2-15,2-1 4 0,0 5 22 0,-4-4-4 0,-1 1 4 0,5-1 7 16,-2 1 8-16,-6 2 16 0,1 1-9 0,1 0 1 16,-6 1-9-16,2 2-3 0,0-3-1 0,-3 2-7 15,-2 5-1-15,5-4-13 0,-5 4-12 0,9-1-31 16,-9 1-2-16,0 0 7 0,0 0-4 0,5 9 5 16,2-4 8-16,-4 2 1 0,-1 0 4 0,1 2 2 0,-1-2-3 15,5 1 2 1,-2 3 6-16,-2-4 8 0,3-1-8 0,-1 1 4 15,-1 1-1-15,-1-2-1 0,2 0-1 0,0 0 4 16,0-5 5-16,-5-1 2 0,12 5 4 0,-9-2 2 16,-3-3 8-16,0 0 8 0,16-4 11 0,-16 4 10 15,14-8 7-15,-13 0 5 0,8 4 4 0,-3-2 16 0,-4-2 6 16,4-1 7-16,3 2 6 0,-8 2 3 0,3-2-2 16,2-4 1-16,-2 4-4 0,-3 0-2 0,1 1-1 0,0-2-10 15,-2 8-8-15,6-11-5 0,-6 11-9 0,0-4-11 0,0 4-8 16,4-4-6-16,-4 4-21 0,0 0-33 15,0 0-34-15,0 0-39 0,5-7-37 0,-5 7-2 0,0 0 18 16,0 0 5-16,9 13 2 0,-9-13-12 0,5 5 4 16,5 3-1-16,-3-2-4 0,8-3-11 0,0 4-1 15,0-2-9 1,3 1-6-16,-2 0-6 0,4-3 1 0,-3 0 3 0,6-2 10 16,2-1 2-16,-5 2 14 0,1-4 9 0,-3-2 18 15,1-1 3-15,2-2 14 0,-8-1 12 16,6-2 9-16,-6 0 12 0,0-4 14 0,-3-1 16 0,-3 1 18 15,1-4 24-15,-1 2 18 0,-1 1 16 0,-4 0 24 16,-1-2 17-16,-1 7 16 0,0-7 7 0,0 9 10 16,-1-2-2-16,1 0 3 0,-2 1-15 0,-4 2-9 0,6 1-8 0,-5-1-22 15,5 7-4-15,-12-4-17 0,12 4-4 0,-8 0-9 16,8 0-7-16,-20 11-1 0,13-4-7 0,-4 2-1 16,1 6-6-16,0 0-3 0,0 1 3 0,5 3-6 15,-3 0-2-15,-2 4-4 0,6 2 0 0,-6-1 2 16,7 5-1-16,-2-6-6 0,5 4 4 0,0 0-6 15,0 1 7-15,3-1-1 0,1 0 4 0,1 0-3 0,1-4 3 0,1 4-4 16,1-3-3-16,-1-4 2 0,1-2-4 0,0 5-5 16,-3-4 11-16,4-6-6 0,1 1 1 0,-9-1-9 15,8-1-23-15,-6-5-21 0,5 1-17 0,-8 0-11 0,2-6-19 16,3 2-8-16,-5-4-23 0,0 8-32 16,0-8-29-16,-5 10-35 0,5-10-56 0,0 0-285 15,0 0-606-15,-17-5 268 16</inkml:trace>
  <inkml:trace contextRef="#ctx0" brushRef="#br0" timeOffset="-117699.49">22776 12694 284 0,'0'-8'386'0,"3"-3"-15"0,-3 3-30 0,0 4-31 15,0-4-35-15,0 8-41 16,4-7-25-16,-4 7-24 0,0 0-17 0,0 0-17 16,0 0-18-16,3 27-13 0,4-11-7 15,-6 1-17-15,3 4-7 0,-3 5-6 0,7 5-11 0,-6-4-10 16,5 1-5-16,-7 3-1 0,6 0-11 0,-4-1 3 15,5 1-8-15,-7 0 5 0,6-3-17 0,1 3-3 16,-5-4-22-16,2-3-13 0,-4-2-33 0,4-3-17 16,2-3-25-16,-6 1-27 0,5-2-32 0,-5-3-42 0,9-3-35 0,-9-1-31 15,6 1-234-15,-6-6-527 0,9 1 233 0</inkml:trace>
  <inkml:trace contextRef="#ctx0" brushRef="#br0" timeOffset="-117298.46">23008 12694 163 0,'0'-7'324'15,"-2"1"-27"-15,2-1-34 0,0 7-25 0,0-9-31 16,-2 4-16-16,2 5-25 0,0 0-12 0,0 0-20 16,0 0-15-16,2 29-13 0,0-16-9 0,-1 6-11 15,4 1-7-15,-3 6-8 0,3 2-9 0,-3-1-4 16,1 2-5-16,-1-2-7 0,4 0-4 0,-2 1-4 0,-1-3-4 0,-2 0 4 15,8 0-9-15,-8 2-2 0,3-8-1 0,-4-4-4 16,0 5-2-16,1-5-3 0,4-3 6 0,-5-3-10 0,0-2-1 16,0 1 3-16,2-2 1 0,-2-6 3 15,0 8 1-15,0-8-2 0,0 0 12 0,0 0-3 16,0 0 7-16,0 0 3 0,0 0 6 0,2-26 2 0,-2 18 18 16,1 0 14-16,3 0 15 0,-3-3-9 0,-1 3 16 0,7 0-5 15,-5-3 14-15,2 7-4 0,-2-4-2 0,1 1-8 0,2-1-11 16,0 6-9-16,-1-3-6 0,-4 5-11 0,8-3-7 15,-8 3-11-15,12-2 2 0,-12 2-9 16,0 0-4-16,23 8 1 0,-17-5-8 0,-2 1 0 0,7 7-2 16,-4-5 0-16,1 1-6 0,0 3-15 0,-1-1-23 15,0-2-30 1,1 2-39-16,-3 0-25 0,3 0-26 0,-6-1-27 0,-2 4-31 16,-2-5-37-16,-4 1-42 0,6-3-56 0,-2 3-228 15,-3-4-613-15,3-1 271 0</inkml:trace>
  <inkml:trace contextRef="#ctx0" brushRef="#br0" timeOffset="-117028.95">22718 12914 185 0,'0'0'385'0,"-13"0"-10"0,13 0-11 15,-7-4-20-15,7 4-17 16,0 0-10-16,0 0-24 0,0 0-15 0,-10-4-30 16,10 4-14-16,0 0-30 0,0 0-19 0,0 0-16 15,0 0-17-15,0 0-7 0,35 0-18 0,-23 1-19 16,3-1-8-16,4 3-14 0,5-3-7 0,-5 0-13 16,0 0-11-16,4 2-22 0,-2-2-23 0,6 0-34 0,-4 0-40 15,-5 0-46-15,-1 2-51 0,-2-1-65 0,-5-1-71 16,-1 0-368-16,-9 0-720 0,15-1 319 0</inkml:trace>
  <inkml:trace contextRef="#ctx0" brushRef="#br0" timeOffset="-106175.61">23708 12714 168 0,'-2'-6'444'0,"2"0"-9"0,-3-2-8 0,3 8-27 0,-3-13-25 15,1 10-22-15,0-3-19 0,2 6-21 0,0 0-26 16,-3-9-30-16,3 9-25 0,0 0-26 0,-2-4-24 15,2 4-22-15,0 0-17 0,0 0-19 0,0 0-13 16,0 0-15-16,0 0-8 0,0 0-12 0,0 0 0 0,0 0-11 0,0 0-7 16,0 0-6-16,23 16-3 0,-14-10-8 0,1 4-2 15,5 0-4-15,-4 2-3 0,7-4-3 0,1 4-3 16,0-1-3-16,5 5-3 0,-3-1-2 0,9 0-1 16,-9-1-2-16,8 4-2 0,-5-3 3 0,1-1-3 15,-8-4-2-15,4 1-1 0,-3 0-3 0,1-3-1 16,-4 1 0-16,-1 1 0 15,-5-5-2-15,1 1-1 0,1 0 0 0,-2-2-4 16,-8-1 2-16,7 0-1 0,-1 1 0 0,-4 0 8 16,-3-4-10-16,12 1 0 0,-12-1 4 0,0 8-2 15,0-8-2-15,0 0-2 0,5 4-4 0,-5-4 2 16,0 0-2-16,0 6-4 0,0-6 4 0,0 0-6 16,-3 8 4-16,1-4 3 0,-5 3 0 0,-1-2 0 15,0 6 3-15,-2 0-2 0,-8 2 5 0,3 1-1 0,-7 3 0 0,-1-5 3 16,0 7-4-16,-4-4 3 0,1 3 2 0,-1-4-1 15,-2 1 2-15,-1 4-3 0,8-6 2 0,-7 1 1 16,0-1-1-16,5 2-2 0,0-1 1 0,5-4-1 0,2 0 0 16,2 1-6-16,2-2-23 0,1-6-29 0,4 5-24 15,-2-5-33-15,8 2-29 0,-3-2-19 16,5-3-10-16,-8 8-16 0,8-8-34 16,0 0-58-16,13 1-76 0,-13-1-309 15,20-1-721-15,-3 0 319 0</inkml:trace>
  <inkml:trace contextRef="#ctx0" brushRef="#br0" timeOffset="-105589.7">24646 12834 350 0,'-5'-5'375'0,"5"5"3"15,0-4 0-15,0 4-6 0,0 0-8 0,0-8-17 16,0 8-23-16,0 0-28 0,0 0-26 0,0 0-33 16,-1-7-23-16,1 7-23 0,0 0-23 0,0 0-21 15,0 0-17-15,0 0-15 0,0 0-18 0,0 0-13 16,0 0-6-16,0 0-7 16,-15 15-9-16,8-6-6 0,7 0-6 0,7 0-4 15,-7 3 1-15,-7 0-10 0,7-1 1 0,-1 5-8 16,-1 0-4-16,2 2 1 0,-3-1 6 0,3 1-12 15,3 2-5-15,-1-2 5 0,-1 4-4 0,-1-1-6 16,0-3-34-16,7 2-31 0,-6-1-32 0,4-2-39 16,-5 2-32-16,9-3-23 0,-8 1-30 0,4 1-35 15,0-2-57-15,0-2-55 0,2-1-275 0,1-2-682 0,-1 0 301 0</inkml:trace>
  <inkml:trace contextRef="#ctx0" brushRef="#br0" timeOffset="-105157.42">24906 12939 15 0,'-1'-8'418'0,"1"8"-7"0,0-9-25 0,0 9-26 16,0 0-27-16,0-4-29 0,0 4-29 0,0 0-30 15,-2-6-19-15,2 6-37 0,0 0-20 0,0 0-23 0,0 0-11 0,0 0-11 16,0 0-20-16,-3 22-10 0,3-10-4 0,-2-2-12 16,2 2-9-16,0 3-7 0,0 2-4 0,-7 2-7 15,7-3-9-15,7 2-8 0,-7-5 10 0,2 7-10 16,-2-2-3-16,0-2-5 0,3-1 6 0,0-3-1 16,5 3-10-16,-1 0 2 0,0-6 1 0,-1 2 1 15,3-2-6-15,-1-2 8 0,-3 1-13 0,5-4-1 0,3-2 3 0,0-1-2 16,-4-1-3-16,7-1 3 0,-4-3-3 0,4-4 0 15,-1 1-6-15,0-4 9 0,-2-1-11 0,2-3 2 16,-3-1-1-16,1 1 1 0,2-8-5 0,-4 3 7 16,-4 2-7-16,-5-1 0 0,4-1-2 0,-4 4 9 15,-4-2 0-15,-4 1 0 0,-1 4-7 0,-4-1-2 0,-1 1 2 16,-1 4-7 0,-2 0-11-16,-2-2-2 0,-4 6-37 0,3 1-29 15,-2 0-34-15,0 3-42 0,-8 3-41 0,-2 6-42 16,13-2-69-16,-3 0-301 0,4 4-665 0,-4 1 294 15</inkml:trace>
  <inkml:trace contextRef="#ctx0" brushRef="#br0" timeOffset="-103785.08">25883 13092 59 0,'0'0'401'0,"-5"-7"-6"16,3 3-9-16,2 4-8 0,0 0-15 0,0 0-14 16,0 0-22-16,0 0-29 0,-7-5-26 0,7 5-31 15,0 0-24-15,0 0-23 0,0 0-24 0,0 0-24 16,0 0-14-16,0 0-15 0,0 0-16 0,0 0-16 15,0 0-3-15,0 0-3 0,0 0-6 0,-6 13-17 16,6-13-8-16,-7 7-12 16,7-3-10-16,0-4-5 0,0 12-5 0,0-12-13 15,-1 7-5-15,1-1-2 0,0-6 0 0,1 7-2 16,6 0-1-16,-7-7 1 0,1 7 6 0,4-3-2 16,-5-4-2-16,5 4 4 0,-5-4 2 0,5 4-4 0,-5-4 6 15,0 0 0-15,9 1 7 0,-9-1-4 0,0 0 0 16,0 0 4-16,20-7 4 0,-20 2 14 15,1 1 3-15,-1 4 5 0,5-11 12 0,-5 6-1 0,2-2 3 0,-2 7-1 16,-2-8-5-16,2 1-3 0,0-2-8 0,0 9-3 0,-5-10-7 16,4 7-5-16,1 3-3 0,-5-7-3 0,0 0-18 15,5 7-22-15,-10-5-16 0,10 5-20 0,-10-2-31 16,10 2-29-16,-9-3-28 0,9 3-34 0,-14 0-21 16,14 0-14-16,-12 3-18 0,12-3-30 0,-8 3-35 15,1-3-42-15,2 4-213 16,5-4-604-16,-3 7 268 0</inkml:trace>
  <inkml:trace contextRef="#ctx0" brushRef="#br0" timeOffset="-103384.06">25883 12743 72 0,'-9'-8'341'0,"9"8"-26"0,-5-3-26 16,5 3-30-16,0 0-23 0,0 0-22 0,0 0-26 15,0 0-19-15,0 0-20 0,0 0-19 0,0 0-15 0,0 0-10 0,0 0-10 16,0 0-4-16,-6 11-10 0,6-11-11 0,-2 10-7 16,-3-3-4-16,5-7-6 0,5 10-5 0,-5-5-6 15,2 2-5-15,-2 0-3 0,0 1 0 0,5-6-2 16,-5-2-3-16,1 14-5 0,4-11 2 0,-5-3-3 15,4 6-2-15,-4-6-1 0,1 3 3 0,-1-3 2 16,0 0 12-16,0 0 23 16,5 1 19-16,-5-1 22 0,0 0-13 0,0 0-6 15,0 0-3-15,9-10 2 0,-9 10-7 0,1-12-2 16,-2 6 4-16,1 6 6 0,0-12-1 0,1 6-7 0,-1-2-12 16,0 8-11-16,-1-5-4 0,1 5-10 15,0-7-26-15,0 7-41 0,-9-7-51 0,9 7-58 16,0 0-61-16,0 0-44 0,0 0-75 0,-23 15-311 0,15-11-681 15,1 10 303-15</inkml:trace>
  <inkml:trace contextRef="#ctx0" brushRef="#br0" timeOffset="-97493.23">21425 14016 64 0,'0'-7'274'0,"5"0"-5"15,-3-3-6-15,-2 4-7 0,0-5 3 0,0 3-16 0,0-3 0 16,0 3-9-16,0-2 4 0,0 0 1 0,0 0-12 0,-2 1 2 15,-3-1-6-15,4 2-5 0,-6-1-10 0,7-1-12 16,0 1-15-16,-7 1-19 0,-1 1-16 0,5-3-18 16,-2 4-12-16,-5-2-13 0,3 2-13 0,1 1-9 15,-3 4-11-15,-2-2-11 0,1 0-9 0,3 2-5 16,7 1-4-16,-16-4-11 0,3 9-3 0,6 0-3 0,-3-3-4 0,-3 6-2 16,6 1-4-16,-3-1-3 0,-1 2 1 0,2 5-4 15,-1 1 0-15,4 3-4 0,-7 0 2 0,6 8 2 16,-3 1-2-16,5 1-2 0,-3-2 4 0,8 3-4 15,-2 2 0-15,-1 9-1 0,3-11 1 0,0 2 1 16,0-1 0-16,0 1-2 0,0-2 3 0,0 12-1 16,0-13 1-16,-2-1 0 15,2 0 1-15,-2-1-2 0,2 0 0 0,-6 0 4 16,1 2-3-16,5-9 1 0,-2 0 0 0,-3 0 0 16,0-4-2-16,2-1-3 0,-4 2-21 0,7-3-13 15,-8-3-20-15,6 0-26 0,2-3-15 0,0 4-14 16,0-7-6-16,0 3-10 0,0-8 3 0,0 4-7 0,-5 4-9 15,5-8-25-15,0 0-27 0,0 0-24 16,0 0-36-16,0 0-39 0,0 0-39 0,0 0-183 0,15-20-552 0,-8 13 245 16</inkml:trace>
  <inkml:trace contextRef="#ctx0" brushRef="#br0" timeOffset="-97261.43">21109 14370 148 0,'-1'-6'330'16,"-8"-1"-5"-16,9 7-4 0,-5-7-1 0,4 0-3 15,1 7-2-15,-4-12-17 0,4 12-18 0,-3-3-18 16,3 3-19-16,0 0-36 0,0-6-20 0,0 6-21 16,0 0-21-16,0 0-14 0,7-6-19 0,-7 6-14 15,16 0-31-15,-3 0-26 0,2 0-26 0,0 1-30 0,7-1-30 0,-2 2-31 16,1 1-28-16,2-2-35 0,-3 1-35 0,3 1-48 15,1-3-44-15,4 0-57 0,-10 0-171 16,2-3-536-16,-4 1 238 0</inkml:trace>
  <inkml:trace contextRef="#ctx0" brushRef="#br0" timeOffset="-96528.39">21447 14222 110 0,'0'0'163'0,"0"0"-22"0,0 0-6 16,0 0-11-16,30 5-1 0,-19 2-10 0,-2-2-9 15,-1 2-11-15,0-2-4 0,-1 2-15 0,4 1-6 0,-1 0-7 0,3 1-4 16,-6 1-3-16,3-2-5 0,-3 1-6 0,3 3 0 16,-5-4-12-16,0 5-2 0,3-4 0 0,-5-2-1 15,0 4-4-15,-1 1-5 0,-4-5-3 0,4-2 2 16,-2 1 0-16,-3 2 3 0,-1-4 4 0,-1 0 2 15,4 1 0-15,-7-1 2 0,8-4 3 0,-15 3 10 16,8-3 7-16,7 0 9 0,-15 0 8 0,15 0 13 0,0 0 7 0,-16-4 0 16,9-2-1-16,7 6-4 0,-7-10-2 0,7 2-9 15,0 1-7-15,4-1-7 0,-3-3-2 0,8 3-7 16,-3-3-6-16,4-4-6 0,5 3-4 0,-2 0-3 0,1 0-7 16,5 3-1-16,1-3-2 0,0 2-5 15,-3-1-1-15,6 0-3 0,-2 2 5 0,-4 1-6 16,3-2 1-16,0 5-3 15,-2-6 2-15,-5 3-1 0,0 4-3 0,2 0 2 16,0-1 0-16,-7-1 2 0,1 3-3 0,-1 1 2 16,-1-1 1-16,-2-1-1 0,-5 4-3 0,0 0 6 15,9-3-4-15,-9 3-3 0,0 0-4 0,0 0-6 0,0 0-1 16,5-1-2-16,-5 1 3 0,0 0 1 16,0 0 1-16,0 0-2 0,-21 13-1 0,11-10 3 0,0 3-3 15,2 6 3-15,-1-6 1 0,-4 4 0 0,-2-1 1 0,5 5-1 16,-1-3-1-16,-1-2 0 0,1 7 4 0,-1-4-2 15,4 0 0-15,3 0-1 0,-2 3 0 0,2-8 3 0,5 5-5 16,0-1 3-16,2-2 0 0,1-2 1 0,4 1-5 16,-4-2 3-16,7-2-1 0,2 1-1 0,-4-2 2 15,4-3-1-15,2 0 3 0,3-6-4 0,4 1 1 16,-4 1 4-16,-2-4 1 16,-3 1 2-16,2-3 2 0,1 0 2 15,-5-2 11-15,0 2 16 0,0 1 15 0,-5-3 21 0,0 3 14 16,-2-5 12-16,1 6 15 0,-1-3 9 0,-1 3 19 15,1 0-6-15,0 0 9 0,-1-1-5 0,0 3-3 16,-2 2-18-16,0 4-9 0,1-7-14 0,-1 7-12 16,0 0-10-16,2-7-13 0,-2 7-9 0,0 0-8 15,0 0-23-15,2-6-27 0,-2 6-11 0,0 0-10 0,0 0-4 0,0 0-21 16,0 0-23-16,-7 21-14 0,7-17-18 0,-2 6-9 16,2-2-11-16,0 0-14 0,0 1-15 0,0 5-30 15,2-6-32-15,0 6-39 0,-1-8-35 0,3 3-226 16,4 3-564-16,-2-6 251 0</inkml:trace>
  <inkml:trace contextRef="#ctx0" brushRef="#br0" timeOffset="-96217.42">22284 14274 270 0,'4'-6'292'15,"-4"-3"7"-15,0 9 2 0,3-9 1 0,-3 9-7 0,0-4-7 16,0-3-16-1,0 7-9-15,0 0-31 0,-3-9-17 0,3 9-24 16,-4-6-24-16,4 6-10 0,0 0-19 0,0 0-15 16,0 0-15-16,-14 0-12 0,14 0-9 0,0 0-7 0,-17 5-9 15,7 0 1-15,3-1-13 0,-4-1-8 16,6 3-6-16,-3-2-6 0,1 1-4 0,-1-2 10 0,-1 4-17 16,3-4-1-16,-4 4-2 0,5-2-4 0,-3 0-5 15,6 4 1-15,-1-3 2 0,-4-3-5 0,4 3 6 0,3 3-2 16,-2-3 1-16,4 0 0 15,1 3-1-15,4-3-13 0,-2 0-14 16,3 0-18-16,5 0-34 0,2 1-27 0,2 1-36 0,-4-2-38 16,10 0-38-16,-3 0-46 0,0-3-61 0,1 2-300 0,1-4-655 15,6 1 290-15</inkml:trace>
  <inkml:trace contextRef="#ctx0" brushRef="#br0" timeOffset="-95488.48">22711 14256 26 0,'0'0'334'0,"-8"-5"-18"0,8 5-23 0,0 0-24 15,-8-1-25-15,8 1-24 0,0 0-24 0,0 0-21 16,0 0-18-16,0 0-18 0,-15 4-14 0,8 0-11 16,7-4-11-16,-3 10-14 0,1-4-6 0,1-2-6 15,-1 4-7-15,-1 1-9 0,3-1-2 0,0-1-4 16,3 2-8-16,-1 0 0 0,-1-5-1 0,3 7-10 15,4-2-8-15,-3-4 0 0,0 4-10 0,7-5 2 0,-9 0-3 0,10 4-4 16,-5-5 0-16,1-2-2 0,-1 2-1 0,0-3 2 16,-8 0 1-16,15-3 1 0,-5 1-4 0,-3 0-4 15,-6-6-2-15,8 4-2 0,-8-7 1 0,-1 4-4 16,0-2 3-16,-1-3 0 0,-8 3-5 0,4-5 4 0,2 2 6 16,-4-1-3-16,2-1 2 0,-1 3-2 15,-1 2 5-15,-1-1-3 0,3 0-1 0,2 3 6 0,-1-1-2 0,-1 1-1 16,-1 0 2-16,4 2-2 0,2 5-2 0,2-11-13 15,4 5-13-15,3 1-13 0,2 0-6 0,4-2-9 16,3 0-7-16,2 2 0 0,10-5-7 0,-9 2 2 16,9-4 2-16,2 5 4 0,-6-2 9 0,4-4 2 0,-4 6 2 15,1-4 4-15,-7 0 7 0,-4 5 7 16,8-13 15-16,-10 9 19 16,-4 2 31-16,2 0 13 0,-9 4 12 0,1-4-9 15,4-3-4-15,-8 4-15 0,-3-1-3 0,-2-1-4 16,0 2-4-16,-2 4-3 0,-1-3-4 0,-1 0 0 15,-4 3-4-15,3 0 3 0,2 3-6 0,8 0-4 0,-23 5-3 16,13 0-2-16,0 2 3 0,-2 1-1 0,2 4-1 16,2 2 2-16,-3 2-1 0,2 10-1 0,6 2-2 15,-5 4 3-15,3-3 0 0,5 12 1 0,0 1 4 0,5 0-5 0,-4-3 4 16,6 5-1-16,0-12 2 0,-6 9-2 16,9 0-4-16,-5-11 0 0,0-1 0 0,3 11 7 0,-3-10-9 15,2-1 6-15,0 0-6 0,-2-3 4 0,-2-6 0 16,2-4-31-16,-3-4-21 0,-2 2-24 0,0-7-20 15,0 1-41-15,-2-3-48 0,2-5-47 0,0 0-58 16,0 0-169-16,0 0-487 16,-13-23 216-16</inkml:trace>
  <inkml:trace contextRef="#ctx0" brushRef="#br0" timeOffset="-95303.59">22918 14371 160 0,'0'0'270'0,"22"-4"-22"16,-22 4-11-16,20 3-11 0,-9 0-18 0,4-2-18 16,5 3-21-16,0-3-16 0,3 2-18 0,-1-1-5 15,-4 0-18-15,2 3-15 0,3-5-32 0,-2 2-43 16,3-2-40-16,4 0-53 0,-5 0-44 0,-2-2-56 16,-2-4-171-16,-3 0-369 0,-1-2 163 0</inkml:trace>
  <inkml:trace contextRef="#ctx0" brushRef="#br0" timeOffset="-94771.05">23514 13975 73 0,'0'-3'225'0,"0"3"-22"0,0 0-26 0,0 0-16 15,0 0-13-15,0 0-8 0,7 20 8 0,-7-10-7 16,-5 2-13-16,3 3-9 0,-4 5-14 0,2-4-6 15,1 10-12-15,-5 0-7 0,1 3-11 0,-1 1-1 0,6-6-9 16,-6 3-8-16,1 0-4 0,2 0-5 0,-6-3 1 16,4 2-5-16,-5 0-6 0,9-9-4 15,-3 2 3-15,-3-3-5 0,-2 0-1 0,6-2-2 0,0-1-6 0,-4-2-1 16,4-2-2-16,1-6 3 0,4 3 3 0,0 0 3 16,-5-2 38-16,5-4 4 0,0 0-8 0,0 0-1 15,0 0-7-15,0 0-5 0,0 0-8 0,16-17-1 0,-8 6-4 16,-1-1-1-16,6-6-3 0,-1-6-6 0,3 1-1 15,3-5-1-15,-3 0-5 0,3-6-1 16,0 6-3-16,-1-1 2 0,-2 1-1 16,-5-2-3-16,0 3 18 0,1 3 25 15,-6-3 28-15,3 1 19 0,-1 5 12 0,-7 2 24 16,8 0 13-16,-8 2 15 0,7 2 4 0,-7 0-1 0,0 4 4 16,0 3-7-16,0-3-12 0,7 5-8 0,-7-1-17 15,0 0-18-15,0 7-13 0,1-4-15 0,-1 4-14 16,0 0-12-16,0 0-7 0,0 0-6 0,0 0-3 15,5 16-4-15,-3-4-2 0,-2 5-7 0,0 1 0 0,0 3-2 0,1-3-4 16,-1 14 0-16,2-3-4 0,0 1-5 0,-2-1-16 16,0 1-15-16,0 9-15 0,3-6-14 0,-3-6-19 15,-3 0-31-15,3-3-18 0,-2-4-18 0,2-2-15 16,0 3-9-16,-3-5-13 0,3-1-8 0,-7 1-8 16,6-5-13-16,-6 0-18 0,7-3-15 0,-7 0-20 15,7-2-15-15,-8-1-14 16,8-5-13-16,-5 4-164 0,5-4-500 0,0 0 222 15</inkml:trace>
  <inkml:trace contextRef="#ctx0" brushRef="#br0" timeOffset="-94385.65">23506 14406 94 0,'-5'-5'210'0,"5"5"9"0,0 0 2 0,-12-1-7 16,12 1 2-16,0 0-5 0,-6-3-4 0,6 3-6 0,0 0-7 0,0 0-15 15,0 0-8-15,0 0-12 0,0 0-11 0,0 0-10 16,0 0-13-16,0 0-11 0,0 0-10 0,0 0-5 0,0 0-17 15,0 0-3-15,31-3-4 0,-23 2-12 16,7-1-5-16,4-3-10 0,-3 4-9 0,7-2-1 16,-3-1-7-16,-2-3-6 0,2 3 0 0,8-6-12 0,-3 0-2 15,-2-5-10-15,4 5-12 0,-6-8-9 0,-1 0-12 0,2 1-15 16,-2-3 0-16,-6-6-1 0,1 2 2 0,0 1 2 0,-6-2 3 16,-3 0 5-16,1 5 9 0,-7 2 11 0,1-5 13 15,-1 7 10-15,-1 0 7 0,-1-1 4 16,-3 7 2-16,-1-1-4 0,-1 3-2 0,5 0-2 0,-6 1-2 15,1 3-7-15,-1-2 0 0,1 6-2 0,7 0-5 16,-18 5 6 0,8 0 0-16,0 3-1 0,2 4 1 0,-2 3 2 15,2 4 4-15,-2-2-7 0,3 8 4 0,-1-1-5 0,3 3 0 16,3-1 1-16,-4 2 2 0,6-1-5 0,0 0-1 16,0-3-7-16,6 3-10 0,-1-2-5 0,-3-3-12 15,5 0-11-15,-1-3-14 0,-1-1-18 0,2-5-22 16,0-2-18-16,1 1-22 0,3-5-21 0,-1 1-26 15,4-4-22-15,-8-3-15 0,4 2-124 0,3-3-379 0,-13 0 168 0</inkml:trace>
  <inkml:trace contextRef="#ctx0" brushRef="#br0" timeOffset="-93806.25">24002 14340 131 0,'12'-12'26'0,"-9"6"28"0,2-6 27 16,2 3 24-16,-4 3 19 0,1-3 11 0,-3 4 11 16,6 0 6-16,-6 2 6 0,-1 3-3 0,5-8-8 15,-3 2-7-15,-2 6-16 16,0 0-16-16,0 0-11 0,0 0-14 0,3-5-9 15,-3 5-8-15,0 0-7 0,0 0-3 0,0 0-2 16,0 0 17-16,0 0 1 0,0 0 8 0,-3 20-2 16,3-20-1-16,0 11 6 0,0-3 6 0,0-3 0 15,0 2 3-15,-2 5-5 0,4-1 3 0,-4 0-14 16,1 2-8-16,2 2-2 0,-1 2-7 0,0-3-9 16,0 8 1-16,0-7-6 0,0 5-9 0,2 6 1 0,1-6-3 0,2 5-2 15,0 6-6-15,-3-2-1 0,0-1 1 0,1-2-3 16,4 2 0-16,-4-1-3 0,-1-4-1 0,1-5 1 15,-1 2-3-15,4 7-3 0,-6-8-1 0,3-4 1 16,-1 0-4-16,0-1 2 0,-2-2-5 0,1-4-1 0,4 3 3 16,-3-7 1-16,-4 5 2 0,2-9-2 0,2 10 5 15,-2-10 7-15,2 4 18 0,-2-4 4 0,0 0-6 0,0 0-2 16,0 0 6-16,0 0-5 0,3-24-13 0,-3 13 3 16,0 0-4-16,2-8 2 0,-2-1-5 0,0 3 3 15,1-4-9-15,8-9 8 0,-9 5-8 0,3-2 4 0,0-4-8 16,1 3-2-16,4-1 1 0,-5 2 22 0,-3 0 25 15,3-1 15-15,-1 4 5 0,5-3 13 0,-4 1 5 16,-1 6 5 0,1 0 6-16,0 2-1 0,4-9 1 0,-7 7 2 0,3 3-6 15,-1-1-8-15,6 2-8 0,-6-2 0 0,3 6-8 16,-5 0-5-16,8 0-8 0,-6 5-4 0,1-4-9 16,-1 7-5-16,6-4-10 0,-1 4-7 0,-6 1-11 15,7 0-7-15,2 1-7 0,-10 2-6 0,17 2-8 16,-4 1-8-16,-3 0-5 0,-3 3-8 0,8 0-21 15,-7-2-13-15,2 6-5 0,0-3-6 0,-5 2-6 0,5 6-2 0,-4-4-6 16,-2 4-9-16,7-3-5 0,-7 2-3 0,-4-3-6 16,0 1-1-16,-2 5-3 0,0-7-4 0,-4 5 0 15,-8-3-8-15,1 2-9 0,-2-1-11 0,-3-1-12 16,-2 2-18-16,4-7-30 0,-11 6-37 0,6-5-50 16,4-1-259-16,-6 0-600 0,5-5 265 0</inkml:trace>
  <inkml:trace contextRef="#ctx0" brushRef="#br0" timeOffset="-93251.59">24847 14459 290 0,'0'0'411'15,"0"0"-12"-15,0 0-18 0,0 0-18 0,0 0-17 0,0 0-31 16,0 0-27-16,0 0-34 0,0 0-25 0,0 0-22 16,0 0-32-16,0 0-16 0,0 0-18 0,0 0-14 15,0 0-11-15,0 0-10 0,0 0-3 0,0 13-5 16,1-10-20-16,-1-3-7 0,7 11-5 0,-4-8-6 15,5-1-14-15,-4 5-4 0,1-3-6 0,-2 2 0 0,-3-6-9 0,10 6 0 16,-8-4 1-16,-2-2-3 0,0 0-2 0,10 2 2 16,-10-2-4-16,0 0-2 0,0 0 1 0,5-9-6 15,-5 9 0-15,0-11 0 0,-2 3-3 0,-1-1-5 16,1 0 2-16,-6-1-5 0,3 0 0 0,-2-2-11 16,-1 5-21-16,-5-5-17 0,4 3-23 0,1 2-28 0,1-1-37 15,-3 0-36 1,-4-2-41-16,7 4-42 0,-3 3-47 0,3-3-65 15,-3 0-227-15,5 5-641 0,5 1 284 0</inkml:trace>
  <inkml:trace contextRef="#ctx0" brushRef="#br0" timeOffset="-92950.81">24823 14124 115 0,'0'0'279'0,"-8"-2"-30"0,8 2-29 0,0 0-23 16,0 0-18-16,-13 4-17 0,13-4-16 0,-8 8-12 15,9-1-10 1,-1-7-13-16,-1 12-9 0,1-4-5 0,0-1 8 0,0 1 3 16,1-3-3-16,4 2 3 0,-1 0 3 0,-3 0 4 15,4-1 1-15,3-2 4 0,-3-1 8 16,-3 4-1-16,-2-7 16 0,15 2 7 0,-15-2 17 0,3 3 4 15,-3-3-5-15,0 0-5 0,0 0 8 0,14-12-28 16,-13 9-12-16,1-4-11 0,-2 1-14 0,-2-1-12 16,2 7-23-16,-3-14-20 0,0 5-40 0,-2 5-46 0,-2-4-58 0,0 2-64 15,-3 0-60-15,-3 2-62 0,5-3-98 0,-4 6-276 16,-6-2-709-16,3-1 314 0</inkml:trace>
  <inkml:trace contextRef="#ctx0" brushRef="#br0" timeOffset="-70257.64">21584 15441 270 0,'0'0'339'0,"2"-14"-2"0,0 10-26 0,1-4-16 16,-1 4-14-16,-1-2-19 0,1-3-7 16,0 0-5-16,1 0-11 0,-2 3-18 0,3-1-11 15,-3-4-14-15,-1 3-10 0,0 4-3 0,0-2-8 0,0-4-13 0,0 3-7 0,0 7-11 0,0-7-10 16,0-1-11-16,0 8-11 0,-1-9-9 0,-3 2-12 16,0 1-4-16,0 0-14 0,-2 0-8 0,-1 1-7 15,2 1-6-15,-8-1-7 0,6 2-4 0,-3-1-3 16,-5 1-4-16,4 2-3 0,-4-3-7 0,-8 4 2 15,6 0-9-15,-3 5 0 0,-1-5-3 0,-2 3-5 0,-7 4 2 16,7 0-2-16,-6 5-3 0,1-7 2 0,3 7-4 16,-1 7 0-16,4-6 0 0,-4 9-2 0,4-2 0 15,-1 1-2-15,3 3 0 0,2-3-3 0,3 5 3 16,7-3-2-16,-5 1 4 0,8 1 0 0,0 2-2 16,5-2 1-16,8-9 3 0,0 7-5 0,6 3 2 15,2-6-7-15,2 3-10 16,7-7-4-16,0-1-1 0,2-1-18 0,1-1-9 15,0-5-10-15,2-2-22 0,1-3 10 0,1 0-11 16,-1-3 0-16,-5-3 12 0,1 0 1 0,-4 1 9 16,-1-3 3-16,-6-6 11 0,6 3 3 0,-9 1 10 15,0-2-4-15,-3-3 11 0,3-2 10 0,-6 4 14 16,-5 1 14-16,1 0 9 0,2-3 4 0,-5 3 3 16,0 1 2-16,2 1 2 0,-2-3-3 0,0 10-2 0,3-8-6 0,-3 8-3 15,0-7-11-15,0 7-3 0,0 0 0 0,0 0 4 16,0 0 0-16,0 0-7 0,10 13 4 0,-9-3-4 15,6-1-1-15,-2 1 4 0,2 2-1 0,-1 1-5 0,6 2-7 16,1-3-15-16,0 0 2 0,-1 3-13 16,3-3-9-16,0-2-15 0,-2-1-5 0,5 2-8 15,-1-4 4-15,-7 1-4 16,3-4 7-16,-1 1 6 0,-3 0 10 0,-4-4 4 16,5 0 3-16,-10-1 4 0,0 0 4 0,15-2 1 15,-10-6 4-15,-3 3 0 0,-2 0 0 0,-2-4 6 16,2 1 3-16,-5-1 0 0,-3-1 8 0,1 0 7 0,6 2 6 15,-8-3 9-15,4-1 3 0,-4 1 4 0,4-2 9 16,-2 2 4-16,-1 4 1 0,3-2 0 0,-2-2 0 16,4 4-5-16,3-2 2 0,-5 3-6 0,5 0 2 0,5 0-5 15,-5-3-7-15,0 9 1 0,8-11-1 0,-1 8-3 16,1 3-2-16,0-1-8 0,5-2 10 0,-6 2-5 0,6 1 3 16,2 0 0-16,5 4 0 0,-3-1-7 0,-2-2-5 15,-2 4-1-15,3 1 3 0,-6 0 4 0,0 0-5 16,5 1 1-16,-5-2-4 0,3 11 4 0,-8-6-11 15,7-2-6-15,-6 3 2 16,-4 1-3-16,5 0-4 0,-6-3 1 0,4 1-1 16,-5 2 3-16,0-3-1 0,0-1 4 0,0 1 1 15,0-1 7-15,0-3-4 0,0 0 5 0,0-5 3 16,7 6 7-16,-7-6 6 0,0 0 5 0,0 0 2 16,0 0 8-16,0 0 5 0,10-14 14 0,-7 9 0 15,2-9 8-15,3 6 2 0,-1-6 18 0,1 0 15 16,6 2-4-16,-9-4 3 0,4 2 3 0,-2 1-1 0,8-1-4 0,-2 1-2 15,-5 2-4-15,1-1-5 0,4 1-6 0,-6 3-6 16,3-1 2-16,1-1-16 0,-3 8-7 0,1 0-6 16,-1 2-3-16,-8 0 6 0,18 2-12 0,-8 0-1 15,3 5-4-15,-6 1-1 0,3 3 0 0,3 1-2 16,-1 3-2-16,-1 1 0 0,-2-4-3 0,1 7-3 16,-1-6-8-16,-2 2-20 0,5 0-23 0,-2 1-21 0,-5-4-26 0,0-1-11 15,1 0-36-15,1-3-31 0,-4 2-23 0,4-5-18 16,-2 2-9-16,-4-6-25 0,-1-1-42 0,10 4-26 15,-10-4-30-15,0 0-213 0,17-7-602 0,-14-1 266 16</inkml:trace>
  <inkml:trace contextRef="#ctx0" brushRef="#br0" timeOffset="-70003.75">22496 15187 71 0,'0'-13'355'15,"-5"2"6"-15,5 0 0 0,-3 0-11 0,0 3 0 16,3 1-30-16,0 1-28 0,0 6-30 0,0-9-27 0,0 9-14 16,0 0-9-16,0 0-13 0,20 18-20 0,-14-3-13 0,9 1-18 15,-5 8-16-15,0 1-12 0,0 3-11 0,3-1-15 0,-1 13-1 16,-1 2-13-16,3-1-12 0,-1-2-6 0,-2-7-7 16,-2-1-18-16,-3 0-25 0,3-2-39 0,-1 1-39 15,-2-3-33-15,-1 0-36 0,2-6-34 0,-7 3-32 16,0-4-17-16,0-4-48 0,0-4-56 0,2 0-252 15,-2-3-622 1,-2-1 276-16</inkml:trace>
  <inkml:trace contextRef="#ctx0" brushRef="#br0" timeOffset="-69085.83">22564 15586 14 0,'-6'-4'266'0,"4"-4"0"16,-3 3-11-16,3-2-19 0,2 7-23 0,-6-5-26 0,6 5-18 0,0 0-5 15,0 0-12-15,0 0-12 0,23 12-13 0,-8-3-14 16,5-2-10-16,-2 1-9 0,10 5-5 0,-2-3-12 16,6 2-10-16,-2-1-11 0,14 1-16 0,-1 0-19 15,-11-4-13-15,8-4-12 0,-9 2-11 0,-1-3-2 16,0 0-4-16,-4-3 2 0,4 3 2 0,-4-9 2 16,-6 4 2-16,-5-1-1 0,0-1 6 0,0 0 1 0,-4-4 1 0,-6 0 13 15,0 4 13-15,-5-3 6 0,0-4 14 0,-5 2 9 16,0 1 5-16,-5-2 6 0,1-2 5 0,-6 4-1 15,1 1 6-15,-5-2 0 0,0 3-6 0,3 1-1 16,-6 3 0-16,-1 2-6 0,3 0-7 0,4 5-1 16,-4-1-6-16,-2 1-1 0,6 6-2 0,-6-7-5 0,7 8-3 15,0 0-5 1,4-1-1-16,3 7 1 0,-1-5-3 0,3 2-4 16,6-1 0-16,-4 3-5 0,4-6 3 0,0 6-5 15,4-8 0-15,2 4 1 0,3-1-6 0,6-4-5 16,-7-1-9-16,10 0-7 0,-3-5 1 0,0 3-2 15,1-5 1-15,4 0 1 0,-3-6 1 0,-1 3 2 16,3-6 2-16,-5 0 0 0,3 0 2 0,-2-3-1 0,-2 0 2 16,0-1 16-16,-3-1 11 0,-1 3 13 0,-1-2 16 0,-2-1 15 15,-4-3 9-15,-2 9 14 0,3-3 1 0,-3 1-4 16,0 1-4-16,0-2-9 0,2 6-7 0,-2 5-11 16,-2-8-8-16,2 8-7 0,0 0-8 0,0 0-4 15,0 0 1-15,0 0-2 0,0 0-3 0,-10 18-5 0,10-11-6 16,0 1 8-16,5 6-7 0,-5-2-16 0,2-2-19 15,3 3-13 1,2 1-10-16,1-1-17 0,-1 1-14 0,1-4-11 0,-2-2-9 16,9 1-4-16,-5-1-10 0,5 1-3 0,-2-5 6 15,7 2 0-15,-3 0 7 0,-2-4 7 16,0-2 9-16,0-5 6 0,-6 5 10 0,3-1 8 0,1-3 4 16,1-3 7-16,-5-2 4 0,0-2 7 0,4-1 8 15,-3 0 33-15,-3 4 9 0,1-3 15 0,2-5 13 16,-4 2 3-16,3 1 13 0,-6 3 0 0,2 3 7 0,2-5-4 0,-4 6-2 15,2-3 0-15,-4 0-1 0,-1 6-11 0,0 3-13 16,7-5 5-16,-7 5-8 0,0 0-6 0,0 0 2 16,0 0-6-16,8 12-4 0,-8-1 8 0,0-2-10 15,4 3 1-15,-4-2-6 0,3 5-3 0,-3-3-13 16,2 0-8-16,-2 3-2 0,3-3-6 0,0 2-1 16,-1-5-12-16,0 3 2 15,3-1-2-15,1-6-1 0,-3 3 8 0,1-2 4 16,4 2 3-16,-3-7 1 0,5 1 0 0,-10-2 8 15,0 0 1-15,20-7 10 0,-19 3 20 0,13-2-1 16,-8 1 5-16,3-2 9 0,-3-5 12 0,4 0 21 16,-5 4 13-16,3-4 22 0,-1 1-2 0,1-3 15 15,-1 5-3-15,-7-2 4 0,8 1 2 0,-1 1-5 16,-4 1-8-16,2 1-2 0,0-3-2 0,-3 6-14 0,1 0-10 0,-3 4-12 16,7-7-3-16,-7 7-12 0,5-2-7 0,-5 2-4 15,0 0-4-15,14 7-4 0,-9-1-3 0,-3-4-2 16,6 8 0-16,-1-2 5 0,1 1-13 0,-1-2-13 15,1 4-20-15,-1-2-17 0,1-2-14 0,2 5-20 16,0-2-19-16,-3-3-28 0,2-1-29 0,-2 0-25 16,3-1-34-16,-2 0-30 0,-1 0-36 0,1-2-59 0,2 0-55 0,-5-1-239 15,-5-2-672-15,18 0 298 0</inkml:trace>
  <inkml:trace contextRef="#ctx0" brushRef="#br0" timeOffset="-68785.03">24100 15535 216 0,'-2'-5'358'16,"2"5"-3"-16,-5-10-17 0,-1 6-16 0,4 0-20 0,-3-3-25 16,5 7-22-16,-11-2-25 0,6 0-21 0,5 2-21 15,0 0-24-15,-19 4-8 0,11 3-6 0,3-2-2 16,0 3-10-16,-1-1-16 0,2 5-11 0,1 2-11 0,-5-1-7 0,8 5-6 15,0-1-11-15,-2 5-5 0,4-6-12 16,-2 0-3-16,6 2-3 0,-2-3-2 0,1 0-11 0,-4-2-1 16,6 2-5-16,-5-4-4 0,4-1-1 0,-6 1-4 15,7 1 2-15,-2-8-9 0,-2 4-23 0,0-2-3 0,2 0-26 16,0-1-21-16,-5-5-32 0,5 2-39 16,-5-2-38-16,0 0-41 15,9 3-60-15,-9-3-56 0,0 0-289 0,0-16-661 16,0 16 294-16</inkml:trace>
  <inkml:trace contextRef="#ctx0" brushRef="#br0" timeOffset="-68622.28">23617 15318 129 0,'0'-3'361'0,"0"-8"-21"0,3 4-30 0,-1 1-32 16,6 3-27-16,-5-5-24 0,2 5-29 0,4 1-38 15,-1 2-53-15,-8 0-72 0,20 5-85 0,-9-3-103 16,3 4-213-16,0 1-396 0,3 1 176 0</inkml:trace>
  <inkml:trace contextRef="#ctx0" brushRef="#br0" timeOffset="-67697.83">24597 15799 48 0,'8'-2'286'0,"-8"2"-16"0,0-8-19 16,0 8-20-16,7-6-23 0,-7 6-15 0,5-8-21 0,-4 4-14 16,7 1-14-16,-3-1-13 0,-5 4-14 0,10-7-13 15,-5 5-7-15,0-5-6 0,0 3-4 0,0-2-8 16,0 1 2-16,0 1-11 0,-2-4-8 0,-1 3-3 16,0-5-2-16,1 3-11 15,-3-1-1-15,0-1-2 0,0 1-5 16,-3 0-3-16,3-3-2 0,-4 3-5 0,-1 5-2 0,-1-5-5 15,-1 0 0-15,-3 1-2 0,5 4-4 0,-5 1-1 16,-3-1-3-16,7 2-4 0,6 1 1 0,-25 4-5 16,15-2 1-16,0 1 2 0,0 4 0 0,-2-2-6 15,4 2 4-15,1 0-1 0,-7 5 0 0,7-5-2 16,0 2 1-16,1 3 1 0,4-5-2 0,-3 4 0 0,2-2 0 0,3 2-2 16,0-6 1-16,0 3 0 0,0-2 0 0,0 3 6 15,8-5-3-15,-3 1 1 0,0-2 1 0,2 0-2 16,-7-3 4-16,19 0-3 0,-19 0 9 0,15-4 18 15,-8 0 3-15,1 0 14 0,-1 1 13 0,8-2 16 16,-7 0 7-16,-1-2 9 0,1 1-6 0,-1 2-2 16,-1-2-1-16,1 0-6 15,-1 1-6-15,1 2-5 0,-7 3-6 0,3-7-9 16,2 6-7-16,-5 1-9 0,0 0-12 0,0 0 2 16,0 0-5-16,10 7-4 0,-10-7 1 0,7 11-6 15,-1-6-6-15,-4 2-1 0,3 0-3 0,0 2 2 16,5-1-5-16,-5-3-1 0,5 3-6 0,-2 2-2 15,5 2-3-15,2-7-1 0,-5 1-13 0,2 3 1 0,3-5-10 16,0 3-4-16,1 0 0 0,4-6 3 0,-7-1 6 0,4 0 2 16,-2-1-5-16,0-2 8 0,-5-5 4 0,4 3 3 0,-7-5 6 15,6 0 0-15,-4 3-6 0,-1-10 6 16,-3 4 2-16,1-6 0 0,-4 0 3 0,0-2 0 16,-4-5-1-16,-6-1 1 0,3 3 1 0,-7-6 8 0,2 2 0 15,0 2 6-15,-6-1 10 0,-2 2 16 0,3-1 10 16,-8 4-6-16,6 1 5 0,-4 2 6 0,1 0-5 0,-2 4-4 15,2 3 1-15,2 5-2 0,2-1-11 0,-4 4-6 0,1 1 3 16,-4 1-4-16,-2 4-5 0,-3 0 3 16,7 3-3-16,-6 8 4 0,-1-6-6 0,5 8 6 0,-2-3 2 15,2 3 1-15,-2 0 8 0,7 1 1 0,0-1 4 16,1 7 5-16,2-2 7 0,0 2 4 0,4 0 0 16,-4 2 3-1,8 5 12-15,4-2 1 0,-4 1-4 0,1 2 1 0,12 0-1 16,-4-2 1-16,6 13-4 0,-1-12-1 0,3 2-5 15,1-4-1-15,4 9-4 0,2 0-4 0,-2-9-2 16,5 1 1-16,-2-4-11 0,15 5 1 0,-10-8-3 16,14 6-2-16,-11-7-11 0,14 0-33 0,-12-10-61 15,3 6-66-15,4-8-71 0,-2-1-53 0,-3 1-98 16,3-4-126-16,-3-3-263 0,1-6-816 0,-1-3 361 0</inkml:trace>
  <inkml:trace contextRef="#ctx0" brushRef="#br0" timeOffset="-65994.95">25576 15729 74 0,'-3'-4'323'0,"-3"-3"-8"0,1 0-10 16,5 7-22-16,-12-6-26 0,9 2-27 0,-1 1-26 0,4 3-20 0,-8-7-17 16,8 7-24-16,0 0-13 0,0 0-9 0,0 0-16 15,-13 8-9-15,8-2-6 0,5-6-13 0,-2 9-3 16,2-5 1-16,0 3-20 0,0-2-2 0,0-5-6 15,0 11 1-15,0-4-8 0,0 0-3 0,0-7-3 16,7 7-6-16,-7-7-2 0,0 6 1 0,0-6 5 0,3 3 27 16,-3-3 32-1,0 0 17-15,0 0-14 0,0 0 6 0,0 0 8 16,0 0-8-16,0 0-11 0,-10-19 5 16,5 10-4-16,-3 2-12 0,5 0-7 0,-2 3-7 15,-4-3-11-15,3-2 3 0,-2 6-17 0,1-4-13 16,-3 2-23-16,2 1-34 0,-2-2-36 0,2 3-47 15,-1 1-37-15,9 2-29 0,-15-1-32 0,15 1-47 0,-15 0-48 16,15 0-53-16,0 0-194 0,-8 3-600 0,8-3 265 0</inkml:trace>
  <inkml:trace contextRef="#ctx0" brushRef="#br0" timeOffset="-65678.56">25471 15414 149 0,'-7'-2'278'0,"-3"1"-20"0,10 1-23 15,-12-4-24-15,12 4-20 0,-13 1-19 0,13-1-16 16,-11 3-13-16,11-3-11 0,-7 8-14 0,2-4-8 0,3 0-10 16,1 3-7-16,1-7-1 0,1 10-8 0,1-3 0 15,3 1-5-15,-2-2-5 0,2-2-1 0,5 3-8 0,-5-2-3 0,5 0-3 16,0-2-7-16,0 0 7 0,-3 0 5 0,3-3 8 15,-10 0 11-15,16 0 10 0,-16 0 1 16,13-2-1-16,-13 2 11 0,7-5-18 0,-2 2-6 0,-5 3-11 16,-5-14-10-16,3 9-6 0,-4 0-11 0,-4-2-17 15,3 2-1-15,-4-2-44 0,-4 0-27 0,0 3-33 16,-2-4-32-16,-3 5-43 0,2-2-58 0,-2 2-71 0,2 2-260 0,-2-2-588 16,0 2 260-16</inkml:trace>
  <inkml:trace contextRef="#ctx0" brushRef="#br0" timeOffset="-59948.41">21341 16770 230 0,'-2'4'212'0,"2"-4"-18"16,-1 9-24-16,1-3-14 0,0-6-10 0,3 12-7 15,0-7-5-15,1 1-5 0,2 0-6 0,6 0-5 16,-6-2-4-16,8 0-5 0,1-3-6 0,1-1-9 15,4 0-10-15,3-1-5 0,-1-1-11 0,1-3-5 16,-3 3-3-16,5-6-2 0,-4 2 4 0,-1-2 6 16,-4-2-1-16,-1 1-7 0,0-2-1 0,0 1 0 0,-2-4-2 0,-4 1-7 15,-1 1 0-15,-3-3-2 0,-3-2 2 0,-2 4-4 16,0-2-9-16,-5 4 3 0,5-5-4 0,-10 4-1 16,1-1 1-16,-2 3-8 0,-4 0-6 0,2 4-1 15,-1 0-3-15,-2 5-2 0,1-3-2 0,3 1 0 16,-1 6 0-16,-2 1-8 0,0-3 0 0,2 6 1 15,2 4 4-15,-1 1-4 16,4-1-4-16,-1 4-1 0,1 2-1 0,3-2 1 16,-1 4 4-16,4-3-7 0,2 0 6 0,0 4-1 15,2 1-1-15,4-5-2 0,1-1 10 0,1 1-9 16,-1 2 2-16,8-5 3 0,-2 1-4 0,2-1 2 16,0-1 0-16,1-8 2 0,4 3-3 0,-2-2 5 15,0-2-10-15,6-3 8 0,7 0-4 0,-8-3 3 16,-3-2 0-16,0-3-4 0,-2 1 3 0,-1-5 6 0,8-3-11 0,-11 1 2 15,10-4 3-15,-8 4-6 0,-1-1 4 0,-5 1 10 16,2 0 21-16,-1 1 21 0,-6 3 4 0,5 0 6 16,-7 3 2-16,-1-3-8 0,3 6-5 0,0-2 7 15,-2 0-20-15,2 3-8 0,-5 3-5 0,2-6-31 16,-2 6-6-16,0 0-3 0,0 0 0 0,0 0 2 16,13 15 3-16,-11-6 4 0,1-1 0 0,-1-3-1 0,4 6 0 0,-4-2-3 15,1 5 5-15,1-3-7 0,-1-2-6 0,4 3 11 16,-4 1-7-16,5-6-8 0,-1 5-1 0,1-3 4 15,0-3-7-15,1 1 5 0,-1 1 0 0,3-5 7 16,-4 0 2-16,5-2-4 0,-4 2 4 0,-8-3 10 16,21-3-4-16,-14 2 2 0,8-2 8 0,-7-1-10 15,5-7 9-15,-4 6-7 16,-1-5 17-16,2 1 2 0,0-2 30 0,-3 2 12 16,1 2 9-16,-2 1 7 0,1-1-2 0,0 0 3 15,-4 0-8-15,0 4-11 0,1-2 0 0,-4 5-13 16,6-5-6-16,-2 0-2 0,-4 5-5 0,3-5-14 0,-3 5 0 15,0 0-14-15,0 0-7 0,0 0-1 16,0 0-8-16,18 5-16 0,-13 1-17 0,0 0-13 16,5 3-15-16,3 0-7 0,2 2-14 0,-2-1-15 0,4-1-14 0,4 0-18 15,-2 0-20-15,5 1-22 0,3-2-17 0,-7-1-21 16,10 1-27-16,-1-6-19 0,1-1 5 0,-8 0-166 0,7 2-464 16,-10-3 206-16</inkml:trace>
  <inkml:trace contextRef="#ctx0" brushRef="#br0" timeOffset="-59478.39">22687 16836 975 0,'15'-6'-31'0,"-7"-1"29"16,-2-1 39-16,1-1 17 0,-2 0 25 15,-2 3 24-15,-1 1 22 0,-4-5 9 16,2 1 5-16,-5 1 2 0,-1-2 4 16,2 3 0-16,-1 0 1 0,-3-1-9 0,2 1-6 15,-3 2-9-15,1 2-11 0,-4-2-11 0,1 2-11 16,1 3-8-16,-2 0-9 0,-6 1-8 0,3 2-1 0,-6 1-14 16,4 4-6-16,2 0-2 0,-6 1-6 0,4 3-2 15,4 0-3-15,0 1-3 0,-10 7-1 16,8-5-3-16,5 0-2 0,-2 5 4 0,-1-7-9 0,5 2 0 0,-2-3-2 15,5 5-1-15,0-4-4 0,1-1 2 0,3-1-2 16,1-1 2-16,1-2 5 0,1-1-5 0,1 2 0 0,2-5 5 16,2 1-3-16,5-3 11 0,-4-1-17 0,5-1 3 15,2-1 1-15,2-7-1 0,-1 2-3 0,4-5 4 16,1 1-8-16,1-7 3 0,-5-2-3 0,2-6 4 16,3-1 3-16,-2-9-3 0,-4 7 2 0,3-7-4 0,-6 0-2 0,-7 3 8 15,4 3 23-15,-5-2 16 0,2 1 21 16,-4 3 13-16,1-6 18 0,-8 9 16 0,4-3 9 0,-1 8 2 15,1-3 4-15,-2 6 0 0,2 0-9 0,-5 1-3 16,3 4-8-16,2 2-9 0,-1-2-11 0,1 4-11 16,0 7-14-16,-2-9-9 0,2 9-8 0,0-9-9 15,0 9-11-15,-2-6-8 16,2 6-9-16,0 0-3 0,0 0-3 0,0 0-2 16,0 0-2-16,-3 21 1 0,3-14-1 0,-3 7-1 15,3-1 2-15,0 7-7 0,0-5-16 0,3 1-14 16,0 10-15-16,1 0-12 0,4-1-11 0,-5-7-33 15,4 10-22-15,6-1-19 0,-5-1-9 0,4-2-21 16,0-8-20-16,-8 6-34 0,11-3-34 0,-5 1-38 16,4-5-46-16,-6 1-241 0,7-5-635 0,0-1 281 0</inkml:trace>
  <inkml:trace contextRef="#ctx0" brushRef="#br0" timeOffset="-59131.17">23085 16658 204 0,'2'-7'261'16,"-2"7"-15"-16,-2-9-17 0,2 9-25 0,0 0-17 15,0 0-17-15,2-7-21 0,-2 7-18 0,0 0-13 16,0 0-15-16,0 0-11 0,0 0-10 0,0 0-8 16,0 0-8-16,0 0-7 0,0 0-4 0,8 19-4 15,-8-19-7-15,0 12-4 0,0-1-5 0,0-7-2 16,0 4-6-16,2 1 1 0,-2-2-5 0,0 1 0 0,3-1-3 0,-3 1 2 15,0-1-5-15,0 0 1 0,2 0 0 0,-2-1-3 16,0 1-3-16,0 0 1 0,0-7-2 0,2 7 0 16,-1-1 0-16,-1-6-3 0,4 6 1 0,-4 0 0 15,0-6-3-15,0 0 5 0,0 7-6 0,0-7 2 16,0 8-1-16,0-8 0 0,3 6-1 0,-3-6 2 16,5 6-2-16,-5-2 0 0,0-4-2 0,0 8 1 0,0-8 2 0,-8 11-2 15,4-10 0-15,1 4-12 0,-4 0-18 0,-1-3-18 16,0 1-32-16,-4 3-32 0,1 0-44 0,-1-6-41 15,4 3-44-15,-4-2-125 0,4 1-391 0,0 2 173 16</inkml:trace>
  <inkml:trace contextRef="#ctx0" brushRef="#br0" timeOffset="-58545.26">23365 16464 126 0,'0'0'231'0,"0"0"-25"0,0 0-19 0,0 0-22 16,0 0-19-16,0 0-10 0,4 21-13 0,-4-11-15 16,3 4-11-16,-2 1-8 0,1 3-11 0,1-2-7 15,-1 4-8-15,5-5-4 0,-6 7-6 0,3-3-6 16,-4 0-7-16,1-1-2 0,1 0-3 0,0 0-3 15,3-1-2-15,-4-1-4 16,1-1-5-16,-2-6 1 0,5 3-2 0,-5-5-3 16,0-1-3-16,2 2 4 0,-2-8-6 0,5 9 20 15,-2-5 25-15,-3-4 19 0,0 0 0 0,0 0-5 16,0 0-7-16,0 0 3 0,0 0-1 0,0 0 1 16,15-14 9-16,-9 7 6 0,1-3 2 0,-2 2 3 15,-2-1 9-15,1-1-1 0,1 1 6 0,1 0 15 16,-1-1-17-16,2 2 3 0,-4 4-13 0,2-3-10 0,-5 3 8 0,8-2-19 15,-8 6-9-15,2-7-17 0,-2 7-9 0,0 0-2 16,0 0-8-16,0 0 3 0,21 13-6 0,-14-6-6 16,0 1 0-16,-2 0 3 0,0 3-6 0,6 1-4 15,-3 0 5-15,-1 3-13 0,8-3 10 0,-7 0-9 16,6 5 3-16,-3-8-3 0,-6 0-2 0,5 3 3 0,-3-6-1 16,-2-2-1-1,1 1-9-15,1 2 16 0,-1-2-4 0,-6-5 3 16,10 3 6-16,-10-3-8 0,0 0 11 0,15-12 6 15,-13 6 5-15,3-1 0 0,-3-3 7 0,-1 0 1 16,1-5 1-16,1-3 3 0,-6 3 0 0,6-5 0 16,-3 1-1-16,0 0-4 0,-3 0-5 0,1-1-4 0,2 1 2 15,-1 4-4-15,-1-2-7 0,2-2-27 0,-2 9-19 16,-1-2-42-16,3 2-26 0,3 4-36 0,-3-5-43 0,0 11-51 16,-3-5-42-16,3 5-37 0,0 0-43 0,0 0-192 0,15 12-587 15,-15-12 260-15</inkml:trace>
  <inkml:trace contextRef="#ctx0" brushRef="#br0" timeOffset="-58311.97">23963 16650 93 0,'0'0'302'0,"0"0"-25"0,0 0-29 0,-9-3-26 15,9 3-26-15,0 0-22 0,0 0-20 0,0 0-14 0,0 0-18 16,-5 15-10-16,5-4-13 0,0-4-10 0,0 1-12 15,0 4-3 1,0 0-5-16,0 0-10 0,0 4-4 0,0 2-6 16,0-5-1-16,5 7-4 0,-3-5-5 0,1 3-5 0,1 2 0 15,-4-7-2-15,1 5-7 0,-1-7-36 0,5 5-43 16,-5-4-43-16,2-1-49 0,1-6-51 16,-1 3-197-16,1-5-426 0,4 1 188 0</inkml:trace>
  <inkml:trace contextRef="#ctx0" brushRef="#br0" timeOffset="-57658.55">24237 16375 9 0,'0'-8'369'0,"0"5"-7"0,0 3-18 0,5-8-34 16,-5 8-30-16,0-8-34 0,0 8-30 0,0 0-26 0,0 0-12 15,0 0-23-15,0 0-17 0,0 0-17 0,10 20-8 16,-5-5-9-16,-3 0-12 0,3 0-10 0,5 10-7 16,-5-2-7-16,3 1-11 0,-1 2-2 15,1 1-2-15,-3-2-8 0,-2 5-5 0,4-4 10 0,-2-1-34 16,-5-3-17-16,2 2-20 0,-4-2-16 0,-3-2-6 0,5-1-25 16,0-1-15-16,-3-1-22 0,-1-2-14 0,4-6-26 0,0 4-12 15,0-6-11-15,0 0 8 0,0 1 9 0,4-5-2 16,-4-3-5-16,10 3 8 0,-10-3 3 0,0 0 13 15,18-7 14-15,-12-4 10 0,4 2 6 0,2-5 4 16,1 0 15-16,0-4 4 0,-3 1 15 0,5-9 15 16,-2 4 36-16,-3-2 20 0,0 1 34 0,-1 7 31 0,-3-3 26 0,2-2 29 15,-8 1 13-15,2 0 5 0,0 6 1 0,3-3 5 16,-5 7 9-16,0-4-5 0,0 3 10 0,0 4-20 16,0-2-11-16,0 3-15 0,0 0-16 0,0 2-15 15,0 4-13-15,0 0-9 0,0 0-12 0,0 0 0 16,0 0-4-16,0 0-4 0,0 23-7 0,0-7-1 15,0 3-7-15,0 0 3 16,0 1-10-16,0 7 0 0,0 3-2 0,0-3-3 16,0 0 1-16,3 0-4 0,-6-2 1 0,3-5-2 15,0-1-7-15,0 1-7 0,3-1 1 0,-3-1-2 16,5-1 3-16,-5-7-3 0,0 1-2 0,0-1 3 16,2-4 3-16,1 2 0 0,-1-4-3 0,-2-4 9 15,8 4-5-15,-8-4 3 0,0 0 0 0,0 0 9 16,13-14 20-16,-5 8 17 0,-1 3-2 0,1-6 20 0,-6 2 12 0,8 0 0 15,-7 3-3-15,4-7 1 0,1 6-3 0,-6-2 6 16,4 5-2-16,-2-3-12 0,4 2 0 0,-8 3-17 16,2-6-5-16,-2 6-3 0,0 0-18 0,0 0-4 15,0 0 3-15,15 9-6 0,-15-9-5 0,5 10-14 16,-4-5-22-16,7 6-24 0,-3-5-28 0,-5 3-18 16,10-1-24-16,-5 1-19 15,-5-3-29-15,5 3-39 0,0-2-45 0,2-4-41 16,-4 2-49-16,2-1-175 0,-2 0-555 0,-3-4 245 15</inkml:trace>
  <inkml:trace contextRef="#ctx0" brushRef="#br0" timeOffset="-57426.79">24236 16610 71 0,'-7'-2'351'0,"7"2"-10"15,-1-4-19-15,1 4-32 0,0 0-27 0,0 0-26 16,0 0-19-16,0 0-17 0,0 0-23 0,0 0-18 16,0 0-17-16,0 0-18 15,0 0-12-15,31 6 6 0,-18-4-25 0,2 3 2 16,0 1-32-16,5-3-32 0,-4 2-29 0,-1-2-40 16,5 1-43-16,-10-3-51 0,5 4-63 0,0-7-71 15,-7 2-188-15,4-3-490 0,-12 3 217 0</inkml:trace>
  <inkml:trace contextRef="#ctx0" brushRef="#br0" timeOffset="-57257.53">23963 16306 4 0,'-9'-3'345'0,"1"-2"-16"0,2 1-32 15,1 0-28-15,5 4-32 0,0 0-40 16,-10-1-53-16,10 1-49 0,0 0-41 0,0 0-72 0,0 0-75 0,15 17-217 15,-6-9-337-15,5 3 149 0</inkml:trace>
  <inkml:trace contextRef="#ctx0" brushRef="#br0" timeOffset="-56709.76">24981 16788 125 0,'0'0'316'16,"0"-6"-23"-16,0 6-31 0,0 0-29 0,0 0-24 0,-4-8-26 15,4 8-19-15,0 0-22 0,0 0-16 0,0 0-9 16,0 0-12-16,0 0-12 0,0 0-9 0,-8 20-7 0,5-13-9 16,3-2-5-16,0-5-5 0,-4 12-9 0,-2-6 2 0,6 0-7 15,0-6-6-15,0 7-5 0,0-7-4 0,0 11-4 16,0-11 3-16,6 4 0 0,-6-4-1 16,0 0 6-16,0 7 23 0,0-7 21 0,0 0 9 0,0 0-14 15,0 0-3-15,0 0-1 0,0 0 8 0,7-14 3 16,-7 14 16-16,0-12-6 0,2 7-6 0,-2-2-6 0,0 1-6 0,0 6 9 15,0-12-29-15,0 12-4 0,0-9 3 0,0 4-7 16,0 5-29-16,0-7-26 0,0 7-38 0,0 0-36 16,0 0-40-16,-2-8-53 0,2 8-59 0,0 0-45 15,0 0-49-15,0 0-182 0,0 0-556 0,0 0 247 16</inkml:trace>
  <inkml:trace contextRef="#ctx0" brushRef="#br0" timeOffset="-55638.17">25348 16658 132 0,'-2'-14'311'0,"-6"5"-3"0,8 1-9 0,-5-2-15 0,4 1-5 16,-6 1-27-16,4 1-22 0,-2 2-17 0,-2 0-20 15,2 0-11-15,2 0-20 0,-6 1-28 0,3 0-16 16,-7 2-11-16,13 2-12 0,-17 3-9 0,9 0-8 15,-2 1-8-15,-5 4-13 0,7-1-7 0,-6 4-2 16,6 0-6-16,-5 3-5 0,1 0-3 0,4 2-7 16,-5 3-7-1,10-3-2-15,-9 8-4 0,9-6-9 0,1 0-8 0,0 0-9 16,4-2-7-16,1 2-6 0,2-1-5 0,4-2-5 16,2 3 0-16,2-3-5 0,2-3-7 0,2 0-11 15,-2-3-1-15,1-2-1 0,4-2 5 0,-3 2 3 16,3-5 6-16,-1-2 7 0,-2 0 4 0,4-2 5 15,-6-2 2-15,0-4 6 0,-5 4 20 0,3-4 21 16,-1 0 15-16,-5 0 19 0,4-3 13 0,-6 1 22 0,3 1 16 0,-4 1 5 16,1 1 11-16,-2-1 0 0,2 4-2 0,0-2-10 15,-3 0-12-15,-2 6-8 0,1-6-23 0,-1 6-3 16,4-6-14-16,-4 6-7 0,0 0-6 0,0 0-2 16,0 0-9-16,0 0-10 0,10 21 10 0,-9-14-7 15,1 1-12-15,3 4-4 0,1-5-9 0,-1 1-3 16,5 8-6-16,-5-10-8 15,10 6-4-15,-2 0 0 0,-6-1-10 0,6-7 0 16,-3 1-2-16,0-1 0 0,2 3-1 0,-2-6 11 16,-4 1 2-16,4-2 2 0,-10 0 1 0,15 0-9 15,-15 0 0-15,10-10 10 0,-7 8-4 0,-1-6 2 16,3-2 0-16,-5 1 8 0,-5-1 1 0,0-3 4 16,2-5 6-16,-6 6 7 0,1-4 8 0,-5 2 7 0,6-3 3 15,-4 2 4-15,6 0 7 0,-9 3-3 0,5-3 0 0,4 6 9 16,-7 2 6-16,9-1-7 0,-4 3 10 0,2-3 9 15,0 5 0-15,3-1-3 0,2 4-7 0,-3-10-8 16,3 10-4-16,-3-4-2 0,3 4-5 0,0 0-3 16,0 0-10-16,0 0 7 0,18-1-4 0,-18 1 2 0,18 1 0 15,-9 2 0-15,2-2-8 0,2 2 4 0,1 2 0 16,-6-3-6-16,7 3 1 0,3 2-7 0,-6-2-3 0,2 5-13 0,0-5-2 16,1 5-9-16,-2-3-9 0,-3 3-11 0,1 0 2 15,-2-1-9-15,2 4-7 0,-7-3 1 16,4-2-7-16,-3 4 2 0,-2-3-1 0,5 1-4 15,-3 0 7-15,-3-3 5 0,5 2 2 0,-6 1 8 0,3-7 5 16,-3 8 5-16,-1-7 5 0,0 1 5 0,0-5 6 16,9 3 17-1,-9-3 13-15,0 0-1 0,0 0 7 0,0 0 16 0,0 0 2 16,14-9 14-16,-14 9 5 0,7-11 2 0,-5 5 15 16,1-3-4-16,2 1 7 0,-2 0 20 0,4 2-18 15,-5-2-6-15,-1-1-7 0,4 4 0 0,-2 0-8 16,2 2-11-16,-5-3-4 0,0 6-3 0,7-6-14 15,-7 6-6-15,0 0 4 0,8-2-18 0,-8 2-12 16,0 0-8-16,9 11-9 0,-4-5-3 0,-2 0 2 0,4 2-9 0,-6 4-5 16,4-6-7-16,-2 10-1 0,4-7 11 0,-2-2-10 15,0 2 4-15,0 1 1 0,0-1 3 0,-3-2 7 16,3-3-3-16,3 4 9 0,-7-4 6 0,4 1 4 16,4-2 5-16,-9-3 8 0,6 3 6 0,-6-3 21 15,14 0 12-15,-14 0 12 0,10-7 11 0,-6-1 10 16,3 5 10-16,3-5 6 15,-3 1 17-15,-1 1 14 0,1-1 15 0,0-1 7 16,-4-4 3-16,2 6 4 0,0-6-2 0,-2 4-7 16,4 4-8-16,-6-7-4 0,4 6-11 0,2-2-4 15,-4 5-15-15,-1-3-12 0,-2 5-10 0,7-9-9 16,-7 9-9-16,3-6-19 0,-3 6-32 0,0 0-33 16,0 0-15-16,0 0-18 0,0 0-27 0,6 15-17 15,-2-10-27-15,1 0-22 0,-2 3-24 0,2 4-20 0,2-5-37 0,-2 4-45 16,0-1-49-16,8 0-50 0,-3 3-251 0,5-2-688 15,-2 4 305-15</inkml:trace>
  <inkml:trace contextRef="#ctx0" brushRef="#br0" timeOffset="-55290.55">26538 16890 197 0,'0'0'293'0,"-5"-8"-18"0,5 8-26 16,-8-3-28-16,8 3-23 0,0 0-18 0,0 0-17 0,0 0-24 16,0 0-11-1,0 0-12-15,-15 14-12 0,10-9-9 0,3-2-11 16,2-3-4-16,-1 13-6 0,1-6-6 0,-5 0-7 16,10 2-5-16,-5-2-4 0,1-3-7 0,1 4 2 15,3-2-4-15,-2 0 1 0,-1-2 10 0,3 1 3 16,-5-5 5-16,10 5 13 0,-10-5 7 0,11 1 6 15,-11-1 12-15,0 0 9 0,0 0 2 0,15-8-1 0,-11 5 3 16,-4 3-6-16,1-12 5 0,1 7-11 0,-2-2-5 0,0 7-11 16,-2-11-10-16,2 2 0 0,-1 1-26 0,-6 2-2 0,-1-2-17 15,4 3-39-15,-2-2-22 0,-1 4-42 16,2-2-35-16,5 5-39 0,-13-4-35 0,13 4-46 16,-15 0-56-16,15 0-50 0,0 0-225 0,-16 4-607 0,16-4 269 15</inkml:trace>
  <inkml:trace contextRef="#ctx0" brushRef="#br0" timeOffset="-54989.78">26421 16583 230 0,'-14'-2'237'0,"14"2"-19"15,0 0-26-15,0 0-16 0,-13 4-7 0,13-4-3 16,-3 7-8-16,3-7 3 0,-7 7-6 16,7-1-2-16,0-6-2 0,7 7-3 0,-6 0 1 0,-1-7-1 15,5 12 3-15,-3-9-9 0,5 1 1 0,-6-3-6 16,6 4 4 0,0 1-9-16,1-5 7 0,-3 1 4 0,-5-2-4 15,11 1 2-15,-11-1-6 0,0 0-4 0,19-4-7 0,-16-2-8 16,4 0-13-16,-1 3-7 0,-4 0-11 0,4-3-13 15,-1-3-13-15,-5 3-40 0,-3 0-47 16,1-3-58-16,1 1-54 0,-6 4-51 0,7 4-68 0,-13-7-81 16,10 0-313-16,-7 6-707 0,1-2 313 0</inkml:trace>
  <inkml:trace contextRef="#ctx0" brushRef="#br0" timeOffset="-52245.88">21637 17751 351 0,'0'0'346'0,"0"0"-25"0,0 0-29 0,0 0-32 16,-5-5-27-16,5 5-15 0,0 0-28 0,0 0-18 16,0 0-16-16,0 0-15 0,0 0-21 0,0 0-13 15,0 0-7-15,0 0-5 0,0 0-16 0,0 0-6 16,0 0-5-16,0 0 2 0,20 2-15 0,-20-2-2 15,20 0-5-15,-20 0-6 0,15 2-2 0,-5-4-2 0,-2-3 4 0,5 5-12 16,-8-2-3-16,5-1 1 0,-3-5-2 0,3 2 1 16,-2-2-10-16,-1 3 2 0,3-4 2 0,-7-1 0 15,4 2 9-15,-7-6-10 0,1 4 10 0,-1 0-4 16,0-2 0-16,0 5-1 0,-1-1 3 0,-3-4-14 16,1 7-4-16,-5-2-7 0,1 4 6 0,-6-2-3 0,1 3-4 15,-1 2 4-15,-2 0-5 0,-3 6 0 0,3-3 0 0,-3 5-5 16,1 0 9-16,2 4-6 0,-1 0 1 0,1 7 0 15,3-6-1-15,-3 5-1 0,7 0-3 0,-5-3 2 16,6 5-1-16,-1-4 1 0,5 4-4 0,3-2 2 16,1-4 1-16,1 4-1 0,6-2-3 0,5-3-4 15,-3 2 4-15,10-5-1 0,-3 2 2 0,-1-4 0 0,4 1 4 16,2-2-3 0,-1-4-2-16,-3 2 6 0,4-5-4 0,-2 0-2 15,3-1 12-15,-5-3 5 0,0 1-9 0,-3-4-1 16,0-2 4-16,-10 5 1 0,10-3-4 0,-7-2 14 15,1 2 7-15,-4-1-4 0,1 5 10 0,-2-4-10 16,1 1 12-16,1 0-6 0,-4 1 1 0,1 4-4 16,-3 1-5-16,3-9-10 0,-3 9 16 0,0 0-27 0,0 0-1 15,0 0 0-15,0 0-6 0,0 0-5 0,0 0 6 0,10 18-3 16,-8-11-2-16,1 2 0 0,-1-2-8 0,3 0 10 16,-3-3-4-16,3 7 0 0,-2-5 3 0,3 0 2 0,1 3-5 15,-2-3 7-15,5 0 2 0,-5-3 3 16,5-2 1-16,-2 4 2 0,4-4 8 0,-2-1-5 15,-10 0 0-15,16-6-1 0,-6 5 0 0,3-3-1 0,1-1 16 16,-3-7 16 0,-2 6-1-16,0-2 10 0,5-5 11 0,1 4 9 15,-7 1 4-15,5-5-1 0,-6 6 0 0,3-4-6 0,-5 2-2 16,5 1-10-16,-5 1-1 0,3 1-4 0,-2 0-8 16,1 0 10-16,-5 0-23 0,-2 6-14 0,8-6-39 15,-8 6-14-15,13 0-30 0,-13 0-15 16,13 7-4-16,-6 0-18 0,1-2-9 0,-1 3-16 0,3 4-13 15,5 0-18-15,-2-2-16 0,-1 2-25 0,1 2-11 0,5-6-10 16,-1-1-3-16,4 5-4 0,-3-6-144 0,2 0-418 0,-3 3 185 16</inkml:trace>
  <inkml:trace contextRef="#ctx0" brushRef="#br0" timeOffset="-51860.49">22498 17927 941 0,'13'0'-63'0,"-13"0"34"0,15-7 28 0,-7 4 17 16,-6-4 32-16,-2 1 14 0,5 0 18 0,-5 6 14 16,-7-17 16-16,-1 10 8 0,3-1 9 0,-5 0 2 15,-3-4 4-15,0 4 0 16,-1-3-3-16,5 3-5 0,-11 1-9 15,3 3-9-15,-3 0-10 0,0-3-5 0,1 6-9 0,2 2-11 16,-3 2-8-16,-1 1-4 0,1 1-10 0,2 1-2 16,1 2-6-16,-3 0-5 0,7 0-1 0,-2 4-9 15,5 3 3-15,-3-4-2 0,3 2-3 0,-2-3-1 16,11 3 1-16,-1 1-3 0,4-4-3 0,-4 0 0 16,4 6-1-16,6-5-2 0,-3-2 2 0,5-1-5 0,3 2 1 0,0-1-2 15,2-2 2-15,2-2-3 0,4-3 1 0,-4-2 1 16,3 0-4-16,-2-3-2 0,2-3 8 0,1 0-8 15,1-9 4-15,-2-1-5 0,3-3 3 0,-5-3 3 16,-1-2-7-16,2 0 0 0,-4-15-6 0,0 9 7 16,-2-9-3-16,-6 9 4 0,3 2 4 0,-3 0 29 15,1 0 14-15,-3 1 5 0,-5 1 12 0,2 3 13 0,-2 7-28 0,0 1 6 16,0 3-5-16,0 1-11 0,0 3 12 0,0 0-21 16,0 1-12-16,0 1-16 0,0 6-28 0,0 0-10 15,0 0-2-15,0 0-5 0,0 0-7 0,0 0-11 16,0 22-9-16,0-7-6 0,0 4-9 0,-2-4-13 15,4 4-26-15,-2 2-28 0,3 3-29 0,0 1-23 16,2-5-31-16,-2 6-46 16,2-6-150-16,2 0-458 0,-4-4 203 0</inkml:trace>
  <inkml:trace contextRef="#ctx0" brushRef="#br0" timeOffset="-51575.36">22831 17711 67 0,'0'0'271'0,"0"-11"-24"0,0 11-24 0,0 0-29 16,0-6-18-16,0 6-20 0,0 0-16 0,0 0-14 15,0 0-13-15,6 22-13 0,-4-11-4 0,5 1-14 16,-4 0-4-16,-2 5-7 0,9-3-7 0,-5 1-8 16,4 0-4-16,-3 2-2 0,8 0-6 0,-5 0-4 15,0-6-4-15,2 7-8 16,-4-6 3-16,1 1-7 0,-1-3 0 0,1-2 0 15,-6-1-1-15,3-2-1 0,-2 2 6 0,2-5 12 16,-5-2 7-16,0 7-3 0,0-7-5 0,0 0 1 16,-15 1-6-16,2-1-3 0,13 0-5 0,-22 0-6 15,7-3-16-15,-1 1-31 0,1 2-31 0,-7-3-40 16,9 3-53-16,-2-1-45 0,0 1-218 0,2 1-448 16,3-1 199-16</inkml:trace>
  <inkml:trace contextRef="#ctx0" brushRef="#br0" timeOffset="-50873.58">23339 17819 125 0,'0'-7'310'16,"0"7"-31"-16,-2-4-21 0,2 4-28 0,0 0-30 15,-8-6-18-15,8 6-19 0,0 0-22 0,0 0-11 16,-8 13-11-16,1-5-14 16,7 1-10-16,-5 3-7 0,3 0-13 0,-6 2-3 15,8 5-9-15,0-7-9 0,-2 6-2 0,2-2-5 16,0 0-3-16,2-3-2 0,-2 4-9 0,0-2-1 16,8-3-2-16,-6-2-6 0,3 0 0 0,-5-1 0 15,7-1 0-15,-4 2-4 0,-2-6 2 0,-1-4-4 0,5 4-1 16,-5-4-3-16,0 0 0 0,19-11-1 15,-11 7 4-15,-1-4 13 0,1 1 16 0,-2-4 2 0,3-2 23 0,-4-2 5 16,0 2 9-16,3-4 5 0,-3 0 10 0,5 4-7 16,-5-1-7-16,-4-1-2 0,3 7-5 0,1-3-6 15,1 2-11-15,-6 2-17 0,4 3 11 0,-4 4-13 16,5-10-18-16,-5 10-14 0,6-2 12 0,-6 2-19 0,0 0-5 16,0 0-16-16,18 12 1 0,-14-4 4 0,4 4-6 15,-3-1-1 1,3-4-1-16,-6 6-4 0,5-2-3 0,6 3-3 0,-5-1 1 15,-1-5 4-15,-2 3 0 0,0-3-1 16,1 1 2-16,-2-2 5 0,-3 1-2 0,9-4 4 16,-10 3 8-16,3-3-1 0,-3-4 3 0,0 0 1 0,10 0 1 15,-10 0-2-15,0 0 13 0,7-12-1 0,0 4-2 16,-6 3 4-16,-1-3 2 0,0-1 2 0,0-6 3 16,7 6-5-16,-7-9-3 0,0 5-4 0,7-6 2 0,-6 6 0 0,6-5 0 15,-2 3 7-15,5 0-11 0,-5 0 6 0,10-2-12 16,-6 5 5-16,5-3-7 0,-3 7 4 15,3-1 0-15,-1-2 1 0,-3 5 0 0,0 1-2 0,5 1 1 16,-4 1-4-16,1 3 6 0,-4-1-2 0,5-3-3 16,-3 4 3-16,-10 0-4 0,22 5 3 0,-11-3 1 15,-6 3-3 1,8-1 2-16,-6 0-2 0,1 3 3 0,-6 2 1 0,3 2-8 16,5 3 2-16,-5-1 3 0,3 2 1 0,-1 5 2 15,-7-4-5-15,5-1-5 0,-4 8-27 16,-1-7-7-16,0 0-30 0,0 9-27 0,0-6-32 0,0-1-34 15,0 0-52-15,0-2-46 0,-1 1-214 0,1-7-523 16,1 7 232-16</inkml:trace>
  <inkml:trace contextRef="#ctx0" brushRef="#br0" timeOffset="-50240.79">24221 17366 205 0,'2'-8'387'16,"-4"-6"-22"-16,2 9-10 0,2-3-48 0,-2 8-38 15,-2-9-36-15,2 9-21 0,0 0-18 0,0 0-22 16,0 21-16-16,2-5-14 0,-2 7-20 0,5 3-10 16,-5 5-8-16,0 9-14 0,1-1-10 0,-1 7 2 15,0-3-17-15,8 8-1 16,-1-7-13-16,-7 2 1 0,8-2-8 0,-3 2-5 15,0-6-8-15,-3 1 3 0,-2-8-5 0,7-3-5 16,-6-3-32-16,1 0-20 0,-2-8-14 0,0 1-9 16,3-4-8-16,-3-2-9 0,0-5 2 0,2 0 7 15,-2 0 3-15,0-4-5 0,6-4 0 0,-6-1 5 16,0 0 4-16,0 0 7 0,22-13 4 0,-19 5 4 16,11-4 7-16,-6-3 1 0,5-3 5 0,0-6-1 0,2-2 4 0,2 0 3 15,1-11 1-15,-3 6 1 0,-2 3 4 0,0-2 10 16,-1-1 19-16,-4 3 13 0,0 2 4 0,-1 2 9 15,-5 9 4-15,6-2 9 0,-8 4 4 0,2 3-12 16,1 1-2-16,-1 0-10 0,-2 5-6 0,0 4 3 16,0 0-9-16,0 0-10 0,0 0 3 0,0 0-1 15,-7 28-2-15,9-13-2 16,-4 6 1-16,2 4-5 0,0 2-1 0,0 4 3 16,-5-4-3-16,5 4 0 0,0-3 2 0,5-1-4 15,-5 2-4-15,2-4-1 0,1 1 0 0,0-1-6 16,-1-7-1-16,3-1-8 0,-3 1 6 0,3-6 1 15,-2 0-1-15,0-1 1 0,0-7 3 0,2 0 1 16,2-2 1-16,-7-2-1 0,10 0 0 0,-10 0 1 0,13-7 2 16,-6 0 3-16,-7-3 2 0,8 0 3 0,-8-1 4 0,2-4 3 15,3 4 10-15,-4-3-3 0,6-3-1 0,-10 0 2 16,3 4 0-16,0 1-1 0,3 3-6 0,-3-3-3 16,0 4-1-16,5 1-5 0,-10-1-9 0,5 3-22 15,0 5-9-15,0 0-5 0,0 0-14 0,0 0-14 16,0 0-17-16,0 0-18 0,0 0-25 0,-7 16-21 0,7-7-28 15,4-5-19-15,-1 4-20 0,-3 2-20 0,0-1-150 0,5-1-415 16,-3-1 184-16</inkml:trace>
  <inkml:trace contextRef="#ctx0" brushRef="#br0" timeOffset="-50024.65">24198 17754 253 0,'-2'-4'339'0,"-1"-3"-20"0,3 7-39 0,0-5-24 0,0 5-23 15,13-4-25-15,-13 4-16 0,17-3-22 16,-4 2-19-16,3 1-15 0,4 0-10 0,0 1-15 0,-2-1-15 16,1 3-24-16,0 2-35 0,1-3-46 0,-3 0-49 0,1 3-58 15,-1-3-62-15,-3 2-65 0,-7-2-154 0,1 0-428 16,4-2 190-16</inkml:trace>
  <inkml:trace contextRef="#ctx0" brushRef="#br0" timeOffset="-49871.02">24072 17487 171 0,'-3'-6'200'0,"3"6"-18"0,-4-6-21 0,4 6-38 15,0 0-54-15,0 0-74 0,0 0-146 0,28 14-162 16,-19-9 72-16</inkml:trace>
  <inkml:trace contextRef="#ctx0" brushRef="#br0" timeOffset="-49022.08">25106 17916 270 0,'0'-12'382'0,"-1"6"-29"0,-4-3-13 0,2-3-17 0,-2 1-26 16,-4 3-28-16,3 1-23 0,-4 0-30 0,-2 1-23 15,2 3-20-15,-3 0-26 0,-2 6-6 0,5-3-20 16,-11 3-9-16,6 5-14 0,6 0-9 0,-9 4-10 0,10 0-3 0,-7 8-12 15,8-5-2-15,-2 1-6 0,7 7-12 16,-1-2-2-16,3-3 3 0,0 8-8 0,5-7 0 0,4 7 11 16,5-4-31-16,-6-7-8 0,10 7-3 0,-3-6-4 15,2-6 7-15,4 3-20 0,-4-4 3 0,-1-1-3 16,2-1 4-16,-1-8-1 0,0 2 4 0,-4-2 1 16,-2-5 0-16,1-2-6 0,0 6 12 0,-6-9-1 0,4-5 3 0,-3 1 6 15,-1 0-2-15,-6-4 5 0,0-1 9 0,0-3 14 16,0 3-1-16,-6-7-7 0,4 7 4 0,-1 0-5 15,1 5 10-15,0-3 10 0,-3 3-1 0,4 2-3 16,1 3 1-16,-2-3-9 0,1 6-1 0,1 2-4 16,1-4-3-16,1 4-13 0,-2 5 0 0,0 0-2 15,10-1-4-15,-10 1 5 16,18 8-10-16,-8-1 0 0,0 1-3 0,5 0 1 16,0 8-2-16,1-6-4 0,1 3-1 0,-2 1 8 15,1-1-17-15,4 7-1 0,-5-6-4 0,-2-1-4 16,4 1-5-16,-2-1-18 0,-4 1-4 0,-4-4-4 15,1 0-1-15,-3-1-6 0,0 2-7 0,2-2 5 16,-6 1-2-16,3 1 3 0,-4-6 3 0,-2 3-4 16,2-1 5-16,0 0-1 0,0-7-1 0,-5 6 5 0,5 0 2 0,0-6 7 15,0 0 10-15,0 0 0 0,-8 3 7 0,8-3-7 16,0 0-4-16,0 0 1 0,0 0 2 0,0 0-2 16,23-17-2-16,-15 8 5 0,4-1 7 0,1-2-7 15,2 0 2-15,3 0-2 0,2-6 2 0,0 1 3 16,3 1 2-16,-2 1 4 0,-6 0 3 0,0 0 3 15,5 0 2-15,-10 2 2 16,5-1 6-16,-3 4 20 0,-3 2 16 0,-4-1 16 16,5 3 15-16,-5-1 12 0,-5 0-5 0,9-2-6 15,-9 5-10-15,0-3 3 0,0 7-13 0,-2-7-4 16,2 7-1-16,-13-5-3 0,3 5-5 0,10 0-3 16,0 0-4-16,-20 8-4 0,10-4 4 0,5 0-4 15,-2 3-1-15,1 5-2 0,4-1 1 0,-3 5 0 16,5-1-7-16,0 4 5 0,0 0-8 0,7 5 8 0,-7-6 1 0,13 11-10 15,-5-2 9-15,4 0-3 0,3 0-2 0,1 4 2 16,-1-4-5-16,2 1 1 0,-2-3-1 0,0 0 5 0,-2-1-4 16,2 0-3-16,-7-2 3 0,0-3-2 0,-3-6-2 15,-5 2 4-15,4-5 0 0,-8 1 5 16,4-3-4-16,-5-6-1 0,-5 5-2 0,4-3 0 0,-4-1-12 16,-5-3-30-16,15 0-33 0,-20-3-23 0,7-1-28 0,5 2-45 15,8 2-59-15,-15-6-64 0,13 3-218 0,2 3-552 16,-7-5 244-16</inkml:trace>
  <inkml:trace contextRef="#ctx0" brushRef="#br0" timeOffset="-48690.06">26378 18168 11 0,'-2'-9'325'0,"-5"3"-16"0,7 6-17 16,-5-9-22-16,4 5-32 0,-8 2-20 0,9 2-27 0,0 0-19 0,-11-1-19 15,11 1-13-15,0 0-13 0,-10 8-14 16,5 0-10-16,3-4-11 0,-4 4-8 0,4-4-8 0,2 7-6 16,0-4-8-16,0 0 1 0,2-5-14 0,-2 9-3 15,6-4-1-15,-4-2-9 0,-2-5 1 0,0 11-5 16,5-7 6-16,-5-4-8 0,0 0 12 0,2 6 7 15,-2-6 0-15,0 0 5 16,0 0-4-16,0 0-1 0,0 0-4 0,6-17-1 16,-6 17-5-16,2-10 5 0,-4 1-20 0,2 1-10 15,0-2-20-15,-3-2-33 0,0 5-35 0,3-4-41 16,-7-1-60-16,5 5-62 0,-4-7-72 0,4 4-186 16,-3 2-537-16,5-3 237 0</inkml:trace>
  <inkml:trace contextRef="#ctx0" brushRef="#br0" timeOffset="-48389.29">26392 17900 240 0,'0'0'223'0,"0"0"-22"16,0 0-15-16,0 0 6 0,0 0-3 0,-13 5-7 15,13-5-10-15,0 0-9 0,0 0-12 0,18 14-14 16,-18-14-10-16,2 6-4 0,-2-6-3 0,15 2-4 16,-7-1-9-16,-8-1-5 0,15 0-3 0,-7 0 3 15,-8 0 4-15,15 0 3 0,-15 0-4 0,15-4-1 16,-10-1-3-16,3 2-8 0,-1-3-6 0,0-3-7 0,-6 5-7 0,4-3-3 16,-5-3-14-16,0 4-10 0,0 6-22 0,-5-15-29 15,-3 7-31-15,1 4-31 0,1 0-36 0,-2 0-51 16,-2 3-69-16,0-2-75 0,0 3-219 0,-3 3-560 15,-2-3 248-15</inkml:trace>
  <inkml:trace contextRef="#ctx0" brushRef="#br0" timeOffset="-42557.24">26892 12767 140 0,'0'0'265'0,"-5"3"-18"0,5-3-18 16,0 0-12-16,0 0-5 0,0 0-9 0,0 0-10 0,0 0-16 0,0 0-11 16,0 0-10-16,0 0-7 0,0 0-6 0,0 0 10 15,0 0-7-15,0 0-7 0,0 0-10 0,0 0 2 16,0 0-4-16,0 0-2 0,0 0-9 0,0 0 0 16,0 0-11-16,0 0 2 0,0 0-14 0,0 0-6 15,0 0 2-15,0 0-15 0,0 0-6 0,4 7-4 16,-4-7-8-16,0 0 9 15,0 0-5-15,0 0 2 0,0 0 0 0,0 0 7 16,0 0-1-16,0 0 3 0,0 0 8 0,0 0 1 16,0 0 10-16,0 0-1 0,0 0-4 0,0 0-10 15,0 0-6-15,0 0-8 0,3-17-5 0,-3 17-5 16,3-8-2-16,-1 0-11 0,-2 0-1 0,2 1-4 16,3 2-4-16,-2-5-1 0,-1 2-3 0,-1 1-2 15,3-3-3-15,0-4-3 0,0 5-1 0,1-2-2 0,-5 3-1 0,6-1-2 16,-2-2-1-16,-1 0 1 0,0-1 0 0,-3 2-2 15,0 0 3-15,9-1-4 0,-6-5 0 0,0 6-1 0,-1-2 0 16,1 4 0-16,0-4 2 0,1 1 8 16,-1 2-3-16,-1-2 2 0,1 1 1 0,0 2-1 15,4 1-2-15,-5-3 1 0,1 0-1 0,-1 1-1 0,4 2 1 16,-4-1 4-16,3 1-2 0,-5-1 1 0,2 4-1 0,6-5 2 16,-8 3-1-16,5 1 3 0,-5 5-6 0,0-10 0 15,0 2-1-15,8 4 5 0,-8 4-6 0,2-8-1 0,-2 8 1 16,0-4-1-16,0 4-1 0,0 0-4 15,6-6 3-15,-6 6-5 0,0 0 5 0,0 0-6 0,0-9-3 16,0 9-2-16,0 0-4 0,0 0-1 0,0 0 0 16,0 0-3-1,0 0-3-15,0 0-7 0,0 0-19 0,0 0 0 16,0 0 3-16,0 0 4 0,0 0 12 0,-1 26-5 0,-4-15 2 16,5-2 2-16,0 3 3 0,0 2 1 0,0 1 5 15,-2 3-5-15,2-1 6 0,-8 2 2 0,8 1 0 16,0-5 0-16,0 5 0 0,0 0 5 0,-5-4-3 15,5 7 1-15,0-4 1 0,-2 0 4 0,2 0-3 16,-6 2 0-16,4-6-1 0,2 3 9 0,0-2-5 0,-5 3-1 0,5-3 0 16,5 0 0-16,-10-4 1 0,5 6-1 0,0-4 0 15,0-2 2-15,0-3 0 0,-2 3-3 0,4-3 5 16,-4 1-2-16,2-2 2 0,0 1-5 0,0-3 2 16,0 2 3-16,0-3-4 0,-6 2 1 0,6 0 4 15,6-1-4-15,-6-6 2 0,-6 9 0 0,4-3-2 16,2 0-1-16,0-6 0 15,0 8 1-15,0-8 0 0,-3 8-1 0,6-1-1 16,-3-2 0-16,0-5 0 0,0 11-2 0,-3-7 3 16,3-4 3-16,0 11-9 0,0-5-4 0,-2 0 2 15,2-6-2-15,0 9 1 0,0-5 0 0,0-4-2 16,0 10 3-16,0-10-1 0,0 8 4 0,0-8-3 0,0 7 3 16,0-7 3-16,2 5-2 0,-2-5 3 0,0 0 1 15,0 0-4-15,0 0 17 0,-2 11-15 0,2-11 2 0,0 0-2 16,0 0 4-16,0 0-4 0,0 4 4 0,0-4-3 15,0 0 1-15,0 0 1 0,0 0 1 0,0 0-5 16,0 0-18-16,0 0-8 0,0 0-5 0,0 0-4 0,0 0-8 16,0 0 0-16,-7 5 9 0,7-5-7 0,0 0 7 15,0 0 3-15,0 0 3 0,0 0 4 0,-3 4-2 16,3-4 3 0,0 0-3-16,0 0 8 0,0 0 4 0,3 11 0 0,-3-11-2 15,0 0 7-15,0 0-4 0,0 0 5 0,0 0 2 16,0 0-3-16,0 0 5 0,0 0 3 0,-3 6 4 15,3-6-5-15,0 0 0 0,0 0 4 0,0 0 7 16,0 0-5-16,0 0-2 0,0 0 0 0,0 0 3 16,0 0-1-16,0 0-7 0,0 0 3 0,0 0 3 15,0 0-6-15,-8 2 5 0,8-2 3 0,0 0-3 0,0 0 4 0,-18-2 3 16,18 2-9-16,-12 0 2 0,12 0 3 0,-17 3 0 16,8-3-1-16,9 0 4 0,-15 0-7 0,6 0 6 15,9 0-5-15,-15 0 6 0,15 0-1 0,-14 3-7 16,14-3 1-16,-14-3 2 0,14 3 5 0,0 0-3 15,-16 0 1-15,16 0-2 0,0 0 4 0,0 0-3 16,0 0 3-16,-13 3-5 0,13-3 6 0,0 0-5 0,0 0 3 0,0 0 3 16,0 0-2-16,0 0 1 0,0 0-3 0,0 0 8 15,0 0-11-15,0 0 7 0,0 0-2 0,0 0-1 16,0 0 0-16,33 2-2 0,-15-1 1 0,-2 3 2 16,3-4-3-16,-1 0 2 0,3 4-3 0,-1-3 2 15,-2 3-5-15,4-1-6 0,-2-1-1 0,3 0 3 16,-3-2-12-16,-4 1-2 15,-2-1 10-15,-6 3-3 0,7-3 3 0,-7 2 6 16,-8-2-3-16,17 0 2 0,-17 0 5 0,10 0-2 16,-10 0 2-16,0 0-2 0,14-2 1 0,-14 2-6 0,9-3-24 15,-9 3-37-15,0 0-33 0,6-3-30 16,-6 3-43-16,0 0-52 0,0 0-75 0,0 0-78 16,0-6-210-16,0 6-640 0,0 0 285 0</inkml:trace>
  <inkml:trace contextRef="#ctx0" brushRef="#br0" timeOffset="-18873.79">26093 14195 201 0,'-2'-7'362'0,"1"0"-5"16,-4 2-6-16,5-3-10 0,0 8-25 0,-5-10-22 16,5 10-26-16,-4-5-22 0,4-2-27 0,0 7-24 15,0 0-23-15,0 0-20 0,-5-5-16 0,5 5-16 16,0 0-22-16,0 0-10 0,0 0-17 0,0 0-8 0,0 0-3 15,0 0 2-15,-16 16-14 0,13-7-1 0,-4-2-9 0,2 4-2 16,2-2-7-16,-9 3 2 0,0 2-5 0,7-3-6 16,-3 6 4-16,2-5 1 0,-1 5-8 0,0-2 0 15,1-2-1-15,-3 5-4 0,9-9 3 0,0 7 0 16,0-5 5-16,0 2-2 0,9 1 3 0,4-2-6 0,-5-3 6 16,7 1-3-16,0-2 0 0,7 0 1 0,1-4-5 15,3-1 3 1,4-2-3-16,-7-1 6 0,0-4-4 0,4 0-4 0,-7-3 5 15,0 0-6-15,3-2-2 0,-5-3 10 16,-2 0 10-16,1-7 10 0,-2 5 12 0,-5-3 11 16,-5-1-5-16,1-1 1 0,-2 2 0 0,-3-5 3 0,-1 4 0 15,-5 0-5-15,-1 0-1 0,-2-2-5 0,1 4-9 16,-3 4-2-16,-7-4-9 0,1 2-4 0,-1 4-5 16,2 0-3-16,-3 3-4 0,2-2-5 0,-3 8-10 0,5 1-34 0,-6 0-44 15,3 1-45-15,1 7-45 0,-4-3-28 0,7 6-21 16,1 1-21-16,-1 2-27 0,-1 3-30 0,0-2-32 15,7 4-38-15,-8 3-202 0,5 2-614 0,5-6 271 16</inkml:trace>
  <inkml:trace contextRef="#ctx0" brushRef="#br0" timeOffset="-18472.75">26608 14269 64 0,'0'-4'408'0,"0"4"-11"0,0 0-23 16,0 0-32-16,6-9-34 0,-6 9-33 15,0 0-24-15,0 0-30 0,0 0-23 0,0 0-28 0,0 0-17 16,0 0-29-16,0 0-10 0,0 0-18 0,0 0-7 15,0 0-10-15,0 0-12 0,9 13 3 0,-8-6-10 0,-1-7-11 16,7 5 0-16,-2 0-5 0,0 4-6 0,-4-8-4 16,4 4-3-16,-1-2-3 0,1 1-2 0,-5-4 0 15,8 8-8-15,-8-8 4 0,3 3-1 0,-3-3 11 0,0 0 4 16,5 4 28-16,-5-4 25 0,0 0 22 0,0 0-5 16,0 0-7-16,0 0-6 0,0-15-7 15,0 15-6-15,0 0-4 0,0 0-11 16,0-12-7-16,0 12-6 0,-6-11-9 0,4 9-9 15,2 2-22-15,-7-7-26 0,7 7-33 16,-5-3-46-16,5 3-50 0,0 0-49 0,-10-5-47 0,10 5-43 16,0 0-43-16,-14 6-53 0,14-6-234 0,-7 4-662 15,7-4 292-15</inkml:trace>
  <inkml:trace contextRef="#ctx0" brushRef="#br0" timeOffset="-17817.81">26960 14256 115 0,'-3'-6'369'0,"3"6"-11"0,0-9-11 0,-3 2-8 0,3-3-17 16,0 6-12-16,0-4-20 0,0 1-12 0,0-2-19 15,0 1-10-15,0 1-17 0,3-1-25 0,-3 0-11 16,3-3-13-16,-3 2-21 0,0-2-15 0,0 1-15 15,2-2-7-15,1 3-16 0,-3-4-10 0,0 2-7 16,0-3-15-16,3 5-3 16,-3-2-9-16,4 2-7 0,-1-1-7 0,-3 0-6 15,2 1 0-15,1 1-10 0,0-1-9 0,2 2-6 16,-3-1-8-16,3 1-7 0,3 1-13 0,-1 0 3 16,-7 3-17-16,10-3-5 0,-5 0-9 0,5 3 3 15,-4-2-10-15,-6 5 0 0,15-1-5 0,-3 1-3 16,-12 0-4-16,18 0 8 0,-18 0-16 0,15 1 7 15,-4 1-3-15,-4 1 2 0,0 0 0 0,3 1-2 0,-7-1-5 0,4 4 9 16,-2-3 9-16,-4 4-5 0,1-1 1 0,1 1 8 16,-3-1 0-16,3 2 3 0,-3 0 3 0,-3 2 1 0,2 0 7 15,-1-2-1-15,-1 5 1 0,-4-2 5 16,2 4 1-16,-5-4 5 0,3 11 2 0,-1-8-2 16,-2 0 5-16,-3 0 0 0,-2 6 1 0,0-7 10 0,4 3-5 15,2-2-6 1,-6 0 5-16,9 1 0 0,-9-1 4 0,5-2-1 15,5 2 0-15,-5 1-2 0,2-3 6 0,1 1-4 0,4 0 2 16,1-1 3-16,2 0 1 0,0-3 0 0,0 1 5 16,2-3 0-16,4 3 4 0,1-2-1 0,1-2-3 15,4 1 1-15,-2-2 1 0,5 0-1 0,0-2-1 16,-2 1 6-16,-5-5-4 0,7 0 0 0,0 0 3 16,-3-2-3-16,-2-2 3 0,1 0 13 0,-1-4 5 0,-3 0-1 15,1 0 8-15,-3-2-1 0,-2-2-1 0,-1 4-8 0,-2-6-2 16,-3-3 7-16,-2 2-5 0,3 2-4 0,-6-2 3 15,-2 6 5-15,5-3-17 0,-2 3-3 0,-3-1-1 16,-3 0-4-16,8 3 3 0,-5 1-6 0,3 0-11 16,-1 2-15-16,2-3-25 0,-4 6-31 0,0-2-28 15,0 2-31-15,10 1-21 16,-13 0-30-16,13 0-32 0,0 0-35 0,-7 4-28 16,7-4-217-16,-2 8-541 0,2-8 239 0</inkml:trace>
  <inkml:trace contextRef="#ctx0" brushRef="#br0" timeOffset="-17369.93">27536 14010 208 0,'0'0'400'16,"4"-9"-7"-16,-4 9-5 0,1-3-30 0,-1 3-27 0,0 0-36 15,0 0-30-15,5-8-31 0,-5 8-21 0,0 0-18 0,0 0-24 16,0 0-27-16,0 0-21 0,0 0-14 0,0 0-9 16,0 0-9-16,0 0-10 0,-10 20-8 0,7-14-8 15,1 2-6-15,-4-4-5 0,2 4-8 0,3 1-6 16,-3 2 9-16,-1-3-13 0,2 5-2 0,1-2-9 0,1 4 4 16,-1-1-4-16,2 2-1 0,0-3 0 0,2 2-4 15,-1 2-1 1,3 0-2-16,4-1 0 0,-3-3 1 0,3 4 4 15,-3 0-6-15,5-2 1 0,-2-2-8 0,2 2 3 16,-3 0 1-16,5-3-1 0,-1 0 3 0,-3 3-8 16,-4-11 1-16,6 8-7 0,-5-4 10 0,1-1-6 0,-2 0-1 15,1 0-5-15,-4-1 1 0,4-3 3 0,-5-3 0 16,0 11 1-16,3-6 1 0,-3-5-2 0,-8 10 1 16,7-6 8-16,-4 2 2 0,-4 0-6 0,3-3-4 0,-4 2 1 0,1-2-1 15,-4-1 2-15,0 1-2 0,-2-1-13 0,-5 3-14 16,7-4-19-16,-5-2-34 0,3 1-28 0,-2-5-29 15,-3 3-29-15,4-3-34 0,-4 2-49 0,5-5-50 16,0 0-64-16,0 0-202 0,2-3-606 0,3-1 269 16</inkml:trace>
  <inkml:trace contextRef="#ctx0" brushRef="#br0" timeOffset="-17147.29">27483 14077 188 0,'-1'-9'400'0,"1"9"-2"16,-4-5 1-16,4 5-11 0,0 0-11 0,0 0-16 0,7-7-6 0,-7 7-15 15,0 0-27-15,5-4-29 0,-5 4-27 0,11-7-27 16,-6 5-25-16,7 0-19 0,-4-1-19 0,7 2-19 16,3-2-14-16,6-2-14 0,-5 5-18 0,1-1-26 15,3 1-45-15,4-2-47 0,3 2-57 0,1 0-67 16,-9 0-57-16,1 2-64 0,-5-1-93 0,5 3-383 15,-6-3-797-15,-1-1 352 0</inkml:trace>
  <inkml:trace contextRef="#ctx0" brushRef="#br0" timeOffset="-12142.45">26813 15508 153 0,'0'0'287'0,"0"0"-11"15,0 0-15-15,0 0-14 0,0 0-12 0,0 0-8 16,0 0-5-16,0 0-15 0,13-7-2 16,-13 7-16-16,0 0-12 0,0 0 3 0,0 0-3 0,7-5 1 15,-7 5 2-15,0 0-1 0,1-3-7 0,-1 3-3 16,0 0 1-16,9-4-2 0,-9 4-7 0,5-4 1 16,-5 4-22-16,5-5-5 15,-5 5-12-15,8-11-11 0,-5 8-9 0,1-2-5 16,0-3-9-16,1-1 4 0,0 0-13 0,4 0-5 15,-6-2-9-15,2-4-4 0,7 0-9 0,-7 0-5 16,4-4 0-16,1 6-9 0,-3-8 1 0,0 3-11 16,4 1 0-16,-6 0-8 0,5 1 4 0,-5 1-5 15,5 0 4-15,-3-2-6 0,1 9 2 0,-3-7 9 16,-3 4 4-16,4 3 1 0,1 1-1 0,-7 1-4 0,1 0-3 0,6 3-3 16,-5-3-5-16,-2 6-1 0,0-7-6 0,0 7-7 15,0 0 0-15,5-7-5 0,-5 7 0 0,0 0-13 16,0 0-6-16,0 0 0 0,0 0 3 0,0 0 2 15,1 20 1-15,-1-14 0 0,0 6 5 0,0-1-8 16,4 2 9-16,-1 6 1 0,-3-4 1 0,0 9-1 16,7 2 0-16,-7-7-2 15,1 2 4-15,3 5 1 0,-3-2 2 0,-1 2-3 16,7-6 2-16,-4 6 3 0,-3-5-3 0,3-3 2 16,-3 2-1-16,2-2 0 0,-2-1 0 0,7 0 2 15,-6 3-1-15,1-6 2 0,1 1-4 0,-3 4 5 0,0-6-3 16,0-1-1-16,2-3 5 0,-2 3-4 15,0-3 0-15,8 2 4 0,-8-3-2 0,0 3 5 16,0-3-10-16,2-1 2 0,-2-1 3 0,0 3 1 0,3-3 3 0,-1-2-8 16,-2 2 7-16,0 5-4 0,0-5 0 0,2-3-2 15,-2-3 2-15,0 12 0 0,4-9 0 0,-4-3 0 0,2 9-4 16,-2-9-1-16,0 7 0 0,0-7-5 0,0 5-2 16,0-5-3-16,0 0-1 0,0 6 1 15,0-6-2-15,0 0 1 0,0 11-4 0,0-11 2 0,0 0-2 16,0 5-5-16,0-5 4 0,0 0-2 0,0 0 2 0,-6 8 2 15,6-8-1-15,0 0 3 0,0 0 6 0,0 0-7 0,0 0-2 16,0 0 4-16,-2 4-5 0,2-4 2 0,0 0 0 16,0 0 1-16,0 0-1 0,0 0-3 0,0 0-3 15,0 0 2-15,0 0-2 0,0 0 8 0,0 0-1 16,-15-1 4-16,15 1 1 0,-8 1-1 0,8-1 1 16,0 0 0-16,-23 0-2 15,13 0 11-15,1-3-4 0,9 3 2 16,-16 2 6-16,1-2-9 0,15 0 2 0,-18 0 0 0,6 0 3 15,12 0-2-15,-15 0 1 0,7 0 2 0,8 0-3 16,-12 0 4-16,6 1 0 0,6-1 0 0,0 0-1 16,-15 0-1-16,15 0 3 0,0 0-3 0,-10 3-4 15,10-3 6-15,0 0 1 0,0 0 1 0,0 0 0 16,0 0 8-16,0 0-5 0,-5 4-3 0,5-4 5 0,0 0-2 0,0 0 3 16,0 0-1-16,0 0 4 0,0 0-4 0,0 0 4 15,0 0-4-15,0 0 1 0,30 1 1 0,-24-1 0 16,-6 0-3-16,23 0 2 0,-1-1-3 0,-7-1 3 15,5 2 5-15,-4 0-5 0,4 0-2 0,-5-2-1 16,7 2-3-16,-6 0-4 0,-8-3 9 0,7 3-1 0,-3 0-1 16,-4 0-1-1,-8 0 0-15,15-1 0 0,-5-2 1 0,-10 3 2 16,12 0 0-16,-12 0-1 0,8 1-4 0,-8-1 0 16,0 0-6-16,15 0-13 0,-15 0-13 0,0 0-20 15,0 0-17-15,0 0-20 0,0 0-20 0,10-1-22 16,-10 1-24-16,0 0-28 0,0 0-45 0,0 0-79 0,0 0-96 15,0 0-233-15,3-8-687 0,-3 8 305 0</inkml:trace>
  <inkml:trace contextRef="#ctx0" brushRef="#br0" timeOffset="-7550.4">27268 16713 190 0,'-5'2'298'0,"5"-2"-12"0,0 0-9 15,0 0-6-15,0 0-3 0,0 0-3 0,0 0-3 0,0 0-6 0,0 0-14 16,0 0-2-16,0 0-9 0,0 0-6 0,0 0-8 15,0 0-6-15,0 0-7 0,0 0-14 0,0 0-15 16,0 0-15-16,0 0-13 0,13-14-10 0,-13 14-2 16,5-6-15-16,-3 1-4 0,-2 5-12 0,3-4-6 15,-3 4-6-15,5-8-8 0,-5 3-3 0,5-2-8 16,-3 2-5-16,-2-3-5 16,8-1-5-16,-6 0-9 0,4 1-4 0,-4-4 3 15,3 2-10-15,2-7-5 0,-6 7-3 0,4-5-3 16,4 1-2-16,-3 3 1 0,2-5-4 0,-1 3-4 15,1 4-2-15,-1-6-2 0,0 6 1 0,-1-2-6 16,-4 3 2-16,3-1-5 0,-2 1 3 0,4 1-1 16,-7 0-3-16,5 0 0 0,-5 7 1 0,3-8-3 15,2 4 3-15,-5 4-5 0,2-8 3 0,-2 8-6 0,0 0 1 0,0-4-1 16,0 4-3-16,0 0-2 0,0 0-2 0,0 0-1 16,0 0-1-16,5-3 0 0,-5 3-5 0,0 0-5 15,0 0 3-15,0 0 5 0,0 0-2 0,6 19 2 16,-4-11 1-16,0 1 2 0,-2 3 1 0,5 3-1 15,1 3 5-15,-4 1 0 0,-1 0-4 0,4 0 4 0,-5 7 0 16,5 1 10 0,0-2-10-16,-3-2 2 0,1 0-3 0,-1 3 2 15,1-5 1-15,1-2-2 0,-3 1 2 0,1 1-2 16,3-3 2-16,-5 1 2 0,2-2-2 0,-1 0 4 0,4-1-3 16,-5 2-1-16,-3-6 2 0,6 1 3 15,0-2-5-15,-6 1-1 0,6-1 1 0,-1-7-2 0,-2 5 4 16,0-3-6-16,0-6-3 0,-2 11 1 0,2-11-1 15,-3 7 2-15,3-7 2 0,0 6 0 0,0-6-2 0,0 0 5 0,0 0-2 16,0 7 1-16,0-7-1 0,0 0-2 0,0 0-5 16,0 0-6-16,0 0-4 0,0 0-6 0,0 8-6 15,0-8-6-15,0 0-6 0,0 0-4 0,-5 6-7 16,5-6-5-16,0 0 12 0,0 0-5 0,-5 2 6 16,5-2 6-16,-6 7 2 0,6-7 2 0,-9 3 10 15,9-3 2-15,-6 1 1 0,-3 4 2 0,4-2 0 0,5-3 5 0,-9 6 3 16,4-4-2-16,5-2 13 0,-15 4-9 0,15-4 3 15,-7 6 0-15,-1-4-2 0,1-1 8 0,7-1-4 16,-15 5 1-16,7-4 2 0,8-1 3 0,-7 1 4 16,7-1-7-16,-15 5-3 0,12-3 6 0,3-2 4 15,-11 4-1-15,11-4-6 0,-9 1 0 0,9-1 3 16,-6 5 4-16,6-5-9 16,-7 2 8-16,7-2 0 0,0 0-1 0,0 0 0 15,0 0-1-15,0 0 2 0,0 0-1 0,-15 0 1 16,15 0 2-16,-5 4-6 0,5-4 4 0,0 0-3 15,0 0-1-15,0 0 6 0,0 0-2 0,0 0-2 0,0 0-1 16,-3 4 3-16,3-4 3 0,0 0-7 0,0 0 5 16,0 0 1-16,0 0-4 0,0 0 4 15,0 0 8-15,0 0-9 0,0 0 1 0,0 0 3 0,0 0 3 0,0 0 3 16,0 0-2-16,30 0 3 0,-14 3-2 0,2-6 0 16,-1 6-4-16,6-1 0 0,-3 0 3 0,2-2 0 0,-3 0-4 15,6 1 4-15,-5-1-4 0,3 0-5 0,-3 0 5 16,0 4-2-16,3-4 2 0,-10 2 1 0,11-2-6 15,-10 0 3-15,0 0 0 0,-6 0-1 0,4-2 0 16,-12 2-2-16,18 0-2 16,-13 2-6-16,-5-2 0 0,15-2-9 0,-15 2-3 15,10 2-14-15,-10-2-9 0,9-2-22 0,-9 2-9 16,0 0-10-16,0 0-22 0,0 0-20 0,15 0-30 16,-15 0-37-16,0 0-49 0,4-5-51 0,1 1-65 15,-5 4-195-15,0 0-599 0,0 0 265 0</inkml:trace>
  <inkml:trace contextRef="#ctx0" brushRef="#br0" timeOffset="-4328.21">27490 17866 143 0,'0'-10'245'0,"0"10"-14"0,-2-9-11 15,2 9-8-15,-3-4-7 0,3 4-5 0,0 0-12 16,0-8-11-16,0 8-8 0,0 0-17 0,-2-6-8 0,2 6-13 16,0 0-13-16,0 0-6 0,0 0-14 0,-1-6-7 15,1 6-8-15,0 0-7 0,0 0-5 0,-7-4-10 16,7 4-7-16,0 0-4 0,0 0-5 0,0 0-5 16,-23 5-6-16,15-2-3 0,8-3-3 0,-9 4-2 0,-2-3-7 15,1 5 5-15,-2-5 0 0,4 3-4 0,0-1-3 0,-6 1 3 16,6-3-6-16,1 4 1 0,-6-2 0 0,3 4-2 15,4-2 2-15,-1-2 6 0,-6 3 3 0,3 4 5 16,3-2-6-16,-3-2 3 0,-3 6-4 0,6-1 3 16,-4-1-3-16,3 0-3 0,1-1-5 0,-1-1 7 15,-1 7 0-15,1-4-3 16,0 0 5-16,3 1-1 0,-3-3-3 16,4 2 3-16,1-2 4 0,0 0-5 0,-2 2 4 0,1-2-2 15,4 3 17-15,0-4-17 0,0 6-2 0,0-5 7 16,0 2 4-16,2-3 1 0,5 0 11 0,-6-1 7 15,1 5-14-15,1-4 2 0,1 4 2 0,7-5 4 16,-7 1 5-16,7 0-4 0,-1-2 3 0,0 3 1 16,3-5-2-16,2 4-5 0,-8-4-1 0,6 2-1 0,5-3 0 0,2 2 1 15,-7 0 1-15,7-5-1 0,-2 4-2 0,-4-4-7 16,2 1 1-16,-1-2 0 0,3 1 5 0,-1 0-11 16,-6 0-2-16,1-2-2 0,5-3 2 0,-1 3 4 15,-3 0-2-15,6-4 0 0,-5 3 1 0,0 0-1 16,-3-1-5-16,4-3 6 0,-7 5-1 0,7-8 2 15,-1 3 4-15,0-1 0 0,-7 7 3 0,8-8 4 0,-3 0-1 0,-4 0 6 16,2 1-1-16,-5 1-3 0,10-5 0 0,-5 3 0 16,-4-5-5-16,7 2 4 0,-8 4-2 0,4-7-2 15,-6 1-2-15,2-3 1 0,5 2 1 0,-7 0-3 16,-1 1 0-16,6-3 2 0,-6 4-2 0,1-4-2 16,-6 0-2-16,3 1-2 0,0 1 1 0,-4 0-3 0,-2 7-1 15,1-9-6 1,2 2-2-16,-9 1-3 0,4 2 1 0,1-3-8 15,-5 3 2-15,1 2-2 0,-2-1-3 0,-2 2 1 0,0 2-4 16,2-3-7-16,-4 6-10 0,1 0-11 16,1-3-22-16,-4 6-36 0,1 0-42 0,3 1-56 15,-3 1-48-15,0 3-37 0,-5 1-33 0,-2 7-46 0,10-2-74 16,-5 7-349-16,9 1-833 0,-1-2 369 0</inkml:trace>
  <inkml:trace contextRef="#ctx0" brushRef="#br0" timeOffset="7218.2">20826 11935 207 0,'-6'-3'251'16,"-4"2"-17"-16,3-3-9 0,-6 2-8 0,6-3-2 0,-1 4-5 0,1-3-12 15,7 4-8-15,-15-4-15 0,15 4-8 0,-8-3-21 16,8 3-11-16,0 0-7 0,-5-3-10 0,5 3-6 0,0 0-18 16,0 0-5-16,-10-4-5 0,10 4-9 15,0 0-6-15,0 0-6 0,0 0-3 0,0 0-10 16,0 0 5-16,0 0-15 0,0 0-2 0,0 0-3 0,0 0-2 15,0 0-7 1,0 0 5-16,0 0-5 0,25-3-4 0,-5 3-2 16,11-2-1-16,2-1-2 0,19 1-2 0,4 2-1 0,9-2-2 15,21-1 0-15,3-2-5 0,-3 4 0 0,-3-1 9 16,-2 1-7-16,2 1-2 0,-19-3-5 0,19 6 1 16,0-3 1-16,1-3-2 0,-1 6 2 0,-20-6 0 15,20 6-2-15,-22-3 0 0,3 3 1 0,3-3 7 16,14 0-7-16,-22 0 0 0,1 1-1 0,-4-1 3 0,4 3-7 0,-9-1 2 15,-1-2 0-15,1 3 4 0,2-3-8 0,-7 0 7 16,-3 0 1-16,7 2 0 0,-5-2-4 0,-1 0-1 16,-10 0 3-16,0 1 0 0,11-1 1 0,0 1 0 15,-2 2-2-15,5-6-2 0,-4 6 1 0,4 1 1 16,-1-3-2-16,2 2 2 0,-4-3 0 0,-2 3-3 16,8 3 3-16,-1-4 1 15,-2 2 0-15,2 0-2 0,-1-2 5 0,4-2-5 16,0 3 1-16,-1-3-1 0,2 3 0 0,1-3-2 15,-4 1 2-15,-1 1 0 0,1-1 1 0,0-1-2 16,-4 0-2-16,1 0 3 0,-2 0 1 0,0 0-3 16,-3 5 5-16,2-5-4 0,-7-5 1 0,-3 9 2 15,-4-8-2-15,-1 4 2 0,0 4-2 0,-3-4 4 16,-4 0 1-16,3-4-2 0,-3 4-5 0,1 0-2 0,4 0 4 0,-8 0-3 16,4 4 5-16,8-3-4 0,-6 1 0 0,4-1 1 15,2 2-1-15,1-2 1 0,-2 2-1 0,4 2 3 16,-2-1-2-16,15 3 1 0,0-4 4 0,-3 2-3 15,4 3 0-15,1-4-1 0,-2 3 0 0,0-4 0 0,0-2-4 16,-2 3 5-16,2 4-2 0,2-5 1 0,-4-2-2 16,-1 1 0-16,1 3 4 0,2-2-2 0,-1-5 6 0,-4 2-7 15,1 0 4-15,4 2-3 0,-15-2-1 0,2 0 7 16,3-2-9-16,-3 1 7 0,-4 1-6 0,4-4-1 16,-2 4 4-16,-3 0 0 0,0-1-4 0,5 1 8 15,-7-2-5-15,3 4 0 0,-4-2 7 0,3-2-7 0,-1 2-1 16,1 0-1-16,0 0 2 0,1 0-1 0,-2 2-1 15,0-2 2 1,1-2 3-16,0 2-2 0,0 0 1 0,1 0-5 0,2 0 11 16,-3 0-13-16,1 0 1 0,3 0 7 0,-5-1 6 15,4 1-14-15,2 3 6 0,-5-3-4 16,-3-2 1-16,4 1-1 0,0 1 6 0,-2 1-4 0,-1-5 1 16,3 3-3-16,-4-4 4 0,4 3 0 0,-3 1-4 15,4-2 3-15,-12 2 0 0,3-2 1 0,2 3-4 16,-4-5 7-16,7 3-6 0,-5 1 4 0,1-2-4 0,-5-3 3 0,5 3-8 15,-3-1 0-15,2 2 2 0,-1-3 2 0,-2 4-1 16,1-5 2-16,-3 3 1 0,1-2 4 0,-1 1-9 16,2 3 3-16,-5-2 0 0,-6-2-2 0,5 3 7 15,-1-2-2-15,-3 3-2 0,1-1 1 0,-4 0 2 16,1-2 1-16,1 0-5 0,-3 0-2 0,-6 4 5 16,10-3-2-16,-3 2 3 15,-7 1 0-15,0 0-2 0,11-3 2 0,-11 3-1 16,0 0 4-16,10 0-3 0,-10 0-2 0,0 0-2 15,7-4 0-15,-7 4-3 0,0 0 5 0,0 0-1 16,0 0-4-16,13 4 3 0,-13-4 0 0,0 0-2 16,0 0-2-16,0 0-4 0,0 0 2 0,0 0 2 15,8 3 1-15,-6 1 0 0,-2-4 5 0,5 12-4 16,-3-4 0-16,-1 0-1 0,6 0-2 0,-5 4 1 0,3-1 1 0,-4 5 3 16,8 1 0-16,-4 10 3 0,-1-2-6 0,1-1 0 15,2 6-2-15,-7-1 5 0,3 0 1 0,2 3-3 16,-1 6 0-16,-1-7 5 0,-3 11-1 0,0-1 0 15,2 0-2-15,1-8 0 0,-3 7 3 0,0-2-1 16,0 6-3-16,2-6 4 0,-4 5-1 0,2 1-2 16,0-2 10-16,0-1-8 0,-5 1 0 0,5-5-1 0,0-6 3 0,-3 9-4 15,3-8 1-15,-4 0 0 0,4-2 0 0,-3 9 4 16,1-6 0-16,1 0-1 0,-1 9 0 0,2-11-2 0,0 0-4 16,-7 0 4-16,2 0-3 0,2 3 3 0,2-5-1 15,-4 3 2-15,1 1 6 0,-2-3-6 16,1 10 0-16,-4-8 2 0,8-1 2 0,-4 3-1 0,3 4 1 15,-5-6-3-15,6 7 3 16,-1-9 5-16,-3 0-5 0,-3 2 4 16,6-4 1-16,-3 14-6 0,0-12 10 0,2-2-7 0,3 4-4 15,-3-2-2-15,1 0 6 0,0 0-4 0,-3 3 2 16,4-3-1-16,-3 3 1 0,1-4 6 0,3 3-7 16,-1 0-3-16,-6-2 7 0,7 1-5 0,-2-1-1 15,-3 2 3-15,5-3-5 0,-1 5 2 0,-1-5-5 16,-3 3 2-16,3-2 1 0,-4 2 4 0,4-2-4 0,-3-3 0 15,-3 15 4-15,3-10-2 0,2 10 1 0,-4-2 1 0,2-10-4 16,3 9-1-16,-4 2 4 0,2-12-2 0,1 3 2 16,3 1-3-16,-7 5 1 0,6-6 3 0,-6-3-3 15,6 1 8-15,-4 6-5 0,3-3-5 0,-6 5 2 16,8 2 2-16,-5 1 2 0,-4-13-5 0,8 3 1 16,1 0 5-16,-5 1-2 15,3-2 0-15,-3 2 2 0,2-2 4 0,-2 1-6 16,5-2-1-16,-3 4 4 0,-4-5-1 0,7 1 7 15,-5-1-6-15,2 4-2 0,-1-5-6 0,-4 2 7 16,8 0-2-16,-7-2-1 0,7 3-1 0,-8-3 0 16,7 2 0-16,-3 1 3 0,3 1 2 0,1 3-1 15,-9-7-4-15,8 1 0 0,-4 2 6 0,1-2 1 16,-1 2-9-16,4 2 5 0,-3-1-2 0,3-2 3 0,-1 3-3 0,-3-2 12 16,0-2-9-16,4 3 1 0,1-2-5 0,-4 4-1 15,-1-3 3-15,2 2 2 0,1-2 0 0,-1-2 1 16,0 0-2-16,-2 2-3 0,1-1 0 0,1-2 1 15,-2 3 1-15,2-3-3 0,1 3 3 0,-4-6-1 16,2 3 4-16,1 0-11 0,1-3 5 0,-4 2 1 0,2 5 1 16,3-4 8-1,-3-6-10-15,-2 9 2 0,4-4-3 0,-1-6 0 16,1 4 1-16,-6 2 2 0,6-2-8 0,1 3 8 0,-3-11-7 16,4 6 16-16,0 2-12 0,-5 3-1 15,5-4 1-15,-1-1 1 0,1 0-1 0,0 4-1 16,-4-7 0-16,1 5 0 0,3 2 6 0,0-7-3 0,-2 1 1 15,2-4-2-15,-3 7 2 0,3-5 0 0,-2 1-2 16,2-2 1-16,0-1-1 0,0 0 4 0,0-2-3 0,0 2-1 16,-1-5-1-16,1 5 10 0,1-7-4 0,-1 1 0 0,0 0-1 15,0-1 4-15,0-4 14 0,0-5 7 0,-1 8 5 16,1-8 19-16,0 12 9 0,0-12 17 16,0 0 5-16,0 3 3 0,0-3 7 0,0 0 4 0,0 0-1 15,0 0-14-15,0 0-6 0,1 7-7 0,-1-7 0 16,0 0-8-16,0 0-3 0,0 0-4 0,0 0-5 0,0 0-9 0,0 0-3 15,0 0-4-15,0 0-2 0,0 0-6 0,0 0-6 16,0 0 0-16,0 0-3 0,-1 7-1 0,1-7-5 16,0 0 1-16,0 0-6 0,0 0 0 0,0 0-2 15,0 0 0-15,0 0 1 0,0 0-5 0,0 0 0 16,0 0-12-16,0 0-18 0,0 0-26 0,0 0-40 16,1 9-28-16,-1-9-42 15,0 0-35-15,0 0-46 0,0 0-78 0,0 0-121 16,0 0-231-16,0 0-734 0,-29-18 326 0</inkml:trace>
  <inkml:trace contextRef="#ctx0" brushRef="#br0" timeOffset="10757.84">21093 11934 49 0,'-7'-3'210'16,"7"3"-18"-16,0 0-18 0,-7-8-19 0,7 8-17 16,0 0-15-16,0 0-18 0,0 0-10 0,-6-4-15 0,6 4-4 15,0 0-13-15,0 0 0 0,-5 16-9 0,0-9-8 16,5 5-2-16,0-4-4 0,0 9-5 0,-5-2-4 0,3 6-2 0,-6 6-5 0,8-2 1 16,-7 4 0-16,-3 8-1 0,5-5 17 0,-6 9 4 15,-1 5 0-15,-4 1-2 0,-1-1-4 0,-1 5 2 0,-2-1-4 16,2-1-3-16,-7 3 2 0,-10 13 3 0,15-12 0 15,-11 14 1-15,3-19-2 0,1 5-1 0,4-1 0 16,-7 0 14-16,-3 11 3 0,12-9-2 0,-6-4-5 16,3 0-1-16,-6-3-6 15,3 6-4-15,-8 14-4 0,9-16 0 16,6 2-2-16,-10 16 2 0,14-18-9 0,-7 21 6 16,4-23 9-16,-4 4 3 0,7-3-5 0,-2-1-5 0,1 0-5 15,-3 5 3-15,4-1-4 0,-1-1-4 0,2 2-1 16,0-3-1-16,-3-2-2 0,3-5-1 0,-1 5 0 15,1-3-2-15,0-1 0 0,0-4-7 0,2 1 1 16,3-2 0-16,-4-10-3 16,1 15 3-16,2-1-1 0,-3-5-1 0,8 3-1 15,-7-3 2-15,-2-2-3 0,6 5-1 0,-4-3 2 0,2 2-4 16,-1-11 3-16,5 1-2 0,-6 11 3 0,0-2-8 16,1 1 1-16,-1-4 5 0,3 4-5 0,-3 4-1 15,3-8-1-15,-3 4 5 0,-1 4-2 0,0-9 1 16,-3 6-3-16,9-1 2 0,-6-1 2 0,1-1-4 15,2-1 3-15,-4 2-3 0,-3 1 6 0,11-2-3 0,-6-9-2 16,1 5-4-16,-1 9 6 0,3-6-2 0,-7 4 9 16,7 5-7-16,4-5 1 0,-4 5 1 0,-5-4 1 15,7 1 0-15,-4 0-2 0,1 0 6 0,2-2-2 16,1 0 3-16,0 2-5 0,-1 0-2 0,1 5-1 16,-3-3 0-16,1 0 2 0,1 0-1 0,-1 1 4 15,2-5-4-15,-2 2 1 0,4 0 0 0,-4 1 1 0,3-6-2 0,0 6-4 16,1-3 3-16,-2 0 0 0,1-2-2 0,-1 1 2 15,6-11-1-15,-5 16 2 0,1-12-1 0,1 6 1 16,-4 4 0-16,6-4-1 0,-2-1 0 0,-1 0 1 16,4-8-5-16,-5 4 3 0,2-4-1 0,-3 3 3 15,5-4-1-15,-1-1 0 0,3 3 1 0,1-2-1 0,-8 1 1 16,6-2 2 0,-1 3-8-16,1-5 5 0,2 1-1 0,-5-1 4 15,2 0-6-15,3-3 2 0,0 1 4 0,0-5-4 16,0-1 0-16,0 0 2 0,-4 1 1 0,4 0-7 15,0-5 8-15,4 8-5 0,-4-7 2 0,0-1 2 16,0 4-5-16,0-5 3 0,0 1 2 0,0 0-6 16,0-1 6-16,-4-2-3 0,8 3 2 0,-4-3-1 0,-4 0 0 15,8-1-2-15,-4 0 2 0,0-2 3 0,0 3-2 0,0-1-2 16,0-6 1-16,0 9 2 0,-4-6-2 0,4-3 0 0,0 8-2 16,0-8 7-16,0 3-4 0,-1-2 0 15,1-6-1-15,0 9 1 0,0-3-2 0,0-6 3 16,0 7-2-16,0-7-1 0,0 0 5 0,0 7 3 0,0-7-5 15,1 5 4-15,-1-5-5 0,0 0 3 0,4 6 1 16,-4-6 1-16,0 0-2 0,13 0 2 0,-13 0-1 0,15 2-1 16,-4-2 0-16,9 0 2 0,-5 0-3 0,7 5 4 0,7-4 0 15,1-1-5-15,5 6-1 0,11-3-3 0,-3 3 3 16,5-5-1-16,4 2 6 0,1 2-9 16,1 2 3-16,-1-2 1 0,5 1-1 0,-2 0 2 0,6-3-2 15,-6 4 0-15,5-3-2 0,19 3 4 0,-21 2-1 16,-6-5 3-1,12 4-6-15,16 7 2 0,-20-6 0 0,22 8-3 16,-22-10 3-16,22 6-2 0,-19-4 2 0,17 9 2 0,2-4-3 16,-2-2-3-16,-16 1 5 0,23 4-2 0,-29-7 1 15,1-1 0-15,21 9-4 0,-20-9 4 0,20 9 1 16,-23-7 8-16,5 1-9 0,-3 0 1 0,24 0-3 16,-28 0 3-16,2 0-2 0,0-3 1 0,3 3-1 15,1-2 1-15,-4 1 0 0,8 3 0 0,-8-1-1 0,23 2-4 0,-20-6 6 16,2 6 0-16,0-6 7 0,0-2-7 0,-2 4-2 15,4 0 2-15,-8 1-3 0,8-4 2 0,0 3-4 16,-4 2-1-16,18-2 5 0,-16 1 2 0,-3 0 1 16,-4 3-4-16,4-4 1 0,1-1-1 0,-5 0 0 15,-3 5-2-15,5 2 3 0,-7-7-2 0,4 2 0 16,-4-5 5-16,7 6-8 16,-7-1 3-16,-6 0 2 0,6 1 1 0,-3-4-5 15,-1 4 4-15,-4-3 1 0,3 2-6 0,4 2 5 16,-4-6 1-16,4 3 0 0,-2 1 0 0,0-1-1 15,2-1-1-15,-1-1 3 0,-1 1-2 0,5 0 1 16,-2 0-4-16,1 0 2 0,-1 2 0 0,5-4 1 16,-1 1 1-16,-5 1-1 0,3-5-1 0,3 5 2 15,-5-5 1-15,5 4 7 0,-1-3-7 0,0 1-2 0,-2-2-3 0,3-1 1 16,-3 3-3-16,0-3 3 0,0 0-3 0,-5 1 6 16,3-2 4-16,0 0-7 0,1 0 2 0,-8 2 2 15,1-1 1-15,3 0-2 0,-2-4 0 0,-1 3-8 16,-10-1 11-16,-4 0 5 0,4 3-8 0,3-3 2 15,-10-4-5-15,9 4 2 0,-6-1 2 0,1-1-3 16,-6 4-3-16,6 0 4 0,-3-3-1 0,1 1 1 0,0-1 2 0,3 3-1 16,-2-4-3-16,-1 1-1 0,5 1 2 0,-2-2 4 15,0 4-5-15,0-1 0 0,2-3 2 0,10 6 0 16,-9-2-2-16,9-4 4 0,-10 2-5 0,-2-2 2 16,-2 5 0-16,14-4 0 0,-12 2 1 0,2 0-1 15,-4-2 2-15,14 1-1 0,-15 1 2 0,-4-3 3 16,-1 0-5-16,-3 5-2 15,-1-4 2-15,1-2 2 0,-3-4-1 0,-2 5-1 16,-2-2 2-16,-2 2 1 0,-1-1-2 0,-1-1 1 16,1-2 1-16,-1 1-1 0,-2 2 0 0,7-4-2 15,-4 3 1-15,3-2-2 0,-7-1 5 0,4 2-4 16,-2-1 1-16,1 1 2 0,6-2-3 0,-9 2-1 16,9-1 0-16,1-2 4 0,-3 3-3 0,1 0-1 0,6 0 1 15,-4-3 0-15,2 4 0 0,-2-2 0 0,0-1 2 0,0 2-4 16,2-1 0-16,-2 3 3 0,1-3 7 0,-3 0-9 15,4 2 4-15,-5-2-5 0,2-1 2 0,-3 1-2 0,0 1 2 16,1 0 0-16,-9 1 2 0,7-2 0 16,-4-2-1-16,2 5-1 0,1-3-3 0,-7 1 4 15,8-1 2-15,-5 1 0 0,-1-2 3 0,1 4-5 0,1 0-1 16,-9 1 0 0,9-8 3-16,-2 6 3 0,-5-3 14 0,4 2 11 15,-6 3-1-15,5-7 4 0,-5 7 2 0,5-7 5 16,-5 7-11-16,2-5-3 0,1 0-4 0,1 0-1 0,-4 5-4 15,0 0 4-15,-4-14-5 0,4 10 0 16,4-2-2-16,-4 6-1 0,-4-10 6 0,8 0-9 16,-4 5 4-16,0-6-6 0,1 3 9 0,1 0 15 0,1-3-11 15,-3-1 2-15,2-3-2 0,4-3 6 0,1 0-6 0,-4 0 5 16,4-2 0-16,0 1-2 0,-1-12 7 0,1 7 4 16,-2 5-4-16,1-11 3 0,3 3 7 0,-3 3-9 0,3-3 6 15,1 4 0-15,-4-8 3 0,4 6-7 0,-8-1 1 16,3-4 1-16,3 2-5 0,-3-2 5 15,0 2-1-15,0-6-4 0,-3 5 2 0,4-11-5 0,1 12-7 16,-6-3 6-16,4 0-6 16,0-1 11-16,0 2-1 0,2-9-4 15,-4 8-2-15,6-8-7 0,-6-3 1 0,2 14-1 16,3-3 0-16,-1 2-4 0,6-11-2 0,-6 11-4 0,3-3 1 16,-4 4-1-16,2 0-2 0,-1-1 1 0,1 1 1 15,-1 1 0-15,3 1-6 0,-2 1 0 0,2 1-1 16,-8 2-1-16,6-1-7 0,-1 3 9 0,-4 2-5 15,5 0-1-15,-3 1-1 0,0-3 1 0,2 0-2 0,-4 1-7 16,-1 0-5-16,-1 4 7 0,6-4-8 0,-5 4-2 0,-2 0 1 16,1-2 5-16,-1 2 0 0,2-1 1 0,1 3 0 15,-3-6 3-15,0 3 2 0,0-2-3 0,0 9 4 16,2-9-3-16,3 9 2 0,-5-5 0 0,2-2 10 16,-2 1-17-16,0 0 2 0,0-2 2 0,0-1-5 15,0 4-7-15,0-1-11 0,0-4-10 0,0 4-18 0,0 2-23 0,-2-2-20 16,2-3-24-16,-5 10-28 0,3-8-63 0,2 4-75 15,-3 1-78-15,1-1-210 0,-1 2-630 0,3-2 279 16</inkml:trace>
  <inkml:trace contextRef="#ctx0" brushRef="#br0" timeOffset="13332.22">28041 12111 46 0,'3'-7'194'0,"-3"7"5"0,-3-12-14 0,1 4 6 15,-1 1 1-15,1 0-11 0,2 2-8 0,0 5-3 16,-5-10-4-16,5 10 1 0,0-8-6 0,0 8-6 0,5-7-17 16,-5 7-15-16,0 0-11 0,-5-7-16 0,5 7-12 15,0 0-10 1,0 0-14-16,0 0-9 0,0 0-4 0,0 0-8 0,0 0-5 15,0 0-3-15,-1 26-5 0,1-15-3 0,0 6-1 16,0 9 0-16,-5-1-4 0,5 8-3 16,-2 6 2-16,2 4-2 0,-1-1-4 0,2 5-2 0,-1-2 2 15,0 3-1-15,0 3-1 0,0-5-1 0,0 7 5 16,0 1-6-16,0-4 0 0,0 2 3 0,0 2-8 16,0-3 0-16,0 3 3 0,-1-6-6 0,2 3 1 0,-1-1 1 0,-6 2-1 15,4-3 1-15,-3 1 1 0,0 0-2 0,0-3 0 16,0 1-1-16,0 1 7 0,-7 2-6 0,11-4 4 15,-7 0-4-15,-2 6 5 0,1-6-2 0,1 2-4 16,0-3 3-16,0 4 1 0,-6-4-3 0,4 2 1 16,-1 0 5-16,1-3-2 0,2 2-2 0,-4-2 2 15,0 4 0-15,6-8 6 0,-6 2-4 0,4-1-3 0,0-2 5 0,3-8 1 16,-7 10-7-16,7 0 5 0,-3-12-1 0,3 1-1 16,-5 8 1-16,5-8-2 0,-3 4-1 0,1-9 6 15,0 7-1-15,-1-2 5 0,-8 7 14 0,11-7 1 16,-9 8 4-16,3-9-3 0,3 1-6 0,-2 1 5 15,1-3-7-15,1-1-2 0,-7 4-3 0,5 6-3 16,-1-10 4-16,-1 1-3 16,5 5-3-16,-4-7 6 0,1 2-6 0,3-1-3 15,1 1 0-15,-3-1-4 0,1 0 3 0,-2 2-5 16,7-1 6-16,-4 0-3 0,1-1-2 0,4-2 0 16,-5 2-2-16,2-1 5 0,2-1-2 0,-2 1-2 0,-1-3 0 15,2 1 0-15,-1 0 1 0,-3-1-1 16,6 3 1-16,-1-1 2 0,1-1 1 15,1-5-5-15,-3 2 1 0,-1 1 4 0,5 4 0 16,0-1-4-16,-5-1 2 0,5-1 0 0,-1 3-5 16,-1 2 4-16,-3-4 5 0,4 1-6 0,1 1 4 15,0-5-3-15,0 5-3 0,0-3 2 0,0 3-1 0,-5-2 1 16,5-5-2-16,5-3 3 0,-5 3 3 16,0-1-2-16,0 0-3 0,0 1 3 0,1-1 0 15,4-3 0-15,-2 4-1 0,2-4 2 0,-3 2-2 0,5-1-1 16,-6 1-1-16,4-2 0 0,-3-1 3 0,5 0-1 15,-4 1 2-15,4-3-4 0,-1-3 2 0,1-1 0 0,-4 5 2 16,5-5-2-16,-3 0 1 0,-1 3-2 0,4-4 2 16,-1-1 2-16,-1 2 0 0,-4-5-1 0,4 3-1 15,-4-2 2-15,6 0 1 0,-1-1 0 0,-7-4 2 16,8 3 1-16,-8-3-4 0,10 0 10 0,-10 0-10 16,13-4-7-16,-3-2-43 0,-5-1-51 0,5-3-60 0,-5-2-85 15,8-3-93-15,-6-1-203 0,0 4-581 0,-6-6 258 0</inkml:trace>
  <inkml:trace contextRef="#ctx0" brushRef="#br0" timeOffset="14535.31">28006 15789 174 0,'2'-10'197'0,"5"-5"-12"16,-1 4-4-16,-4 1-3 0,3-5-7 15,1 3-7-15,-4-3-2 0,1 5-7 0,-1-6-13 16,-2 5-7-16,3-6-4 0,2 3-1 0,-5-1-5 0,0 2-4 16,0-1 0-16,2 1 8 0,-2-1-17 0,0 7 1 15,3-6-4 1,-1 4-2-16,-2-1-10 0,0 1-10 0,0 5-4 0,0-4-1 15,0 2-7-15,0 6-10 0,0-9-7 0,0 9-4 16,0-4-10-16,0 4-8 0,7-8-7 0,-7 8-5 16,0 0-11-16,0 0-4 0,0 0 0 0,0 0 2 15,1 18-6-15,-1-8 2 0,0 5-4 0,2 5 1 16,1-2 1-16,-3 10 1 0,0 4-2 0,0 5-2 16,2 7 1-16,-4-2-3 0,4 6 3 0,-2 0-1 0,0 3 2 0,0 6-2 15,0-6 0-15,6 3-1 0,-4 1 1 0,-2-2-1 16,7 4-3-16,-1-3-8 0,1 2 5 0,0 18 0 15,3-23 0-15,-4 1 5 0,7-3-8 0,-3-1 1 16,4 0 4-16,-3-7 4 0,-1 3-3 0,0-2 1 16,2-1-3-16,-4-8 11 0,0-3-12 0,2-2 6 15,0 3 2-15,-5-8 4 16,5 4 6-16,-7-3-2 0,2 2 4 0,-3-5 0 16,-2-6-2-16,6 3 6 0,-4-2-6 0,-2 1 2 15,3 1 13-15,-1-9-16 0,-4 1-2 0,2 6 0 16,2-8-5-16,-2 3 2 0,0 0 0 0,0-3 0 15,2 1 2-15,-4 2 0 0,2-4 9 0,0 2-11 16,0 1-2-16,0-1-4 0,2-3 5 0,-4 1-2 16,2 3 2-16,0-2-2 0,2 1-1 0,-1-3-12 0,-1 0 12 0,0 1 1 15,0-7-1-15,0 14-2 0,0-10-1 0,0 7 4 16,0-11 12-16,0 9-16 0,-1-2 3 0,1 2-6 16,0-6 3-16,1 4 3 0,-1-7-5 0,0 12 1 15,0-12-1-15,0 5 3 0,0-5-8 0,0 8 14 16,0-8 0-16,0 0 1 0,0 0 35 0,0 3 10 15,0-3 13-15,0 0 17 0,0 0-7 0,0 0-11 0,0 0-6 0,0 0-12 16,-1-27 0-16,1 19-6 0,0 1-1 0,-2-6-2 16,4-1-6-16,-4-3-3 0,4-1-10 0,-2-9-5 15,1 3 0-15,1-3-1 0,-2 0-1 0,5-4 0 0,2-8-4 16,-6-3 0-16,1 0 1 0,3 0-3 0,1-2 1 16,-4-3 5-16,0-2-6 0,-1-6-1 15,-1 3 2-15,2-22 0 16,-2 2-3-16,-3 12 1 0,-1-18-3 0,-2 6-1 15,1-8 1-15,3 7-13 0,-1 14 10 0,-2-17 4 16,5 17 0-16,-5-14-7 0,3 18-2 0,1-3-2 0,1 3 3 16,3-2-2-16,-3-2 12 0,5 5-10 0,-5 4 2 15,5 0-7-15,-2-2 10 0,-1 7-11 0,-2-2 5 16,5 5 5-16,-5-3-2 0,3 16-2 0,0-3 4 16,-3 3 0-16,2 2 14 0,0-1-8 0,-2 8-8 0,1-1 1 0,-1 0 13 15,2 6-11-15,-4-3 0 0,2 11-4 16,0-7 6-16,0 3-5 0,0 4 2 0,0-1 2 0,0 8-5 15,0-13 2-15,0 7-4 0,0 1 6 0,0 5-2 16,0-10-7-16,0 10 8 0,0-7-2 0,0 7 17 16,0 0-11-16,0-7-4 0,0 7 1 0,0-7 0 15,0 7-6-15,0-8 7 16,0 8-2-16,0-12-2 0,-1 8-1 0,-1-7 0 16,2-1 7-16,-2 4 7 0,-1-4-17 0,0 2 4 15,3-2-1-15,-5-3-4 0,2 2-6 0,-1-2-3 16,-4 0 0-16,5-8-5 0,-1 10-9 0,-1-5-3 15,-1 0-11-15,1 1-13 0,2 1-19 0,-6-2-6 16,6 5-16-16,0-6-9 0,-6 3-5 0,6 1-3 16,-2-1-17-16,-2 2-26 0,2-3-39 0,4 10-46 0,-1-5-38 0,2 0-234 15,-3 4-558-15,3-5 248 0</inkml:trace>
  <inkml:trace contextRef="#ctx0" brushRef="#br0" timeOffset="53168.09">29051 14525 307 0,'-7'-8'361'0,"7"8"-11"16,-13-1-11-16,13 1-14 15,-5-5-33-15,5 5 9 0,0 0-9 0,-10-3-7 16,10 3-5-16,-2-3-24 0,2 3-12 0,0 0-23 16,0 0-13-16,0 0-4 0,0 0-5 0,0 0-13 15,0 0-10-15,0 0-10 0,-11-3-7 0,11 3-5 16,0 0-10-16,0 0-6 0,0 0-6 0,0 0-13 16,0 0-5-16,0 0-8 0,0 0-4 0,0 0-11 0,0 0-6 15,28-4-5-15,-15 7-10 0,5-2-6 0,0-1-9 0,2 0-6 16,5 3-8-16,10-2-2 0,-4-1-7 0,2 3-10 0,1-3-19 15,-1 2-34-15,0 3-36 0,-2-3-35 16,-3 1-48-16,2 1-42 0,-8-3-45 0,-2 8-34 0,1-8-36 16,-6 6-48-16,-7-5-39 0,0 5-31 0,-1-2-285 15,-4 1-770-15,-1-1 341 0</inkml:trace>
  <inkml:trace contextRef="#ctx0" brushRef="#br0" timeOffset="53346.48">28993 14781 22 0,'-12'3'282'16,"1"1"8"-16,11-4 8 0,-9 2-3 0,9-2-11 15,0 0-21-15,-8 3-17 0,8-3-9 0,0 0-13 0,0 0-3 0,0 0-14 16,23 9-24-16,-6-6-14 0,4 0-16 0,9-3-18 16,3 3-12-16,0-2-12 0,4 4-8 0,11-2-17 15,-2 1-37-15,0 1-54 0,2 3-55 0,-8-7-69 16,-2 7-63-16,-3-4-78 0,1-1-285 0,-1 2-600 15,-3-4 266-15</inkml:trace>
  <inkml:trace contextRef="#ctx0" brushRef="#br0" timeOffset="56022.15">30737 12190 144 0,'12'-3'230'0,"-12"3"-1"16,8-4-8-16,-8 4-1 0,10-3-3 16,-10 3-10-16,5-6-6 0,-5 3-6 0,0 3-12 15,0 0-4-15,10-6-1 0,-10 6-4 16,3-6-4-16,-3 6-17 0,0 0-5 0,0 0-12 0,0 0-2 16,2-6-13-16,-2 6-17 0,0 0-11 0,0 0-2 15,-2-9-6-15,2 9-18 0,0 0 8 0,-5-8-13 16,-3 5-11-16,8 3-1 0,-15-2-21 0,10 0 13 15,-10-1-9-15,5 1-11 0,-10-1-1 0,2 0-4 0,-3 2 7 0,-2-3 2 16,-11 0-5-16,3-1 1 0,3 0-8 0,-2-1 3 16,-5 3-9-16,6-1 7 0,-1-3-7 0,0 5 2 15,8 0-3-15,4-3-8 0,-2 2 13 0,2 1-3 16,3 0 1-16,5-2-4 0,2 4-3 0,8 0 3 16,-16-4-3-16,16 4 3 0,-7-4-15 0,7 4 2 0,0 0 12 15,0 0 6-15,-15 0-16 0,15 0 11 0,0 0-9 0,0 0 13 16,0 0-2-16,0 0-10 0,0 0 4 0,7 14-2 15,-7-14 6-15,0 0-12 0,1 9 11 0,4-6-5 16,-5-3 1-16,2 9-3 0,0-5 2 0,-2-4 2 16,1 7-1-16,-1-7-4 0,4 8 8 0,-4-2-4 0,0-6-2 15,0 9 3-15,0-3-4 0,0 1-2 0,0 0 3 16,0-2 6 0,0 1-4-16,0-6-8 0,0 12 9 0,0-7 5 0,0 1-10 15,0 0 2-15,0 1 0 0,0 1 8 0,0-2-12 16,0 3 1-16,-4 0 8 0,8-2-7 0,-8 3 5 15,4-3 3-15,0 5-6 0,4-3 5 0,-4 3-3 16,0-1 0-16,0 1 4 0,0 1-5 0,0 2-1 16,1 2 2-16,2-4 6 0,-3 3 3 0,4-1-2 15,-4 4 0-15,1 0 1 0,1 1-3 0,-2-4 11 0,5 3 0 0,-2 3 5 16,1 2 1-16,-3-4-5 0,1 0 8 0,1-2-6 16,-1 6 2-16,0-5-4 0,-1 8-1 0,1-3 3 15,1 3-6-15,-1-7 2 0,-2 7-2 0,5-3 4 16,-5 1 3-16,2-3-1 0,-2 3-5 0,0-6 2 15,0 0-1-15,0 0-3 0,-2 1 3 0,2-1-1 16,2 0-2-16,-2 0-1 16,1-2-2-16,-1 3-4 0,-1-3 6 0,1 0-5 15,0-5 0-15,1 7-6 0,-2-3 8 0,1-1-7 0,1 0 9 16,1 0-7-16,-5 0-4 0,3 1 7 0,0 0 2 16,0-1-7-16,0 2 6 0,0-3-3 0,-2 1 2 15,4-2-8-15,-1 6 3 0,-1-3 1 0,0-2 2 16,0 1 5-16,0 2-7 0,0 0 0 0,0 2-1 15,0-1 4-15,2 1-1 0,-1 0 1 0,-1-3-3 0,0 7 5 0,5-3-7 16,-10-2 0-16,10-1 1 0,-5 5 5 0,2-2-4 16,-2-3 0-16,2 1 3 0,-6 1 1 0,4 1-3 15,0-4 0-15,0 6 4 0,0-5-4 0,-5 0-1 16,5 1 3-16,-1 1-8 0,-1 1 9 0,2-3-5 16,0 0 3-16,-1 3 1 0,1-1-2 0,-2-1 1 15,2-1 0-15,-5 1-6 16,5 2 6-16,3-1-2 0,-8-1 4 0,2 2-2 15,1-3 0-15,1 0 1 0,-1 1-3 0,-3 3-3 16,3-4 2-16,1-1 0 0,-3 3-1 0,1 0-3 16,-2-3 3-16,3 2 1 0,-3 2 1 0,2-4-2 0,2 2-3 15,1-2 5-15,-4 4-2 0,3-2 1 0,1-1 5 16,-10 1-5-16,10 2 4 0,-4-3-4 0,1 1 4 16,1 2-7-16,-4-1 1 0,4-3 1 0,-1 3-9 0,3 1 8 15,-2-3 2-15,-1 1 1 0,3 1 3 0,-5 7-1 0,0-1-3 16,5-7 0-16,-2 4 1 0,-3-5 0 0,5 7 4 15,-6 3-3-15,2-1 3 0,-1-2-2 0,5 3 3 16,-8-1 2-16,8-2-5 0,-2-5-2 0,-3 7 1 16,4-4 0-16,-6 0 6 0,6 5-1 0,-4-7 1 15,3 3 1-15,-5 0 1 0,2 1-4 0,4 2-1 0,-4 0 3 0,1-4-2 16,3 2 0-16,-3 1 1 0,-2 1-3 0,1-1 0 16,2 1-1-16,-4-5-1 0,5-3-3 0,-6 8 1 15,8-1 0-15,-7-1 1 0,-3 2 0 0,5-6 2 16,5 0-5-16,-8 2 3 0,8 1-1 0,-5-5-3 0,2 2 3 15,-4 5-1-15,7-7 1 0,-3 2 0 0,1-1 1 16,2 0-1 0,0 1 0-16,-10-4 1 0,9 10 1 0,-1-5-1 0,0-2-2 15,-1 7-2-15,0-10 1 0,1 3 0 16,-3-1-1-16,5-1 2 0,-1 3-3 0,1-3 1 0,-4 2 1 16,-1-1 3-16,5 4-2 0,-1 2-2 0,-6 2 4 15,5-5-3-15,4 1 1 0,-2-1-3 0,-2 1 0 16,-3-6 2-16,4 8-2 0,-4 2 3 0,1-6 0 15,1 0-1-15,1 1 1 0,1 0-3 0,-4 5-1 0,2-7 1 0,-1 2 0 16,3-2 3-16,-4 6-3 0,1-4 0 0,3 2 2 16,-1-1-2-16,2-1 4 0,-3-1-2 0,1-2 3 15,-1 5-3-15,1 5 1 0,-5-5-1 0,7 3 0 16,0-6-4-16,-3 4 4 0,-2 0-1 0,2-2-1 16,0 3 6-16,3-5-7 0,0 2 2 0,-2-3-2 0,-3 8 2 15,5-5 2 1,0-5 1-16,-2 9-4 0,2-5 1 0,-1-3-2 15,-4 3 4-15,5 0-4 0,0 0 3 0,-2-3 6 0,2 1 0 16,-2 1-12-16,-1-1 1 0,3 1 6 16,0 1-1-16,0-1 1 0,-2 5 1 0,2-4-3 15,-1 1 4-15,1-4-3 0,0 2-4 0,-5-1 5 0,10-2-3 16,-10 9 0-16,3-7 0 0,4 2 2 0,-4 0 0 16,0 3 0-16,2-5 1 0,0 3-1 0,0-3 3 0,0 3 1 0,0 0-1 15,0-3-4-15,-3-3-1 0,3 1 2 0,0 4-3 16,-2-5 3-16,2 4-2 0,-1-4 3 0,-6 2-4 15,7 1 13-15,0-4 1 0,0 2-7 0,0-2 1 16,0 1 1-16,0-1 1 0,0 2-1 0,-1-3-1 16,1 1-3-16,-2-6 4 0,-1 10-3 0,3-5-1 15,-2 3 0-15,-5-7 9 0,7 2-11 0,0-2 3 0,-1 1-3 0,1 4-1 16,-4-3 4-16,8-3-2 0,-8 1 1 0,3-1-3 16,1 1 1-16,0 0 2 0,0-3 1 0,-2 4-6 15,2 0 4-15,-3-3 1 0,3 3-3 0,0 2 1 31,0-6 0-31,0 1-2 0,-2 4 3 0,2-4-1 0,-3 1 1 16,3 1 0-16,0 0 0 0,3-3 4 0,-6 3-4 16,6-2 1-16,-3 1-3 0,2 0 5 0,1 0-2 0,0 0-2 15,2-1 1-15,4 4 4 0,-3-5 0 0,4 2 3 16,5 2 6-16,5-1-7 0,-4-3 2 0,18 4-4 16,-3-3 3-16,15 0-2 0,-1 3-1 0,0-3 0 0,9 4 0 15,-6-1-4-15,4-2 2 0,-3-6-3 0,8 4 3 16,-6-2-6-16,2 3-11 0,-4-4-31 15,-1-1-31-15,0 1-44 0,-14-3-48 0,0 2-56 0,-1-3-53 0,-6 0-62 16,-4-3-67-16,-6 2-278 0,2-3-740 0,-12 1 328 16</inkml:trace>
  <inkml:trace contextRef="#ctx0" brushRef="#br0" timeOffset="74627.37">31540 12299 261 0,'0'-8'342'0,"0"4"-16"0,5-3 8 16,-5-3-21-16,0 1-24 0,7 3-8 0,-7 0 1 16,0 6-3-16,0-9-7 0,0 9-12 0,1-6-15 0,-1 6-16 0,2-8-9 15,-2 8-12-15,0 0-18 0,0 0-10 0,3-5-20 16,-3 5-14-16,0 0-16 0,0 0-14 0,0 0-13 0,0 0-12 16,0 0-9-16,0 0-7 0,0 0-4 15,0 0 11-15,0 0 10 0,-3 22-6 0,1-13-3 0,1-5-5 16,1 5-6-16,0 9-1 0,-7-9 0 0,7 9-1 15,0-4-4 1,-2 4-2-16,2-3-1 0,0 4-3 0,2-2-1 0,-2 2-2 16,0-1-5-16,0 2-1 0,0 6-4 0,0-7-4 15,7-1-6-15,-7 1 1 0,1 6-8 0,1-3-3 16,-2 0-3-16,3-3 0 0,-3-1-4 0,0 3-1 16,0-5-3-16,-3 3-1 0,6 0-3 0,-3-4 2 15,0 0-4-15,-3 2 2 0,3-7-3 0,0 2 0 16,0-2-2-16,0-3 5 0,0 4-5 0,0-4-6 0,3 0-23 0,-1-6-37 15,-2-1-56-15,-2 16-56 0,-1-13-62 0,8 2-74 16,-5-5-83-16,0 9-104 0,8-6-390 0,-8-3-958 16,5 7 423-16</inkml:trace>
  <inkml:trace contextRef="#ctx0" brushRef="#br0" timeOffset="75698.95">31702 13503 125 0,'-3'-8'215'16,"3"8"-9"-16,-3-5-9 0,3 5-8 0,0 0-6 15,0 0 0-15,0 0-12 0,3-8-7 0,-3 8-11 16,0 0-6-16,0 0-9 0,-3-7-5 0,3 7-6 0,0 0-10 0,0 0-6 16,0 0-10-16,5-7-2 0,-5 7-6 0,0 0-7 15,0 0-5-15,0 0-6 0,0 0-10 0,0 0-1 0,0 0-10 16,0 0-2-16,0 0-3 0,0 0-10 0,0 0-4 15,0 0 1-15,0 0-13 0,0 0 3 0,0 0 3 16,0 0-3-16,0 0 0 0,0 0-3 0,-9-4-3 16,9 4-3-16,0 0 2 0,0 0 3 0,0 0 1 0,0 0 4 0,0 0 6 15,0 0 0-15,0 0-2 0,0 0 4 0,0 0 4 16,-15 0 7-16,15 0 2 0,0 0-5 0,-15 3 2 16,6-2 1-16,-5 3 3 0,4-1-6 0,-1 2 6 15,-2 3-3-15,-4 3 5 0,-3-4 0 0,4 4-6 16,-4-2 0-16,0 2-5 0,2-3-4 0,3 4 1 15,0 2-9-15,-2-2 3 16,7 3-3-16,0-2-7 0,2 2 0 0,0 1-4 16,5-4 3-16,3 0-5 0,0 7 1 0,0-3 3 15,5-2-5-15,1-1-2 0,4 2 4 0,5-1-5 16,2-4 6-16,1 2 1 0,7-2-8 0,-4-2-4 16,-1 0-2-16,3-4-5 0,-1-2 2 0,-4-2 0 0,-2 0 0 15,4-5 2-15,0-3 1 0,-3 3-2 16,-6-4 2-16,1-5 1 0,1 1-6 0,-3-1 4 0,-7-6 2 0,1 2-5 15,-4-9-1-15,-2 8 3 0,-1-6-1 0,-6-2 3 16,3 1 2-16,-6 2 2 0,4 6-8 0,0 0 0 0,-1 0 0 16,-2 5 2-16,-1 2-4 0,2-1-6 0,0 1 2 15,-1 7-3-15,1 0-19 0,0 1-30 0,-3 3-41 16,13 0-31-16,-17 10-41 0,12-1-43 0,-5 3-42 16,5 6-35-16,-3 0-35 15,8 0-247-15,0 1-620 0,8 8 274 16</inkml:trace>
  <inkml:trace contextRef="#ctx0" brushRef="#br0" timeOffset="76062.1">32118 13713 91 0,'0'-8'344'0,"-4"3"-10"0,4 5-17 15,-8-12-18-15,6 5-19 0,1 3-15 0,1 4-30 16,-4-11-5-16,3 6-15 0,1 5-28 0,-7-4-17 0,7 4-20 16,0 0-10-16,0 0-18 0,-6-4-8 0,6 4-15 0,0 0-3 15,0 0-11-15,-12 13-6 0,12-13-10 0,-2 7-8 0,2-7-2 16,-1 7-6-16,1-7-5 0,1 8-1 16,1-3-8-16,-2-5-2 0,5 3 0 0,-5-3-3 0,7 8-9 15,-7-8 3-15,5 3-2 0,3-2-6 0,-8-1 3 16,0 0-6-16,16 0 1 0,-16 0 5 0,7-4-4 15,-7 4 2-15,8-9 6 16,-1 6 2-16,-7-3-14 0,0-2 1 0,0 3 9 16,0-3-10-16,0 8 1 0,0-12-8 0,0 5-2 15,-3 3 1-15,-1-6-15 0,-4 4-32 0,6 3-40 16,-3-3-39-16,-3 0-50 0,8 6-56 0,0 0-50 16,-15 0-46-16,15 0-260 0,0 0-629 0,-8 8 279 15</inkml:trace>
  <inkml:trace contextRef="#ctx0" brushRef="#br0" timeOffset="76685.78">32354 13705 152 0,'2'-10'287'16,"-4"1"-12"-16,2-6-10 0,2-2-16 0,-2 2-5 15,0 0-7-15,0-2-12 0,2 3-17 0,1-3-9 0,-3 4-10 16,0-5-19-16,0 3-9 0,2 2-13 16,3-2-16-16,-4-2-7 0,1 7-6 0,3 0-17 15,-5-6-16-15,6 4-4 0,-4 0-14 0,5 0 0 0,-6 5-3 16,6-1-24-16,-5 2 1 0,3 0-4 0,1-1 1 0,-2 3-6 16,2 0 0-16,-6 4-7 0,12-4 0 0,-9 2-2 0,-3 2-13 15,13-2 1-15,-13 2 3 0,15 2-5 0,-8 1-1 16,3 0 1-16,-5 3-6 0,5-3-2 0,-4 3 5 15,-2 0-6-15,4 1 1 0,-3 4 2 0,0-2-5 16,3 1 2-16,-6-1 2 0,1 2-3 0,-3 4-2 16,2-3 0-16,-2 2 3 0,-2-2 0 0,-1 3-4 0,1-2 6 0,2 1-4 15,-8-2 4-15,1 3-6 0,1-3 2 0,-3 4 2 16,-6 2 2-16,9-8-1 0,-7 5-4 0,3 0 2 16,0-1 5-16,0 1-5 0,-2-1-1 0,6-1 0 15,-6-3 1-15,2 7-3 0,-2-7 5 0,3 6-4 0,0-3 5 16,1-3-1-16,1-1 1 0,-1 4 1 15,3-6-1-15,0 0-2 16,-1 4 0-16,2-2 0 0,3-2 4 0,-4 0-3 16,5 0 4-16,0-1 2 0,0-6-2 0,5 7-4 15,-4-2-1-15,4-2 8 0,3 1-6 0,1-4 1 16,1 3-2-16,3-3-4 0,-2 4 3 0,-1-4 2 0,0 0-4 16,-10 0 5-16,22-5-7 0,-12 2 5 0,-4 0-4 15,4 0-2-15,-3-3 5 0,0 0 2 0,-4 0-2 16,-1-1 1-16,1-2 1 0,-1 2-5 0,-2 0-4 0,0-6 8 0,-2 3-2 15,-3-6 3-15,2 8-9 0,-2 1 6 16,3-5 2-16,-3 1-2 0,2 1-1 0,-6 1-5 0,6 0 5 16,0-2 4-16,-1 4-14 0,4 1-10 0,-3-1-38 15,2 0-30-15,-1 0-30 0,2 7-46 0,0 0-48 16,6-9-46-16,-1 6-49 0,-5 3-203 0,15 0-555 16,-6-1 246-16</inkml:trace>
  <inkml:trace contextRef="#ctx0" brushRef="#br0" timeOffset="77049.06">32803 13526 53 0,'0'0'317'0,"0"-9"-5"0,3 4-12 15,-3 5-16-15,0-6-24 0,0 6-18 0,0 0-23 0,0 0-19 16,-11-4-14-16,11 4-4 0,0 0-9 15,0 0-11-15,0 0-8 0,-15 15-3 0,10-6-1 0,3-4-4 16,-3 9-13-16,5-5 3 0,-6 8-11 0,6-7-6 16,0 7-3-1,3-3-10-15,0 4-8 0,2-2-7 0,0-1-5 0,5 2-9 16,-3 0-5-16,4 1-9 0,4 0-8 0,0 1-1 16,-2 0-7-16,-3-3-2 0,3-3-4 0,1 2-10 15,-8-3 0-15,9 3-5 0,-5 0 0 0,3-4-10 16,-4 1 3-16,-3-4-4 0,1-1-3 0,-5 1-2 15,1-3-7-15,-2 2-2 0,-1 0-4 0,0 1 11 16,-4-4 1-16,4-4 1 0,-9 8 1 0,1-4-25 0,-7-4-47 0,0 3-24 16,-1-2-36-16,-3-1-39 0,-4 0-38 0,0 0-43 15,3 0-40-15,-5-4-44 0,6 0-291 0,-3-1-667 16,4 2 295-16</inkml:trace>
  <inkml:trace contextRef="#ctx0" brushRef="#br0" timeOffset="77249.57">32778 13468 216 0,'-2'-8'370'0,"1"-3"-9"0,1 2-16 0,1 6-2 16,-1-6-36-16,5 6-18 0,2-5-31 0,0 4-19 16,4 2-31-16,-4-2-13 15,13 4-34-15,-2 0-9 0,3 0-17 16,-1 3-10-16,5-2-27 0,3 5-34 0,-5-2-49 0,6 3-49 15,-10 2-45-15,8 2-57 0,-7-3-57 0,0 1-66 16,-4 1-271-16,1 0-575 0,-2 5 255 0</inkml:trace>
  <inkml:trace contextRef="#ctx0" brushRef="#br0" timeOffset="78452.72">31702 15008 79 0,'0'0'352'0,"0"0"-1"16,0 0-7-16,0 0-13 0,0 0-12 0,0 0-3 15,0 0-9-15,0 0-9 0,0 0-21 0,0 0-24 16,0 0-28-16,0 0-15 0,4-23-23 0,5 19-21 16,0-6-16-1,-1 6-13-15,2-4-14 0,0 0-15 0,3-3-8 0,2-2-13 16,-3 1-8-16,1 1-4 0,0 0-8 0,0-1-6 16,-1-3-8-16,1 3-4 0,2 0-7 0,-8-1 1 15,8-5-6-15,-7 3-3 0,-2 0 1 0,1 2 2 16,1 1 2-16,-3 2-1 0,4 0 2 0,-8 4-4 15,4 2-3-15,-5-4-3 0,7 2-5 0,-6-2-8 16,-1 8 2-16,5-4-4 0,-5 4-5 0,4-5-5 0,-4 5-5 0,0 0 12 16,0 0-4-16,0 0-6 0,0 0-1 0,0 23 5 15,0-12-4-15,0 6 1 0,0 0 3 0,0 3-1 16,0 5-2-16,-2 4-2 0,0-4 2 0,-3 3-3 0,-3-1 2 16,3 3-2-16,2 2-1 0,-4-2-2 0,1 9-2 15,-3-10 8-15,4 0-8 0,-4 1-1 16,4-1-6-16,-4 0 7 0,3-4-10 15,-1 2 3-15,5-9-3 0,-4 1-14 16,1 0 8-16,3-4 1 0,0-5-9 0,-4 5-5 16,4-6 5-16,2 1-9 0,0-1 11 0,0-1-2 0,0-1-7 15,0 0 16-15,0-2 2 0,0-5 4 0,2 8 3 16,-2-8 2-16,0 6 1 0,0-6-3 0,0 0 6 16,0 0-2-16,0 0 2 0,0 0-5 0,0 0 6 15,0 0-7-15,0 0 2 0,0 0-2 0,0 0 0 0,0 0 0 0,0 0-4 16,0 0-1-16,0 0 3 0,-7-18-10 0,7 18 6 15,-10-5 8-15,10 5-3 0,-13-3 6 0,6 2-7 16,7 1 1-16,-14-4 3 0,7 2-1 0,7 2-2 16,-18 0 1-16,18 0 5 0,-20 0 4 0,13 0-4 15,7 0-2-15,-18 0 8 0,18 0-2 0,-17 0 1 0,17 0-2 16,-11 0 0-16,11 0 3 0,-7 2-5 0,7-2 5 0,0 0 0 16,0 0 4-16,-11 4-3 0,11-4-4 0,0 0 9 0,0 0 2 15,0 0-7-15,0 0 10 0,25 4-7 16,-7 1-7-16,2-1 9 0,1-2 1 0,-1 3-2 15,10-1-2-15,1 0-1 0,1-1 6 0,-3 2-7 0,1 1 0 16,0-1 2-16,-3-2 1 0,-3-2-10 0,-4 2 7 16,0 0-2-1,-3-2-14-15,-2 1-19 0,-2 1-28 0,-2-3-18 0,-6 2-25 16,-5-2-29-16,14 2-47 0,-14-2-46 0,3 3-50 16,-3-3-68-16,0 0-246 0,0 0-638 0,0 0 282 15</inkml:trace>
  <inkml:trace contextRef="#ctx0" brushRef="#br0" timeOffset="79524.32">31528 16551 85 0,'4'-3'230'0,"-4"3"-7"15,8-14-21-15,-5 9-3 0,6-3-7 0,-6 2-6 16,2-5-18-16,5 1-3 0,1-2-8 0,-2 3-8 15,4-4-5-15,-3 2-3 0,0-1 0 0,1-2-3 16,3 2-1-16,-8-1-9 0,6-1-5 0,-1 2 3 0,-4 4-12 0,-2-4 2 16,5-2-2-16,-5 2-1 0,1 3-13 0,-1-2-5 15,-3 3-4-15,5 1-5 0,-2-2-7 0,-2 2-6 16,0-1-3-16,4 3 2 0,-4-3-7 0,-1 2-2 16,-2 6-7-16,5-11-12 0,-5 7 6 0,0 4-3 15,6-5-5-15,-6 5-9 0,0 0 2 0,7-3-9 0,-7 3-7 16,0 0 1-1,0 0 2-15,0 0-10 0,0 0-1 0,12 12 5 16,-9-5-6-16,-1-1 0 0,-2 4-1 0,3 1 5 0,2 0-12 16,-3 3 3-16,3 4-1 0,-5 0 5 0,1 2-2 15,-1-1-11-15,0 5 4 0,2 3 6 0,-2-8-7 16,-2 8 4-16,1-1-5 0,-4 1 3 0,3-3-11 16,2-4 12-16,-5 0 0 0,2 3 3 0,1-4-2 15,-3 1-1-15,2-1-1 0,-2-4 4 0,5 4-8 0,-2-3 5 0,-1-1-3 16,1-4 0-16,0-2-2 0,4 1 6 0,-4-1-1 15,2-1-2-15,0-3-1 0,-1 1 2 0,1-6 3 16,1 9 1-16,-1-9-6 0,2 11 2 0,-2-11 2 16,0 3 2-16,0-3-4 0,0 0 8 0,0 0-10 15,-2 6 4-15,2-6 4 0,0 0 0 0,0 0-6 16,0 0 3-16,0 0 4 16,0 0-5-16,0 0-3 0,0 0 0 0,0 0-14 15,0 0 6-15,-13 3 14 0,13-3-21 0,0 0 4 16,0 0 8-16,0 0-4 0,-21-3 3 0,21 3 3 0,-18-3-1 15,13 0-3-15,5 3 2 0,-20 3 3 0,10-6 3 16,1 6-9-16,9-3 3 0,-18-3 5 16,8 3 1-16,10 0-2 0,-16-2 1 0,16 2 2 0,-13 2 2 15,13-2-6-15,-15 0-1 0,15 0 4 0,0 0 6 0,-15-2-3 16,15 2-4-16,0 0 15 0,0 0-9 0,0 0 9 0,0 0-4 16,0 0-2-16,0 0-4 0,0 0 2 0,0 0 5 15,44 8-13-15,-30-8 9 0,1 0-2 0,3 0 4 16,2 3-14-16,3-1-2 0,-2-2 11 0,7 2-3 15,4 3 0-15,-7-3-30 0,6-2-27 0,-8 1-45 16,-1 2-40-16,-1 1-46 0,3 1-60 0,-3-2-68 0,-4-1-73 0,-4 0-202 16,0 3-635-16,-3-2 281 0</inkml:trace>
  <inkml:trace contextRef="#ctx0" brushRef="#br0" timeOffset="80056.86">31727 17479 112 0,'0'0'337'15,"0"0"-7"-15,-18-3-15 0,18 3-24 0,-8 3-21 16,-1-1-19-16,9-2-9 0,-15 3-25 0,7 3-3 16,3 0-11-16,-6 6-12 0,-1 1-22 0,5-1-9 15,-3 0-10-15,4 7-15 0,1-4-30 0,-3 4 4 0,6 2-8 0,-3 0-14 16,3 7-7-16,4-4-8 0,3 3-8 0,3-4-6 16,0-4-8-16,6 1-2 0,-6-4 5 0,12-2-13 15,-4-1-5-15,8 1-1 0,-5-6 0 0,3-4-1 16,1 0-8-16,-6-4 8 0,6-4-10 0,0 0-1 15,-5-4 2-15,5-1-6 0,-6-5 2 0,3-5-4 16,-12-2-4-16,5-4 5 0,-3-2-6 0,-5 1-5 0,-5 2-2 0,-5-3-2 16,2 0-4-16,-17-1 7 0,0-10-7 0,4 14-16 15,-8-2-31-15,-7-2-39 0,0 0-39 0,6 8-34 0,0 1-47 16,-2 1-46-16,1-2-54 0,1 6-295 16,0-3-651-16,9 7 288 0</inkml:trace>
  <inkml:trace contextRef="#ctx0" brushRef="#br0" timeOffset="82446.97">33150 12030 357 0,'-3'-7'367'0,"3"7"-11"0,-5-8-20 16,-1 6-24-16,2-3-16 0,4 5-12 0,-8-12-12 15,3 10-2-15,5 2-18 0,-7-8-18 0,4 4-17 16,0-2-18-16,-4 0-16 16,7 6-7-16,-1-4-13 0,1 4-8 0,0 0-12 15,0 0-12-15,0 0-10 0,0-11-15 0,0 11-11 16,0 0-13-16,0 0-10 0,19 4-6 0,-4-1-4 16,8 4-9-16,-4-2-4 0,10 6-5 0,0-7-4 15,-1 7-8-15,3-2 1 0,-1 2-6 0,3 0-1 16,-1-2-2-16,-4 1-3 0,-4-1-4 0,6 1-1 15,-10-2-5-15,2 1 0 0,-4-2-3 0,-3 2 0 0,-2-5-2 0,0 4-1 16,-1-2-2-16,-1 0-3 0,-6 1 5 0,-3 0-2 16,6-2-8-16,-6 6 7 0,-2-4-4 0,0 9 2 0,0-5 0 15,0 6-1-15,0-2 2 0,-2-1-1 0,-4 3 1 16,4-6-2-16,2 8 1 0,-2-2 3 16,-1 1-5-16,-4 3 6 0,4-6-4 0,-2 11 1 0,5-8 1 15,-6-1-1-15,2 3 1 0,1 2 0 0,1-5-2 0,-1 4 8 16,0-1-7-16,1 8-2 0,-5-5 5 0,7 2 0 0,0 2-3 15,0-2 2-15,0 2-2 0,7-3 1 0,-5 3 0 16,1 0-1-16,2 0 2 0,-2 0-1 0,5 5-2 16,-6-6-2-16,3 1 2 0,3-2 1 0,-3 2 1 15,-3-2-3-15,0-1 2 0,4 0 0 0,-4 6-1 16,-2-8 3-16,5 3-2 16,-5-4-5-16,0-4 7 0,0 10-3 0,0-8-3 15,0-3 4-15,-5 10 0 0,5-5-2 0,0-3 1 16,-2 3 3-16,2-2-2 0,0-7-2 0,-6 11 4 15,6-7-3-15,0-1 0 0,-2 2 2 0,2 0-4 16,0-1 3-16,0 0 1 0,0 3-1 0,0-3 1 0,0-1 0 16,0-1 0-16,0 3-2 0,2-2 2 15,4 2-1-15,-4 1-1 0,-2-3 0 0,5 1-1 0,-5-1 0 0,0 1 1 0,0 0 1 16,0 0 1-16,2-2-2 0,-2 2 3 16,0-1-3-16,6 2 2 0,-6 1-9 0,0-3 0 15,0-2 5-15,0 4 2 0,0 0-1 0,0-1 4 0,0-1-2 16,-6 1-3-16,4 1-2 0,2 0 4 0,0-1-6 15,0 0 7-15,0-1 1 0,-5 4-2 0,5 0-3 16,-2-4 5-16,2 6-1 16,-6-6-1-16,4 1-2 0,2 1 1 0,0 1 0 15,-5-2 0-15,5-2 1 0,0 2 2 0,-2 3-2 16,-3-3 0-16,5 2 3 0,0-2 2 0,-3 3-2 16,3-2-5-16,3 0 1 0,-6 1-1 0,6-3 2 15,-3 4-2-15,-3-4 3 0,3 6-3 0,0-7 2 16,0 7-2-16,0-3 1 0,-3-2-2 0,1 3 1 15,0-4 1-15,-6 1-1 0,8 3-1 0,-5-2 0 0,2 0 1 0,-2-1 1 16,-2 0-5-16,7 1 3 0,-6 5 2 0,-3-7 0 16,8 5 1-16,-4-5-4 0,-5 1 2 0,8-2 0 15,-1 2 1-15,-7 1-9 0,5-2 4 0,-2 1 3 16,1-1 10-16,1 5-8 0,-2-2-4 0,2 1 4 16,4-2 0-16,-4 2-1 0,0 4 0 0,1-5 1 0,1 2 1 15,0-1-1 1,-1-3 1-16,-2 3 0 0,4 0 2 0,-3 1 0 15,-1-1-4-15,2-1-2 0,1 0 2 0,0 1-1 0,-4 0 3 16,4 0 0-16,-2 2 0 0,-4-2 6 0,6-1-3 16,0 2-3-16,-2-2-1 0,-2 0-1 15,4 0-2-15,-2 0 4 0,-3 2-4 0,8-3 3 0,-5 6 1 16,1-8 0-16,-2 1 0 0,6 4-1 0,-5-5-1 16,2 4 2-16,-2 0 2 0,3-3 0 0,0 2 0 0,-1 0 0 0,1-1-2 15,-3-1 5-15,0 3-7 0,2 0 7 0,3-2-8 16,-7 2 0-16,7-1 2 0,-6-1-1 0,4 6-3 15,1-4 6-15,-4 0 0 0,3 0-2 0,-5-1 1 16,6 3 0-16,-4-5-3 0,-4 6 4 0,8-3-1 16,-3 6 1-16,3-3-4 0,-8 0-3 0,8-1-1 15,-4 4 7-15,-3 1 3 0,6 1-3 0,-3-3 1 0,-2 0 2 0,1 0-2 16,4 1-1-16,-5-3 0 0,2 3 1 0,-3-1-4 16,7 3 1-16,-8-8 0 0,4 7 3 0,0-2-2 15,0 0 3-15,0 2-7 0,0-6 4 0,0 5 2 0,2 0-2 16,-2-1 3-16,-3 2-2 0,5-7-1 15,-4 5 1-15,2-5 1 0,2 1-1 0,-4 1 1 16,4-3-1-16,-4 1-1 0,1 6-1 16,4-5 2-16,-5 0 0 0,1 4 2 15,2 2-2-15,-2-7-1 0,2 2-2 0,1-2 3 16,-4 3 0-16,3-5 1 0,0 10 0 0,-1-4-1 0,0-4-2 16,0 4-1-16,2 4-1 0,-2-8 3 0,0 2-1 15,3 5 3-15,-3 2-3 0,0-1 4 0,2 0-1 16,2 0-3-16,-4 0-3 0,3 0-3 0,-5 0 6 15,6 0 3-15,-6 0-3 0,0 5 7 0,6-5-5 0,-3-3 1 0,1 3-2 16,-4-2 3-16,6-1-1 0,-2-1-4 0,1 1 3 16,2-6 0-16,-7 2 3 0,7 0-3 0,0 0-1 15,0-2 2-15,-3 1-2 0,0-2-1 0,1 0 0 16,-3-1 4-16,3 0-1 0,2 3-2 0,-1-3 1 16,-6 0-1-16,7-2-1 0,0 2 0 0,0 1-1 0,-5 1 2 15,3-6-1 1,-4 6-1-16,4-3 4 0,2 3-1 0,0-1 1 15,0 0-3-15,-5 0 4 0,5 1-4 0,0-2 2 16,-1-1 0-16,1 4 0 0,-9-3 0 0,9 3 0 16,0-5-3-16,0 4 5 0,0 1-1 0,-5-2-4 15,5 1 7-15,0-7-6 0,-1 4 0 0,-8-2-1 0,6 4 0 16,-2-4 2-16,2-4-2 0,-1 3 0 0,4-2 3 16,-3 2 2-16,2-1-2 0,1-2 2 0,-4-2-10 0,1 1 14 0,1 3-1 15,2-4-4-15,0 1-4 0,-6-1 0 0,6-1 2 16,0 0-1-16,0-6 4 0,0 12-1 0,0-9 0 15,-4 3 1-15,4-6-2 0,0 0 0 0,0 4 5 16,0-4-5-16,0 0 5 0,-3 11-1 0,3-11 1 16,0 0-2-16,-15 3 3 0,15-3-3 0,-11 0-3 15,11 0 0-15,-20-3 2 0,0-3 0 0,0 4 0 0,-7-2-1 0,-4 4-38 16,-2-1-50-16,0-6-61 0,-15 3-71 0,-5-4-71 16,2 0-99-16,-2 1-365 0,1-1-815 0,-6-3 361 15</inkml:trace>
  <inkml:trace contextRef="#ctx0" brushRef="#br0" timeOffset="88786.71">31914 10627 249 0,'7'-16'303'0,"-6"-2"9"16,3 1-14-16,-3 1-5 0,-1-2 3 0,0 1-5 15,7-1 2-15,-7 2-5 0,2 5-8 0,-2-1-9 16,0-1-7-16,1 6-5 0,-1-1-16 0,0 8-27 0,0-11-23 16,-1 7-24-16,1 4-19 0,-2-6-16 0,2 6-17 15,0 0-9-15,0 0-12 0,-12 15-10 0,11-3-10 16,-6 2-8-16,0 6-4 0,6-2-6 0,-4 3-9 16,-3 9-3-16,8-3 2 0,-7 4-11 0,7 0-6 15,-2 8-2-15,-4-10 0 0,6 0-4 0,0 5-3 0,0-6 5 0,0 2-7 16,0 0-4-16,8-1 0 0,-8-1-2 0,0 2-5 15,0-3-16-15,5-1-34 0,-3 1-49 0,3-8-44 16,-2 1-45-16,2-5-33 0,-4 4-21 0,3-4-21 16,-4 0-23-16,1-3-27 0,1-2-30 0,5-2-35 15,-6-1-208-15,-1-3-625 0,0-4 278 0</inkml:trace>
  <inkml:trace contextRef="#ctx0" brushRef="#br0" timeOffset="89071.85">31856 10681 116 0,'0'-7'308'0,"0"-1"-13"0,2 1-15 0,3 1-12 0,-5-2-1 16,8 2-8-16,-3 5-11 0,-3-5-14 15,6 0-16-15,-1 0-6 0,6 4-2 0,-7-2-8 16,3 1-22-16,-3-1-21 0,9 0-15 0,5 0-13 0,-3 3-16 15,4-1-14-15,-3-1-11 0,10 0-9 0,-6 3-5 16,6-2-31-16,-6 1-28 0,-4-3-5 0,5 4-9 0,-1-3-8 0,-1 1-18 16,1 2-16-16,-6-2-18 0,-4 2-13 0,3-3-17 15,-2 3-13-15,-5-1-23 0,-8 1-23 16,12 4-39-16,-12-4-45 0,10 4-30 0,-10-4-12 0,0 0-174 16,0 0-483-16,-22 13 213 0</inkml:trace>
  <inkml:trace contextRef="#ctx0" brushRef="#br0" timeOffset="89256.75">31878 10854 19 0,'0'0'285'16,"-2"3"5"-16,2-3 1 0,0 0-5 0,-5 6-2 16,5-6-5-16,0 0-17 0,0 0-14 0,0 0-27 15,0 0-21-15,0 0-19 0,0 0-16 0,0 0-22 0,7 3-14 0,6-2-11 16,-13-1-13-16,21-1-16 0,1 1-40 0,-4 1-41 15,5-2-39-15,7 2-45 0,-2 2-49 0,5-1-45 16,-1-2-54-16,-1 2-61 0,-3-2-173 0,1 0-494 16,0 1 219-16</inkml:trace>
  <inkml:trace contextRef="#ctx0" brushRef="#br0" timeOffset="89673.39">32464 10654 95 0,'1'-9'378'0,"1"6"-1"0,-2 3-11 0,5-7-23 0,-5 7-40 0,0 0-23 16,2-5-32-16,-2 5-34 0,0 0-17 0,0 0-27 16,0 0-22-16,0 0-21 0,0 0-14 0,0 0-10 15,0 0-10-15,8 17-11 0,-7-10-8 0,4 5-7 16,-1 2-13-16,1 2-4 0,1 3 0 0,3 0-4 15,-3 5 0-15,1 3-7 0,3 0 3 0,0-3-15 16,-5 0-1-16,6 3 4 16,-2-3-9-16,-3-6-7 0,-4 1 3 0,4 5 0 15,3-6-4-15,-3-1 1 0,-1 0-7 0,-1-5 1 16,2-2-2-16,-6-3 8 0,5 4-2 0,-3-5 2 16,3 0 8-16,-4-3 43 0,-1-3 48 0,2 12 40 0,3-12 37 15,-5 0 23-15,0 0-23 0,0 0-16 0,8-15-19 16,-6 6-11-16,3-5-14 0,5 2-10 15,0-5-11-15,1-10-14 0,3 2-8 0,-1 0-9 0,2-3-6 0,0-1-11 0,1-10-3 16,1 4-6-16,1 4-8 0,4 0-7 16,1-3-13-16,-13 9-11 0,5-2-26 0,-4 3-40 0,-3 6-50 15,6 0-58-15,-4 1-73 0,-4 4-64 0,-4-1-77 16,6 6-114-16,-3-3-348 0,-5 7-906 0,0-4 401 16</inkml:trace>
  <inkml:trace contextRef="#ctx0" brushRef="#br0" timeOffset="98953.38">28468 14700 90 0,'0'0'285'0,"0"0"-4"0,0 0-12 16,0 0-19-16,0 0-15 0,0 0-9 0,0 0-12 0,0 0-12 15,0 0-17-15,0 0-14 0,0 0-14 0,0 0-17 16,0 0-4-16,0 0-3 0,0 0-9 16,0 0-5-16,0 0-5 0,0 0-17 15,30 3 5-15,-24-3-6 0,8 4 2 16,-3 0 2-16,4-3-5 0,7-1-11 0,-2 2-16 15,9 2 8-15,6-3-14 0,-2 2 3 0,15 1-19 0,-1 0 4 16,2-3-5-16,1 7-3 0,-4-6-3 0,1-2-2 16,2 4-6-16,-2-1 3 0,-3 0-4 0,-7 0-6 15,7-3 3-15,-11 0-6 0,-3 2-4 0,2 0-7 16,-12-3 4-16,-2 0 6 0,-2 1-6 0,-2-2 0 0,-6-1 29 16,-8 3 7-16,20 0 2 0,-14-2 6 0,3 1 3 0,-9 1 0 15,0 0 3-15,6-2-6 0,-6 2-2 0,0 0 0 16,0 0-7-16,17 2-8 0,-17-2-1 0,0 0-8 15,0 0-1-15,0 0-5 0,0 0-3 0,0 0-2 16,0 0-10-16,0 0 4 0,13-2 0 0,-13 2-5 16,0 0 1-16,0 0-2 0,0 0 2 0,0 0-5 0,0 0 1 0,10 0 1 15,-10 0-5-15,10-1 0 0,-10 1 1 0,10-4 0 16,-10 4-2-16,15 0-1 0,-15 0 0 0,13-2 5 16,-6-1-3-16,-7 3-6 0,0 0 0 0,19 0 4 15,-14-2-6-15,-5 2 0 0,12 0-4 0,-12 0 2 0,0 0-6 16,15 0-2-16,-15 0 0 0,0 0 2 0,8-3-1 15,-8 3-1 1,0 0-2-16,0 0-9 0,3-2 5 0,-3 2-8 16,0 0-16-16,0 0-5 0,0 0-27 0,0 0-16 15,0 0-18-15,0 0-12 0,0 0-22 0,0 0-21 16,0 0-18-16,0 0-18 0,0 0-25 0,0 0-28 0,-31-2-35 16,24 1-48-16,7 1-200 0,-15-5-582 0,11 2 257 15</inkml:trace>
  <inkml:trace contextRef="#ctx0" brushRef="#br0" timeOffset="99924.74">29420 14435 304 0,'-7'-10'328'0,"5"3"5"16,-2-3-9-16,0 2 0 0,4 2 10 0,-1-2-12 15,-3 4-5-15,3-4-15 0,1 8-20 0,0-8-22 16,-7 1-25-16,7 7-23 0,-2-4-21 0,2 4-19 16,0 0-17-16,0-8-23 0,0 8-14 0,0 0-14 15,0 0-20-15,0 0-10 0,0 0-12 0,0 0-2 16,0 0-7-16,0 0-6 0,14 19-4 0,-13-12-4 0,9 2-6 0,-3 0 0 16,6 1-3-16,-6 5-2 0,8-4-2 0,-1 9-2 15,1-5-6-15,8 4 3 0,-8-4-5 0,7 5 0 16,-2 0 1-16,0-4-5 0,-4 0 2 0,2 0-5 15,1-3 0-15,-5 3 1 0,0-3-2 0,-3 2-1 16,4 2-2-16,-3-10-3 0,-7 3 3 0,8 0-1 16,-8-1 2-16,5-1-3 15,-5-3-2-15,1 6 3 0,-2-7-5 0,2 0 2 16,-6 0-1-16,0-4 2 0,9 6 0 0,-9-6-1 16,3 9-1-16,-3-9-4 0,0 0 1 0,3 4 2 15,-3-4-4-15,0 5 3 0,0-5-2 0,0 0 4 0,0 11-1 16,0-11 7-16,-3 11-10 0,0-6 1 15,3 6 5-15,-9 0 1 0,3-3-4 0,-4 8 1 16,-3-5 1-16,6 9-4 0,-6-9 7 0,-2 6-3 0,-2 2-1 0,-3 3 4 16,1-3 2-16,-6 1-3 0,3-1 2 0,-4 2-1 15,4-3 5-15,-6-2-3 0,7 3 0 0,-4-1-2 0,0-1 0 16,3-2 2-16,4-3-1 0,3 0 0 0,0-1 1 16,1-3-3-16,9-3 0 0,-7 3 3 15,5-5 0-15,-1 1 3 0,5-1 5 0,3-3 10 0,-9 5 17 16,9-5 20-16,0 0 12 0,0 0 4 0,0 0-8 0,0 0-11 15,0 0-4-15,0 0-8 0,0 0-2 0,9-20-14 0,-6 17-12 16,2-2-11-16,3-2-10 0,-3 3-13 0,4-1-10 16,-4 1-13-16,1-2-13 0,1 1-10 0,-4 1-11 15,5-4-3-15,-3 5 0 0,4 1-3 0,-3-6-8 16,2-1 11-16,1 6-8 0,-1-3 9 0,2 3 9 16,2-9 8-16,1 1-8 15,0 7 3-15,2-8 1 0,-2 0 20 0,2 0-5 16,0-3 1-16,0 0 10 0,0 0 4 0,1-5-1 15,4 0 4-15,-7 5 8 0,2-7 3 0,-1 6-4 16,-5 1 6-16,1-2-1 0,0 2 10 0,4-4-7 0,-8 4 8 16,2 0 11-16,-1 0 10 0,0 1 6 15,-2 4 14-15,-2 0-8 0,0-4 4 0,-1 2-4 16,5 3 3-16,-4-2 1 0,-3 0-1 0,0 0-2 0,2 3 9 0,-2 1-1 16,3 1-3-16,-3-1-1 0,0 0 0 0,0 7-6 15,0-8-5-15,0 8-5 0,0-8-4 0,0 8-3 16,0 0-4-16,0-8-1 0,0 8-8 0,0 0-8 15,0 0-7-15,0 0-6 0,0-5-3 0,0 5 3 16,0 0 5-16,0 0 0 0,0 0-3 0,0 0 10 0,0 0-5 16,0 0 6-1,0 0 1-15,-13-2 4 0,13 2-1 0,0 0 1 16,-7-3 2-16,7 3 6 0,-15-1-2 0,8-3 6 0,-4 1-3 16,-1-4-6-16,-3 1 3 0,-1 3 1 15,1-5 2-15,-3-4-2 0,0 2 5 0,-6-3 8 16,3 4 12-16,-1-5 9 0,-1-1 4 0,3 7 6 0,5-7 2 15,1 5 4-15,-1 3 4 0,8-4 3 0,-6 3-4 16,4 1-4-16,1 2 0 0,2 1-10 0,-1 0-7 0,5 1-8 0,-4-2-13 16,6 5-18-16,-9-6-25 0,9 6-47 0,0 0-44 15,-1-3-44-15,1 3-42 0,0 0-16 0,0 0-23 16,0 0-47-16,0 0-51 0,11 21-310 0,-6-13-711 16,4-1 314-16</inkml:trace>
  <inkml:trace contextRef="#ctx0" brushRef="#br0" timeOffset="100742.42">28468 14758 146 0,'-13'-2'297'0,"13"2"-8"0,-8-5-15 16,1 2-10-16,7 3-6 0,0 0-14 0,0 0-10 15,-7-3-13-15,7 3-19 0,0 0-12 0,0 0-15 16,0 0-11-16,0 0-11 15,0 0-3-15,-1-6-16 0,1 6-13 0,0 0-8 16,0 0 0-16,0 0-8 0,0 0-2 0,0 0 12 16,0 0 4-16,36 7-3 0,-16-5-9 0,10 1-9 15,3-3-12-15,11 5-8 0,9-4-6 0,5 5-6 16,-1-6-11-16,7 5-1 0,-3-5-3 0,-1 0-7 16,3 1-3-16,0-1-3 0,-7 3-7 0,5-2-5 15,-9 2 2-15,4-3-5 0,-13 2-1 0,-10-2-7 0,3 3 5 0,-7-3-7 16,-6 2 0-16,-3-2 2 0,-4-2 14 0,-1-1-20 15,-7 3 1-15,4 0 1 0,-2-2-2 0,-10 2-1 16,13 2-4-16,-13-2-2 0,13-2-6 0,-13 2-6 16,0 0-7-16,0 0-1 0,10 2-8 0,-10-2-2 15,0 0 1-15,0 0-9 0,14 3 10 0,-14-3-5 16,0 0 2-16,0 0-6 0,11 0-5 0,-11 0-2 0,0 0-2 0,0 0-9 16,13-3-2-16,-13 3-12 0,0 0-4 0,9-2-12 15,-9 2-9-15,5-3-16 0,-5 3-20 0,0 0-20 0,13-1-31 16,-13 1-40-16,0 0-47 0,8-7-56 15,-8 7-207-15,7-4-574 0,-6-1 254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1T10:19:17.61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15144 990 64 0,'0'0'257'15,"0"-12"7"-15,0 5 15 0,0-2 6 0,0 1 10 0,0-1 7 0,-8 1 17 16,8-2 1-16,0 0 5 0,-5-1-4 0,3 3-7 16,2 1-4-16,0 1-15 0,0 6-7 0,0-7-17 15,0 7-23-15,0-8-17 0,0 8-33 0,-8-4-22 16,8 4-22-16,0 0-24 0,0 0-15 0,0 0-8 0,0 0-11 16,0 0-9-16,-7 25-13 0,7-15-5 15,0 10-6-15,0-2-5 16,7 7-7-16,-4 5-4 0,-3 4-4 0,5-6-7 15,-5 14-6-15,2-9-12 0,3-4-26 0,3 2-17 16,-6-3-21-16,3 1-27 0,3 0-27 0,-6-1-27 16,3-1-23-16,-2-5-22 0,9 2-28 0,-11-5-24 15,6-4-28-15,-6 0-29 0,4-5-26 0,-3 0-17 0,3-3-30 16,-5-6-296-16,0-1-704 0,0 0 312 16</inkml:trace>
  <inkml:trace contextRef="#ctx0" brushRef="#br0" timeOffset="269.52">15195 822 97 0,'-13'-6'340'0,"0"-7"-11"16,5 3-9-16,-4 0-1 0,-1-2 0 0,6 3-2 16,-1 1-5-16,-4 4-8 0,2-4-15 0,4 4-17 0,1 0-19 15,3-6-26-15,-1 8-17 0,3 2-23 16,0-10-26-16,0 10-13 0,3-7-17 0,0-1-15 15,6 6-12-15,6-6-11 0,1 2-9 0,6-2-10 0,8 1-6 16,-9 1-4-16,7-1 16 0,4 0-13 0,-3 4-14 16,0-2-32-16,-3 0-28 0,-1 2-32 0,-5 0-34 0,3 0-36 15,-2 1-30-15,-2-2-24 0,-5 5-25 0,1-1-31 0,-3 0-30 16,-4 5-29-16,2-2-22 0,-3 0-23 16,-7 5-223-16,0 0-591 0,0 0 262 0</inkml:trace>
  <inkml:trace contextRef="#ctx0" brushRef="#br0" timeOffset="470.04">15134 1002 204 0,'-3'3'254'0,"3"-3"-10"0,-7 3-9 0,7-3-1 16,0 0-3-16,0 0-12 0,0 0-14 16,0 0-18-16,0 0-19 0,20 1-13 0,-20-1-20 15,22-4-13-15,-12 1-8 16,9 0-14-16,-2-2-12 0,1 1-12 0,7 4-12 15,-4-3-51-15,-1 3-50 0,2 2-47 0,-2-1-49 16,0 0-48-16,-1 2-66 0,-4 2-148 0,0 1-427 16,0-3 189-16</inkml:trace>
  <inkml:trace contextRef="#ctx0" brushRef="#br0" timeOffset="1256.49">15308 1380 183 0,'0'0'236'16,"0"0"7"-16,0 0 1 0,12 6-9 0,-12-6-16 15,16-1-11-15,-6-1-18 16,3-1-14-16,2 1-14 0,2 1-14 0,-1-5-13 16,9 1-15-16,-3 4-12 0,-4-5-9 0,5 3-12 15,2-6-6-15,3 6-8 0,-5-9-5 0,7 7-4 16,1-2-14-16,-4-3-4 0,3 2-5 0,-9 2-2 15,-1-5-2-15,6 1-4 0,-6 5-3 0,0 0 2 16,0-9-8-16,0 5 4 0,-5-3-8 0,-5 1-3 16,1 3-1-16,4-6 2 0,-6 4 0 0,-3 0 1 0,1 0-1 0,1 1 1 15,-6 0 8-15,1-2 9 0,-1 2 9 0,-2 2 4 16,0-2 1-16,0 2 1 0,0 7-7 0,-2-14 3 16,-3 9-2-16,-3-2 1 0,6 4 5 0,-8-2-6 15,2 1-7-15,0 1-4 0,8 3 0 0,-20 0-6 16,10 3 2-16,-12 4-1 0,6-2-4 0,-1 2 15 15,4-2-22-15,-2 7-2 16,0 0-4-16,0 1 1 0,0-2-3 0,2 6 3 16,0-2-5-16,6 1-6 0,6 0 2 0,-8-1-1 15,11 0 0-15,5 0 2 0,1 2-6 0,5-5 1 16,7 6 4-16,5-9-15 0,6 5-26 0,4-10-20 16,10 4-16-16,4-7-14 0,-2-1-10 0,1 0-8 15,0-1-1-15,1-3-1 0,-6-4 2 0,2-3 5 16,1 5 9-16,-11-1 11 0,0-5 11 0,-5 2 6 0,-5-2 3 0,-4 2 8 15,-4 2 12-15,-1 3 29 0,-4-3 22 0,-7 0 19 16,3 0 18-16,-5 0 6 0,1 2 5 0,-8 0-1 16,1 0 12-16,-5 3 10 0,-2 2 5 0,-2-3 3 15,-6 1-7-15,0 3 1 0,-5 0 2 0,-7 3-15 16,2 2 8-16,-7-2-20 0,13 4-10 0,4 4-5 16,-8-2-2-16,6 0-3 0,3 5-9 0,1-3-6 0,-2-2-2 0,6 3-9 15,-1 1-15-15,8-1-8 0,1-3-16 0,-2-1-14 16,11 4-4-16,-4-4-3 0,6-4 3 0,1 2-11 15,6-4-4-15,4 0 2 0,3-2-4 0,9-4 1 16,-8-2 9-16,9 1 6 0,-3-2 5 0,7-5 3 16,-5 4 5-16,0-1 4 0,-9-8 2 0,9 5 8 15,-14 2 4-15,4 0 23 16,-5 2 24-16,2-3 29 0,-9 5 28 0,-1-3 15 16,1 1 13-16,-3 4 14 0,2-2 4 0,-4 3 7 15,2-1-4-15,-5 4-11 0,6-7-15 0,3 6-17 16,-9 1-9-16,0 0-15 0,0 0-12 0,0 0-2 15,0 0-13-15,15 6-6 0,-9 0 2 0,-6 0-5 16,8 1 0-16,-1 0-5 0,1 0-1 0,1-1-2 16,4 8-5-16,2-9-10 0,0 6-25 0,0 0-17 0,-1-6-36 0,8 2-38 15,-5-1-35-15,1-5-35 0,-2 0-27 0,4-2-41 16,3 0-30-16,-4-5-28 0,0-1-28 0,0-2-263 16,0-10-640-16,-7 6 283 0</inkml:trace>
  <inkml:trace contextRef="#ctx0" brushRef="#br0" timeOffset="2328.07">16918 672 62 0,'-6'-18'347'0,"-4"3"13"0,2 0 0 15,-2 3-25-15,0 3-13 0,3 1-9 0,0 3-28 16,3-3-29-16,4 8-36 0,-7-3-18 0,7 3-21 16,0 0-29-16,-12 16-4 0,12-5-14 0,0 5-11 15,9 1-15-15,-9 4-8 0,10 6-7 0,1-2-10 16,-8 4-9-16,11-1-8 0,1 11-6 0,1-3-1 0,-6-6-8 0,5 2-6 15,-2 6-1-15,0-10-7 0,-1 2-7 0,1-2-23 16,-6-1-30-16,8-1-28 0,-7-3-17 0,0-7-30 16,-4 0-21-16,4-2-26 0,-6-6-13 0,-1-1-9 15,-1-1-10-15,0-6-27 0,0 0-13 0,0 0-8 16,0 0 1-16,0 0 7 0,0 0 1 0,-15-21 11 16,7 6 6-16,1 0 31 0,-1 0 19 0,0 0 32 0,-7 0 28 0,2 0 34 15,4-3 39-15,0 4 42 0,-3 1 30 0,5 4 20 16,-1 0 15-16,1-1 20 0,1 2 18 0,-2 1 10 15,6-3 0-15,-3 6-5 0,5-4-3 0,0 8-12 16,-8-7-7-16,8 7-15 0,0-8-10 0,0 8-12 16,10-4-2-16,-10 4-8 0,19 0-12 0,-5 2-2 15,2-2-4-15,2 4-4 16,-1 1-5-16,4-2-6 0,1 4-3 0,1 1 0 16,7 1-2-16,-13-1-3 0,12 2-3 0,-7 3-4 15,-1-4 0-15,-1 1-2 0,-2-1 0 0,2 4-4 16,-5-3-2-16,0 2 3 0,0 3-3 0,-5-3 0 15,3-5-1-15,-6 1-1 0,-1 1-1 0,3-3-2 16,-8-3 5-16,4 1-2 0,4 0 5 0,-9-4-2 16,5 5 9-16,-5-5 18 0,9 7 25 0,-9-6 22 0,0-1 12 0,0 0-2 15,0 0-4-15,0 0-9 0,15-9-5 0,-15 3-5 16,7 0-17-16,-4-1-1 0,-1 0-7 0,6 2-9 16,-3-6 8-16,2 5 10 0,-1-3 6 0,-2 1 12 15,4 0 1-15,-5 1 12 0,7 0 3 0,-5-5 2 16,0 4 2-16,0 3 0 0,0-3 8 0,0 0 8 15,-2 5-9-15,2-1-7 16,0-4-5-16,-5 8-7 0,4-7-15 0,-3 2-6 16,-1 5-11-16,0 0-10 0,0 0-11 0,0 0-6 15,0 0-4-15,0 0-8 0,0 0-19 0,12 17-33 16,-10-11-23-16,-1 3-28 0,2 2-34 0,4-3-31 16,-2 3-27-16,3 5-24 0,1-1-14 0,-3-3-12 15,3 3-16-15,-5-7-20 0,1 1-3 0,2-2-1 16,8 0-4-16,0-2 3 0,-4-3 3 0,6-1 14 0,-2-1 18 0,-7 4 28 15,12-12 22-15,-5 2 32 0,0-2 37 0,0 1 42 16,0-5 39-16,1 0 42 0,-3 4 37 0,-6-6 36 16,3 6 32-16,-5-1 21 0,3 0 14 0,-1 2 22 15,-1 0 3-15,1-2 0 0,-4 2 0 0,4 1-12 16,-2 0-11-16,-2 3-13 0,6-2-18 0,-3 1-8 16,-6 4-17-1,13-1-10-15,-6-1-3 0,-7 2-10 0,22 7-6 0,-16 1-3 16,6-5-6-16,1 3-9 0,4 4 2 0,-6-1-6 15,1 4-7-15,1 1 2 0,0-1 1 0,2 8-12 16,-3-5 1-16,-2 0 4 0,3-2-14 0,-7-1-13 16,4-3-11-16,-5 2-8 0,4-5 1 0,-8-1 0 15,4 1 1-15,-5-2 2 0,0-5 3 0,0 7 2 16,0-7 0-16,0 0 6 0,0 0 1 0,0 0 3 0,-13-13 13 16,6 6 6-16,6-1 7 0,-6-4-1 0,2 0 6 0,3 0-2 15,2-2-2-15,-1 4 10 0,2-8-14 0,-1 4 3 16,0 5 2-16,2-4-8 0,3 4 1 0,2-3 0 15,-6 1-5-15,4 6 0 0,-3-3-2 0,6 0-7 16,-3 1 3-16,2 4 7 0,-7 3-15 0,8-8-1 16,-8 8 10-16,5-1-12 0,-5 1-1 0,0 0 1 0,12 9-1 15,-12-9 9-15,5 9-7 0,-2-1 12 0,2 5-14 0,-3-7 4 16,3 11-3-16,3-5 2 0,-5 8-1 0,7 3 5 16,-2-7 0-16,2-1-1 0,0 0 1 0,2-1 4 15,1 3-11-15,2-7-22 0,1 2-30 0,1-4-40 16,3-1-41-16,6 2-53 0,-1 0-60 0,3-6-48 15,-3-2-249-15,-3-2-591 16,7-3 262-16</inkml:trace>
  <inkml:trace contextRef="#ctx0" brushRef="#br0" timeOffset="2744.71">19032 738 183 0,'0'0'544'0,"-10"-7"-12"0,10 7-44 0,-5-8-49 15,5 8-46-15,-8-3-44 0,8 3-40 0,0 0-41 16,0 0-28-16,0 0-24 0,0 0-22 0,13 21-19 16,-5-8-16-1,-1 2-13-15,-5 5-20 0,13 3-10 0,-1 4-8 0,6 7-12 16,2-6-7-16,-6 11-11 0,11 0-7 0,-4-4-5 15,-1 4-6-15,-4 0-7 0,2 3-7 0,-4-12-12 16,-1-6-8-16,0 2-13 0,0-1-10 0,0-10-9 16,0 1-2-16,-10-3-2 0,8 1 0 0,-10-7 4 15,5-1 7-15,-3-5 0 0,4-1 4 0,-9 0-2 16,16-9 2-16,-9 3 0 0,-1-13-1 0,1 0 4 0,6-1 0 0,-8-11 2 16,5-8-1-16,-1-4 4 0,-1 2 3 0,5-5 0 15,-1 6 4-15,-2-6 4 0,-4 3 0 0,2 12 3 16,-3-1-3-16,-1 6 1 0,2-4-1 15,-4 9-3-15,0 2-3 0,-2 3-4 0,3 1-1 0,-3 3-7 16,-2 1-17-16,1 3-49 0,1 1-77 0,-2 4-69 16,2 3-44-16,0 0-44 0,0 0-41 0,-20 15-50 0,15-4-35 0,0 5-218 15,0 2-691-15,4 5 305 0</inkml:trace>
  <inkml:trace contextRef="#ctx0" brushRef="#br0" timeOffset="3214.71">19772 1029 203 0,'3'-8'360'16,"1"1"5"-16,-3-1-2 0,-1 0-2 0,0-1-12 15,0 1-3-15,0-1-16 0,-1-1-19 0,-3 2-28 0,-6 1-19 16,9-1-27-16,-4 2-23 0,0 1-25 0,-4 2-22 16,3 2-20-16,6 1-13 0,-23 1-15 0,16 2-17 15,-6 2-10-15,1 6-8 0,4-4-12 0,-2 2-6 16,2 3-4-16,-6 5-11 0,5-1-6 0,4 0-2 0,3 1-1 15,-1 5-6-15,6-2-5 0,-1-1-3 0,3 0-14 16,4 0-18-16,5-3-16 0,-3-1-22 0,4 1-32 0,2-6-37 16,13 0-33-16,-9-7-26 0,6 5-25 0,4-2-23 15,2-5-17-15,-1-2-7 0,-3-5-12 0,3-3-2 16,-1-2-2-16,-1 3 12 0,0-7 20 0,5 0 11 16,-14-5 18-16,9 2 21 15,-10 1 18-15,-5 2 34 0,1-7 57 16,-3 10 53-16,-6-3 50 0,1 5 49 0,-3-1 35 15,2 3 19-15,-4 1 11 0,-3 3 15 0,0 4 4 0,-10-14-11 16,0 14-6-16,10 0 5 0,-23 3 18 0,10-1-6 16,-4 0-13-16,1 6 1 0,-2-1-7 0,1 3-8 15,2 2-15-15,-1-5-11 0,-1 8-15 0,5-1-5 16,1 2-9-16,3 3-11 0,-1-2-4 0,1 1-6 0,6 0-6 0,-1-3-5 16,6 5-9-16,-1-5 5 0,6 1-19 15,1-4-23-15,6 0-37 0,1-5-33 0,2 2-38 0,5-6-31 16,4 5-30-16,3-7-39 0,1-1-24 0,-1-4-17 15,-2-1-16-15,4-5-23 0,7-7-28 0,-12 1-219 16,9-10-571-16,-4-2 253 0</inkml:trace>
  <inkml:trace contextRef="#ctx0" brushRef="#br0" timeOffset="3430.86">20591 790 87 0,'0'-24'298'0,"2"5"55"0,3-1 47 0,-5-7 25 15,0 11 13-15,0 0-1 0,-2 1-7 0,-1 0-18 0,0 4-18 16,-2 2-16-16,3-3-15 0,-1 6-31 0,1-2-36 15,0 4-35-15,2 4-30 0,0-9-36 0,0 9-18 16,0 0-22-16,0 0-14 0,0 0-10 0,0 36-17 0,0-20-11 0,4 4-8 16,-3 7-6-16,1 3-13 0,5 1-9 0,-6 7-5 15,6 7-34-15,-1-5-24 0,-2 3-34 16,-1-4-31-16,0-1-37 0,1 5-38 0,6-6-27 0,-9-4-40 16,11-5-21-16,-9-1-32 0,5-1-23 0,-1-2-14 15,-4-6-17-15,6-6-12 0,-3 0-18 0,-2-3-1 16,4-3-12-16,-2-2 2 0,6 1-185 0,-12-5-579 0,12-9 256 15</inkml:trace>
  <inkml:trace contextRef="#ctx0" brushRef="#br0" timeOffset="3932.13">20740 1145 859 0,'3'-20'-38'0,"-6"2"44"16,-3 2 40-16,-1-5 30 0,5 4 19 0,-6 1 21 15,1 0 19-15,-1 1 17 0,-2-1 0 0,-1 5 8 16,9-1 9-16,-6 2 0 0,1 5 10 0,2 0-1 16,2-3-3-1,-4 2 3-15,7 6-23 0,-3-8 0 0,3 8-32 16,0 0-18-16,0 0-14 0,3-7-7 0,-3 7-6 0,15 0-8 15,-15 0-5-15,28 2-13 0,-13 2 9 0,3-3-16 16,2 6-3-16,10 0-5 0,-7-2-1 0,4-1-2 16,-3 5-10-16,6-2-18 0,-10 3-5 15,-2-5-12-15,0 3 2 0,-1-4-5 0,-2 4-8 0,-2-2-6 16,-3-3-3-16,-3 3 4 0,-1-2 3 0,-1 6 0 0,-5-10 6 16,0 2 3-16,0-2 4 0,-10 13-3 0,2-11 9 15,0 6 16-15,1-5-1 0,-1 3 7 0,8-6-2 0,-15 2-1 16,10-1-1-16,0 4 2 0,5-5-3 0,-10 7 3 15,8-4-1-15,2-3-3 0,0 0-1 16,-1 7-5-16,1-7 2 0,0 0-1 0,0 0 4 0,16 5-1 16,-9-5 0-1,11 6 2-15,-3-2-6 0,3-2 0 0,2 4-3 16,0 2 3-16,8-3-2 0,-10 3-1 0,1-1 9 16,0 0-9-16,-2-2 3 0,-2 3 0 0,3-2 3 0,-6-2-11 15,4 1 3-15,1 1-3 0,-11-1 2 0,4-2 0 16,-1 2 1-16,-3-2 0 0,-1-1-3 0,-5-2 5 15,10 7 7-15,-10-7 18 0,5 2 42 16,-5-2 20-16,10 1 13 0,-10-1 35 0,0 0 22 0,0 0 18 0,0 0 5 16,0 0-12-16,0 0-8 0,5-12-4 0,-5 8-6 15,2-3-13-15,-2-4-22 0,1 2-2 0,4-9-16 0,-3 1-13 16,0 1-6-16,3-2-11 0,-4 0-16 0,7 3-30 16,-1-3-36-16,1 4-44 0,1 0-62 0,4 3-84 15,-2-4-77-15,-1 6-80 0,12 0-87 16,-14 4-382-16,7 1-898 0,0 4 398 0</inkml:trace>
  <inkml:trace contextRef="#ctx0" brushRef="#br0" timeOffset="4533.67">22172 858 140 0,'-5'-18'498'0,"-3"2"-19"0,3 8-21 0,3-5-22 16,-6 3-31-16,6 3-29 0,-1-1-31 0,1 4-38 0,2 4-38 15,-7-8-33-15,7 8-29 0,0 0-21 0,-8 12-15 16,8 0-19-16,-6-1-11 0,-1 5-16 0,7 4-11 0,-3 7-9 0,-1 0-9 16,11 3-11-16,-7 3-10 0,7 4 1 0,-6 0-11 15,6 0-6-15,1 11-8 0,4-9-9 0,-4-7-25 16,-3-2-23-16,5-2-39 0,-5-1-23 0,-3-11-43 15,6 3-21-15,-2 0-10 0,1-10-14 0,-5 1-2 16,3-2 7-16,-2 0 9 0,0-7-3 0,-3-1-3 16,0 0 3-1,15-9 9-15,-13-5 10 0,6 2 10 0,-3-7 15 0,0-1 6 16,0-8 13-16,0-2 11 0,-2-10 22 0,2-1 17 16,-3 11 31-16,3-11 13 0,-3 10 34 0,1 1 19 15,2 0 13-15,-5 6 30 0,0-1 14 16,0 7 1-16,0-2-1 0,1 5 4 0,-1-1-4 0,4 5 1 15,-3-1-10-15,-1 1-6 0,0 4-22 0,0 4-18 16,0 3-12-16,7-5-5 0,-7 5-1 0,0 0-6 0,23 20-7 0,-10-6 1 16,4 6-8-16,3 2 2 0,5 10-4 0,3 3-4 15,0 3 0-15,5-11 2 0,-3 10-4 0,5 0-5 16,-6 1-1-16,5-3-1 0,-5-3 0 0,1-5-6 16,-8-2-12-16,1-8-4 0,-5 2 1 0,-3-7-2 15,0-4 2-15,-4 3 9 0,3-10 3 0,-3-1-2 16,-6-1 0-1,3-5 1-15,1-6 1 0,-9 3-3 0,6-10 4 0,-6-7-3 16,0 2 4-16,0-8 4 0,-6 4 10 0,-3-14 11 16,1 1-4-16,-5 1 0 0,10 1-5 0,-9-2-5 15,5 1-2-15,-4 13-2 0,8-3 0 0,-12 3-6 16,11 4 0-16,-4 4-26 0,3 4-31 0,0 0-41 16,2 8-62-16,-4-5-61 0,7 5-65 0,-1 4-38 15,1 3-24-15,0 0-38 0,0 0-237 0,0 0-665 0,3 22 295 0</inkml:trace>
  <inkml:trace contextRef="#ctx0" brushRef="#br0" timeOffset="4881.31">23072 1098 241 0,'0'0'341'0,"4"8"-27"0,-4-8-31 0,3 10-28 16,-3-3 18-16,-7-1 22 0,2 2-8 0,0 1-19 15,-5 3-14-15,-1 3-24 0,4-1-20 0,-4-1-29 16,2 2-9-16,3 0-16 0,-3 1-15 0,1 3-12 15,8-6-14-15,-5 6-10 0,5-5-9 0,0 6-8 16,4-5-12-16,-3 1-3 0,9-4-8 0,-5 0-7 16,3-5 0-16,4 4-4 15,3-7 4-15,0 4-10 0,5-7-4 0,-6-1-2 16,1-1-5-16,4-7-1 0,0 1-6 0,-5-2-5 16,12-9-5-16,-11 6-4 0,-2-6-7 0,2-7-9 15,-8 8-9-15,3-4 9 0,-4 1-2 0,-2-3-1 16,-4 4-1-16,-4-3-4 0,-2 5 2 0,-4 4-3 15,-10-8 1-15,-2 6 1 0,6 6-6 0,-6-2-16 16,1 4-23-16,-2 1-32 0,3 0-31 0,-2 3-28 0,6 1-29 0,-4 6-27 16,5-4-27-16,3 1-30 0,12-1-29 0,-13 0-11 15,12 7-6-15,1-7-191 0,0 0-534 0,11 12 237 16</inkml:trace>
  <inkml:trace contextRef="#ctx0" brushRef="#br0" timeOffset="5103.35">23461 817 154 0,'0'-14'339'0,"-1"0"16"0,-3-4 1 0,1 5 11 0,-2 2 4 15,-2-1-9-15,4 1-23 0,-9 1-26 0,6 3-24 16,-2-3-20-16,1 6-35 0,-3-2-24 0,5 4-25 16,5 2-18-16,-17 3-26 0,8 2-6 0,5-1-21 15,-2 7-4-15,1 3-10 0,1 3-10 0,4 5-5 0,7 3-10 0,0 2-5 16,-1 4-10-16,4-1-23 0,3 13-43 0,4-5-50 0,1 6-51 15,0-6-48-15,-3 2-49 0,-10-11-51 16,10-1-49-16,-2 2-63 0,-3-6-279 0,-5-1-700 16,5-7 311-16</inkml:trace>
  <inkml:trace contextRef="#ctx0" brushRef="#br0" timeOffset="5635.77">23417 1062 353 0,'-9'-12'377'0,"3"0"-23"0,-3 4-21 0,6-1-11 16,0 4-37-16,-4-3-28 0,4 2-34 0,3 6-23 16,1-4-30-16,-1 4-16 0,0 0-14 0,15 0-12 0,0 4-19 15,3-1-23-15,12 3-24 0,0 1-2 0,13 5-16 16,0-1-13-16,5 4-15 0,0-7-14 0,2 5-9 16,-4-3-8-16,-1 2-17 0,-1-4-5 0,1-4-14 15,-10 1-5-15,-4-3 2 0,-4-4 1 0,-4-1 10 16,-5 1 2-16,0 1 6 0,-3-3 4 0,-1 0 5 15,-8 0 19-15,-6 4 12 0,10-7 12 0,-8-4 2 16,-4 8-6-16,2 3 12 0,-15-15 6 0,2 13 5 0,-2-1 5 0,-5 2-1 16,0-2 1-16,-3 3 1 0,-7 7-6 0,-3-7-2 15,5 5 0-15,-2 7-8 0,2-5 1 0,3 1-4 16,6 2-6-16,2 4 1 0,0-5 3 0,4 3-8 16,5 0-1-16,-2-1-5 0,5-3 3 0,0 3 0 15,5-3 2-15,2-1-1 0,4 1 6 0,3 1-4 16,2-6 0-16,7 1 2 15,2-7-3-15,2 3-2 0,-4-3-1 0,10-5 5 16,-8 4-1-16,10-11 7 0,-10 3 13 0,3 3 13 16,-7-5 21-16,-1 2 17 0,-1-1 19 0,-3-2 2 15,1 3 4-15,-7 3 6 0,1-3-12 0,-2 3-4 16,-3 3-6-16,4-3-11 0,-5 1-12 0,0 4-10 16,0 4-9-16,0 0-8 0,0 0-10 0,0 0 0 15,0 0-5-15,0 0-6 0,-21 16-3 0,19-9-1 0,2 6 0 0,0 2-4 16,0 0-9-16,7 1-4 0,-1-1-11 0,4 4-19 15,2-3-16-15,4 3-28 0,1-5-26 0,-2-1-20 16,11-1-25-16,-1-1-21 0,-5-4-21 0,8 0-22 16,-10-5-19-16,5 6-17 0,11-8-20 0,-11-5-16 15,8 0-9-15,-4-3-4 0,-4-9-166 0,5 4-498 16,-5-11 220-16</inkml:trace>
  <inkml:trace contextRef="#ctx0" brushRef="#br0" timeOffset="6068.05">24567 700 83 0,'-7'-28'308'0,"-3"-2"44"0,-3 0 17 0,1 2 1 15,-2 0 0-15,4 3-7 0,3 5-2 0,-3 7-5 16,0-5-9-16,2 6-25 0,-2-1-26 0,3 6-28 16,2 3-32-16,-1-2-32 15,4 1-27-15,2 5-21 0,0 0-15 0,0 0-14 16,-7 19-11-16,12-4-10 0,-1 2-11 0,2 10-7 16,4 5-11-16,7 4-5 0,-4 7-6 0,2-4-5 15,2 7-8-15,-3-3-3 0,6 5-10 0,-10 3-20 16,3-2-37-16,-4 0-33 0,-1 2-33 0,0-8-33 15,-1 0-35-15,0-1-29 0,-7-10-23 0,3-6-22 16,-3-8-23-16,2 1-12 0,-2-1-7 0,0-8 9 0,0-1 27 0,-2-1 20 16,-1-4 20-16,3-4 17 0,0 0 26 0,0 0 23 15,0 0 31-15,-7-28 31 0,7 10 25 0,-3 0 31 16,3-9 22-16,3-2 10 0,-6 1 16 0,3-2 23 16,0 6 11-16,-4-1 10 0,4-1 13 0,4 8 16 15,-4-2 18-15,3 1 15 0,-3 4 9 0,0-2 4 16,0 6-2-16,7-1-6 15,-4 1-2-15,-1 2-17 0,7 2-10 0,-4 0-16 16,-5 3-11-16,10 1-6 0,-5 1-16 0,10-1-8 16,-15 3-10-16,25 7-8 0,-13-3-2 0,4-1-6 15,4 3-3-15,-3 6-3 0,2-3 2 0,-2 3-5 16,1 1-6-16,2 6-5 0,-2-6-4 0,2 5 2 16,-2 1-1-16,1 3-1 0,-5 0-5 0,1 4-24 15,-5-7-36-15,0-3-45 0,-5 3-39 0,3-3-29 0,-6 2-43 0,0-2-47 16,-2 1-54-16,0-2-39 0,-2-3-34 0,0 3-202 15,2-4-630-15,-6-6 280 0</inkml:trace>
  <inkml:trace contextRef="#ctx0" brushRef="#br0" timeOffset="6600.58">25120 1146 43 0,'6'-8'358'0,"-4"-1"6"0,1 2-3 15,-1 1-4-15,5 1-9 0,-6 0-19 0,-1 5-23 16,0-7-16-16,0 7-47 0,2-7-31 0,-2 7-25 15,0 0-18-15,0 0-14 0,0 0-17 0,0 0-15 16,-3 21-10-16,3-11-10 0,1 0-9 0,3 6-10 16,-3-1-12-16,7 0-2 0,-4-2-5 0,1 2-9 15,5-1 0-15,-5-4-8 0,5 1-7 0,-2-5-4 0,2 0-7 0,0 1-15 16,0-2-8-16,3-1-7 0,0-4-12 0,-6 0 4 16,-7 0-3-16,23-4 5 0,-15-5 12 0,5 0-9 15,2-1-5-15,-10-1 4 0,5-5 1 0,-5-3 6 16,5 3-3-16,-3-3 4 0,3 0 0 0,-5 0 6 0,3 2 12 15,-3-2 13-15,1-4-5 0,1 4-7 16,-2 6 12-16,0-7-3 0,3 6 4 0,-4 2 1 0,-3 4 0 0,6-3-7 16,-5 5-6-16,1 3-8 0,-3 3-9 0,3-7-4 15,-3 7 3-15,0 0-5 0,0 0 1 0,15 10 2 16,-10-4-4-16,0 5 0 0,2 2-4 0,-2 2 2 16,3-3-9-16,-3 4-15 0,5-1-2 0,-2 10-3 0,5-6 8 15,-6-2-9-15,1 0 3 0,2-2 1 16,-3 0 4-16,-1-1-2 15,3-2 9-15,-4-4-4 0,4-1 6 0,-4-1 8 16,4-2 7-16,-4-2 2 0,-5-2 5 0,16-4 29 16,-6-1 16-16,3-4 6 0,2 0 15 0,-6-5 12 15,5-1 15-15,1-1 10 0,-3 1 3 0,3 0-3 16,-5 0-6-16,3 1-5 0,0 1-3 0,-6 1-7 0,4-1-4 16,3 4-13-16,-6-5-10 0,4 6-7 15,-6 0-3-15,4 0-9 0,-5 2-8 0,3 1-8 0,-4 4-3 0,-4 1-8 16,18 0-28-16,-18 0-43 0,15 4-32 0,-7 3-27 15,-1 2-41-15,3-5-32 0,-2 5-44 0,-1-3-35 16,-1 7-41-16,-3-8-39 0,4 4-35 0,5-1-32 16,-4 2-247-16,8-7-713 0,-2 4 317 0</inkml:trace>
  <inkml:trace contextRef="#ctx0" brushRef="#br0" timeOffset="6769.84">25853 700 143 0,'-18'-22'532'0,"-1"1"-2"16,-2-6-36-16,-1 3-47 0,6 2-44 0,1 8-42 16,3-3-37-16,2 7-37 0,-9-4-35 0,4 4-43 0,-8 2-66 15,3 7-79-15,-10 0-82 0,-2 2-88 0,-2 7-72 0,-13 2-82 16,-2 8-86-16,-1 0-202 0,-3 0-591 0,-2 3 261 16</inkml:trace>
  <inkml:trace contextRef="#ctx0" brushRef="#br0" timeOffset="8458.54">15651 2022 160 0,'0'0'192'0,"0"0"-11"16,-9 0-12-16,9 0-8 0,0 0-8 0,0 0-12 16,-10 2-9-16,10-2-11 0,0 0-8 0,0 0-12 15,0 0-8-15,0 0-8 0,0 0-9 0,27-8-9 0,-14 8 0 0,4-1-4 16,2 1-7-16,1-2-8 0,0-1-1 0,10 0-3 15,1 3-6-15,3-4-1 0,4 2-7 0,5-2-4 16,1 2 0-16,3 0-4 0,-3 2-1 0,6-3-3 16,-2 3-3-16,0-1-2 0,2-2 0 0,-1-2 1 15,-1 5 1-15,2 0-4 0,-4-3-3 0,2 2-1 16,0-5-2-16,2 3 2 16,1-2 1-16,-3 3-2 0,7 2-1 0,-4-7-1 15,2 0 2-15,-3 4-2 0,9 0-1 0,-7-3-3 16,1 3 3-16,3-2-1 0,-1 2 3 0,4-2-4 15,-4 0 0-15,4 3 0 0,-1 1 0 0,0-3 2 16,0 2 0-16,7 1 0 0,-6-3-3 0,4 1 2 16,-5 2-4-16,-7 1 3 0,9-3 1 0,-7 0 0 15,0 3 0-15,-2 0-1 0,4 0 1 0,-4-2 0 0,4 4-1 0,-7-2-2 16,1 2 0-16,-4-2 1 0,5-2 0 0,-5 4 0 16,4-4 2-16,-4 2 0 0,1 0-1 0,1 0 2 15,1 3-1-15,-4-4-1 0,8 2 0 0,-6-1-1 0,4 3-3 16,-1-6 5-16,9 2-3 0,-5 1 2 15,7 0 1-15,-4 1 0 0,4-1 3 0,-1 4-3 16,-3-4 1-16,7 0-3 16,-5 0-1-16,3 0 0 0,1 0 4 0,-1 0-3 15,2 0 1-15,0 0 0 0,1 2-1 0,-4-4 0 16,1 2 0-16,-3-4 3 0,2 4-2 0,-1 0 0 16,22-1-3-16,-29 1 5 0,-1-2 0 0,0 0-3 0,1-2-1 15,5 1 1-15,-9 2-1 0,4-1 0 16,-3 1 2-16,1-4 1 0,-4 3 1 0,4 1 0 15,-5-2-2-15,-1 3-1 0,1-1 1 0,-3-1 2 0,4 4-3 0,-10-2 1 16,9-4 0-16,1 4 1 0,4 0-1 0,-7-3 0 16,2 6 1-16,4-3 1 0,-6 0-1 0,4 0-1 15,-1 0-1-15,-3 0 0 0,2 0 3 0,0-4-3 0,3 4 1 16,-2 1 0-16,-1-2-2 0,-1 1 0 0,8 0 4 16,-8-4 0-16,6 5-1 0,-7-2-3 15,0-1 2-15,-12 4-1 0,4-2 1 0,12-2 1 0,-1-3-3 0,-13 10 2 0,12-5-1 16,-14-5 0-16,15 2 3 0,-4 3 0 15,-6 0-3-15,11-1 2 0,-14 1 0 0,1-3-2 16,1 2 0-16,10-1-2 0,-4 4 2 0,6-2-3 0,-1-2 6 16,-11 2-3-16,11 2 0 0,-13-4-1 0,14 4 5 15,2-2-6-15,-6 0 3 0,9-2 0 0,-19 2-2 16,15-2 4-16,-7-1-5 16,9 2 2-16,-1 1 3 0,-2 0-4 0,2 0 2 15,1-1-1-15,-4 2 5 0,1-1-2 16,2-1-2-16,-2 1 1 0,2-5-3 0,1 10-1 0,-2-10 1 15,2 3-1-15,1-1 2 0,0 3 2 0,-4-1-2 16,1-1 0-16,3 2 2 0,-1-1-3 0,-2 1 1 16,3-3 1-16,-6 2-2 0,6-1 4 0,-8 0-1 15,10 2 14-15,-4-3 12 0,-4-4 0 0,3 7-3 0,0 0 1 0,7-2-5 16,-6-1 0-16,1 2 1 0,-2-1-2 0,0 1 5 16,-2-2-2-16,2 2 0 0,-1-1-2 0,-4 2-1 15,2-5 0-15,6 3 0 0,-3 2-6 0,-2-2 3 16,2 2-6-16,-5-5 5 0,2 2 0 0,-2 8-4 15,2-7 4-15,-11 2-5 0,3 0 5 0,6-3 0 16,-10 3-1-16,3 3 4 16,1-1-1-16,-1 1 5 0,-1-1 2 0,-4-2 0 15,17 2 2-15,-15 1 0 0,15-6 2 0,-14 3 9 16,4-2 3-16,-7 2 1 0,5 0 1 0,-1 0 3 16,0 0-1-16,-4 0-8 0,3-2-5 0,-3 2 8 15,0 0-8-15,-1-3-5 0,-12 1 0 0,6 2-2 16,-6-4-3-16,-3 4-2 0,-4-3-2 0,1 0-3 15,1 2-3-15,-8-1-29 0,5 0-47 0,-10 2-57 0,7-4-77 0,-1 1-96 16,-6 3-265-16,-6-10-604 0,6 10 267 0</inkml:trace>
  <inkml:trace contextRef="#ctx0" brushRef="#br0" timeOffset="75505.77">27907 2059 301 0,'0'0'314'15,"2"-7"-8"-15,-2 4-11 0,0 3-13 0,1-12-7 0,-1 12-16 0,-1-8 6 16,1 8-17-16,0-5-10 0,0 5-12 0,0 0-14 16,0 0-12-16,0-8-10 0,0 8-17 0,0 0-16 15,-2-6-9-15,2 6-14 0,0 0-8 0,0 0-13 16,0 0-5-16,0 0-11 0,-7-3-12 0,7 3-8 15,0 0-16-15,-8-4-4 0,8 4-8 0,-15-6-5 16,2 4-5-16,-4-3-5 16,-1 3-1-16,0-1-7 0,-2-4-3 0,-3 3-10 15,3-2 10-15,-1 1-3 0,-4 1 1 0,10-1-6 16,-3 1 3-16,1-2-2 0,2 3-4 0,9 1 4 16,-4-1-6-16,-4 1 3 0,14 2 5 0,-8-2-11 15,8 2-3-15,-11-5 1 0,11 5-7 0,-9-1 3 16,9 1-7-16,-5-3 1 0,5 3-3 0,0 0-6 15,0 0-3-15,0 0-8 0,0 0-8 0,0 0-17 0,0 0-4 0,0 0 5 16,0 0 4-16,-15 8 5 0,15-8 4 0,4 8-1 16,-4-3 9-16,-4 4 4 0,4-1 0 0,-3 1 4 15,3 1 3-15,0 5-2 0,0-2-1 0,-2 4 11 16,2 1-10-16,-3-2 13 0,3 7-5 0,3-4 0 0,-6 5-2 16,3 2 9-16,3-2-1 0,-3 3-4 15,-3 0 2-15,6 1 2 16,-3 4 0-16,2-2 0 0,-2-3 2 0,0 3 4 15,3-2-8-15,1 2 7 0,1-3-3 0,-2 2 2 16,-3 1-1-16,3-3 8 0,-1 0-6 0,5 0-3 16,-6 1 1-16,3-2 4 0,2 2-2 0,-6-2-3 15,5 2 1-15,2-1 4 0,-6 0-3 0,8-1 4 0,-8 5-3 16,3-7-2-16,6 2 2 0,-5-1 1 16,1 0-5-16,-3-5 3 0,4 4-2 0,1-5 5 0,-4 0-1 0,1 1-4 15,-2-1 5-15,4-3 1 0,-4 7-2 0,2-5-2 16,-2 0 12-16,4 1-12 0,-7-2 4 0,5 1-3 15,3 0 17-15,-6 0-23 0,3-1 2 0,-5 2 0 16,0-1 2-16,1 3 3 0,8-6-3 0,-9 5-2 0,5-1 0 16,-4-4 0-16,-1 6 2 0,3-3 2 0,-3-2 4 15,4 1-7-15,-3 2 11 0,-1 3-14 0,0-3 4 0,5 5 4 0,-3-5 3 16,-2-2 1-16,3 2-7 0,1 1 4 0,-4-3-4 16,5 0-5-16,-5 1 12 0,1 1-5 15,1-2 7-15,-2-2-1 0,0-3-12 0,3 5 5 16,-1-2-8-16,-2 0 10 0,0 2-2 0,7-3-4 0,-6 4 5 15,-1-7-5-15,0 7-2 0,2-8 8 0,-2 10-2 16,3-5 4 0,-3 1-10-16,2-4 7 0,-2 5 3 0,10-2-14 0,-10-3 11 15,0-2 4-15,3 5-4 0,-1 0 4 0,-2-4-1 16,0 1 0-16,6 0-3 0,-6-1 1 16,2 1 0-16,-2-5 0 0,0 2-4 0,2 3-1 0,-2-6 7 15,3 3 1-15,-1 2-4 0,-2-4-10 0,0 2 15 16,1 0-9-16,-1-2 2 0,5 0 10 0,-5 1-7 15,2-3 3-15,-2 4-3 0,0-1 4 0,0-6-4 0,0 6 3 0,0-1-1 16,0 1-1-16,5-4-3 0,-3 4 0 0,-2-2 2 16,1 0-4-16,-1 1-1 0,0 0 4 0,0 0-2 15,0 2 1-15,3 0 1 0,-3-3-4 0,0 2 8 16,0 0 0-16,4-1-1 0,-4 0-2 0,1 1 2 16,3 0 2-16,-3 0 1 0,1 0 5 0,-2-4-4 15,2 7 3 1,1-6-3-16,0-2 0 0,1 4 2 0,-1 1 4 0,-1-4-3 15,1 1-1-15,-3-5 1 0,8 7 1 0,-6-3-2 16,1 0 0-16,5 3 0 0,-1-3 4 0,1-1-4 16,1-2-6-16,-1 3-11 0,2 0-19 0,6 0-25 15,1-4-37-15,6 2-35 0,0 0-45 0,5-2-50 16,4 0-63-16,11-7-69 0,-7 2-261 0,11-2-661 16,2-8 293-16</inkml:trace>
  <inkml:trace contextRef="#ctx0" brushRef="#br0" timeOffset="76639.86">29036 1970 184 0,'-2'-7'282'0,"-3"5"-7"0,-3-5-15 16,5 4 0-16,3 3-9 0,-4-7-9 0,4 7-20 0,0-8-19 16,0 8-22-16,0 0-18 0,0-9-15 0,0 9-18 15,2-4-14 1,-2 4-9-16,3-4-14 0,-3 4-6 0,10-8-16 16,-5 4-2-16,5 2-10 0,-3-3-5 0,8 4-6 0,-7-2-6 15,7-1-2-15,-4 2 4 0,3 2-12 0,2-2-7 16,-1-1-3-16,0 3-2 0,1-1-5 0,3 2 1 15,-8-1 10-15,2 3-12 0,1-1-8 0,-4 0 22 16,3-1 0-16,0 2-11 0,-5 0-3 0,6 2 0 16,-4-2-2-16,-4 1 1 0,7 2-6 0,-3 1-1 0,-1 1-3 15,-3-1 4-15,-1 5-8 0,0-2-2 0,2 6 2 0,-1-3 0 16,-1 5 3-16,-5 2-6 0,2 1 4 0,5 4-2 16,-6 2 2-16,3 4-2 0,-3-3 0 0,-1 11 3 15,0-8-3-15,0 10 8 0,9 6-6 0,-9-3-3 16,0 0 4-16,1 1-1 0,4-3 0 0,3 1-2 15,-6 6 2-15,5-5 1 0,-1 0 5 0,3 3-8 0,-4-5 4 16,5 4-4-16,-5-2 1 0,3-4 0 0,-2 2 0 0,8-3-1 16,-13 0 9-16,8-8-9 0,-3 1 7 0,2-2-8 15,-3 1 6-15,2-2-3 0,-4-1-1 0,4 3 2 16,0-8 4-16,-1 1-7 0,-4 2 7 0,3-6-5 16,-3 7 0-16,2-5 3 0,0 2-5 0,-4-4 1 15,5 3 4-15,-5-6-4 16,6 2 5-16,-2 3 4 0,1-4 1 15,-4 1-4-15,3-1 4 0,1 1-3 0,-4 1 0 16,4-1 2-16,-1 0 0 0,2 8-2 0,-1-11 8 0,0 3-2 16,2 0 7-16,-2-1-10 0,-2-1 6 0,5-2-5 15,-1 2 2-15,-1 0 3 0,-2-3-8 0,2 6 4 16,1-10-3-16,-4 9 0 0,2-7-2 0,-5 1 3 16,9 1-3-16,-9-4 7 0,5 2-10 0,-4-3 3 0,1 0-1 0,0 0 4 15,2-1-9-15,-4-1 2 0,0-1 4 16,4 0-4-16,-4 0 1 0,0-6 1 0,0 9 13 0,0-2-12 15,0-7 6-15,-4 8-1 0,4-8 0 0,0 7 13 16,-4-2-12-16,4-5 3 0,-4 6-5 0,-2-2 3 16,1 1 1-16,0 0-6 0,-5-3 18 0,-2 1-15 15,-4 1-13-15,-6-3-22 16,2-1-38-16,-10 0-40 0,-1-1-51 0,-19-3-60 16,6-3-88-16,-8-8-292 0,3 3-642 15,-4-8 284-15</inkml:trace>
  <inkml:trace contextRef="#ctx0" brushRef="#br0" timeOffset="77241.39">28311 2323 148 0,'0'0'308'0,"0"0"-7"0,-7-1-16 15,7 1-11-15,-3-6-16 16,3 6-12-16,0 0-14 0,0 0-8 16,0 0-17-16,0 0-16 0,0 0-6 0,0 0-12 15,0-7 2-15,0 7-27 0,0 0-7 0,0 0-21 0,0 0-8 16,18-5-9-16,-10 3-11 0,2-1-9 0,0 2-14 15,2-1-11-15,4 1 2 0,3-2-13 0,-3 2-40 16,7 2-42-16,-8-2-37 0,7 1-43 0,-7 0-44 16,-2 1-53-16,3-2-55 0,-2 1-55 0,-6-2-190 0,7 2-552 15,-4 0 244-15</inkml:trace>
  <inkml:trace contextRef="#ctx0" brushRef="#br0" timeOffset="77611.17">28423 2816 143 0,'0'0'215'0,"-5"2"-2"0,5-2-2 16,0 0-8-16,-10 5 0 0,10-5-12 0,0 0-11 15,0 0-7-15,0 0-7 0,-5 3-17 0,5-3-9 16,0 0-13-16,0 0-11 0,0 0-10 0,0 0-7 16,0 0-9-16,0 0-11 0,0 0-11 0,0 0-1 0,0 0-4 0,0 0-8 15,20 4-5-15,-10-2-4 0,5-2-6 0,-5 5-6 16,2-5-1-16,6 1 1 0,-2 2-8 0,-1-2-2 15,5 1-37-15,-5-2-30 0,-2 0-42 0,4-2-51 16,-6 4-47-16,8-5-52 0,-9 3-207 0,0-3-479 16,3-2 213-16</inkml:trace>
  <inkml:trace contextRef="#ctx0" brushRef="#br0" timeOffset="78043.45">28511 3278 91 0,'0'0'207'0,"-7"4"-7"0,7-4-5 0,0 0-8 16,0 0-12-16,0 0-8 0,0 0-14 0,0 0-7 0,0 0-5 0,0 0-5 15,0 0-8-15,0 0-4 0,-5 4-11 0,5-4-8 16,0 0-10-16,0 0-8 0,0 0-6 0,0 0-8 16,0 0-11-16,20 2-2 0,-11 0-5 0,-1-1-8 15,5-1-2-15,0 3-3 0,6-3-7 0,0 0-6 16,-4 1-13-16,9 1-26 0,4-2-29 0,-5 0-44 16,-2 0-52-16,4 0-47 15,-3 0-61-15,-2-2-142 0,8 2-415 0,-12 0 184 16</inkml:trace>
  <inkml:trace contextRef="#ctx0" brushRef="#br0" timeOffset="78444.48">28600 3768 9 0,'0'0'348'0,"0"0"-21"0,0 0-15 16,0 6-33-16,0-6-9 0,0 0-2 0,0 0-12 15,0 0-19-15,0 0-12 0,0 0-23 0,0 0-20 16,0 0-4-16,0 0-35 0,0 0-15 0,0 0-10 16,15 3-17-16,-15-3-9 0,19-2-8 0,-6 2-13 15,2 0-28-15,0-1-39 0,4-2-42 0,5 3-40 16,2 0-46-16,-1 0-53 0,3 0-65 0,-6 3-64 0,-6-3-180 0,6 1-526 15,1 1 233-15</inkml:trace>
  <inkml:trace contextRef="#ctx0" brushRef="#br0" timeOffset="78714">28647 4224 281 0,'0'4'282'0,"-4"1"-15"0,4-5 3 0,0 0-16 0,0 0-8 0,0 0-20 16,0 0-20-16,0 0-10 0,0 0-21 0,0 0-15 15,15 3-18-15,-6-3-15 0,6 3-17 0,-1-3-9 16,18 0-11-16,-12 0-26 0,10-3-56 0,-1 1-72 15,4 1-95-15,1-2-106 0,-1 0-189 0,-2-3-490 16,4 4 217-16</inkml:trace>
  <inkml:trace contextRef="#ctx0" brushRef="#br0" timeOffset="115407.61">3909 2914 405 0,'-7'-15'443'0,"6"7"-3"0,-4-3-17 16,5 3-15-16,-4 0-16 0,-1 1-21 0,4 2-29 16,1 5-34-16,-5-10-35 0,3 6-29 0,2 4-29 15,0 0-29-15,0 0-23 0,0 0-16 0,0 0-14 16,0 0-15-16,-2 26-11 0,4-11-11 0,0 4-9 15,3 5-10-15,1 3-6 0,-2 1-6 0,-3 4-7 16,4-3-7 0,2 2-5-16,-4-1-5 0,1 2 2 0,-3-4-7 15,4 2-5-15,0-2-1 0,0-1-11 0,-2 0-41 0,2-7-45 16,0-1-51-16,-3-4-48 0,1-1-27 0,-3-4-28 16,2 0-38-16,-2-2-31 0,2-3-67 0,-2-5-339 15,8 3-754-15,-8-3 333 0</inkml:trace>
  <inkml:trace contextRef="#ctx0" brushRef="#br0" timeOffset="115645.9">3785 2832 334 0,'-2'-7'407'0,"-6"-7"-5"16,8 6-14-16,-2-1-22 0,2-2-24 15,2 0-28-15,-2 1-24 0,2 0-30 16,6 0-30-16,-3 1-24 0,10-3-17 0,-5 1-26 15,9 1-14-15,-2 1-17 0,1-3-16 16,9 3-6-16,2-5-15 0,5 4-27 0,-5 1-29 16,1-3-37-16,0 6-28 0,1 0-31 0,3 3-25 0,-3-2-22 15,-8 1-31-15,-1 1-36 0,-4 2-41 0,0 2-36 16,-1 2-35-16,-4 1-24 0,-3 1-190 0,-4 1-537 16,-2-2 238-16</inkml:trace>
  <inkml:trace contextRef="#ctx0" brushRef="#br0" timeOffset="115830.8">3978 2980 135 0,'-1'5'225'0,"1"-5"2"0,-10 2-9 0,10-2-7 0,0 0-20 0,-3 5-16 16,3-5-14-16,0 0-17 0,0 0-7 0,0 0-14 0,0 0-14 16,24 2-6-16,-14-2-14 0,5-2-9 15,2-1-8-15,1 3-28 0,-1 0-45 0,4-1-50 16,2 0-47-16,7 1-60 0,-10 0-198 0,8 1-386 15,-2-1 170-15</inkml:trace>
  <inkml:trace contextRef="#ctx0" brushRef="#br0" timeOffset="116583.36">4127 3244 110 0,'-13'5'234'0,"8"0"-21"0,5-5-10 0,-8 2-11 0,8-2-8 0,-8 3 4 16,8-3 4-16,0 0-5 0,0 0-7 0,20 8-15 16,-9-8-16-16,4-3-13 0,5 3-12 0,13-3-14 15,-2-2-10-15,-1 3-10 0,3-5-6 0,12-3-9 16,-10 5-10-16,0-2-5 0,6-2-7 0,-6 1-5 16,1 0-4-16,-3-3-10 0,-1 0-12 0,-6 3-6 15,2-8-6-15,-3 6-4 16,2-3 0-16,-13 1 2 0,5 1-1 0,-1-1 0 15,-12-3-2-15,8 3-1 0,-6-1 5 0,-1 3-5 16,-6 0 6-16,6 1 9 0,-7 1 6 0,0 0 5 16,-7 1-2-16,6 0 11 0,-6 2 1 0,-1 1 4 15,-6-2 0-15,8 1-1 0,-7 5-1 0,-1 0-1 16,-4 3-11-16,3-3 1 0,-1 5-4 0,-2-3-4 16,3 5-5-16,-2 1 6 0,2-1-4 0,0 3-10 0,7 1 0 0,-4 1 5 15,4 2-5-15,2 0-8 0,4-6-2 0,2 10-5 16,3-6 0-16,7 3-9 0,5-3-6 0,3 0-14 15,10 0-15-15,2 0-30 0,13-5-30 0,4-5-34 16,1-1-21-16,1-2-18 0,-1 1-14 0,8-7-11 16,-4-1 8-16,-1-3 14 0,-5 3 14 0,-1-6 17 15,-15 2 17-15,11-4 25 0,-9 2 40 0,-3 1 36 0,-9 5 36 0,-3-4 43 16,-2 1 45-16,-2 3 14 0,-8 0 12 0,-3-1 8 16,-4 0 4-16,2 1 2 0,-8 1 0 0,-2-1-4 15,-5 4-5-15,0-1-2 0,-3 2-9 0,0 1-4 16,-12 2-13-16,2 1-9 0,3 0-8 0,-3 7-9 15,-2-1-2-15,3 1-13 0,11-1-4 0,-7 2-4 16,6 4-5-16,-1 0-4 16,3-4-18-16,0 9-9 0,9-6-14 15,-3 3-8-15,8-3-5 0,-1 0-3 0,4-1-1 0,-1-3-5 16,3 3 0-16,4-5-11 0,2 3-7 0,0-1-3 16,6-7-2-16,1 3-1 0,6-5 3 0,-2 1 4 15,-2-3 7-15,7-1 3 0,-9-1 3 0,3-4 5 16,1 3 13-16,1 0 24 0,-6-3 25 0,1 1 24 15,-2 1 23-15,-2 3 32 0,-3-4 28 0,-4 4 25 0,4-3 22 16,-3 3-7-16,-4 1-6 0,2-3-14 0,0 3-14 16,-5 3-19-16,0 0-17 0,10-3-20 0,-10 3-6 0,0 0-11 15,0 0-4-15,0 0-7 0,15 7-9 0,-10-2-1 16,5 1-6-16,-3-2-3 0,4 1-7 0,2 1-5 16,2 3-12-16,0-3-19 0,7 0-15 0,-7-2-25 15,4 3-29 1,6-6-39-16,-3 2-24 0,8-3-25 0,-4 0-30 15,-1-1-38-15,6-2-31 0,-4-4-33 0,-4-2-41 16,5 1-267-16,-8-3-645 0,-3-1 285 0</inkml:trace>
  <inkml:trace contextRef="#ctx0" brushRef="#br0" timeOffset="116795.01">5809 2488 289 0,'-8'-15'355'0,"1"2"11"0,-1 6 16 16,1-4-9-16,2 2-14 0,4 2-34 0,-6 0-34 15,4 2-33-15,3 5-30 0,0 0-28 0,0 0-20 16,0 0-20-16,0 0-12 0,3 24-18 0,4-11-12 0,-1 4-9 16,1 10-7-16,-4-2-13 0,7 5-10 0,0 3-8 15,-3 4-5 1,8 9-23-16,-9-6-32 0,7-1-33 0,-3 0-36 16,-1-9-30-16,2 9-14 0,-3-9-24 0,-1-2-32 15,3-1-39-15,-10-7-45 0,5-2-43 0,3-2-51 16,-6-1-184-16,-2-3-563 0,0-2 249 0</inkml:trace>
  <inkml:trace contextRef="#ctx0" brushRef="#br0" timeOffset="117265.09">5781 2865 156 0,'-2'-1'323'16,"-4"-4"-9"-16,6 5-19 0,-7-6-18 0,7 6-14 15,0-5-17-15,0 5-25 0,0 0-25 0,13-10-23 16,-9 9-18-16,-4 1-12 0,21-4-16 0,-1 3-9 15,-5 1-14-15,6-3-10 0,-1 0-9 0,3 2-11 0,1-6-3 0,0 6-9 16,-2 0-11-16,6-1 1 0,-6 2-7 0,-3 0-6 16,5 0-7-16,-6 0-4 0,2 2 1 0,-4-1-4 15,2 0-5-15,-8 6-2 0,5-6-2 0,0 5-3 16,-8-1-1-16,8 6 0 0,-7 0-5 0,2 2 0 16,1 1 5-16,-6 3-4 0,5-1-4 0,-5 2-3 15,4 2 3-15,-3-2 2 16,1 1 0-16,3 3-4 0,-7-4 0 0,5 2 6 15,-4-4-7-15,4-1 0 0,-3-3 2 0,-3-1 3 16,3-2-3-16,1-2 13 0,-3 0-8 0,2-3 0 16,4-3 19-16,-9-1 0 0,0 0 16 0,16-4-1 15,-11-2 6-15,3-1 6 0,-3-3 0 0,2-2 11 16,1-4 12-16,-3 4 6 0,-1-6 9 0,6 1 10 16,-5 4 4-16,3-6 16 0,-2 2 11 0,1 0 6 0,0 6 0 0,-6-6-12 15,8 8-9-15,-3-4-13 0,-6 2-11 0,8 2-3 16,-8 3-18-16,2-2-6 0,3 4-14 0,-5 4-28 15,2-8-41-15,-2 8-34 0,0 0-15 0,0 0-16 16,0 0-35-16,0 0-31 0,20 12-22 0,-12-4-5 16,-3-1-14-16,-2 4-17 0,4-3-24 0,-1 0-17 15,1 3-34-15,1-5-25 16,-8 4-24-16,9 1-14 0,-9-7-185 0,6 5-571 16,-4-1 252-16</inkml:trace>
  <inkml:trace contextRef="#ctx0" brushRef="#br0" timeOffset="117681.76">6673 2958 57 0,'5'-5'207'0,"0"1"11"0,2 1-2 0,-2-2-3 16,-5 5-10-16,11-4-10 0,-8 1-14 0,-3 3-14 0,9-3-10 15,-9 3-19-15,0 0-15 0,11 0-14 0,-11 0-11 0,10 3-9 16,-1 0-10-16,-5 0-4 0,3 0-11 0,-2 2-5 16,5 4-6-16,-5-2-2 0,5-3-5 0,-5 5-3 15,5 1-7-15,-4-2-3 0,1 4-2 0,1 0-3 16,-3-2-17-16,2 3-14 0,-2-7-13 0,-2 3-12 15,-1 0-10-15,4 0 0 0,-4-2-1 0,-2 3-1 0,0-5 8 0,0 2 2 16,0-7 5-16,-10 5 2 0,10-5 5 16,-5 7 3-16,5-7 3 0,0 0 2 0,0 0 7 0,0 0 10 15,-6-17-1-15,6 17 7 0,6-17 8 0,-1 7 7 16,5-1 8-16,-3-2 7 0,6-4 5 0,4 2 8 16,-3 1 13-16,0-1 11 0,1 1 10 0,-2 1 13 15,2-4 15-15,-5 5 19 16,5 0 25-16,-4 0 26 0,-4 4 20 0,1 1 15 15,-3-1 17-15,2 3 4 0,-2-2 1 16,-4 3-22-16,1 0-20 0,-2 4-24 0,0 0-20 16,-3-14-17-16,3 14-17 0,-10-2-15 0,10 2-11 0,0 0-10 15,-17 8-11-15,12-5-14 0,-3 3-12 0,5 4-29 16,-6-1-30-16,8 3-27 0,-4-1-27 0,3 4-24 16,2 1-37-16,7 3-31 0,-6-8-25 0,8 6-24 0,5-2-16 0,1 1-25 15,0-2-46-15,7 4-45 0,6-5-46 16,0 3-293-16,-5-3-729 0,9-3 323 0</inkml:trace>
  <inkml:trace contextRef="#ctx0" brushRef="#br0" timeOffset="118051.56">7678 2706 143 0,'0'-12'406'15,"0"1"4"-15,0 6-21 0,1 0-16 0,-1 5-32 16,5-9-30-16,-5 9-35 0,0 0-35 0,0-8-23 0,0 8-26 16,0 0-20-16,10 17-12 0,-6-8-18 0,5 6-13 0,-2 1-13 15,1 4-11-15,-1 4-12 0,5 3-6 0,-2 5-13 16,-2-4-7-16,5 3-6 0,-3-2-7 0,-2 0-5 0,9-4-1 16,-4 2-6-16,-1-8-8 0,-2 6-6 0,3-6-9 15,-5-4 1-15,0-1-10 0,6 1 1 16,-9-8 2-16,0-1-2 0,-1 5 14 0,1-7-11 0,0-1 4 15,-5-3 11 1,0 0 13-16,19-12 11 0,-16 5 9 0,2-4 10 16,2-4 8-16,1 0 10 0,-2-5 8 0,3-7 4 15,-1-1-1-15,9-11-3 0,-9 0-10 0,3-3-9 0,3 0-10 16,-8 0-6-16,-1 13-4 0,5-8-6 0,-7 5-9 16,1 9-7-16,-1 3-13 0,-1 1-24 15,1 5-28-15,-1-6-36 0,-2 11-47 0,1-6-67 16,-1 11-70-16,0 1-60 0,0 3-46 0,0 0-55 0,0 0-349 0,0 0-821 15,-11 17 364-15</inkml:trace>
  <inkml:trace contextRef="#ctx0" brushRef="#br0" timeOffset="118584.13">8259 2913 165 0,'8'-2'323'0,"-1"1"-16"0,-7 1-16 0,9-7-6 15,-4 3-12-15,4 1-16 0,-8-2-13 0,6 0-21 16,-4-1-19-16,1-2-12 0,1 4-14 0,-5-4 6 0,0 8 0 16,1-10-17-16,1 2-3 0,-2 3-6 0,0 0-7 15,0 5-10 1,0-9-14-16,0 2-11 0,-3 1-16 0,-2-1-7 16,5 7-13-16,-14-1-20 0,4 1 3 0,10 0-5 15,-21 0-7-15,8 1 3 0,-1 4-17 0,-2-2-2 16,8 3-3-16,-9 3-4 0,2-2-7 0,0 8-2 15,4-4-3-15,4 2-8 0,-6 1-13 0,6-1-15 16,7 6-11-16,5-4-2 0,2 0-10 0,1 1-23 16,5-3-16-16,10 4-17 0,-1-8-19 0,8 3-17 0,0 0-26 0,-1-5-22 15,8 1-25-15,6-4-16 0,-2-4-17 0,6 0-3 16,-4-4 4-16,-4-4 10 0,-2 4 17 0,-3-2 18 16,-4-2 26-16,-3-1 23 0,-1 2 45 0,-6-1 48 15,-3 1 53-15,-4-1 50 0,-6 4 30 0,1-1 13 16,-5-2 13-16,-3 3 16 0,0 4 14 0,-7-11 10 0,-1 5 8 15,0 3 8 1,-2 0 1-16,-5 2 11 0,0-1-7 0,-1 2-3 16,-3 2-1-16,6-1-15 0,-3 5-13 0,-1-5-11 15,2 6-6-15,2 2-6 0,0-2-19 0,-1 2-8 16,3 0-12-16,-1 1 1 0,6 2-14 0,4 3 1 16,-6 0-6-16,8-3-9 0,0-1-4 0,0 4-11 15,8-2-14-15,-3-1-14 0,7 0-12 0,1-1-14 16,2 0-44-16,6-6-31 0,-1 2-28 0,10-6-30 0,0-1-22 0,-1-5-22 15,3-2-24-15,-1 1-7 0,11-11-22 0,2 1-10 16,-9-8-21-16,5-9-199 0,-4-1-523 0,-1-8 233 16</inkml:trace>
  <inkml:trace contextRef="#ctx0" brushRef="#br0" timeOffset="118769.03">9189 2690 620 0,'20'-46'134'0,"-2"6"78"16,-6-1 45-16,1 14 37 0,-12 2 46 0,8-1 32 16,-8 4 8-16,-1 7-4 0,0-2-2 0,-1-2-11 0,-6 4-20 0,5-2-25 15,-3 9-34-15,4 1-31 0,-7-1-26 0,1 4-34 16,-1 3-15-16,8 1-20 0,-15 10-16 0,10 0-8 15,-7 3-21-15,9 5-9 0,3 9-11 0,-7 3-10 16,-1 0-9-16,6 15-15 0,2 1-25 0,2-3-19 16,3 6-36-16,2-1-39 0,-4 2-45 0,0-5-49 15,9-2-43-15,-1 1-51 16,-2-7-21-16,-3-7-28 0,3 0-49 0,0-7-60 16,5-4-332-16,-8-4-799 0,11 0 354 0</inkml:trace>
  <inkml:trace contextRef="#ctx0" brushRef="#br0" timeOffset="119301.65">9300 2899 168 0,'-9'-19'312'0,"-4"4"10"0,3 2 2 0,4-2-14 0,-4 3-8 0,-3-8 0 15,8 14-11-15,-2-4 1 0,4 4-15 0,-1-1-25 16,3 2-26-16,-6-2-21 0,7 7-27 0,-5-7-15 16,5 7-28-16,0 0-7 0,13-3-10 0,-13 3-15 15,27 3-5-15,-11 2-16 0,6-3-11 0,-2 5-4 16,10-2-1-16,-1 2-18 0,1 0-6 0,0 2-11 15,-2-5-6-15,-1 3-11 16,1-1-16-16,0 3-13 0,-7-8-3 0,-2 5 10 16,-1-1-25-16,-3 0-5 0,8 1-10 0,-15-1-8 15,4 1 3-15,-6-1-7 0,3 2 6 0,-8-1 7 16,3 1 1-16,-3 0 10 0,-1 0-1 0,0 1 3 16,-1-1 0-16,-3 1 4 0,3 1 6 0,-8-1 2 15,6 0-6-15,1 3-13 0,-4-4 1 0,2-1-6 16,1 1 3-16,3 1 2 0,0-1 4 0,0-2 3 0,3 2 2 0,6 0 7 15,-6-2 1-15,9 2 1 0,-6-3 9 0,9-2-3 16,2-1 4-16,4 0 0 0,-1 2 1 0,-2-6 9 16,2 3 2-16,3 0 4 0,-1-1 8 0,-2 0 5 15,3 1 2-15,-5 0 1 0,4 0 9 0,-3-2-7 16,-2 2 6-16,4 2-3 0,-4-1-3 0,3-1-1 16,-5 0-1-16,0 1-1 15,-2 2 1-15,-5 1-5 0,7 0-3 0,-7 0-5 16,2 0 2-16,0 2 6 0,-3-1-8 0,3 3-4 15,-4-2 2-15,4 0 7 0,-5 3-5 0,2-3-1 16,-1-2 0-16,-4 0-3 0,1 0 4 0,2-1 17 16,0 3 30-16,-5-6 31 0,5 3 37 0,-5-3 32 15,0 0 23-15,0 0 0 0,0 0-8 0,0 0-8 16,0 0-9-16,0-16-4 0,-1 8-12 0,-1-3-11 0,2 1-14 0,-5-4-7 16,5 3-11-16,-2-5-13 0,4 1-16 0,-2-2-31 15,0 2-44-15,0-4-63 0,3 0-81 0,-1 1-89 16,-2-2-79-16,0 1-103 0,-5 2-415 0,2-2-910 15,-4-7 403-15</inkml:trace>
  <inkml:trace contextRef="#ctx0" brushRef="#br0" timeOffset="120019.12">3745 4055 278 0,'-33'0'328'16,"16"1"-7"-16,3 0-10 0,2-1-17 0,2-1-12 16,10 1-10-16,0 0 4 0,0 0-9 0,66 1-15 0,24-3-24 0,59-8-17 15,14 2-18-15,24-6-17 0,12 5-16 0,8-3-15 16,5 4 11-16,10-5 2 0,6-4-1 0,12 2-5 16,0 5-8-16,2 0 0 0,6 2-13 0,-15-7 0 15,-1-1-8-15,1 5-10 0,-16-9-5 0,3 12-11 16,-29-11-8-16,-6 7-10 0,-16-10-4 0,-22 7-8 15,-38 0-8-15,-8 3-2 16,-1-8-7-16,-11 7-7 0,-4 4-3 0,-26-6-4 16,2 3-3-16,-14 3-3 0,-8-6-2 0,-9 9-7 15,-5 0-7-15,-5-2-15 0,-5 4-23 0,-9-1-26 16,4 1-35-16,-3 1-53 0,1-1-56 0,-3-1-61 16,-5 5-62-16,7-3-72 0,-7 3-70 0,0 0-278 15,0 0-797-15,0 0 353 0</inkml:trace>
  <inkml:trace contextRef="#ctx0" brushRef="#br0" timeOffset="129606.9">9042 5218 28 0,'1'-5'308'0,"-1"5"-23"0,0-10-27 0,0 10-22 16,0-7-6-16,0 7-15 0,-1-5-18 0,1 5-16 15,-4-5-27-15,4 5-17 0,-11-2-14 0,11 2-11 16,-32 0-13-16,17 3-7 0,-14 3-2 0,-6 2-3 0,-10 2 2 0,4-1-3 15,-14 4-5-15,2-1 1 0,2-1-1 0,-7 5-2 16,2-4-8-16,1 2 1 0,-1-1-8 0,4 2-1 16,6 2-4-16,1-7-1 0,-4 6-5 0,26-8-9 15,1-3-5-15,7 0-4 0,8-3-4 0,-6 1-10 16,12 5 19-16,1-2-16 0,0-6 6 0,26 8-2 16,9-6 12-1,19 8-17-15,29-5-1 0,5 3-4 0,1-6 2 0,6-1-5 16,-1 3 2-16,-3 1-3 0,-3-2 0 0,-2-3 1 15,-27 4-6-15,4-2-1 0,-1 1 0 0,-8 0-4 16,4 0 1-16,-13 1-14 0,4-2 1 0,-19 0 2 16,-12 2 2-16,1-4 0 0,-3 1 5 0,-6-1 3 15,2 0 7-15,-12 0 1 0,13-1 5 0,-13 1 2 16,0-11 2-16,0 11 3 0,-10-12-1 0,-2 0-1 0,-2 1 4 16,-5 0 6-16,-5-4 12 0,0-2-2 0,-4 4 2 0,-2-8-4 15,-1 6 4-15,1 6 5 0,-3-7-7 0,8 2-3 16,-1 1-4-16,-6 2-4 0,4 0-2 0,7-1-8 15,2 8-4-15,0-4-37 0,5 1-41 0,-1-1-48 16,4 6-48-16,-2 0-36 0,4 2-35 0,-2 0-44 16,11 0-43-16,-17 3-285 0,4-2-649 0,6 2 287 0</inkml:trace>
  <inkml:trace contextRef="#ctx0" brushRef="#br0" timeOffset="129871.45">8820 5051 290 0,'-5'-10'344'0,"3"0"-2"16,0 3 8-16,1-2 3 0,-4 3-24 0,5-1-22 15,0 7-26-15,-2-7-46 0,2 7-23 0,0-6-29 16,0 6-19-16,0 0-25 0,0 0-9 0,0 20-14 16,2-4-9-16,3 2-16 0,-2 9-7 0,4 1-5 15,-1 13-11-15,3-1-2 0,-1 3-9 0,2 3-6 16,3 0-3-16,0 1-6 0,-1-1 0 0,3 1-11 0,1-1 3 0,-6 1-2 15,5-2-8-15,2-1 2 0,-1-1 4 0,-1-1-10 16,0-3 3-16,-2-11-15 0,-6-2-40 0,6 2-45 16,-1-5-30-16,1-1-23 0,-5-5-39 0,1 0-57 15,2-5-57-15,-1-5-65 0,-5-1-213 0,7-2-608 0,-1-4 269 16</inkml:trace>
  <inkml:trace contextRef="#ctx0" brushRef="#br0" timeOffset="130271.01">9902 4917 33 0,'0'-12'366'0,"-3"6"-2"0,0 0 4 16,3-3-14-16,0 9-29 0,0-11-30 0,0 11-38 16,0-7-32-16,0 7-27 0,0 0-21 0,0 0-20 15,-17 15-13-15,10 3-10 0,-1 0-15 0,0 4-12 16,-5 5-14-16,3 2-6 0,3 0-7 0,-4 10-4 15,-4 0-12-15,8-1-5 0,-3 5-1 0,5-12-1 16,2 0-5-16,-4 8-11 0,6-9 5 0,-1 1-8 0,4 1 1 0,-1-3 2 16,7 0-10-16,-1-2 0 0,6-2-4 0,-1 0-1 15,3-5 2-15,6-1-11 0,-1 0-26 0,2-7-41 16,4-4-40-16,2 3-42 0,7-2-32 0,-5-2-75 16,5-5-70-16,-1-1-295 0,-2-1-654 0,1-3 289 15</inkml:trace>
  <inkml:trace contextRef="#ctx0" brushRef="#br0" timeOffset="130571.79">10675 5179 144 0,'2'-5'295'0,"4"3"-10"16,-2-3-11-16,-4 5-17 0,0 0-13 0,5-7-23 15,-5 7-21-15,5-3-19 0,-5 3-20 0,0 0-16 16,0 0-14-16,0 0-14 0,0 0-10 0,-15 12-6 16,2-7-11-16,-2 5 3 0,6-1-5 0,-4 4-3 15,-2 1-2-15,-8 3-1 0,0 1-5 0,0-1-10 16,-2 2-8-16,2-2-6 0,0 1-3 0,1 2-1 0,-3-1-7 0,5 1 6 16,-1 1-18-16,6-8-2 0,0 4-14 0,5-2-25 15,-1-6-30-15,2 1-27 0,3 2-29 0,-4 0-45 16,6-2-55-16,3-2-39 0,1 0-53 0,0-5-181 15,0-3-510-15,5 8 226 0</inkml:trace>
  <inkml:trace contextRef="#ctx0" brushRef="#br0" timeOffset="130793.85">10242 5276 160 0,'0'0'372'0,"-9"-7"-12"0,4 6-21 0,5 1-27 15,0 0-32-15,0 0-29 0,0 0-24 0,0 0-25 16,0 0-9-16,0 0-4 0,18 12-11 0,-8-5-14 0,0 4-19 16,2-1-1-16,3 1-26 0,0 5-9 0,6 1-8 15,2-4-12-15,-1 7-4 0,6-1-11 0,-5 1-7 16,9-2-3-16,-6 2-13 0,1-2-29 0,1-5-30 16,0 2-38-16,2-3-18 0,-4 0-45 0,2 3-65 15,-3-4-47-15,-2-6-69 0,-4 0-274 0,-3-3-611 16,7-1 270-16</inkml:trace>
  <inkml:trace contextRef="#ctx0" brushRef="#br0" timeOffset="131072.51">10756 5091 49 0,'0'-8'397'0,"0"3"1"16,0-5-6-16,5 5-24 0,-3-3-13 0,0 2-14 15,4 1-23-15,4 1-23 0,0 0-27 0,2 2-22 16,7 2-27-16,3 2-12 0,3 2-17 0,-4 0-24 16,6 7-18-16,-1 2-9 0,2 2-20 0,1 0 0 15,-1 5-23-15,-5 2-8 0,10 7-9 0,-10-7-6 16,-3 1-8-16,5 10-5 0,-2 1-6 0,-10-4-7 0,-3 1-2 0,3 7-6 16,-8-9-2-16,4 4-9 0,-8-5-8 0,-2 4-13 15,-4-2-19-15,-2 1-25 0,0-1-39 0,-2 2-42 16,2-3-38-16,-5-2-29 0,1-5-22 0,2 2-34 15,1-9-59-15,5-5-59 0,0 1-272 0,-4-2-682 16,14-2 302-16</inkml:trace>
  <inkml:trace contextRef="#ctx0" brushRef="#br0" timeOffset="131395.43">11888 5274 205 0,'0'0'453'0,"0"0"-18"0,2-9-15 0,-2 9-10 15,0 0-26-15,0 0-23 0,5-8-31 0,-5 8-31 16,0 0-32-16,3-2-30 0,-3 2-23 0,0 0-23 0,10-2-20 0,-10 2-17 15,15-3-15-15,-5 3-19 0,3 3-10 0,2-6-19 16,7 6-27-16,-4-3-37 0,2 2-39 0,3-2-35 16,0 2-43-16,10-2-32 0,-6 5-41 0,1-3-39 15,-5-2-49-15,-1 1-56 0,-1 2-38 0,-4-2-246 0,1 2-639 16,-2-1 282-16</inkml:trace>
  <inkml:trace contextRef="#ctx0" brushRef="#br0" timeOffset="131573.81">12066 5442 107 0,'-15'4'286'0,"10"1"-11"15,-5-3-20-15,5 0-10 0,-5 3-8 0,10-5-9 0,-5 6-9 16,5-6-4-16,-3 3 4 0,3-3-8 0,0 0-11 0,8 8-25 16,2-4-4-16,-2-3-25 0,4 2-8 0,4 1-15 0,12-3-26 15,-6 3-43-15,8-4-55 0,4 2-69 16,13-1-85-16,1-2-89 0,-12-1-279 0,14-3-564 15,-1-2 250-15</inkml:trace>
  <inkml:trace contextRef="#ctx0" brushRef="#br0" timeOffset="132398.04">13310 4606 126 0,'-8'-3'321'16,"0"-2"-31"-16,-4-3-25 0,-3 1-14 0,-3 0-17 16,-2 3-18-16,-3-1-16 0,-7 1-20 0,-5 1-14 15,12-1-11-15,-12 0-14 0,7 4-6 0,-2 4-11 0,9-4-7 0,-2 4-7 16,5-4-19-16,-1 2-14 0,3-1 0 0,3 0-16 15,1 2 3-15,5-1-13 0,-4 4-7 0,7-3-4 16,-2 2-2-16,-1 0 1 0,7 1-4 0,0-6-1 16,9 16-3-16,-1-9-1 0,10 6 0 0,-1-3-8 15,12 7 6-15,-1 0-5 0,2 1 1 0,8 0-6 16,0 2-6-16,0-1 1 0,-9-1 7 0,-3 0-3 0,4-2-9 0,-4 6-2 16,-1-2 0-16,-2 2 2 0,-1-3-4 0,-6 4 1 15,4-1-2-15,-6 0 5 0,-3-5-14 0,-4 3 12 16,1-1-2-16,-8-1-2 0,0-2 2 0,-3 2-4 15,-7 1 4-15,2-2-1 0,-11 1 0 0,-1 5 1 16,-4-7 0-16,-5 1 2 0,-14 0 0 0,4-1 10 16,-9-3 1-16,8 2 8 15,-1-7 4-15,3 1-2 0,6-3-2 0,4-3-1 16,5-2-2-16,5 4 15 0,1-3-15 0,4-2 1 16,5 1 2-16,8-1 13 0,-15 3-6 0,15-3-6 15,0 0-2-15,0 0 0 0,0 0-14 0,49 4 0 16,-24 1-3-16,12 1 0 0,6 2 1 0,1-1 4 15,3 2-4-15,-4 2 1 0,-2-3-4 0,5 4 21 16,-3 2-20-16,-5-1-2 0,-4 2-3 0,-3-4 5 0,0 5-7 0,-2 3 0 16,-10-3 1-16,-2-3 1 0,0 1-7 0,-4 4 6 15,-7-3-1-15,4 4-1 0,-10 8 2 0,0-7-5 16,-3 1 5-16,-9 2 3 0,1 4-2 0,-1 0-1 16,-3 0 1-16,0-2 1 0,-4-1 5 0,-5 10-1 15,10-8 2-15,-3-2 1 0,-1 2-8 0,5-1 1 0,-1-3 0 16,9 0 7-1,-1-3-5-15,4 1 13 0,2-3-1 0,5 6 10 16,2-7 6-16,6 3-1 0,7 0-3 0,6-3 2 16,7-1-6-16,10-1 1 0,0-2-13 0,10-6-22 15,-1-3-38-15,1 4-26 0,-2-2-39 0,7-6-45 16,-7-3-64-16,-1-4-86 0,3-3-350 0,1-5-711 16,-1-1 315-16</inkml:trace>
  <inkml:trace contextRef="#ctx0" brushRef="#br0" timeOffset="133347.29">14864 5113 30 0,'-1'-4'301'0,"-4"-2"-21"0,5 6-15 0,-15-8-15 15,5 7-9-15,-2-2-17 0,1 3-13 0,-7-1-12 16,-9-3-1-16,1 3-4 0,-4 1-7 0,-2 1-7 15,-2 4 5-15,-4-2 1 0,6 0-19 0,-3 3-5 16,-9 3-10-16,12-4-12 0,-1 3-18 0,0 0-9 16,2-1-6-16,1 5-15 0,5 0-7 0,-3-2-19 15,11-5 5-15,2 3-5 0,0-2-24 0,2 0 4 0,8-2 1 0,4 6-3 16,1-3-4-16,5 1 2 0,9 1-5 0,16 3 3 16,17 3-7-16,6 1-8 0,11-7-2 0,25 5-3 15,-7-3-9-15,5 5-5 0,-1-8-3 0,-1 4-4 16,-22-9-8-16,0 5-13 0,-1-5 3 0,-2 3 18 15,0-7-19-15,-2 4 7 0,-7 1-6 0,-8-3 10 16,-15-1-1-16,-5 0 6 0,-5-1-1 0,-3-5 2 0,-3 1 7 0,-4 1-2 16,-6-4 4-16,-2 1 3 0,-5-1-5 0,-7-4-5 15,-3 0 7-15,-8-7 10 0,-8 1 10 0,-11-4 9 16,-1-3-6-16,-8 3-3 0,0 0 6 0,-1 0-15 16,-1-2 9-16,4 4-3 0,2-2 4 0,3 3-10 15,-1 3 0-15,4-4-6 0,13 11-18 0,-1-1-17 0,11 2-29 16,-2 1-36-1,5-1-33-15,6 5-36 0,-5 0-37 0,9 3-38 16,5 0-46-16,0 0-28 0,0 0-56 0,0 0-187 16,0 0-597-16,33 3 264 0</inkml:trace>
  <inkml:trace contextRef="#ctx0" brushRef="#br0" timeOffset="133579.07">14777 4872 30 0,'-4'-7'378'0,"-4"0"-19"0,5 4-20 16,3 3-32-16,0 0-37 0,-7-10-28 0,7 10-33 16,0 0-18-16,0 0-20 0,0 0-18 0,-3 27-18 15,6-7-7-15,0 5-2 0,1-1 7 0,-1 5-16 16,5 2-5-16,1 9-9 16,-3 2-6-16,-1-1 12 0,7 2-37 15,-4 1 5-15,0 1-7 0,4 2-4 0,3-4-5 16,-5 7 8-16,5-7-21 0,-2-2-3 0,2 0-11 0,-4 0-39 15,1-2-49-15,0-12-41 0,-6 1-69 0,-4-1-98 16,11-1-351-16,-11-8-662 0,11-3 293 16</inkml:trace>
  <inkml:trace contextRef="#ctx0" brushRef="#br0" timeOffset="137525.81">15505 5702 25 0,'0'0'422'0,"0"0"-25"16,-5-7-30-16,5 7-34 0,0 0-39 0,0 0-32 15,0 0-28-15,0 0-29 16,0 0-16-16,0 0-22 0,-2 25-13 0,4-18-16 15,-2 3-5-15,3 1-17 0,-3 4-11 0,0 1-2 16,0 0-13-16,0 3-2 0,0-3-8 0,0 6-8 16,0-3-2-16,0 5-13 0,0-8-5 0,0 7 1 15,0-4-5-15,0 4-11 0,0-5-1 0,0 3-7 16,2-6-29-16,-2 1-48 0,0-7-40 0,0 6-43 16,0-3-57-16,7-2-74 0,-6-5-95 0,6 2-190 0,1-2-594 0,4-5 263 15</inkml:trace>
  <inkml:trace contextRef="#ctx0" brushRef="#br0" timeOffset="137958.1">16114 5055 157 0,'0'-8'334'0,"7"-2"-9"16,-6 1 5-16,1-2 4 0,3 4 6 0,-5-1 1 0,2 1-5 15,-2 1-8-15,3 0-12 0,-3 1-10 16,0 5-12-16,5-7-21 0,-5 7-27 0,0-8-22 15,0 8-26-15,0 0-19 0,0 0-25 0,0 0-21 0,0 0-16 0,0 0-6 16,0 0-17-16,-15 15-11 0,5-3-6 0,2 3-8 16,-6 2-7-16,1-2-4 0,-7 7-4 0,4 2-10 0,-1 5-3 15,1-4-4-15,-4 1-2 0,7 2-5 16,-2-4-4-16,0 6 0 0,5-6-4 0,-3 5 1 16,6-2-7-16,-1 0 2 0,6-9 0 0,2 11-1 0,2-4-1 15,6-7-8 1,-1 6-16-16,6-8-28 0,-3-1-38 0,5 2-51 15,6-2-49-15,7-1-49 0,-6-7-52 0,3 2-63 16,3-5-63-16,0 3-365 0,-3-6-831 0,0-1 368 0</inkml:trace>
  <inkml:trace contextRef="#ctx0" brushRef="#br0" timeOffset="138258.87">16534 5147 287 0,'9'-5'299'0,"-9"5"-11"15,6 0-8-15,-6 0-15 16,0 0-15-16,9-3-18 0,-9 3-21 0,0 0-19 16,0 0-17-16,0 0-17 0,0 0-21 15,0 0-8-15,0 0-15 0,0 0-15 0,0 10 9 0,0-10 4 16,-10 15 2-16,-2-7-7 0,4-1-3 0,-4 2-11 15,2 4-7-15,-5 0 1 0,0 1-16 0,-8 5-10 16,5-2-1-16,-2 2-9 0,-1-1-6 0,-1 0 0 16,6 5-13-16,-4-3 3 0,3 0-13 0,-3 1-27 0,7-9-30 0,2 4-36 15,-3-1-31-15,9-1-38 0,-10-1-50 16,7-1-62-16,2-4-59 0,-1 1-230 0,5-6-586 0,2 6 260 16</inkml:trace>
  <inkml:trace contextRef="#ctx0" brushRef="#br0" timeOffset="138512.79">16218 5186 73 0,'0'0'321'0,"-6"-3"-38"0,6 3-25 15,0 0-4-15,0 0-6 0,0 0-7 0,15 11-9 16,-2-3-14-16,-3 3-15 0,3-1-15 0,0 2-19 0,10 6-9 0,1-2-21 15,-5 4-11-15,5-2-19 0,-3 0-5 0,4 2-11 16,-2-3-3-16,-3 3-11 0,6-2-5 0,-1-3-38 16,-8-2-31-16,4 1-39 0,-1-1-47 0,-5-5-57 15,0 2-74-15,0-6-70 0,-2-1-211 0,-5-1-535 16,7 1 237-16</inkml:trace>
  <inkml:trace contextRef="#ctx0" brushRef="#br0" timeOffset="138791.46">16788 5034 453 0,'-2'-6'506'0,"2"6"-12"0,-2-8-19 16,2 8-29-16,0 0-23 0,-5-5-36 0,5 5-39 15,0 0-37-15,0 0-32 0,0 0-25 0,0 0-26 16,0 0-23-16,20 10-18 0,-11-1-24 0,5-2-14 15,1 7-17-15,0-1-10 0,5 9-16 0,2 0-7 16,-4 2-13-16,3 0-6 0,-1-1-10 0,5 0-5 16,-10 6-8-16,6-2-4 0,-4 0-8 0,-2 0-5 0,-2 0-12 0,-6 0-20 15,4 2-13-15,-9-2-22 0,-2 0-8 0,-7-3-23 16,-1 4-20-16,0-1-36 0,-5 0-22 0,-2-1-43 16,-7-6-30-16,-1 4-18 0,3 1-29 0,-1-6-32 15,-3 1-52-15,8-7-55 0,-2 3-264 0,4-2-714 16,1-3 317-16</inkml:trace>
  <inkml:trace contextRef="#ctx0" brushRef="#br0" timeOffset="139045.34">17367 5700 211 0,'0'0'330'0,"10"6"-24"0,-10-6-22 15,10 2-27-15,-5 0-12 0,5 3-14 0,-4 0-19 16,-2 0-19-16,1 0-18 0,-4 2-9 0,4 3-24 16,0-3-18-16,-1 8-7 0,-4-3-9 0,0-2-12 15,0 2-10-15,0 3-12 0,-4 4-2 0,1-3-8 0,-5 3-11 16,-6 1-30-16,3 1-41 0,-1-4-45 0,-8 3-61 16,4-1-72-16,1-8-92 0,-7-2-192 0,9 3-520 0,-2-2 230 15</inkml:trace>
  <inkml:trace contextRef="#ctx0" brushRef="#br0" timeOffset="139609.18">18554 5203 222 0,'0'0'316'0,"3"-4"-21"16,-3 4-27-16,0-8-26 0,0 8-22 15,-5-8-21-15,5 8-21 0,-13-9-12 0,1 7-22 0,-6-1-11 16,1-2-8-16,1 1-5 0,-4 3-3 0,-11-6-2 15,-3 7 3 1,5-4-6-16,-1 4-1 0,-2-1-4 0,-1 1 0 0,2 1-14 16,-2 0-11-16,3 7-4 0,4-5-11 0,2 1-6 15,6-1-6-15,0 2 5 0,-2-3-16 0,5-1-8 16,5 8 2-16,4-5-10 0,-1 1 3 0,5 1 0 16,2 3 1-16,2-2 1 0,18 4-5 0,-2 4-6 15,14-3 11-15,12 3-9 0,9-2-5 0,2 2 8 16,4-1-11-16,22 2 4 0,-21 0-10 0,-2-6 16 0,5-4-11 0,-2 5-4 15,-5-4-2-15,-3-3-5 0,-1-2 5 0,-9 3-3 16,-10-5-4-16,-5 2 18 0,-7-2-14 0,-2 0 2 16,1 0-2-16,-9-2-3 0,-3 2 1 0,-8 0 5 15,15-5-8-15,-6 3 2 0,-8-2-1 0,-1 4-2 16,-1-15 7-16,-8 6 0 0,-2-5 6 0,-1 2 5 16,1 0 4-16,-11-7 8 15,-3 0-2-15,-1-2 5 0,-4 1 1 0,-8-7-6 16,0 5 8-16,1-1-12 0,3 7-5 0,-4-6-1 15,16 9 2-15,-6-1-8 0,-2 2-3 0,14 4-8 16,-1 0-14-16,0-3-40 0,4 4-40 0,3 4-34 16,2-2-30-16,8 5-33 0,-8-1-22 0,8 1-37 15,0 0-51-15,0 0-282 0,0 0-631 0,0 0 279 16</inkml:trace>
  <inkml:trace contextRef="#ctx0" brushRef="#br0" timeOffset="139878.71">18420 4872 101 0,'-4'-3'358'0,"-1"-1"-32"0,5 4-33 15,-5-7-34-15,5 7-26 0,0 0-18 0,0 0-4 16,7 20-4-16,5-2 4 0,-6-2-2 0,7 8 23 16,-1 3-30-16,3 0-7 0,0 12-5 0,1 2-14 15,3 1-12-15,-3-2-14 0,-1 4-17 0,-2 2-12 16,-4-1-8-16,0-1-13 0,-2 4-10 0,1-1-5 0,-1-3-7 15,-5 2-22 1,3 0 5-16,-5-4-9 0,1 0-56 0,3-12-43 16,-4 9-51-16,-4-10-34 0,4-1-47 0,4-4-66 15,-1-5-91-15,2 1-294 0,3-5-683 0,0-1 302 16</inkml:trace>
  <inkml:trace contextRef="#ctx0" brushRef="#br0" timeOffset="140433.47">18855 5841 450 0,'0'0'479'0,"0"0"-18"16,-2-12-31-16,-1 8-19 0,3 4-15 0,0 0-22 0,0 0-28 15,0 0-33-15,3-10-33 0,-3 10-26 0,0 0-30 0,0 0-25 16,0 0-23-16,15-1-12 0,-15 1-21 0,12 4-17 16,-6 1-12-16,3-2-13 0,-1 3-10 0,-3-1-9 15,0 0-11-15,3 3-6 0,-3 2-7 0,5-2-8 16,-5 1-6-16,-3 1-5 0,1 1-3 0,2 2 3 15,2-1-11 1,-7-2-4-16,0-1-3 0,0 2-3 0,0 1 0 16,-5-3-2-16,3 4-2 0,2-6-2 0,0 0 0 0,0 1-3 15,-5 2-2-15,5-5 9 0,0 1-12 0,0-6 3 16,-3 12-1-16,3-12 7 0,0 6-9 0,0-6 1 16,0 0 3-16,0 0-2 0,-2 6-2 0,2-6-9 15,0 0-12-15,0 0-26 0,0 0-42 0,0 0-60 16,28-11-47-16,-20 6-42 0,2-2-52 0,5 0-55 0,5-6-66 0,-5 2-346 15,7-7-814-15,2 1 360 0</inkml:trace>
  <inkml:trace contextRef="#ctx0" brushRef="#br0" timeOffset="140812.37">19673 5056 354 0,'0'-9'386'0,"-7"2"-22"0,5 1-24 0,2 0-20 0,-5-2-25 0,4 3-31 16,-8 0-32-16,4 2-20 0,5 3-23 0,-16 0-22 15,6 0-16-15,-3 3-21 0,4 2-14 0,-4 4-7 16,-2 1-8-16,0 3-16 0,-1 3-6 0,3 0-3 15,-4 3-14-15,1 5-9 0,1 1 6 0,5 2-10 16,0-2 4-16,-5 4-9 0,2-2-5 0,6-2 1 16,-1 2 0-16,3-3-4 15,3 0-4-15,0 0-4 0,-3 1 5 0,12 2-8 16,-5-5 3-16,3-6 1 0,3 2-3 0,7-1 2 16,-2-4-14-16,9 5-31 0,-1-3 0 0,-1-6-53 15,7 3-27-15,4-5-35 0,-5 1-42 0,6-4-52 16,-7-2-55-16,6-2-51 0,-4-2-225 0,7-2-604 15,-4 1 267-15</inkml:trace>
  <inkml:trace contextRef="#ctx0" brushRef="#br0" timeOffset="141081.93">20245 5103 280 0,'0'0'370'0,"9"-6"-13"15,-9 6-18-15,0 0 7 0,1-6-31 0,-1 6-22 16,0 0-26-16,0 0-27 0,0 0-21 0,0 0-20 16,0 0-17-16,0 0-27 0,-11 18-7 0,2-14-9 0,-2 7-16 15,-2 2-10-15,-1-2-8 0,-1 5-9 16,-3 4-11-16,-3 2-8 0,-3-6-9 0,5 7-5 16,-5 0-8-16,1 0-2 15,5 0-8-15,-2 1-16 0,0-1-35 0,-3-2-27 16,7 6-29-16,2-9-28 0,6-3-26 0,-3 3-18 15,2-3-32-15,1-1-38 0,3-6-42 0,3 3-49 0,4-5-274 16,-2 0-615-16,5-2 273 0</inkml:trace>
  <inkml:trace contextRef="#ctx0" brushRef="#br0" timeOffset="141313.7">19871 5167 289 0,'0'0'276'0,"0"0"-5"16,0 0-5-16,0 0-13 0,0 0-10 0,13 17-4 16,-6-10-13-16,8 1-12 15,-2 4-16-15,2-3-4 0,0 1-27 16,2 7-13-16,-1-4-14 0,6 3-15 0,6 3-15 16,-8 0-14-16,3-2 1 0,0 4-12 0,-2-8-22 0,-6 2-36 15,14-3-42-15,-15 2-43 0,1-4-57 0,-3 5-75 16,6-5-70-16,-5-1-257 0,2-4-558 0,-2 3 247 15</inkml:trace>
  <inkml:trace contextRef="#ctx0" brushRef="#br0" timeOffset="141636.63">20472 5015 291 0,'0'0'480'0,"0"0"-6"0,0-10-24 16,0 10-27-16,0 0-29 0,0 0-32 0,-5-4-36 0,5 4-38 15,0 0-26-15,0 0-32 0,0 0-23 0,0 0-22 16,0 0-16-16,13 16-15 0,-8-8-11 0,5 7-10 16,-3 0-15-16,8 4-9 15,1 2-10-15,-1 1-10 0,2 1-9 0,3 1-5 16,-1 3-9-16,-5-3-6 0,-3-1-6 0,6 4-4 15,-4 0-7-15,-1-1-6 0,-4-1-9 0,5-3-15 16,-11 2-21-16,-2 1-33 0,0-6-27 0,-2 1-34 16,-3-3 5-16,-5 7-52 0,-3-6-34 0,-5 2-21 15,0 3-39-15,-4-3-58 0,-4-5-76 0,-1 4-310 16,4-3-743-16,1 2 328 0</inkml:trace>
  <inkml:trace contextRef="#ctx0" brushRef="#br0" timeOffset="142689.66">21247 5683 97 0,'0'0'358'0,"0"0"-19"15,0 0-21-15,0 0-28 0,0 0-24 0,0 0-19 16,0 0-11-16,0 0-29 0,0 0-24 0,0 0-16 0,0 0-18 15,0 0-11-15,0 0-14 0,19 15-9 16,-19-15-16-16,4 5-10 0,-4-5 7 0,6 6-24 16,-1 0-7-16,-3 0 0 0,0-2-10 0,1 1-1 0,0 1-11 15,-3 0-1-15,0 0-4 16,5 2-5-16,-10-3-2 0,5 3 0 0,-1-1-5 16,-4 0-3-16,-4 1 0 0,4 3-4 0,-6-3-12 15,3-1-22-15,-4-1-31 0,-3 1-32 0,5 0-32 0,-1-2-42 16,-1 3-44-16,5-2-58 0,-4 2-74 0,1-4-167 15,8-1-536-15,-1 2 239 0</inkml:trace>
  <inkml:trace contextRef="#ctx0" brushRef="#br0" timeOffset="143302.84">22028 5314 310 0,'0'0'354'15,"0"0"0"-15,0 0-1 0,0 0 7 0,0 0-10 0,0 0 1 16,0 0-12-16,0 0-10 0,0 0-17 15,0 0-17-15,0 0-19 0,0 0-19 0,0 0-20 16,0 0-17-16,6-4-19 0,-6 4-22 0,0 0-17 0,0 0-18 16,0 0-13-16,0 0-13 0,0 0-17 0,0 0-9 15,0 0-10-15,0 0-9 0,0 0-9 0,0 0-10 0,0 0-8 0,0 0-11 16,17 8-28-16,-17-8-20 0,12 1-28 0,-2 2-32 16,1-2-37-16,-3 2-37 0,9 1-25 0,-9-3-20 15,12 2-26-15,-5 1-27 0,0 0-25 0,1-1-35 16,6-3-38-16,-4 0-27 0,2 1-245 0,-7-2-665 15,9 1 294-15</inkml:trace>
  <inkml:trace contextRef="#ctx0" brushRef="#br0" timeOffset="143657.03">22799 5400 294 0,'0'0'412'0,"0"0"-2"16,0 0-8-16,0 0-7 0,0 0-12 0,0 0-22 15,0 0-31-15,0 0-33 0,0 0-31 0,0 0-21 16,0 0-28-16,0 0-22 0,0 0-21 0,0 0-24 16,0 0-16-16,10 3-27 0,-3 0-42 0,-7-3-40 15,8 1-46-15,-1 4-47 0,6-3-34 0,-7 0-39 16,8 8-42-16,-3-8-49 16,3 3-48-16,5-2-38 0,-2 2-269 0,-2-4-635 15,5 8 282-15</inkml:trace>
  <inkml:trace contextRef="#ctx0" brushRef="#br0" timeOffset="143873.18">23322 5487 109 0,'0'0'294'15,"7"2"-16"-15,-7-2-18 0,0 0-9 0,15-2-19 16,-15 2-21-16,10 0-19 0,-10 0-23 0,0 0-13 15,15 0-18-15,-9 2-16 0,-6-2-11 0,13 0-10 16,-13 0-9-16,15 0-15 0,-15 0-24 0,9 1-42 0,-9-1-41 0,13 3-49 16,-13-3-58-16,13-3-48 0,-13 3-220 0,10-1-438 15,-10 1 194-15</inkml:trace>
  <inkml:trace contextRef="#ctx0" brushRef="#br0" timeOffset="145391.96">24466 5228 148 0,'11'-5'272'0,"-2"0"-24"15,1 0-11-15,-2-2-11 0,4 3-7 0,-9 3-13 0,-3 1-17 16,11-7-13-16,-11 7-22 0,7-3-6 0,-7 3-13 15,5-4-11-15,-5 4-9 0,0 0-15 0,0 0-7 0,0 0-7 16,-20-4-12-16,2 0-4 0,0 8-6 16,-5-3 0-16,-7-1 0 0,-3 3-2 0,-14 1 2 15,4-1-7-15,4 5-1 0,4-4-2 0,-3 3-6 0,5-2-8 16,1-1-4 0,7 2 1-16,2-1-6 0,7-1-12 0,-1 0 6 15,2 0-4-15,5 1 1 0,0 1-2 0,7 0 15 0,1 0-13 16,6 3 5-16,9 1-2 0,10 1-5 0,10 2 5 15,15 6-8-15,4-3 1 0,7 0-2 16,4-1-1-16,-3-3-2 0,-2-1-1 16,3-2-4-16,3 1 5 0,-2 4-7 0,0-6 14 0,-9-3-17 0,5 2 0 0,-10-5-1 15,0 1 3-15,-15 1-10 0,-4-4 9 0,-8-2 6 16,-4 0-5-16,3-2 0 0,-12 1 3 0,3-6-2 0,-2 3-2 16,-4-2-3-16,-5-5 3 0,-2 4 9 0,-1-8-13 15,-11 4 6-15,0-11-12 0,-8 6 12 16,-1 0-4-16,-4-3 5 0,-4-5-5 0,-9 4 0 0,12 5 0 15,2 2 14-15,-14-7-18 0,12 8 3 0,-2 1 3 16,0-4-4 0,9 13-8-16,-3-1-21 0,10 1-20 0,2 0-26 15,-3-3-29-15,2 6-35 0,3-1-37 0,10 2-24 0,-15 0-25 16,15 0-29-16,0 0-238 0,0 0-531 0,0 0 236 16</inkml:trace>
  <inkml:trace contextRef="#ctx0" brushRef="#br0" timeOffset="145608.1">24699 4902 187 0,'-1'-3'320'0,"-1"-3"-21"0,2 6-27 0,0 0-30 0,0 0-27 16,-7-4-23-16,7 4-22 0,0 0-18 0,-6 13-12 16,6 1 2-16,-2-1 4 0,4 9-9 0,-2 5-5 15,0 4-11-15,0 9-8 0,0 1-10 0,0 5-14 0,3 4-4 16,0-1-9-16,-3 0-4 0,0 2-6 0,2-1-4 0,-2 1-10 15,2 0-8-15,-1-3-27 0,3 0-26 0,-3 0-14 16,4 0-49-16,-1-5-67 0,1-9-94 0,1 5-296 16,-3-11-572-16,9-1 254 0</inkml:trace>
  <inkml:trace contextRef="#ctx0" brushRef="#br0" timeOffset="146964.49">25244 5976 234 0,'0'-3'319'0,"5"-3"-13"0,-5 6-5 0,0-9-9 15,0 1-8-15,0 8-16 16,0-7-11-16,0 7-13 0,0 0-21 0,-5-10-20 15,5 10-19-15,-7-8-24 0,7 8-1 0,-13-2-23 16,13 2-18-16,-17 0-14 0,4 3-13 0,0-3-10 16,0 7-1-16,-7-2-8 0,2 0-10 0,-1 0-3 15,0 0-11-15,2 4 1 0,-3 2-8 0,2-4-9 16,-2 2 3-16,4 2-3 0,-1-2-5 0,4 1-3 16,-2 2-5-16,3 0 0 0,4 2-3 0,0-1 0 0,1 1 2 0,7-2-9 15,0-3 0-15,0 3-5 0,8 2-2 0,2-6 3 16,5 6-3-16,-3-4-4 0,3-5-3 0,5 5-4 15,-4-5 2-15,7 2 1 0,-1-4-3 0,-2-3 5 16,3-1-6-16,-2-5 4 0,-2 0 0 0,4-6 7 16,-7 3-1-16,1-4 2 0,-1-6 1 0,4 0-2 15,-5-4-2-15,-8 1 7 0,8-2 8 0,-7 0 17 0,-1-2 9 0,1 2 17 16,-8 5 15-16,6-4 14 0,-6-1-6 0,2 9 2 16,-2-4 18-16,0 3 0 0,0-1 7 0,0 3-1 15,0-1 6-15,-2 7-7 0,2-4-5 0,0 1-2 16,-1 3 3-16,1 1-7 0,0 2-5 0,0 5-10 15,-5-12-9-15,5 8-11 0,0 4-6 0,0 0-7 0,0-7-10 16,0 7-7 0,0 0-3-16,0 0-4 0,0 0-3 0,0 0 1 15,0 0-6-15,0 0-3 0,5 18 1 0,-10-9 4 16,5-1-5-16,0 4-5 0,0 3 0 0,0 4 0 16,0-3 0-16,0 3-1 0,5 7 7 0,-5 1-5 15,1 0-4-15,-1 1-6 0,2 1-27 0,1-2-23 0,-1 0-27 16,5 0-28-16,-2-1-30 0,-2-7-34 0,5 0-36 15,-3 0-22-15,5-2-26 0,-3 0-41 0,3-5-53 0,1-3-50 16,-2 0-337-16,2-2-796 0,4 1 353 0</inkml:trace>
  <inkml:trace contextRef="#ctx0" brushRef="#br0" timeOffset="147481.01">25820 5140 8 0,'0'0'363'0,"-2"-8"-10"0,0 0-7 0,2 8-9 0,-8-6-14 16,8 6-26-16,-5-6-8 0,5 6-31 0,-8-2-26 15,0 1-24-15,8 1-22 0,-19 3-18 0,10-2-14 16,-3 6-18-16,2-2-9 16,-3 6-22-16,-4 0 2 0,2 2-6 15,0 1-11-15,1 8-4 0,0 0-8 0,-1 1-3 0,7 1-3 16,-5 3 1-16,11 0-7 0,-3 4-5 0,4-1 3 16,1-1-6-16,1 3-12 0,4-5 2 0,-5-1-1 15,10 1-9-15,3 0 3 0,-4-4-7 0,6-1 0 16,-1 4-11-16,1-6-20 0,4 0-17 0,-1 2-42 15,5-8-27-15,-3-1-37 0,1-1-30 0,-2-5-42 0,2-1-49 16,-1-2-46-16,0-1-53 0,-4-6-269 0,8 3-660 0,-3-3 292 16</inkml:trace>
  <inkml:trace contextRef="#ctx0" brushRef="#br0" timeOffset="148352.13">26065 5241 281 0,'-4'-6'401'0,"4"-1"-20"16,0 1-10-16,-1-2 1 0,1 8-31 0,1-11-18 15,-1 4-27-15,0-1-27 0,4 4-25 0,1-5-24 16,1 6-22-16,-1 0-23 0,5 0-18 0,-1 1-16 15,0 1-17-15,3-2-13 0,1 3-10 0,2 3-12 0,5-2-11 0,-3 1-15 16,-1 1-1-16,-4 2-6 0,6 5-9 0,-8-6-10 16,8 7-11-16,-10-2-9 0,4 3-12 0,-4 3 2 15,2-1-6-15,-5 1-19 0,-3 2 12 0,6 0-3 16,-8 1-13-16,0 0 11 0,-2 0-4 0,-6 9-2 16,3-2-11-16,-3-10-4 0,1 7-17 0,-3-3 16 15,5-2-2-15,-10 0-3 16,9 1 0-16,-6-3-7 0,-1 2 9 0,5-3 19 15,-4-2-12-15,2 1-1 0,4-6 1 0,-3 1 6 16,4-2 1-16,2-1 7 0,-2-2 4 0,-2 2 5 16,7-5-5-16,0 0-1 0,0 0 5 0,0 0 2 15,0 0 4-15,19-16 8 0,-11 7-12 0,2-1-2 16,1-4 1-16,6 1 3 0,-4-1 0 0,5-6-7 16,6-1 6-16,-3-2 1 0,1 0 3 0,1-3-3 0,-2 2 3 0,-1-3-4 15,2 2 11-15,-6-1 16 0,-1 3 29 0,-2 0-3 16,1 5 9-16,-6 1 12 0,-1 0 16 0,2 3-11 15,-4-1 2-15,-3 2 7 0,0 1-13 0,4 5 0 0,-4 0-7 16,1-1-10-16,-1 1-6 0,0 2-9 16,-2 5-8-16,0 0-8 0,0 0-1 0,0 0-1 15,0 0-2-15,0 0-4 16,-15 23-1-16,13-14-1 0,0 3-5 0,-3 6 0 16,-1 0 2-16,3-1-2 0,3 3-3 0,-5 10 2 15,3-1 6-15,-3 0-8 0,3 2 1 0,2-3 3 16,-1-1-4-16,2 0 3 0,-1 0-3 0,9-3-9 0,-4 2-3 15,-2-6-18-15,8-1-24 0,-2-1-20 0,1-1-21 16,3-4-21-16,-3 1-21 0,1-1-26 16,4 1-26-16,0-6-33 0,0 0-49 0,2-5-41 0,-1-3-52 0,-4 1-226 15,3-1-634-15,1 0 281 0</inkml:trace>
  <inkml:trace contextRef="#ctx0" brushRef="#br0" timeOffset="148768.81">26710 5029 402 0,'-3'-4'490'0,"3"4"-23"0,0-8-33 0,0 8-46 16,0 0-32-16,8-7-36 0,-3 6-36 0,-5 1-30 0,23 6-27 0,-4-1-22 15,-3 4-20-15,9 3-19 0,0 3-16 0,3 5-13 16,3 7-16-16,-4-8-10 0,8 7-16 0,-7 10-5 15,0 0-11-15,0-1-4 0,-6 1-11 0,-9-5-8 16,3 5-3-16,-2 6-1 0,-6-3-9 0,0-9-3 16,-8 1-6-16,0 8-8 0,-6-10-16 0,-4 1-22 15,-2 0-29-15,-5-4-35 16,3-1-38-16,-6-2-31 0,-5 0-27 0,5-4-27 16,-5-2-34-16,2-2-47 0,5-4-50 0,-7-3-306 15,7-1-688-15,0-1 305 0</inkml:trace>
  <inkml:trace contextRef="#ctx0" brushRef="#br0" timeOffset="150271.37">27151 4540 33 0,'-2'-11'369'0,"2"11"-16"16,2-11-12-16,-2 11-6 0,1-9-22 0,1 6-7 0,-2 3-11 0,2-11-22 15,-1 6-25-15,-1-2-16 0,0 7-23 0,8-7-19 16,-6 4-21-16,-2 3-17 0,3-6-16 0,-3 6-19 15,15-3-19-15,-15 3-4 0,12 0-13 0,-12 0 2 16,21 7-19-16,-6 1-5 0,2-4-5 0,1 7-10 16,5-2-2-16,0 3 3 0,6 2-16 0,-8 1 1 0,2-2-7 31,-3 6-5-31,2-4 1 0,1 5-6 0,-7 1-2 16,1-1-1-16,-1-7-5 0,-7 6 4 0,4-4-6 15,-3 2 1-15,-3 1-7 0,-1 1 2 0,-3 1 0 0,4-5 12 0,-7 4-10 0,3 2-1 16,-3-4-6-16,0 4 3 0,-3-7-2 0,3 6 0 15,-2-3 3-15,-3 0-1 0,2 0 2 0,-7 0 0 16,-1-2-3-16,4-3 0 0,-5 2-1 0,1-3 2 16,-2 0 1-16,4-2 0 0,-6-2-1 0,1 2 5 15,-3 2-2-15,4-7-1 0,1 3 2 0,-3 0-3 0,7-1 0 16,0 1-2-16,-4-3-3 0,7 3-7 16,-6-4 10-16,6 3 1 0,1-2-3 0,4-4 2 15,0 15 5-15,0-10 0 0,9 2 2 0,-3 8-7 0,4-5 9 16,10 3-5-16,-5-1-2 0,3 2 4 0,5 2-1 15,0-3-5 1,2 5 5-16,-3-1-1 0,-1-2 2 0,4 3 0 16,-5-5-3-16,-5 1 1 0,1-1 2 0,-1-1-6 0,-1-2 2 15,0 3-5-15,-7 1 2 0,1 1 3 16,-1-10-1-16,-2 7-9 0,-5-4-1 0,3 3 11 16,-3-6 0-16,0 6-3 0,-3-2 2 0,0-2 0 0,-2 1 2 15,0 2 0-15,-9-1-3 0,5-1-2 0,-5 2 3 16,4-2-1-16,-1 4 16 0,-1-3-19 0,-3 0 7 0,4 0-1 0,-1 0-6 15,1-2-2-15,4 4 4 0,0-3 2 0,2 0-3 16,-5 0-3-16,7 3 6 0,1-1 5 0,1 0-1 16,1 2-3-16,3 1 2 0,7 1 11 0,-3 1-16 15,4 2 2-15,2 0 2 0,6 3 3 0,-1 0 0 16,0 2-3-16,0 1-6 0,5-2 3 0,-1-2-2 16,-5 4 4-16,-3-9-4 0,5 3-1 0,-4 0 3 0,-6 1 6 0,-2-3-7 15,0 0 2-15,1 1 1 0,-5 3 2 0,-3-4 2 16,0 1 7-16,-3-1-2 0,-5 0 14 0,-6-2 2 15,0-1 3-15,-11 6-3 0,5-6-3 0,-3 5 4 16,-5-7-6-16,-2 6-3 0,0-5 1 0,0 1 2 16,0-3-4-16,7 2-3 0,-7-2-25 0,16-2-27 15,-6 1-44-15,3-1-47 16,2 0-44-16,2 1-59 0,8-3-84 0,-5 5-335 16,10-2-707-16,0 0 313 0</inkml:trace>
  <inkml:trace contextRef="#ctx0" brushRef="#br0" timeOffset="170369.76">9012 6549 353 0,'0'-15'395'0,"0"2"-13"0,-2 0-2 0,2 4-10 0,2-1-9 16,-4 1-14-16,2-2-14 0,0 7-28 0,0-4-32 15,0 8-28-15,0-8-31 0,0 8-25 0,0 0-25 16,0 0-17-16,0 0-13 0,0 0-17 0,2 19-12 16,-2-4-8-16,3 5-16 0,0 7-3 0,-6 1-10 15,3 5-6-15,0 4-3 0,0 8-6 0,-3-2-4 16,1 2-6-16,-3-4-2 0,3 0-13 0,1 2 2 15,1 0-1-15,0-12 0 0,0 2-8 0,1 9-7 0,-1-13-32 0,0-2-37 16,2 0-35-16,-2-10-32 0,7 6-25 0,-4-7-28 16,0-2-30-16,4 2-45 0,-2-6-57 0,5-3-65 15,-3-4-271-15,1 0-696 0,-8-3 308 0</inkml:trace>
  <inkml:trace contextRef="#ctx0" brushRef="#br0" timeOffset="170824.2">9108 6489 270 0,'0'-15'329'0,"0"1"-26"16,0 3-14-16,0-3-8 0,3 8-5 0,-3-3-16 15,0 2-19-15,0 0-26 0,0 7-27 0,0-7-18 16,0 7-22-16,0 0-18 0,0 0-14 0,0 0-10 15,0 0-13-15,0 0-12 0,-15 21-4 0,10-9-10 16,-3 5-6-16,-5 1-5 0,-2 4-5 0,0 4-3 0,-2-4-5 16,-3 2-3-16,-3 0-4 0,3-1-7 0,-4-4-3 15,4 0 1-15,0 1-2 0,3-8-5 0,4 0 1 0,-2-2 3 16,7-3 4-16,0-2-6 0,3-1 1 0,-2-3-6 16,7-1 5-16,0 0-8 0,-13-10 10 0,13 2-5 15,1-6 1-15,1-2 3 0,5-5 18 0,1-3 5 16,-1-3 1-16,8 2 24 0,-1 0 5 0,-2-1 12 0,-4 0 13 15,7 5 5-15,-5 1 14 0,-8 1 5 0,9 7 5 16,-7 2-3 0,2 0-6-16,-2 2-11 0,-1-3-9 0,4 3-11 15,-6 7-14-15,3-3-12 0,-4 4-15 0,9-7-4 16,-9 7-3-16,14 11-5 0,-8-3-5 0,4 4-2 16,3 1-6-16,-1 8-10 0,5 4-33 0,-2-2-29 15,11 11-44-15,0 0-39 0,1-2-37 0,4 0-32 0,1 4-28 16,3-3-45-16,3 3-68 0,0-6-83 0,-3 1-301 15,8-2-786-15,-5-5 349 0</inkml:trace>
  <inkml:trace contextRef="#ctx0" brushRef="#br0" timeOffset="172127.6">10541 8364 129 0,'13'-12'265'0,"4"-3"-6"0,-1-2-11 0,-4 4-3 15,3-10-9-15,-3 8-17 0,-1-7-12 0,4 1-4 0,-5-2-13 16,3-1-8-16,-5 2 0 0,-4 2 5 0,1 1 3 15,0 3 10-15,-4-3-9 0,-1 3-8 0,0 0 0 0,-1 2-8 0,1 5-11 16,-5-3-13-16,3 3-18 0,2 0-8 0,0 5-12 16,0-3-16-16,0 7-10 0,0-9-11 0,0 9-14 15,-3-8-6-15,3 8-7 0,0 0-11 0,0 0-4 16,0 0-3-16,0 0-8 0,0 0 2 0,0 0-4 16,0 0-3-16,3 25-2 0,-3-15-4 0,0-1-1 15,2 2 9-15,-2 1-11 16,5 0 0-16,-4 3-4 0,4-1 0 0,-1 2-1 15,1 2-3-15,0 0 6 0,-4-1-1 0,7 4-5 16,-3-3 3-16,-3-1 0 0,6 3-1 0,-3-1 2 16,-3 1-3-16,6-1 1 0,-3 7 1 0,-3-8-2 15,0 2 1-15,4 5-2 0,-1-4-1 0,-3 0 2 16,-2-7 0-16,3 3 4 0,-3 3 0 0,0-2-6 16,2-3 3-16,-2 3-2 0,0-1 2 0,0-4 1 0,0 2-2 0,3-4 2 15,-3 1 1-15,-3-7-1 0,3 6 1 0,0-2 4 16,3-2-12-16,-3 0-13 0,0 0-17 0,0-7-16 15,0 9-12-15,2-5-15 0,1 3-16 0,-3-7-16 16,2 7-7-16,3-4-11 0,-5-3-25 0,10 3-32 16,-5 0-44-16,-5-3-52 0,0 0-54 0,16-6-254 15,-6 3-635-15,-3-6 281 16</inkml:trace>
  <inkml:trace contextRef="#ctx0" brushRef="#br0" timeOffset="172359.37">10697 8051 26 0,'-7'-8'338'0,"0"1"-6"0,7-4-20 16,0 3-20-16,0-2-21 0,0 1-4 0,0 1-28 16,4 4-24-16,-1-4-25 0,5-4-20 0,-3 8-16 0,4-2-15 15,-3-2-18-15,4 1-10 0,3 1-10 0,1 0-12 16,-4 5-7-16,8-7-12 0,2 7-12 0,4 1-20 15,-5-2-32-15,7 4-26 0,-8-1-34 0,4 5-32 0,-1-3-36 0,-1 1-42 16,-2-2-44-16,1 4-42 0,-3 1-204 16,-1 0-490-16,-7 0 217 0</inkml:trace>
  <inkml:trace contextRef="#ctx0" brushRef="#br0" timeOffset="173230.49">10765 8299 65 0,'-4'4'218'16,"4"-4"-16"-16,-13 4-9 0,13-4-14 0,-7 4-8 15,7-4-17-15,0 4-11 0,0-4-13 0,0 0 10 16,0 5-1-16,0-5-9 0,7 8-7 0,0-2-9 16,-1-3-6-16,4-2-7 0,2 4-12 0,4-3-8 0,6 0-7 0,3 3-7 15,4 1-5-15,0 0-9 0,-1 0-8 0,3-3-13 16,-3 3-27-16,2-3-18 0,5 4-21 0,-5-4-16 15,1-3-16-15,-1 2-25 0,-2-2-13 0,-6 0-4 16,-3-2-9-16,-2 1 6 0,4-2-3 0,-4-3 15 16,-9 3 12-16,7-2 9 0,-8 1 10 0,1-2 14 15,-1 3 19-15,-2-1 11 16,-2-3 31-16,2 3 20 0,-5 4 13 0,0-9 10 16,0 9 13-16,0-9 5 0,-3 1 11 0,3 8 2 15,-2-4 5-15,2 4 0 0,-7-6 3 0,7 6-6 16,-1-6-2-16,1 6-3 0,-7-5-8 0,7 5-7 15,0 0-5-15,0 0-4 0,0-7-6 0,0 7-6 16,0 0-7-16,0 0-3 0,-8-3-6 0,8 3 0 16,0 0-4-16,0 0-3 0,-22 12-3 0,19-9-1 0,-4 1-1 0,-1 4-2 15,-3-4-1-15,4 4 4 0,0-1-5 0,-3 1 0 16,4-1-5-16,-3 7 0 0,3-5 0 0,-2 3 1 16,4-3-1-16,1 5 2 0,3-3-4 0,0 6 5 0,7-10 0 15,1 10-3-15,7-8 3 0,6 9 2 16,7-3-3-16,1-5-1 0,17-1-2 0,-1-2-9 15,-1 1-10-15,8-1-8 0,-3-7-7 0,4-2-5 0,0 0 0 0,-2-1-4 16,1-1-2-16,-3 3 6 0,-2-6 8 0,-14 3-3 16,13-4 5-16,-14-2 4 0,-4-2 1 0,-8 3 3 0,-2 2 3 15,-3-1 10-15,0-4 12 0,-10 5 6 0,3 0 5 16,-1-2 2-16,-7 2 2 0,0 1 1 0,-5 1 4 16,-5-2 4-16,3 2 1 0,-6-2-2 0,-9 4 8 15,4 1-1-15,-5 2-3 16,1 0-4-16,-6 2 0 0,7 1-9 15,-9 2 5-15,3-3-4 0,4 9-4 0,5-7-1 16,-8 7-2-16,4-3-2 0,7 0-1 0,0 2-1 0,5-1-1 16,2-2-2-16,-4 2 5 0,4-2-5 0,5 1 1 15,0-4 1-15,4 3 1 0,1 1-5 0,1-3 4 16,7-1-1-16,3-1-2 0,2 1-8 0,7-3-5 16,-4-2-7-16,7 1-5 0,-4-5-2 0,6 2 1 0,-1-3-3 0,4 0 2 15,0-1 1-15,-2-1-2 0,-11-5 3 16,2 7 5-16,-2-5 1 0,3 2 8 0,-5-2 11 0,-2-1 12 15,-3 2 15-15,-3 2 9 0,1-1 24 0,-7 4 9 16,4-3 8-16,-5 2 12 0,9 2-1 0,-9 4 6 16,1-9-4-16,4 6-5 0,-5 3-9 0,2-7-17 15,1 3-10-15,-3 4-8 16,0 0-7-16,0 0-12 0,0 0-2 0,0 0-6 16,0 0 2-16,0 0-11 0,15 12-4 0,-13-5-8 15,6-2-19-15,-1 4-7 0,1-1-11 0,5 5-9 16,-3-4-15-16,3 5-10 0,2-6-16 0,4 3-19 15,-3 1-25-15,11 0-27 0,-8-3-33 0,1-2-28 16,3-4-21-16,-1 2-32 0,-2-5-204 0,1 2-514 16,4-5 227-16</inkml:trace>
  <inkml:trace contextRef="#ctx0" brushRef="#br0" timeOffset="174048.23">12494 8133 30 0,'-10'-26'254'0,"5"10"0"16,-5 0 7-16,5-1-9 0,-5 3-10 0,6 4-5 15,2 0-16-15,-3 2-23 16,3 1-17-16,-4 0-28 0,6 7-16 0,0-5-13 16,0 5-14-16,0 0-11 0,0 0-9 0,0 0-12 15,0 25-8-15,6-13-8 0,1 3-8 0,-1 3-2 16,3 0-4-16,-3 3-6 0,8 6-3 0,-3 0-7 0,2 1 1 16,-1 2-3-16,0-1-6 0,3-2 1 15,-4 3-4-15,4 0-1 0,-7-2-1 0,4-2-7 16,-2-1 0-16,-2 2-7 0,-6 0-2 0,1-9-5 0,2-1 2 0,-2-3 2 15,-1 1-2-15,1-3-2 0,-3-5 0 0,2 1 2 16,0 1 5-16,-2-6 2 0,0-3 0 0,0 0-3 16,0 0 2-16,0 0 0 0,0 0 0 0,3-22-4 15,0 10 4-15,1-1-3 0,-1-1 0 0,2-1 2 16,5-4-5-16,1 6 1 0,1-6 5 0,-4 3-1 16,9 2-7-16,-6 0 2 0,6 3 2 0,-2-3-3 0,0 9-3 0,-7-3 1 15,7 1-1-15,-2 3 0 0,-5 0 3 0,1 3-3 16,4-1-1-16,-7 2 2 0,-6 0-1 0,22 4-3 0,-14 1 0 15,1 0 1-15,-1 2 0 0,-2 1 2 0,1-1 5 16,0 3-13-16,1 1-10 0,-3 2 0 16,5 0-8-16,-5 1-2 0,-2 1-9 0,4 4-7 0,-1-3 1 15,-4-5-4 1,6 2-5-16,-3-3 1 0,-1 1 1 0,-1-3 1 16,-1 0 5-16,2 0 8 0,0 0 5 0,-4-8 2 15,3 1 6-15,-3-1 3 0,0 0 0 0,0 0 2 0,15-13 2 16,-10 5 11-16,2 0 3 0,-2-2 10 0,4-2 4 15,1-3 1-15,0 0 7 0,-1-2 7 0,1 1 8 16,1 2 4-16,-1 1 6 0,2-1 1 0,-2 1 2 16,1 5-1-16,-8-2-1 0,2 2-5 0,4 4-1 0,-3-2 1 15,-6 0-14-15,0 6-4 0,9-6-3 0,-4 1-3 0,-5 5-2 16,0 0-3-16,0 0 1 0,0 0-6 0,0 0-4 16,16 11-4-16,-13-5 2 0,6 2-2 0,-6-1 2 15,9-1-1-15,-4 3 2 0,2-2-2 0,5 5-1 16,0-1 3-16,0-4 2 0,3 4-6 0,-2-5 9 15,1 6-1-15,3-5-4 16,-4 0 4-16,4-6-1 0,2 4-2 0,-6-7 3 16,7 4-4-16,-6-2 2 0,1-5 2 0,-3 5 2 15,2-8-1-15,-3 4 4 0,-2-4-1 0,-4 4 1 16,6-4-2-16,-5-4 7 0,-4 5 5 0,-3-4 2 16,-2-1 10-16,2 5 13 0,-4-5 16 0,2 3-9 15,0 1 14-15,-2 0 17 0,-3-2-12 0,-3 5-6 16,7-2-1-16,1 2-7 0,-7 0-9 0,7 5-5 0,-12-7-11 0,12 7-3 15,-10 0-1-15,10 0-9 0,0 0 3 0,-13 10-5 16,10-3 2-16,0 0-6 0,3 1 0 0,0 3-3 16,6 0-4-16,-6-2-5 0,12 4-9 0,-2-3-8 15,5 5-19-15,-1 1-29 0,6-8-39 0,7 9-38 16,1-3-62-16,8-7-60 0,7 5-282 0,5-4-593 16,0-1 263-16</inkml:trace>
  <inkml:trace contextRef="#ctx0" brushRef="#br0" timeOffset="174464.9">14709 8114 94 0,'-8'-8'340'0,"1"0"-8"16,-5 1-9-16,2-1-24 0,2 1-12 0,-3 1 3 15,1-1-40-15,1 2-16 0,-6-1-15 0,9 2-23 16,-7-1-18-16,3 3-21 0,0 2-9 0,-2-1-18 0,12 1-16 15,-20 0-12-15,10 0-8 0,-3 1-14 16,6 2-11-16,-2 2-4 0,-5 1-3 0,8-3-14 16,-1 6-2-16,-1-5-2 0,-4 4-5 0,9-1-3 0,-4 4-10 0,-1-2-9 15,3 3 0-15,3-5-9 0,2 2-9 0,0 4 6 16,2-3 1-16,3 2-2 0,10-5-7 0,-7 3 3 0,-1-1-16 16,8-1 13-16,-5-3-5 0,1 5-1 15,2-5 4-15,2 1-1 0,-5-1 1 0,0-2-2 16,0 1-1-16,-5 0 0 0,2-2 4 0,-2 1-4 0,-5-3 2 15,5 4-3 1,3-1-1-16,-8-3 3 0,2 8-5 0,-4-1 21 16,2-7-16-16,-8 11 2 0,3-3 16 0,0-3-17 15,0 6-1-15,0-2 4 0,-2 0 3 0,4 0 1 0,-2 0-3 16,5 2 1-16,0-1 4 0,0 5 7 0,0 0-9 16,0 3 5-16,8-9 3 0,-1 9-6 15,6-9 2-15,0 5-16 0,5-2-20 0,2-5-25 0,8 2-35 16,-3-2-33-16,8 0-28 0,-3-2-32 0,3-2-22 0,5-6-20 15,-1-2-9-15,6-3-6 0,0-3-15 0,2-4-151 0,-14 7-440 16,10-11 195-16</inkml:trace>
  <inkml:trace contextRef="#ctx0" brushRef="#br0" timeOffset="174634.18">15247 8319 45 0,'13'-11'130'0,"-8"-1"24"0,0 5 13 0,-5-1 23 16,5-4 2-16,-10 7 5 0,5 5-7 0,-8-10-5 16,1 5-5-16,-3 3-7 15,-5 0 1-15,15 2-5 0,-21 0-4 0,7 2-12 16,0 0-7-16,-6 2-13 0,5 4-13 0,-2-1-11 15,1 2-10-15,2 2-9 0,1 0-10 0,-3-2-6 16,1 3-12-16,0 2 3 0,0-1-3 0,3 2-2 16,1 0-21-16,-1-3-14 0,4 3-23 0,-2 0-18 15,-3 1-26-15,6-9-25 0,-3 5-34 0,5-3-30 16,-3-3-37-16,8 0-29 0,0-6-37 0,-5 3-212 0,5-3-483 0,0 0 213 16</inkml:trace>
  <inkml:trace contextRef="#ctx0" brushRef="#br0" timeOffset="174819.08">14952 8335 177 0,'0'-7'260'0,"0"-3"22"0,0 2 8 0,5 1 1 16,-5 0-6-16,0 0-14 0,0 7-24 0,0-9-23 16,0 9-26-16,2-6-34 0,-2 6-7 0,0 0-16 0,0 0-14 0,0 0-12 15,16 17-2-15,-2-9-23 0,-5 3-9 0,1 2 9 16,4 1-25-16,2 1 0 0,-4 2-7 0,8 2-15 16,-4-6-22-16,4 7-25 0,-2 1-23 0,2-3-27 15,2-4-37-15,-3-3-41 0,-2-2-43 0,6-1-50 16,-1-2-36-16,-4-6-220 0,3 1-522 0,-1-6 231 15</inkml:trace>
  <inkml:trace contextRef="#ctx0" brushRef="#br0" timeOffset="175019.6">15485 8016 333 0,'-2'-9'345'0,"-9"-1"-25"0,9 2-26 0,0 1-31 16,-4 0-33-16,1 2-19 0,5 5-22 0,-7-7-23 0,7 7-14 0,0 0-15 15,-11 20-16-15,9-9-12 0,2 4-10 0,-5 0-5 16,5 4-14-16,0 6-4 0,0 2-8 0,5 0-6 0,-3 0-4 16,3 0-5-16,5 5-5 0,-9-5-23 0,9 2-16 15,-5-1-32-15,0-1-33 0,3 0-44 16,-1-1-55-16,1-7-50 0,-1-4-53 0,4-2-200 0,-1 3-496 16,4-8 220-1</inkml:trace>
  <inkml:trace contextRef="#ctx0" brushRef="#br0" timeOffset="175636.86">15717 8245 53 0,'0'-4'293'0,"0"4"-13"16,6-7-28-16,-6 7-26 0,5-4-23 0,-5 4-23 0,14-1-18 16,-14 1-18-16,18 5-15 0,-10-2-10 0,0 5-13 15,9 0-9-15,-2 1-10 0,-2 3-9 0,2-3-1 0,0 3-15 16,0 1-3-16,0-1-2 0,0 5-11 0,-2-2-3 15,2-2-4-15,-2-1-5 0,-3 3 0 0,3-1-6 16,-6-7-2-16,-6 1 0 0,8 2-2 0,-9-1-2 16,1-2-1-16,-2-1-3 0,1-6-2 0,-9 7-2 0,1-4-2 15,8-3 2-15,-23 0-2 0,23 0 0 0,-15-8 0 16,8 7 1-16,-1-5 5 0,3 1-7 0,0 1-2 0,4-8 1 16,1 3-5-16,1-1 1 0,6-4-2 0,6 2 0 15,2 0-8-15,0-1-2 0,6-2-8 0,4-2-5 16,0 2 5-16,10 1 1 0,-5 2 1 0,13-3 2 31,-9 7-4-31,-4 0 4 0,0-3 1 0,-9 4 0 0,-1 2 1 0,-5 2 2 16,0-1 3-16,2 1 15 0,-4 1 3 0,-6-1 0 15,-7 3 0-15,8-2-2 0,-8 2-1 0,0 0 5 16,0 0 2-16,-37 10-1 0,24-4-1 0,-10 0 1 16,6 4 1-16,-2-2-7 0,-3 4 3 0,-1-1 3 15,5-4-7-15,1 2-1 0,1 2-4 0,1-3 3 16,0 4-1-16,8-4 0 0,-3-1-1 0,5 0 0 0,-1 2 2 0,1-1 2 15,3-5 0-15,2 5-2 0,0-8 5 0,3 8-3 16,7-4 0-16,-5-1 1 0,7-2-4 0,-1 1 3 16,8-5-5-16,-1 0 0 0,-2 0-1 0,1 0 4 15,-2-3-3-15,5-2 0 0,-5 4-4 0,4-5 3 16,-4 2 0-16,0 0 2 0,0 3 23 0,-7 0 9 16,1-3 4-16,2 3 3 15,-4 3 1-15,-7 1-8 0,11-7-5 0,-9 6-8 16,-2 1-5-16,0 0-3 0,0 0-1 0,0 0-3 15,0 0-2-15,12 8-18 0,-12-8 0 0,0 12-17 16,5-8-9-16,-5 4-19 0,3-3-17 0,4 6-24 16,-1-4-16-16,1 2-31 0,1-1-32 0,7 1-39 15,2-3-44-15,-1-2-203 0,2 3-493 0,5-2 218 16</inkml:trace>
  <inkml:trace contextRef="#ctx0" brushRef="#br0" timeOffset="176053.53">16918 8319 202 0,'0'-8'293'0,"-3"0"9"0,-2-3 3 0,-6 2-6 16,-1 2-10-16,-5-4-6 0,1 2-4 0,-6 2 3 16,-7-1-8-16,0 2-19 15,3 1-24-15,-6 9-20 0,1-4-19 0,5-4-22 16,4 9-11-16,-4-3-17 0,9 3-20 0,-5 2-11 16,9 1-9-16,2 4-8 0,-3-4-6 0,8 4-6 15,1 0-11-15,2 2-5 0,3 1-4 0,9 1-6 16,-2 2-10-16,8 3-7 0,-2-6-15 0,12 3-26 15,0 0-13-15,0-6-26 0,4 3-35 0,15-3-25 16,-11 0-13-16,1-6-14 0,-1-3-19 0,1 2-12 0,2-9-15 0,0 0-5 16,-2-8-8-16,7-2-9 0,-13-5-1 0,-3-1 3 15,0-2 11-15,6-12 4 0,-3-3 3 0,2-2-11 0,2-3 17 16,-13-1 17-16,0 1 53 0,-6-3 56 0,0 0 59 16,-5 6 39-16,-6-3 42 0,3 12 39 15,-5-2 16-15,-5 1 21 0,5 4 25 0,-2 4 17 16,-6 4 8-16,8 2 11 0,-7 1-3 0,-1 7-20 0,7-3-15 0,-4 4-26 15,0 1-20-15,1 2-20 0,4 5-13 0,0 0-14 16,0 0-9-16,-20 19-9 0,14-4-10 0,1 4-8 0,2 5-9 16,-1 7-1-16,-1 8-8 0,4 3-3 0,-4 1-8 15,5 0-26-15,0-2-21 0,5 3-28 0,-4 2-41 16,8-6-37-16,-9 5-25 0,3-3-21 0,5-2-27 16,-5-10-26-16,6-3-54 15,-1-1-61-15,4-5-47 0,-7-7-201 16,4 2-625-16,-2-7 277 0</inkml:trace>
  <inkml:trace contextRef="#ctx0" brushRef="#br0" timeOffset="176523.31">17307 8328 96 0,'-5'-20'244'15,"-1"1"4"-15,4 2 7 0,-6-1-2 0,8-1-5 16,-7 6-12-16,7-3-4 0,-8 6-7 0,8 0-13 0,0 0-14 0,-5 6-18 16,3-4-25-16,2 8-13 0,0-7-21 15,0 7-10-15,0 0-15 0,0 0-4 0,0 0-10 0,22 11-12 16,-14-6-7-16,5 3-4 0,9 4-3 0,-6-3-5 15,11 4-9-15,-1 1 10 0,3-1-21 0,-5-1-8 16,5-1-3 0,-3 1-14-16,5-1-3 0,-7-3-9 0,-6 0-3 15,-3-2 0-15,1-1-1 0,-1-2 5 0,-7-1-4 16,4 1 5-16,-4-1-10 0,-8-2 0 0,0 0-3 0,0 0 4 0,7-7 0 16,-7 7 7-16,0 0-7 0,-7-11 8 0,7 11-5 15,-8-8 2-15,8 8-1 0,-3-7 5 0,3 7 2 16,-2-4 13-16,2 4-1 0,0 0 0 0,0 0-4 15,0 0 2-15,0 0 6 0,0 0-11 0,18 0 7 16,-18 0-9-16,17 7 0 0,-2-1 4 0,6 0 0 0,-8 2-7 16,2-3-1-16,4 6 1 0,0-4 4 0,3 1 8 15,-5 3-15-15,1-4 3 0,-2 3 2 0,-1 4-6 16,2-5 6-16,-4 0-3 0,-1 3 3 0,-4-4-2 16,-5-6 1-16,7 6-4 0,-5-2 7 0,-2-5 7 15,-3-1 21-15,5 5 20 0,-5-5 30 0,0 0 32 16,0 0 19-16,0 0 24 0,0 0 11 0,-11-17 3 0,7 10 6 0,4-4 1 15,-5-1-1-15,5 2-10 0,0-8-13 0,5-1-12 16,-1 2-16-16,2-2-11 0,-1 0-14 0,4 0-9 16,4-5-20-16,-3 3-28 0,5-3-32 0,3 1-50 15,-3 8-62-15,1-4-73 0,6-1-63 0,-7 8-68 16,3 0-89-16,8-1-433 0,-4 1-897 0,8 5 397 16</inkml:trace>
  <inkml:trace contextRef="#ctx0" brushRef="#br0" timeOffset="177525.81">18936 8369 366 0,'2'-7'416'0,"-2"2"-10"16,0 5-7-16,0-11-7 0,0 11-16 0,0-8-27 16,0 8-32-16,-2-4-29 0,2 4-33 0,-3-6-27 15,3 6-22-15,0 0-26 0,0 0-16 0,-22 7-17 16,16-4-18-16,6-3-14 15,-14 7-11-15,13-2-5 0,-8 2-23 0,8 0-17 16,-1-2-17-16,2-5-10 0,0 10-16 0,0 0-12 16,2-5-8-16,4 1-9 0,1-2-19 0,3 0-19 15,-2 1-28-15,4-5-23 0,1 3-29 0,-6-3-34 0,3 2-42 16,-10-2-51-16,21 0-56 0,-8-5-322 16,-8 0-687-16,5-3 305 0</inkml:trace>
  <inkml:trace contextRef="#ctx0" brushRef="#br0" timeOffset="177826.59">18880 8070 236 0,'-4'-6'363'0,"3"0"-15"0,1 6-28 0,-5-7-12 0,5 7-11 16,0-7-38-16,0 7-25 0,-2-4-23 0,2 4-25 15,0 0-26-15,0 0-16 0,0 0-20 0,0 0-14 16,0 0-8-16,0 0-10 0,0 0-12 0,17 12-5 0,-9-8-11 15,4 3-7-15,-6-2-4 0,9 2-6 0,-5-4-6 16,-3-2-2-16,8 3-2 0,-7-1-7 16,0-3-3-16,5 4 1 0,-13-4 0 15,14-4 2-15,-14 4-3 0,6-7-8 16,-4 4 3-16,4-3-5 0,-6 0-3 0,0-3 0 16,-6-2 0-16,4 4-6 0,2-1 11 0,-5 1-15 15,4-2-1-15,-8 3-12 0,6 0-13 0,1 0-29 0,-8 1-31 16,7 2-35-16,3 3-35 0,0 0-23 0,0 0-40 15,0 0-55-15,-16 10-263 0,16-6-578 0,0-4 255 16</inkml:trace>
  <inkml:trace contextRef="#ctx0" brushRef="#br0" timeOffset="178327.9">20629 8133 67 0,'0'0'320'0,"7"-4"-12"16,-7 4-25-16,-7-11-22 0,7 5-23 0,0 6-20 15,-11-9-17-15,4 3-17 0,-6 0-16 0,-4 0-11 0,-3-1-10 0,-9-1-16 16,-5 2-11-16,3 0-4 0,-5 0-8 0,-9 3-9 15,0 2-7-15,6 1-8 0,-9 1-8 0,13-1-5 16,-13 3-9-16,11-3-7 0,3 9-6 0,2-7-7 16,-3 3 0-16,12 2-3 0,-2-3-7 0,7 2-10 15,3 0-1-15,5 0 2 0,4 0-3 0,4 1 1 16,5-2-2-16,6 4-4 16,17 1-1-16,14 7 5 0,10 0-2 0,6-4-3 15,5 5-3-15,19-2-4 0,2 3-6 0,8-6 11 16,-3 1 3-16,1-3-4 0,-7 1-6 0,-23-7 1 15,3 1 2-15,-4 0-5 0,-6-3 4 0,-3-3-5 16,-13-1 3-16,-6-1 17 0,1 0-17 0,-8-1 15 16,-7-2 15-16,-2-2 5 0,-6 3-7 0,-6-8 3 15,-1 1 8-15,-5-4 2 0,-6-1-3 0,-8-4 0 0,-12-10 4 0,-4 5 2 16,-8-4-6-16,-1-2-1 0,-4 4-7 0,-5 3-7 16,3 1-1-16,-6 3-12 0,11-2-22 0,0 3-25 15,1 2-33-15,15 10-43 0,3 1-37 0,4 0-49 16,1 6-37-16,6 1-40 0,8 4-34 0,-1-2-256 15,3 3-607-15,8 5 268 0</inkml:trace>
  <inkml:trace contextRef="#ctx0" brushRef="#br0" timeOffset="178628.73">20570 7784 346 0,'-4'-8'437'0,"3"1"-21"0,-1 0-28 15,0 2-38-15,2 5-43 0,-1-7-34 0,1 7-41 16,0 0-21-16,0 0-26 0,0 0-18 0,-9 27-19 16,8-7-12-16,1 7-19 0,-2 4 5 0,0 15-24 15,1-3-3-15,1 7-11 0,0-3-3 0,0 2-6 0,3 6-10 0,-1 2 3 16,1-3-1-16,5 1-5 0,1 25-5 15,1-24-3-15,1 1-3 0,-3-2-6 0,6 0-5 16,-1-2 3-16,-6 0-12 0,4-2-43 0,1-8-59 0,-6-4-54 16,6-8-59-16,-7-2-94 0,8-7-119 0,-11-2-234 15,6-8-683-15,0-2 301 0</inkml:trace>
  <inkml:trace contextRef="#ctx0" brushRef="#br0" timeOffset="182702.55">15748 4223 299 0,'7'-7'331'0,"-7"7"-33"15,5-2-34-15,-5 2-26 0,0 0-26 0,0 0-26 0,0 0-19 16,0 0-23-16,0 0-13 0,0 0-14 0,0 0-13 16,0 0-2-16,10 9-18 0,-10-9-9 0,5 11-7 15,-5-3-13-15,1 0 1 0,-1-3-6 0,7 3-6 16,-4-1-6-16,1 4 0 0,-1-3-4 0,-1 0-7 16,3 3 0-16,-1-3-3 0,0 0-5 0,1 0 1 0,-5 3-1 15,6-4-3 1,-4 2-3-16,3-3 4 0,-3 2-4 0,6 0-1 15,-8-3-1-15,2 1 1 0,-2-6 0 0,5 6 3 16,3-2 21-16,-7 1 16 0,-1-5 22 0,5 5 32 0,-5-5 29 16,0 0 42-16,15 0 12 0,-15 0 9 15,17-10-1-15,-4 5 2 0,2-2 4 0,0-5-9 16,0-1-7-16,6-5-11 0,-1-2-18 0,5-2-15 0,5-10-16 16,6-2-8-16,-6 1-20 0,3-3-14 0,0 0-16 0,-11-2-23 15,-1 11-22-15,4-5-32 0,-7 9-37 0,-3-1-32 16,0 3-70-16,0 4-43 0,-7 5-63 0,-1 1-66 0,-5 3-85 15,3-1-420-15,-5 6-893 0,0-5 396 16</inkml:trace>
  <inkml:trace contextRef="#ctx0" brushRef="#br0" timeOffset="191175.2">19234 4366 314 0,'0'0'321'0,"8"-4"-36"0,-8 4-29 16,0 0-27-16,4-4-27 0,-4 4-23 0,0 0-19 0,0 0-17 15,0 0-15-15,0 0-13 0,6 15-14 16,-6-7-8-16,5 0-10 16,-2 0-8-16,1 0-7 0,-3 3-5 0,1-3-9 15,6 2-6-15,-3 0-5 0,-3 0-7 0,6 0-2 16,-1 0-1-16,-7 2-5 0,6-3 0 0,-1 2-3 16,0-4-3-16,0 1-4 0,2 1 2 0,-4-2 0 15,1-2-6-15,-1 1 4 0,2-3 6 0,-5 3 20 0,5-1 23 16,-5-5 44-16,0 0 9 0,2 5 41 15,-2-5 42-15,0 0 37 0,0 0 16 0,0 0-1 0,0 0-24 0,23-11-13 16,-10 3-6-16,3-4-18 0,-2 0-14 0,9-3-16 16,-2-3-14-16,8 1-15 0,-6-3-11 0,13-10-16 15,-3 4-6-15,2-1-15 0,-5-1-8 0,3-3-14 16,-13 9-23-16,13-10-38 0,-10 13-34 0,-3-4-37 0,-2 3-49 16,-3 1-58-16,0 3-54 0,-2 1-56 15,-1 0-52-15,-2 6-70 16,0-6-72-16,-4 11-308 0,-4-3-851 0,0 3 377 15</inkml:trace>
  <inkml:trace contextRef="#ctx0" brushRef="#br0" timeOffset="194931.42">25191 4378 1979 0,'0'0'94'0,"10"-7"98"16,-10 2 7-16,1 2 17 0,4-4-22 0,-3-2-33 16,5 5-29-16,-7-3-25 0,6 3 4 0,-4-1 20 15,3 1 8-15,-5 4-12 0,3-7-4 0,-3 7-13 16,5-5-17-16,-5 5-14 0,0 0-11 0,0 0-12 0,0 0-10 0,0 0-5 15,0 0 9-15,0 0-19 0,0 0-2 0,7 20-7 16,1-13 3-16,-6 5-3 0,1 3-13 0,-1 5 9 16,6-7-2-16,-6 8-4 0,3-3 5 0,3 0-9 15,-1 1 6-15,-3 1-3 0,5-5-9 0,-8 1 9 16,4 1 1-16,-3-3-6 0,5-3 2 0,-6-2-4 16,3 1-6-16,-1-2 10 0,-3 1 2 0,8-6 2 0,-8 2 5 0,5-2 33 15,-5-3 45-15,0 9 49 0,0-9 33 0,0 0 15 16,0 0-19-16,0 0-20 0,17-12-9 0,-7 4-7 0,-5-4-7 15,10 0-5-15,-4-3-10 0,-3 2-2 16,7-9-8-16,0 2-10 0,2-6-11 0,-1 4-8 16,1-2-7-16,-4 0-7 0,5-3-11 0,2 3-3 0,3-3-22 15,-5 1-25 1,1 1-23-16,-3-1-26 0,1 4-29 0,1 1-39 16,-3 2-58-16,1 0-46 0,-1 3-53 0,0 4-49 15,-6 0-63-15,5-2-78 0,-7 7-377 0,0-2-909 0,-1 1 403 16</inkml:trace>
  <inkml:trace contextRef="#ctx0" brushRef="#br0" timeOffset="200676.5">21733 7842 123 0,'5'-6'353'0,"-5"0"-9"0,7 0-12 15,-4 0-9-15,-3 0-15 0,0 6-21 0,2-11-2 16,-2 7-5-16,0 4-22 0,0 0-21 0,5-8-22 16,-5 8-18-16,0 0-25 0,0 0-19 0,0 0-18 15,0-5-21-15,0 5-13 16,0 0-12-16,0 0-8 0,0 0-8 0,-17 19-12 16,12-11-1-16,-3 5-8 0,1 2-3 0,-6 1 0 15,0-1-5-15,3 4-11 0,-3-1-1 0,-4 4-4 16,7 2-4-16,-6-2-3 0,1 1-3 0,2 1 3 15,6-5-3-15,-3 1-2 0,5-2-1 0,-2 0-3 0,-1 0-1 16,3 4-1-16,-1-2 1 0,2-2 1 16,4 3-6-16,0-4 6 0,0 4-4 0,4-6 2 0,0 1 0 0,3 2-2 15,1 2 2-15,1-5-3 0,4 1-1 0,-6-3 1 16,6 4-26-16,3 4-17 0,-1-7-29 16,2-1-23-16,-2-1-27 0,3 0-31 0,0-5-44 15,-3 4-44-15,5 2-51 0,6-6-21 0,-4-3-47 16,-1 3-198-16,-6-2-597 0,7-2 265 0</inkml:trace>
  <inkml:trace contextRef="#ctx0" brushRef="#br0" timeOffset="201004.93">22534 7995 16 0,'7'-8'333'0,"-2"-1"-7"0,0 1-10 0,0 1-9 0,0 3-13 16,-2 0-17-16,-1-3-23 0,-2 7-30 0,5-7-25 15,-5 7-23-15,0 0-16 0,1-5-25 0,-1 5-16 16,0 0-10-16,0 0-10 0,0 0-6 0,-6 24-17 16,1-18-9-16,0 8-9 0,-8-4-2 0,6 5-7 0,-3 1-3 0,-3-1-5 15,6 0-1-15,-8 1-8 0,2 0-2 0,3-1-3 16,-6 1-2-16,-4 4-6 0,5-2 1 0,-5 3 0 15,7-8-1-15,1 3-1 0,-3-3-2 0,2-1-19 16,0-2-27-16,1 2-20 0,2 0-27 0,4-5-14 16,-3 1-19-16,3-1-16 0,2-1-22 0,-1-3-20 15,2 4-34-15,3-7-9 16,0 0-57-16,-6 4-168 0,6-4-471 0,0 0 208 16</inkml:trace>
  <inkml:trace contextRef="#ctx0" brushRef="#br0" timeOffset="201252.33">22159 8036 15 0,'-5'-8'308'0,"3"4"3"15,-3 1-11-15,5 3-23 0,-3-8-13 0,3 8-22 16,-5-4-25-16,5 4-22 0,0 0-23 0,0 0-24 16,0 0-15-16,0 0-10 0,0 0-15 0,0 0-9 15,20 15-9-15,-7-10-9 0,-3 6-12 0,-4-3-3 0,11 2-5 16,-2 3-3-16,8 6-8 0,-3-3-8 15,1 2 0-15,3-1-7 0,-3-1-2 0,1 0-3 0,2 6-1 0,0-9 8 16,2 6-14-16,4-4-4 0,-4 0-3 0,-1 2-32 16,5-3-33-16,-5-1-38 0,1-3-43 0,2-1-51 15,2 1-48-15,-8-3-62 0,-7-1-161 0,5-3-490 16,-4-2 218-16</inkml:trace>
  <inkml:trace contextRef="#ctx0" brushRef="#br0" timeOffset="201606.51">22880 7839 206 0,'0'-4'366'0,"0"4"-13"0,0-11-17 0,7 6-15 16,-7 5-22-16,2-4-28 0,-2 4-30 15,0 0-32-15,0-7-22 0,0 7-9 0,0 0-30 16,0 0-17-16,0 0-10 0,13 22-15 0,-5-13-13 0,0 3-7 16,6 2-19-16,0 10-2 0,8-5-3 0,-4 5-8 15,0 0 0 1,2 0-6-16,5 1-8 0,-7-1-1 0,10 10-4 0,-6-11 2 16,-1 5-6-16,-2-3-5 0,2 0 0 0,-3-1-7 15,-3 3 4-15,0-5 1 0,0 5-4 16,-7-8-5-16,1 1-6 0,-4-4-5 0,-4 2-4 0,-1-1-9 15,-1 2-14-15,-4-1-25 0,0-3-21 0,-5 0-25 16,0 0-26-16,-5-4-32 0,8 4-41 0,-6-3-50 16,6-6-59-16,-6 3-215 0,12-2-558 0,-1-1 247 0</inkml:trace>
  <inkml:trace contextRef="#ctx0" brushRef="#br0" timeOffset="202023.19">24560 7948 90 0,'2'-15'326'0,"3"2"-6"0,-5 1-10 0,6 1-8 0,-4 3-1 15,-2-6-13-15,0 5-17 0,0-2-8 0,-2 1-25 16,-4 1-15-16,1 0-19 0,0 0-21 0,-5 2-14 16,0-1-18-16,3 2-17 0,-7 0-17 0,-3 3-15 15,-3 0-3-15,2 2-13 0,-7 2-9 0,4 3-15 16,-6 3 1-16,-1 1-4 0,0 4-6 0,-2 2-8 16,2 1-3-16,-2 2-3 0,7 1-4 0,-5 7-2 0,3-4-6 0,5 1 12 15,-1 4-17-15,-3-2-3 0,10 3 1 0,0 0 2 16,4-3-2-16,4 3-5 0,-1 0 4 0,10 0-8 15,2 3 4-15,4 3 4 0,2-6-2 0,6 0 5 16,1 0-5-16,7 9-4 0,-2-12 2 0,12 0-1 16,-4-1-9-16,11 0-15 0,-13-7-28 0,11 3-37 15,-7-7-23-15,-1-3-28 16,11 0-39-16,-12-4-35 0,1-4-39 0,-1 1-48 16,2-2-35-16,-3-3-258 0,-9-4-627 0,-1 2 277 15</inkml:trace>
  <inkml:trace contextRef="#ctx0" brushRef="#br0" timeOffset="202254.96">24151 8145 291 0,'-10'0'278'0,"2"-4"-20"0,8 4-17 16,0 0-9-16,-10-2 5 0,10 2 6 0,0 0 7 15,0 0-4-15,0 0 0 0,28 6-15 0,-16-6-13 0,8 2-24 16,3 2-22-16,0 2-12 0,7-4-20 0,5-1 4 15,-5 0-31 1,4 6-17-16,-2-3-4 0,4-3-23 0,9-1-32 16,-7 2-47-16,-5-1-32 0,0 2-43 0,4-6-50 15,-8 3-53-15,4-1-68 0,-3-2-56 0,-5-5-215 16,-2 1-571-16,-3-3 253 0</inkml:trace>
  <inkml:trace contextRef="#ctx0" brushRef="#br0" timeOffset="202524.5">25143 7688 304 0,'0'0'323'0,"6"-4"-23"16,-6 4-28-16,12-3-24 0,-12 3-20 0,0 0-33 16,0 0-15-16,0 0-16 0,17 11-16 0,-11-4-1 0,-2 2-8 0,2 6-14 15,1 5-5-15,-2 4-9 0,0 5-13 0,1-1-7 16,3 13-13-16,4-1-2 0,0 1-6 0,0 3-5 15,-4 0-12-15,6 0 2 0,-2-4 2 0,-5 2-16 16,5 1-3-16,2-1 9 0,-7-13-21 0,1 1-16 16,1 0-35-16,-5-2-12 0,6 1-16 0,-4-2-43 15,4-3-30 1,-4-4-14-16,1-4-51 0,-1-1-54 0,1-6-238 0,-1 1-523 16,3-2 231-16</inkml:trace>
  <inkml:trace contextRef="#ctx0" brushRef="#br0" timeOffset="202825.28">25672 7645 309 0,'-1'-12'424'0,"-1"2"2"0,-4 2-12 0,4-1-31 15,-1 6-38-15,1-2-38 0,2 5-30 0,-5-10-35 16,5 10-30-16,0 0-22 0,0 0-21 0,0 0-13 15,7 23-17 1,-7-8-16-16,5 4-13 0,3 8-6 0,-3 2-17 0,3 13-8 16,0 0-1-16,7 1-18 0,-2 3-6 0,-3 0 1 15,7 4-10-15,-7 1-2 0,5-5-1 0,-7-1-8 16,7 2-8-16,-7-3 2 0,1 0-2 0,2-2-7 16,-1-1-23-16,-5-10-26 0,3-3-18 0,-1-1-16 15,-5 0-26-15,4 4-17 0,-6-12-3 0,2 0-28 16,-1-3-27-16,3-1-28 0,-3-3-24 0,-1 0-25 0,5-8-48 0,-10 0-262 15,5-4-597-15,0 0 264 0</inkml:trace>
  <inkml:trace contextRef="#ctx0" brushRef="#br0" timeOffset="203458.1">25201 7626 30 0,'-10'-20'323'0,"-3"-2"-8"0,8 2-14 0,1-3-9 0,-2 0-13 16,6-1-20-16,0-2-10 0,0 7-22 0,5-8-24 15,-4-2-14-15,3 4-9 0,1 8-17 0,8-6-14 16,-8 3-16-16,6 2-12 0,-1 1-13 0,2 1-12 15,3 1-14-15,8 4-9 0,-3-4-4 0,1 7-11 16,9-3-6-16,-3 6-7 0,6 5-8 0,3 4-5 0,11 1-2 16,2 3-6-16,-1 4 1 0,2 6-5 0,-1-2-1 0,11 7-1 15,-9 4-2-15,4 0 1 0,0 0-2 0,-4 6 0 16,0 0-10-16,-6-2 5 0,0 4-1 0,-7-5-4 16,-5 1-4-16,0-2-1 0,-3 3-3 0,-7-10 3 15,-8 4 0-15,3-3-3 0,-8-3-1 0,1-1 3 16,-7 0-1-16,-4-3-4 0,6 2 4 0,-4 2-2 0,-4-5 3 15,-6 2 0 1,1-2-1-16,-4 0-1 0,-4 1 6 0,-5 0-1 16,2-1 4-16,3-3-2 0,-15 3-6 0,7-6 3 15,-3 9 0-15,-1-7 3 0,1 2 0 0,1-1 3 16,-5 0-14-16,4-3 12 0,9 0 8 0,-5 0-14 16,6-2-2-16,-2 3 4 0,3-3-3 0,7-1 6 15,-2 0-3-15,0 2-4 0,1-1 6 0,4 2-2 0,0-1 4 16,5 0-1-16,0 3-2 0,7-3 5 0,0 2 1 0,4 3 0 15,9 3 4-15,2 0-7 0,7 2 3 0,1-2 5 16,12 7 5-16,-3-7-11 0,6 7 1 0,0 0-3 0,-2-1-4 16,1-2 4-16,-7-1 0 0,8-1-1 15,-4 4-1-15,-3 1-4 0,-8-7 1 0,-2 1 1 16,-5-3 4-16,7-1 8 0,-14-3-12 0,3 1-2 0,-3 1-10 16,-3-4-25-1,-3-4-26-15,0 5-19 0,-5-7-18 0,2 2-5 16,-5 0-7-16,-2-4-15 0,-2 8-26 0,2-8-35 0,-7 9-46 15,1-7-55-15,6-2-206 0,-14 0-534 0,14 0 236 16</inkml:trace>
  <inkml:trace contextRef="#ctx0" brushRef="#br0" timeOffset="208853.03">26892 7223 21 0,'0'-8'328'0,"2"2"-10"15,-2-2-8-15,2 3-13 0,-2-4-14 0,0 9-7 0,0-13-2 0,0 4-16 16,-2 4-9-16,0-2-14 0,2 7-5 0,-1-10-25 16,1 10-12-16,-4-10-10 0,-1 5-17 0,5 5-14 15,-5-9-18-15,-1 6-13 0,-1-2-11 0,1 1-7 16,-3 1-19-16,-6 0-1 0,5 0-12 0,-3 1-8 15,-3 2-9-15,-4-1-4 0,-3-2-7 0,3 3-3 16,-2 0-7-16,4 0-2 0,-2 0-3 0,4 0-4 0,-4 3-5 0,5 0-3 16,2 0 1-16,-6 6-4 0,6-4-1 0,-2-2 1 15,0 2-4-15,7-2-5 0,-5 4 2 0,1-2-4 16,2 6 9-16,2-7-9 0,1 4-3 0,-2 4-2 16,4-4 8-16,-4-1-6 0,8 5-9 0,-4-3 2 0,3 3-3 15,2-2-1-15,0-1 1 0,0 1 0 16,2 2 2-16,-1-4 0 15,3 3 1-15,-1-3-2 0,5 0 6 0,-1-1-1 0,4-2 4 16,-1 3-5-16,0-4 7 0,2-1-1 16,1 2-1-16,-1-5 5 0,6 0 3 0,-6-1-11 15,-1-3 9-15,7 1-3 0,-6-1 1 0,4-4 3 0,-1 0 2 16,0-3-7-16,3 2 6 0,-3-5 2 0,2 1 16 16,-4-1 10-16,0-3 1 0,-4 0 5 0,2-2 5 15,2-6 13-15,-1 5-10 0,-2-6 11 0,-5 2 9 0,5 4 9 0,-7 2 0 16,1-7 0-16,2 6-3 0,-6-3 1 0,3 2-2 15,1-1-2-15,-4 3-3 0,0-2-10 0,0-1 1 16,0 4-8-16,0 1 1 0,-5 0-2 0,5 1-3 16,-2 3 6-16,0 1-11 0,2-1-2 0,2 1-4 15,-4 4 9-15,2-2-11 0,0 3-2 0,-4 0 1 16,4 6-3-16,-2-11-1 16,2 11 0-16,2-7-1 0,-2 7 1 0,0 0 1 15,0-9-5-15,0 9-1 0,0 0-2 0,4-6-1 16,-4 6-2-16,0 0-4 0,0 0 3 0,2-5-4 15,-2 5 0-15,0 0 0 0,0 0-4 0,0 0-5 16,0 0 6-16,0 0-9 0,0 0-1 0,0 0-1 16,0 0 0-16,0 0-7 0,0 0-1 0,0 0-4 15,0 0-2-15,0 0-7 0,0 0 5 0,0 0-1 0,0 0 5 0,-11 17-1 16,11-10 1-16,0 5 0 0,-2 1 0 0,2 1 4 16,-2 4 5-16,4 1-5 0,-2 5 1 0,-2-1 0 15,4 3 1-15,-2 2-3 0,2-2 4 0,-1 3-4 16,-1-4 4-16,8-1-1 0,-3 3-1 0,0-2-1 15,5 1-2-15,-5 2 1 0,7-6-2 0,-1 0 2 16,-2-4-1-16,2-2 3 0,-2-2-1 0,2-1 1 0,2 5 1 0,1-2 1 16,-4-3-1-16,3 1-1 0,0-6 0 0,0 4 3 15,-6-5 1-15,3 0 1 0,-5-1-1 0,3 1 0 16,-1-5 1-16,-7 4 4 0,8-2-1 0,-8-4 4 0,7 7-3 16,-7-7 3-16,5 3-5 0,-5-3-2 15,0 0 7-15,10 1 2 0,-10-1-4 0,0 0 0 16,0 0-2-16,5 4 2 15,-5-4-3-15,0 0-8 0,0 0-27 0,0 0-30 16,0 0-46-16,16-4-59 0,-8 0-64 0,-1 0-68 16,-7 4-80-16,17-5-101 0,-4 0-375 0,-5 2-926 15,2-3 410-15</inkml:trace>
  <inkml:trace contextRef="#ctx0" brushRef="#br0" timeOffset="212114.63">25797 3034 220 0,'6'-4'303'15,"-6"4"-22"-15,5-6-17 0,-5 6-20 0,10-3-22 16,-10 3-9-16,0 0-23 0,0 0-15 0,0 0-16 16,0 0-17-16,0 0-15 0,0 0-12 0,0 0-1 15,0 0-21-15,0 0-6 0,0 0-7 0,-38 3 0 16,17 0-2-16,-8 0 2 0,-2 1 4 0,-12 4-7 15,-2-4 1-15,-4 1 2 0,-3 0-5 0,6-3-4 0,-4 6-8 0,1-4 1 16,1 1-4-16,0-2 4 0,11 1-4 0,7-2-3 16,6 4-11-16,9-4 2 0,-2-1-10 0,7 2-11 0,0-3-1 15,10 0-1-15,-11 4-3 0,11-4 4 16,0 0-4-16,28 16-1 0,7-9-4 0,16 1-5 16,13 0 6-16,24 4-1 0,-3 3-2 0,2-4-4 15,-6 0-16-15,9-2-13 16,-27-1-13-16,19 0-8 0,-22-1-10 0,0 1-6 15,-2-2 0-15,-2 0-10 0,-8-2 4 0,-5 3 1 16,-13-4 8-16,-7-3 6 0,-2 1 8 0,-6-2 8 0,-2-2 1 16,-6-1 20-16,-5 0-10 0,-2 4 8 0,-2-15 2 15,0 7 11-15,-11-5 9 0,-2-1 1 16,-5-5 5-16,-16-4 11 0,3-1 0 0,-3 1 0 0,-4 0 9 16,0 0 8-16,2 3 3 0,-3-3-6 0,17 8 2 0,-5-3-11 15,7 4-3-15,1-1-3 0,2 5-5 0,1 0-4 16,8-1-9-16,-3 3-28 0,3 4-36 0,5-2-35 0,-1 1-30 15,-3 4-41-15,9 1-39 0,-8-2-35 0,8 2-37 16,0 0-37-16,0 0-163 0,0 0-511 16,0 0 226-16</inkml:trace>
  <inkml:trace contextRef="#ctx0" brushRef="#br0" timeOffset="212346.4">25795 2667 129 0,'2'-4'334'0,"-1"-4"-17"16,-1 8-22-16,4-8-30 0,-4 8-31 0,0 0-28 16,0 0-27-16,0 0-16 0,0 0-16 0,0 0-22 0,6 27-8 0,-2-7-15 15,0 4-9-15,-2 3-1 0,1 15-17 16,2 1-7-16,-3 2-7 0,1 1-3 0,-1 0-4 0,0-2-6 16,-4 3-4-16,5-1-4 0,-3 1-6 0,2-1-2 15,0-6-2-15,4 5-6 0,1-5 2 0,1 1 0 16,0-2 0-16,-3-9-3 0,5 7 9 0,-1-7-32 15,-1-11-31-15,0 6-29 0,-1-6-37 0,-2-1-69 0,8-7-82 0,-3-2-236 16,5 2-522-16,-9-7 231 0</inkml:trace>
  <inkml:trace contextRef="#ctx0" brushRef="#br0" timeOffset="212763.09">26555 2823 278 0,'1'-6'330'0,"-1"6"-9"16,4-7-10-16,-4 7-25 0,0-7-29 0,0 7-25 15,0 0-31 1,0 0-19-16,0 0-21 0,0 0-17 0,0 0-15 0,-14 22-16 16,9-15-10-16,-1 5-12 0,-1 4-9 0,-1 4-5 15,0-1-11-15,-1 4 9 0,1-4-17 0,-5 7-7 16,6-1-2-16,-3-1-6 0,5 2-1 0,-1-2-10 15,1-6 16-15,3 3-24 0,0 0-1 0,2-3 6 16,2 1-4-16,1-1-3 0,4-1 4 0,0 0-7 16,1-3 3-16,0 0-11 0,5-1-36 0,2-2-41 0,2-2-52 0,1 1-60 15,2-2-66-15,8-4-73 0,-5 1-186 0,-1-5-544 16,8 2 241-16</inkml:trace>
  <inkml:trace contextRef="#ctx0" brushRef="#br0" timeOffset="213010.49">26945 3034 334 0,'0'0'323'0,"0"0"-17"0,0-7-39 0,0 7-28 16,0 0-27-16,0 0-27 0,0 0-17 0,0 0-20 16,0 0-12-16,0 0-15 0,-15 23-12 0,10-16-11 15,0 8-8-15,-4-5-11 16,-1 7-5-16,1-5-10 0,-4 4-5 0,-2 3-10 15,4-4 2-15,-1 2-7 0,-1-2-5 0,-2 7-5 16,0-8-13-16,0 1-23 0,0 0-28 0,7 0-21 16,-5-3-22-16,4 0-44 0,3 0-36 0,-4-5-41 15,5-2-41-15,3-2-165 0,-3 2-432 0,5-5 191 16</inkml:trace>
  <inkml:trace contextRef="#ctx0" brushRef="#br0" timeOffset="213211.02">26724 3085 14 0,'0'-3'321'0,"0"-2"-5"0,0 5-12 16,-4-5-26-16,4 5-24 0,0 0-24 0,0 0-31 15,-3-9-22-15,3 9-16 16,0 0-16-16,0 0-16 0,0 0-12 0,20 15-9 16,-14-8-14-16,3 4-10 0,-1-2-4 0,4 6-8 15,1-3-10-15,2 6-3 0,3 2-8 0,3-4-12 16,-2 3-28-16,4 1-33 0,-3-3-38 0,3 0-48 15,-2-2-52-15,6-1-52 0,-9-4-246 0,2 2-495 16,-5-5 220-16</inkml:trace>
  <inkml:trace contextRef="#ctx0" brushRef="#br0" timeOffset="213496.18">27089 2975 188 0,'0'-7'349'0,"0"7"-13"0,0-7-16 16,0 7-27-16,0 0-25 0,0-4-35 0,0 4-29 15,0 0-18-15,0 0-21 0,0 0-14 0,0 0-18 16,19 16-14-16,-13-9-12 0,2 5-10 0,-1-1-8 16,1 5-10-16,1-1-5 0,1 1-11 0,-1 0-9 15,0 0-9-15,2 6 4 0,-1-3-8 0,-3 1-2 16,1-4-5-16,0 8 0 0,1-3-4 0,-3-1-2 0,-4-4-9 0,1 3-2 15,1-4-3-15,-1 2-20 0,-6 1-13 0,3-6-14 16,-5 4-18-16,-2-5-17 0,-5 5-18 0,4-5-19 16,-5 0-32-16,1-3-26 0,6 1-43 0,-3-2-39 15,4-4-212-15,-4-2-495 0,2 2 220 0</inkml:trace>
  <inkml:trace contextRef="#ctx0" brushRef="#br0" timeOffset="213781.34">27387 3224 152 0,'0'0'237'0,"0"0"-14"15,9-4-17-15,-9 4-20 0,13-3-12 0,-5 2-18 16,-8 1-12-16,13-1-15 0,-4-1-16 0,-9 2-10 16,14 2-12-16,-14-2-4 0,20 0-13 0,-11 0-8 0,-1 1-16 0,3-1-20 15,-4 1-33-15,3 2-25 0,-2-3-30 0,-8 0-32 16,15 4-29-16,-7-3-33 0,-8-1-144 0,14 2-320 16,-14-2 142-16</inkml:trace>
  <inkml:trace contextRef="#ctx0" brushRef="#br0" timeOffset="213981.87">27387 3342 90 0,'0'0'241'0,"0"0"-4"15,0 0 0-15,0 0-12 0,0 0-10 0,0 0-13 16,0 0-14-16,0 0-17 0,0 0-17 0,0 0-13 0,15 3-15 0,-15-3-14 15,12 3-11-15,-2-3-5 0,-4 1-17 0,8-1-44 16,-6 2-58-16,3-1-64 0,-11-1-71 0,29-1-80 16,-18-1-120-16,-3 2-387 0,-8 0 172 0</inkml:trace>
  <inkml:trace contextRef="#ctx0" brushRef="#br0" timeOffset="-88260.31">5735 10800 47 0,'0'0'99'0,"0"0"8"0,0 0 7 0,0 0 6 0,-14-4-4 15,14 4 4-15,0 0 1 0,0 0 14 0,0 0 11 0,-1-3 6 16,1 3 5-16,0 0 8 0,0 0 7 0,-5-8-1 16,5 8 3-16,0 0 0 0,-7-4-1 0,7 4-1 15,-5-7 0-15,5 7 4 0,-5-5-4 0,5 5-1 0,-5-8-2 16,5 8-15-16,0 0-2 0,-10-6-11 0,9 5-3 15,1 1-9-15,-9-7-5 0,9 7 2 16,-3-7-14-16,3 7-7 0,-3-6 0 16,3 6-5-16,-5-6-3 0,5 6-4 15,0 0-10-15,-2-6-11 0,2 6-11 0,2-9 1 16,3 2-12-16,-2 1-9 0,5 1-3 0,-1-2-3 0,8-1-4 16,3 1-8-16,-1-4-1 0,6 6-4 0,-7-2-5 15,9 2 0-15,2-1-9 0,1 2-2 0,0 1 1 16,-5-2-9-16,-1 5-10 0,-3 0 1 0,5 0-12 15,-6 7-4-15,2-6-3 0,1 2-3 0,-4-2-6 0,-6 2-3 16,4 2 5-16,0 1-4 0,2 2 1 0,-9-1 3 16,-1 4 6-16,-2-1 3 0,-2 2 3 0,0 3 2 0,-3 3 3 15,-6 2 0-15,1-4 5 0,-7 11 5 0,2-1-3 16,-5-2 3-16,-3 4 2 0,1-4-2 0,-4-2 5 16,1-2 1-16,0 6 0 0,-3-4 1 0,6-4 2 15,-2-4-3-15,2 2-8 16,2-2 12-16,2-4 20 0,0-1-13 0,4-1-5 15,3-3 3-15,-1 2 12 0,4-5 16 0,3-2 16 16,0 0-3-16,0 0-6 0,-13-12-3 0,13 5-6 16,13-6-2-16,-7-3 0 0,4 0-7 0,9-5 1 15,-3-4-2-15,9-1 0 0,1-4-3 0,-1 5-1 16,-5-1-2-16,12-4-4 0,-9 6 1 0,-3 0 2 16,1 1-6-16,-1-1 5 0,-3 1 3 0,6 3-5 0,-8 5-3 0,-9 0 5 15,9-1 7-15,-5 2-5 0,3 1 6 0,-4 2 1 16,-4 2 0-16,4-2-1 0,-5 4 4 0,-3 1-8 15,8-1 1-15,-6 2-3 0,-3 5-2 0,3-6-4 16,-3 3-2-16,0 3-6 0,0 0-2 0,9-5 6 16,-9 5-5-16,0 0-6 0,0 0 3 0,8 12 1 15,-3-4 1-15,-4 1 5 0,-1 3-9 0,5 0 4 0,-3 3-2 0,-2 5 2 16,2 1 0-16,-2 2-1 0,0 8 3 0,0-3 3 16,0 1-4-16,0-2 3 0,3 5 1 0,0-3 7 15,4 1-11-15,-5 0 6 0,-2 0-10 0,8-2-25 16,-1-4-30-16,1-1-36 0,0-7-20 0,4 4-11 15,3-2-15-15,-1-4-26 0,1-4-40 0,5 2-51 16,2-7-52-16,-4-3-45 16,3 1-232-16,8-6-640 0,-1 2 285 0</inkml:trace>
  <inkml:trace contextRef="#ctx0" brushRef="#br0" timeOffset="-87981.66">6681 10990 84 0,'0'0'279'16,"0"0"-4"-16,0 0-12 0,25 4-10 0,-13-3-14 15,-1-1-13-15,4 2-21 0,3 2-22 0,1-3-3 0,4 4-28 16,-7 1-17-16,4 2-13 0,0-5-11 16,-5 2-14-16,5 3-10 0,-5 4-11 0,1-1-5 15,-1 0-8-15,0 3-3 16,0-2-8-16,-7 1-6 0,1-1 0 0,-3 0-4 15,-1 5-7-15,-3-2-2 0,-7 0-6 0,-3 0-1 16,-2 0-1-16,-4-3-14 0,3 0-10 0,-2-1-23 16,-2-1-33-16,0-2-37 0,0-4-52 0,3-3-62 0,4-2-58 15,8 1-190-15,-20-2-491 0,20 2 216 0</inkml:trace>
  <inkml:trace contextRef="#ctx0" brushRef="#br0" timeOffset="-87542.82">7229 10782 191 0,'-5'-6'258'15,"5"6"-25"-15,0 0-23 0,0 0-22 0,0 0-20 0,0 0-17 0,0 0-12 0,0 0-16 16,0 0-11-16,12 18-13 0,-11-15-6 16,6 3-10-16,1 0-7 0,4-3-5 0,-2 6-8 15,3-6-3-15,-1 1-8 0,-2-2-1 0,9-1-7 0,-4-1-3 16,2-1 0-16,-1-1-6 0,6-3-6 0,-5-2 2 15,2-3 8-15,0 4 7 0,-1-9 5 0,-3 6 3 16,0-5 11 0,1 2-1-16,-6-3 18 0,0 3 8 0,0 0 17 0,-5-3 13 15,5 8 2-15,-5-2-4 0,3 2-2 16,-1-4 0-16,-7 6-7 0,8 0-10 0,-8 5-8 16,7-8-21-16,-6 6-13 0,-1 2-4 0,0 0-3 0,0 0-5 15,20 10-11-15,-10-3-4 0,2 8-4 0,-4-1 0 16,7 2-1-16,0 7-5 0,1 0-6 0,-1 4 2 15,2 2 2-15,1 5-7 0,-2-8-3 0,6 10 2 0,-7 3-3 0,-4-9 3 16,4 12 3-16,-5-14-2 0,-3 2-1 0,6-1-1 16,-11-2 0-16,-1 3-1 0,-2-6 18 15,1-5-23-15,-5-4 8 0,-3 5 9 0,1-5 4 0,-5 1 12 16,-3-1-5-16,-3-5 10 0,0-1-7 0,-3-1 2 16,-8-3-9-16,1 0 11 0,3-4-13 0,-3-1-21 15,5 0-35-15,3-6-40 16,-3-4-49-16,0 2-45 0,8-1-49 0,2-3-67 15,6-1-77-15,-4-6-282 0,16 6-693 0,-5-8 307 16</inkml:trace>
  <inkml:trace contextRef="#ctx0" brushRef="#br0" timeOffset="-87226.68">7964 10422 321 0,'-5'-5'392'16,"3"1"-4"-16,2 4-17 0,-6-11-38 0,6 11-33 15,0 0-29 1,13-3-26-16,-13 3-34 0,22 11-11 0,-4-4-22 0,10 5-7 16,0 7-33-16,8 6-8 0,-1 4-15 0,-2-1-13 15,5 5-7-15,0 3-10 0,-4 0-15 0,4 3-1 16,-10 3-6-16,2-1-5 0,-1 2-11 0,-7-3 0 15,-1 6-7-15,-4-3-5 0,-2 0-1 0,-7 6 3 16,-1-3-10-16,-2-3 0 0,-10-2 0 0,-4-1-15 0,-5-1-16 0,-5-3-11 16,-7 2-23-16,-1-5-44 0,-4-4-31 0,-12-6-23 15,-3 1-31-15,-4-1-47 0,-1-5-61 0,-1-5-61 16,1-5-208-16,-4-2-588 0,-1-1 260 0</inkml:trace>
  <inkml:trace contextRef="#ctx0" brushRef="#br0" timeOffset="-86671.99">5372 10333 208 0,'-10'-1'248'16,"0"0"-24"-16,10 1-19 0,-20 13-6 0,10-1-1 16,-3 4-6-16,0 7-2 0,-12 11-9 0,12 4-8 0,0 2-4 0,3 4-12 15,-2 1-1-15,2 1-1 0,9 0-5 0,-8 4-21 16,9-3-3-16,7 7-13 0,-4 0-2 0,7-3 2 16,2 0-24-16,8-3-8 0,6 0-2 0,1-6-1 15,6 3-15-15,6-5 1 0,8 3-8 0,2-9-29 16,3-2-36-16,24 3-73 0,-20-12-90 0,25-2-112 15,-21-9-281-15,34-3-612 0,-5-5 272 0</inkml:trace>
  <inkml:trace contextRef="#ctx0" brushRef="#br0" timeOffset="-85923.28">9623 10982 16 0,'0'-15'336'16,"6"3"-10"-16,-4-3-20 0,-2 3-13 0,1 1-8 15,4 0-10-15,-5 4-7 0,0 0-19 0,0 1-34 16,2-1-28-16,-2 7-22 0,3-5-21 0,-3 5-14 0,0 0-6 15,0 0-20-15,9 25-13 0,-8-7-2 0,1-6-10 0,1 7-8 16,6 8-4-16,-8-1-9 0,4 1-5 0,-3-2-8 16,4 1-4-16,-4-7-2 0,3 1-4 0,-5-6-4 15,8-1-6-15,-6-1 2 0,3-3 2 0,-5 1-2 16,2-2 3-16,-2-4 12 0,6-1 6 0,-6-3-4 0,0 0-4 16,23-11 0-16,-6 0-4 0,1-5-4 0,7 0-2 15,-2-3-4 1,4-1-6-16,1 1 5 0,0 1-8 0,0-2-1 0,13 1 4 15,-14 3 3-15,-1-1 6 0,3 3-2 16,-3 6-4-16,-6-3-1 0,0 3-2 0,-4 5-8 16,2-1-2-16,-1 3 0 0,-4 1-2 0,2 4-3 0,-5-1-1 15,2 1 3-15,3 7-7 0,-5-5-5 0,-4 6 5 16,4 3 2-16,-3 3-1 0,-1-6 2 0,1 7-7 16,-5 0 6-16,-2-3-7 0,0 0-12 0,-2-1-19 0,2 1-20 0,-7-1-29 15,-1-2-28-15,-5-1-39 0,-4-2-28 0,2-1-59 16,0-6-65-16,-3 4-314 0,0-7-670 0,-3-2 296 15</inkml:trace>
  <inkml:trace contextRef="#ctx0" brushRef="#br0" timeOffset="-85754">9902 10665 230 0,'2'-8'338'16,"1"1"-20"-16,1-1-27 0,-4 1-25 0,0 2-29 15,0 5-38-15,4-5-37 0,-4 5-49 0,0 0-39 16,0 0-56-16,0 0-70 0,17 13-77 0,-4-4-216 16,-3 3-372-16,3 3 164 0</inkml:trace>
  <inkml:trace contextRef="#ctx0" brushRef="#br0" timeOffset="-84904.98">11678 11068 133 0,'5'-15'334'0,"-2"3"-8"15,2-4-12-15,-5 4-16 0,-8-6-23 0,5-2-13 16,0 4-28-16,-11 1-17 0,1-1-20 0,3 1-19 16,-6 1-18-16,1 2-14 0,-10-3-20 0,0 3-15 0,0 3 3 15,-3 1-21-15,5 3-8 0,-4 0-11 0,3 3-11 16,-10 4-4-16,10 3-8 0,2-3-5 16,-6 5-5-16,-2 3-2 0,14-1-2 0,-8 4-4 0,0 1-12 0,7 2 5 0,6-4-3 15,1 3-5-15,0 2-2 0,3 1 3 16,5 1 0-16,-3-2 0 0,5 0-8 0,7 0 1 0,0-5 1 15,3 6 1-15,3-6-6 0,3 0-5 0,4-2 0 16,3-3 3-16,7-1-4 0,0-5 2 0,-2-1-4 16,2-4 2-16,5 1 6 0,-6-3-10 0,0-5 10 15,-1-4-7-15,3-1 0 16,-4 3-6-16,-4-5 5 0,2 1 2 16,-10 2 0-16,1 1-3 0,-9-1 5 0,8-1-1 0,-7 5 4 15,-1 1 3-15,-6 3-6 0,4-1 8 0,-5 2-2 16,3 1-4-16,2-2-6 0,-5 7-1 0,0-8-3 15,0 8 1-15,0 0-1 0,0 0-3 0,0 0 7 16,0 0 0-16,-11 25-5 0,9-18 0 0,1 3-1 16,1 2-4-16,-5 7 4 0,5-6-4 0,0 2 2 0,5 3-7 0,-5-6 1 15,0 3-3-15,1-4-1 0,1 1 0 0,1-5 3 16,5 3-1-16,-3 0 0 0,5-5 6 0,4-2 3 16,-6-1-3-16,5-2 0 0,4 0 3 0,-2-2 3 15,-1-4 2-15,1 2-8 0,2-6 11 0,1-1-5 16,-1-3 0-16,-2 4 3 0,-1-5 2 0,1 3-3 15,-1-5 4-15,-3 5 9 16,1-1 3-16,-4 2 8 0,-1 1 9 0,-2 1-5 16,1 0 6-16,-1 3-3 0,0 1-2 0,0 1-1 15,-2 1-10-15,-3 3-8 0,4-6-10 0,-4 6 3 16,0 0-4-16,0 0 5 0,0 0-10 0,3 18 3 16,-5-11 3-16,4 2-6 0,-2 2-3 0,0 1-2 15,7 3 0-15,-6-1 3 0,3-1-2 0,-1-1 3 0,-3-5-3 16,7 7 2-16,-2-6 3 0,0 1 3 0,-2-5 4 0,7 2 3 15,-5-3 1-15,5 0 6 0,-10-3 5 0,20-3 6 0,-6 1 14 16,-5-1 16-16,-1-2 4 0,-1-5 24 0,6 1 1 16,-5 2 12-16,-1-2 6 0,6 3 0 15,-3-3-4-15,-3-3-2 0,1 6-2 0,-3-2-6 0,-2 1-10 16,5 1-8-16,-3 3-7 0,-5 3-9 0,5-8-9 16,0 7-12-16,-5 1-32 0,5-6-18 0,-5 6-18 0,0 0-29 0,17 11-28 15,-6-7-23-15,-1 5-27 0,7 1-23 0,-4 1-39 16,4 2-53-16,1 1-39 0,5 1-63 0,2 3-260 15,3-1-674-15,13 3 299 0</inkml:trace>
  <inkml:trace contextRef="#ctx0" brushRef="#br0" timeOffset="-84265.65">13270 10972 222 0,'2'-5'383'16,"5"-3"-7"-16,-6 0-19 0,1 1-27 0,3-1-32 0,-5 1-18 0,2 2-16 15,3-2-18-15,-2 1-20 0,-1 0-24 0,1 0-19 16,-1 0-16-16,-2 6-21 0,8-9-9 0,-2 7-20 16,1-5-10-16,0 2-10 0,3 1-5 0,-2 1-17 15,5-3-5-15,-6 3-10 0,6-6-3 0,-5 4 4 0,7-2-16 16,-7 1-1-16,4 0-13 0,-4-4 6 15,2-1-7-15,-3-3-4 16,1 9-3-16,-3-6-5 0,3-4 1 0,-8 0 3 16,7 2-11-16,-7-3 0 0,-5 0-2 0,3 1 9 15,-4 4-8-15,2-1-2 0,-7-1-6 0,4 1 2 16,-6 0 0-16,3 6 0 0,-11-1 0 0,6 0-2 0,-2 6-4 16,-1 0-4-16,0 2 3 0,-2 3-2 0,3 4 1 15,1-1-1-15,-6 2-3 0,11 3 1 16,-3 3 0-16,4 0 0 0,1 11 0 0,2-10 1 0,7 3 6 0,0 6-5 0,8 2 7 15,4-3 5-15,-1 1-4 0,13 1-4 16,-1-8-3-16,3 4 6 0,11 1-14 0,1-2-8 16,6 0-17-16,6-12-17 0,0 7-10 0,-2-6-11 0,0-5-12 15,-2 0-12-15,0 1-6 0,4-9-14 0,-5-5-4 16,-11 8-5-16,11-7-8 0,-12 1-4 0,10-5-11 16,-10 0-8-16,-1-3-5 15,6-6 8-15,-8 6 13 0,-2-3 16 0,-5 1 17 16,-3 2 29-16,1 2 46 0,-7 2 32 0,-3-1 29 15,1 3 25-15,-6 4 19 0,-4-2 26 0,6-2 4 16,-1 6-6-16,-5-5 0 0,-2 7-10 0,11-4-12 16,-11 4-14-16,0 0-5 0,0 0-3 0,0 0-6 15,0 0-8-15,0 0-2 0,-15 16-2 0,10-8-6 16,-3 1-3-16,-7 3 2 0,7 3-3 0,-4-1 1 0,-4-2-5 0,-4 4 1 16,5 1-8-16,-7 5 3 0,6-8-1 0,-1-1-2 15,-2 1-6-15,-1 1-24 0,5 1-19 0,-2-5-17 16,1 1-20-16,1-4-18 0,8-1-25 0,-3-5-20 15,4 5-19-15,6-7-23 0,0 0-16 0,-14-9-8 16,13 1-3-16,1 8-6 0,3-19-130 0,2 5-371 16,5-1 164-16</inkml:trace>
  <inkml:trace contextRef="#ctx0" brushRef="#br0" timeOffset="-83416.69">14004 10929 1072 0,'6'-18'-43'0,"1"-1"50"15,0-1 41-15,-6 2 39 0,-1 0 29 0,0-2 20 16,0 5 20-16,0-1 13 0,0 1 11 0,-1 6-2 16,-3 2 2-16,4-4-14 0,-1 3-14 0,-1 3-15 0,-1-2-19 15,3 7-14-15,0 0-7 0,-9-3-17 16,9 3-7-16,0 0-4 0,-10 14-8 0,10-2 1 15,0-3-10-15,5 5-6 16,-1 2-5-16,1 2-2 0,5 0-4 0,3-1-7 16,3 5-1-16,3 2-9 0,0-6-10 0,8 4-18 15,1-2-19-15,10 7-22 0,0-4-28 0,-1-10-18 16,7 4-15-16,-11-5-16 0,9-4-9 0,-6 0-11 16,7 0-9-16,-6-8-11 0,-6-7-13 0,4 5-1 15,0-6-3-15,-6-2 14 0,6-2 17 0,-8-3 18 16,-1 4 24-16,-9-2 39 0,3-2 46 0,-6-4 43 0,-7 6 36 0,5-2 29 15,-7 1 27-15,-4 0 17 0,-1 1 20 0,-1-3 13 16,1 0 0-16,-5 2-4 0,-5 2-3 0,5-3-4 0,-8 5-3 16,-4-2-12-16,5 2-10 0,-6 2-23 0,2 3-7 15,-4 1-10-15,0 2-8 0,0 2-2 16,-1 2-13-16,1 2-9 0,3 1 0 0,-4 2-7 0,-3 1-4 16,10-4-2-16,-1 8-8 15,0-5-4-15,3 5-8 0,-1 0-3 16,3-2 0-16,5-1-5 0,3 2-6 0,-6-2-1 15,8 2-4-15,0-2 1 0,8 3-1 0,-1-5-4 0,1 1 3 16,2-2-4-16,7-2 0 0,-2 1-4 0,1-2-2 16,6-3-5-16,-1 0 4 0,-1-4-8 0,3 0 4 15,0-1-1-15,2-3 1 0,0-4 3 0,-7 0 4 16,2 3-1-16,-3-2 5 0,-2 1 2 0,-2 0 11 0,-2 2 10 16,-1 0 11-16,-5 0 12 0,0 1 8 0,4 0 7 0,-4 1-3 15,-5 3-6-15,0 3-9 0,1-7-5 0,-1 7-10 16,0 0 0-16,0 0-4 0,0 0-1 0,0 0-6 15,0 0 1-15,0 0-4 0,-6 19-4 0,6-8-3 16,0-3 1-16,0 1-4 0,5 1-1 0,-4-2-5 16,7 6 4-16,-1 0-2 0,0-6-1 0,3 4-3 0,3 1 2 0,2-4-2 15,5-1-1-15,-5 0 0 0,8-1-5 0,3-3 2 16,4 0 3-16,0-7 4 0,-12 6-1 0,3-6-1 16,1 2 2-16,1-3 4 0,-6-2 1 0,1 2 4 15,-2-5 4-15,-2 1-6 0,1 1-1 0,0-4 4 16,-7 4-1-16,0 0 5 0,4-1 5 0,-9-1 1 15,2 1 4-15,2 6-1 16,-1-5-2-16,-6 4 5 0,8-1-8 0,-8 4-4 16,2-8-4-16,-2 8-4 0,0 0-1 0,0 0-1 15,13 0-1-15,-13 0 0 0,0 0 1 0,9 8 5 16,-9-8-5-16,13 7 0 0,-8 0 0 0,6 0 0 16,-4-1 8-16,6 2-4 0,2-1-2 0,0 1-2 15,2 0 5-15,-3 0-1 0,5 1-3 0,4-2 2 0,2 4 0 16,4-2 8-16,-2-7-9 0,-2 2-4 0,10 0 3 0,-6 0 3 15,6 0 0-15,-5-4 0 0,1 1-1 0,-6-1-1 16,2 0 4-16,2 0-4 0,0-1-3 0,-10-2-6 16,1 2-5-16,2-3-6 0,-7 0-7 0,0 0-7 15,0-3 1-15,-4 3-10 0,-1 0-7 0,-3-4 0 16,1 2-9-16,-8 0-16 0,5-1-13 0,-5 0-11 0,0 0-8 16,0 0-6-1,0-1-5-15,-5-1-12 0,5 1-5 0,0 1-13 16,0 1-11-16,0-3-16 0,0 3-10 0,0-2-6 0,5 1-122 15,-3 1-340-15,6 0 150 0</inkml:trace>
  <inkml:trace contextRef="#ctx0" brushRef="#br0" timeOffset="-82514.63">16049 10796 83 0,'10'1'27'15,"-3"3"17"-15,-7-4 6 0,12 5 5 0,-9 0 21 16,0 0 10-16,-1 2-2 0,4-2 21 0,-4 0 5 0,-2 2 20 16,0 3 13-16,0-2 6 0,0 1 1 0,0 2-1 0,-2 1 0 15,1-1 3-15,-4 7-11 0,3-4-7 0,2 12-7 16,-3-2-5-16,3 0-7 0,0 9-9 0,2-13-12 15,-1 10-7-15,-1-1-10 0,7 5-5 0,-2 4-10 16,-2-7-3-16,-1 1-5 0,8 9-5 0,0-4-4 16,-7-5-3-1,4-2-6-15,-4-3-1 0,2 3-10 0,1-6 6 0,-4-6-12 16,1 2-10-16,1-7-6 0,2-3-10 0,-6 1-1 16,0-5 5-16,0 0-2 0,0-6-6 0,0 0-6 15,0 0-3-15,0 0 4 0,0 0 0 0,-11-24 3 16,7 10 0-16,-2-5-2 0,-2-9-8 0,3 1-8 15,0-4 3-15,-5-12 0 0,6 0 4 0,-4-4 4 16,3-1-1-16,-3 0 1 0,6 2 5 0,1 2 2 0,-3-1 10 0,3-5 15 16,-1 11 13-16,-5-4 9 0,6 5 10 0,-1-4 19 15,0 13 11-15,1-1 8 0,1-2 3 0,1 5-2 16,1 0-3-16,0 6-2 0,-2 1 6 0,5 1-5 16,0 2-9-16,0 2-10 0,3 2-9 0,-3 3 1 15,5 1-6-15,-2-2-13 0,4 5 13 0,1 1-18 16,2 1-3-16,3 4-5 0,0 0-1 0,-3 6-6 0,0 0-4 0,6 1-1 15,-6 2-4-15,0 5-7 0,0-2-3 0,3 3-5 16,-3-3 0-16,-6 4-5 0,4 1-9 0,-5-2-5 16,-1 3-3-16,-7-3-9 0,0 5-5 0,0-4-2 15,-4-1-2-15,3 4-1 0,-8-2-14 0,6 0-7 16,-8-4-10-16,6-6-6 0,-4 2-6 0,1 2-2 16,-7-4-4-16,0 0-3 15,9-6-1-15,-4-1-1 0,-4 0 1 0,14 0 3 16,-13-8 1-16,7 5 9 0,-3-5 4 0,3-3 4 15,6 2 9-15,0-7 7 0,6-1 12 0,-1-3 1 16,7 0 8-16,-1-6 7 0,4 4 0 0,8-5 8 16,-8 0-1-16,20-11 10 0,-5 0 8 0,0 3 9 0,3-8-5 15,0 0 12-15,-5 5 23 0,0 1 36 0,0 5 28 16,-8 7 32-16,0-1 24 0,-5 3 5 0,-5 3-2 0,5-1 6 16,-9 3 7-16,3 4 0 0,-3 6-8 0,1 0-17 0,-5-3-17 15,4 7-21-15,-2-1-26 0,-4 5-8 16,0 0-7-16,0 0-5 0,-4 28-4 0,3-8-5 0,-4 9-3 15,-4 4-7-15,9 12-1 0,-1 0-11 0,1 2-10 16,0 1-2-16,-5 1 5 0,10-1-5 0,-4-5-8 16,6 4-2-1,0-2 1-15,1-5-6 0,0 1-2 0,2-13-3 0,0 1 2 16,3-5-4-16,0 1 1 0,1-11 3 0,1-2-3 16,1-3 8-16,1-3-2 0,1 0 0 15,2-4 11-15,-4-4-10 0,3-4 2 0,7-5 2 16,-6-1 0-16,3-6 0 0,-6-3 3 0,4 1 8 15,-6-2 19-15,0 0 21 0,-4-3 30 0,-1 2 30 0,-3 4 19 0,-2-2 12 0,-3 1 5 16,-1 0-1-16,-2 4-5 0,-1-2-11 0,-6 3-27 16,4 1-9-16,-4 1-9 0,-5 7-9 0,-2-6-8 15,0 8-14-15,0-1-1 0,0 5-7 0,0 0-8 16,-1 5-3-16,1 0-2 0,2 2-6 0,6 3-11 16,-4 3-3-16,7 1-9 0,-2-4-3 0,6 7-9 15,6 1-18-15,-1 6-14 0,8-3-25 0,6 0-38 16,4 0-13-16,5-4-29 0,10 3-40 0,-10-2-37 0,0-1-48 0,9-5-58 15,-6-2-61-15,1-2-247 0,9 1-690 0,-5-2 305 16</inkml:trace>
  <inkml:trace contextRef="#ctx0" brushRef="#br0" timeOffset="-78306.31">6036 9675 150 0,'1'-17'334'0,"3"6"-12"16,-4 0-2-16,1-4-10 0,3 2-2 0,-3-3-8 15,3 6-11-15,-3 2-6 0,1-4-5 16,0 7-6-16,-2-3-23 0,0 2-12 0,1 0-17 16,-1 6-24-16,2-7-21 0,-2 7-14 0,5-7-24 0,-5 7-20 15,0 0-11-15,0 0-17 0,0 0-12 0,0 0-1 0,0 0-14 16,0 0-6-16,0 0-4 0,-5 31-8 0,5-18-2 0,-2 4-10 15,2 3 2-15,-3 0-1 0,0-1-2 0,3 13-6 16,-9-5-2-16,6 3-9 0,1 1 5 16,-4 1 1-16,-2 5 0 0,3-8-3 0,1 1 0 0,1 0-6 15,0-5-1-15,-2 4-1 0,1-2-9 0,-4-7-25 16,8-1-29 0,-3-4-31-16,-1 2-28 0,3-7-35 0,1 0-18 15,-5 1-11-15,5-4-21 0,-2 1-26 0,2-2-36 0,0-6-48 16,8 6-59-16,-8-6-209 0,14-3-623 0,-14 3 276 15</inkml:trace>
  <inkml:trace contextRef="#ctx0" brushRef="#br0" timeOffset="-78036.77">6314 9942 152 0,'0'0'170'0,"0"0"-14"15,0 0-7-15,0 0 3 0,0 0-2 0,0 0-4 16,0 0-11-16,0 0 4 16,0 0 0-16,0 0-6 0,0 0-5 15,-18 18-12-15,14-10 1 0,-4-3-9 0,3 2-9 0,-3 0-6 16,-2 1-7-16,-3 0-7 0,6-1-8 0,-8 5-6 16,-3-4-6-16,3 3-6 0,0 1-5 0,0-3-4 15,0 2-6-15,0-1-12 0,1-1-25 0,-1 0-32 16,0 0-45-16,5 0-42 0,0-3-37 0,0 0-45 15,3-3-179-15,-3 1-410 0,5 3 181 0</inkml:trace>
  <inkml:trace contextRef="#ctx0" brushRef="#br0" timeOffset="-77773.75">5895 10014 2 0,'-5'-4'264'0,"5"4"-1"0,-15-3-6 15,15 3-5-15,-6-4-12 0,6 4-17 0,-9-1-16 16,9 1-17-16,0 0-14 0,0 0-18 0,0 0-7 16,0 0-9-16,0 0 13 0,0 0-8 0,0 0-5 15,0 0-9-15,9 18-6 0,-4-15-10 0,3 1-22 16,5-1-2-16,-3 5-5 16,-5-2-14-16,10 0-6 0,0 1-10 0,-4 2-4 15,4-1-25-15,2 2-26 0,-2-2-26 0,-5 0-27 16,0 0-21-16,3 0-31 0,-5-1-35 0,0 1-38 15,1-1-58-15,-6-2-21 0,4-1-224 0,-6 4-516 16,1-1 228-16</inkml:trace>
  <inkml:trace contextRef="#ctx0" brushRef="#br0" timeOffset="-63532.03">6026 11386 103 0,'0'0'171'0,"-12"-1"-14"0,12 1-11 0,-13-3-13 16,13 3-11-16,-10-1-8 16,10 1-13-16,0 0-2 0,-7-4-12 0,7 4-12 15,0 0 2-15,0 0 3 0,0 0-8 0,0 0-5 16,0 0-4-16,0 0-1 0,-9-3-11 0,9 3 7 15,0 0-4-15,0 0-4 0,0 0-2 0,0 0 4 16,0 0 5-16,0 0 6 0,0 0-1 0,0 0-9 0,0 0-1 16,33 7-5-16,-25-7-6 0,7 0-5 0,5 0-1 15,-2 1-3-15,17-1-6 0,-9 3-5 0,-3-2 5 0,7 2-9 16,2-1 5-16,-13 0-7 0,11 2 5 0,-2-2-5 16,-1-1-6-16,-7 3 1 0,1-2 0 0,-4 1-1 15,-4 0-4-15,-3-3 4 0,0 1-3 0,1-1-4 16,-6 3 3-16,-5-3 2 0,0 0-2 0,15 2 1 0,-15-2 2 15,0 0-4-15,0 0 0 0,0 0 0 0,0 0 7 16,-34-5 6 0,19 5 1-16,-4-1 3 0,-10-3 3 0,7 2 5 0,-4 2 4 15,-6-2 5-15,2-2 1 0,2 1 0 16,0-1-4-16,5 4 1 0,6-2-2 0,-2-3 5 16,4 4 6-16,-2 1 0 0,9 0-1 0,-2-4-3 0,10 4 1 15,-15-2-1-15,15 2 2 0,-12-5-12 0,12 5-2 16,0 0-1-16,-3-1-3 0,3 1 2 0,0 0-4 15,0 0-3-15,27-1 0 0,-14 1-7 0,-5 0 0 0,-8 0 4 0,32 0-8 16,-18-5-1-16,0 5 0 0,-6 3 0 0,15-3 10 16,-10 0-11-16,2 2-6 0,-3-1 3 15,-1-1 3-15,4 0-9 0,-3 0-1 0,-4 1-3 0,9 2-3 16,-6-3-4-16,-4 2 4 0,1 0-3 0,-8-2-3 16,9 4 1-16,-9-4 2 0,11 1-3 0,-11-1 1 15,10 3 0-15,-10-3 5 0,0 0-5 0,7 2 5 0,-7-2 0 0,0 0 0 16,0 0 3-16,8 2 0 0,-8-2 0 0,0 0 3 15,0 0-1-15,0 0 1 0,0 0-1 16,-38-2 4-16,28 0 3 0,-7-1-4 0,7 2 4 0,-9-2-1 16,4 3 5-16,-2-1-2 0,-3 1 2 0,7-2-3 15,-2 2 1-15,5-2 5 0,4-1-4 0,6 3-3 16,-24 0 0 0,24 0 3-16,-8-1-1 0,8 1-1 0,0 0 0 0,-10 1-6 15,10-1 7-15,0 0 0 0,0 0-4 0,0 0-1 16,28 7 3-16,-8-7-2 0,-10 0 2 0,10 0 0 15,-3 1-3-15,1-1 2 0,-2 3-1 0,7-2 0 16,-8-1-2-16,5 0-3 0,-11 3 0 0,4-1-1 16,-2 0 5-16,1-2-10 0,-12 0 6 0,15 1-2 15,-15-1 1-15,10 0 0 0,-10 0 1 0,0 0 3 0,0 0-2 0,0 0-1 16,0 0-3-16,0 0-4 0,0 0-5 0,0 0-13 16,-33-3-16-16,33 3-12 0,-22-2-21 0,9 4-17 15,0-2-22-15,-4 2-31 0,2-2-30 0,7 0-37 16,-5 0-33-16,-1 4-151 0,3-4-433 0,-1 3 191 15</inkml:trace>
  <inkml:trace contextRef="#ctx0" brushRef="#br0" timeOffset="-63008.56">6345 11475 172 0,'-5'-6'205'0,"-3"4"-14"0,1-3-7 15,-4 1-7-15,4-2-8 0,-13 1-10 0,5-3-4 16,1 4-10-16,-10-4-4 0,8 5-8 0,-9 0-9 16,8-2-8-16,-6 1-8 0,3 0-7 0,6 2-7 15,-6-3-6-15,8 4-13 16,-1 0-7-16,5 1-11 0,-2-2-1 0,1-1-8 15,9 3-6-15,-11-1-6 0,11 1-3 0,-10-2-2 16,10 2-3-16,0 0-1 0,0 0-3 0,0 0-1 16,0 0-2-16,0 0-3 0,26 8-1 0,-9-7 0 15,1 0-5-15,-1 2 1 0,3-1-1 0,4-4-4 16,-4 4-5-16,3 0-2 0,4-2-4 0,-2 4-4 16,4 0 2-16,-9-2-4 0,-1 0 2 0,-3-2-1 0,1 1 0 0,-2-1-3 15,-4 3 5-15,-1-2-4 0,0-1 2 0,-3 2 4 16,-7-2 3-16,11 1-5 0,-11-1 1 0,0 0 0 15,0 0 0-15,0 0 3 0,0 0 1 0,0 0-2 16,-31-8 4-16,16 6-1 0,-2-3 7 0,-3 4 5 16,-1-2 5-16,-6 0 3 0,-2-2 5 0,10 3 4 15,-4-3 5-15,0 2 1 0,8 1-1 0,-3-2 5 0,6 1 1 0,4 2 1 16,8 1-5-16,-11-2-6 0,2 0 4 0,9 2-7 16,0 0-4-16,0 0-2 0,-6-4-7 0,6 4 8 15,0 0-4-15,0 0-7 0,34 0-8 0,-24 0-4 16,-10 0-8-16,28 0-11 0,-13 4-15 0,0-4-20 15,-1 4-21-15,-1 0-27 0,-2 0-25 0,1 1-29 16,-4 0-32-16,5 0-21 16,-9 0-31-16,2 2-154 0,-6-2-427 0,5 2 189 15</inkml:trace>
  <inkml:trace contextRef="#ctx0" brushRef="#br0" timeOffset="-62623.14">6234 11551 121 0,'0'-4'273'16,"0"4"-10"-16,0-11-11 0,0 11-15 0,0 0-16 15,-5-1-17-15,5 1-24 0,0 0-20 0,0 0-18 16,0 0-15-16,0 0-15 0,0 0-11 0,0 0-10 16,0 0-8-16,0 0-15 0,0 16 0 0,0-8-12 0,0 3 0 15,0-2-3-15,5 7 1 0,-5-1-2 0,0 1-1 16,0 6-2-16,7 3-5 0,-5-3 1 16,1 4 1-16,0-1-8 0,4 2 4 0,-5-2-9 0,1 0 5 0,0-6-6 15,4 5-3-15,-6 1-3 0,8-8-2 0,-9 3-3 16,3-1-2-16,0 0 0 0,2-3-6 0,-1-1 5 15,-4 3-4-15,3-9-2 0,-3 7-5 0,3-8-11 0,-1 3-19 16,1-1-24-16,-1-2-24 0,-2-1-30 0,2-4-29 16,-2-3-47-16,0 0-48 0,0 9-245 15,0-9-508-15,0 0 225 0</inkml:trace>
  <inkml:trace contextRef="#ctx0" brushRef="#br0" timeOffset="-62344.49">6501 11952 194 0,'0'-5'287'0,"0"5"-7"0,5-7-6 0,-5 7-6 16,0 0-9-16,0-6-5 0,0 6-16 16,0-6-16-16,0 6-21 0,0 0-12 0,0 0-13 0,0 0-32 15,0 0-13-15,0 0-10 0,0 0-20 0,-15 12-2 16,10-6-12-16,-2 2-8 0,-6-1-4 0,3 2 0 15,-3 7-20-15,5-6-4 0,-6 6 0 0,0-4-6 0,-1 4-3 0,0-1-5 16,-2 5-3-16,1-2-5 0,-1-2-12 0,2-4-20 16,2 5-30-16,1-4-31 0,4-1-24 15,-5-1-35-15,5-3-46 0,-1 2-50 0,8-3-45 0,-3 0-262 16,1-3-569-16,3-4 252 0</inkml:trace>
  <inkml:trace contextRef="#ctx0" brushRef="#br0" timeOffset="-62143.88">6176 11989 174 0,'0'0'320'16,"-8"-3"-6"-16,8 3-16 0,-13 0-27 0,13 0-21 16,0 0-26-16,0 0-26 0,0 0-16 0,0 0-12 0,0 0-3 0,-5 7-12 15,5-7-13-15,3 15-20 0,6-10-11 0,-8 3-5 16,4 1-15-16,10 1-14 0,-5 0-25 0,5 3-38 15,6-1-49-15,-1-1-65 0,8 5-84 0,-1-4-86 16,-2 3-206-16,5-3-513 0,-4 0 227 0</inkml:trace>
  <inkml:trace contextRef="#ctx0" brushRef="#br0" timeOffset="-55592.98">6104 12724 30 0,'-20'0'145'0,"20"0"4"0,-18 2 0 16,6 0 1-16,-5-1 1 0,-2 2 1 0,0 0 6 15,-4 2-2-15,-3-4 0 0,-4 2 2 0,0-2 1 16,0 2-3-16,-6 2 2 0,6-3-6 0,-6 3-5 0,4-5 4 16,-1 3-5-16,3-3-2 0,-1 4-11 0,1-4-9 15,0 0-6-15,12 0-11 0,0 1 0 0,1-1-1 0,4 2-9 16,3-2-12-16,-1 0-7 0,11 0-13 0,-14 0-6 16,14 0-3-16,-10 1-3 0,10-1-1 15,0 0-3-15,0 0-4 0,25 15-7 0,-3-12-2 0,8 3 4 16,4-4 3-16,13 3-17 0,2 6 0 0,3-5-8 0,2 1 3 15,3 1-7-15,-6-1-3 0,3-5-1 0,-2 6-9 16,-4-1 8-16,0-1-9 0,-13 0 8 0,-6-3 2 0,1 0-2 16,-8 1 1-16,-2 1 2 0,-6-5-3 0,1 2-7 15,-3-1 14-15,-1-1-4 0,-2 3 7 16,-9-3 22-16,11 0 5 0,-11 0-3 0,7-6-4 0,-7 0 0 16,0 6-2-16,-3-11-6 15,1 1-6-15,-5 3 1 0,-1-7-2 16,-5 2-3-16,5 1-5 0,-6-4 1 0,-1 8 1 0,4-10-6 15,-4 9-1-15,-3-4-12 0,3 0-14 0,-2 2-25 16,2-2-25-16,1 4-22 0,-3-3-17 0,-1 2-22 16,1 2-19-16,1-1-11 0,1 2-18 0,3 1-24 15,1 3-22-15,1-8-29 0,3 7-31 0,-3-2-10 16,5 1-169-16,2-3-498 0,-4-1 221 0</inkml:trace>
  <inkml:trace contextRef="#ctx0" brushRef="#br0" timeOffset="-55361.2">6039 12466 8 0,'0'-7'205'0,"-2"1"12"0,1-1 4 0,-4 0 0 0,3 0-3 16,-4 1-5-16,6 6-14 15,-5-6-15-15,5 6-23 0,-4-5-15 0,4 5-17 16,0 0-14-16,0 0-7 0,0 0-12 0,-15 12-8 16,15-4 4-16,-6 3 6 0,6 4-4 0,0 1 3 15,0 3-4-15,0 8-2 0,-2 0-2 0,4 0-3 16,3 2-8-16,-2-2-7 0,2 5-9 0,-3-3-5 15,6 3-5-15,-1 9-3 0,-1-11-7 0,1-2-4 16,-2 3-4-16,1 0-2 0,1 0-14 0,3-4-30 0,-3 0-26 0,1 0-38 16,-5-3-51-16,4 0-66 0,1-6-74 0,-1 0-249 15,3-5-557-15,-4-4 248 0</inkml:trace>
  <inkml:trace contextRef="#ctx0" brushRef="#br0" timeOffset="-54875.51">6653 12606 44 0,'0'0'336'16,"-1"-12"-11"-16,1 7-5 0,-2 0-25 0,0-2-16 15,2 7-22-15,-1-10-15 0,-3 5-22 0,4 5-21 16,-10-4-15-16,4 3-25 0,6 1-14 0,0 0-15 16,-17 2-14-16,9 6-6 15,-2-1-1-15,0 3 3 0,-2-1 0 0,-1 2-2 16,2 5-6-16,-3 0-3 0,3 0-4 0,-4 6-7 16,2 1-5-16,1 0-6 0,2 0-8 0,-3 2-6 15,10-4-5-15,-2 4-4 0,-5-1-2 0,5-2-4 16,3-2-8-16,-3-1-5 0,5 1-1 0,5-2-8 15,-2-1-6-15,2 1-30 0,9-2-8 0,-3-1-20 16,9-3-54-16,-5 2-35 0,13-4-46 0,-5 4-46 0,7-10-52 0,-2 1-56 16,-1-5-279-16,-6-3-655 0,12 0 290 0</inkml:trace>
  <inkml:trace contextRef="#ctx0" brushRef="#br0" timeOffset="-54643.74">7021 12689 1 0,'1'-10'327'0,"-1"5"0"16,4-2 3-16,-1 3-3 0,-3-4-15 0,0 8 6 15,2-7-45-15,-2 7-17 0,0 0-33 0,0-8-25 16,0 8-24-16,0 0-30 0,0 0-4 0,0 0 9 16,0 0-39-16,0 0-9 0,-14 20-6 0,8-13-14 0,-1 4-6 15,-1 0-7-15,-2 2-4 0,-3 1 5 0,4 2-19 0,-6 4-5 16,-8-2-6-16,10 2 4 0,0-1-9 0,-2-2-6 0,-2 6-28 15,2-8-35-15,2 0-36 0,-2 0-35 16,0 1-32-16,-1-4-54 0,11 3-51 0,-8-6-51 16,8 1-260-16,-2-5-600 0,4 3 265 0</inkml:trace>
  <inkml:trace contextRef="#ctx0" brushRef="#br0" timeOffset="-54427.58">6814 12701 298 0,'-4'-4'343'0,"4"-4"-2"0,-5 5-14 16,5 3-31-16,-1-7-29 0,1 7-33 0,0 0-21 0,-10-4-18 16,10 4-19-1,0 0-19-15,0 0-17 0,16 19-16 0,-9-8-9 16,1 1-13-16,4 0-6 0,-4 0-10 0,7 3-13 0,10 4-13 16,-4 1-23-16,6-2-27 0,-4-2-33 0,5 1-40 15,-1 1-56-15,6-3-71 0,-2-6-62 16,1 6-256-16,-4-8-549 0,8 1 243 0</inkml:trace>
  <inkml:trace contextRef="#ctx0" brushRef="#br0" timeOffset="-54189.3">7244 12582 18 0,'-2'-5'333'0,"2"5"-4"0,-6-4-16 0,6 4-34 16,0 0-20-16,0 0-1 15,0 0 4-15,0 0-7 0,0 0-5 16,15 18-8-16,-5-8-3 0,3 2-27 0,0 2-22 16,-1 2-17-16,1 0-18 0,0 0-14 0,9 6-15 0,-9 2-16 15,0 0-6-15,0 3-2 0,1 0-20 0,-9-1-10 16,3 5-7-16,-6-4-27 0,-4 0-38 0,-5 0-35 16,-1 0-41-16,-7-4-33 0,-5 2-30 0,-10 5-35 15,-1-3-40-15,-4 4-51 0,5-15-56 0,-9 7-225 0,6-8-591 16,-4 5 261-16</inkml:trace>
  <inkml:trace contextRef="#ctx0" brushRef="#br0" timeOffset="-53703.59">6380 13480 348 0,'0'0'367'0,"-5"-12"0"15,3 9-16-15,2-2 9 0,0 5-2 16,-5-8-16-16,5 8-18 0,-6-7-27 0,6 7-27 0,0 0-28 16,0 0-28-16,-2-5-26 0,2 5-21 0,0 0-18 15,0 0-18-15,0 0-11 0,0 0-8 0,0 0-16 16,-5 21-9-16,9-15-9 15,-4 6-4-15,1-1-8 0,1 5-8 0,3 0-7 16,-4 1-3-16,1 5-4 0,1-5-3 0,1 12-4 16,-4-9-7-16,3 0-4 0,5 7-27 0,-4-6-32 15,-3-1-41-15,6-4-38 0,-4 2-26 0,1 0-20 16,-3 0-15-16,1-5-27 0,0 5-34 0,1-1-51 16,0-7-22-16,0-1-45 0,1 3-211 0,-3-6-610 15,6 3 271-15</inkml:trace>
  <inkml:trace contextRef="#ctx0" brushRef="#br0" timeOffset="-53487.43">6683 13797 197 0,'0'0'298'0,"7"-8"1"16,-7 8-10-16,3-5-18 0,-1 0-16 0,-2 5-17 15,0 0-22-15,0 0-24 0,0 0-20 0,0 0-20 16,0 0-15-16,0 0-14 0,0 0-11 0,0 0-10 15,-19 15-13-15,9-8-7 0,0 1-6 0,1 1-10 16,-5 6-4-16,-1 0-8 0,2-3-8 0,0 0-17 16,-4 0-30-16,2 2-22 0,1 1-33 0,-1-2-40 15,0 1-49-15,0-6-57 0,7 0-70 0,-6 3-189 0,8-4-498 0,4-2 220 16</inkml:trace>
  <inkml:trace contextRef="#ctx0" brushRef="#br0" timeOffset="-53286.91">6246 13913 301 0,'-12'-2'322'0,"12"2"-4"0,-5-5-29 0,5 5-25 16,0 0-21-16,0 0-11 0,0 0-9 0,0 0-19 16,0 0-20-16,29 14-28 0,-21-8-11 0,10-3-36 15,0 3-44-15,2-1-61 0,-2 0-82 0,2 2-96 16,3 0-295-16,4-3-506 15,4 1 224-15</inkml:trace>
  <inkml:trace contextRef="#ctx0" brushRef="#br0" timeOffset="-48328.27">6360 13499 15 0,'-6'-5'192'0,"6"5"-20"0,0 0-17 16,0 0-12-16,0 0-4 0,-10 13-4 0,10-3 3 15,0 3-5-15,0 3-7 0,0 9-8 0,3-6 1 16,4 6-7-16,-2 6-5 0,3-4-1 0,-2 0-10 16,-2-2-4-16,2 2-7 0,1 5-4 0,-4-4-4 0,1 0-5 0,4-1-5 15,-6 4-3-15,-2-3 0 0,3 1-8 0,-5-2-4 16,1 2 5-16,-1-2 1 0,-3-1-2 0,-2 2 7 15,2-1-1-15,-3 0 0 0,1 0 5 0,1-1-4 16,-1-6-1-16,-1 3-2 0,0 0-2 0,1-2-3 16,0-2-2-16,2 4 1 0,2-5 11 0,-3 2-18 15,4-2 6-15,0-4 1 16,4 4 6-16,3-1 3 0,3-2 6 0,9 0 0 16,-1 4 5-16,14 0-5 0,5-6-3 0,11 2-5 15,5 0-6-15,12-2-5 0,20 7 0 0,6-11-12 0,-4 3 1 16,6 1 1-16,-5-6-8 0,2-1-6 15,-2 3-4-15,1-4 1 0,-4 10-6 0,-22-8 6 16,-3-6-6-16,-3 10 1 0,0-10-7 0,-4 5-10 0,-8-5 8 16,-12 7-2-16,-2-5 5 0,0-3-5 0,-5 0-16 0,-5 3-18 15,-2-3-24-15,1 1-22 0,-8-1-29 0,-2 4-17 16,1-3-27-16,1 1-26 0,-10-2-29 0,9 0-31 0,-9 0-41 16,0 0-52-16,0 0-186 0,15-3-553 0,-15 3 245 15</inkml:trace>
  <inkml:trace contextRef="#ctx0" brushRef="#br0" timeOffset="-37400.97">14235 15023 306 0,'10'-5'316'15,"-1"2"1"-15,4 0-11 0,-5-1-6 0,-1 2 2 16,-2-6-11-16,0 6-5 0,-5 2-25 0,5-10-20 16,-5 10-23-16,1-7-20 0,-1 7-28 0,-6-10-13 0,1 7-21 0,0-2-11 15,-8 3-15-15,3-2-3 0,-12 1-22 0,2 2-6 16,-11 1-6-16,-1-4-9 0,-4 4-15 0,-12-4 1 16,2 8-2-16,-4 0-12 0,0-1 1 0,4 1-3 0,0 4-6 15,-4-5-7-15,4 2 4 0,1 2-1 16,3-2-4-16,13-2-4 0,1 2-4 0,11-2 0 15,0 1-1-15,3 1-9 16,0-2-4-16,9 1 4 0,5 1-3 0,0 2 5 16,14 4 2-16,9 1 0 0,25 0-2 0,5 5 5 15,6 2-5-15,29-2 2 0,-5 6-1 0,9-7-3 0,-4 0 5 16,10 3-3-16,-9-5-6 0,1 3 18 0,-9-6-18 16,-17 5 1-16,-6-12-1 0,-6 5 2 0,-1-3-6 15,-15 0-2-15,-11 0 3 0,-2-2-2 0,-1-2 2 16,-7-1 6-16,-4 4-2 0,-2-5 1 0,-9 0 6 0,8-6 0 15,-8 6-13-15,0-7 2 0,-12-3 2 0,1 1 2 16,-8 1-6-16,-5-9 10 0,-6 4-11 0,-12-7 5 0,1 1 3 16,-7-1 1-16,2-1-6 0,-7 3 2 0,3-3 3 15,2 0-1-15,0 2 0 0,2-3 3 0,4 3-3 16,-1 2 1-16,12 5 3 0,4-3-4 0,4 3-7 16,2 4-9-16,6 0-11 15,2 2-14-15,3 0-17 0,5-1-16 16,3 0-31-16,2 2-19 0,0 5-20 0,12-7-30 0,-2 4-35 15,13 2-40-15,5-3-35 0,0 2-38 0,2 0-183 16,1-2-548-16,2 4 242 0</inkml:trace>
  <inkml:trace contextRef="#ctx0" brushRef="#br0" timeOffset="-37115.82">14312 14624 7 0,'-2'-6'322'0,"-1"-2"-7"16,3 8-24-16,-2-11-31 0,2 11-31 0,0 0-26 16,0 0-26-16,0 0-22 0,0 0-14 0,0 0-15 0,0 0-13 0,-7 27-11 15,7-3-9-15,0 1-8 0,-6 4 5 0,4 15 7 16,-6 0-8-16,1 1-4 0,1 7-7 0,2-1-7 16,-2 3-8-16,-3 0-10 0,3 0-2 0,-1 0-9 15,4 0-4-15,1-1 0 0,-8 1-6 0,10-2 1 16,-1-6-5-16,1 1-5 0,0-4 3 0,0-1-4 15,1-11-10-15,6-3-16 16,-4 2-28-16,0-12-39 0,6 2-52 0,-3-4-63 16,4-4-75-16,3-3-225 0,1 1-526 0,9-2 233 15</inkml:trace>
  <inkml:trace contextRef="#ctx0" brushRef="#br0" timeOffset="-36667.92">15247 14904 176 0,'0'-11'336'0,"-2"3"-7"0,-3-4-5 0,5 3-17 16,-2 3-20-16,-4-2-22 0,4-3-26 0,-3 9-26 15,4-3-26-15,1 5-22 0,-15-1-14 0,15 1-19 16,-24 6-11-16,13-4-13 0,-4 10-15 0,0 1-7 15,-8 3-8-15,8 0-10 0,-3 3-5 0,-5 6-4 16,6-3-2-16,1 4-6 0,2-1-4 0,-1 5-5 16,2-2 6-16,5 0-6 0,0-1 0 0,1 4-4 0,7-2 0 0,0-1-9 15,0-1 2-15,7 0-6 0,3-3-3 0,-4 1 1 16,9 0-11-16,2-6-1 0,-4-4-16 0,5 6-27 16,0-13-26-16,9 6-36 0,-9-6-39 0,10 3-49 15,-6-5-44-15,7-3-61 0,0-1-268 0,-8-2-601 16,4 2 266-16</inkml:trace>
  <inkml:trace contextRef="#ctx0" brushRef="#br0" timeOffset="-36367.13">15755 15013 47 0,'5'-4'398'16,"-5"4"4"-16,0-8 1 0,0 8-7 0,1-7-22 16,-1 7-24-16,0 0-26 0,0-6-31 0,0 6-22 15,0 0-35-15,0 0-28 0,0 0-26 0,0 0-17 0,0 0-17 16,0 0-15-16,-29 9-12 0,20 2-15 0,-9-3-9 16,3 4-11-1,-8 8-9-15,5-5-7 0,-9 6-5 0,6 0-11 16,-2 0-2-16,-5 0-5 0,4 0-4 0,1 3-8 0,3-3-14 15,-1 0-29-15,-2 0-36 0,6 0-46 0,-1-2-36 16,5-2-17-16,-1-3-27 0,3 5-33 16,1-10-33-16,3 3-34 0,1-5-35 0,6 0-41 0,0 0-199 15,0-7-588-15,6 9 261 0</inkml:trace>
  <inkml:trace contextRef="#ctx0" brushRef="#br0" timeOffset="-36140.74">15384 14998 250 0,'0'0'275'16,"-8"-4"-25"-1,8 4-29-15,-4-3-23 0,4 3-9 0,0 0 7 0,0 0-13 16,2 22-5-16,1-12-14 0,6 3-21 0,-4 1 0 16,5 5-25-16,3-4-10 0,0 7-10 0,2 4-7 15,0-2-13-15,3-1 1 0,5-3-14 0,-1 2-18 16,-2-2-32-16,3 2-47 0,-2-5-55 0,3 0-62 15,0-2-71-15,-7-5-214 0,8 6-470 0,-5-9 208 16</inkml:trace>
  <inkml:trace contextRef="#ctx0" brushRef="#br0" timeOffset="-35897.86">15907 14917 255 0,'0'0'341'15,"0"-5"-20"-15,0 5-31 0,0 0-18 0,10-4-22 16,-10 4-17-16,7 11-14 0,1-3-13 0,-3 0-26 16,10 4-2-16,-5 2-16 0,0 4-4 0,5 1-30 15,-4 7-12-15,2 1-10 0,1 1-15 0,-6-1-6 16,7 12-5-16,-10-9-12 0,1 4-1 0,-1-5-9 16,-3 6-6-1,-2 7-25-15,-8-6-23 0,-1-3-18 0,-5 2-28 0,-3-7-15 16,-11 2-23-16,0 1-23 0,-10-4-29 0,1-3-40 15,-7 2-27-15,-3-6-60 0,-2-7-223 0,-1 1-522 16,-1 1 231-16</inkml:trace>
  <inkml:trace contextRef="#ctx0" brushRef="#br0" timeOffset="-35465.57">14747 15744 248 0,'0'-6'392'0,"0"6"18"16,-2-9 23-16,2 5 1 0,0 4-12 0,0-9-11 15,0 9-14-15,-1-10-26 0,1 10-43 0,0-5-24 16,0 5-34-16,0 0-34 0,0 0-27 0,0 0-26 0,0 0-11 0,0 0-24 15,0 0-14-15,3 19-5 0,-1-10-20 0,-2 0-14 16,1 8-3-16,1-1-10 0,-2 5-13 0,6-2-21 16,-1 8-31-16,0-1-49 0,4 1-59 0,-4 1-60 15,6-1-53-15,1 0-58 0,-4 0-79 0,4-3-101 16,-4 1-328-16,7 0-835 0,-5-7 370 0</inkml:trace>
  <inkml:trace contextRef="#ctx0" brushRef="#br0" timeOffset="-34710.39">16673 15636 259 0,'0'0'279'0,"0"0"-7"0,0 0-19 0,0 0-15 0,0 0-11 16,12 4-11-16,-12-4-5 0,8 7-15 0,-1-2-10 15,-2-2-2-15,0 5-25 0,3-4-7 0,-1 4-18 16,-1-1-13-16,-1 1-12 0,0 0-19 0,-5-1-4 15,4 2-12-15,1 2 1 0,-4-3-8 0,-1 0-8 16,-1 4-3-16,-8-3-7 0,1 8-4 0,-7-5-7 16,-8 4 3-16,-4-1-14 15,-2-4-20-15,-14 12-37 0,-4-7-34 0,-6-3-30 16,-6 2-43-16,2-3-56 0,0-5-73 0,-5 5-255 16,6-4-565-16,11-5 249 0</inkml:trace>
  <inkml:trace contextRef="#ctx0" brushRef="#br0" timeOffset="-33153.65">18186 15236 213 0,'2'-7'328'0,"-2"7"-12"0,0-10-23 0,0 4-25 16,0 6-22-16,-3-11-30 0,1 8-27 0,-8-1-14 16,2 1-20-16,-2-3-10 0,-5 2-20 0,-2 1-7 15,-3-2-16-15,-9 2-10 0,4-1-7 0,-10 0-3 0,7 6-8 0,-2-2 4 16,0 2 0-16,-1-2-5 0,-2 4-7 0,1-3-2 15,3-1-2-15,-1 2-2 0,0 3-10 0,10-2-4 16,4-1 1-16,1 1-13 0,-5 1 2 0,10-1-8 16,-2-2-5-16,4 3 2 0,1-1-6 0,-1 2 7 15,5-2-6-15,3 6 6 0,3-2 7 0,5 1-8 16,4-4 9-16,18 10-3 16,6-3 0-16,9 2-12 0,13 2 1 0,-4-2 2 15,34 2-5-15,-7 5-5 0,0-10 0 0,-19 4 6 16,2-1 14-16,16 4-28 0,-24-6 7 0,-1-1-2 15,1-1-2-15,-10 0 0 0,-14-6-7 0,1 1 8 16,-13-1-2-16,-2-1 1 0,-3 1-2 0,0-3 3 0,-7-3-6 16,-8 3 0-16,8-5-6 0,-8 0-5 15,0 5 7-15,-10-15-6 0,-3 1-1 0,-9 1 5 0,1-6-5 0,-12-5 4 16,-7-1-3-16,-1-2 3 0,-4 0-4 0,0-2-6 16,4 6-11-16,-2-3-10 0,-2 1-9 0,4 2-5 15,6-3-10-15,-3 4-10 0,12 3-18 0,2 1-8 16,0 4-7-16,7 1-18 0,2 2-26 0,5 5-22 15,-3-1-34-15,11-3-42 0,-3 6-34 0,5-1-161 16,0 5-477-16,14-3 210 0</inkml:trace>
  <inkml:trace contextRef="#ctx0" brushRef="#br0" timeOffset="-32906.25">18266 14869 61 0,'-4'-5'290'0,"1"-1"1"15,-2 1-10-15,5 5-23 0,-3-11-27 0,3 11-23 0,-5-3-26 16,5 3-21-16,0 0-14 0,0 0-18 16,-2 23 0-16,2-12 2 0,0 8-3 0,2 8 2 15,-2 5-5-15,-2-2-14 0,2 13-7 0,0 2-9 0,-5 3-9 16,2-2-6-16,-2 1-12 0,3-1-9 0,-1 5-2 16,-2-4 7-16,3 3-16 0,2 0-4 0,-5-6 0 15,7 0-8-15,-2-3-7 0,3-3-18 0,-3 5-14 0,0-16-28 0,0 2-28 16,0-2-40-16,2-3-56 0,6-3-55 15,-3-3-67-15,0-2-221 0,7-4-539 0,-4 3 239 16</inkml:trace>
  <inkml:trace contextRef="#ctx0" brushRef="#br0" timeOffset="-32436.2">18583 15802 164 0,'0'0'393'16,"0"0"4"-16,-9-4 17 0,9 4-3 0,0 0-28 0,0 0-28 0,-2-1-25 16,2 1-26-16,0 0-26 0,0 0-26 0,0 0-27 15,0 0-23-15,26 0-21 0,-12 0-19 0,-4 1-15 16,3 0-18-16,2 4-12 0,0 0-14 0,-2-3-11 16,-2 5-9-16,-1 0-11 0,4-1-10 0,-8-3-10 15,4 4-4-15,-5 1-7 0,-3 1-5 0,4-3-4 16,-6 3 1-16,-6-2-8 15,4 4-2-15,-3-2 0 0,-3 2-3 0,0-1-3 16,-4-4-2-16,4 5 1 0,-6-4-3 0,5-3-1 16,2 5-1-16,-3-2-8 0,5-3-1 0,-3 2-23 15,1-5-16-15,7 6-17 0,0-7-14 0,-5 10 1 16,5-10-1-16,12 3-36 0,1-3-36 0,4 0-23 16,2 1-12-16,5-2-15 0,-1 0-26 0,13-1-23 15,-8-3-41-15,2 0-36 0,5-2-274 0,-2 0-640 0,12-2 284 0</inkml:trace>
  <inkml:trace contextRef="#ctx0" brushRef="#br0" timeOffset="-32119.81">19399 15168 164 0,'0'-5'340'0,"0"5"-8"16,0-7-17-16,0 7-20 0,5-8-37 0,-5 8-24 0,0 0-25 16,0 0-26-16,0 0-18 0,0 0-17 0,0 0-10 15,-21 17-14-15,9-8-9 0,2 4 1 0,4 6 6 0,-9 1-2 16,0 2 3-16,-2-2 9 0,3 3-1 0,0 1 0 16,-1 0-20-16,-1 0-4 0,3-2-8 0,6-2-9 15,-6 6-7-15,4-6-5 0,1 0-9 0,3 1-9 16,2 3-5-16,-4-8 0 0,7 3-4 0,0-1-9 0,2-1-13 15,5-5-24-15,1 3-17 0,5-4-45 0,2 2-43 16,3-3-27 0,-1 2-37-16,13 0-26 0,-4-5-46 0,2-3-44 0,9 1-38 15,6-2-240-15,-7-3-604 0,9-3 268 0</inkml:trace>
  <inkml:trace contextRef="#ctx0" brushRef="#br0" timeOffset="-31888.04">20023 15248 71 0,'0'-11'357'0,"-3"3"-5"0,3 1-15 0,-1 3-5 16,1 4-23-16,0-12-29 0,0 12-38 0,-4-5-27 15,4 5-19-15,0 0-18 0,0 0-21 0,-26 12-16 16,17-3-3-16,-5 3-22 0,0 2-7 0,-2-1-7 16,-4 8-15-16,-3 0-10 0,1 3-3 0,-8 3-14 15,9-1 1-15,-4 2-1 0,5-4-12 0,-6 6-10 0,6-4-24 0,0-6-27 16,-5 3-29-16,10 3-22 0,-5-9-28 0,4 3-29 15,1-2-35-15,-2-6-44 0,3 1-53 0,5-5-47 16,-1-2-185-16,5-2-526 0,2 0 232 0</inkml:trace>
  <inkml:trace contextRef="#ctx0" brushRef="#br0" timeOffset="-31687.53">19630 15326 20 0,'0'-7'343'0,"0"5"-11"0,0 2-28 0,0-13-17 16,0 13-32-16,0 0-28 0,0 0-18 0,0 0-18 16,0 0-16-16,0 0-14 0,5 22-13 0,3-4-7 15,-7-4-6-15,8 4-16 0,2 2-13 0,-2 3-7 0,4 0-11 0,2 1-12 16,8 2-15-16,-2-2-18 0,9 4-18 0,-10-6-41 16,10-2-30-16,-2 3-50 0,8 0-48 0,-6-8-73 15,0-3-62-15,-7-4-180 0,9 4-495 0,-13-7 219 16</inkml:trace>
  <inkml:trace contextRef="#ctx0" brushRef="#br0" timeOffset="-31434.03">20158 15174 174 0,'0'-6'318'16,"0"6"-11"-16,0 0-9 0,0 0-12 0,0 0-11 0,16 16-7 15,-3-6-1-15,-4 2 9 0,-1 1-2 0,10 6 1 0,-3 4-19 16,3-2-14-16,4 4-21 0,-2-2-22 0,-1 5-19 16,6 6-19-16,-7-7-13 0,2 1-17 0,-8-1-13 15,4 2-3-15,-1-1-21 0,0 0-6 0,-15 4-7 16,0-2-28-16,0 3-37 0,-6-3-47 0,-3 0-50 0,3-1-41 16,-8-4-29-16,0-1-28 0,-1 2-41 0,-2-7-57 15,6 0-53-15,1-5-292 0,0 0-673 0,1-1 297 0</inkml:trace>
  <inkml:trace contextRef="#ctx0" brushRef="#br0" timeOffset="-31217.9">20598 15957 259 0,'1'11'261'0,"4"-9"1"16,-5 6-5-16,4 1-13 0,-4-1-17 0,3 2-3 15,-1 0-7-15,-4-1-12 0,2 4-13 0,0-3-14 16,0 2-22-16,0 5-10 0,0-1-14 0,-5-3-9 0,-2 7-16 16,6-5-8-16,-6-1 3 0,-3-1-16 0,4 5-30 15,-4-5-36-15,-2-1-34 0,-1 3-41 0,-2-3-57 0,-8-1-82 16,15-4-76-16,-14 2-215 0,7-1-526 0,4-2 234 16</inkml:trace>
  <inkml:trace contextRef="#ctx0" brushRef="#br0" timeOffset="-30848.41">21114 15687 387 0,'0'0'427'15,"0"0"3"-15,0 0-3 0,0 0-7 0,0 0-30 0,7-12-32 0,-7 12-37 16,0 0-25-16,0 0-30 0,0 0-22 0,1-4-26 15,-1 4-24-15,0 0-28 0,15-4-25 0,-5 4-30 0,-10 0-38 16,27 4-42-16,-7-3-55 0,9 2-40 16,3 1-44-16,-2 1-32 0,3 2-44 0,0 0-53 15,2-4-57-15,11-2-58 0,-16 2-232 0,6 1-630 0,7 1 278 16</inkml:trace>
  <inkml:trace contextRef="#ctx0" brushRef="#br0" timeOffset="-30685.64">21930 15718 299 0,'5'-4'319'0,"-5"4"-5"0,0 0 3 0,0 0-4 0,0 0-3 15,0 0-23-15,0 0-24 0,0 0-22 0,0 0-20 0,5-5-25 16,-5 5-18-16,0 0-25 0,15 7-51 0,-7-5-37 16,-8-2-56-16,19 3-48 0,-6 1-60 0,3-3-68 0,1 2-71 15,6-2-270-15,-1 5-549 0,7 2 242 0</inkml:trace>
  <inkml:trace contextRef="#ctx0" brushRef="#br0" timeOffset="-30485.13">22452 15814 103 0,'3'-5'342'0,"-3"5"8"0,2-7-2 16,-2 7 15-16,5-5-1 0,-5 5-4 0,0 0-22 15,8-8-27-15,-8 8-29 0,8-5-24 0,-1 3-30 16,1-1-21-16,5-1-21 0,-6 1-19 0,6 2-17 15,7-5-27-15,3 6-24 0,-5-1-27 0,10 1-34 0,2 0-38 16,2 1-38-16,1 2-33 0,-2 0-29 0,-3 1-34 0,10 1-37 16,-8-3-33-16,-2 0-40 0,2-2-36 0,3 0-53 15,-8-1-176-15,-3 5-553 0,-3-2 244 0</inkml:trace>
  <inkml:trace contextRef="#ctx0" brushRef="#br0" timeOffset="-29714.32">24117 15549 250 0,'13'-5'361'0,"-10"4"-1"0,-3 1 1 0,7-6-22 0,-7 6-35 16,0-7-29-16,0 7-25 0,-7-10-32 0,4 6-17 16,-10 0-24-16,-2-4-11 0,0 2-23 0,-5 1-8 0,-3 0-14 15,-9-2-9-15,-4 3 3 0,-5-4-2 0,4 4 2 16,-8-2 1-16,2 5-1 0,10-3-2 16,-1 3-5-16,2-1-7 0,-1 2-12 0,7-2-11 0,4 4 2 15,2 1-21 1,4 1-5-16,1-1-4 0,3 2-9 0,2 0 1 15,5 5-1-15,4 1 1 0,2 2-5 0,12 2-1 0,9 5-3 16,13 4-2-16,13 1-2 0,8-1-4 0,0 2-5 16,29 2 0-16,-3 4 1 0,0-6-5 0,-3-8-5 15,-21-4 3-15,3 1-2 0,-3-3-2 0,-5 2 1 16,-3-3-5-16,-4-4 3 0,-3 2-2 0,-13-5 3 16,-9-4-1-16,-1 0 10 0,-3-3-12 0,-2 3-3 0,-7-1-4 15,-1-6-4-15,-2-1-11 0,-5 8-5 0,-5-13-3 0,-5 0 4 16,-10 0-7-16,0-3-6 0,-8-4-16 0,-7-6-18 15,-8 1-24-15,-2 1-26 0,-3 0-25 0,-6-3-20 16,4 0-24-16,2 2-1 0,0 0-6 0,2 8-18 16,4-3-22-16,11 6-21 0,3-1-8 0,-2 0-10 15,8 2 8-15,6 2-3 0,1-1-161 0,3 4-464 0,11 0 206 0</inkml:trace>
  <inkml:trace contextRef="#ctx0" brushRef="#br0" timeOffset="-29498.18">23918 15354 1067 0,'8'-9'-76'16,"12"0"22"-16,-3-3 23 0,-1 3 28 0,4-7 28 15,-3 5 10-15,4-7 28 0,-6 3 29 0,0 1 22 16,-2 1 15-16,0-9 9 0,-9 8 10 0,1-4 1 15,1 3 7-15,-4 0 6 0,0 3 4 0,-4 0-5 16,0-3-9-16,-4 1-2 16,1 2-13-16,1 8-13 0,-4-8-9 0,3 6-14 15,-5 4-14-15,10 2 7 0,0 0-27 0,-21 14-2 16,9-4 8-16,6 13-10 0,-3 5 6 0,3 2 0 16,2 17 5-16,-2 1-4 0,4 1 11 0,2 8-34 15,2-4 5-15,-2 2 6 0,11 1-20 0,-1 22-1 16,-6-26 0-16,2 4 2 0,1 1-5 0,1 16-15 0,0-19-35 15,-3-4-50-15,-3-3-39 0,-2-1-41 0,-2 5-81 0,2-13-83 16,-6-7-278-16,2-3-636 0,1-1 282 0</inkml:trace>
  <inkml:trace contextRef="#ctx0" brushRef="#br0" timeOffset="-27909.84">24724 16291 201 0,'0'0'291'0,"3"-9"-8"16,-1 2-9-16,-2 1-12 0,0 0-11 0,-2-2-17 15,2 8-11-15,0-10-10 0,-3 5-16 0,1 0-16 16,-6 2-21-16,7-4-19 0,-4 3-16 0,-5 0-9 16,-2 0-12-16,-5 1-1 0,-1 2-18 0,-2 1-13 0,-1 0-7 15,-2 0 3-15,-2 4-15 0,-2 0-3 0,1 3-10 16,-4 1-9-16,7-3 3 0,5 3 0 0,0 2-11 15,-2-1-1-15,3 2-4 0,2 1 1 0,0 0-3 16,5 3 1-16,5-3-6 0,-1 0 1 0,6 2-3 16,5 1-6-16,-4 1 2 0,3-7-3 0,2-2-4 0,4 8 1 0,5-6-2 15,-3 2 2-15,3-4 0 0,3 1-2 0,-2-2 4 16,4-1-2-16,-3-4 1 0,6-1 0 0,-1-6-3 16,-1 0 12-16,4-6-5 0,-5 1-5 0,3-5 4 15,-2-2-3-15,-6 3 0 0,5-5 13 0,-3 0 5 16,-6 0 23-16,-4 2 11 0,3 1 14 0,-5-2 12 15,3 1 0-15,-6 0 10 16,1 1 5-16,-3 4 7 0,3 1 1 0,-3 0-3 16,0 3-8-16,0 0-9 0,0 1-8 0,0 4-13 15,0 4-8-15,0-11-7 0,0 6-11 0,0 5-6 16,0 0-5-16,0 0 1 0,0 0-5 0,0 0-2 16,-3 24-5-16,6-17-4 0,-3 6-2 0,2 2-10 15,3 0-11-15,-3 1-12 0,4 0-25 0,-4-1-19 16,5 0-31-16,-1 0-26 0,-1 1-24 0,0-4-22 0,2 3-35 0,-2-3-41 15,3-4-46-15,-5-1-36 0,2 4-275 0,4-5-655 16,-3 0 290-16</inkml:trace>
  <inkml:trace contextRef="#ctx0" brushRef="#br0" timeOffset="-27393.34">25211 15569 108 0,'-4'-7'157'0,"4"7"-8"15,0-5-8-15,0 5-2 0,0 0-5 0,-1-8-2 16,1 8-6-16,0 0 4 0,0 0-7 15,-4-7 0-15,4 7 0 0,0 0-8 0,0 0-2 0,4-10-1 16,-4 10-5-16,0 0 1 0,3-4-3 0,-3 4 1 16,7-6 2-16,-7 6-10 0,0 0-3 0,1-7-2 0,-1 7-3 0,0 0 2 15,5-7 2-15,-5 7-5 0,0 0-4 0,2-5 5 16,-2 5 6-16,2-7-6 0,-2 7-3 0,0 0 14 16,3-7 7-16,-3 7 0 0,0 0 4 0,3-4 11 15,-3 4-4-15,5-9 1 0,-5 9-1 0,0-7 5 16,0 7-6-16,0 0 3 0,0-8-2 0,0 8-7 15,0 0-5 1,0-7-10-16,0 7-14 0,0 0-12 0,0 0-13 0,0 0-13 16,0 0-7-16,0 0 2 0,-21 11-7 0,12-2-3 15,-4 3-2-15,-3 3-3 0,1 6-5 0,-3 0-1 16,1 5 0-16,2-4-4 0,-1 3-3 0,7 3-2 16,-2-1 2-16,1 1-2 0,8 2 3 0,-1-2-7 15,6 4-13-15,-1 1-4 0,4-6-15 0,3-3-20 16,4 3-26-16,3 0-36 0,1-6-25 0,3 4-41 0,5-5-29 0,-2 2-32 15,3-5-38-15,4-2-41 0,0-4-39 0,-4-3-297 16,-1-5-704-16,5 4 311 0</inkml:trace>
  <inkml:trace contextRef="#ctx0" brushRef="#br0" timeOffset="-27139.45">25803 15618 253 0,'0'-8'288'0,"0"8"-23"16,0 0-26-16,0 0-25 0,0 0-18 0,0 0-21 16,0 0-15-16,0 0-7 0,0 0 4 0,-30 18-5 15,24-10-11-15,-9 3-8 16,2 1-15-16,-4 1-12 0,2-3-11 0,0 7-9 16,-5 0-10-16,-1 0-3 0,4 2-8 0,-6-3-6 15,7 0-4-15,-6 4-6 0,2-1-7 0,2-5-11 16,8 1-20-16,-6-3-19 0,2 3-28 0,0-3-21 15,0 1-39-15,6-3-36 0,0-3-46 0,-1-1-41 16,1 1-37-16,3-2-146 0,4-2-435 0,-1 3 192 16</inkml:trace>
  <inkml:trace contextRef="#ctx0" brushRef="#br0" timeOffset="-26923.3">25474 15620 73 0,'-3'-7'264'16,"3"7"-24"-16,0 0-21 0,0 0-17 0,-4-3-2 16,4 3-3-16,0 0-10 0,0 0-12 0,7 23-5 15,-2-12-8-15,0-3-13 0,3 6-12 0,-3 1-14 16,7 2-13-16,-4-4-7 0,10 9-15 0,-3 0-4 16,5-2-14-16,-7 2 2 0,10-8-11 0,-8 4-22 0,5 2-28 15,-3 1-44-15,1-7-47 0,-2-1-57 0,-1-4-65 16,0 4-246-16,-2-1-484 0,-1 5 214 0</inkml:trace>
  <inkml:trace contextRef="#ctx0" brushRef="#br0" timeOffset="-26575.65">26025 15414 261 0,'0'0'338'0,"0"-6"-14"0,0 6-15 0,0-8-30 0,0 8-25 0,0 0-32 16,0 0-22-16,0 0-17 0,20 20-17 0,-12-8-13 0,0 5 1 15,7 3 10-15,2 6 5 0,-4 1-38 0,4 9 0 16,1 0 2-16,2 6 1 0,-5-3-10 15,1 2-9-15,-3-2-13 0,4 3-5 0,-7-1-17 0,-3 1-6 16,4 5-5-16,-8-4 3 0,4 1-19 0,-7-16 0 16,-7 15-4-16,4-1-11 0,-8-2-14 0,-4-10-19 0,-4-3-42 0,1-1-27 15,-12 2-36-15,-1 0-21 0,-5-5-19 0,-7-2-28 16,0-4-44-16,4-4-53 0,-2-2-62 0,10-8-211 16,-14 1-582-16,10-3 257 0</inkml:trace>
  <inkml:trace contextRef="#ctx0" brushRef="#br0" timeOffset="-24533.5">13803 14281 167 0,'9'-19'294'0,"-9"3"-1"0,1-3-5 16,-1 4-4-16,4 2 1 0,-4 1-4 15,0 1-8-15,0 1-2 0,0 2-2 0,0 1-8 0,0 1-19 16,0 0-23-16,0 6-23 0,0 0-22 0,0-12-25 0,0 12-13 16,0 0-20-16,0 0-11 0,-20 14-9 0,10-2-9 15,-7 3-8-15,-3 5-8 0,1 6-5 0,-13 9 0 0,-9 1 16 16,4 7 4-16,-1-1-2 0,-1 4 9 0,-9 16 6 15,-4-4-4-15,1 8-5 0,5-1-7 0,1-5-7 16,-1 3-5-16,6 0-3 0,-5 1-3 0,22-14-11 16,-5 1-5-1,5 6-14-15,6-2-4 0,1-1-6 0,12 0 1 16,-1 3-2-16,12-3-3 0,0 4-1 0,4-7-1 0,9-4-7 16,5 3-9-16,10-11-12 0,6 7-28 0,7-11-52 15,-2 1-57-15,7-9-57 0,-1 3-45 0,7-6-55 16,-3 0-62-16,27 1-84 0,-27-5-256 0,-3-2-764 15,2-6 338-15</inkml:trace>
  <inkml:trace contextRef="#ctx0" brushRef="#br0" timeOffset="-22667.5">26656 14985 251 0,'-4'-4'350'0,"4"4"-17"16,-5-7 2-16,5 7-14 0,-5-5-34 0,5 5-24 15,0 0-30-15,0 0-24 0,-5-3-29 0,5 3-14 16,0 0-22-16,0 0-9 0,5 16-17 0,4-7-10 16,-3 9-5-16,9 8-4 0,5-2 12 0,5 13-2 15,1 0 3-15,-1 2-3 0,3-1-6 0,-6 5 3 0,4-4-8 0,-2 7-4 16,0-6-6-16,-5 1-15 0,-1 1-6 0,-5-2-5 15,-1 3-6-15,-6 2-8 0,-1 2-2 0,-5-5-2 16,-5 5-3-16,-10 0-4 0,9 6-1 0,-22 17 0 16,8-24 0-16,-8 5-2 0,-15 15-6 0,9-19-3 15,-14 21-4-15,-3-8 1 0,5-2-4 0,-4 1 3 16,-3-2-5-16,12-15-14 0,1 3-32 0,-3-3-31 0,5-1-27 0,-3-6-47 16,4 7-28-16,-1-3-29 0,0-4-40 0,2-1-50 15,-1-7-72-15,1 2-280 0,3-3-685 0,-2-3 304 0</inkml:trace>
  <inkml:trace contextRef="#ctx0" brushRef="#br0" timeOffset="-19624.3">27583 16085 349 0,'-7'-4'383'0,"7"4"-10"0,-2-10-3 0,2 10-22 0,-3-5-22 16,3 5-24-16,0 0-24 0,0-7-23 0,0 7-24 15,0 0-33-15,0 0-16 0,-3-3-13 0,3 3-22 16,0 0-6-16,0 0-4 0,0 0 1 0,3 18 0 16,-3-14 3-16,5 3-14 0,3 5-12 0,-4-5 7 15,2 5-4-15,-1-1-10 0,-2 1-11 0,7 1-12 16,-1-1-6-16,-8-3-6 16,8 0-6-16,-4 2-8 0,1-3-6 0,-3 1 0 15,4-1-10-15,-7 1-7 0,0-1-3 0,0 1-7 16,0-1-3-16,0 0-8 0,-3-4-10 0,-4 4-18 15,-4 1-26-15,-3-1-36 0,1-1-50 0,-2 0-41 16,-3-1-36-16,1 2-33 0,-1 0-34 0,2 4-50 16,1-8-62-16,0 0-306 0,3 3-743 0,7-2 328 0</inkml:trace>
  <inkml:trace contextRef="#ctx0" brushRef="#br0" timeOffset="-18975.86">28192 15714 177 0,'0'0'328'0,"3"-8"-12"0,-3 8-14 0,2-5-29 0,-2 5-29 15,1-3-28-15,-1 3-25 0,0 0-17 0,0 0-20 0,0 0-14 16,0 0-15-16,0 0-17 0,0 0-8 0,4 16-9 0,-4-9-10 16,0 2-6-16,0 2-10 0,0 0-9 0,3-6 0 15,-3 8-9-15,5-1-3 0,-4 3-6 0,3-8-1 16,4 3-7-16,-5 1 1 0,2-5-5 0,2 0 3 16,-2 3-10-16,5-5 0 0,-5-1-6 0,3 2 3 15,4-5 1-15,-1 0-1 0,-11 0-5 0,20-6 4 0,-7 3-7 16,-1-9-1-16,-2 4 5 0,5 1-3 0,0-5 9 0,0 0 7 15,-1 1 10-15,-7-1 8 0,6 1 7 0,4 2 5 16,-2-5 5-16,-2 2 0 0,-6 4-4 0,3 3 7 16,-5-3 1-16,8 1-3 0,-10 4-10 0,5-2-10 15,-8 5 1-15,12-3-14 0,-12 3-3 0,0 0 1 16,17 12-11-16,-11-3 1 16,-1 8 1-16,3-1-12 0,-1 11 3 0,1 1 0 15,-1 4 4-15,-4 14-9 0,9 3 10 0,-11 0-8 16,9 0 3-16,-6 3-6 0,-3 0 4 0,1 5-2 15,1 0-2-15,-3-1 8 0,4 2-9 0,-8-3 3 16,1 2 3-16,3-6 15 0,-2-1 2 0,1-4 10 16,-6 1 5-16,-1-8 8 0,1 2 4 0,-4-13 8 15,-3-2 14-15,3-1 11 0,2-9 18 0,-4-1 24 0,-2 0-4 0,0-6 17 16,-1-3 18-16,-2-2-7 0,1 0 1 0,-4-8-5 16,-3-3-3-16,-2 0-4 0,3-13-6 0,-9 1-1 15,-1-9-19-15,5-3-5 0,3-3-6 0,7-5-8 16,0-1-6-16,5-4-10 0,3-3-6 0,10-1-9 15,6-2-17-15,6-3-19 0,11 1-26 0,12-17-44 16,0 25-40-16,13-21-47 16,5 8-52-16,-9 22-56 0,22-12-50 0,-18 17-44 15,7 5-41-15,3 3-56 0,-8 0-70 0,4 9-324 16,-2 5-890-16,-6-3 394 0</inkml:trace>
  <inkml:trace contextRef="#ctx0" brushRef="#br0" timeOffset="-18142.52">29243 14443 253 0,'-2'-4'383'0,"2"4"-39"0,-5-11-29 0,5 11-36 16,-2-3-33-16,2 3-28 0,0 0-20 0,0 0-19 0,0 0-19 15,9 29-17 1,6-4-14-16,-2 2-14 0,7 19-10 0,4 4 0 15,11 16 16-15,-2 8 4 0,2 1-7 0,-5 1 16 16,6 5 10-16,-1 5 15 0,1 6 1 0,14 31 1 16,-15-35-7-16,-5-2-13 0,-1-3-13 0,-2 6-12 15,4 4-9-15,-11-3-10 0,-2 6-7 0,-6-1-7 0,-10-1-8 16,-4-5-8-16,-3-3-8 0,-8 2-4 0,-7-2-18 16,-8-3 1-16,0-11-8 0,-15-2 1 0,-5-6-5 0,-10-5-3 15,-7-5-1-15,-8-1-1 0,-13-9-4 0,0-7-9 0,-8 0-19 16,0-7-42-16,-7-3-47 0,3-7-55 15,-6-5-39-15,8 0-34 0,0-3-60 0,8-9-80 16,-6-3-353-16,12 9-780 0,21-12 346 0</inkml:trace>
  <inkml:trace contextRef="#ctx0" brushRef="#br0" timeOffset="-16886.07">13539 13179 275 0,'0'-6'295'0,"0"6"-27"15,0-11-29-15,0 11-27 16,-2-4-23-16,2 4-20 0,0 0-17 0,-27 4-18 16,13 5-9-16,-3 2-9 0,-13 4 0 0,-5 9 2 15,-4 5 2-15,-6 7-5 0,-3-1 1 0,-17 12 4 0,3 7-4 16,-8 4 15-16,1 7 1 0,-4 7 3 0,-25 24 3 15,27-25-1-15,5 4-2 0,-17 34-10 16,25-28-7-16,5-3-9 0,3 7-4 0,-21 33-1 0,25-28 3 16,-14 31-7-16,26-36-13 0,-9 40-2 0,24-34 3 0,-2 2 1 15,13 4-1-15,1 36 2 0,7-42 2 0,8 2 0 0,7-3-5 16,12 1-3-16,4 0-3 0,7 2-7 0,20 27-4 16,-13-35-2-16,6 0-4 0,4 0-10 0,4-7-6 15,2-3-19-15,7 0-1 0,0-1-4 0,3-10-1 16,2 2-7-16,2-6-13 0,-3-3-22 0,-5-5-42 15,5 1-55-15,0-10-58 0,-19-11-47 0,-2 1-49 0,-5-5-71 16,-3 3-106-16,2-8-284 0,1-1-793 0,-11-10 351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1T10:29:14.28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5572 1446 173 0,'0'-15'419'0,"0"0"-2"0,0-1-36 0,0 5-17 16,0 0-15-16,0 4-15 0,0-2-14 0,0 5-29 16,0 4-31-16,2-11-25 0,-2 11-25 0,7-5-29 15,-7 5-15-15,0 0-16 0,0 0-7 0,0 0-14 16,0 32 7-16,0-13-9 0,5 1-7 0,-4 7-8 15,1 0-11-15,1 3-6 0,1 13-13 0,0-7-2 0,-2-1-11 16,1 4-2-16,-1 2-9 0,6-4-10 0,-3 5-2 0,-3-1-5 16,1-10-32-16,2-1-33 0,-1 3-54 0,-1-6-37 15,5 3-50-15,-5-3-28 0,1 0-38 0,-3-6-25 16,6-2-37-16,-4-4-45 0,2-4-56 16,-3-2-211-16,5 1-654 0,1-2 289 0</inkml:trace>
  <inkml:trace contextRef="#ctx0" brushRef="#br0" timeOffset="385.41">5521 1482 210 0,'-10'-18'393'0,"0"5"-9"0,2-6-5 0,1 6-10 0,6-2-18 15,1 1-21-15,0 4-23 0,0-1-29 16,1 1-28-16,6 2-19 0,1 1-20 0,10-1-24 15,-1 4-10-15,1 3-28 0,5-1-13 0,9 4-16 0,-2 2-10 16,4 3-12-16,13 5-13 0,-4 3-3 0,-2 5 0 16,2 3-18-16,5-1-7 0,-3 5-2 0,-2 6-11 15,-3-2-2-15,-6 7-4 0,3-2-6 0,-4 3-4 0,-5-2 0 16,0 2-7-16,-5 2-30 0,-9-1-12 0,7 4-1 16,-13-3-2-16,1-10 1 0,-9-1-14 0,0 0-42 15,0 9-17-15,-9-7 5 0,-6-3 14 0,1-4 14 16,-6 0 5-16,-12 5 11 0,-3-6 23 0,-1 0 15 0,-7-5 8 15,-3-4 18-15,-4-1-1 0,2-8 3 0,-2-2 3 16,1 7 2 0,2-11-6-16,3-4 6 0,-6 0-7 0,17-1 0 15,3-2-4-15,0 0 2 0,10 1-13 0,1-1-21 0,9-1-36 16,3-1-51-16,-1 0-55 0,6-2-55 16,4-1-53-16,13 4-58 0,8-3-290 0,-2 2-667 15,14 2 295-15</inkml:trace>
  <inkml:trace contextRef="#ctx0" brushRef="#br0" timeOffset="723.95">6390 1919 272 0,'0'-11'402'0,"0"2"-22"0,-2 0-4 0,4-1-4 16,0 2-6-16,-2 2-14 0,1 1-29 0,-1 5-30 16,0-10-31-16,0 10-28 0,0 0-40 0,0 0-15 15,0 0-17-15,0 0-18 0,0 0-13 0,0 0-17 16,10 21-11-16,-10-8-9 0,2 6-7 0,0-4-10 16,-1 2-6-16,6 9-9 0,-2-3-2 0,1 2-1 0,-4 5-12 0,6 0 1 15,-3 1-8-15,4 0-6 0,-4-3-6 0,4 3 1 16,-2-1-2-16,3-1-2 0,2-2-7 0,-4 0-19 15,-1 0-31-15,6-5-36 0,-2 2-30 0,3-10-35 16,-6 1-21-16,5-2-25 0,-5-2-23 0,-1-2-46 16,0-5-48-16,1 1-57 0,-3-2-265 0,-5-3-668 15,0 0 297-15</inkml:trace>
  <inkml:trace contextRef="#ctx0" brushRef="#br0" timeOffset="1673.15">6441 2218 16 0,'-13'-7'330'0,"5"2"-4"0,-2 1-20 0,3 0-9 16,-1 0-1-16,3 0 2 16,0 0-2-16,-3-1-20 0,8 5-20 0,-7-5-20 15,7 5-16-15,-8-2-16 0,8 2-19 0,0 0-19 16,-3-7-15-16,3 7-19 0,0 0-7 0,0 0-12 16,0 0-16-16,14-4-19 0,-4 0-25 0,0 2-33 15,7-4-36-15,-1 2-28 0,8 2-18 0,-3-3-22 16,-4 2-12-16,3 2-17 0,3 1-19 0,-2-4-15 15,-1 2-16-15,0 0-8 0,-2-1 5 0,0 2 5 0,-3-3 11 0,-2 2 17 16,1-3 6-16,6 4 17 0,-12 1 12 0,3-2 9 16,-11 2 12-16,19 0 10 0,-19 0 18 0,11 0 7 15,-4-1 5-15,-7 1 5 0,0 0 9 0,11 3 19 16,-6-3 16-16,4 6 1 0,-4-3 9 0,5 1-1 16,-2 4 3-16,2-2 2 0,-4 2-2 0,11 4 2 15,-4 0-5-15,2-2-1 16,5 3-5-16,-10 1 2 0,10-1-1 0,-7 3-5 15,2 0 2-15,-7-1-2 0,7 0 3 0,0 0-5 16,-7 1 2-16,1-5-1 0,-1 5-1 0,-3-5 1 16,-2 1-2-16,-1-3 0 0,-4-2 17 0,2 1 15 15,-5-1 10-15,-3-3 12 0,1 1 9 0,1-3 7 16,6-2 5-16,-24-2 13 0,11 1 4 0,7-5 7 16,-4 0 11-16,5-5-3 0,-9 3-14 0,8-2 2 0,4-2-16 0,-4-1-8 15,6-2-6-15,6-5-12 0,2 2-7 0,7-2-3 16,0 0-14-16,5 1-8 0,8-4-5 0,-6 5-2 15,6-2-11-15,0 4-8 0,0 0-1 0,0-3 2 16,-3 11-4-16,3-1-2 0,-13-4 4 0,7 9-3 16,-7-1 3-16,-9 1 0 0,9-2-9 0,-8 1 4 15,1 5-8-15,-8 0-7 0,8-1 4 0,-8 1 6 0,0 0-7 0,0 12 1 16,0-12 0-16,-10 12 6 0,4-4-3 0,-8 0 4 16,6 6-3-16,-7-1 4 0,4 2 3 15,-4 2-3-15,5-2 4 0,-3 3-4 0,4-2 3 0,-4-1-1 16,3 2-2-16,4 0-12 0,-3-3-10 0,9-1-2 15,-3-3 3-15,3-3-4 0,3 4 4 0,-3-2 1 16,9-5 1 0,-3-1 2-16,4 2 1 0,3-5 0 0,2 0 1 0,2-5 5 15,3 1-1-15,-4 0 3 0,4-7 3 0,-3 2-1 16,1 0 4-16,-3-3 0 0,0-1 3 0,4 2 15 16,-4-1 21-16,-3 0 19 0,-2 1 10 15,-2 3 18-15,-5-3 7 0,7 2 6 0,-6 3 4 0,2-2 6 16,-2 3-22-16,-3 0-10 0,-1 5-8 0,4-6-11 15,-3 3-14-15,-1 3-2 0,0 0-5 0,0 0-8 0,0 0-7 16,9 18-13-16,-8-9-3 0,3 0-11 0,-3 6-17 0,2-3-8 16,1 1-5-16,-3-1-10 0,4 5-2 0,0-5-6 15,2 5 1-15,-2-6 3 0,3 5 3 0,2-8 6 16,-2 3 3-16,-3-3 2 0,5-3 3 16,-1-2 6-16,1 1 4 0,-4-4 4 0,-6 0 0 0,20-5 10 15,-8 2 11 1,-1-3 10-16,-4-6 20 0,3 4 23 0,-4 3 16 15,3-6 24-15,4-4 14 0,-5 5 2 0,4-3 12 16,-6 0 13-16,3 5 8 0,-3-2 10 0,-4 1-3 0,6 1-6 16,-5 4-6-16,1-7-10 0,2 6-10 0,-4 2-11 15,-2 3-13-15,7-7-13 0,-7 7-10 16,1-4-12-16,-1 4-9 0,0 0-3 0,0 0-5 16,19 6-3-16,-14 0-8 0,1-3-14 0,-1 5-15 0,5 0-32 0,2 0-31 15,-6 1-29-15,11 0-32 0,-2 0-35 0,0 0-34 16,-1-2-38-16,0-1-54 0,-4 1-62 0,11-5-75 15,-14 3-239-15,9-5-719 0,-2 0 318 0</inkml:trace>
  <inkml:trace contextRef="#ctx0" brushRef="#br0" timeOffset="1826.79">7678 1899 209 0,'-9'-6'376'15,"-1"1"-20"-15,6 1-44 0,-6-2-32 0,6 0-31 16,-4 4-49-16,8 2-65 0,-5-4-73 0,5 4-62 0,0 0-93 16,0 0-255-16,-2 15-377 0,7-6 167 0</inkml:trace>
  <inkml:trace contextRef="#ctx0" brushRef="#br0" timeOffset="3514.76">9725 3096 248 0,'0'-11'286'0,"0"3"-4"16,5 1 0-16,-3-5-20 0,-1 5 5 0,-1-1-10 15,0 1-4-15,0 1-14 0,0 6-5 0,4-11-15 0,-3 3-5 16,-1 4-16-16,0 4-20 0,0 0-4 0,0-7-28 15,0 7-17-15,0 0-21 0,9-8-7 16,-9 8-11-16,0 0-5 0,0 0-21 0,0 0-10 16,0 0-2-16,0 0-9 0,0 0 3 0,0 0-3 0,1 20-18 0,1-13 4 15,0-2-1-15,-2 1-1 0,1 2 1 0,-1-3-2 16,0 3-3-16,0-1-6 0,7 4-3 0,-4-8-4 0,-3 6 5 16,2-5-3-16,-2 4-4 0,0-8 2 0,2 11-2 15,-1-7 3-15,-1-4-2 0,2 9-1 0,-2-9-2 16,5 6-5-16,-5-6 4 0,0 0 2 15,0 0-4-15,0 4 3 0,0-4 2 16,0 0-2-16,0 0-2 0,0 0 5 16,0 0-1-16,0 0-3 0,0 0 6 0,0 0 0 15,5 5-9-15,-5-5 2 0,0 0 2 0,0 0-7 0,0 0-10 16,0 0-13-16,0 0-13 0,0 0-39 0,0 0-33 16,0 0-32-16,0 0-39 0,0 0-47 0,0 0-56 15,0 0-54-15,0 0-253 0,0 0-639 16,0 0 282-16</inkml:trace>
  <inkml:trace contextRef="#ctx0" brushRef="#br0" timeOffset="6538.23">9783 3545 144 0,'0'0'217'0,"0"0"-2"0,2 4-5 16,-2-4-3-16,0 0-4 0,6 6-3 0,-6-6 0 15,0 0-10 1,7 2-2-16,-7-2-2 0,0 0-1 0,10-8-4 0,-3 4-6 16,-7 4 4-16,11-10-12 0,-8 3 12 0,6 0-1 15,-4-4-10-15,0 2-6 0,5-8-13 0,-4 7-9 16,2-8-15-16,-1 2-10 0,3-7-6 0,-3-3-16 16,4-1-9-16,-3-1-11 0,2-5-4 0,4-9-8 15,-8-2-9-15,3 7-4 0,-3-7 2 0,2 4-8 16,-1-2-7-16,-5 0-1 0,-2 3 1 0,0 7 0 0,0 2-3 0,0 2-4 15,0-2-1-15,0 3 6 0,0 0-8 0,0 7-4 16,-2 3-1-16,-3 0-2 0,3 5-1 0,-4 0 2 16,4 1-11-16,2 2 1 0,-1 5 0 0,-3-2-8 15,3-2-2-15,1 8-15 0,-7-5 2 0,7 5 1 16,0 0 2-16,0 0 1 0,-15 19 3 0,8-8-2 16,1 6 1-16,-1-2-4 15,2 5 15-15,-3 4-12 0,1 2 3 0,-4 1-1 16,7 4 0-16,-1-1-8 0,-3 2 5 0,8-2-5 15,-5 2 3-15,4-1-5 0,1 9-1 0,0-10-8 16,1 0 15-16,3-3-15 0,-3 1-6 0,7-2-3 16,-3-2-1-16,4-1 0 0,1 2-3 0,5-7 1 15,-7 1 5-15,3-4-4 0,6 5 4 0,4-5 5 16,3-3-1-16,-5 3 4 0,5-9 4 0,-3 1-1 0,7-4-10 0,2 2 7 16,-5-5 8-16,1-1-5 0,-2-6 9 0,-1 7-2 15,7-10 1-15,-14 3 14 0,4-3-11 0,-4-2 8 16,3-1-9-16,-8 4 19 0,7-8-8 0,-11 5-3 15,3-3-2-15,-3 0 12 0,1 2-1 0,-5-1 2 16,-1 2-1-16,-2 2 5 0,2-7-2 0,-2 8-4 16,-2 2 1-16,2-4 2 15,-2 4-8-15,-1 2-2 0,3 5 2 0,-2-8-4 16,2 8 2-16,-13 0-2 0,13 0-3 0,0 0 0 16,-21 8-1-16,12 0-7 0,3-1-6 0,-4 4-4 15,5 0-6-15,-5 1-14 0,2 1 6 0,-2 1-1 16,1-1-7-16,3-1-6 0,4 4-2 0,-5-6 3 15,7 2 3-15,-5-1 4 0,5-2-2 0,5-1 2 16,-5-1 3-16,2 4 5 0,3-7 5 0,-2 1 3 0,9-5 2 0,-5 3 4 16,6-6 0-16,2 3 4 0,1-6 2 0,4 0 2 15,-5-3 1-15,10 2 1 0,-5-1-2 0,-4-6 3 16,1 5 4-16,-2-6 2 0,0 5 16 0,-1-2-4 16,3 3 7-16,-5-2 7 0,-6 4 6 0,-1 0 3 15,2 1 3-15,-4-2-4 0,0 5-2 0,-1-5 11 16,6 6-21-16,-8 2 6 0,5-5-20 0,-5 5-1 0,0 0 1 0,0 0-9 15,0 0 7-15,9 18-3 0,-9-12-2 0,1 0-1 16,-1 3-4-16,7-2 1 0,-5 4 0 0,3 0-5 16,-2-1 5-16,3-3 1 0,1 3-2 0,1-2 0 15,-4-3 2-15,4 2 4 0,-3 1-1 0,8-2 1 16,-8-1 2-16,5-5 5 0,-3 1 0 0,-7-1 3 16,21-1 7-16,-13-1 2 15,1-3 11-15,1 4 11 0,-5-7 8 0,5 2 7 16,-9 1 13-16,7-2 5 0,-1-2 10 0,0 2-2 15,-6-4 7-15,6 6-3 0,-7-3-4 0,0 2-2 16,7 1-9-16,-7 5-3 0,1-10-14 0,-1 5-5 16,0 5-7-16,7-4-9 0,-7 4-5 0,0-6-42 15,0 6-25-15,0 0 0 0,0 0-1 0,0 0 0 16,18 9 1-16,-11-5-1 0,3 0 4 0,3 0-2 0,0 0 2 0,5 0-5 16,1 2 2-16,2-5-1 0,1 3 3 0,-3-2 0 15,13 0 4-15,-2-2 4 0,-10 0 4 0,4 0 1 16,-2-2 3-16,-2 0 2 0,5-5 4 0,-6 1-1 15,-2 0 3-15,-2-2 5 0,-2 1 0 0,-5-1 5 16,1 0 9-16,-4-3-1 0,1 2 8 0,-4-2 9 16,0 4 5-16,-1-5 10 15,-2 4-6-15,-3 1 6 0,-2-1-10 0,1 3-1 16,-4-2-4-16,1 3 4 0,-2 1-14 0,-3 3 5 16,3 0-9-16,10 0 6 0,-20 4-6 0,9 4 4 15,-1-1-8-15,-1 3 5 0,1 3-3 0,4 2 3 16,0 1 1-16,-4 4-3 0,9-3-6 0,-4 5 8 15,2 5-1-15,5-1 5 0,0 1-5 0,5 0 0 16,2-4 6-16,-4 3-4 0,9 2 0 0,-6-2 1 0,1-4 0 0,1 8-1 16,0-3 1-16,6-4-2 0,1 1-5 0,-7-8 9 15,0 2-3-15,2 1-2 0,-3-3-6 0,-4-5-5 16,5-4-8-16,-4 3-10 0,-3-3-8 0,1-3-6 16,4 2-4-16,-6-6-12 0,0 8-23 0,0-8-21 15,0 0-16-15,0 0-21 0,0 0-23 0,0 0-40 16,0 0-45-16,0 0-42 0,0 0-183 0,0 0-507 0,-6-23 225 0</inkml:trace>
  <inkml:trace contextRef="#ctx0" brushRef="#br0" timeOffset="6839.01">11390 2988 291 0,'0'-18'326'0,"-6"-2"-6"16,4 3 1-16,2 2-3 0,0 0-6 0,-7 3-10 15,6 0-6-15,1 1-30 0,0 2-26 0,0 2-25 16,0 7-26-16,0-10-29 0,0 10-9 0,0 0-21 0,0 0-17 0,0 0-9 16,-7 30-9-16,7-11-7 0,0 1-10 0,0 7-12 15,0 3 1-15,2 2-11 0,3 6-2 0,-5 2-8 16,1-7-5-16,6 9-12 0,0-12-12 0,-6 11-18 15,6-4-28-15,1-8-26 0,-5-2-22 0,-1 0-13 16,6-5-19-16,-6-2-15 0,1-3-17 0,-1 0-27 16,5-5-30-16,-6-4-27 15,4-3-49-15,-3-2-260 0,4-1-578 0,-6-2 256 16</inkml:trace>
  <inkml:trace contextRef="#ctx0" brushRef="#br0" timeOffset="7240.05">11647 2923 168 0,'0'-4'293'0,"0"-2"-31"16,0 6-28-16,-2-6-26 0,2 6-23 0,0 0-13 15,0 0-15-15,-10 16-15 0,5-2-12 0,0 2-11 16,4 4-10-16,-6 4-13 0,5 3-8 0,-1 0-7 16,1 3-8-16,-6 0-7 0,6 2-6 0,2-2-8 15,-1 1-5-15,-1-6-4 0,0 1-2 0,2-2-6 16,0-5-3-16,4 0-4 15,-4-8-3-15,0 5-2 0,1-8-2 0,-1 4-3 16,2-5 0-16,1-6-1 0,-3-1 0 0,0 0-2 16,0 0 8-16,0 0 10 0,22-12 3 0,-17 3 14 15,-2 0 19-15,7-5 12 0,0 4 15 0,-3-3 5 16,1-1 15-16,-1 1-3 0,-1 2 9 0,2-2 5 16,-3 2 1-16,2 2-2 0,-2 3-8 0,-2 2-10 15,-1-4-15-15,5 5-12 0,-4-2-11 0,-3 5-10 0,0 0-3 0,0 0-8 16,20 8 9-16,-19 1-20 0,11 0-6 0,-10 0-4 15,3 2-17-15,5 2-16 0,1 2-18 0,-3 0-11 16,1 1-34-16,-3-4-29 0,6 5-23 0,-7-3-18 16,5 1-31-16,-7-8-33 0,0 5-42 0,-1-8-44 15,0 4-44-15,4-7-232 0,-6-1-610 0,2 8 271 16</inkml:trace>
  <inkml:trace contextRef="#ctx0" brushRef="#br0" timeOffset="7402.81">11367 3161 386 0,'-8'-5'394'16,"3"2"-20"-16,-3 1-39 15,8 2-21-15,-5-5-21 0,5 5-40 0,-2-10-14 16,2 10-31-16,0 0-32 0,13-5-45 0,-5 1-48 16,6 4-43-16,6 0-35 0,-4 4-44 0,7-4-52 15,-1 1-55-15,8-1-56 0,-1 4-62 0,-1 3-152 16,1-4-448-16,5 1 198 0</inkml:trace>
  <inkml:trace contextRef="#ctx0" brushRef="#br0" timeOffset="7841.61">11936 2949 103 0,'-1'-8'392'0,"1"8"-23"0,0 0-20 16,-2-4-19-16,2 4-22 0,0 0-31 0,0 0-36 15,0 0-26-15,0 0-23 0,0 0-15 0,0 0-17 16,0 0-15-16,17 12-16 0,-11 0-15 0,4-3-12 16,3 6-8-16,2 0-10 0,7 6-11 0,-2 0-5 15,3 0-11-15,-2 1-3 0,3 1-2 0,-1 1-4 0,12 3-6 0,-12-6-2 16,2 0 6-16,1 2-14 0,-4-4 7 15,1-1-12-15,-3-1-4 0,-4-4-6 0,-1-1 2 0,0 0 3 16,0-3-11-16,-7 0 1 0,0-3 12 0,-1-1-8 16,-2-1 0-16,3-1 15 0,-8-3 36 0,2 8 12 15,-2-8 14-15,3 4-10 0,-3-4-6 0,0 0-2 16,0 0-6-16,0 4-10 0,0-4-8 0,0 0-6 0,0 0-7 0,-13 5-2 16,6-2-5-16,-4 5-4 0,1-5-4 0,-3 5-1 15,1 1-4-15,-1 5 1 0,-7-3-2 0,-2 3-3 16,4-1-1-16,-3 6-3 0,-1-1-6 0,2-1-18 15,5-3-23-15,-1 6-44 0,8-5-39 0,-7 3-42 16,8-6-31-16,-3 3-26 0,3-3-44 0,1-1-53 16,6-4-74-16,0-1-232 15,8 0-672-15,-1-1 298 0</inkml:trace>
  <inkml:trace contextRef="#ctx0" brushRef="#br0" timeOffset="8104.63">12671 3126 466 0,'0'0'505'0,"2"-10"-15"0,-2 3-33 16,0 7-33-16,0 0-35 0,0-5-39 0,0 5-38 16,0 0-37-16,0 0-33 0,0 0-25 0,0 0-22 15,0 0-18-15,0 0-19 0,5 23-17 0,0-14-12 16,-3 8-13-16,-1 1-8 15,3 1-15-15,-3 6-8 0,6 0-13 0,-4-1-20 16,4 6-28-16,-1-3-31 0,3 1-32 0,-4-1-57 16,3 0-37-16,-5-4-29 0,9-1-19 0,-11-3-19 15,4-2-33-15,4 0-31 0,-3-8-30 0,3 3-35 16,-3-4-262-16,2-4-638 0,-1 0 282 0</inkml:trace>
  <inkml:trace contextRef="#ctx0" brushRef="#br0" timeOffset="8427.54">13090 3166 213 0,'-7'-5'224'0,"7"5"-11"0,0 0 3 0,0 0-3 0,-23 13-7 16,8-7-18-16,9 3-12 16,-9 3-11-16,7 3-9 0,1 1-14 0,-1 1-8 15,3-3-11-15,-4 2-9 0,4 3-1 16,4-2-10-16,2 1-9 0,-1-2 1 0,5 1 2 0,2-7-4 15,0 5-4-15,3-3-2 0,3-2-5 0,2-3 0 16,0 1-8-16,1-4-6 0,4-3 1 0,-3-1 2 16,1-3 10-16,-2-4 11 0,3 2-9 0,-3-3 10 15,-3-3-13-15,-1-2 1 0,1-1-6 0,-5-6-3 0,1 5-1 0,-4-4 3 16,-4-1 3-16,-1 4-6 0,-5-3-5 0,-1-1-9 16,1 4-4-16,-2-3-7 0,-6 4-7 0,-2 2-5 15,0-1-8-15,-8 2-25 0,0 2-33 0,3 1-43 16,-2 5-46-16,-6-3-51 0,3 9-55 0,-6 3-76 15,5-4-371-15,1 10-730 0,6-4 323 0</inkml:trace>
  <inkml:trace contextRef="#ctx0" brushRef="#br0" timeOffset="10131.65">14504 3054 97 0,'5'-18'266'0,"-4"1"-4"15,7 0-4-15,-6 2-12 0,1-2-7 0,6 5-5 16,-8-5-3-16,6 6-11 0,-7-1-18 0,7 1-7 16,-6 2-7-16,6-3-19 0,-7 3-18 0,3 0-9 15,-1 5-3-15,1-4-15 0,-3 2-20 0,0-2 4 0,0 8-9 0,0-9-18 16,0 9-5-16,0 0-8 0,7-7 0 0,-7 7-12 16,0 0-7-16,0-8-1 0,0 8-4 0,0 0-1 15,0 0-4-15,3-7 13 0,-3 7-26 0,0 0 16 16,-3-9-17-16,3 9-4 0,0-8-6 0,0 8-4 15,-7-7 5-15,4 3-2 0,3 4 0 0,-5-8-5 16,-2 4 7-16,6-3-4 16,1 7-5-16,-7-4 0 0,7 4-4 0,-7-6 1 15,7 6-6-15,0 0 1 0,0 0-13 0,0 0 8 16,0 0 13-16,0 0-14 0,-15 15-5 0,14 0 5 16,-6 3 0-16,1-3 0 0,1 10 0 0,1 5 18 15,-2 9-20-15,1 0 0 0,3 5 4 0,-5-4 2 16,6 3 0-16,1 0 3 0,0 2 0 0,-5-6-5 15,5 1 12-15,0 4-9 0,5-4 3 0,3 4 1 0,-6-3-5 0,3-12 1 16,1 1 2-16,-2 2 4 0,6 7 1 0,-2-12 1 16,-5 0-2-16,0-8-9 0,7 3-12 0,-3-7-20 15,-7-5-14-15,7 0-14 0,-6 2-18 0,4-7-12 16,-3 2-11-16,-2-4-19 0,3 4-36 0,-3-7-48 16,0 0-36-16,0 0-34 0,0 0-221 0,0 0-542 15,0 0 241-15</inkml:trace>
  <inkml:trace contextRef="#ctx0" brushRef="#br0" timeOffset="10379.04">14459 3360 170 0,'0'-8'303'0,"0"1"-16"15,3 4-8-15,-3 3-9 0,0-12-14 0,0 6-17 16,0 6-19-16,5-9-23 0,-5 9-17 0,0-6-16 15,0 6-15-15,2-8-20 0,-2 8-13 0,0 0-11 16,5-7-14-16,-5 7-15 0,8-4-2 0,-1 2-36 16,-7 2-13-16,20-6-22 0,-6 6-25 0,3-4-26 15,3 4-29-15,3-2-29 0,5 0-17 0,-8-1-20 0,11 2-18 0,-6 0-16 16,8-4-19-16,-3 2-8 0,-2-3 0 0,-8 2-115 16,3-3-345-16,-1 5 153 0</inkml:trace>
  <inkml:trace contextRef="#ctx0" brushRef="#br0" timeOffset="10964.99">14899 3224 960 0,'10'-7'-55'0,"-3"3"34"0,1-2 29 16,-3 0 31-16,3 3 18 0,-6-5 22 0,3 4 22 15,-5-1 12-15,0 5 5 0,8-7 9 0,-8 7 2 16,5-4-7-16,-5 4-5 16,2-7-6-16,-2 7-11 0,0 0-9 0,6-2-12 15,-6 2-6-15,0 0-6 0,0 0-8 0,19 5-5 16,-13 0-4-16,2 1-5 0,-1-3-4 0,6 3-5 16,-6 1-3-16,6 4-7 0,-1 0 8 0,-6-1-12 15,8-1 0-15,-1 4-2 0,-7-4-3 0,4 5-1 16,0-2-2-16,-5 0 0 0,2-3-3 0,-4 1 0 15,2 1-2-15,0 1-1 0,-3-4-1 0,-2 0 0 0,0 0 1 0,0-1-2 16,0-2-1-16,0 1 4 0,0-6 7 0,-5 9 13 16,3-5 15-16,2-4 12 0,0 0 4 0,-13 3 5 15,13-3 2-15,0 0 2 0,-13-7 0 0,13 7-7 16,-5-11-6-16,5 7-12 0,1-5-3 0,3-2-7 16,-1 1-10-16,9-7-12 0,1 5-6 0,7-6-20 15,3-1-11-15,3 2-6 16,4 0-4-16,0 2-3 0,0 1 0 0,-2 2 3 15,0-1 0-15,2 3 2 0,1 2 14 0,-1-1-9 16,-2 1 4-16,-10 1 16 0,-1 4-4 0,-5-4 2 16,2 6 2-16,-5-3-4 0,-4 0 3 0,5 3-4 15,-10 1-2-15,0 0 6 0,0 0-2 0,0 0 3 16,0 0 0-16,0 0-1 0,-24 13 1 0,11-6 6 16,0 1-5-16,-2 3 1 0,0-3-2 0,0 0 5 0,-1 4 4 0,1 0-8 15,0-1 3-15,5 0 2 0,-5-1 0 0,3 4-1 16,3-2 0-16,2-5 0 0,-3 2 3 0,5 0-3 15,0-2 3-15,0-1-2 0,5-6 3 0,-3 8 3 16,1-4 2-16,2-4 3 0,0 0-4 0,0 0 1 16,0 0-1-16,0 0 2 0,30-10 2 0,-23 5 7 15,2 1 2-15,3-2 15 0,-2-3 5 0,5 4 8 0,-2 0 10 0,0 0 8 16,-6 0 9-16,5 1 4 0,-7 0 6 0,4 0 1 16,-7 0-7-16,1 1-11 0,7-1-7 0,-10 4-10 15,5-4-4-15,-5 4-11 0,0 0-2 0,0 0-5 16,0 0-3-16,0 0-2 0,15 10-32 0,-15-5-13 15,9-1-20-15,-9 4-13 0,8 0-14 0,-2 1-23 16,3-2-27-16,-1 4-43 16,5-4-56-16,9 5-56 0,-7-8-260 0,6 3-579 15,-1-1 256-15</inkml:trace>
  <inkml:trace contextRef="#ctx0" brushRef="#br0" timeOffset="11450.67">16058 3165 59 0,'-9'-6'327'0,"3"0"-17"0,-2 3-18 0,-1-1-8 16,-2 1-12-16,-1-1-19 0,2 1-18 0,-1 2-23 15,-3 1-14-15,14 0-18 0,-21 4-6 0,4 1-5 16,2 1-23-16,-3-2-8 0,2 7-9 0,1-2-8 16,1-2-12-16,0 2-8 0,2 1 0 0,-1 3-20 15,1-1-11 1,4 3-5-16,0-1-7 0,-1-4 0 0,4 5 0 0,4 0-4 15,-1 1-5-15,4-4-5 0,4 3-3 0,3-3-4 16,2 2-13-16,6-5 0 0,-1 2-7 0,12-3-8 16,7-3-14-16,-8-2-19 0,6 0-6 0,-2-6-23 15,-1-2-5-15,15-3-8 0,-19-6-12 0,21 2-13 16,-28-4-12-16,8-3-8 0,-1-1-15 0,-9-3-12 16,4-4-12-16,-1-11-5 0,-5 2 4 0,0-1 10 0,-7-3 13 0,1 11 11 15,-9-3 7-15,0 1 25 0,0 1 38 0,0-2 34 16,-2 4 30-16,-5 2 26 0,-1 1 28 0,8 6 22 15,-5-1 24-15,2 4 17 0,-4 5 25 0,6 0 2 16,-4 0 8-16,-4 0-11 0,9 6-11 0,0 0-13 16,-5-2-20-16,5 7-15 0,-6-7-10 0,6 7-11 15,0 0-15-15,0 0 3 0,-9 16-4 0,9-5-5 0,0 1-4 0,0 3-5 16,0 6-6-16,2 0-6 0,1 6 1 0,-6 1 1 16,6 3-9-16,-3-1 0 0,0 2-3 0,0 6-2 15,0-7-4-15,10 12 3 0,-5-15-9 0,-5 3-15 16,0-4-23-16,10 0-45 0,-6 0-34 0,-3 0-34 15,-1-4-24-15,0-4-34 0,0-4-53 0,7 1-61 16,-4-8-57-16,-5 3-194 16,4-3-605-16,-2-7 267 0</inkml:trace>
  <inkml:trace contextRef="#ctx0" brushRef="#br0" timeOffset="11651.19">16218 3077 141 0,'-6'-5'381'0,"1"-1"-21"0,5 6-19 0,-10-5-17 16,10 5-18-16,-5-5-24 0,5 5-21 0,-2-5-30 16,2 5-26-16,0 0-24 0,0 0-27 0,0 0-16 15,0 0-29-15,0 0-22 0,22 7-40 0,-7 1-30 16,-1-2-35-16,5-1-32 0,4 0-47 0,-2 3-54 16,11-1-58-16,-2 0-55 0,4-3-199 0,-1 4-501 15,2-5 221-15</inkml:trace>
  <inkml:trace contextRef="#ctx0" brushRef="#br0" timeOffset="12183.74">16645 3146 93 0,'-6'1'234'0,"6"-1"-13"0,-15 4-10 0,5-1-12 15,5 2-11-15,-5-1-15 0,0 4-5 0,5-2-9 16,2-2-15-16,-4 5-10 0,5 1-12 15,-2-3-7-15,0 1-10 0,4 1-7 0,0-1-6 16,0 0-5-16,0-1-9 0,0 2-8 0,8-1-3 0,-1-2-6 16,-2 2-5-16,0-3-3 0,7 3-8 0,-4-2-6 15,5-2 0 1,-5 0-4-16,7 0-4 0,-1-4-6 0,-5 0 1 16,6 0-3-16,-5-4-7 0,4 0-4 0,-3-2-6 0,-3 1-5 15,2-3-2-15,2-4 1 0,-4 3 0 0,-3-1-1 16,0 1 1-16,2 1-4 0,-6-1 4 15,1-3-1-15,1 3-2 0,1 2 1 0,-4-2 0 0,0 1 2 16,1 1-1-16,-1 7-1 0,-1-12 0 0,2 5-15 16,-1 7-17-16,4-8-11 0,1 5-7 0,3-5-12 0,-3 5-6 15,6-2-3-15,3 1 3 0,4-3 4 0,0-4-1 0,2 2 2 16,8-5-3-16,-1 4 9 0,-1-6 0 0,4 2-2 16,1-4 8-16,-4 1 7 0,-2-1 5 0,-2 2 6 15,-2-4 7-15,-2 8 8 0,-8-6 14 0,2 5 23 16,-4-1 13-16,-3 2 7 0,-1 0 11 0,-1 4 4 15,-4-3 3-15,0 2 2 0,-4 3 0 0,1 0-8 0,3 6-6 16,-10-3-4-16,2 0-2 0,8 3-6 0,-20 6 2 0,12 0 4 16,-6 6 7-16,-1-2 0 0,4 9 1 0,-7 0-4 15,3 4 2-15,6-1-2 0,-2 5-1 0,-1-2 1 16,6 4-5-16,-1 3-2 0,4 9-4 16,-2-2 3-16,3-5-6 0,4 4-1 0,-1 3-3 0,6 1-1 15,-2 3 0 1,-2-6-4-16,2 3-5 0,4-4-21 0,-6 6-29 15,0 0-33-15,0-11-48 0,-3-3-51 0,5-3-51 16,-3-2-236-16,-4-5-493 0,2-8 219 0</inkml:trace>
  <inkml:trace contextRef="#ctx0" brushRef="#br0" timeOffset="12384.26">16918 3403 186 0,'0'-1'343'0,"0"1"-28"0,0-12-25 0,0 12-30 0,7-12-21 16,1 9-30-16,-1 0-21 0,1 2-18 0,5-3-14 16,4 3-18-16,-2-1-16 0,6 4-24 0,-1-4-28 15,5 4-36 1,3-1-44-16,2-1-43 0,-2 0-46 0,2 0-44 0,1-1-45 16,4-2-200-16,-5-4-420 0,-5 0 186 0</inkml:trace>
  <inkml:trace contextRef="#ctx0" brushRef="#br0" timeOffset="12832.16">17559 2911 61 0,'0'0'206'0,"-20"19"-4"0,18-9-13 0,-6 7-7 16,7-1-11-16,-8 3-11 0,3 8-13 15,-8 2-10-15,8 4-11 0,-9 6-9 0,2 2-11 16,-4-1-10-16,7-1-11 0,-3 0-7 0,1-8-8 0,1-2-7 15,1-1-4-15,0 1-6 0,-2-4-5 0,2-1-4 0,2-4-4 16,1-5-3-16,-1-1-4 0,7-5-2 0,-4-2 5 16,5 1 24-16,-2-4 11 0,2-4-9 0,0 0-4 0,0 0-4 15,0 0-4-15,-7-21-5 0,16 12-3 16,-4-9-5-16,-4 0 1 0,7-6-8 0,-1-5-3 16,8-8-5-16,0-4 2 0,3 4-2 0,-1-7-6 0,4 1 4 15,-8 1-11 1,7-1-1-16,2-1 4 0,-6 6 22 0,3 1 31 15,-10 10 27-15,6 3 25 0,-8-3 24 0,-2 7 9 16,5 1 9-16,-10 3 4 0,5 2 4 0,-4 2 4 0,8 4-11 16,-9 1-12-16,1 0-16 0,-1-1-13 0,4 3-19 15,-4 5-15-15,0 0-12 0,0 0-6 16,0 0-7-16,0 0-6 0,0 26-6 0,0-13-5 0,0 5-3 16,0 8-4-16,1 1 0 0,6 3-7 0,-4 2-5 0,1-3-5 15,6 13-15-15,-4-4-15 0,2-3-15 0,-1-4-34 16,-2 7-37-16,5 2-31 0,-5-9-21 0,5-2-18 0,1 0-13 15,-2-2-17-15,-3 1-19 0,-6-9-18 0,0 1-12 16,2-3-23-16,-4-3-2 0,4-3-20 16,-4-7-15-16,-4 4-190 0,6-8-536 0,-5 3 237 0</inkml:trace>
  <inkml:trace contextRef="#ctx0" brushRef="#br0" timeOffset="13186.33">17625 3421 743 0,'-15'-8'-31'0,"9"-6"27"0,-9 2 16 0,5 0 19 15,-5 1 37-15,3-2 16 0,-1 6 15 0,3-1 8 16,2-3 4-16,0 7 12 0,3-2 9 0,-5 1-5 0,6 0-7 15,4 5-7-15,-5-7-8 0,5 7-5 0,-6-3-6 16,6 3-6-16,0 0 4 0,0 0 1 16,0 0-4-16,16-5-4 0,-2 5-3 0,-3-2-8 0,9-3-5 0,0 1-8 15,1 1-4-15,-2-3-12 0,10 0 0 0,-2 1-2 16,-4-3-4-16,5 0-5 0,-1-6-6 0,-2 2 2 16,-2-1-6-16,0-3-6 0,0 1 2 0,-5-4-4 0,0-4 2 15,-4-3-5-15,2 2-8 0,-1-3 1 0,-2-4-9 16,-3-7 1-16,-5 10-1 0,-3 1 0 15,1-4 2-15,-3 4 2 16,-3 8 7-16,3-2 6 0,-2 6 4 0,-3 0-4 0,2 4-2 16,-2 3-2-16,-2 0-6 0,1 2 2 15,1 4-2-15,5 2-4 0,0 0 3 0,-28 8-1 16,23 0-2-16,-5 5 5 0,5 2-4 0,-5 6 2 0,2 4-1 16,1 4-1-16,2-1 2 0,-2 1-1 0,2 3 4 15,2 8-3-15,3-9-4 0,7 7-3 0,-7-5-12 16,5-6-17-16,1 6-22 0,3-5-28 0,-3-1-30 0,6-3-40 0,-1-1-37 15,4-7-29-15,2-1-34 0,-4-4-130 16,2-4-416-16,2 2 185 0</inkml:trace>
  <inkml:trace contextRef="#ctx0" brushRef="#br0" timeOffset="13756.63">18188 3247 163 0,'8'-11'298'0,"-5"2"16"16,-1-2-14-16,1 0-13 0,-1 3 1 0,-2-1-4 0,0 1 9 15,-2 1-13-15,2 7-18 0,-1-12-13 0,1 5-33 0,0 7-24 16,-2-7-21-16,2 7-24 0,-2-4-17 15,2 4-9-15,0 0-15 0,0 0-12 0,0 0-4 16,-11 16-16-16,9-10-3 0,1 3-5 0,1-2-11 16,-2 2-8-16,-1 5-1 0,3-3-7 0,-2 3-10 0,4 6 10 15,-2-5-13 1,3 3 1-16,0-2-13 0,-1 4-2 0,0 1-2 16,4-4-4-16,-1 3-2 0,-2 7 2 0,4-9-3 0,-5 9 8 15,4-3-7-15,-4 3-3 0,3 0 1 16,-2 0 1-16,-3 2-2 0,0 0 0 0,0 2 0 15,0-4-2-15,-3 3-2 0,-2 3 4 0,5-4 1 16,-2 0-1-16,-1 5 6 0,0-6-4 0,-6 2-7 0,6-2 15 16,1-1-13-16,1-2-1 0,-6-4 7 0,6-3 5 0,-1-4-11 15,0 1 5-15,1-4-6 0,1-2 7 0,0-2 4 0,-2 0 7 16,2-7 14-16,-3 7 2 0,3-7-1 0,0 0-4 16,0 0-5-16,0 0-3 0,-5-27-2 15,5 12 3-15,-2 0-9 0,0-3-2 0,4-11-2 16,-5 2-2-16,3-13-8 0,-2-4-25 0,2 1-35 0,2 0-12 15,-4-5-14 1,2-1-3-16,-3 2-2 0,1-2 3 0,0 0 0 16,-4 3 13-16,4 1 1 0,-3-2 10 0,4 2 6 15,-6 9 6-15,5 3 3 0,-1 4 8 0,3 2 5 0,0 4 5 16,3-3 6-16,-3 6 6 0,2 1 3 0,5 6 5 16,-1-2 3-16,2 1 7 0,-1 5-6 15,-4 0 8-15,6 0-8 0,-1 3 1 0,3 5 3 0,1 1-1 16,-12 0 0-16,23 2 3 0,-6 9-5 0,-2-8 5 0,0 9 0 15,-1 3-3-15,1 2 4 0,-1-2 1 0,-6 1-5 16,7 8 2-16,-7-2 3 0,-1 0-2 0,-2 0 3 0,5 5 8 16,-10-1-10-16,0-1-2 0,0-4-11 0,-2-5-12 15,-6 4-18-15,3-1-18 0,-5 1-17 0,3-5-19 16,-6-1-26-16,-2 1-31 0,7-3-36 0,-6-3-34 16,1-3-38-16,2-4-144 0,2 1-443 0,1-3 196 0</inkml:trace>
  <inkml:trace contextRef="#ctx0" brushRef="#br0" timeOffset="14157.68">18633 2879 81 0,'0'-7'337'0,"0"3"-32"0,0 4-32 0,0 0-25 16,0-8-31-16,0 8-22 0,0 0-18 0,0 0-17 15,-5 27-11-15,2-10-13 0,3 0-10 0,0 3-13 0,0 6-6 16,0-1-12-16,0 6-13 0,8-3-3 0,-6 3-6 16,-1-2-5-16,3 6-6 0,4-7-3 0,-1 2-9 0,1-5-4 15,-1 1-5-15,1 1-4 0,-2-11-3 0,-4 3-5 0,5 0 1 16,-7-10-2-16,6-2 1 0,-4 7 4 16,5-8 31-16,-7 0 35 0,5 0 28 0,-5-6-11 15,0 0 8-15,0 0-3 0,0 0 13 0,14-13-14 0,-12 5 8 16,3-4 1-16,-3 5 2 0,6-12 4 0,-1 7 1 15,1-6 1 1,2 2-2-16,0 4-6 0,-4-4-1 0,3 2-2 16,-3 2-4-16,3 2-2 0,-4 2-11 0,-2 1-3 0,3-3-18 15,-2 6-13-15,-1-2-10 0,-1 3-10 16,-2 3-6-16,8-4-8 0,-8 4-7 0,0 0-13 16,13 10-19-16,-6-3-27 0,-2 3-20 0,0 0-35 0,3 5-41 15,-5 0-55-15,7 1-47 0,-3 4-42 0,-7 7-42 16,8-2-66-16,-3-1-82 0,-5 2-302 0,7-1-818 0,-4 4 362 15</inkml:trace>
  <inkml:trace contextRef="#ctx0" brushRef="#br0" timeOffset="16794.07">19893 3165 18 0,'0'0'286'0,"0"0"-22"16,0 0-24-16,0 0-20 0,0 0-21 0,0 0-19 15,0 0-16-15,0 0-18 0,0 0-14 0,0 0-13 16,-2 5-12-16,2-5-7 0,0 0-6 0,0 0-10 15,0 0-8-15,32 1-5 0,-19-1-9 0,0 0-6 16,2 0-2-16,1-1-7 0,4 1-1 0,-1 0-6 16,0-5-6-16,-2-1-4 15,6 0 0-15,-3 3-3 0,-5-3-3 0,5-2-4 16,-5-1 1-16,1-1-2 0,-1-2 0 0,2 4-1 16,-4-7 10-16,-8 5 10 0,5 1 6 0,-5 0 0 15,-5-2 4-15,1-1 3 0,-1 4 1 0,-1-3-3 0,1 2-5 16,-4-2-1-16,1 1-10 0,-7 3-1 15,2 0-1-15,0 3-6 0,-1-3 0 0,-1 3-6 16,-3-1-4-16,0 3-2 0,5-1 5 0,-7 3-7 0,0 3 0 0,2 0-4 16,-4-3 1-16,2 9 0 0,0-3-6 0,0-3 4 15,4 3-2-15,3-2-1 0,-1 6-2 0,-1-5 1 16,5 0-2-16,-5 2-3 0,4-2 4 0,-1 1 3 0,2-2-1 16,2 1-4-16,-4 1 5 0,7-6 0 0,-1 6-5 15,-3 0 6-15,4-6 1 0,0 0 1 16,-6 4 0-16,6-4 3 0,0 0-3 0,0 0 10 0,-4 5-12 0,4-5-3 15,0 0 2-15,0 0 2 0,0 0 0 0,0 0 4 16,0 0-4-16,0 0 1 0,0 0-5 0,0 0-2 16,0 0 2-16,0 0-1 0,0 0 4 0,0 0-2 15,0 0 1-15,0 0-3 0,0 0-1 0,0 0-2 0,0 0-6 16,0 0-6-16,0 0-6 0,0 0-11 16,14 5-8-16,-14-5-18 15,0 0-18-15,0 0-24 0,0 0-27 0,0 0-35 16,0 0-37-16,0 0-36 0,0 0-42 0,0 0-150 15,0 0-462-15,0 0 204 0</inkml:trace>
  <inkml:trace contextRef="#ctx0" brushRef="#br0" timeOffset="18581.82">20172 3046 7 0,'0'0'215'0,"0"-8"8"0,0 1-6 15,0 7-4-15,5-7-4 0,-5 2-11 0,0 5-5 0,2-10-9 16,-2 10-15-16,0-9-12 0,0 4-15 0,0 5-15 16,3-7-8-16,-3 1-10 0,0 6-9 0,2-7-7 15,-2 7-3-15,0-8-9 0,0 8-8 0,3-6-6 0,-3 6-5 16,0 0-5-16,0 0-5 0,0-8-2 0,0 8-8 15,0 0-5-15,0 0-2 0,-8-7-5 0,8 7-8 16,-12 0 1-16,12 0-4 0,-18 0 1 0,12 3-4 0,-6-2-4 16,0 2-4-16,-1 4-2 0,-2-2 1 0,-1 0-3 15,-6 1 1-15,4 6 1 0,2-3-3 16,-3 1 3-16,1 4-3 0,2-4 14 0,-8 9-15 0,13-6-3 0,-4 5 2 16,5 0 2-16,2 2-1 0,-1-4-5 0,-2 8 5 15,8-5 0-15,1 0-1 0,4-3 0 0,6 3 0 16,0 0 1-16,2-3-1 0,3 0-3 0,4 4-1 0,4-5 1 15,1 3-5-15,8-5 1 0,-1-2-14 0,0-4-4 16,0-2-16-16,-1 6-4 0,4-8-2 16,1-3 7-16,-3-2-1 15,0-4 5-15,-7 3 3 0,2-5 4 0,-6 1 3 0,5-2 4 16,-9 2 2-16,1-4 0 0,4 0 6 16,-5-1 2-16,5-1 6 0,-5-1 17 0,-5 2 23 15,-1 2 5-15,1-2 5 0,-8 0 8 0,3 4 3 16,3 3 5-16,-6-4-3 0,3 2-12 0,2 3-2 0,-6-2-4 15,-1 6-15-15,0 0 0 0,3-5-5 0,-3 5-1 16,0 0-5-16,0 0-5 0,0 0 4 0,0 0-2 0,4 20 1 16,-4-9-6-16,8-3 2 0,-8 2-6 0,0 2 3 15,5-2 1-15,-5 2-7 0,2 0-2 0,-1-3-1 16,6 7-3-16,-2-7 1 0,-2-1-2 0,1 4-4 16,-1-5 4-16,5 0-5 0,-5 3 1 0,6-4 0 0,-3-3-1 15,4-2 3-15,-6 7 0 0,6-8 1 0,-2 2 1 16,-8-2 4-1,16-3 0-15,-9-5-2 0,1 5 1 0,1-5 2 16,-3 0 8-16,-1-3-5 0,2 5 0 0,-1-5 6 0,-4 0-10 16,0-5 8-16,6 1-5 0,-5-1 4 15,-3 5-3-15,2-4 11 0,-2 5-11 0,2 0 3 16,-2-4-1-16,0 2 1 0,-2 2 2 0,2-1-1 0,0 4-2 16,2-4-1-16,-2 5 1 0,0 0-1 0,5-2 4 15,-5 8-6-15,-5-8-1 0,5 8-3 0,5-7-10 0,-5 7 0 16,0 0 1-16,0 0-1 0,0 0-1 0,0 0 2 0,0 0-3 15,16 19-2-15,-14-15-2 0,4 3-2 0,1 2-2 16,1 1 2-16,-3-3 3 0,5 2-1 16,-5 2 2-16,5-1-2 15,-3-3 2-15,1 4 1 0,-3-3 4 0,3-1-1 0,-1 1 2 16,1-3 2-16,-3 2 0 0,-2-6 4 0,4 4 2 16,0-4 3-16,-7-1 3 0,0 0 17 0,0 0 12 15,0 0 2-15,19-6 9 0,-17 1 8 0,5 0 16 0,-6-5-12 16,4 6 15-16,4-7 11 0,-8 6 7 0,6-6-20 15,-4 2 10-15,7-6 7 0,-5 3 0 16,2 1-2-16,1-1-2 0,-3 2 0 0,2 1 0 0,-2 0-9 16,3 2-1-16,-5-3-5 0,2 5-11 0,2 0-3 15,-4-1-7-15,2 3-9 0,-5 3-4 0,13-8-4 16,-8 8-4-16,-5 0-3 0,0 0-3 0,17 8-3 16,-7-5-2-16,-4 3-1 0,3 0-7 0,-3 5-10 0,4-3-8 15,3 0-9-15,-3 7-22 0,2-1-9 16,-4-1-16-16,0-1-15 0,6 2-16 0,-9-1-9 15,3-2-12-15,-1 1-19 0,1-1-14 0,-2 1-29 0,-4-2-36 16,6-3-35-16,-1 3-31 0,1-6-213 0,-1 1-539 0,-2 1 238 16</inkml:trace>
  <inkml:trace contextRef="#ctx0" brushRef="#br0" timeOffset="18882.59">21321 2763 180 0,'-2'-15'255'0,"-3"0"-4"0,4 3-3 0,1 4-2 15,-2-2-9-15,2 4-19 0,0 0-22 0,0 6-20 0,-5-10-21 16,5 10-20-16,5-7-14 0,-5 7-3 0,0 0-19 16,0 0-10-16,8 24-8 0,-6-13-10 15,5 7-5-15,1 7-6 0,-3 2-6 0,5 2-5 0,-8 0-6 0,7 5-2 0,0 5-7 16,-3-1-2-16,-2 2-5 0,1-9 2 15,-4 7-2-15,6-5-4 0,-7-3 2 0,5 3-4 16,-2-3-7-16,4 2 2 0,-6-3-11 0,3-3-6 0,-4-1-9 16,0-3-7-16,0-2-11 0,3-5-8 0,-3 4-17 15,0-4-18-15,0-7-10 0,7 1-16 16,-7 1-17-16,8-5-23 0,-6-2-29 0,4-1-1 0,-6-2-18 0,0 0-2 0,25-6-8 31,-15-1-122-31,3-4-342 0,-3-1 152 16</inkml:trace>
  <inkml:trace contextRef="#ctx0" brushRef="#br0" timeOffset="19646.91">21609 3259 96 0,'8'-16'64'15,"1"2"25"-15,-3 0 33 0,-1 0 25 0,-3 2 7 0,-2 3 7 16,0 0-6-16,-2-3 0 0,-3 3-12 0,2 2 0 16,-2-4-10-1,2 5-9-15,-7 0-4 0,1-3-6 0,0 3-4 0,-3 1-5 16,2 4-9-16,-5-1-8 0,5 1-6 0,-6-2-7 16,-1 3-9-16,-1 0-1 0,5 3-6 15,-2-2-6-15,2 1-5 0,-4 3-7 0,10 0-2 16,-6 3-5-16,-3-2-4 0,1 3-1 0,6-5-2 0,3 7-3 15,-3-4-1-15,3 4-7 0,1-2-2 0,2 3-2 16,3-1-4-16,0-1 1 0,3 0-2 0,2 1-2 0,5 3 0 16,5-1-6-16,-2 2-1 0,3-3-13 0,4-3-5 0,-3 1-1 15,3-1-4-15,1-4 1 0,1 2 2 16,-6-4 4-16,4 2 1 0,-3-2 1 0,4 0 4 16,-7-6 5-16,-3 0 2 0,2-2 5 0,-6 1 12 0,6-2 22 15,-1 0 3-15,-7-6 10 0,1 5 12 0,-2-4 15 16,1 2 10-1,-5-2 6-15,3 1 2 0,0 1-1 0,-1-3 3 16,-2 1-5-16,2 2-2 0,-2 2-12 0,0-1-2 0,3 3-7 16,-3 5-11-16,-3-11-17 0,3 11 0 0,3-4-19 15,-3 4-5-15,0 0-11 0,0 0-3 16,0 0-9-16,0 0-5 0,0 0-5 0,0 27-5 0,0-19-6 16,2 1 3-16,-1 3-5 0,1 1-1 0,-2-1-9 15,6 3-1-15,-1-1-1 0,-3-2-1 0,3 3 1 0,-5-4-5 16,8 4 7-16,-8-6 1 0,7-2 5 0,-7 4 4 0,8-7-2 15,-3 1 9-15,5-5 0 0,-10 0 6 0,7 3 1 16,-7-3 3-16,15-4 3 0,-7-1 2 16,-1-1 2-16,-2-3 2 0,4 2 3 0,-4 0 9 15,4-5 8-15,-3 4 6 0,4 0 4 0,-5-6 10 0,5 5 2 16,-3 1-6 0,-1 0 9-16,-4-1-14 0,5 3 0 0,1 0-8 15,-3 0 6-15,-3 3-12 0,-2 3-1 0,5-4-10 16,-5 4 3-16,0 0-2 0,0 0-6 0,0 0-7 0,0 0-3 15,9 15-5-15,-5-10 3 0,-3 3-6 0,6 2-5 16,-5-2 4-16,-1 0 3 0,1 0 4 16,1 4 0-16,-3-5-1 0,7 0 5 0,-4-1-1 0,2 1 3 15,-3 0 1-15,4-6-1 0,1 3 4 0,-7-4 1 0,10 3 6 16,-10-3-6-16,10-1 15 0,-10 1-5 0,10-7 16 16,-5 5 6-16,-2-7 8 0,9 0-1 0,-11 0 10 0,6-1 9 15,0 0 8-15,-6-2 17 0,6 3-8 0,-4-1 2 16,2 2 6-16,0-1 2 0,0-1-11 15,-2 2 4-15,1 3-7 0,-1-3-4 0,-3 8-10 0,0-8-7 16,2 5-6-16,-2 3-12 0,3-5-7 0,-3 5-13 0,0 0 1 16,0 0-14-16,0 0-4 0,0 0-8 0,12 10-5 15,-12-10-9-15,10 10-15 0,-7-2-10 0,-1-4-7 0,4 1-18 16,1 1-11-16,3 0-26 0,-2 0-27 0,0-2-37 16,5 1-34-16,-4 1-28 0,9-5-20 0,-3 2-215 15,1-1-522-15,-1-2 231 0</inkml:trace>
  <inkml:trace contextRef="#ctx0" brushRef="#br0" timeOffset="19916.43">22468 3136 193 0,'-6'-5'236'0,"6"-2"-11"0,-7 2-4 0,4-3-5 16,-4 5-12-16,2-1-11 0,5 4-19 0,-15-5-13 15,7 5-13-15,8 0-16 0,-13 0-14 0,13 0-5 0,-14 1-8 0,9 3-8 16,5-4-4-16,-5 13 2 0,0-6 3 15,4 1-7-15,2 3-6 0,3-3 1 0,-3 2-3 16,3 3-7-16,1 1-8 0,1 2-6 0,3-3-6 16,-3 4-6-16,1-4-5 0,1 3-4 0,-1-5-1 0,3 5 0 15,-5-8-14-15,3 4 5 0,-1-1-5 0,-1-4-3 16,-4 1-10 0,4 0-16-16,-6-7-11 0,5 3-7 0,-5 3-14 0,0-7-14 15,0 0-23-15,-11 8-14 0,11-8-20 0,-15-1-34 16,15 1-33-16,-18-11-39 0,3 7-42 0,-3-2-180 15,-2-8-469-15,5 4 208 0</inkml:trace>
  <inkml:trace contextRef="#ctx0" brushRef="#br0" timeOffset="20085.71">22248 2896 146 0,'5'-5'265'0,"-5"5"-23"16,0-8-24-16,2 4-18 0,-2 4-24 0,0 0-18 15,1-7-20-15,-1 7-19 0,0 0-38 0,0 0-42 0,0 0-49 16,0 0-51-16,5 20-49 0,-3-9-158 0,5-4-288 0,-1 4 128 16</inkml:trace>
  <inkml:trace contextRef="#ctx0" brushRef="#br0" timeOffset="20818.75">22831 3215 230 0,'6'-5'321'15,"3"2"-11"-15,-5 0-7 0,5-3-6 0,-8 1-4 0,4-2-10 16,4 1-23-16,-9-1-2 0,1-3-15 0,-1 1-21 16,0 1-16-16,0-2-18 0,0 5-16 15,0-3-10-15,-1-4-22 0,1 6-16 0,-9 0-9 0,9-1-15 0,-1-1-8 16,-3 5-16-16,-6-3-4 0,10 6-15 0,-6-5-6 15,-7 4-5-15,4-2-8 0,9 3-7 0,-23 4-9 16,17-2-8-16,-8 3-11 0,1 0-5 0,1 3-7 0,4-1-11 16,-3 0-15-16,-1 5-10 0,2-2-4 0,0 3-2 15,9 1-7-15,-6-1 2 0,0 1-4 0,6-4 3 16,1 1 3 0,1 4 5-16,1-3 11 0,5-3-3 0,-1 1 4 15,1-2 5-15,1 0-3 0,5-4 3 0,-3 0 2 16,2-1 8-16,1 1 2 0,0-4 3 0,2 0 3 15,-2-2 0-15,4-4 2 0,-2 3 4 0,-4-3 4 0,4-1 7 16,-5-3 15-16,2 2 5 0,-4 0 3 0,0 0 14 16,1-2-3-16,-3 5-1 0,1-3 8 0,-4 0-2 15,1 2-3-15,2 1-11 0,-4 0-5 0,-2 5 11 0,3-8-22 0,-1 4-2 16,-2 4-18-16,0 0-12 0,5-5-5 16,-5 5-4-16,0 0-1 0,0 0-1 0,0 0-6 15,0 0 4-15,5 17-3 0,-5-17 3 0,0 8 2 0,6-1-3 16,3-2 1-16,-3 2-2 0,3-2 1 0,-3-2 0 15,4 2-1-15,-2-2 3 0,4-2-1 0,-2 2 5 16,1 1 2 0,3-4 3-16,-3-4 1 0,1 0 4 0,-2 3 3 0,3-6-2 15,-3 3 3-15,-2-3 1 0,1-4 0 16,0-2 3-16,6-4 3 0,-6 4-4 0,-3-13 0 16,1 6 0-16,-5-8-1 0,-1-3 1 0,-1 0-6 15,-1-1 8-15,-1 0-2 0,-10-7 2 0,2-1 3 0,-5 9 9 16,1 3 11-16,2 4 10 0,-3-3 4 0,0 3 9 15,0 3-5-15,-3 5-2 0,5 2-3 0,-2 2-7 0,0 4 1 16,-1 3 1-16,-3 2-5 0,1 4-2 0,-3 2 3 0,1 5-7 16,-3 2 4-16,-1 8-1 0,5-1 5 15,-5 5 10-15,1 2 13 0,7 1-5 0,-3 12 6 16,-4-1 6-16,10-5-6 0,1 8-1 0,-1 0 5 0,8 2 2 16,2-1-5-16,-2 0 0 0,17 2 6 0,-9-1-17 15,8-2 7-15,1 0-10 0,1-8-4 0,7 8-4 0,3-3 4 16,2 2-1-16,5-5-24 0,5-5-36 0,-6 0-34 0,8-1-39 15,-14-7-58-15,15 3-69 0,2-4-85 0,-14-7-264 16,9-1-633-16,10-3 281 0</inkml:trace>
  <inkml:trace contextRef="#ctx0" brushRef="#br0" timeOffset="22122.1">24368 3364 233 0,'-6'-5'232'0,"2"-2"-18"0,-1 4-11 0,5 3-7 16,0 0-15-16,-8-5-16 0,8 5-13 0,0 0-14 15,-3-7-12-15,3 7-11 0,0 0-10 16,0 0-10-16,0 0-12 0,0 0-6 0,26-1-8 15,-17-2-5-15,12 0-7 0,-4 1-10 0,4 2-1 0,-3-3-9 16,5 0 0 0,2-1-8-16,3-1 0 0,-6 2-3 0,-1-2-3 15,3-6 2-15,-4 3-7 0,1-2 0 0,-4 1-4 0,-1-3-2 16,2-1 1-16,-9-1-1 0,4 1 0 0,-3-2-1 16,-4 1 5-16,1-1 13 0,-5 0 5 15,-2 2 6-15,-2-3-6 0,-5 6 1 0,1-3-4 16,-7 1-2-16,-1 1-7 0,-2 2 3 0,-6 3-5 0,4-2 1 15,-10 6-5-15,5 0-1 0,3 2-2 0,-5 3-4 0,-1 3 2 16,4 3-8-16,-3 1 6 0,4 1 0 0,-2 5-4 0,4 6 2 16,1-6 2-16,3 7-4 0,4-7 4 0,2 8-1 15,4-5 2-15,2 3-4 0,6 3 4 0,2-6-4 16,0 1 2-16,4-2 0 0,1-2-2 0,9 6-1 16,5-2 0-16,-3-5 2 0,7 0-3 0,-3-3 0 15,3 0-7 1,2-4-2-16,0-1-5 0,0-2 3 0,4-3-2 15,-14-2 1-15,10-3-1 0,-4-6-2 0,3-1 3 0,-13 2 0 16,9-8 3-16,-8 6-2 0,7-10 5 0,-9 1-1 16,-3 3-3-16,-2-1 6 0,1 0 3 0,-2 5 5 15,1-4 8-15,-7 0 2 0,-1 7 9 0,6-1-1 16,-7 0-4-16,-1 3 0 0,5 1-6 0,-5-1-8 16,0 7 1-16,0 0 0 0,0 0-7 0,0 0 3 0,0 0-4 15,0 0 1-15,-16 15-5 0,13-4 3 0,-6-5-4 0,8 3-2 16,-1 3-3-16,-1 0 0 0,-1-1-2 0,4 5 0 15,-3-4-4-15,3 0 3 0,0 2 2 0,3-2-2 16,1-7-3-16,-1 6 3 0,-1-4 1 0,8 2 0 16,-5-2 2-16,4-4 1 0,-2-2 2 0,6-1-2 15,-13 0 0-15,20 0 4 0,-8-1 1 0,1-2 1 0,2-4-1 16,0-2 2-16,0-1 2 0,1-2 0 0,-4 3 6 0,1-6 13 16,2 4 13-16,-3-5 5 0,-1 4 6 0,-3-6 14 15,2 6 5-15,-3 0-1 0,1-1-6 0,1 3 11 16,-6 3-6-16,3-1 3 0,-2 4-5 0,1-5-13 15,0 6 2-15,-5 3-13 0,1-8 1 0,3 4-35 16,-4 4-14-16,0 0-7 16,0 0-6-16,0 0-2 0,15 7-11 0,-9-2 3 15,-4-1-12-15,3 6-9 0,3-3-15 0,7 2-19 16,-2 2-25-16,4-1-27 0,3 0-24 0,8 4-26 16,-5-4-20-16,7 5-15 0,0-6-14 0,-1 2-161 15,-1-5-436-15,-1-1 193 0</inkml:trace>
  <inkml:trace contextRef="#ctx0" brushRef="#br0" timeOffset="22523.15">25611 3349 487 0,'10'-4'14'0,"-3"3"17"0,-7-4 25 0,0 5 27 0,0-14 20 16,0 10 18-16,-7-4 10 0,-3 4 5 0,5-4 4 16,-10 2 8-16,0-1 4 0,1-2-2 0,-5 1-2 15,1 6-6-15,-5 0-11 0,2-1-13 0,-1 6-2 16,-6-3-5-16,0 2-16 0,6 0-11 0,-4 5-8 16,4 1-6-16,-1 0-5 0,6-1-8 0,-2 5-1 15,4-3-8-15,0 5-2 16,8-6-5-16,-4 4-6 0,7 4 0 0,-2-5 0 15,1-1-5-15,5 0-4 0,0 0-1 0,5-2 4 16,1 3-11-16,1-3 5 0,6 0-8 0,2-1 4 16,2-2-8-16,2-1-4 0,5-1-4 0,-3-2-4 15,4-4-3-15,5-2-9 0,-4-5-5 0,1 1-12 16,4-6-8-16,-1 2-7 0,-5-7-6 0,5-2-3 16,-11-4-4-16,11-6-1 0,-5-3 5 0,-3-3 3 0,-3 2 8 0,-4-5 2 15,-1-2 3-15,-11 1 8 0,4 0 6 0,-3 1 29 16,-4 11 22-16,-4-2 22 0,4 3 16 0,-7 4 10 15,4-2 6-15,-2 7 5 0,-4-1-1 0,8 4-11 16,-4 2-1-16,-4 3-10 0,8 5-11 0,-3-1-11 16,4 1 0-16,-3 4-9 0,3 3-2 0,0 0-7 15,0 0-7-15,-11 13-5 0,11-1-2 0,0 4-9 0,3 3-6 0,-1 9-13 16,4-1-12-16,-3 0-15 0,2 2-13 0,4 1-19 16,-3 9-21-16,1-12-34 0,1 6-40 0,5-9-36 15,-6 2-37-15,5-1-197 0,-1-3-479 0,-2-5 212 16</inkml:trace>
  <inkml:trace contextRef="#ctx0" brushRef="#br0" timeOffset="22777.05">26015 3186 39 0,'2'-8'251'0,"6"1"-2"0,-5 2-4 16,1 0-9-16,1-2-7 0,-5 7-16 0,3-7-15 15,2 4-18-15,-5 3-20 0,7-8-20 0,-7 8-12 16,0 0-7-16,0 0-21 0,9 11-9 0,-5-5-9 15,-4-6-9-15,10 8-7 0,-9 1-5 0,3-1-7 0,1 2-5 0,-2 0-7 16,0 0-1-16,1-1-7 0,-3 3 0 0,3 1-6 16,-1-1-3-16,-3-3 1 0,0-1-2 0,0 3-1 15,-3-2-5-15,3 1-5 0,-5-1 2 0,3-1 6 16,-6-1-8-16,-1 4-1 0,-2-5-3 0,1 0-19 16,-5-2-27-16,-8 4-31 0,3-2-34 0,3-1-53 15,-4-4-66-15,-2-1-238 16,4 0-497-16,3-1 221 0</inkml:trace>
  <inkml:trace contextRef="#ctx0" brushRef="#br0" timeOffset="23294.01">26217 3082 118 0,'0'0'195'0,"0"0"-2"0,0 0-5 0,2 17-15 15,1-12-14-15,-6 7-15 0,3-4-13 0,0 0-12 16,0 6-8-16,0 1-13 0,0-2-8 0,0 2-10 16,3 3-7-16,-3-1-6 0,2-1-5 0,3-1-9 15,-2-1-3-15,-3-1-3 16,3-1-3-16,1-3-7 0,-4 1-7 0,3-2 5 16,2-1-7-16,-2 1 4 0,-3-2-4 0,3-4-3 15,-3-2 0-15,9 4-5 0,-9-4-1 0,0 0-4 16,18-9 1-16,-10 3-5 0,2-3 2 0,-5 2 14 15,5-1 17-15,-3-6 2 0,8 1 11 0,-9 1 12 16,7-2 0-16,-3 1 7 0,4 2 8 0,-8-1 2 16,7 0-1-16,-4 4-7 0,-3-2 1 0,3 3-1 0,-8 1-6 0,6-1-4 15,-5 0-11-15,-2 0-5 0,0 7-6 0,11-5-9 16,-11 5-8-16,0 0-1 0,0 0-2 0,0 0-2 16,15 14-2-16,-12-5-5 0,1 3 13 0,-1 2-18 0,5 1-5 15,-3-1 0-15,2 4-4 0,1-2 0 0,0 0 3 16,1 2-7-16,2-2 4 0,-1-1-6 0,0 1 2 15,3-4 1-15,2-1-6 0,-6 0 6 0,2-2 2 0,-3-5-1 16,1 1 2-16,-1-5 0 0,-1 3 3 0,-7-3 4 16,14-3 21-16,-14 3-14 0,10-9 4 0,-6-2 6 15,-3 2 3-15,3 1 7 0,-8-7 5 0,4-4-8 16,0 4 3-16,-1-5-2 0,-3 0-3 0,-1 4-5 16,4-6-3-16,-3 5-10 0,3-1-20 0,-7-1-10 15,3 2-39-15,-2 0-30 16,5 0-34-16,-4 9-42 0,-1-3-62 0,7 0-58 15,-2 4-291-15,-3-1-620 0,2 3 274 0</inkml:trace>
  <inkml:trace contextRef="#ctx0" brushRef="#br0" timeOffset="24343.46">27104 3240 28 0,'2'-6'276'0,"-2"6"-17"15,0 0-20-15,0 0-22 0,0 0-25 0,0 0-17 16,0 0-24-16,0 0-13 0,0 0-14 0,0 0-11 15,0 0-12-15,0 0-7 16,0 0-14-16,-7 21-5 0,7-15-8 16,0 2-6-16,0-1-6 0,2-1-5 0,-2 2-6 15,0-1-4-15,0-1-4 0,3 1-2 0,-3-2-3 0,2 1-1 16,-2-6-6-16,0 7 1 0,0-7 0 0,0 8 9 16,0-8 14-16,0 0 19 0,0 0 1 0,2 3-6 15,-2-3-3-15,0 0-5 0,0 0 0 0,0 0-1 16,14-17-5-16,-14 10 0 0,0 7 0 0,7-12-5 0,-7 6-5 0,5-1-1 15,-3 3-7-15,-1-3 1 0,-1 7-5 16,2-9-1-16,0 6-11 0,-2 3-23 0,0 0-23 0,0-8-36 16,0 8-35-16,0 0-34 0,0 0-35 0,0 0-46 15,0 0-47-15,0 0-180 0,0 0-482 0,0 0 214 16</inkml:trace>
  <inkml:trace contextRef="#ctx0" brushRef="#br0" timeOffset="25198.91">27760 3090 283 0,'-5'-13'291'0,"5"2"-16"0,-4-1-24 0,-1 0-10 16,0 1-20-16,-3-1-15 0,0 4-20 0,-5-3-18 15,-1 6-15-15,-2-2-17 0,1 1-11 0,0 4-17 16,-5-1-10-16,4 6-11 0,-1-3-7 0,1 5-7 15,1-1-9-15,-5 4-6 0,5 2-6 0,-2 4-2 16,2-4-9-16,-3 5 2 0,5 2-11 0,-4 4 1 16,9-1-11-16,2 0-1 0,-3-1-7 0,3 4-4 0,9-3-3 0,-1-1-7 15,-1 3 1-15,6-6-5 0,6 8-3 0,-5-8-3 16,4-1-8-16,3 0-4 0,6 2-5 0,-6-5-2 16,4-6 1-16,4 2 3 0,-3 0 5 0,-1-5-1 15,0 1 3-15,5-4 2 0,-9-5 2 0,7 3 4 16,-7-3 5-16,0-3 5 0,0 5 21 0,-2-6 14 15,-5-5 8-15,4 7 8 16,-6 2 6-16,3-10 1 0,-6 11 7 0,2-7-3 16,-5 6 4-16,10-2-1 0,-7 3-13 0,-3 4-5 15,2-8-11-15,-2 8-7 0,0-4-4 0,0 4-2 16,0 0-3-16,0 0 0 0,0 0-6 0,0 0-7 16,8 19-3-16,-6-14-2 0,1 6-7 0,-1-4-1 15,6 9-3-15,-1-7-5 0,-3 2 3 0,8 0-6 16,-7 1 6-16,3-4-10 0,6 3 0 0,-6-2-6 0,2 0 9 0,-4-6 3 15,6 4-8-15,-4-7 2 0,1 7 7 0,-1-7-3 16,-8 0 3-16,0 0 0 0,13-7 2 0,-13 7 4 16,10-9-2-16,-10 5-3 0,0-8 5 0,-3 5 0 15,-1-4-1-15,-2 2 6 0,4 2 0 0,-6-4 1 16,0-4 0-16,-1 7 5 0,1-1 2 0,1-1 7 16,1 1 3-16,1 3 7 0,-4-1 10 0,8 1 4 0,-1-1 1 0,2 2-3 15,0 5-4-15,0-9-4 0,8 3 3 0,-4 4-13 16,-4 2 1-16,18-5 0 0,-6 4-3 0,-3 0 6 15,8 1-6-15,5 0-1 0,-4 1-5 0,3 0-4 16,1 2 6-16,-9-1 2 0,10 4-5 0,-8-4-5 16,0 0 1-16,-3 3-4 0,1 1 2 0,-3-2-1 15,-4 1 10-15,4 0-11 16,-3 0-2-16,1 0-7 0,-3 2-4 0,-3-2-7 16,1 1-5-16,2 2 0 0,-3 0-1 0,1-3-7 15,-3 2 3-15,0 1-6 0,0-2 4 0,0-6-1 16,0 10 0-16,2-3 4 0,-2-7 2 0,0 10 1 15,0-5 4-15,0-5-1 0,6 5 0 0,-6-5 7 16,7 7 4-16,-7-7-1 0,7 3 3 0,-7-3 2 16,11 0 1-16,-11 0 8 0,13 0 10 0,-6-3 7 0,6-2 15 0,-4 3 13 15,-1-2 12-15,3 3 11 0,-4-4 10 0,3 2 19 16,0-4 4-16,-2 2 12 0,-3-1 2 0,5 5-5 16,0-4-11-16,-3-4-9 0,-1 3-10 0,-1 3-12 15,2-1-8-15,-7 4 9 0,8-4-17 0,-5 1-11 16,-3 3-19-16,0 0-32 0,9-5-47 0,-9 5-39 0,0 0-24 15,0 0-20 1,0 0-30-16,15 8-50 0,-7-3-62 0,-3 1-67 16,-2 0-230-16,10 3-626 0,-4-3 276 0</inkml:trace>
  <inkml:trace contextRef="#ctx0" brushRef="#br0" timeOffset="26533.48">29493 3309 115 0,'0'0'262'0,"0"0"-27"0,6-4-24 0,-6 4-18 16,0 0-24-16,15 0-16 0,-15 0-14 0,15 5-14 0,-8-2-15 0,6-1-8 15,2 4-10-15,-4-3-8 0,4 3-11 0,3 0-4 16,-1 0-8-16,3-4-8 0,-4-1-5 0,3 2 0 16,0-3-6-16,-5 0-4 0,6-3-1 0,-2 2-5 15,-3-4-6-15,0-1 1 0,-1-3-5 0,-2-2-1 16,3-1-1-16,-5-1-3 0,3-4 0 0,-5 2-3 15,-1-1-3 1,0-4 6-16,-6 1-3 0,-1-1 1 0,-1 4 1 0,-1-2 4 16,-6 2-1-16,3-6-2 0,-4 10-1 0,-4-3-4 15,-2 5 0-15,0-1-1 0,-4 4-4 0,-5 1-1 16,5 1 2-16,-1 5-4 0,-8 0 2 0,6 5-2 16,-1 1 0-16,0 3-2 0,-4 3 1 0,4 3 0 15,0-1-2-15,6 2 2 0,4-1-2 0,1 1 2 16,3 3 1-16,2-6-3 0,0 8 6 0,6-8-4 0,1 4 2 15,1-2 1-15,-1 0-3 0,14-1 6 0,-5-1 0 0,6-1 2 16,-1-2-4-16,7-2 4 0,-4-4-2 0,4 4-3 16,-1-5 1-16,5-2 2 0,-4-1-2 0,3-1 5 15,-3-2 8-15,-3-5 0 0,9 4 4 0,-9-2 6 16,2 0 2-16,-2-6 7 0,-3 5 6 0,0-1 7 16,-5 2 6-16,3 0-2 15,-5 0 2-15,4 1-3 0,-7 1-8 16,-2 0-7-16,-3 4-11 0,13-4-3 0,-13 4-6 0,0 0 4 15,0 0-8-15,0 0 2 0,0 0-3 16,-3 14-5-16,3-14-4 0,-10 13-1 0,9-4-5 16,1 2-7-16,-2 0 3 0,0 1-2 0,4-5-1 0,0 6 2 0,-1-5-2 0,-1 6 0 0,8-6 0 15,-3 0 0-15,4 1 1 0,-3 0 0 16,3-3-3-16,1-2 7 0,1-1-1 0,-1 1 2 16,7-3 11-16,-6-2-17 0,2 1 7 0,-1-7-3 15,0 6 3-15,4-7-1 0,-4 1 2 0,11-2 9 16,-15-2-6-16,7 3 13 0,-5-2-9 0,3 0 3 15,-4-1-2-15,-3 1-1 0,2 5 1 0,-3-7-8 16,4 6 5-16,-9-1-4 0,5-2 3 0,-4 4-1 16,8 0-5-16,-9 5-7 0,5-6-15 0,-5 6-14 0,9-2 6 0,-9 2-11 15,0 0 2-15,0 0-9 0,0 0-17 0,7 13-13 16,0-9-15-16,-1 4-18 0,-2-3-12 0,2 2-23 16,4 4-1-16,0-7-7 0,3 5-12 0,-4-1 3 15,2-1 7-15,2 0-2 0,1-2 15 0,-1 2 12 16,0-4 16-16,2 2 15 0,-2-5 8 0,-1 2 16 15,-1-2 28-15,-1 0 16 16,-10 0 23-16,17-6 7 0,-14 2 16 0,2-1 17 16,-1-1 13-16,-4 6 7 0,-4-12 14 0,-1 3 7 15,-1 2 6-15,-6 3 6 0,4-6 2 0,-5 2-1 16,-2 1-2-16,-2-2-8 0,-1 4-2 0,0 1-6 16,-4 3-1-16,6-1-8 0,-4 2-5 0,3 2-5 15,-3-1-4-15,4 3-7 0,-6 0 1 0,7 1-4 16,2 6-3-16,7-4-2 0,-3 2-1 0,1-1-2 0,1-2-2 0,1 6-1 15,4-3-2-15,2 2-1 0,0-3 1 0,8 0-1 16,-1 3-4-16,3-4-1 0,3-3-1 0,-5 4 0 16,6-7 1-16,2 6-3 0,4-7-3 0,-3 1-2 15,1-6 1-15,-2 2 0 0,4-1-4 0,-3-2-5 16,-1-3 5-16,-4-3-1 0,3 0-2 0,0-4 1 16,0 0-1-16,0-3-1 15,-4-7 4-15,2-1-3 0,-4-1 3 0,1 1-6 16,-5-3 6-16,-1-2 1 0,-4 1 11 0,5-7 3 15,-5 6 11-15,0 3 9 0,0 5 9 0,-5-3 7 16,5 7 7-16,-3 3-4 0,2 3-5 0,-1 3-7 16,2 1-13-16,0 3 2 0,-3 0-10 0,3 7 3 15,-4-4-16-15,4 4-2 0,0 0-2 0,0 18-1 16,-5-5-1-16,5 2-4 0,0 4-6 0,0 8-8 0,5-2-11 0,-1 1-16 16,-4 5-19-16,3-4-21 0,-1 0-26 0,-1 0-33 15,2 0-35-15,6-7-37 0,-4 3-34 0,1-6-140 16,-1 0-417-16,0-2 186 0</inkml:trace>
  <inkml:trace contextRef="#ctx0" brushRef="#br0" timeOffset="26818.62">30701 3189 238 0,'5'-9'268'0,"-5"3"-3"0,0-2-8 15,0 8-10-15,1-10-16 0,-1 10-20 0,0-6-25 16,0 6-14-16,0 0-22 0,-1-6-15 0,1 6-14 15,0 0-11-15,0 0-10 0,0 0-10 0,-20 9-11 16,18-3-5-16,-3 0-7 0,2 3-5 0,1-2-3 0,1 2-8 0,2 2 0 16,-1 1-9-16,2 2 1 0,6-1-2 0,-3 1-7 15,5 2-5-15,-2 0-4 0,4-1 0 0,-2 1-5 16,0 0 2-16,0-4-4 0,-5-1-1 0,1 0 2 16,1-6-9-16,-2 6-10 0,-2-7-2 0,2 2-4 15,-5-6-3-15,-8 9 1 0,8-9-8 0,-15 1-15 16,4-2-19-16,11 1-25 0,-27-6-31 0,9 3-28 0,0 0-59 0,3-1-46 15,-5-4-211-15,-2 2-488 0,4 0 216 0</inkml:trace>
  <inkml:trace contextRef="#ctx0" brushRef="#br0" timeOffset="27667.38">31134 3274 200 0,'0'0'309'16,"0"0"-13"-16,0 0-16 0,-14 0-17 0,14 0-14 15,0 0-23-15,0 0-16 0,0 0-19 0,0 0-19 16,0 0-15-16,0 0-16 0,0 0-15 0,0 0-10 15,0 0-13-15,0 0-5 0,0 0 4 0,0 0-23 16,0 0-5-16,0 0-9 0,0 0-4 0,0 0 0 16,0 0-8-16,0 0 7 15,0 0 7-15,0 0 3 0,0 0-1 0,0 0-7 16,0 0-4-16,16-11-2 0,-16 11 10 0,3-7-19 16,-3 7 8-16,0-7-18 0,0 7-20 0,0-7-23 15,0 7-32-15,7-6-42 0,-7 6-34 0,0 0-41 16,0 0-60-16,0 0-69 0,0 0-284 0,0 0-614 15,0 0 271-15</inkml:trace>
  <inkml:trace contextRef="#ctx0" brushRef="#br0" timeOffset="28291.1">31523 3186 171 0,'-6'-5'282'0,"6"5"-24"0,-8-4-21 0,1 1-23 0,-3 2-12 16,10 1-23-16,-22 1-16 0,11 2-14 0,-1-2-12 15,-6 2-13-15,10 5-13 0,-5 0-9 0,3-4-8 16,3 5-11-16,-6 1-5 0,3-1-7 0,7 5-5 16,-1 2-3-16,3-4-7 0,-3 0-5 0,9 3-5 15,0 0-2-15,3-3-1 0,-1 7-8 0,5-11-1 0,-7 4-8 0,10-1 0 16,-1 0-5-16,0-4-6 0,1 2 5 0,-7-8-6 15,2 2 3-15,3-3 3 0,-13 0-11 0,15-3 1 16,-5-1 0-16,-4-1-3 0,1-2 1 0,0-2 0 16,-6-3-1-16,6-5 2 0,-2 4 1 0,2-5-4 15,-7 1 6-15,1-1 1 0,1 2 8 0,-4-2 6 16,2 1 7-16,2 0 5 0,-4 2 1 0,4 1-6 0,-2 2 13 0,0 1 15 16,0 1-19-16,0 3-3 0,3-4-3 0,-3 7-5 15,2-3-6-15,4 3-1 0,-6 4-10 0,0 0-2 16,15 0-4-16,-15 0-7 0,17 6-4 0,-10 0-5 15,1 1-3-15,3 1-2 0,3 6-8 0,1-2-2 16,-4-2-8-16,4 5-3 0,-2 0-5 0,-1-1-3 16,1 1-5-16,-1-1-10 15,-6 1-5-15,4 2-8 0,-3-4-3 0,-1 1-8 16,-2-4-2-16,1 2 1 0,0-4-7 0,-2-1-5 16,-1 4 2-16,3-7-1 0,-2 1 9 0,2-1 6 15,-5-4 8-15,8 2 15 0,-8-2 0 0,13 0 7 16,-13 0 6-16,15-2 3 0,-8-2 2 0,3-2 9 15,3 0 1-15,-6-3 10 0,6 3-5 0,-3-3 4 0,5-3 12 16,-4 1 5-16,-1 7 27 0,2-7 15 0,-4 1 13 0,5 1 10 16,-6 1 11-16,1 4 6 0,-4-2 4 0,1 0 4 15,3 2-6-15,-8 4-3 0,7-8-15 0,-7 8-4 16,9-6-13-16,-7 5-3 0,-2 1-8 0,0 0 2 16,0 0-11-16,0 0 1 0,10 8 4 0,-8-1-12 0,-1 1 1 15,3 0-10-15,-3 1-23 0,-1 3-27 16,7-3-33-16,-4 7-47 15,1-1-58-15,-4-1-73 0,-5-4-195 0,-2 1-479 16,5 2 213-16</inkml:trace>
  <inkml:trace contextRef="#ctx0" brushRef="#br0" timeOffset="31297.67">9224 2871 126 0,'0'0'204'16,"0"-7"-10"-16,0 7-7 16,0-5-6-16,0 5-12 0,0 0-6 0,0 0-2 15,-5-6-3-15,5 6-9 0,0 0-10 0,0 0-6 16,0 0-5-16,0 0-9 0,0 0 9 0,0 0-15 16,-4-9-9-16,4 9-8 0,0 0-9 0,0 0-11 15,0 0-8-15,0 0-8 0,0 0-10 0,0 0 0 16,0 0-10-16,0 0-4 0,0 0-2 0,-8 16-6 15,6-11-4-15,1 7 0 0,-3-3-3 0,-1 8 0 0,-1-2 1 0,6 1-7 16,-7 3 2-16,-1 5-3 0,1 3-3 0,-1 7-1 16,1-2-1-16,-4 7 1 0,1 5-3 0,5 0-1 15,-5 1-1-15,2 1 4 0,-1 5-5 0,0 4 2 16,-8 20-4-16,2 1 1 0,0-3 1 0,2 2-3 16,-5 3 0-16,1 3 3 0,2 0-3 0,-1 1 2 15,-9 2 1-15,8 5-3 0,-11-4 3 0,3 4-3 0,1-7 0 0,-6 9 2 16,2 3-1-16,-4 35 3 0,-1-41-1 0,8 5 3 15,-21 35-2-15,6-4 0 0,14-35 1 0,-11 1 1 16,-6 40 2-16,10-41-3 0,-15 35 3 0,17-34-5 16,-22 42 2-16,11 2 2 0,-2-10 0 0,-1 5 1 15,0-4 0-15,16-34-1 0,-23 41-2 0,4-4 3 16,-1-5-1-16,14-33 0 16,-12 51-2-16,-1-11 6 0,2 2 2 0,-4-2 0 15,7 3 7-15,-3-6 2 0,3-2-5 0,-3-2 3 16,11-30-3-16,-16 38-1 0,-1 6-2 0,6 0 2 15,1 0 1-15,-4-6-2 0,4 6-1 0,-6-5 5 16,8 2-8-16,-4-7-2 0,-2 1-1 0,2 5 0 16,4 6 3-16,-3-2-1 0,-2 4-5 0,0-5 3 15,0 4 2-15,-7-8-2 0,4 3-2 0,16-9-1 0,-11 7 1 0,4 6 2 16,-9 0-3-16,13-4 11 0,-8 1-10 0,4-4-2 16,-2-1 2-16,1-7-2 0,5 3 2 0,9-39-5 15,-15 44 4-15,6-3 0 0,5-35 0 0,-2 34-2 16,2-38 1-16,-12 37-2 0,14-38 3 0,1 1-5 15,-5-3-2-15,5 0 5 0,-1-3-1 0,-4-3-5 0,0-1 6 16,-3 2 2 0,10-1 3-16,-7-4-7 0,2-1-1 0,8-4-1 15,-1-18 3-15,3-3 0 0,0 3-1 0,1-3-5 16,-3 0 0-16,5-5 0 0,-8-7-12 0,12 2-6 16,-4-3-4-16,5-11-13 0,-2-2-8 0,12-7-5 15,-8 0-15-15,2-3-13 0,6-3-6 0,-5-3 0 16,8-3-1-16,-1-2-24 0,3-4-41 0,0 0-54 15,0 0-49-15,0 0-211 0,-5-24-504 0,8 8 223 0</inkml:trace>
  <inkml:trace contextRef="#ctx0" brushRef="#br0" timeOffset="33117.98">9387 2055 206 0,'-14'-4'214'0,"-3"-7"-7"0,2 2 7 0,2 3-5 15,3 5-4-15,-3-7 0 0,6 2-3 0,-6 3-11 16,6-1-12-16,-3-1-7 0,10 5-15 0,-6-5-14 16,6 5-16-16,-9-3-10 0,9 3-18 0,0 0-10 15,-5-2-11-15,5 2-5 0,0 0-10 0,0 0-9 16,0 0-1-16,0 0-9 0,0 0-3 0,0 0-7 16,22 7-2-16,-1 1-2 0,1-1-3 0,8 0 1 0,0 4-5 0,13 3-3 15,6-1 0-15,3 6-3 0,2-3 0 0,-2 0-3 16,12 2-1-16,17 3 5 0,2 0-7 0,5-1-3 15,-1-3 1-15,8 1-3 0,2-1 2 0,-1 7-1 16,0-6-3-16,0-3 2 0,4 4-3 0,6-3-1 16,-5 0 4-16,3 0 2 0,0 1 0 0,-1-4-4 15,3 1 1-15,1-1-4 0,34 10-2 0,-43-11 4 0,4-3 0 0,6 9-3 16,37-3 6-16,-49-3-3 0,7 2-2 0,-4-7-3 16,9-1 1-16,38 17 0 0,-47-16-1 0,9 5-2 15,39 3-1-15,-50-6 1 0,8 2 0 0,-3-3 0 16,-1 4 0-16,4 0 1 0,-6 0 4 0,7-4-3 15,-7 2 0-15,2 7-2 0,2-5 1 0,-1-2 1 16,-1 2 7-16,7 3-8 16,-7-6 2-16,1 5-2 0,-2-2 0 15,1 3-2-15,0 0-1 0,-9-3 3 0,8 1 2 0,2-1-5 16,-11 5 0-16,2-4 4 0,5 1-4 0,-7 3-1 16,-2-2 3-16,4-2 0 0,3 2 2 0,-2 0-1 15,-8 1-2-15,5-4 5 0,-1 6-6 0,1-6 4 16,-2 3-2-16,0 1 6 0,1-3-5 0,-7 1 1 15,6 2-2-15,-3-5 6 0,0 2-3 0,0-3-4 0,2-1 2 0,5 5 10 16,-7-1-9-16,5-3 3 0,3-3-2 16,-5 3 0-16,6 5 0 0,-4-5-1 0,-5-1 1 0,8-1 1 15,2-3-1-15,-6 5-3 0,-1-3 2 0,7 2 1 16,0-3 1-16,3 1 3 0,1 0-3 0,-4 4 0 16,1-4 1-16,-1 1-1 0,5-4-2 0,-3 1 2 15,1 2-2-15,5 1-1 16,-3 3-2-16,-10-6 0 0,14 2-2 0,2 1-4 15,-7 0 2-15,9-2-2 0,-3 6 3 0,43 1-2 16,-58-6-2-16,11 1 9 0,-6 2-6 16,9 0 2-16,-6-6 1 0,7 4-1 0,-5 2 3 0,5-2 0 15,39 0 0-15,-44-1 2 0,5 2-4 0,47 0 2 16,-51-6-1-16,4 9 2 0,38-5-1 0,-38 4 2 16,2-7-1-16,41 3-3 0,-52 1 0 0,6-4-1 0,46 1 2 0,-48 1 0 15,1-2-1-15,6 4 1 0,36-6-2 0,-48 0 2 16,5-4 0-16,-3 4-1 0,3-4 2 15,-5 4 1-15,5-6 1 0,-12 1-3 0,7 2 6 16,-7-3-15-16,7-4-15 0,-13 8-5 0,3-2-1 0,-21-2-15 16,-4 1-18-16,-2-6-21 0,-4 1-31 0,-4 1-26 15,-3-1-40 1,-18 1-57-16,-7-2-151 0,-4-2-425 0,-16 2 189 16</inkml:trace>
  <inkml:trace contextRef="#ctx0" brushRef="#br0" timeOffset="39210.18">7890 4711 79 0,'0'0'318'0,"0"0"-7"0,0 0-8 0,0 0-22 0,0 0-10 16,0 0-6-16,-12-4-14 0,12 4-11 0,0 0-6 15,0 0-16-15,0 0-12 0,0 0-15 0,0 0-15 16,0 0 4-16,0 0-12 0,0 0-1 0,0 0-10 16,0-8-12-16,0 8-10 0,0 0-19 0,0-10-6 15,0 10-9-15,0-6-10 0,0 6-7 0,0-15-8 0,2 7-8 16,3 0-4-1,-5-6-8-15,0 6-2 0,1-5-8 0,4-1-4 16,-1-3 2-16,0 3-2 0,1-2-7 0,-3 0-1 16,6 1-4-16,-3 0-3 0,5 0-3 0,-10 6 4 15,7-3-5-15,0 2-6 0,-6 1-3 0,-1 1-1 16,7 1-1-16,-7 1-3 0,6 0 2 0,-4 2-1 16,-2 4-8-16,5-7 0 0,-5 7 2 0,2-5-6 0,-2 5-27 15,0 0-22-15,0 0 4 0,0 0-1 0,0 0 6 0,13 20 9 16,-11-9 2-16,3 1 2 0,-4 6-2 0,3-1 4 15,0 3 9-15,0 6-4 0,1-2 2 0,6 2 6 16,-11 1-3-16,12 0 8 0,-9 1-1 0,-1-1 3 16,1-1-3-16,2-1 2 0,0 2 3 0,-3-9 1 0,-1 2-1 15,1 0-3-15,-2-1 4 0,2-7-2 0,1-2 0 16,-3 7-2 0,2-9 3-16,-2-3 3 0,3 9 7 0,-3-10 7 15,0 2-13-15,0-6 3 0,0 8 1 0,0-8 0 0,-3 7-1 16,3-7 4-16,0 0 0 0,0 0 0 15,-2 6 11-15,2-6-10 0,0 0-5 0,-7 6 0 16,1-5 4-16,6-1-1 0,-12 5-8 0,6-2 2 0,-3-2 2 16,-4 2-1-16,5 1 0 0,-5 0 0 0,3-3 1 15,-2 4 0-15,2-3-1 0,-3 2-3 0,-2-1 3 0,8 1-5 16,-1-2-2-16,8-2-6 0,-15 3 11 0,15-3 3 0,-6 3-3 16,6-3 0-16,-7 4 13 0,7-4-11 15,0 0 3-15,0 0 0 0,0 0 1 0,0 0-4 16,28-3 5-16,-5 2-5 0,-1 2-4 0,-2-5-8 0,8 4-31 15,0 3-25-15,0-7-33 0,-1 5-28 0,2-1-23 16,-12 0-39-16,6 0-43 0,-5 4-46 0,2-4-52 0,-7 5-261 16,4-3-643-16,3-2 285 0</inkml:trace>
  <inkml:trace contextRef="#ctx0" brushRef="#br0" timeOffset="39611.21">8591 4801 55 0,'-13'-4'271'0,"13"4"-15"0,-8 0-16 0,8 0-20 16,0 0-23-16,0 0-26 0,-13 0-16 0,13 0-15 16,0 0-14-16,0 0-12 0,-10 7-10 0,10-7-11 15,-2 8-5-15,-1-2-10 0,3-6-3 0,0 6-7 16,0-6-3-16,3 12-4 16,-3-6-4-16,2-3-2 0,-2-3-2 0,1 6-1 15,-1-6-1-15,0 0 3 0,9 4-3 16,-9-4 17-16,0 0 10 0,5 3 17 0,-5-3 5 0,0 0 0 15,0 0 0-15,0 0 9 0,0 0-24 0,9-12 6 16,-9 12-10-16,0-7-7 0,0 7-8 0,0-9-2 16,0 9-20-16,0-11-15 0,0 11-22 0,-1-8-28 15,1 8-39-15,0-7-37 0,0 7-51 0,-8-4-51 0,8 4-51 0,0 0-70 16,0 0-188-16,0 0-550 0,0 0 244 16</inkml:trace>
  <inkml:trace contextRef="#ctx0" brushRef="#br0" timeOffset="41761.96">11440 4750 78 0,'0'0'356'15,"-8"-1"-2"-15,8 1-13 0,-14-1-12 0,14 1-11 16,0 0-22-16,-8-2-16 0,8 2-22 0,0 0-14 15,0 0-19-15,0 0-32 0,0 0-3 0,0 0-17 16,0 0-12-16,0 0-20 16,0 0-10-16,0 0-15 0,0 0-19 0,43 7 0 15,-26-5-7-15,16 1-12 0,0 3-8 0,12-1-19 16,1 1-53-16,5 3-57 0,-1-5-52 0,9-1-62 16,-4 2-80-16,6-1-88 0,-11-4-281 0,13 0-673 15,-4 0 298-15</inkml:trace>
  <inkml:trace contextRef="#ctx0" brushRef="#br0" timeOffset="42379.14">16884 4711 340 0,'0'0'369'0,"0"0"-11"0,0 0-12 0,-14-4-17 16,14 4-22-16,0 0-12 0,0 0-15 0,0 0-20 15,0 0-11-15,0 0-28 0,0 0-18 0,0 0-19 0,0 0-18 0,-3-4-16 16,3 4-10-16,0 0-19 0,0 0-6 0,0 0-11 16,0 0-10-16,37 4-8 0,-8-1-12 0,21 0-20 15,0 0-42-15,4-3-58 0,11 5-59 0,-2 2-48 16,1-1-61-16,22 2-80 0,-5 0-77 0,2-3-242 16,-3 1-663-16,-19-3 294 0</inkml:trace>
  <inkml:trace contextRef="#ctx0" brushRef="#br0" timeOffset="42965.07">21601 4796 75 0,'1'-5'466'15,"-1"5"-8"-15,0 0-11 0,0 0-25 0,0-6-31 16,0 6-25-16,0 0-27 0,0 0-23 0,0 0-28 16,0 0-27-16,4-9-41 0,-4 9-19 0,0 0-25 15,0 0-18-15,0 0-13 16,0 0-19-16,0 0-18 0,0 0-11 0,0 0-13 15,6-1-11-15,6 1-26 0,6 0-25 0,2 2-50 16,15-3-44-16,16 2-55 0,0-2-43 0,14 5-62 16,-4-2-61-16,24 0-51 0,-4-1-326 0,-18-1-727 15,26 3 322-15</inkml:trace>
  <inkml:trace contextRef="#ctx0" brushRef="#br0" timeOffset="43481.98">26068 4878 301 0,'3'-6'371'0,"2"0"-13"16,0-5-8-16,4 1-20 0,-6 4-16 0,4-2-13 15,-1 4-19 1,-1-7-29-16,3 6-21 0,-1-3-24 0,5 2-18 0,1-3-20 15,-3 3-21-15,5-1-7 0,0-1-22 0,3-1-9 16,5 4-13-16,5-2-18 0,-3 3-27 0,8-3-48 16,2 3-41-16,11 1-67 0,2 1-54 0,2 2-61 15,6-3-65-15,-8 3-321 0,3 5-654 0,1-2 289 16</inkml:trace>
  <inkml:trace contextRef="#ctx0" brushRef="#br0" timeOffset="44021.06">30810 5250 39 0,'0'-8'443'15,"0"8"24"-15,-7-13-14 0,6 7-13 0,1 6-15 16,1-10-6-16,-2 3-12 0,1 7-21 0,1-10-30 16,6 2-31-16,-5 3-33 0,4-4-29 0,-4 1-26 0,5-1-25 15,3-1-25-15,1 0-18 0,4-3-19 0,3 2-23 16,7 4-24-16,11-5-35 0,8-3-58 16,-1 7-57-16,3 1-63 0,5 2-55 0,1 4-62 0,-1 2-57 0,0 7-73 15,-5-4-84-15,2 4-284 0,-14-2-785 0,10 6 348 16</inkml:trace>
  <inkml:trace contextRef="#ctx0" brushRef="#br0" timeOffset="45524.64">8169 6093 344 0,'4'-4'362'0,"-4"-4"-15"0,1 0-4 15,-1 1-8-15,2 3-5 0,0-3-13 0,-2 2-17 16,0 5-19-16,6-8-24 0,-3 4-28 0,-3 4-20 16,0 0-28-16,0 0-17 0,0 0-16 0,0-8-21 15,0 8-16-15,0 0-12 16,0 0-11-16,0 0-12 0,0 0-8 0,0 0-8 16,0 0-5-16,0 0-6 0,-29 8-2 0,15-4-2 15,5 0-6-15,-10 0-3 0,1 1 3 0,0 2-9 16,-2-3-1-16,0-1-3 0,-5-6-2 0,5 6-4 15,4-3 0-15,-6-3-1 0,1 3 0 0,13-1 1 16,-11-6-2-16,11 4 1 0,-2-1-5 0,4-5-14 16,-1 3 2-16,0-2-4 0,6-1 5 0,-4-1-9 0,10 1 6 0,-4-3-3 15,6 1-4-15,0-1 5 0,7-3-2 0,-4 5 0 16,9-4 3-16,-4 7-2 0,1-4 0 0,-1 6-5 16,2-3 1-16,-4 5 11 0,2-3-12 0,5 0-3 15,-2 6 0-15,2 0-7 0,-1 6-14 0,-2-3 6 16,5 3-10-16,-6 2 2 0,2 4-8 0,0-1-3 15,4 12 6-15,-7-3-6 16,5 7 9-16,-4-2 1 0,6 12-9 0,-6-2 3 16,-2-4 8-16,-3 8-2 0,-3-1-2 0,-4 4 1 15,-1-2 2-15,-1 1-5 0,-7-9 7 0,1 8 5 0,-7-7 3 16,-1-5 3-16,1-1 3 0,-11-1-5 16,6-1 8-16,-19 2 0 0,10-7 11 0,-5-3 3 15,-11 2 7-15,9-10 15 0,1 6 10 0,1-14 19 0,4 4 14 16,-2-2 9-16,6-6 18 0,-1 0 18 0,8 0 6 0,0-8-2 15,0 4 5-15,2-2 3 0,5-6-3 0,1 3-12 16,-1-4-5-16,6 1-7 0,4 0-15 0,-1 1-10 0,14-3-8 16,-1 5-9-16,7-4-2 0,2 1-10 0,7 7-3 15,11-3-8-15,4 4-9 0,0 5-4 16,-9 2-22-16,7 5-20 0,-10 0-28 0,9 5-24 0,2-1-28 16,1 5-32-1,-2 4-37-15,-15-3-19 0,12 11-24 0,-2-4-25 16,-3 3-36-16,-7-3-54 0,5-2-52 0,-5 2-275 0,7 5-714 15,-10-5 317-15</inkml:trace>
  <inkml:trace contextRef="#ctx0" brushRef="#br0" timeOffset="46126.21">11647 6325 26 0,'0'0'387'16,"8"7"-4"-16,-8-7 6 0,0 0-50 0,0 0-32 16,0 0-24-16,15 0-30 0,-8 1-31 0,-7-1-18 15,19-1-18-15,-4 1-17 0,2-2-18 0,11 4-19 16,0-4-19-16,4 2-45 0,2-1-37 0,14-4-46 0,2 5-49 0,0 0-71 16,3 1-71-16,6-2-82 0,1-2-202 0,-2 0-529 15,23 0 234-15</inkml:trace>
  <inkml:trace contextRef="#ctx0" brushRef="#br0" timeOffset="46743.39">17336 6336 128 0,'-5'-3'425'0,"-4"0"-21"16,9 3-27-16,-1-8-26 0,1 8-32 0,0-9-34 15,0 9-26-15,10-8-26 0,-5 1-19 0,3 4-26 16,0-1-20-16,10 1-17 0,2-2-22 0,8 5-10 0,5-1-37 16,12 1-48-1,3-1-37-15,2 1-45 0,11 1-45 0,-3 3-59 16,1 0-68-16,1-4-64 0,-2 7-227 0,8-1-555 0,15 1 246 16</inkml:trace>
  <inkml:trace contextRef="#ctx0" brushRef="#br0" timeOffset="47213.04">21924 6484 360 0,'0'0'372'0,"6"-3"-23"0,-6 3-26 15,0 0-36-15,15 0-24 0,-15 0-24 0,10-1-28 0,-2-2-19 16,-8 3-22-16,27-1-13 0,-7-1-11 0,1 2-23 15,9 0-15-15,1 0-24 0,16 0-44 0,2 0-47 16,3 0-43-16,2 3-54 0,8 1-56 0,-1-2-60 31,20-1-59-31,-21 3-155 0,21 0-471 0,-17-1 209 16</inkml:trace>
  <inkml:trace contextRef="#ctx0" brushRef="#br0" timeOffset="47645.33">26487 6734 183 0,'0'0'322'0,"0"0"-14"16,0 0-13-16,28 1-16 0,-10-1-29 0,2-3-21 0,-2 0-26 15,2 2-23-15,12-4-14 0,1 2-17 0,-2 0-5 16,19-2-25-16,-2 0-14 0,0 3-27 0,6-1-45 0,-2 0-53 16,1 1-67-16,3 2-77 0,30-4-63 0,-25 8-198 0,25-2-459 15,-23 1 204-15</inkml:trace>
  <inkml:trace contextRef="#ctx0" brushRef="#br0" timeOffset="47999.49">30522 6795 140 0,'0'0'396'0,"0"0"-23"0,0 0-31 0,0 0-42 16,0 0-22-16,0 0-38 15,7-8-15-15,13 7-19 0,-1-2-18 0,1-2-22 16,2 4-16-16,9-1-16 0,4 2-19 0,10 2-8 16,3 3-11-16,1-4-10 0,1 5-16 0,10 2-24 15,-2-3-27-15,-4 5-30 0,4-2-29 0,-7 0-39 16,-1 0-42-16,-19 0-52 0,13 3-56 0,-18-5-275 16,-8 0-546-16,-3 5 241 0</inkml:trace>
  <inkml:trace contextRef="#ctx0" brushRef="#br0" timeOffset="48917.44">8474 7884 136 0,'-7'-9'272'0,"7"4"1"0,0 5-3 0,-1-8-4 15,1 8-16-15,0-8-17 0,0 8-10 0,-2-8-29 16,2 8-24-16,0 0-22 0,0 0-13 0,0 0-16 0,0 0-16 0,0 0-9 16,0 0-13-16,0 0-4 0,0 24-7 0,2-12-3 15,-2-4 1-15,0 7-20 0,1-3-3 0,6 4-3 16,-6 4-6-16,4-3-16 0,-5 3-19 0,2 0-29 16,-2 6-20-16,0 2-28 0,0 2-29 0,-2-2-38 15,-3-1-52-15,2-1-60 0,-3 2-178 0,-1 4-467 16,-3 1 207-16</inkml:trace>
  <inkml:trace contextRef="#ctx0" brushRef="#br0" timeOffset="49149.21">8209 8919 65 0,'-5'6'210'0,"5"-6"-8"16,0 6-12-16,0-6-10 0,0 9-14 0,0-2-14 15,0-7-15-15,5 13-15 0,-5-3-12 0,0-3-9 16,0 4-9-16,0 4-8 0,0-3-10 0,-5 4-8 16,10 3-5-16,-5 0-8 0,0-1-3 0,-5 0-6 15,3 8-4-15,-1-1-12 0,-2 2-23 0,3 4-13 0,2-2-11 16,-5-1-31 0,5 4-36-16,0-3-22 0,-3-1-7 0,-3 3-12 15,6-2-5-15,-2 1-9 0,-1 3-2 0,-1-1-75 16,-1-9-235-16,0 6 105 0</inkml:trace>
  <inkml:trace contextRef="#ctx0" brushRef="#br0" timeOffset="49280.71">8108 9741 83 0,'-10'21'24'0,"3"-1"8"0,3-5 9 0,-1-7 9 16,0 8 4-16,0-6 13 0,3-2 4 0,-1 1 4 15,1-5-5-15,2 2-3 0,-3 2 3 0,1-3-14 0,2 2 2 16,0 0-9-16,-3-1 0 0,3-6-8 0,3 14-2 0,-1-7-8 16,-2-1 0-16,1 1-28 0,1 2 3 15,0 3-13-15,3 2-42 0,0 1-120 0,-4 5-183 16,3-1 82-16</inkml:trace>
  <inkml:trace contextRef="#ctx0" brushRef="#br0" timeOffset="49565.88">7936 10743 104 0,'-7'26'169'0,"-1"1"2"0,3-2-8 0,-5-6-5 16,10-1-8-16,-5 2-9 0,-1-1 2 0,2-2-15 15,3 1-11-15,-3-2-12 0,3 4-10 0,-4-1-9 16,3-5-5-1,2 7-10-15,0-2-5 0,0 0-11 0,0-1-2 0,-7 1-7 16,7-4-2-16,0 3-20 0,0-6-18 0,0 6-19 16,0 0-16-16,0-3-13 0,0 3-21 0,0-3-15 15,0 0 2-15,0 5 0 0,0-12-6 0,0 6 3 16,0-2 20-16,0 0-1 0,0-3 2 0,0 2 7 16,0-3 7-16,-1 2 0 0,1 0 6 0,0-3 0 15,-5 1 8-15,3-1 4 0,2 1 13 0,0 0 6 0,0-1 0 0,0 1 4 16,0 2-1-16,0-3-9 0,0 3 9 0,2 0-1 15,3-1-14-15,-5 6-20 0,1-2-18 0,-1 4-114 16,0-2-183-16,0 6 81 0</inkml:trace>
  <inkml:trace contextRef="#ctx0" brushRef="#br0" timeOffset="50134.9">7517 13383 108 0,'7'-8'361'0,"-7"-2"-2"0,1-2 7 0,6 3-3 16,-5-2-11-16,1 4-12 0,5 2-20 0,-6-7-26 16,3 8-27-16,-5 1-32 0,0 3-19 0,2-6-23 0,-2 6-23 15,0 0-14-15,14 9-19 0,-5-3-12 0,-4 9-16 0,5 0-11 16,0 4-12-16,1 11-7 0,2 9-4 0,-6 4-10 15,3 2-5-15,-5 1-5 0,2 2-4 0,-4 0-7 16,-2 1-19-16,3 2-15 0,-9 1-18 0,5-6-22 16,-2-2-40-16,2-1-22 0,-8-4-30 0,3 4-14 15,2-14-30-15,-4-5-44 0,5-6-57 0,-1-5-54 0,3-1-296 16,-2-3-667 0,4-2 296-16</inkml:trace>
  <inkml:trace contextRef="#ctx0" brushRef="#br0" timeOffset="50521.43">7991 13482 171 0,'0'0'321'0,"0"-7"-20"15,0 7-22-15,0-8-24 0,0 8-32 16,0 0-25-16,0 0-23 0,0 0-7 0,0 0-13 0,0 0-17 15,-5 25-8-15,5-8-18 0,-2 0-9 0,-1 2-8 16,1 1 3-16,-3 5-22 0,5 2-6 0,0-6 6 0,0 3-14 16,0 0-7-16,7 2-5 0,-2-3-3 0,4-1-2 0,-2-9-3 15,1 5-9-15,6-1 5 0,-3-6-4 0,1 3-2 16,-4-6 1-16,9-1-6 0,-7-2 5 0,1-3-7 16,7 1 0-16,-8-6-4 0,0-1-1 0,2-1 7 15,1-5-9-15,-6 1-5 0,3-3 1 0,-5-3 2 16,4-3 2-1,-9 1-7-15,2-2 1 0,1-2 3 0,-3-5 3 0,-5 1 4 16,2 5 1-16,-5-4 0 0,1 2-3 16,-4-2 3-16,-3 0-1 0,5 11 3 0,-3-4-9 0,0 5-4 15,-1-1-7-15,5-1-1 0,-2 6-18 0,0 3-18 16,2-3-24-16,-2 5-24 0,3-1-32 0,-3 0-19 16,0 4-22-16,10 0-32 0,-16 5-36 0,9-1-20 15,0-1-31-15,6 4-166 0,1 0-474 0,0 3 210 0</inkml:trace>
  <inkml:trace contextRef="#ctx0" brushRef="#br0" timeOffset="50853.46">8419 13593 223 0,'0'0'253'0,"0"0"-3"15,0 0-8-15,0 0-10 0,0 0-31 0,0 0-23 16,8 5-12-16,-8-5 0 0,0 0-8 0,-11 13-12 15,8-5-9-15,-2 7-9 0,-2-5-5 0,4-1-15 16,-2 3-7-16,-2 4-13 0,5-1 1 0,1 2-8 16,-4 1-4-16,5-3-8 0,0 1-4 0,0 1 6 0,5 0-13 15,-2-1-4-15,9-3 0 0,-6 2-11 0,6-3-3 0,-1 0 2 16,-2-1 1-16,6-2-7 0,1-6-1 0,2 1-8 16,-3-4 3-16,5 0-4 0,0 0-4 0,-5-1-5 15,0-5 11-15,0-3 17 0,-7 1 9 0,0-2 5 16,4-4 9-16,-4-5-6 0,-8 6 10 0,2-10-6 15,-4 4-3-15,0-7 3 0,-4 2 3 0,-6-3-12 0,2-3 1 16,-3 3-9 0,-3-1-11-16,-1 4 1 0,-1-2-11 0,1 6-25 15,1-5-34-15,-4 3-41 0,5 7-35 0,2 0-37 16,-2 1-49-16,2 2-64 0,3 0-72 0,-5 1-283 16,6 6-663-16,8-2 293 0</inkml:trace>
  <inkml:trace contextRef="#ctx0" brushRef="#br0" timeOffset="51470.64">11662 13678 267 0,'0'0'431'0,"0"0"8"0,-15-4-8 15,15 4-14-15,0 0-20 0,-2-3-20 0,2 3-25 0,0 0-20 16,0 0-28-16,0 0-25 0,0 0-24 0,0 0-26 15,0 0-25-15,0 0-20 0,17-5-18 0,-2 4-19 0,1 1-23 0,4 0-16 16,11-3-47-16,3 3-43 0,2 3-44 16,9-6-50-16,1 2-56 0,2-1-51 0,3 2-64 15,4 0-74-15,-2 0-102 0,-2 0-263 0,7 2-743 0,-12-4 328 16</inkml:trace>
  <inkml:trace contextRef="#ctx0" brushRef="#br0" timeOffset="52109.96">16611 13696 135 0,'0'0'359'0,"0"0"2"0,0 0-9 15,13 0-14-15,-13 0-24 0,0 0-29 0,0 0-19 16,15-3-27-16,-9-1-23 0,1 3-19 0,5-1-16 16,-1-3-22-16,9 5-13 0,3-1-17 0,4-1-23 15,7 1-6-15,1 1-44 0,8 1-45 0,4 2-48 0,2-3-56 16,2 5-60-16,-7 1-74 0,10-5-73 16,-4 2-224-16,4 2-566 0,-4 1 250 0</inkml:trace>
  <inkml:trace contextRef="#ctx0" brushRef="#br0" timeOffset="52727.21">21594 13825 82 0,'-3'-4'433'0,"3"4"-33"15,0 0-6-15,0-8-10 0,0 8-6 0,3-7-40 16,1 2-33-16,4 1-29 0,-2 0-33 0,6-4-21 15,0 7-24-15,4-7-18 0,6 2-21 0,9-2-15 16,2 3-15-16,14-6-25 0,-3 4-39 0,8 2-62 16,7 2-32-16,-1-5-50 0,5 7-54 0,0-1-72 15,21 2-73-15,1 0-75 0,-29-1-207 0,7 1-607 0,21 4 268 0</inkml:trace>
  <inkml:trace contextRef="#ctx0" brushRef="#br0" timeOffset="53259.75">26614 13874 278 0,'0'0'386'0,"0"0"-12"0,0 0-31 0,14-7-24 0,-14 7-34 16,13-4-17-16,-3 0-36 0,3 0-23 0,2-1-23 15,1 3-20 1,6-7-17-16,-2 6-11 0,10-3-21 0,1 1-19 16,4 3-39-16,11-3-50 0,0 5-55 0,6 0-64 0,-4 3-72 15,3-6-79-15,2 3-243 0,3 5-544 16,4-4 242-16</inkml:trace>
  <inkml:trace contextRef="#ctx0" brushRef="#br0" timeOffset="53660.78">30319 13762 374 0,'0'0'400'0,"-14"0"-25"16,14 0-7-16,-10 0 1 0,10 0-24 0,0 0-31 15,-10-1-21-15,10 1-17 0,0 0-17 0,0 0-21 16,0 0-24-16,0 0-25 0,0 0-19 0,25-4-21 16,-5 4-25-16,3 0-34 0,7 0-57 0,16 2-46 0,4 1-52 15,0 2-51-15,-1 2-58 0,4 4-71 0,2-7-104 0,-2 8-254 16,-3 0-654-16,1-2 289 0</inkml:trace>
  <inkml:trace contextRef="#ctx0" brushRef="#br0" timeOffset="57170.17">33116 2830 290 0,'1'-5'332'0,"-1"5"-6"16,2-14-9-16,1 11-5 0,-3 3 3 0,2-9-14 16,1 1-7-16,-3 8-19 0,4-2-16 0,-4 2-13 15,0 0-35-15,0 0-22 0,0 0-26 0,-2-8-12 16,2 8-19-16,0 0-22 0,0 0-6 0,0 0-20 0,0 0-11 0,0 0-14 15,0 0 3-15,0 0-6 0,0 21-7 0,0-12-7 16,0-2-1-16,-2 5-8 0,4-4-3 0,0 4-20 16,-1-3-15-16,1 0 0 0,-2 2 0 0,7 1-4 15,-2-4-1-15,6 4-2 0,-4-2 1 0,3 0-3 16,0-1-3-16,1-1-5 0,4 1-11 0,0-2 11 16,-3-3 9-16,-3 1-5 15,6-2 5-15,0-2-7 0,2-1 6 0,1-1 3 16,-8 0 2-16,5-6-2 0,3 3 2 0,-6-3-1 15,3-2 0-15,-4 1 2 0,1-1 9 0,1-1-2 16,-6 2 2-16,6-6 2 0,-7 6 5 0,1 0-3 16,0 0 2-16,1-3 14 0,-5 4-3 0,6 0-2 15,-5-1 15-15,-2-1-5 0,0 6-7 0,-1-2 3 16,1-2-2-16,-2 7 0 0,7-7-10 0,-7 7-1 0,0 0 0 0,3-3-3 16,-3 3-13-16,0 0 12 0,0 0-10 0,0 0-7 15,0 0 6-15,0 0 0 0,0 0 1 0,0 0 0 16,3 18-3-16,-3-12 3 0,-3 4-3 0,3 4 3 15,0-5 2-15,0 10 0 0,0 0 3 0,0-1-3 16,-3 2 0-16,6 6 0 0,-3 1 6 0,0 0-5 16,0 0-2-16,0 3 1 15,3 1-1-15,-3 3 4 0,0-4-1 0,9 10-2 16,-9-10 3-16,-5 1-2 0,13 10-4 0,-8-11-3 16,0 1 1-16,0 3 11 0,0-6 8 0,-3 1-11 15,3 0-3-15,0-2 0 0,-5 3 5 0,3-1 5 16,0-8-2-16,-1-5-5 0,3 4 1 0,-7-1-2 15,2 0 2-15,4-6 0 0,-4 4 0 0,2-2 5 0,-2-5-3 16,1-1 4-16,3 0-3 0,-4 0 2 0,0-5 8 0,1 3 9 16,3-2 3-16,-4 1 5 0,3-2 5 0,-5 1-3 15,7-5 11-15,-1 7 2 0,1-7 3 0,-5 5 7 16,2-2 2-16,3-3 3 0,0 0 5 0,-7 5 3 16,7-5 10-16,0 0 1 0,0 0 7 0,-5 6 9 0,5-6 8 15,0 0 14-15,0 0-5 0,0 0 1 0,0 0 2 16,-18-14-6-16,9 10-8 0,6-4 4 0,-3-1-6 0,1-1-11 15,-2-7-3-15,-6 2-13 0,8-1 5 0,-5-8-10 0,5-2-5 16,-5 4-5-16,-2-10-16 0,7 2 9 16,0 2-7-16,-3 1-6 0,3 0-2 0,-1-3-4 15,6 6-5-15,0-3-4 0,0 3-2 0,0-3-5 0,6 8-8 16,-1 2-8-16,5-1-14 0,3 0-14 0,4-6-31 16,3 8-36-1,5 0-45-15,1 3-42 0,4-1-47 0,1 2-49 16,14 4-39-16,-9-2-46 0,9 6-63 0,-2-2-67 0,-7 3-324 15,-1 0-886-15,-2 2 392 0</inkml:trace>
  <inkml:trace contextRef="#ctx0" brushRef="#br0" timeOffset="58974.11">33174 5112 52 0,'0'0'139'0,"0"0"-6"16,0 0-9-16,0 0-11 0,0 0-8 0,0 0-3 15,0 0-6-15,0 0-9 0,0 0-10 16,0 0-7-16,0 0-7 0,0 0-5 0,0 0-3 0,0 0-10 15,0 0-7-15,0 0 1 0,0 0-9 0,0 0 3 16,0 0-3-16,0 0-8 0,0 0-5 0,0 0-4 0,0 0 0 16,0 0-16-16,0 0-22 0,0 0-9 0,0 0-27 0,0 0-28 15,0 0-26-15,0 0-90 0,0 0-222 0,0 0 99 16</inkml:trace>
  <inkml:trace contextRef="#ctx0" brushRef="#br0" timeOffset="59328.27">32859 5083 143 0,'-10'0'170'0,"10"0"-2"0,0 0-6 16,-13-4-3-16,13 4-8 0,0 0 2 0,0 0 0 16,-12 0 1-16,12 0 0 0,0 0-4 0,0 0 2 15,0 0-1-15,0 0 0 0,0 0-6 0,0 0-6 0,0 0-4 16,0 0-5-16,0 0-5 0,0 0-14 0,0 0-12 0,0 0-12 15,35-5-8-15,-17 7-7 0,-1-2-7 0,6 0-13 16,5-2-5-16,0 2-3 0,5 0-5 0,-3 2 3 16,2 0-8-16,-1-2-1 0,-3 1 0 0,-5 3 4 15,1-4-17-15,-4 0-1 0,-2 2-4 0,0-1 1 16,-2-1-1 0,-2 4-1-16,-4-4-5 0,-4 1-2 0,-6-1-1 0,15 0-5 15,-15 0-3-15,0 0-11 0,13 0-7 0,-13 0-11 16,0 0-24-16,0 0-16 0,0 0-13 0,0 0-14 15,0 0-16-15,-8-12-13 0,8 12-13 0,0 0-17 16,-13-5-19-16,5 1-4 0,3 1-12 0,-5-1-15 16,5-1-1-16,-4 2-120 0,5-3-355 0,-1 1 157 15</inkml:trace>
  <inkml:trace contextRef="#ctx0" brushRef="#br0" timeOffset="59544.42">33207 5007 687 0,'-4'-9'-50'16,"4"4"35"-16,0 5 16 0,-8-11 31 0,8 3 11 16,0 2 28-16,0-1 21 0,-1 0 12 0,1 7 7 15,-4-10 11-15,3 0 11 0,1 10 3 0,0-7 6 16,-5 3 3-16,5 4-1 0,0-7-4 0,0 7-10 15,0 0-8-15,-4-9-13 0,4 9-15 0,0 0-11 16,0 0-2-16,0 0-20 0,0 0-5 0,0 0-5 0,0 0-4 0,-6 25-6 16,2-16-6-16,8 6 0 0,-13 0-4 0,8 4-4 15,-4 4 1-15,3 1-6 0,0 3 1 0,2 0 2 16,-5 2-7-16,1 0 0 0,4 5 2 0,0-6-6 16,1 2 1-16,2 9-2 0,-3-12-4 0,0-3-8 15,0 3-19-15,5-6-19 0,-1 3-24 0,-3-8-46 16,4 4-31-16,0-8-60 15,0-3-55-15,0-1-154 0,5-3-438 0,-2-1 193 16</inkml:trace>
  <inkml:trace contextRef="#ctx0" brushRef="#br0" timeOffset="59807.43">33543 4839 343 0,'3'-8'386'16,"-3"4"-15"-16,0 4-33 0,0-11-9 0,0 11-16 16,3-5-48-16,-3 5-27 0,0 0-30 0,0-7-30 15,0 7-16-15,0 0-21 0,0 0-17 0,0 0-12 16,-3 27-6-16,0-13-9 16,3 3-19-16,0 1-7 0,-4 7 1 0,-1 4-6 15,4-1-7-15,-1-1-9 0,-1 4-10 0,3 0 0 16,0 1-2-16,0 5-32 0,0 6-23 0,3-5-22 15,-1-9-13-15,-1 15-37 0,8-14-28 0,-9 12-30 16,6-9-61-16,3-3-63 0,-1 2-278 0,3-4-594 16,-4-3 262-16</inkml:trace>
  <inkml:trace contextRef="#ctx0" brushRef="#br0" timeOffset="60478.01">32666 6716 48 0,'-9'0'314'0,"9"0"-4"16,0 0-16-16,0 0-7 0,0 0 6 0,0 0-17 15,0 0-13-15,0 0-25 0,0 0-5 0,0 0-17 16,0 0-15-16,0 0-32 0,0 0-11 0,35-2-16 15,-27 0-17-15,6 2-9 0,2 2-11 0,1-4-14 16,4-1-12-16,1 3-5 16,-1-2-15-16,4 0-30 0,-3 2-47 0,-3 0-53 15,6 0-61-15,-5 2-81 0,12-4-61 0,-13 4-295 16,5-4-617-16,-3 2 274 0</inkml:trace>
  <inkml:trace contextRef="#ctx0" brushRef="#br0" timeOffset="60747.55">33275 6501 104 0,'0'0'386'0,"1"-9"17"16,-1 9 5-16,0-9-3 0,0 9-17 0,0-6-22 16,0 6-20-16,0 0-30 0,0-5-29 0,0 5-33 15,0 0-25-15,0 0-28 0,0 0-24 0,0 0-23 0,0 0-16 0,0 0-14 16,-6 17-11-16,6-5-12 0,0-2-10 0,0 9-10 15,-2-2-5-15,-5 9-8 0,7 2-2 0,0 4-9 16,0 1-10-16,9 8-10 0,-9 0-26 0,6 1-39 16,1 0-49-16,-5 2-46 0,6-2-28 0,-2 6-25 15,1-8-37-15,-2 3-51 0,3-4-72 0,-1-2-342 16,-5-9-734-16,6 4 325 16</inkml:trace>
  <inkml:trace contextRef="#ctx0" brushRef="#br0" timeOffset="62066.52">32968 8639 124 0,'0'-10'388'0,"0"10"-4"15,0 0-14-15,-3-4-36 0,3 4-30 0,0 0-26 0,-8-4-33 16,8 4-38-16,0 0-24 0,0 0-19 0,0 0-12 16,0 0-19-16,-3 16 0 0,3-16-23 15,0 18-15-15,-2-12-7 0,-5 4-11 0,7 6-9 0,-6-3-10 16,4 2-34-16,-5 4-34 0,7 1-30 0,0-3-28 15,2 8-31-15,-4 2-37 0,2-3-60 0,0 1-74 0,0 2-247 0,0-1-560 16,0 1 248-16</inkml:trace>
  <inkml:trace contextRef="#ctx0" brushRef="#br0" timeOffset="62267.04">32859 9378 123 0,'0'0'240'15,"-5"3"-5"-15,5-3-19 0,0 0-20 0,-3 6-20 16,3-6-17-16,0 0-18 0,0 0-10 0,-8 11-11 16,8-11-17-16,0 9-9 0,0-3-9 0,0 1-7 15,0 0-7-15,0 4-7 0,6-2-3 0,-6 6-9 16,0 3-21-16,2-3-14 0,-2 6-13 0,-2-2-59 16,2 7-33-16,2-1-38 0,-2 2-20 0,0 5-49 0,0-2-104 0,-2 9-321 15,-4-5 142-15</inkml:trace>
  <inkml:trace contextRef="#ctx0" brushRef="#br0" timeOffset="62429.78">32725 10348 21 0,'-3'19'131'15,"-2"0"-8"-15,3-3 4 0,1 3-6 0,1-1 0 0,0-2-8 0,0-3-6 16,0 2-12-16,0-3-10 0,0 3-5 0,0 0-9 16,0 1-7-16,1-6-6 0,1 3-7 0,3-1-9 15,1 2-3-15,-6 1-25 0,2 0-41 0,5 0-12 16,-4 2-18-16,0-3-57 0,-1 1-91 0,-2 4-221 15,-2 1 98-15</inkml:trace>
  <inkml:trace contextRef="#ctx0" brushRef="#br0" timeOffset="62583.44">32626 11455 90 0,'0'11'98'0,"0"1"-9"15,1-1-9-15,-1 2-8 0,0-6-4 0,2 10-15 0,-2-3 4 16,0-3-30-16,0 0-24 0,0 4-19 0,0-5-5 16,-2 2-79-16,2 3-109 0,-1 2 48 0</inkml:trace>
  <inkml:trace contextRef="#ctx0" brushRef="#br0" timeOffset="62799.57">32525 12148 153 0,'0'17'161'0,"0"0"0"0,0-1 7 0,0 0-6 16,-2 3-13-16,4-9-14 0,-2 7-11 0,8 2-13 15,-8-6-11-15,5 7-7 0,-3-2-9 0,6-3-7 16,-3 1-9-16,3 4-8 0,1-2-5 0,-3-3-5 0,1 3-20 16,-6 0-12-16,-1 1-14 0,5 5-25 0,-5-7-54 0,0 3-16 15,-5 7 7-15,5-8-4 0,0 2-43 0,-6 6-115 0,-2-3 212 16,1 2-166-16,-1 1-214 0,1 0 94 0</inkml:trace>
  <inkml:trace contextRef="#ctx0" brushRef="#br0" timeOffset="63332.11">32593 13573 92 0,'0'0'358'0,"0"0"12"0,0 0 3 15,0 0 1-15,0-7-10 16,0 7-3-16,0 0-1 0,0 0-18 15,0 0-15-15,-4-5-17 0,4 5-20 0,0 0-17 0,0-8-19 16,0 8-20-16,0 0-16 0,0 0-16 0,0 0-12 16,0 0-15-16,0 0-15 0,0 0-15 0,0 0-10 15,19 1-20-15,-19-1-12 0,21 3-10 0,-1 3-8 16,-3-4-10-16,1 2-8 0,5 3-10 0,2-7-16 16,5 9-9-16,-11-4-7 0,10 3-9 0,-3-1-14 0,-8-1-17 0,2 3-17 15,0-5-19-15,1 4-14 0,-6-5-10 0,0 4 2 16,-2 1-17-16,2-4-9 0,-1 4-11 0,-4-5-12 15,-1 1-22-15,1-2-14 0,0 1-13 0,-3 1-14 16,-2-1-34-16,5 1-38 0,-10-4-60 0,13 1-72 16,-13-1-286-16,7 2-731 0,-7-2 325 0</inkml:trace>
  <inkml:trace contextRef="#ctx0" brushRef="#br0" timeOffset="63639.4">33203 13363 183 0,'0'-5'432'0,"0"-3"-10"16,0 8 0-16,0-9-14 0,0 9-29 0,0-8-38 16,0 8-39-16,0-4-30 0,0 4-29 0,0 0-29 15,0 0-25-15,0 0-15 0,0 0-8 0,0 0-13 16,0 27-11-16,0-16-10 0,0 5-12 0,0 0-10 0,4 4-7 15,-1 6-13-15,-3 2-11 0,3-2-3 0,2 2-9 0,-1 1-6 16,-4 0-6-16,3-2-5 0,-3 5-3 0,0-3-8 0,0-1 0 16,0 2-5-16,-7-4-6 0,7 2-21 15,-5-8-22-15,4-2-34 0,-1 2-49 0,2-4-32 16,0-1-28-16,-3 1-18 0,3 0-16 0,3-4-28 0,-3-2-35 16,0-3-39-16,0-1-47 0,0 1-268 0,3-2-659 15,-3-5 291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33333" units="1/cm"/>
          <inkml:channelProperty channel="Y" name="resolution" value="33.3913" units="1/cm"/>
          <inkml:channelProperty channel="T" name="resolution" value="1" units="1/dev"/>
        </inkml:channelProperties>
      </inkml:inkSource>
      <inkml:timestamp xml:id="ts0" timeString="2024-10-03T09:25:25.691"/>
    </inkml:context>
    <inkml:brush xml:id="br0">
      <inkml:brushProperty name="width" value="0.05292" units="cm"/>
      <inkml:brushProperty name="height" value="0.05292" units="cm"/>
    </inkml:brush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4-10-03T09:25:39.491"/>
    </inkml:context>
  </inkml:definitions>
  <inkml:trace contextRef="#ctx0" brushRef="#br0">11562 4419 0,'-26'0'94,"-54"26"-78,-25 53-1,78 27 1,-26-79 15,53-1-15,0 1-16,0-1 16,27 80-1,26 0 1,-27-53-1,1 0 1,25-1 15,-25-52-15,26 0 0,0 27-1,79 26 1,-53-27-1,1 27 1,-27-26-16,-27-27 16,1 0-1,52 0 32,-53-106-31,27 0-1,-53 0 1,0-26 0,0 0-1,-26 52 1,-27-26 0,27 80-1,-27-1 1,53-25-1,-27 52 1,1 0 31,-1 0-31,1 0-1,-1 0 1,1 0-16,-27 0 31,0 0-15,0 0-1,-26 0 1,52 0 0,1 0-1,-1 0 1</inkml:trace>
  <inkml:trace contextRef="#ctx1" brushRef="#br0">6697 4882 176 0,'0'0'228'0,"-4"-2"4"16,4 2-3-16,0 0 1 0,0 0-18 0,-3-4-9 15,3 4-6-15,0 0-10 0,0-7-1 0,0 7-9 16,0 0-5-16,4-5-8 0,1 3-10 0,-5 2-16 16,6-4 10-16,-2 0-39 0,-3 2-5 0,2-2-20 15,1 3-8-15,2-3-6 0,3-3-1 0,-1 4-17 16,-1-2-3-16,4-1-5 0,3 0-7 0,2 0 0 16,3-4-5-16,1 4-8 0,1-2-27 0,7 0-2 15,1-2-3-15,1 0 1 0,1-1 5 0,-1 2-6 16,0 0 5-16,3 0-17 0,-3-1 1 0,-1 2-7 15,0-2-6-15,-2 2-1 0,-4 0 4 0,-4 2 1 16,0 3-1-16,-5-1 11 0,-2-1-7 0,-2 2 3 16,-2 2-1-16,-1-1 6 0,-2 0 1 0,1-1 11 15,-6 3-11-15,6-3-10 0,-3 2-9 0,-3 1-19 16,2-4-13-16,-2 4-18 0,0 0-19 0,0 0-22 0,-11-2-31 16,11 2-40-16,-7-1-31 0,7 1-164 15,-10-2-424-15,10 2 188 0</inkml:trace>
  <inkml:trace contextRef="#ctx1" brushRef="#br0" timeOffset="406.21">7098 4554 39 0,'8'5'129'0,"3"1"0"0,-3-1-18 16,7 2-15-16,-1-1-2 0,1-2-2 15,1 4-9-15,3-3-9 0,5 0 2 0,-4 0-8 0,0 0-6 16,2-1-11-16,1-1 0 0,-3 1-7 0,2-1-7 15,0-1-4-15,-3 1 3 0,0-1-9 0,-1 0-1 16,-5 0-2-16,0 1-9 0,-3 1 3 0,0-4 8 16,-2 2-9-16,-2-1-4 0,-1 0-1 0,0 2 2 15,-1-1 1-15,-1 0-4 0,-2 3 16 0,-1-5 16 16,-1 6 13-16,-3-1 4 0,0 2-4 0,-3 0-2 16,-1 3-7-16,1-1-4 0,-1-1-1 0,-4 2-8 15,1 2-3-15,-4-2-5 0,1 5-1 0,7-4-4 16,-5 0-1-16,4 2 3 0,0-1-19 0,1-3-36 15,-1 3-59-15,4-1-57 0,1-3-163 0,3 1-337 16,0-3 150-16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3T09:26:06.9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1433 1765 171 0,'0'-9'291'0,"1"4"-10"16,-1 0-11-16,3 1-26 0,-3 4-29 0,0-7-19 15,0 7-22-15,1-4-12 0,-1 4-29 0,0 0-16 16,0 0-3-16,0 0-16 0,3 20-10 0,-3-13-10 16,2 5-5-16,-1 5 23 0,3 3-14 0,2 7-8 15,-4-7-7-15,6 6-1 0,-1 1-12 0,-3-8-8 16,2 3-2-16,1-3-5 0,-5 2-2 0,3 5-5 15,-3-7 0-15,3 1-1 0,-1-1-5 0,-1-2 2 16,-3-4-10-16,3-1 1 0,-3 0-1 0,1 3 1 16,1-6-5-16,-2 2-2 0,0-2 4 0,1 0-4 15,-1-3 2-15,0 0-4 0,0 0-28 0,3-4-18 16,-3-2-11-16,-4 6-13 0,4-6-10 0,0 5-26 16,0-5-45-16,0 0-38 0,0 0-39 0,0 0-36 15,0 0-162-15,-4-13-449 0,2 6 198 0</inkml:trace>
  <inkml:trace contextRef="#ctx0" brushRef="#br0" timeOffset="312.47">1368 1837 236 0,'-3'-4'270'0,"3"0"-11"16,0 0-11-16,0-1-20 0,0 0-23 0,3-2-16 15,2 4-17-15,-2-1-21 0,2-3-14 0,1 1-11 16,-2 3-14-16,4-5-10 0,3 3-12 0,0 2-11 16,1 0-9-16,-1-1-8 0,0 0-6 0,4 2-4 15,-3-1-8-15,-1 3-2 0,4-1-5 0,-4 1-6 0,5 1 0 16,-4 0-3-16,3 2-8 0,2-2-7 16,2 1-12-16,-7 0-4 0,0 3-8 0,2-5-3 15,-1 3-6-15,-2-1-5 0,2 1 2 0,-3-1-11 16,0 4-5-16,-2-6-9 0,-1 0-16 0,-2 2-7 15,2-2-8-15,-7 0-3 0,7 2-8 0,-7-2-11 16,4 0-16-16,-4 0-15 0,0 0-26 0,0 0-32 16,0 0-109-16,0 0-323 0,0 0 143 0</inkml:trace>
  <inkml:trace contextRef="#ctx0" brushRef="#br0" timeOffset="609.32">1520 1990 206 0,'0'0'279'0,"-1"4"-10"0,1-4-9 15,-4 4-15-15,4-4-15 0,0 0-22 0,0 0-16 16,0 0-18-16,0 4-14 0,0-4-18 16,0 0-10-16,0 0-17 0,0 0-9 0,0 0-12 15,0 0-9-15,0 0-13 0,5 4-9 0,-5-4-4 16,3 1-6-16,-3-1-4 0,5 2-2 0,-5-2-2 0,4 1-5 15,3 1-4-15,-7-2-2 0,7 2-8 0,-3-1-1 16,4 3 0-16,-2-3-13 0,2 0-17 16,-1-1-23-16,2 1-17 0,-2 1-11 0,1-2-18 15,-1 1-28-15,1-1-33 0,0 1-36 0,-2 0-24 16,1-1-34-16,-7 0-179 0,12 1-441 0,-8-1 196 0</inkml:trace>
  <inkml:trace contextRef="#ctx0" brushRef="#br0" timeOffset="1579.64">1682 2108 24 0,'9'1'157'0,"-4"0"-7"0,1 1-17 16,2-1-12-16,1-1-10 0,-1 1-16 0,7-1-2 15,0 2-9-15,0-2-11 0,-2 0-5 0,9-2-3 16,-10 2-9-16,6-4-6 0,0 2-7 0,-5-1-3 16,1-2 1-16,-3 3-4 0,1-5-8 0,0 3-2 15,-1 1 2-15,-5-2 4 0,2-2 14 0,0 2 5 16,-1-1 4-16,-2 2 5 0,-1-2 2 0,-1 0 4 16,0 1 2-16,-2 3 6 0,0-4 13 0,-1 2-4 15,0 0-5-15,-1 0-3 0,1 4-1 0,-4-7-5 16,1 4 3-16,0 0-4 0,2 0-10 0,-7 1-5 15,3 1-3-15,-4-1-6 0,9 2-3 0,-13 0-6 16,1 2 1-16,1-1-3 0,-3 3 0 0,5-2 0 16,-2 4-3-16,-3-1-1 0,5 0 1 0,-1-1-6 15,-1 3-2-15,4-3 0 0,5 2-5 0,-4 0-3 16,3 0-1-16,2 1-2 0,-2 0 4 0,6-1-2 16,-2 2-1-16,5-2 3 0,2 3-4 0,7-1 1 15,0-2-3-15,7 2 2 0,1-3-3 0,3 0-9 16,5 2 9-16,-8-5-12 0,7 1-14 0,0-1-7 15,0-2-8-15,-7 0-6 0,0 0 6 0,-5 0-6 16,5-2-2-16,-1-1 5 0,-5 0 1 0,-3-3 6 16,0 4 3-16,-1-2 7 0,-2 0 2 0,-1-2 2 15,-5-1 5-15,2 2 7 0,-5-2 10 0,0 0 10 16,2 2 8-16,-4-3 6 0,0 2 2 0,0 2 1 16,-1-2 9-16,-2-1-8 0,-1 2-2 0,0 1-6 15,0 0 5-15,-3 2-7 0,0-1-7 0,-1 0-4 16,-1 3 8-16,-4 3-11 0,1 0 2 0,-3 1-1 15,1 1-13-15,-2 2 8 0,-3 2-2 0,8-1-1 16,0 1 4-16,3 1-5 0,-1-1 2 0,-1 0-3 16,2 0 1-16,-3 1-4 0,4 2 0 0,3-4-7 15,-1 0 1-15,3-1-9 0,2-1-6 0,0-1 2 16,2 0 1-16,3-3-3 0,-1 0-1 0,4 0-7 16,3-2-2-16,-1-2 4 0,-2 0 3 0,7-2 0 15,-4-1 2-15,1-1 1 0,0-1 4 0,1-2 6 16,-3 2-1-16,0-4 3 0,-1 4 6 0,-3-2 19 15,3 0 11-15,-3 1 15 0,2 0 16 0,-4 3 11 16,0 0 13-16,1-2 17 0,-2 5-15 0,0-2 3 16,1 0-8-16,-3 2-5 0,-1 2-18 0,0 0-2 15,3-3-14-15,-3 3-6 0,0 0-2 0,0 0-14 16,0 0-5-16,0 0 10 0,11 9-2 0,-11-5-6 16,3 3 5-16,-1-1 0 0,4-1-5 0,1 3-1 15,-2 1-1-15,3 0-14 0,3 0 10 0,0-3-9 16,-3 2-24-16,3-1-17 0,4-3-20 0,-3 3-20 0,3-3-24 15,-5-2-22-15,6-1-20 0,-4-1-21 16,1-2-19-16,-1-1-20 0,1 0-10 0,0-4-14 16,-4 2 8-16,1-3 3 0,-2-2 10 0,-4-2-129 15,0 2-367-15,2-8 164 0</inkml:trace>
  <inkml:trace contextRef="#ctx0" brushRef="#br0" timeOffset="1824.59">2491 1917 368 0,'-4'-18'40'0,"0"0"39"15,1 1 47-15,3 1 21 0,-5 3 18 0,2 2 10 16,2-1 10-16,-2 5 14 0,0-5 7 0,2 6 7 15,0 1-4-15,1-1-1 0,-4 1-10 0,4 5-16 0,0-5-15 16,-2 1-19-16,2 4-19 0,0 0-13 0,0-5-26 16,0 5-11-16,0 0-5 0,0 0 1 15,3 13-10-15,-2-9-12 0,1 7 0 0,2-2-1 16,0 3-6-16,-3 2-10 0,3-1-3 0,2 3 1 16,2 2-4-16,-4-1-4 0,0 2 15 0,3 2-18 0,1-1-4 15,-1-1 3-15,-2 1-21 0,2-2-22 0,-1 0-22 16,0-2-20-16,0 0-23 0,1-3-22 15,-3-1-24-15,-2-1-30 0,4 1-24 0,-1-3-28 16,-2 0-32-16,-2-1-26 0,2-5-159 16,-3 0-464-16,0-3 205 0</inkml:trace>
  <inkml:trace contextRef="#ctx0" brushRef="#br0" timeOffset="2293.31">2447 2012 206 0,'0'0'289'0,"0"0"-22"15,-5-3-22-15,5 3-24 0,0 0-27 0,0 0-20 16,0 0-16-16,0 0-18 0,8-3-7 0,-8 3-18 16,10 0-8-16,-2 0-11 0,4 0-12 0,-1 0-7 15,2-2-11-15,-1 2-3 0,-4 0-11 0,3-1-3 16,2 1-4-16,1 0-6 0,1 1-4 0,-3 1-2 16,2-2-3-16,-3 1-5 0,0 0-4 0,1-1 0 15,-1 0-2-15,-3 1-5 0,-3 0 2 0,3-1-5 16,-2 2-1-16,1-1-5 0,-2 0-2 0,-5-1 2 15,6 5-2-15,-3-2 1 0,3 2-2 0,-5 0 4 0,2 1-5 16,1 1 1-16,-1 2-1 0,1 0-2 16,-1 1 5-16,-3 1 0 0,4-1 0 0,1 3-1 15,2-4-2-15,-3 2 5 0,4 1 0 0,-2-3 2 16,0 2-2-16,3-2 4 0,-4-1 1 0,-2-2-4 16,4-1 4-16,1-1 1 0,-1 0 3 0,2-1-2 0,2-2 1 15,0 0 0-15,-4-3 1 0,1-1-1 16,3-4-4-16,-6 2 3 0,5-2-1 0,-2-2 0 15,-3 0-3-15,2-3-1 0,0 4 7 0,-6-4 8 16,2-1 5-16,-2 2 13 0,-1-1 14 0,2-1 11 16,-4 3 13-16,2 0-3 0,-2 1-3 0,0 1 3 0,1 0-6 15,1 3-5-15,-3 0-9 0,2 0-8 16,-1 1-4-16,1 0-5 0,1 4-13 0,0-5-2 16,0 5-11-16,0 0-20 0,0 0-29 0,0 0-27 15,0 0-22-15,0 0-26 0,0 0-24 0,-4 16-23 0,4-11-28 16,0 1-28-16,0 2-27 0,0-3-16 0,1 2-202 15,-1-1-497-15,2 0 220 0</inkml:trace>
  <inkml:trace contextRef="#ctx0" brushRef="#br0" timeOffset="2793.27">2951 2050 94 0,'4'-4'229'0,"-1"1"5"0,1-1 6 0,0-2-6 15,3 3-9-15,-5 0-8 0,4 0-14 0,-2 0-18 16,0 2-16-16,-4 1-17 0,11-3-19 15,-7 1-12-15,-4 2-10 0,11 2-15 0,-4 1-6 0,2 1-12 16,2 0-5-16,-1 3-9 0,-1-1-5 0,2 2-6 16,-3 1-5-16,-1 1-3 0,0-1-5 0,9 3-6 15,-12-2-2-15,3 0-2 0,1 2-1 0,-4-3-19 16,-1-1-3-16,0-1-6 0,1-3-3 16,-3 3 3-16,-1-4 0 0,2 2 1 0,-2-5 7 0,0 0-3 15,1 4-2-15,-1-4 3 0,0 0-2 0,0 0 4 16,-10-10 10-16,6 6 7 0,0-2 3 0,-1 1 7 15,1-6 1-15,1 5 5 0,-1-4-2 0,1 2 2 16,3-2-9-16,-4-1-5 0,8 1-1 0,-3-1-3 16,5 0-2-16,1 1-1 0,1-2-9 0,3 3-3 15,-2-1 2-15,6-1 5 0,2 2-15 0,2 0-9 16,-2 0-4-16,-3 1-9 0,-3 5 4 0,4-4-2 16,-3 1 3-16,0 2-2 0,-4 1 0 0,-1 2 2 15,0-3 2-15,0 2 0 0,-3-1 1 0,0 3 2 16,-4 0 1-16,0 0 2 0,8-3-1 0,-8 3 4 15,0 0 4-15,0 0 6 0,0 0 5 0,2-2 4 16,-2 2 11-16,0 0-11 0,0 0 14 0,0 0 3 16,-17 6-8-16,10-4 2 0,7-2-2 0,-8 6 0 15,3-3-6-15,-1 0 8 0,2 2-10 0,-1 3-2 16,2-4 2-16,0 7-3 0,2-3 0 0,-2 1 1 16,6 3-1-16,0-2 0 0,1 1-1 0,4 0-4 15,0 0 5-15,4 1-3 0,0-3-43 0,-3-1-36 16,3-3-43-16,7 2-48 0,0-1-60 0,2-3-66 15,-1 1-238-15,3-4-567 0,-4-5 252 0</inkml:trace>
  <inkml:trace contextRef="#ctx0" brushRef="#br0" timeOffset="3199.49">3755 1760 16 0,'0'0'299'16,"0"0"-32"-16,0 0-31 0,0 0-25 0,0 0-19 16,0 0 3-16,3 15 4 0,-2-6 0 0,3-1-23 15,0 5-10-15,0-3-16 0,4 1-10 0,-1 6-5 16,0 1-14-16,5-2-11 0,-4 2-11 0,2 1-11 16,2-2-16-16,-1 1 2 0,3 0-9 0,-4-1-4 15,0-2-4-15,0 1-9 0,0-5-3 0,1 3-2 16,-4-5-5-16,1-1-6 0,-2-2 1 0,-2-1-2 15,0-1 1-15,-3 0 29 0,5-1 22 0,-6-3 12 16,5 0-6-16,-5 0-7 0,3-7 4 0,-2 2-8 16,3 0 2-16,0-6-3 0,-1 1-7 0,-2 0-5 15,1-2 0-15,-1-3-4 0,2-3-4 0,-2-2-6 16,-1 2 2-16,4 1 0 0,2-1-4 0,-5-1-3 16,2 2 0-16,-2 2-6 0,2 1-2 0,2 2-10 15,-3 0 3-15,-1 1-8 0,0 1-2 0,1 1 0 16,-2 3-14-16,2 2-29 0,0-3-44 0,-2 2-51 15,0 0-52-15,0 5-33 0,0 0-7 0,0 0-22 16,0 0-26-16,0 0-31 0,0 0-24 0,0 0-241 16,-6 18-597-16,5-13 264 0</inkml:trace>
  <inkml:trace contextRef="#ctx0" brushRef="#br0" timeOffset="3777.57">4107 1950 8 0,'2'3'252'0,"-2"-3"7"0,6 1-10 0,-6-1-11 16,0 0-15-16,0 0-14 0,14-2-9 0,-14 2-14 16,5-4-21-16,-2 1-12 0,5 1-17 0,-5-3-10 15,2 1-15-15,2-1-9 0,-1 2-9 0,-1-2-9 16,0 0-12-16,-1 1 1 0,1 1-12 0,-3-2-4 16,1 2-6-16,3-2-9 0,-5 2-4 0,-1 0 0 15,0 3-1-15,4-5-1 0,-4 5-10 0,0 0-3 16,0-5-4-16,0 5-3 0,0 0-6 0,-14 1 2 15,14-1-2-15,-13 5-4 0,6-3-2 0,0 1 3 16,-5 1 3-16,1 0-5 0,1 3 1 0,2-4-2 16,-1 2 4-16,2 3-6 0,3-3 2 0,1 2-2 0,-1-1 5 15,1 2 1-15,2 2 1 0,1-2 3 16,3 1-4-16,5 0 3 0,-3-1 1 0,6-1 1 16,3 4-5-16,5-1 1 0,-4-2-5 0,7-1-27 15,-10-3-26-15,10 0-25 0,-2-1-31 0,1-1-31 16,0-1-17-16,1-1-24 0,0 0-6 0,0-1-5 0,-1-2 7 15,-2 1 1-15,0-3 11 0,-4 0 12 16,-4-1 23-16,2 0 14 0,4-2 29 0,-10 3 33 16,3-1 43-16,-5 0 30 0,0-2 41 0,-3 4 26 15,0-1 20-15,-2-3 13 0,0 4 7 0,-2-1 0 0,0-2 6 16,-3 5-2-16,0-3 5 0,-1 2 2 0,-1 1 0 16,-4-1 2-16,1 1-7 0,-3 0 4 0,-2 2-6 15,6 0-7-15,-5 2-7 0,2 3-13 16,1-1-9-16,1-2-3 0,0 3-26 0,0 2 11 15,2-2-9-15,-3 1-6 0,4 5-3 0,3-4-6 0,-1 1-3 16,3-2 3-16,-1 3-5 0,3 2-12 0,2-3-4 16,2 3-7-16,1-4 11 0,2 2-3 0,4-1-3 15,-3-2-31-15,5 0-30 0,1-3-28 16,7 0-27-16,1 1-24 0,-2-3-19 0,3-2-21 16,6-2-14-16,-5 1-11 0,-2-3-4 0,0-1-7 0,6-3-12 15,-10 2-2-15,2-4-2 0,-3 0-8 0,3-3-147 16,-4-6-393-16,4-2 174 0</inkml:trace>
  <inkml:trace contextRef="#ctx0" brushRef="#br0" timeOffset="4011.93">4728 1871 504 0,'0'-14'45'0,"0"1"43"0,-2-5 33 16,1 5 22-16,-2 1 18 0,2-2 14 0,-5 2 7 0,5 2 5 15,-2-2 12-15,2 5 3 0,-2 0-1 0,0 1-1 16,2-1-15-16,-2 1-15 0,-1 1-18 0,4 1-15 16,0 4-19-16,-3-5-22 0,3 5-7 0,-2-2-12 15,2 2-10-15,0 0-7 0,0 0-5 0,1 12-4 16,-1-4-2-16,1 1 5 0,1 1-16 0,3 1-7 15,-1 4-1-15,3 1-3 0,1 2-12 0,-4 0 8 16,3 0-2-16,1 0-1 0,-5 1-22 0,2-2-16 16,1 2-19-16,-5-1-13 0,3 0-14 0,3 0-11 15,-3-1-14-15,-3-5-10 0,2 0-11 0,1-2-13 16,-1 0-10-16,-2-2-8 0,1-2-19 0,2-1-11 16,-3 2 6-16,3-3-9 0,-3-3-20 0,-1-1-20 15,0 0-112-15,0 0-353 0,0 0 156 0</inkml:trace>
  <inkml:trace contextRef="#ctx0" brushRef="#br0" timeOffset="4652.56">4741 1920 76 0,'-6'-4'179'15,"1"1"11"-15,1-1 0 0,-1 2 0 0,5 2 1 16,-7-4-2-16,3 3-9 0,4 1-8 0,0 0-12 16,-7-3-14-16,7 3-13 0,0 0-14 0,0 0-14 15,0 0-9-15,0 0-13 0,0 0-4 0,0 0-9 16,0 0-8-16,22 3-3 0,-7-2-10 0,-3 3-22 15,4-3-20-15,-4 0-11 0,9 3-13 0,-9-1-9 16,11 1-5-16,-4-2-3 0,-1 2-13 0,-5-3-1 16,1 3 2-16,-1 0 2 0,1-1 3 0,-3 2 4 15,1-3 4-15,-5 0 3 0,0 0 2 0,-1 1 9 16,1-2-3-16,-2 1 10 0,-3 3 19 0,1-3 17 16,-3-2 15-16,-1 6 16 0,-2 1 15 0,0-2 3 15,-1 0 10-15,-1 0 0 0,2 0 0 0,-5 2-7 16,2 0-5-16,2-1-6 0,-5 1-7 0,5-1-5 15,0 1-4-15,1-1-4 0,0 1-7 0,-1-2-2 16,5 1-3-16,1 1-2 0,-2-4-3 0,0 2 1 16,1 1-2-16,5-2-6 0,-2-1 8 0,5 1-10 15,-1-3 0-15,6 1-5 0,-6-2-7 0,0 0-7 16,2-3-3-16,3 1-7 0,-2-2-4 0,3 0 1 16,-3 0-2-16,1-1 0 0,0-1 2 0,-2 1 1 15,1-1 7-15,-7 1 1 0,8 0 4 0,-8-1 9 16,4-1 13-16,-5 2 7 0,4 0 10 0,-6 3 11 15,3-3 6-15,0 3 0 0,-1-1-3 0,0 1-5 16,-3 2-8-16,4-2-10 0,-4 2 1 0,0 0-11 16,4-3-4-16,-4 3-4 0,0 0 5 0,8 4-5 15,0-2 3-15,-2 1-3 0,1 0 2 0,-1 2-6 16,5 0 1-16,-1 1-3 0,-5 1 1 0,3 0 3 16,-1-2-2-16,3 4-1 0,-2 0 7 0,1-3-7 15,-2 4-16-15,0-4 11 0,-3-1 0 0,2-1-5 16,-4 1 5-16,1-2 7 0,2-1 7 0,-5-2 16 0,0 0 23 15,2 3 4-15,-2-3 5 0,0 0 7 16,0 0-4-16,0-10 5 0,0 5-1 0,-2-2 14 16,2-1-2-16,0 2-1 0,-3-6-5 0,3 3-4 15,0-2-5-15,3-2-11 0,-3 1-9 0,2-1-2 16,3 1-2-16,-1 2-9 0,0-4-8 0,0 4-30 0,2-2-34 16,3 0-54-16,-3 2-33 0,1 0-48 15,-2 0-47-15,-1 0-62 0,4 0-80 0,-5 5-306 16,-2-1-722-16,-1-1 320 0</inkml:trace>
  <inkml:trace contextRef="#ctx0" brushRef="#br0" timeOffset="5449.38">920 2104 288 0,'-5'1'281'0,"-3"1"-10"16,5-1-7-16,3-1-15 0,-8 1-17 0,2 2-16 0,6-3-18 16,0 0-6-16,-5 1-9 0,5-1-11 0,0 0-13 15,0 0 0-15,0 0-19 0,0 0-17 16,0 0-6-16,0 0-2 0,0 0 3 0,0 0-17 15,31-3-3-15,-17 2-15 0,6-1-10 0,-2-1-37 16,1-1-43-16,4 2-34 0,-5 2-46 0,2-3-49 0,-2 3-60 16,1 0-71-16,-6 3-256 0,1-2-566 0,-4-1 251 15</inkml:trace>
  <inkml:trace contextRef="#ctx0" brushRef="#br0" timeOffset="6481.99">1011 3258 1 0,'0'0'265'0,"-1"3"-17"0,1-3-24 15,0 0-20-15,0 0 7 0,7 3 12 0,0-1 11 16,5-2-9-16,2 0-20 0,6-3-10 16,-2 6-27-16,1-3-18 0,1 0-14 0,-4 1-13 15,2-2-10-15,0 1-15 0,-1 0-4 0,-6 0-13 0,0-2-8 16,-1 2-2-16,-2-1 5 0,-1-1 17 0,-7 2 8 15,8-1-19-15,-8 1-6 0,0 0-17 0,0 0-13 16,0 0-27-16,-21-4-31 0,9 3-25 16,0 0-30-16,0 0-39 0,-3-1-50 0,5 1-78 0,2-1-78 15,-3-1-183-15,7-1-537 0,3 0 237 0</inkml:trace>
  <inkml:trace contextRef="#ctx0" brushRef="#br0" timeOffset="7560.03">1649 3073 268 0,'0'-5'289'0,"3"1"6"15,-3-1-3-15,3 1-10 0,-1 2-8 0,0-2-7 16,-2 4-18-16,0 0-32 0,0 0-35 16,1-5-8-16,-1 5-17 0,0 0-17 0,0 0-14 0,0 0-16 15,3 14-8-15,-3-8 0 0,0 5-18 0,0-1-3 16,3 1-11-16,-1 1-5 0,0-1-6 0,1 1 1 16,3 4-7-16,-2-2-8 0,-1-1 3 0,0-1-10 15,-2-1-8-15,2 1-34 0,1-1-29 16,-3-3-22-16,2 1-24 0,0-1-26 0,0 0-22 0,0-2-34 15,0-1-47-15,0-1-55 0,2-1-258 0,0-3-565 16,-5 0 251-16</inkml:trace>
  <inkml:trace contextRef="#ctx0" brushRef="#br0" timeOffset="8169.36">1935 3070 132 0,'0'0'307'0,"4"-6"-12"0,-4 6-16 0,3-2-20 0,-3 2-26 16,0 0-21-16,4-2-21 0,-4 2-24 0,0 0-9 16,0 0-4-16,-3 13-10 0,3-5-16 0,-3-1-9 15,-1 3-11-15,2 0-10 0,-4 0-5 0,0 2-10 16,-1-1-6-16,0 0-9 0,0 2-5 0,-4 0-10 16,3 3-7-16,1-5-2 0,-1-1-3 0,-3 1-11 15,3-4-10-15,1 1-17 0,0 0-13 0,1-2-15 16,-4 0-3-16,6-1-9 0,-2 0 1 0,5-3 5 15,-3 1-12-15,0-2-9 0,4-1-8 0,0 0-13 16,0 0-8-16,-10-10-11 0,10 3-11 0,0 1-11 16,0-2-1-16,0-1 13 0,2-1 10 0,-2 0 8 15,1 2 5-15,1-4 15 0,-2 4 4 0,4-3 13 16,-3 1 12-16,-1 3 21 0,4-2 19 0,-3 2 12 16,2 1 8-16,-3-1 3 0,3 2 10 0,1 2-10 15,-4 0-1-15,4-1-4 0,0 1-3 0,0 2-1 16,-4 1 3-16,16 0 2 0,-2 4 1 0,0 0-2 15,-1 2 5-15,5 1-6 0,1 2-2 0,0 0 3 16,-1 2-6-16,-2 0 2 0,6 0-3 0,-6-1 2 16,3 0-3-16,0 0-3 0,-4 0-2 0,3-3 1 15,-7-1 1-15,1 0-1 0,-1 0 0 0,0-2 1 16,-4 0 0-16,2-2 22 0,-2-1 20 0,-3-1 7 16,6 0-7-16,-10 0 0 0,10-3 3 0,-8-1-7 15,2-1 2-15,-3-2 2 0,0 1-4 0,-1-2-4 16,2-5-4-16,-4 3 4 0,0-4-6 0,-1 2 2 15,0 0 7-15,-1-2 4 0,2 3 0 0,0-4 3 16,0 5 2-16,-1-1-1 0,0-1 2 0,2 6-3 16,-2-2 1-16,6-2 0 0,-6 4-10 0,3 1-2 15,-1 0-20-15,1 1 0 0,-3-1 8 0,3 5-5 16,-2-5-6-16,2 5-30 0,-1-4-17 0,1 4-12 16,0 0-5-16,0 0-12 0,0 0-11 0,0 0-17 15,0 0-16-15,0 0-29 0,0 0-26 0,1 13-34 16,-1-13-40-16,3 8-41 0,-1-3-210 0,-1 0-517 15,-1 0 229-15</inkml:trace>
  <inkml:trace contextRef="#ctx0" brushRef="#br0" timeOffset="9069.93">2321 3205 145 0,'0'0'209'16,"0"0"-9"-16,0 0 4 0,3 5 0 0,1-3-14 31,-4-2-13-31,8 2-15 0,-2-1-13 0,-1-1-12 0,6 2-11 16,-3-1-10-16,2-1-14 0,3 0-8 0,-2 0-12 15,1-1-4-15,2-1-11 0,-3-1-4 0,4 0-5 0,-3 2-6 0,-1-2-4 16,4-1-5-16,-7 0 0 0,3-1-8 0,0-2-2 15,-3 1-4-15,-1-2-3 0,1 3-2 0,-4-2 5 16,-1 0 10-16,1 0 4 0,-1-1 6 0,-2 2-3 16,-1 2 2-16,0-4-3 0,-3 2 3 0,0 0-4 15,-1 0-5-15,0 3 1 0,-1-1-9 0,-2 1-3 16,-1 1 6-16,1 1-13 0,-1-1 0 0,-4 4-3 16,2 0-4-16,-2 1-4 0,1 0 1 0,0 2 2 15,0 1-5-15,2 0 0 0,-1 2-2 0,1 0 1 16,2-1-2-16,0 4-2 0,3-5 2 0,0 4 4 15,2 0-2-15,2-4-1 0,2 5 2 0,1-6 0 16,1 4-1-16,3-1 4 0,1-2-5 0,1-1 2 16,4 0 3-16,0-1-2 0,-2-1 0 0,9-2 5 15,-1 0 2-15,3-3-9 0,0 0 1 0,-3 1-2 16,1-3-2-16,1-1 1 0,-2 0-2 0,0 0 1 16,-3-4 2-16,3 2-3 0,-4 0 1 0,0-1-3 15,-4 0 3-15,0-1-1 0,-3 0 8 0,-2 2 30 16,2 3 11-16,-4-4 23 0,2 3 13 0,0 0 15 15,-3 0-17-15,-2 2 21 0,3 0-6 0,-1 0-10 16,-3 3-12-16,1-4-10 0,-1 4-14 0,4-2-11 16,-4 2-3-16,0 0-8 0,0 0-2 0,0 0-3 15,0 0-12-15,0 0 11 0,6 10-10 0,-5-5-8 16,-1 2-4-16,4-1-18 0,-3 1-18 0,5 0-20 16,-1 3-13-16,1-2-10 0,2 1-10 0,0 0-6 15,3-2-16-15,5 1-25 0,-5-1-21 0,3-2-20 16,1 0-12-16,5-2-5 0,2-1-4 0,-2 1 2 15,1-3 8-15,1 0 16 0,-2-2 19 0,-1-2 11 16,-1-1 17-16,-3 0 11 0,1-3 19 0,-3 2 27 16,-2 0 38-16,2-2 33 0,-1 0 25 0,-5 1 29 15,-2-3 18-15,-1 1 9 0,-2 1 14 0,-2 0 15 0,-2-1 3 16,-2 0 12-16,0 2 7 0,-3-3-12 16,2 3-3-16,-3 1-2 0,0-1-3 0,-2 3-7 15,0-1-7-15,-2 1-8 0,0 1-18 0,1 2-9 16,-1 2-2-16,1 2-13 0,2 0 1 0,-1 1-10 15,0 1-10-15,5 1-4 0,-3 1 3 0,2 1-3 0,2 2-7 16,3 2-1-16,1 0 0 0,0 1-20 16,4 0 18-16,2 4 6 0,-1-1-4 0,4-1-3 15,1 3-4-15,0-3 1 0,-1 3-2 0,2-2-6 16,1 0 0-16,2 1 9 0,-3-1-8 0,-1 2 3 0,0-2-11 16,-2-5-13-16,-1 2 17 0,4 5 2 0,-6-10-1 15,2 3 6-15,-4-3 3 0,4 0-10 16,-2-2-9-16,-1-1-11 0,-3 0-20 0,2-1-16 15,-3-4-15-15,0 0-12 0,4 6-30 0,-4-6-37 0,0 0-37 16,0 0-50-16,0 0-48 0,0 0-47 0,2-19-232 16,3 10-603-16,-2-1 267 0</inkml:trace>
  <inkml:trace contextRef="#ctx0" brushRef="#br0" timeOffset="9538.65">3314 2910 227 0,'-5'-7'313'0,"2"3"-6"0,-1-1-14 15,4 1-3-15,0 0-17 0,-3 0-29 0,3 4-21 0,-3-5-25 16,2 2-23-16,1 3-25 0,0 0-6 0,0 0-25 16,0 0-14-16,0 0-12 0,0 0-4 0,0 0-8 15,-1 14-12-15,2-8-3 0,2 4-9 0,-2 2-7 16,-1 1-4-16,3 1-1 0,1 2-8 0,0 4-2 15,-1-3-4-15,-1 0-6 0,2 1-1 0,-2 0-4 16,1-1 0-16,-1-1-2 0,0-2-2 0,1-1-4 16,-2-3 0-16,-1 2 1 0,0-1-6 0,0-5-1 15,3-1 3-15,-3 0 0 0,1-2 9 0,-1 2 2 16,0-5 3-16,0 0 8 0,7 1-3 0,-7-1-2 16,0 0 1-16,6-8-3 0,-3 3 6 0,4-1-2 15,-1-1-2-15,3-3 2 0,-2 1-3 0,1-1-5 16,-3 1-3-16,5 1-6 0,-2 1 1 0,-1-1 2 15,0 1-2-15,-3 2-1 0,2 0 10 0,0 1-12 16,-5 0-1-16,3 3-11 0,3 0 2 0,-7 1-4 16,10 0 5-16,-5 2-7 0,-1 2 1 0,2 3 0 15,-4-2 5-15,5 4-2 0,1 1 4 0,-5-1 2 16,5 1 6-16,-2 2-18 0,2-2-18 0,0 1-5 16,-4-3-9-16,4 1-13 0,-1-1-21 0,1-1-19 15,-1-2-28-15,1-1-27 0,-4 0-28 0,2-2-40 16,-1-2-30-16,-5 0-32 0,14-4-201 0,-9 0-520 15,-2-1 230-15</inkml:trace>
  <inkml:trace contextRef="#ctx0" brushRef="#br0" timeOffset="9788.62">3624 2838 181 0,'0'-5'252'0,"-4"-2"1"0,-1 4-11 0,2 0-9 16,2-2-21-16,1 5-16 0,-4-5-23 0,2 2-17 15,2 3-19-15,0 0-21 0,-5-2-9 0,5 2-12 16,0 0-7-16,0 0-10 0,-2 12-9 0,2-6-1 16,2 0-10-16,2 5-7 0,-1 0-4 0,-2 0-4 15,2 2-8-15,1 4 0 0,1-1-2 0,0 2-6 16,1 0 2-16,1 2-1 0,-3-3-7 0,-1 1 1 16,2 0-2-16,-1-1-3 0,-1-1-2 0,-2 1-2 15,-1-6-23-15,3 1-23 0,-2-1-32 0,-1 0-33 16,2-4-31-16,-2 1-36 0,0-1-32 0,1-4-24 15,-1 2-151-15,0-5-403 0,-1 5 178 0</inkml:trace>
  <inkml:trace contextRef="#ctx0" brushRef="#br0" timeOffset="9991.74">3601 2990 167 0,'-4'-3'268'15,"0"-3"2"-15,1-1 9 0,-2 4 0 0,2-1 6 16,0 0-9-16,2 0-21 0,1 4-24 0,-3-5-19 15,3 5-16-15,0 0-30 0,-1-3-21 0,1 3-17 16,0 0-9-16,0 0-11 0,0 0-13 0,0 0-8 16,0 0-7-16,23 7-4 0,-15-4-29 0,2 1-21 15,5-2-27-15,-3 0-31 0,3 1-41 0,-1 1-47 16,0 1-51-16,-1-4-71 0,-1 2-64 0,0-1-169 16,-5-2-516-16,1-2 229 0</inkml:trace>
  <inkml:trace contextRef="#ctx0" brushRef="#br0" timeOffset="10257.34">2846 2846 194 0,'0'0'439'0,"0"0"-10"16,0 0-24-16,0 0-30 0,-9-5-18 0,9 5-25 16,0 0-35-16,-2-4-17 0,2 4-28 0,-1-4-26 15,1 4-25-15,-3-6-17 0,3 6-23 0,-1-2-37 16,1 2-39-16,0 0-54 0,-3-4-72 0,3 4-63 16,0 0-66-16,0 0-84 0,0 0-72 0,0 0-254 15,0 0-628-15,0 0 278 0</inkml:trace>
  <inkml:trace contextRef="#ctx0" brushRef="#br0" timeOffset="11069.78">4321 2877 80 0,'0'0'260'0,"0"0"-26"16,-2-5-24-16,2 5-26 0,0 0-24 0,0 0-13 16,0 0-14-16,0 0-13 0,6 20-11 0,0-12-11 15,-1 4-11-15,0-1-10 0,3 6-5 0,3-1-8 16,-3 0-8-16,2 0-3 0,-1 1-3 0,2 0-3 16,1 0-7-16,0-1-1 0,-2 1-6 0,3-3-2 15,-3-2-2-15,-2-2 2 0,1 0-11 0,-1-1 4 16,-3-4-2-16,1 0 2 0,-2 1-3 0,0-2 30 15,0 1 25-15,0-3 29 0,-1 0 38 0,-3-2-16 16,0 0-10-16,0 0-6 0,13-7-6 0,-13 3 2 16,2-4 2-16,-1 1-7 0,0 1-4 0,3-6-1 15,-1-1-10-15,1-4-3 0,4 1 3 0,-4-2-25 16,2-1-6-16,-2-3-4 0,-1 4-5 0,4 0-7 16,-2 0-2-16,-2 1-1 0,2 2-7 0,1 5-5 15,-5-2-6-15,3 3 0 0,-4 4-13 0,1-1-25 16,2 1-40-16,-1 0-38 0,-2 5-37 0,2-6-13 15,-2 6-3-15,0 0-15 0,0 0-11 0,0 0-20 16,0 0-22-16,-4 19-2 0,1-13-17 0,2 1-7 16,1 3-7-16,-3 2-130 0,2-1-411 0,1-3 183 15</inkml:trace>
  <inkml:trace contextRef="#ctx0" brushRef="#br0" timeOffset="11430.65">4693 3073 97 0,'0'0'167'0,"0"0"6"0,12 0 2 0,-12 0-2 0,0 0-2 16,10-3-10-16,-6 1-3 0,0 0-11 16,3-1-6-16,-2 0-9 0,0 1-6 0,-1-2-7 15,0 0 4-15,0 1-3 0,-1-3-2 0,2 1-3 16,-2-1-1-16,-2 0 3 0,4 0 3 0,-2 1-1 0,-1 0-8 16,-1 0 8-16,0 1-17 0,1-2-9 0,-2 1 2 15,0 5-14-15,-2-7 6 0,2 7-18 16,-1-7-5-16,-2 5-10 0,-1 0-12 0,4 2 1 15,-11-1-10-15,11 1-5 0,-12 0 0 0,5 1-1 0,-1 3 4 16,1-2-14-16,-1 3-5 0,3 1 0 0,-1-4 1 16,-2 7 0-16,3-4-8 0,1 3 1 0,2-3 0 15,-2 2 8-15,3 0-11 0,2 0 3 16,-1 1 5-16,4-1-6 0,2 0 4 0,6 2-7 0,0-2 1 16,3-1-15-16,3 2-16 0,9-1-19 0,4 0-20 15,-11-2-21-15,12-2-27 0,-12-1-26 0,9-1-24 16,2 1-20-16,-9-2-21 0,9-4-20 0,-8 1-5 15,-1 0-9-15,0-3 8 0,0 2-127 0,-2-1-386 16,-2-1 170-16</inkml:trace>
  <inkml:trace contextRef="#ctx0" brushRef="#br0" timeOffset="11893.87">5146 3073 1217 0,'10'-3'-90'16,"-1"-3"33"-16,-3 1 37 0,-2 0 29 0,-1-1 27 15,-1-1 38-15,0 2 26 0,-2 0 19 0,-2 0 18 16,0-2 7-16,-1 4 5 0,-3-1 4 0,2-1 4 16,-4 2-1-16,4-1-4 0,-3 2-7 0,2-1-8 15,-4 1-15-15,0 2-12 0,4-1-10 0,-5 1-11 16,10 0-10-16,-12 4-6 0,5-1-8 0,-1 2-6 15,4-2-6-15,-3 3-5 0,4-1-6 0,-3 1-2 16,2 1-1-16,2 1-8 0,-1 0 2 0,2 0-1 0,1 1-4 16,0 0 11-16,1 1-16 0,2 0-5 15,3-2-7-15,3 2 5 0,1-2-12 0,-1 0-3 16,5 0-17-16,-2-1-16 0,7-2-13 0,-1 0-12 16,2-1-22-16,3-2-18 0,-5-4-12 0,4 0-12 0,-3 1-13 15,-2-5-10-15,2 0-3 0,-2-4-9 0,2-2-17 16,-6 0-3-16,1-5-1 0,-3 0 3 15,0-2 5-15,-3-5 3 0,0-3 19 0,-7 6 14 16,4-7 34-16,-5 2 38 0,-2 6 47 0,1 1 33 0,-2-1 30 16,-1 2 34-16,4 1 28 0,-6 0 20 0,4 4 11 15,2 1 10-15,-3 0 14 0,2 2 8 0,-2 0 4 16,2 2 8-16,-2 0-9 0,3 3-12 16,0 0-11-16,-1 1-17 0,1 4-21 0,0-6-8 0,0 6-17 15,0 0-22-15,0 0-5 0,0 0 1 0,0 0-8 16,0 0-9-1,4 13-9-15,-3-6 3 0,4 5-6 0,-2 1 5 16,0 4-11-16,-2 0 0 0,2 1-10 0,2 2 4 16,-3 2-1-16,3 4-3 0,-2 0-3 0,2-6-13 0,-1 1-8 0,-1-1-17 15,1 0-5-15,-1 0-14 0,-3-2-15 16,4-5-5-16,-1 3-16 0,1-2-8 0,-3-2-12 16,3-3-23-16,-4 1-23 0,1-4-17 0,2 1-12 15,-3-1 2-15,0-4-28 0,0-2-33 0,0 0-198 0,0 0-464 16,0 0 206-16</inkml:trace>
  <inkml:trace contextRef="#ctx0" brushRef="#br0" timeOffset="12612.56">5330 2929 134 0,'0'0'192'0,"0"0"-16"0,0 0-20 0,0 0-17 15,0 0-14-15,0 0-14 0,0 0-7 16,0 0-8-16,0 0-3 0,23 5-11 0,-16-3-3 0,5 2-12 15,0 0-4-15,1 1-7 0,1-1-6 0,6 2-5 16,0 0-1-16,3-1-9 0,-4-1 0 0,4 1-1 16,0-2-4-16,-1 0-3 0,0-1-4 0,0 0-6 15,-2 1 1-15,1-3-3 0,3 1-3 0,-13-1-7 16,4-1 1-16,-6 1-1 0,-2-2-2 0,1 1-1 16,-4-1 1-16,3 0-3 0,-6-1 1 0,-1 3 1 15,5-6-4-15,-5 6 9 0,0 0 9 0,-9-9 7 16,5 5 1-16,-3 4 5 0,-1-5 6 0,-1 1-2 15,1 3 9-15,-1 0-1 0,0-2-3 0,-2 2 4 16,1 1-8-16,1 1-6 0,-2 1-2 0,4 0-5 16,-2-1-4-16,2 3 2 0,0 1-5 0,2-1 1 15,1 0 0-15,-3 4 1 0,4-2-3 0,2-1-1 16,1 3 0-16,0-1 2 0,4 1-6 0,1 0 4 16,1 1 1-16,1-2-2 0,1 1 1 0,2 1 0 15,0-3-4-15,4 1 1 0,-3-2-6 0,2 1-4 16,1-2-1-16,-3-1-2 0,1 0 5 0,-3 0-2 15,0-1 0-15,-1-2 2 0,4-2-1 0,-4 0 4 16,-1-1-1-16,-3 0-1 0,-1 1 0 0,1-3 1 16,3 1 1-16,-3-1 5 0,0 0-1 0,-1 0 8 15,-2-2 0-15,3 2 4 0,-4-1 3 0,1 1 13 16,2 0 2-16,0-1 2 0,-2 2 4 0,3-1-6 16,-1 2 0-16,-2-3-6 0,2 2-2 0,-2 2-6 15,3-1-3-15,-4 3 9 0,9 0-4 0,-9 0-11 16,9-1-3-16,-9 1-2 0,11 3-1 0,-3-1 1 15,-1 2-1-15,2 0-3 0,-3 1 0 0,5 0-1 16,1 0 6-16,-4 1-8 0,0 1 0 0,2-1-3 16,-1 1-1-16,0-1 9 0,-4 1-7 0,1-1-1 15,-1-1-1-15,-1 0-2 0,0 0-3 0,0 0 2 16,-4-2 3-16,3 1 0 0,-2-1 3 0,1 0 7 0,-2-3 22 16,2 5 25-16,-2-5 31 0,0 0 9 15,0 0 17-15,0 0 12 0,0 0 17 0,0 0-6 16,0 0-2-16,-8-15-4 0,8 10-1 0,-4-1-3 15,3-2-9-15,-2 0-6 0,2-1-6 0,1-2-9 0,-2 1-9 16,4-1-9-16,-2 0-8 0,5 0-11 0,-5 3-8 16,1 2-16-16,4-5-20 0,-3 5-34 0,4 0-36 15,-2-1-49-15,1 2-47 0,-2 1-50 16,1 3-44-16,3-2-55 0,-4 0-76 0,-3 3-298 0,8 0-728 16,-8 0 323-16</inkml:trace>
  <inkml:trace contextRef="#ctx0" brushRef="#br0" timeOffset="14733.69">6763 573 292 0,'2'-4'313'0,"-2"4"-12"0,0-5-20 0,0 5-24 0,0-4-21 16,0 4-26-16,0 0-28 0,0 0-15 16,0 0-21-16,0 0-7 0,0 0-13 0,1 14-15 15,-1-5-10 1,0-3-4-16,4 6-12 0,-4-3-4 0,2 2-10 15,-1 2-7-15,-1 0-10 0,4 0 2 0,-3 0-9 16,1-1-1-16,-1 1-8 0,2 0-1 0,-2 0 0 16,2-2-5-16,-3 6-4 0,1-7-25 0,-1-4-25 15,3 4-20-15,-2-4-21 0,1 2-19 0,-2-2-31 16,0 0-35-16,0-1-44 0,1 2-45 0,2-2-33 16,-3-1-142-16,0-4-446 0,0 0 197 0</inkml:trace>
  <inkml:trace contextRef="#ctx0" brushRef="#br0" timeOffset="15014.92">6766 524 157 0,'0'-4'288'0,"4"-1"-24"0,-1 0-13 0,-2 1-20 16,2-1-23-16,-2 3-19 0,-1 2-20 16,6-7-15-16,-2 4-22 0,3 0-9 0,-1 0-14 15,0 1-14-15,2-1-6 0,3 2-11 0,1 0-4 16,3 1-6-16,-4 0-6 0,0 0-10 0,5 2-16 0,-2-2-20 16,-3 1-29-16,2 1-16 0,1 0-21 0,-2-1-29 15,1 3-18-15,-3 0-17 0,1 0-33 16,-5-1-25-16,1-1-11 0,-1 2-8 0,-2 0-104 15,-1-1-321-15,0 2 142 0</inkml:trace>
  <inkml:trace contextRef="#ctx0" brushRef="#br0" timeOffset="15233.65">6780 711 167 0,'0'0'259'0,"0"0"-17"0,0 0-21 0,0 0-21 0,0 0-23 16,0 0-13-16,16-5-19 0,-8 3-13 16,-1 0-14-16,1 1-11 0,6-2-8 0,-2 2-13 15,3 0-10-15,-1 0-10 0,3 1-19 0,-3-2-39 16,5 1-36-16,-5 1-31 0,0 1-45 0,-3-1-40 16,4 0-33-16,-1 2-124 0,1-1-325 0,-6-1 144 15</inkml:trace>
  <inkml:trace contextRef="#ctx0" brushRef="#br0" timeOffset="15624.25">7107 703 35 0,'0'0'252'15,"0"0"-21"-15,0 0-26 0,0 0-22 0,0 0-19 16,0 0-21-16,0 0-9 0,-9 8-17 0,4-4-10 15,2 0-17-15,0 1-7 0,-1-2-6 0,4 4-6 16,-3-1-8-16,1 1-7 0,0 1-1 0,1 2-9 16,1-4 0-16,0 6-1 0,1-7-5 0,3 6-2 15,3-2-5-15,-1 3 0 0,3-5-4 0,1 0-5 16,-1-1 3-16,6-1-3 0,-4 0-4 0,1-2-9 16,3-1-8-16,-1-1-2 0,-2-1-4 0,2 1 1 15,-4-6-3-15,1 3 2 0,-1-3 0 0,-1-1-1 16,-3 0-3-16,-3-2 0 0,-1 0 3 0,-2 0 0 15,0 0-1-15,0 0 4 0,-2 0 2 0,-1-1 7 16,-1 1 8-16,-3 1-2 0,0-1 1 0,2 0-3 16,-2 3 1-16,-2-1-7 0,3 2 1 0,-5-1-3 15,4 1 1-15,-2 2 1 0,3 0-7 0,0 2-9 16,0-2-18-16,6 2-13 0,-13 4-29 0,7-4-29 16,6 0-29-16,-1 5-33 0,1-2-30 0,0-3-112 15,4 6-328-15,-4-6 145 0</inkml:trace>
  <inkml:trace contextRef="#ctx0" brushRef="#br0" timeOffset="16311.7">7601 700 219 0,'0'0'254'0,"-7"-7"-15"15,7 7-11-15,-8-4-14 0,6 3-15 0,2 1-19 16,-4-4-15-16,4 4-17 0,-6-2-15 0,6 2-20 16,-8-3-5-16,1 2-13 0,3 0-11 0,4 1-8 15,-11 2-11-15,4-1-5 0,2 1-9 0,-2 0-4 16,-1 0-5-16,1 2-3 0,0 2-2 0,-1-1-9 16,-1 0-2-16,3 0-6 0,-1 1 4 0,-2 2-7 15,2 1 5-15,3-3-6 0,1 5 0 0,2-5-2 16,-1 3 2-16,2-2-2 0,3 4-2 0,-1-3 3 15,0 1-5-15,7 1 6 0,-3-1-7 16,4-2 3-16,-2-1-12 0,5 0-8 0,0 0-7 0,-1-1-16 16,3-3-4-16,-1-1-5 0,1 1 1 0,-2-4-6 15,2 0 1-15,0-1 3 0,-1-2 4 0,-5 0 6 16,2-1-6-16,3 0 12 0,-9 1 5 0,5-2 0 16,-3-1 5-16,-4 4 10 0,6-2 10 15,-5-1 16-15,0 3 8 0,-1-2 1 0,-1 0 15 16,0 1 3-16,-1 3 9 0,-1-3-8 0,3 1-4 0,-3 4-4 15,0-5-9-15,0 5-6 0,0-5-8 0,0 5-2 16,0 0-5-16,0 0 1 0,0 0-5 0,0 0 3 16,0 0-6-16,0 0 1 0,0 0-3 15,4 16 2-15,-4-16 2 0,0 13-3 0,1-4 3 16,-1 0-5-16,4-2 4 0,-1 1 0 0,2 2-1 16,0 0-3-16,-1-1 0 0,1 1 3 0,2-3-5 0,1 0-1 15,0-1-7-15,-1 0 1 0,2-1-9 0,1-3-3 16,1 1 2-16,1-3-8 0,-4 1 3 0,1-1-3 15,-9 0 5-15,23-6-3 0,-14 3 3 16,2-5 0-16,-1 1 5 0,-2-1-2 0,1 0 5 16,-2-2 7-16,-3 0-6 0,2 1 6 0,-2-1 9 15,0 0 14-15,-3-1 5 0,4 0 15 0,-5 3 12 0,2 2 5 16,-2-2 12-16,1 1-9 0,-1 1-5 0,-1 0-7 16,-1 2-6-16,1 0-6 0,1 4-5 15,-4-6-14-15,4 6-9 0,0 0-14 0,0 0-15 16,0 0-17-16,-11 10-11 0,7-5-4 0,0 1-25 15,1 1-18-15,0 1-17 0,2-1-31 0,0-1-27 0,1 2-27 16,1 1-25-16,-1 0-131 0,1-4-385 0,4 5 172 16</inkml:trace>
  <inkml:trace contextRef="#ctx0" brushRef="#br0" timeOffset="16733.63">8243 761 276 0,'0'0'284'0,"0"0"-9"15,0 0-10-15,0 0-17 0,0-5-17 0,0 5-6 16,0 0-26-16,0 0-10 0,0 0-22 0,0 0-14 16,0 0-17-16,0 0-14 0,0 0-17 0,0 0-8 15,0 0-14-15,0 0-5 0,0 0-10 0,0 0 1 16,0 0-20-16,0 0-5 0,0 0-5 0,0 0-3 15,-16 10-4-15,16-8-7 0,0-2-2 0,-3 10-6 16,3-8 2-16,0 3 3 0,2 2-8 0,-1-1 4 16,3 0-5-16,0 1-1 0,3-1-3 0,1 2 6 15,-3 0-6-15,5-1-3 0,-3 1 1 0,2-1-2 16,-5-2 2-16,2-2-6 0,1 2 3 0,-2 0-3 16,-1-3-1-16,-4-2 2 0,7 6 1 0,-3-3-3 15,-4-3-1-15,0 0 4 0,0 0 1 0,0 5 2 16,0-5 2-16,0 0 2 0,-14 4-1 0,14-4 4 15,-12 4-11-15,12-4 10 0,-12 0-3 0,2-2-1 16,-2 5-2-16,12-3-3 0,-18 0 0 0,5 0-18 16,6 0-20-16,-1 1-27 0,-1-2-21 0,9 1-28 15,-13 2-27-15,8 1-30 0,5-3-49 0,-11 4-38 16,11-4-198-16,-4 6-489 0,3-2 216 0</inkml:trace>
  <inkml:trace contextRef="#ctx0" brushRef="#br0" timeOffset="18605.72">9034 558 205 0,'1'-3'248'15,"2"0"-7"-15,-3 3-17 0,0 0-15 0,2-4-20 16,-2 4-19-16,0 0-25 0,4-2-18 0,-4 2-15 16,0 0-14-16,0 0-8 0,0 0-13 0,-4 13-8 15,7-8-7-15,-6 2-8 0,3 4-4 0,0-5-4 16,-2 7-6-16,-1-3 0 0,3 4-4 0,-1-1-6 16,1 0 0-16,0 0 2 0,-2-2-9 0,-1 3 1 15,3-2-4-15,0 1-1 0,-1-1-4 0,2 0 0 16,-2-1 3-16,2 1-4 0,2-3 1 0,-3 0-5 15,2-2 5-15,-2 1-4 0,-2-3 5 0,4 0-6 16,-2-1 1-16,1 2-1 0,-1-4-6 0,3 2 5 16,-3-4-4-16,2 5 5 0,-2-5-3 0,0 0-2 15,0 4-4-15,0-4-11 0,0 0-11 0,0 0-7 16,0 0 3-16,0 0-2 0,0 0 1 0,10-8 0 16,-10 8 6-16,2-5-3 0,0 1 3 0,-2 4 5 15,0-6-4-15,0 6 6 0,0-4-1 0,0 4 3 16,-2-5 1-16,2 5 2 0,-1-5 1 0,0-1 0 15,1 6 2-15,-3-2-3 0,3 2 5 0,0 0 4 16,-3-5-7-16,3 5 11 0,0 0-10 0,0 0 4 16,0 0-5-16,0 0 4 0,0-5-4 0,0 5 5 15,0 0 0-15,0 0-2 0,0 0 4 0,0 0-6 16,0 0 4-16,-1-4 1 0,1 4-7 0,0 0-9 16,0 0-7-16,0 0-1 0,0 0-23 0,0 0-4 15,8-3-13-15,-8 3-6 0,0 0-6 0,0 0-1 16,0 0 5-16,7-4-2 0,-7 4 12 0,4-6-5 15,0 2 10-15,-1-1 3 0,1 2 6 0,-3-3 12 16,2 1-4-16,-2 0 9 0,2 0 11 0,0 0 9 16,-2-3 1-16,1 1 15 0,2 0-3 0,-3 0 17 15,3 0-5-15,0-2-4 0,-4 1 12 0,4-2 2 16,-3 1 4-16,2-1-4 0,0-2 8 0,1 2 5 16,-3 0 7-16,1-2 4 0,-1 3 6 0,-1-1 5 15,-1 2 4-15,1 1-9 0,0 0 12 0,0 1 6 16,0-2 11-16,-2 3-6 0,2 0-5 15,0 1 1-15,0-1-3 0,0 5-8 0,0-8-8 16,2 6 0-16,-2 2-7 0,1-5-1 0,-1 5-3 0,0-4-5 16,0 4-6-16,0 0-6 0,0 0 1 0,0-5-7 15,0 5 4-15,0 0-13 0,0 0 1 0,0 0-8 16,0 0 1-16,0 0-8 0,0 0 5 0,0 0-7 16,0 0 5-16,0 0-3 0,-8 11 1 15,8-5-2-15,0 0 8 0,-1 1-5 0,-1 3 0 0,-1 1 1 16,1 1-4-16,-1 0 5 0,-1 2-4 0,3 3 1 15,-2 2 0-15,0-2 2 0,1 3 0 0,-3-3-2 16,1 2 4-16,0-1-3 0,1 3 2 0,-2-4-1 16,2 4 2-16,1-2-1 0,-1 3-1 15,3-3 2-15,-1-1-1 0,-1 1 3 0,4-1-4 16,-1 2 5-16,-1-3-6 0,3 0 8 0,-1-5-5 0,8 3 4 16,-5 1-2-16,1-3 0 0,1 2 1 0,-2-5 1 15,4 1 2-15,-3-2-5 0,5 2 5 0,-4-3-2 16,3 0 3-16,0-3-6 0,-2 1 5 15,3-3-3-15,-3 4 0 0,-1-5-1 0,0 2-18 16,2 0-9-16,-5-4-20 0,2 3-15 0,-2-1-21 16,-4-2-18-16,0 0-31 0,12 0-26 0,-12 0-35 0,0 0-17 15,0 0-152-15,7-7-389 0,-7 7 172 0</inkml:trace>
  <inkml:trace contextRef="#ctx0" brushRef="#br0" timeOffset="18965.08">8937 798 141 0,'0'0'288'0,"0"0"-25"0,0 0-21 0,0 0-25 16,0 0-19-16,12-6-23 0,-4 3-13 0,-1 2-20 15,1-1-11-15,6 1-21 0,-3 0-5 0,4 0-12 16,2 1-8-16,1 0-4 0,-4-2-14 0,6 2-5 15,-6 0-10-15,1 0-1 0,0 0-8 0,-2 2 0 16,-2-4-16-16,-3 4-32 0,3-1-36 0,-5-1-36 16,-6 0-43-16,11 1-45 0,-11-1-26 0,6 1-173 15,-6 2-393-15,0-3 174 0</inkml:trace>
  <inkml:trace contextRef="#ctx0" brushRef="#br0" timeOffset="20105.61">9069 546 179 0,'0'0'220'0,"4"-5"-18"0,-3 1-23 0,3 2-16 15,2-2-20-15,-2 2-11 0,0-1-15 0,4 2-12 16,0 0-11-16,0 0-12 0,-2 1-5 0,2 0-16 15,-1 1 0-15,0 0-15 0,-1 0 1 0,1 3-6 16,0-1-7-16,-2 2 0 0,1-1-4 0,-2 0-3 16,2 1-11-16,-4-1 5 0,5 1-9 0,-3 1 3 15,0-2-2-15,-3 1 2 0,4 2-2 0,-4-4-8 16,0 1 3-16,-1 0 0 0,2 3 5 16,-2-7 1-16,1 5-9 0,3-4 4 0,-4-1-6 0,0 5 2 15,3-1 0-15,-3-4 2 0,1 4 1 0,-1-4-3 16,4 4 4-16,-4-4-2 0,0 0 5 0,0 0-3 15,0 0 15-15,0 0 9 0,0 0 6 0,0 0 0 16,0 0 1-16,0 0-6 0,0 0-9 0,0 0 3 16,11-8-3-16,-11 4 1 0,0 4-1 15,4-5-6-15,-2 1-3 0,-2 0-2 0,1-1-1 0,0 1 1 16,2 0-1-16,-3-2 0 0,1 1 5 0,1 2-6 16,-2 3 0-16,0-7 0 0,-2 2 0 0,2 5 1 15,0-7-2-15,0 7-5 0,-1-5-4 0,1 5 0 16,-3-5 0-16,3 5 0 0,-4-4-3 15,4 4-3-15,-4-3 6 0,-1 1-2 0,-1-1 0 0,6 3 0 16,-9 0-3-16,1 0 0 0,8 0 0 0,-14 0 3 16,5 1-15-16,2 1-3 0,-2 1-14 0,1-2-17 15,0 3-15-15,-3-2-36 0,4 2-40 0,1-2-45 16,0 4-189-16,1-2-404 0,-2-2 179 0</inkml:trace>
  <inkml:trace contextRef="#ctx0" brushRef="#br0" timeOffset="22265.52">6933 1121 21 0,'-8'1'129'0,"8"-1"-6"0,0 0-5 15,-8 0-2-15,8 0-16 0,0 0-4 0,-8 1-3 16,8-1-6-16,-7 3-10 0,7-3-5 0,-7 1-9 16,7-1-7-16,-7 2 5 0,7-2-19 0,0 0-1 15,-6 1-1-15,6-1 10 0,-7 2-5 0,7-2-2 16,-7 0-2-16,7 0-2 0,-7 2 1 0,7-2-2 15,-7 1 6-15,7-1-7 0,-6 1 5 0,6-1-6 16,-8 0-3-16,8 0-2 0,0 0-1 0,-10 0-6 16,10 0 3-16,0 0 1 0,0 0-4 0,-11 1 5 15,11-1-7-15,0 0 1 0,-5 0-3 0,5 0-7 16,0 0 5-16,0 0-1 0,0 0-5 0,0 0 1 16,0 0-8-16,-7 2 4 0,7-2-2 0,0 0 3 15,0 0-6-15,0 0 7 0,0 0-3 0,0 0-3 16,0 0 2-16,0 0-1 0,0 0 3 0,0 0-6 15,0 0 7-15,0 0 0 0,0 0 5 0,0 0 4 16,0 0 0-16,24 1-2 0,-17-1-3 0,4 1 5 16,-1-1-7-16,2 0 4 0,4 1-2 0,2 1-3 15,-2 1 0-15,2-3-4 0,2 2 4 0,-1 1-2 16,3-5 3-16,0 4-4 0,-2-1 9 0,2 1 7 16,-3-2-2-16,0 2 5 0,0-2-5 0,1 1 1 15,-2-1-3-15,3-1-2 0,-1 2 0 0,-6 0-3 16,5-2 1-16,-6 1-1 0,4-1-2 0,-5 2 1 15,4-1-6-15,-1 0 1 0,3 0-1 0,-3 0-2 16,-2 0-3-16,2 0 4 0,0 2-3 0,2-2 1 16,0-1 5-16,-3 2-12 0,1-1 6 0,-3 2 2 15,0-2-1-15,2 0-3 0,-2 1 2 0,2-1 6 16,-2 0-8-16,1 1-2 0,1 0 2 0,-3-1-2 16,1 0 1-16,-1 3-2 0,1-4-1 0,1 4 6 15,-4-3-5-15,2 0 0 0,-1 2 4 0,-1-3-6 16,3 1 6-16,-1 0-3 0,2 0 1 0,-1 0 2 15,-4 0-1-15,0-1-2 0,0-1 7 0,4 1-8 16,-3-1 3-16,3 1 0 0,-1 0-2 0,-3 1 0 16,1-1 1-16,-3 1-2 0,3-2 2 0,1 2 0 15,-2-1-1-15,4 1-1 0,-2 0-2 0,2-1 3 16,2 1-2-16,-4-1 3 0,0 2 3 0,1-2-6 16,4 1 1-16,-6 0-2 0,2 0 3 0,1 1-1 15,-2-1 3-15,2 0-1 0,1 0-2 0,-1 1 3 16,0-2-3-16,2 2 8 0,-3-2-8 0,2 0 2 15,1 2 2-15,-4-4-3 0,4 3-2 0,0-2 3 16,-2 2 0-16,-1 1-3 0,4-3 1 0,-3 2 6 16,2 0-5-16,-2 0 0 0,-1-2 0 0,4 1 1 15,-3 1-2-15,0 0 1 0,-1-2-2 0,2 4 1 16,0-2 1-16,-2 0-2 0,1-2 2 0,0 2 0 16,1 0 2-16,-3 2-1 0,4-4-3 0,-2 2 3 15,-4 0-2-15,5-2 0 0,-4 2 1 0,2 0 0 16,0 2 0-16,1-2-1 0,-2 2 3 0,1-1-6 15,1-1 3-15,0 0 3 0,-2 0-3 0,3 2 0 16,-3-4 3-16,3 2 1 0,-2 0-1 0,0 0-2 16,4 0 0-16,-4 0 1 0,2 0-2 0,1-1 1 15,-4 1 2-15,2-2-1 0,-1 2 2 0,4-2-2 16,-6 2 0-16,5 0-4 0,-1-3 0 0,0 2 6 16,0 1-9-16,-3-1 9 0,1 1-3 0,-2-3 3 15,1 3-2-15,-2-1 1 0,3 1-2 0,-3-1-1 16,0 1 0-16,-1 0 0 0,2 0 1 0,1 0 1 15,-2-1-2-15,-1-1 1 0,1 2-1 0,-8 0 0 16,14 0 4-16,-6 2-4 0,0-2 2 0,2 0 0 16,-2-2-4-16,4 2 3 0,0 0-2 0,-5 0 1 15,5 0 2-15,-4 0 2 0,1 0-4 0,4 0 0 16,-3 0 5-16,2 2-8 0,0-2 6 0,-1 0-3 16,3 0 1-16,-2 0 0 0,-1 0-1 0,2 1 3 15,-2 1-3-15,4-2 2 0,-5 0-4 0,2 2 1 16,-1-1 4-16,-3 0-6 0,0-1 4 0,-1 1-1 15,4-2 4-15,-4 1-2 0,-7 0-5 0,12-1 7 16,-5 1-3-16,-7 0 0 0,11 0 1 0,-11 0 0 16,9-1 5-16,-6-1-5 0,-3 2 4 0,0 0-1 15,12 0 16-15,-12 0 1 0,0 0 1 0,0 0-2 16,0 0-3-16,8 0 0 0,-8 0 0 0,7-1-6 16,-7 1 3-16,6-2-2 0,-6 2-4 0,10 0-2 15,-7-2-1-15,-3 2 4 0,8-2-6 0,-8 2 4 16,10 0-3-16,-10 0 4 0,12 2-3 0,-8-4-3 15,-4 2 2-15,8 0-1 0,-2 2 1 0,-6-2 3 16,9 0-4-16,-9 0 0 0,0 0-3 0,7 2 3 16,-7-2-3-16,0 0 3 0,0 0-2 0,11-4-1 15,-11 4 1-15,0 0-2 0,0 0 5 0,0 0-6 16,0 0 5-16,6 0-5 0,-6 0 3 0,0 0-5 16,0 0-6-16,0 0-13 0,0 0-19 0,0 0-23 15,0 0-29-15,6 2-46 0,-6-2-46 0,0 0-71 16,0 0-130-16,3-6-417 0,-3 6 185 0</inkml:trace>
  <inkml:trace contextRef="#ctx0" brushRef="#br0" timeOffset="34552.1">6662 2801 66 0,'1'-8'286'0,"0"3"0"0,-1 0-12 0,3 1-8 15,2-1-3-15,-5 5-8 0,0-7-11 0,0 3-5 16,0 4-10-16,0-5-14 0,0 5-20 0,-1-5-15 0,1 5-21 16,0 0-8-16,0 0-3 0,-16 5-13 15,6-2-7-15,-1 3-15 0,3 2-5 0,-2 3-6 16,-4 0-10-16,0 3-6 0,-1 1-7 0,3 0-5 0,-1 2-3 15,0-1-11-15,5 0-6 0,-2-2-8 0,-1 3 1 16,3 1-7-16,1 0-9 0,3-1 5 16,-1-1-8-16,4-2-1 0,2 4 0 0,1-5-4 15,3 2 2-15,3-3-4 0,3 3-3 0,2-2 5 0,2 0-6 16,6-2 2-16,0-1-1 0,9 1-2 0,-6-1-16 16,4-3-31-16,-5-3-18 0,0 1-24 0,-5 1-25 15,5-3-21 1,-3 0-25-16,0-2-25 0,-6 1-25 0,3-2-27 15,-6 1-13-15,-2-4-50 0,-1 2-24 0,0-2-208 16,-1 0-559-16,-3 2 247 0</inkml:trace>
  <inkml:trace contextRef="#ctx0" brushRef="#br0" timeOffset="34786.44">6943 2881 115 0,'0'-5'242'0,"1"3"-8"0,-1 2-18 16,4-5-19-16,-2 0-17 0,-2 5-19 0,0 0-20 16,0 0-16-16,0 0-11 0,0 0-12 0,0 0-6 15,2 12-14-15,0-4-9 0,-1 2-2 0,-1 0-5 16,4 3-5-16,-4 4-6 0,3-4-7 0,-3 4-3 16,0-2-1-16,1 1-6 0,-1 2-4 0,5 0-5 15,-4-4 0-15,-1 4-1 0,0-1-7 0,0-4 1 16,0-2-14-16,0-1-26 0,-1 3-32 0,-1-6-36 15,2-2-50-15,-4 3-42 0,4-6-191 0,-3 2-398 16,2-1 176-16</inkml:trace>
  <inkml:trace contextRef="#ctx0" brushRef="#br0" timeOffset="35177.05">6921 2807 142 0,'0'-3'266'0,"0"-3"-12"0,0 0-17 15,4 2-16-15,-2-1-20 0,2 1-19 0,1-1-19 16,-2 0-11-16,2 2-19 0,5-1-6 16,-2 0-17-16,2 1-12 0,0 1-13 0,0 2-7 0,5 0-7 15,-3 0-7-15,0 2-9 0,2-1-8 0,-2 3 1 16,2-2-7-16,-2 1-5 0,-1 2-6 0,2 0-4 15,-2 0 2-15,-2 1-5 0,1 1 6 0,0 1-12 16,-3 0-2-16,-4-2-2 0,5 0-3 0,-6 0 0 16,0 2-1-16,-2-2 2 0,1 4-2 0,-2-3-4 15,-2 1 1-15,-4-2 3 0,2 2-3 0,-5 0-2 16,3-1 4-16,-5 1-4 0,3-1-1 0,-4-1 3 16,0 0-4-16,1-3-1 0,-2 3 1 0,0-1 1 15,3 0-2-15,-3 1-6 0,1-2-11 0,4-1-23 16,-2 1-21-16,5 1-21 0,1-3-23 0,1 0-23 15,-1 1-26-15,2-1-26 0,3-2-36 0,8 7-139 16,-4-5-383-16,4-1 169 0</inkml:trace>
  <inkml:trace contextRef="#ctx0" brushRef="#br0" timeOffset="35630.14">7355 3001 213 0,'-1'-6'254'0,"1"1"-3"0,0 5-1 0,-5-7-8 16,4 5-13-16,-4 0-14 0,2-3-13 0,-2 1-16 0,2 1-15 16,-4 0-13-16,2 0-7 0,-2 1-10 15,0 0 0-15,-4 1-17 0,-2 2-15 0,0 1-15 16,1 3-11-16,1-2-12 0,0 1-5 0,-1 1-12 16,-3 1-7-16,6-1 0 0,-5 1-10 0,3 1-5 0,2 0-7 15,-1 3-16-15,2-3-2 0,1 0-9 0,0 1-9 16,3 0-7-16,-1-2-4 0,2 0-5 15,0 1-2-15,2-2 1 0,2 0 0 0,2-1-3 16,1-1-1-16,4 2-7 0,-1-3-6 0,4-1-3 0,4-1 0 16,-5 0 2-16,2-1-1 0,3-1 2 0,-2-3 3 15,-1 2 5-15,1-2 2 0,-2 0 0 0,2-2 7 16,-4-1 5-16,-1 3 5 0,1-1 12 0,-3-1 9 16,-1 1 12-16,-1 1 12 0,0-2 17 0,1 2 7 15,-2-1 8-15,0 1 9 0,-2 1 3 0,2 1-2 16,-3-1-4-16,0 4-8 0,4-5-7 0,-4 5-9 15,0-2-9-15,0 2-10 0,0 0-13 0,0 0 11 16,0 0-13-16,0 0-3 0,0 0 6 0,0 11-15 16,0-6-5-16,0 1-11 0,-1 0-6 0,1 2-10 15,0-1-12-15,1 0-9 0,-1 0-9 0,3 0-19 16,0 4-23-16,-1-4-29 0,4-1-25 0,-1-1-32 16,1 0-33-16,-1 1-167 0,2-2-429 0,-1-2 190 15</inkml:trace>
  <inkml:trace contextRef="#ctx0" brushRef="#br0" timeOffset="35958.24">7500 2981 75 0,'-2'-7'242'16,"4"4"1"-16,-2 3-7 0,-2-4-13 0,2 4-12 16,0 0-19-16,-1-6-18 0,1 6-16 0,0 0-18 15,1-4-13-15,-1 4-13 0,0 0-12 0,0 0-10 16,0 0-8-16,0 0-8 0,16 10-10 0,-10-10-7 15,-1 4-8-15,3 1-2 0,-2 0-5 0,3 1-5 0,1 0 2 16,-2 1-9-16,0 0-5 0,0 2-3 16,3-2-2-16,-7-1-10 0,2-1-7 0,-1 2 0 15,-1-1-6-15,-1-1 0 0,1 0-3 0,1 0 1 16,-2-1 0-16,-3 0 1 0,0 1 1 0,0-5 4 0,-4 3-1 16,4-3-4-16,0 0 4 0,-11 0 3 0,11 0 10 15,0 0 7-15,-14-6 7 0,10 4 4 0,-1-2 2 16,1-2-1-16,1 1-1 0,1 0-7 15,0 0-2-15,2-3-8 0,2 3-7 0,-1-1-16 0,7-2-22 16,0 1-22-16,3 0-20 0,-1 2-34 0,7-4-33 16,3 6-12-16,0-3-20 0,0 1-22 0,2 3-1 15,1 2-11-15,0 0-117 0,-1 0-348 16,2 1 154-16</inkml:trace>
  <inkml:trace contextRef="#ctx0" brushRef="#br0" timeOffset="36380.08">8002 2998 77 0,'0'0'114'0,"0"0"7"0,0 0 1 0,-14-11 7 16,8 9-5-16,-1-1-1 0,2 1-7 0,-5-2-9 16,-2 3-9-16,5 0-7 0,-5-2-4 0,1 4-14 15,0-2-5-15,-1 2-4 0,4 1-7 0,-2 0-8 16,1 2-2-16,1-2-5 0,-1 3-3 0,1-3-5 16,-1 4-6-16,3-2-3 0,1 1 6 0,-1-1-12 15,2 4 5-15,2-2 4 0,0 0-8 0,-3-2-1 16,5 1-4-16,1 2-1 0,-1-1-1 0,4-1-2 15,-2 0 1-15,3 2-9 0,2-4-6 0,-2-1-17 16,4-1-8-16,-3 1-8 0,7-2-1 0,-4-2-2 16,3 0-8-16,-2-2 3 0,1 1 1 0,0-2-1 15,-2-1 13-15,1 0-3 0,-1-4 7 0,-2 4 9 16,-3-2 12-16,3 2 22 0,-2-4 15 0,-1 4 23 16,-1 0 14-16,-2-1 14 0,2 1 15 0,0 0 3 15,-3 1 5-15,1 1-5 0,1 0-4 0,-1-2-9 16,-1 6-10-16,0-4-10 0,0 4-10 0,0 0-8 0,0-5-8 15,0 5-3-15,0 0-4 0,0 0-4 0,0 0-3 16,0 0 3-16,-7 15-11 0,6-11-3 16,1 1-5-16,-2 3-5 0,2-1-6 0,2-1-8 15,-1 1-11-15,-1 0-8 0,4 4-20 0,-2-3-17 0,2-2-13 16,1 1-16-16,3-2-34 0,-1 0-16 0,3 1-15 16,-2-3-25-16,3-1 3 0,-2 0-121 0,2-1-324 15,-2-2 144-15</inkml:trace>
  <inkml:trace contextRef="#ctx0" brushRef="#br0" timeOffset="38079.11">8129 3030 415 0,'5'-6'-13'0,"-2"0"24"0,0 0 20 0,0-2 32 16,-2 2 29-16,4-3 19 0,-2 3 19 0,-2 2 15 16,-1-3 4-16,2 4 9 0,-2-2-3 0,0-1 3 15,1 2-1-15,-1 4-7 0,0-5-15 0,0 5-12 16,-1-6-15-16,1 6-13 0,0 0-16 0,0-4-8 16,0 4-8-16,0 0 1 0,0 0-13 0,0 0-8 15,0 0-6-15,-2 13-6 0,2-13-1 0,0 11-7 16,2-7-5-16,-1 3 2 0,2 0-4 0,-2-1-6 15,2 0 0-15,0 1-5 0,0 0-5 0,-1 0-5 16,1-2-4-16,2 0 0 0,-1 1-4 0,0-2 0 16,1-2-1-16,0 1 0 0,1-1 4 0,-4-1 1 15,-2-1-1-15,0 0 1 0,15-2 1 0,-11-1 2 16,-1 1 1-16,2-1 0 0,0-1 1 0,-2-2-1 16,1 1 3-16,-1-1 3 0,0 0-1 0,0-1 1 15,1-1 4-15,-3 3 16 0,2-1-6 0,1 1-3 16,-4-2 2-16,2 4 3 0,1-2-3 0,-3 2-6 15,0 3-1-15,0-5-4 0,0 5-7 0,0 0 3 16,0 0-1-16,0 0-3 0,0 0-5 0,0 0 0 16,3 12-3-16,-4-6-1 0,2-1-10 0,-2 2-4 0,2-1 0 15,0 0-7-15,-1 0-4 0,5 0 5 0,-4 0-5 16,0-3-5-16,2 4-4 0,-3-4 6 16,4 2 11-16,-2-3-1 0,-2-2 2 0,5 3 6 15,-5-3 2-15,0 0 5 0,11-5-2 0,-7 2 9 0,0-1 1 16,0 0 11-16,-3-1 7 0,4-1 13 0,-1 2 6 15,-2-4 14-15,2 2 4 0,-1 0 7 0,1-1 6 16,0 2-1-16,-1 1-1 0,1-2 3 0,-1 1 4 16,-2 0 4-16,3 1-1 0,-1 0-5 0,-2 0-6 15,-1 4-6-15,1-4-3 0,-1 4-12 0,0 0-9 16,3-4-5-16,-3 4 1 0,0 0-1 0,0 0-6 16,0 0 7-16,0 0-14 0,4 16-5 0,-1-14-1 15,-3 5-3-15,6-2-2 0,-2 1-4 0,0 1-1 16,1 0-1-16,2 0-5 0,1 1-9 0,0-1-1 15,3-2-1-15,0 4-8 0,0-4-4 0,2 1-2 16,1-2-3-16,-2 0 1 0,3-1 0 0,0-2 4 16,4 0 3-16,0-1 5 0,-5 1 2 15,2-3 4-15,-2-2 1 0,1 2 0 0,-4-2 5 16,2-2 2-16,-5 0-3 0,2-1 7 16,-2-1 0-16,0 0 4 0,-2 0 4 0,-2 1 0 0,1-2 13 15,-2 2 1-15,-3 1 5 0,0 0 4 0,0 1-4 16,-4-3-4-16,1 3-2 0,1 0-4 0,-1 1-3 15,-3 1 0-15,-2 1-2 0,8 2 1 0,-13 0-2 16,6 1 3-16,-4 0-3 0,6 2 3 0,-5 2-4 16,4-1-1-16,1 2-1 0,-2 1 6 0,5-1-3 15,-1 0 1-15,-1 2 1 0,0-1 0 0,2 1 1 16,2 0-4-16,0 0 1 0,4-1 6 0,1 1-5 16,-4 0 2-16,9-1-6 0,-1 0-2 0,0-2-5 0,1 0-8 15,5-2-14-15,-3-1-8 0,6 1-17 16,-6-2-9-16,4-3-7 0,-2 2-6 0,1-3 1 15,4-2 2-15,-7 1-14 0,1-2 13 0,0 1 4 16,-2-3 8-16,0-1-5 0,-2-2 10 0,-1-3 7 0,3-1 10 16,-5 0-3-16,5-2 15 0,-6-1 1 0,3 1 10 15,-2-2 8-15,-2 0 16 0,1-2 31 16,-3 1 12-16,0 1 16 0,0-2 11 0,-1 4 6 16,-1 0 17-16,-1 0 14 0,2 3 2 0,-1 3-4 0,0 2 21 15,0 1 6-15,0-4-7 0,1 6-5 0,-1-2-3 16,0 4-15-16,0 2-18 0,0 2-8 0,-1-5-13 15,1 5-12-15,0-7-11 0,0 7-7 0,0 0-8 16,0 0 3-16,0 0-4 0,0 0-4 0,0 0-1 16,-7 12-4-16,6-7-4 0,-1 4-1 0,0 0-1 15,-1 1 0-15,2 0-5 0,0 2 2 0,-1 2 5 16,1 3-9-16,-2-1 0 0,3 0-1 0,0 2-2 16,0 0-4-16,1 1 3 0,1-2-3 0,2 1-4 15,-1-5-2-15,2 3-1 0,0 2-4 0,1-5-1 16,-1-2-1-16,4 0 0 0,-2-3-6 0,3 3-2 15,1-5-1-15,1 1-14 0,-1-2-3 0,5 0-1 16,-5-2-4-16,3 0 5 0,-1-3-5 0,-2-1 0 16,4-2-2-16,-2-2 4 0,-2 0-1 0,-1-1 3 15,3-3 6-15,-4 2 0 0,2-2 2 0,-3 2 4 16,-1-5 3-16,0 2 7 0,-2 1-2 0,-2 0 8 16,0 1 5-16,-2 2 12 0,3-1-1 0,-4 0 3 15,0 2-5-15,-4 0 1 0,3-1-4 0,-2 1-4 16,-1 3 5-16,-3 0-3 0,2 1-1 0,5 1-1 15,-14 3 0-15,7-1 2 0,-1 1 1 0,1 2 0 0,0 3-1 16,1-3 1-16,-2 2 1 0,2 1 1 16,1 1 0-16,0-1 0 0,0-1 1 0,5 1-3 15,-4-1 4-15,4 0 3 0,1 0-4 0,-1-1 3 16,3 0-2-16,2 2 4 0,0-4-2 0,0 0-1 0,6 1 1 16,0-3 0-16,0 1-3 0,2-1 1 15,1-1 3-15,1 0-1 0,-2-2-4 0,5 0 4 16,-4-1 0-16,-1-1-2 0,1 1-4 0,2-2 3 15,-5 2 3-15,4-2-2 0,-6 1-4 0,4 3 12 0,-6-3-10 16,2 3-1-16,-5-1 1 0,4 1 0 0,-2-2-3 16,-6 2 1-16,11 2-3 0,-11-2 0 0,8 2-2 15,-5 0 3-15,-1 1 1 0,1 2 2 16,0 0-1-16,-2 2 0 0,2-4 0 0,1 3 1 0,-3 1 0 16,3-3 1-16,-4 2 1 0,0-1-3 0,2-1 0 15,-2 0 0-15,0-4 3 0,1 6 2 0,-1-6 4 16,-1 5 0-16,1-5 6 0,-6 2 7 0,6-2 1 15,0 0 7-15,0 0 4 0,-12-8 6 0,8 3 0 16,1 0 0-16,-1 0-1 0,4 0 0 0,0-3-7 16,3 1 2-16,1-2-11 0,-1-2-7 0,5 2-12 15,1-1-14-15,4 0-14 0,4-3-13 0,1 2-12 16,0-1-13-16,2 4-1 0,10 0-2 0,-1 1 7 16,-6-1 0-16,-3 2 3 0,-1 2 3 0,-4 1 12 15,0-1 2-15,-3 3 4 0,-4 0 6 0,-1-2 11 16,-1 1 13-16,3 2 11 0,-9 0 8 0,8-3 4 15,-8 3-1-15,6-2-5 0,-6 2 1 0,0 0-4 16,0 0-1-16,0 0 0 0,0 0-3 0,0 0 1 16,-18-1-1-16,18 1 0 0,0 0 0 0,-13 2 2 15,7 0-3-15,1 0 0 0,0 1-2 0,0 0 4 16,1 1 0-16,4 0-2 0,-3 1 4 0,3 0-3 16,2 3 1-16,-2-3 3 0,1 2-1 0,3 0-2 15,1 1 3-15,0-2 2 0,0 3-5 0,1 0-2 16,-2-1 0-16,1-1 3 0,-1 0-1 0,0-1-1 0,-1-1-1 15,0-1 4-15,-2 2-3 0,2-3-2 16,-2 0-1-16,3 1 0 0,-4-1 2 0,0-3 1 16,-4 5-3-16,4-5-11 0,-8 3-11 0,2-3-27 15,6 0-25-15,-19-3-55 0,10-1-44 0,-3 1-203 0,-2 0-406 16,2 0 180-16</inkml:trace>
  <inkml:trace contextRef="#ctx0" brushRef="#br0" timeOffset="38375.96">9217 2683 83 0,'0'0'281'15,"0"0"-24"-15,0 0-26 0,14-5-18 0,-9 4-25 16,1 1-22-16,6-3-13 0,-1 3-15 0,1 1-14 16,0 2-11-16,0-2-11 0,1 0-11 0,0 0-9 15,0 3-7-15,-1-1-9 0,0-2-20 0,-2 2-37 16,0-2-37-16,1 2-49 0,-4-1-66 0,4-1-50 16,-6 2-137-16,1-3-357 0,-1 1 159 0</inkml:trace>
  <inkml:trace contextRef="#ctx0" brushRef="#br0" timeOffset="38907.16">9693 2561 211 0,'0'0'297'0,"0"0"-33"0,0 0-20 0,0 0-26 16,0 0-24-16,0 0-17 0,19 8-20 0,-7-2-13 15,-1 1-14-15,4 4-12 0,3-1-10 0,1 2-12 0,-4-1-6 16,5 5-12-16,-1-3-6 0,-5 0-7 0,2 3-10 15,-2-1-4-15,-2 0-7 0,0 0-2 16,-2 0-6-16,0 1-3 0,-1-1 2 0,-5-1-10 16,0 2 0-16,-3 2 1 0,-1 0-9 0,-1-1 0 0,-3 2 2 15,-7 1-6-15,3-1 3 0,-3 0-2 0,-6 5 9 16,-3-1-12-16,7-5 1 0,-6 3 2 0,2-5-5 16,-1 4-1-16,2-5 1 0,0-1 2 0,1 0-1 15,-1-1-1-15,2 0-11 0,6-4-25 0,-4 1-28 16,2-1-38-16,5 3-63 0,-2-5-74 0,2-2-218 15,2 0-484-15,3-1 214 0</inkml:trace>
  <inkml:trace contextRef="#ctx0" brushRef="#br0" timeOffset="48274.88">4127 3643 177 0,'0'11'181'0,"-5"5"-2"0,2-3-6 16,3-2-18-16,-4 3-18 0,4-2-3 0,-6 1-1 15,6 0-14-15,-3 0-13 0,0-1-7 0,0 0 4 16,-1 0-7-16,3 0-8 0,-5 2-12 0,4-4-2 15,0 2-11-15,-3-1-2 0,1-2 5 0,1 1-5 16,0 1-5-16,1-4-3 0,-1 3-6 0,2-4-4 16,-1 0-3-16,-1 0-7 0,2 0-2 0,1-1-1 15,-3 0-2-15,3 0-3 0,-2 0-4 0,3 0-2 16,-2-1 1-16,1 2-2 0,0-6-2 0,-2 7-1 16,0-6-1-16,0 3 0 0,2-4-1 0,0 6-2 15,0-6 4-15,2 3-1 0,0 1 3 0,-2-4 0 16,3 2 0-16,0 1 19 0,-3-3 7 0,8 2 3 15,3 2 1-15,-2-1-7 0,5-3-1 0,3 1-3 16,0-1 0-16,2 2-8 0,0-1-2 0,3-1-4 16,-1 0-1-16,1 1-2 0,-1-2-1 0,2 0-4 15,-3 1-1-15,-2 1 1 0,2-2-2 0,-6 1-1 16,-1 0-2-16,1 1 2 0,-2-2 0 0,-5-1-5 16,1 2-10-16,-2-1-9 0,-1-1-16 0,-5 2-21 0,10-3-29 15,-10 3-22-15,4-3-35 0,-4 3-35 0,0-4-54 16,0 4-218-16,0 0-481 0,-7-6 213 0</inkml:trace>
  <inkml:trace contextRef="#ctx0" brushRef="#br0" timeOffset="48696.72">4480 3890 19 0,'-6'-1'208'0,"6"1"-22"0,0 0-18 16,0 0-19-16,0 0-18 0,0 0-3 0,0 0-17 15,0 0-9-15,0 0-5 0,0 0-11 0,0 0-4 16,5 13 8-16,1-9-1 0,0-1-18 0,0 1 7 15,4 0-8-15,1 0-6 0,0-1-7 0,-2 0-6 16,3 1-7-16,-2-1 1 0,0 0-6 0,-4-2-5 16,1 1-1-16,0 1-4 0,-3-1-6 0,0 0 0 15,-4-2-5-15,8 3 2 0,-5-1-7 0,-3-2-3 16,0 0-2-16,1 3 6 0,-1-3-3 0,0 0-3 0,-4 7 0 16,0-4-1-16,-3 0 1 0,3 1 2 0,0 2-6 15,-3 0-1-15,2 0 5 0,-4 4-5 16,3-3 4-16,-1 2-15 0,0 0-18 0,-1 1-13 0,3-1-31 15,1 1-16-15,1 0-36 0,3-2-28 0,1 0-30 16,2-2-118-16,-2 0-322 0,6 4 142 0</inkml:trace>
  <inkml:trace contextRef="#ctx0" brushRef="#br0" timeOffset="50469">5195 3767 30 0,'0'0'321'0,"0"0"-9"0,0-6-19 16,0 6-8-16,0-4-14 0,0 4-18 0,0-4-22 0,0 4-26 15,0 0-22-15,0 0-22 0,0 0-20 16,0 0-26-16,0 0-18 0,0 0-8 0,0 0-10 16,0 0-11-16,0 16-4 0,0-9-4 0,1 1-5 15,-1 2-7-15,2 2-2 0,-2-2-9 0,0 1-1 0,0 3-2 16,0-2-6-16,0 1-3 0,-2 1-4 0,1-1-3 15,1 0 2-15,0 0-1 0,0-1-4 16,0 0-7-16,0 0-14 0,-4 0-12 0,8-3-12 0,-4 1-16 16,-4-4-12-16,4 2-21 0,0-1-25 0,0-2-35 15,0 1-42-15,0-1-39 0,4-2-42 0,-4-3-160 16,4 5-455-16,0-4 202 0</inkml:trace>
  <inkml:trace contextRef="#ctx0" brushRef="#br0" timeOffset="50718.98">5100 3742 239 0,'3'-6'219'0,"-1"3"-22"15,2-1-19-15,6 0-17 0,1 2-16 0,1 0-14 16,2 0-13-16,8-1-9 0,-2 2-11 0,-1-2-11 15,3 4-6-15,-2-2-7 0,-2 1-9 0,-2-1-5 16,2 2-11-16,2 2-3 0,-5-2-6 0,-1 0 0 16,-2 1-9-16,0 0-5 0,-4 1-14 0,1-1-33 15,0 0-34-15,-2 0-32 0,-3-1-41 0,3 1-33 16,-3 0-132-16,-4-2-316 0,0 4 140 0</inkml:trace>
  <inkml:trace contextRef="#ctx0" brushRef="#br0" timeOffset="51369.58">5203 3901 123 0,'0'0'234'0,"0"0"-18"0,0 0-13 0,0 0-18 16,19-6-21-16,-12 5-14 0,-1 0-19 0,2-2-7 15,4 1-16-15,-1 0-12 0,0 1-9 0,5 0-10 16,-4 0-4-16,3 1-13 0,-1-2-22 0,-2 1-23 0,3 2-24 0,-1-2-24 0,-2 1-22 15,-1 1-16-15,1-1-27 0,-4 2-9 16,-1-1 8-16,0 1 0 0,2 1 10 0,-6-2 10 16,1 3 13-16,-1 0 0 0,-2-1 10 0,1 0 10 15,-4 2-4-15,1 0 13 0,0 1 5 0,-2-1 12 0,0-1-1 16,2 1 5-16,-1 1 6 0,-2-1 8 0,2 0 10 16,0 0-2-16,1 1 14 0,0 0 0 15,-1-2 2-15,2-1-5 0,-1 3 4 0,2 0 4 16,-1-3 5-16,2 0-2 0,2 4 3 0,-1-2 0 0,2-2-6 15,2 0 0-15,-3-1 1 0,3 3-3 0,2-2-4 16,-1-3 2-16,0 1-8 0,1 0 1 0,0-1-2 16,-1-1-3-16,-1 0-4 0,0-1-6 0,-1 0-12 15,-2-2-2-15,2 0-4 0,-3 3 1 0,-2-4-1 16,-1 0 3-16,3-3 1 0,-6 5 10 0,3-3 12 16,-1 0 4-16,-2 1 13 0,2 1 16 0,-1-3-1 15,-2 2 20-15,1 2 8 0,2-2 12 0,1 2 8 16,-4-1 3-16,4 4-2 0,0-7-6 0,0 3-2 15,0 4-11-15,4-3-10 0,-4 3-3 0,5-3-3 16,1 2-10-16,-6 1-2 0,18 1-6 0,-9 0-3 16,2 3-2-16,3 0-5 0,-2 0-4 0,-2 1 0 15,3 1-4-15,-1 1 0 0,0-1-2 0,-1 1-1 16,0 0-5-16,1 1-2 0,-2-1-1 0,-3 3 1 16,-2-2-3-16,1-3-1 0,-1 3-1 0,-2-4-3 0,-2 1 3 15,1-1 0-15,0-2 4 0,-2 3 23 16,0-5 23-16,0 0 33 0,3 3 21 0,-3-3 19 15,0 0 10-15,0 0 27 0,0 0 1 0,0 0-7 16,0 0-17-16,0-14-5 0,1 12-25 0,-1-3-10 0,5-3-15 16,-4 3-26-16,7-5-14 0,0 0-39 0,-1 1-48 15,4-1-50-15,4-1-53 0,-6 3-57 16,10-2-70-16,3 1-66 0,-3 1-193 0,3 2-576 16,1 2 255-16</inkml:trace>
  <inkml:trace contextRef="#ctx0" brushRef="#br0" timeOffset="52150.88">6249 4043 129 0,'7'0'209'15,"5"0"-5"-15,1 1-21 0,-4-1-11 0,6-1-8 16,-3 1-19-16,3 1-12 0,0-1-13 0,3-3-9 16,0 2-10-16,-4-3-13 0,0 1-3 0,1 2-9 15,-3-3-6-15,-1 1 1 0,4-2 0 0,-1-2-6 16,-5 1 3-16,2-1 0 0,0-2 0 0,-3 3 7 16,2-5 0-16,-5 4 3 0,-1-5 2 0,0 6 7 15,2-5-1-15,-5 2 10 0,0 0-13 0,-1 1-8 16,-1 0-7-16,0 2-7 0,-5 1-2 0,1-2-10 15,-1 2-11-15,-2 0-5 0,-4 1-2 0,1 2-4 16,0-1 3-16,-5 3-2 0,5 0-2 0,-1 4-7 16,-2-2 1-16,5 3 1 0,-5-2-5 0,5 5-4 15,0-2-1-15,3 0-5 0,-2 0-2 0,2 0 7 16,2 1-10-16,1 0 1 0,3 1-1 0,2-1 2 0,0 0-3 16,5 4 3-16,3-4 0 0,3 2 0 15,1 0-3-15,8-2 0 0,-2 1-6 0,2-3-2 16,1-1-14-16,1 0-5 0,6 0-9 0,-9-3-9 15,1-1 4-15,-1-1 0 0,1-3-1 0,-6 1 6 0,-1 0-1 16,3-4 6-16,-3 1 5 0,-7 1-1 0,3-3 7 16,-2 1 6-16,-2 2 5 0,-1-1 4 0,-5 0 11 15,5-1 8-15,-6 1 4 0,0 1-3 16,0 0 8-16,-2 1-15 0,2 4-3 0,-5-9-1 0,2 5 1 16,-3 3 0-16,6 1-4 0,-10-2-1 0,10 2-3 15,-13 5 4-15,9-4-7 0,0 3-7 0,-3-1 5 16,2 2-2-16,4 2 2 0,-2-1-2 0,-1 1-1 15,3 1 0-15,-1-1 6 0,2-3-13 0,2 4-1 16,-1-1 3-16,3-1-10 0,0 1-5 0,-1-1 0 16,1-3-13-16,3 1-9 0,-1 0 3 0,1-2 0 15,0 0-3-15,1-2 5 0,-8 0 6 0,15-4 5 16,-5 0 2-16,1 0 2 0,-3 1 4 0,4-3 7 16,-4-2 5-16,0 3 22 0,2-3 13 0,-4-1 28 15,0 1 19-15,-2 2 19 0,0-1 28 0,-1 1-2 16,0 1 13-16,1-1 14 0,-4 1 15 0,5 1 2 15,-5-1-5-15,4 1-6 0,-4 2-7 0,0 2-10 16,3-5-10-16,-3 5-12 0,3-4-11 0,-3 4-15 16,0 0-9-16,0 0-9 0,0 0-13 0,0-4-20 0,0 4-26 15,0 0-8-15,0 0 0 0,0 0-7 16,0 0-13-16,2 14-14 0,1-10-17 0,-3 1-22 16,3 0-12-16,1 1-19 0,-1 1-15 0,1-1-13 15,5 1-21-15,-2 1-20 0,4-1-29 0,-3 0-23 0,4 0-17 16,-1-2-23-16,4-1-189 0,-2-2-500 0,3 2 221 15</inkml:trace>
  <inkml:trace contextRef="#ctx0" brushRef="#br0" timeOffset="52838.32">7166 3978 52 0,'8'-7'80'0,"-2"3"26"0,-1-2 18 0,-2-1 23 16,2 1 12-16,-1 1 9 0,-1 1 13 0,-3-3-3 16,0 2-3-16,-1 0-6 0,-1-1-8 0,-2 1-5 15,-1 1-10-15,1-2-2 0,-4 2-16 0,2 0-11 16,-2 1-8-16,0-1-16 0,-3 3-7 0,4 0-9 15,-2 0-9-15,-1 1-7 0,0 1-7 0,1 0-7 16,-2 2-4-16,3-1-2 0,1 2-1 0,-1 1-6 16,1 0-2-16,2 2-4 0,2-2-6 0,-1 1 12 15,1 1-10-15,2-1-2 0,1 1-3 0,0 0-5 16,2 4 2-16,1-4 7 0,4 0-11 0,1 3 9 16,3-4-18-16,1 1-8 0,6 1-12 0,-2-1-16 15,6-2-15-15,-3-1-14 0,4-2-20 0,-1-3-14 16,1 0-12-16,-1-2-12 0,-2-2 5 0,1 0-16 15,-2-1-8-15,1-4 23 0,3 2-16 0,-8-7 12 16,11-2-11-16,-13 3 10 0,0-4 12 0,2-4 10 16,-4 3 4-16,-4-10 24 0,-2 10 9 0,-1-3 28 15,-2 3 34-15,-1-1 29 0,-4-1 15 0,3 1 22 16,-4 3 21-16,0-1 16 0,1 6 7 0,-1-4 8 16,-1 4 4-16,1 4-10 0,0-4-10 0,0 5-10 15,-2 0-12-15,6 3-14 0,-4-1-10 0,-2 3-3 16,6 2-6-16,-7 0-2 0,7 0-9 0,-7 7 0 15,3 0-5-15,-3 3-4 0,5 2-3 0,1-1-4 0,-2 4 0 16,2 3-4-16,-2 1-3 0,3 1 3 0,3-1-5 16,-2 1 2-16,2 0-3 0,-2 0 0 15,2 0-1-15,3-2 0 0,-2 0 0 0,-2-1-1 16,3 0-1-16,0-5-1 0,-3 0 1 0,1-2-2 0,0 1 0 16,-2-5-3-16,2-1 1 0,0 0 3 0,-2 0 0 15,2 0 1-15,0-2 0 0,-3-3 0 0,6 1 0 16,-6-1 0-16,0 0 2 0,0 0 1 0,13-7-2 15,-12 2-1-15,5-2 0 0,-1-2 2 0,0 5-3 16,-1-2-4-16,3-3 3 0,-4 3 2 0,5 0-1 16,-5 0 2-16,3 1-1 0,0 1 0 0,-2 0 1 15,0 0-1-15,-1 0-3 0,1 3 7 0,-4 1-13 16,6-2-2-16,-6 2 3 0,10 1 1 0,-6 1-3 16,3 2 1-16,-5 0 1 0,3 3-2 0,-1-2 3 15,0 1-1-15,0 2-1 0,3-1 5 0,-1 1-4 16,-1 0 3-16,-1-2 0 0,1 0 1 0,-1-1 0 15,1 0 0-15,0-1-2 0,2 1 3 0,-4 0-1 16,5-3 3-16,-3 4-3 0,3-6-3 0,-1 0-17 16,1 0-32-16,-8 0-56 0,15-1-71 0,-1-4-68 15,-3 2-198-15,0-4-478 0,-3-1 211 0</inkml:trace>
  <inkml:trace contextRef="#ctx0" brushRef="#br0" timeOffset="53682.01">8356 3589 85 0,'4'-6'235'0,"3"-3"-4"0,-3 1-9 16,-3 2-12-16,5-2-4 0,-5 3-5 0,-1-1-9 15,2-1-4-15,-2 2-12 0,-2-2-18 0,2 1-14 16,-4 0-6-16,1 1-25 0,2 1-19 0,-3 0-9 16,1-1-4-16,-5 3-13 0,3 0-9 0,-4 1-5 15,4 1-10-15,-3 1-4 0,-2 3-4 0,5 2-2 16,-2 1-6-16,-1 2-2 0,4 1 0 0,-1 3 1 15,0 1-4-15,4 4-2 0,2 1 1 0,2 0 8 0,1 2-16 16,3 4 0-16,2-3 3 0,0-3-4 0,3 8-3 16,0-2 7-16,3-1-6 0,-1 0 0 15,-1 0-1-15,-2-7-1 0,0 2-3 0,-3-2-1 16,1 1 1-16,0-3 1 0,-2 2-2 0,-2-4 0 0,1-3 0 16,-2 1-1-16,1 1 2 0,-4-3-5 0,2 0-6 15,-2-4-13-15,2 2-11 0,-3-1-16 0,0-2-10 16,0 1-15-16,0 0-24 0,0-1-30 0,0-4-24 15,0 6-29-15,0-6-48 0,0 0-190 0,0 4-447 16,0-4 198-16</inkml:trace>
  <inkml:trace contextRef="#ctx0" brushRef="#br0" timeOffset="54525.7">8291 3795 55 0,'-1'-2'334'16,"1"2"-11"-16,-5-4-19 0,5 4-12 0,0 0-24 15,0 0-23-15,0-5-33 0,0 5-16 0,7-2-21 16,-7 2-18-16,21 0-16 0,-12 1-15 0,6 0-13 16,0 0-18-16,4 2-9 0,0 1-18 0,3-2-18 15,-5 2-21-15,5 3-17 0,-1-3-22 0,2 0-13 16,-4 2-15-16,1 0-10 0,3-2-20 0,-1-1-7 15,-4 3-3-15,5-3-3 0,-9-1 2 0,5 2 6 16,-6-4 1-16,-1 1 12 0,-1-2 3 0,1 1 6 16,-2-3 6-16,-4 1 6 0,2-2 11 0,-4-2 10 15,1 3 10-15,-2-1 17 0,-2-2 8 0,2-1 7 16,-3 2 11-16,-3-1 4 0,2-1-2 0,-1 1 6 0,0 1-1 16,-3-2 0-16,3 3-5 0,-2 1-4 15,-3-2-3-15,3 1-3 0,-3 0-1 0,-1 1-5 16,1 1-1-16,-1-1-5 0,1 3-3 0,-2-1 0 15,1 3-3-15,-1-2-3 0,3 4 1 0,-2 0-2 0,1 3 2 16,1-2 1-16,2 1-1 0,1 2-4 0,1-2 0 16,3 3-2-16,2 0 4 0,5 3 0 15,2 1-2-15,6 2-1 0,0-2-2 0,5-2 0 16,6 1-14-16,1-1-5 0,2-2-5 0,2-1-18 0,-4 0-14 16,2-6 2-16,0 1-7 0,1-3-6 0,-12 0 4 15,2-3 7-15,-1 1 6 0,-2-1 4 0,-3-4 4 16,-3 2 11-16,0 0 12 0,-5-1 7 15,0 1 3-15,-3-3 18 0,-1 1 5 0,-6 0 3 0,2-2 6 16,-4-1 14-16,0 2 1 0,-2-2-1 0,-4 2 5 16,3-1-6-16,-3 4-3 0,-1-4 2 0,1 3-2 15,-1-2-6-15,-2 4 1 0,5 0-2 0,-6 2-5 16,3 2 1-16,1-2-9 0,3 2 1 0,1 0 0 16,0 3-4-16,-2-2-2 0,2 2 1 0,1 1-2 15,1 1-2-15,2 1 1 0,0 0 0 0,2 1-1 16,2 2 1-16,-1-1-5 0,3-1 0 0,1 3-4 15,2-3-1-15,2 3-2 0,0-2-8 0,1-2-12 16,1 0-17-16,2-1-5 0,-1-2-10 0,1 0-5 16,3-1-5-16,-4-2 7 0,1 0 4 0,-1-2 1 15,2-1 17-15,-7 0-3 0,2-2 12 0,-2 0 16 16,-1-1 13-16,1-3 12 0,2 0 20 0,-7 3 13 16,5-5 16-16,-5 5 16 0,-1-2 7 0,0-1 12 15,0 5 10-15,0-5 0 0,0 3 2 0,0 1 8 16,-1 0-12-16,-2 1-8 0,3 4-13 0,0-6-7 15,0 2-10-15,0 4-14 0,0 0-12 0,0-5-8 16,0 5-4-16,0 0-6 0,0 0-3 0,0 0 0 16,0 15-4-16,4-8 12 0,-1 0-17 0,0-1 0 15,2 5-3-15,-1-4 2 0,4 4-6 0,-1-4-4 0,1 4-5 16,3-5-11-16,-1 3-16 0,1-1-20 0,2-2-28 16,-2 0-22-16,3-3-25 0,2-1-31 15,-4 0-26-15,3-2-31 0,-1-2-26 0,-4-1-174 16,1-2-452-16,0-3 200 0</inkml:trace>
  <inkml:trace contextRef="#ctx0" brushRef="#br0" timeOffset="55541.24">9293 3519 24 0,'-4'-3'167'0,"4"3"-11"15,-3-4-16-15,3 4-13 0,0 0-9 0,0 0-9 16,-13 5-4-16,10 1-10 0,-1 0-15 0,3-1 1 15,-1 6-11-15,-2-1-7 0,4 1-3 0,0 4-4 16,0 1-10-16,0 2 2 0,1-1-5 0,5 3-6 16,-2-1-4-16,-1 2 0 0,1-1-7 0,2-1-3 15,0-1 2-15,-2 2-3 0,3-4-4 0,0 1 1 16,-3-5-4-16,3 1 3 0,-2-1-12 0,1-3 3 16,-1 0-13-16,1-3-3 0,-1-2-2 0,-4 1-5 15,3-2-2-15,-1-2 4 0,-3-1-5 0,0 0-8 16,0 0 3-16,0 0 16 0,8-10-11 0,-9 4 6 15,-2 0-2-15,0-1 9 0,-1-5 19 0,-1 2 3 16,0-3 16-16,-1 3 13 0,2-2 8 0,-3 4 7 16,3-2 10-16,-1 4 9 0,-1 0 7 0,2-1 2 15,3 2 1-15,-1-1 5 0,0 2-8 0,0 0-1 16,2 4-1-16,-4-5-15 0,4 5-15 0,0-4-1 16,0 4-7-16,0 0-4 0,0 0-11 0,0 0 2 15,21 6-5-15,-12-3-1 0,3 4-2 0,-1-4-5 16,4 4-1-16,-2-1 3 0,4 2-14 0,0-2-9 15,0 1-11-15,2-1-6 0,-1 0-5 0,1-1-7 16,-4 0-3-16,-2 0 2 0,-2-3 2 0,4-1 3 16,-5 0 2-16,-2-1 1 0,0-1 3 0,0 0 11 15,-1 0-2-15,-3-3 6 0,-1 2 8 0,1-3 6 0,0 3 4 16,-4 2 10-16,7-6 9 0,-4 3 3 16,-3 3 1-16,1-4-7 0,-1 4-6 0,1-6-3 15,-1 6-11-15,0 0 0 0,0 0-2 0,0 0 1 16,0 0-4-16,0 0-5 0,0 0-2 0,-1 18 3 0,0-12-3 15,-1 2 0-15,2-3 4 0,0 2-5 0,0 0-2 16,0-3 3-16,2 2 0 0,-1 2-4 0,0-4 1 16,2 2-1-16,-2 1 1 0,4-4-4 15,-1 1 5-15,-2-4 1 0,5 3-1 0,-7-3-6 0,0 0-11 16,14-4-7-16,-9 1-7 0,1-2-9 0,2 0 1 16,-3-3-3-16,2 1-1 0,1-2-9 0,-4 1 5 15,6-2 2-15,-3 1 5 0,-5 2 1 0,4-3 0 16,-2 1 10-16,0 4 5 0,-4-1-2 0,5 0 7 15,-1 0 3-15,-2 2 0 0,-1 2-2 0,-1 2 0 16,0-5 3-16,0 5-1 0,0 0 0 0,0 0 5 16,0 0 0-16,0 0 0 0,0 0 2 0,0 0-3 15,4 14 5-15,-1-8-2 0,-3-1 1 0,3 2-3 16,4 2 7-16,-6-2-2 0,8 3 7 0,-3-2-2 16,-1 5 4-16,3-5-5 0,-1 4 4 0,3-4-4 15,-2 3-1-15,-1-4 3 0,2 4 1 0,-2-5 4 16,-2 0 0-16,0-1-4 0,-4-1 2 0,4-1 0 15,-1-1 0-15,-4-2 11 0,2 4-5 0,-2-4 1 16,0 0 6-16,0 0-6 0,0 0 3 0,0 0 3 16,-14-10 5-16,9 6 11 0,-1 0 4 0,2 0 3 15,-2-2 4-15,4 2 2 0,-2-1 0 0,1-1-1 16,1-1-5-16,2-1-1 0,-2 5-9 0,2-3 0 16,3-3-4-16,0 4-4 0,-2 1 0 0,7-3-3 15,0 0-7-15,0 3-8 0,3-5-5 0,3 3-9 0,-2 1-4 16,6-5-8-16,-2 5-8 0,-1 1 6 15,0 0 1-15,0 1 5 0,-4-2 1 0,1 3 3 16,-1-1 1-16,-5 1 5 0,2 1 6 0,-2-2 10 16,-3 2 9-16,-3 1 8 0,8-4 1 0,-8 4-4 0,3-2 1 15,-3 2-2-15,0 0-4 0,0 0 0 0,0 0-3 16,0 0-2-16,-17-1 1 0,17 1-2 16,-11 4 0-16,8-1-3 0,-3 1 1 0,2-1 0 15,0 2 2-15,-1 1-2 0,2-1 2 0,-1 2-2 0,4 0 5 16,0-1-5-16,3 4 1 0,1 2-9 0,2-1-39 15,8 0-65-15,5 1-96 0,-4-5-204 0,15 5-438 16,0-5 193-16</inkml:trace>
  <inkml:trace contextRef="#ctx0" brushRef="#br0" timeOffset="56370.95">10475 3753 14 0,'0'0'247'0,"-5"1"-2"0,5-1 3 0,0 0-5 16,0 0-2-16,0 0 2 0,0 0-11 0,0 0-20 16,0 0-17-16,0 0-21 0,5-11-19 0,-1 9-17 15,-1-3-8-15,4 3-17 0,-2-3-14 0,3-1-6 16,-2 0-11-16,-1 1-8 0,5-2-6 0,-2-1-9 15,0 0-8-15,0 2-1 0,2-1-4 0,-3 0-3 0,-2 3-7 16,2 0-6-16,-2 1 0 0,-1-3-3 16,-1 5-5-16,0-2-4 0,1 2-3 0,-4 1-8 15,4-2-6-15,-4 2-4 0,0 0-1 0,0 0 2 0,4 6-1 16,-2-3 2-16,-1 7 0 0,2-4 6 0,-1 5-6 16,1 1-2-16,-2 1 1 0,3 2-1 0,-2-1 3 15,3 2 2-15,-1 0-4 0,0 1 0 16,1 0 4-16,1 0-5 0,-2-1 3 0,-1 0-2 0,-2-1 4 15,5 1-4-15,-2 1 2 0,-1-6 2 0,-2 2-3 16,0 0 0-16,3 0 2 0,-4-1-1 0,3-1 0 16,-3-1 1-16,0 0-3 0,0-1 0 0,0-2-1 15,0-1 1-15,0 2 3 0,-3-3 0 0,3 1 4 16,-4-2 1-16,3 0 7 0,1 0-1 0,0-4 18 16,-1 5 15-16,-2-3 21 0,3-2 20 0,-4 3 15 15,4-3 11-15,-7 3 10 0,7-3 3 0,-7-1-4 16,7 1-1-16,-12-3-2 0,7 0-2 0,-4 1-5 15,1-2-2-15,0 1-11 0,4 0-4 0,-4 0-6 16,2-1-11-16,2-1-1 0,-4 0-8 0,4-3-5 16,-1 3-5-16,3 0-6 0,1-7-15 0,-2 2-30 15,3 0-31-15,3-1-36 0,0-6-63 0,1 4-53 16,5-3-51-16,3 1-39 0,-1 0-50 0,4-2-58 16,-1 5-331-16,1 0-762 0,0-2 338 0</inkml:trace>
  <inkml:trace contextRef="#ctx0" brushRef="#br0" timeOffset="56824.09">10603 3400 150 0,'-4'-2'290'0,"4"2"-24"16,-3-2-21-16,3 2-32 0,0 0-22 0,0 0-24 0,0 0-17 15,0 0-14-15,0 0-18 0,0 0-2 0,0 0-14 16,-4 10-12-16,3-5-9 0,1-1-8 0,-2 1-6 16,2 1-8-16,-1 0-8 0,1 0-2 0,1-2-3 15,1 3-9-15,-2-2-2 0,1-2 5 0,2 2-8 16,-2 0-7-16,2-3 3 0,-2 1-4 0,-1-3 3 16,9 2-7-16,-9-2-1 0,6 1-3 0,-6-1 2 15,0 0-3-15,10-5-2 0,-7 2-1 0,-2-1-5 16,0-1 0-16,2 2-6 0,-3-2-13 0,0-1-19 15,-3-4-34-15,2 7-51 0,2-1-63 0,-2-1-80 16,1 5-137-16,-3-7-429 0,2 2 190 0</inkml:trace>
  <inkml:trace contextRef="#ctx0" brushRef="#br0" timeOffset="73626.53">11063 3825 69 0,'-6'-2'416'0,"6"2"3"0,-4-4-9 0,4 4-21 15,0 0-25-15,0-5-16 0,0 5-18 0,0 0-19 16,0 0-25-16,0 0-26 0,0 0-25 0,0 0-30 16,0 0-15-16,13-1-28 0,-13 1-7 0,10 1-17 15,-4 3-16-15,1-1-13 0,-2 0-11 0,2-1-12 16,2 1-6-16,-3 0-11 0,1 4-7 0,2-3-9 15,-2 0-5-15,-3-1-4 0,0 4-6 0,-1-2-4 16,1 0-4-16,-1 0-1 0,-2 1-4 0,2 0-2 16,-2 0-3-16,-2 1-2 0,1-1-8 0,-3-1 4 15,-1 0-23-15,1 2-20 0,-4-2-31 0,3 0-32 16,-4 0-35-16,3-1-33 0,-2 1-45 0,0 1-37 16,-5-1-40-16,5 1-52 0,3-4-54 0,-2 3-241 15,1-2-681-15,2 0 302 0</inkml:trace>
  <inkml:trace contextRef="#ctx0" brushRef="#br0" timeOffset="74126.53">11430 3677 197 0,'0'0'378'15,"0"-5"-18"-15,0 5-14 0,1-5-5 0,-1 5-20 16,0 0-21-16,0 0-23 0,0 0-24 0,0 0-25 15,0 0-25-15,2-2-25 0,-2 2-21 0,0 0-15 16,0 0-15-16,13 4-8 0,-7-1-14 0,-1 4-13 16,2-2-13-16,-1-1-7 0,4 5-5 0,-4 0-10 15,1 0-2-15,2 0-7 0,-4 1-10 0,2 0-3 16,-4-1-3-16,1-1-9 0,-2 1-3 0,-1-1-11 16,0-1 2-16,-1 0-3 0,0-1 0 0,-1 1 2 0,0-4-8 15,-1 1 0-15,-1 0 4 0,3-4 0 0,-1 5 6 16,1-5-4-16,0 0 1 0,0 0 7 15,0 0 3-15,-11-10 5 0,10 5 7 0,2-3 2 0,-1 0-9 16,3-3-5-16,2 1-1 0,-1-5 1 0,6 2-5 16,-6 0-8-16,10-2-14 0,-5 2-8 0,3 0-1 15,-1 2-4-15,0 2-16 0,0 0-25 0,-3 1-17 16,-1 1-27-16,0 2-24 0,1 0-27 0,-3 2-33 16,-2 1-38-16,3 1-25 0,-6 1-8 0,0 0-5 15,0 0-11-15,0 0-199 0,9 5-516 0,-9-1 228 16</inkml:trace>
  <inkml:trace contextRef="#ctx0" brushRef="#br0" timeOffset="75018.7">11820 3701 125 0,'11'-4'175'0,"3"-4"3"0,-6 2 5 0,3-2 3 15,1 0-3-15,-1-1-3 0,-3-1 2 0,-1 3 2 16,2-2 5-16,-3 4 0 0,-3-4 2 0,2 5-11 15,-1-4-8-15,-2 2-14 0,-1 0-17 0,-1 1-8 16,0-1-16-16,-1 2-9 0,-2 1-14 0,-3 0-8 16,1 1-6-16,-5 0-3 0,-2 3-13 0,0 0-34 0,-3 3-28 15,0 0 1-15,4 0-2 0,-1 1-2 0,1 3 1 16,-4-2-2-16,4 1 0 0,4 0 0 0,-1 4 0 16,4-4 0-16,0 4-2 0,1-3 2 15,3 4 0-15,3-1 2 0,4 0-16 0,2 2-13 0,2-1-14 16,7 0-17-16,-2-1-21 0,3 0-19 0,4-1-23 15,-4-2-14-15,3-1-5 0,7 1-12 0,-6-4-9 16,0-3-2-16,-3 2 7 0,2-5 12 0,0 2 11 16,0-2 19-16,-5-3 11 0,1-1 7 0,0-2 21 15,-9 1 14-15,0 1 18 0,-2-4 26 0,0 2 18 16,-4-2 18-16,-2 2 17 0,1-2 19 0,-5-1 15 16,0 1 9-16,-1 1 10 0,-4 0-3 0,1-1-8 0,-1 2-4 15,0 0-6-15,-4 1 4 0,2 2-18 16,-2-1-6-16,0 1-6 0,-1 5-4 0,3-1-4 15,-4 2-1-15,4-1-3 0,1 1-1 0,-2 4-8 16,4 0-1-16,-1-1 3 0,4 4 2 0,-1-1-10 0,1 4-4 16,1-4 1-16,3 3-9 0,0 2-5 0,3 1-18 15,2-5-15-15,-1 3-17 0,3-1-21 16,1-1-10-16,0-1-16 0,4-2-10 0,-1 1-6 16,-2-2 2-16,4 0 2 0,-2-4 7 0,0 1 11 0,0-2 11 15,0-1 9-15,-3 0 22 0,3-3 26 0,-6 0 22 16,3-1 13-16,-4-1 24 0,2-2 18 0,-1 1 18 15,-1-1 15-15,-1 1 16 0,0 1 6 0,-2-2-1 16,-1 1 1-16,0 1 6 0,0-1-6 0,0 4-6 16,-1-2-7-16,2 1-9 0,-1 4-17 0,-1-6-9 15,1 6-6-15,-3-2-7 0,3 2-6 0,0 0-2 16,0 0-2-16,0 0 0 0,-7 9-7 0,7-3-2 16,0-1-3-16,0 0 0 0,0 1-2 0,1 2-5 15,2-2 0-15,0 5 1 0,1-1-6 0,0-4-5 16,3 2 1-16,1-1-6 0,0 1-8 0,-2-3-9 15,3 0-1-15,2-1-7 0,0-1 3 0,0-2 1 16,4 2 3-16,-4-6 4 0,2 1 0 0,1-2 2 16,-1-1-1-16,0-3 3 0,-1 0 2 0,-1-1 2 15,1-4 1-15,2-1 5 0,-5-1 5 0,4-3 1 16,-3 0 6-16,0-8 0 0,-2 0 6 0,-2 0 7 16,-2-4 12-16,1 4 11 0,-1-1 20 0,-4 5 10 15,0 1 12-15,0 0 10 0,0-1-4 0,0 7-7 16,-3-2 2-16,-3 0 0 0,3 6 3 0,0-1-15 0,1 6-7 15,-4-3-23-15,2 4-7 0,-2 1-3 16,-2 1-5-16,2 3-9 0,-4 3-4 0,3 1 1 16,-1 6-7-16,-4 4 12 0,1 2-11 0,0 2 0 15,6 1-4-15,-4 9 1 0,1-2 3 0,5 3-1 0,1-1-7 16,-1 0-2-16,8-1 5 0,-2-6-2 0,1 5 4 16,6 2-9-16,-6-9-15 0,8-1-25 0,-4-2-31 15,5 2-47-15,3-4-61 0,0-2-73 0,3-5-75 16,3-2-220-16,0 0-587 0,5-4 261 0</inkml:trace>
  <inkml:trace contextRef="#ctx0" brushRef="#br0" timeOffset="75831.14">12884 3542 216 0,'0'0'186'0,"0"0"-21"15,0 0-17-15,0 0-12 0,0 0-16 0,-10 8-7 16,9 0-5-16,-3 2-11 0,1 1-10 0,0-1-9 16,2 3-4-16,-2 0-6 0,1 0-9 0,2 0-5 15,-3-1-4-15,3 2 1 0,-1-2-9 0,1-2-2 16,0-2-4-16,-2 0-6 0,2-2 2 0,0 0 25 15,2-2 24-15,-2-1 30 0,0-3 14 0,0 0-8 16,0 0-15-16,0 0-5 0,15-7 6 0,-6 1-5 16,-2-3 0-16,1-1-1 0,0-1 1 0,3-4 2 15,3 0-2-15,-5-2 7 0,1 0-1 0,2 1 8 0,-4 1-1 16,3 0 1-16,-2 0 4 0,0 5 6 0,-1 1-10 16,-1-1-4-16,1 0-3 0,-3 5-6 15,-1 0-15-15,1 1-8 0,0-2-11 0,-2 1-9 16,1 4-12-16,0-2-9 0,-4 3-3 0,0 0-19 0,12 4-13 15,-8 1-25-15,3 2-17 0,-2-4-13 0,3 6-18 16,-1 0-22-16,0 1-20 0,0 0-27 0,0-3-23 16,-2 5-37-16,2-2-47 0,1 0-45 0,0-1-42 15,-4 2-196-15,6-4-576 0,-5-1 255 0</inkml:trace>
  <inkml:trace contextRef="#ctx0" brushRef="#br0" timeOffset="76190.48">13274 3570 114 0,'0'0'209'15,"-8"-1"-1"-15,8 1-13 0,-7 4-15 0,2-1-15 16,2 2-11-16,-1-2-8 0,0 4-8 0,0-1-12 16,0-1-6-16,1 3-11 0,3-1-8 0,-3 3-10 15,3-2-6-15,3 3-5 0,0-5-7 0,0 5-4 16,1-4-8-16,0 2-3 0,1-3-5 0,3 2-6 15,0-1-5-15,1-2-2 0,-2 0-1 0,5-3-8 16,0-1-12-16,-1 1-5 0,1-4-11 0,-4 1-4 16,3-1-3-16,1-3-7 0,-1-5 2 0,0 3-2 0,-1 1 2 15,-2-5 1-15,0 4 5 0,0-5 6 16,-4 3 14-16,2-4 9 0,-1 3 12 0,-2 0 17 16,0 1 4-16,-3 1 2 0,0-1-1 0,0 3-5 15,0-1-6-15,0 2-5 0,0-1-6 0,-2 1-4 0,1 0-9 16,-2 1-6-16,3 4-11 0,-4-5-16 0,3 2-15 15,1 3-11-15,0 0-15 0,0 0-20 16,0 0-29-16,-6 10-29 0,6-5-39 0,-1 0-38 0,2 1-31 16,-1 0-147-16,0 2-415 0,4 0 184 0</inkml:trace>
  <inkml:trace contextRef="#ctx0" brushRef="#br0" timeOffset="76784.17">13559 3573 15 0,'0'0'246'16,"0"0"-20"-16,-2-5-29 0,2 5-20 0,0 0-17 15,0 0-20-15,0 0-12 0,0 0-8 0,-8 13-12 16,8-8-10-16,-3 0-9 0,3 1-7 0,-2 2-10 16,0-1-3-16,2 1-6 0,0 4-4 0,0-3-7 15,2 1-5-15,-2-1-2 0,2-2-3 0,1 1-6 16,0-1 4-16,1-1-10 0,0 0-1 0,0 0-7 15,1-1-7-15,-1-3-2 0,3-1-6 0,-3 1-2 16,3-2-2-16,-7 0-1 0,14-5 2 0,-6 2-1 16,-4-2 2-16,2-3 6 0,4 2 9 0,-7-1 14 15,3-2 19-15,2 2 6 0,-7-2 4 0,3 3 4 16,1-3 12-16,-2 5 6 0,-1-1 1 0,-1-2-6 16,0 2-7-16,1 1-7 0,-1 2-10 0,-1 2-9 0,4-5-1 15,-4 5-19-15,0 0 1 0,0 0-3 16,0 0-2-16,0 0-3 0,0 0-6 0,0 0-6 15,-4 16-3-15,4-8-1 0,-1-1-12 0,-1 5-3 0,1-5-7 16,2 5-1-16,-1-1-4 0,2-1-10 0,-1 1-6 16,-1-1-6-16,1 1 2 0,2-4-6 0,1 2-8 15,-1-1-3-15,1-3 6 0,-1 1 3 16,3-1 5-16,0-2 7 0,-2-1 6 0,2-1 4 0,-6-1 1 16,12-3 6-16,-7 0 9 0,1-2 14 0,-1 0 6 15,1-1 17-15,2-3 10 0,-3 0 9 0,1-1 8 16,-1 0 16-16,1-2 4 0,-2 1 11 0,2-1 10 15,-2 2 6-15,3 0 29 0,-4 0-10 0,1 0 3 16,3 2 3-16,-6 0 3 0,3 1 2 0,0 2-4 16,-4 0-14-16,3 1-13 0,1 2-13 0,-4 2-11 15,0-5-12-15,0 5-7 0,4-3-15 0,-4 3 3 16,0 0-8-16,0 0-6 0,0 0-10 0,7 11-6 16,-5-7-8-16,-1 3-13 0,4-2-10 0,1 3-6 15,-1 1-31-15,-1-3-20 0,3 2-17 0,2 1-23 16,1-1-25-16,-2 0-42 0,-1-2-37 0,5 1-38 15,2-2-31-15,-6-2-40 0,6-2-186 0,-3 0-557 16,3-2 247-16</inkml:trace>
  <inkml:trace contextRef="#ctx0" brushRef="#br0" timeOffset="77716">14097 3378 205 0,'0'-4'230'0,"0"4"-31"15,0 0-18-15,0-6-22 0,0 6-16 16,0 0-14-16,0 0-13 0,0 0-9 0,-15 11-10 16,13-5-2-16,0 1-7 0,-2 2-7 0,3 1-6 15,-1 2-7-15,-2-1-5 0,3 0-4 0,-1 1-9 0,2-1-3 16,-2 3-3-16,0-5-4 0,4 4-5 0,-4-7-3 16,2-1 0-16,0 3-4 0,0-2-3 15,2-1 1-15,-2-1 0 0,1 0-2 0,-1-4-2 16,4 5-3-16,2-5-1 0,-1 1 0 0,-5-1-3 0,11-3-4 15,-3 1-3-15,3 1 4 0,-1-2-1 0,-1-1-2 16,3 2-1-16,-2-1-2 0,-1 3-2 0,2 0-1 16,-2 0-2-16,-2-3 0 0,0 6-1 0,0-1-4 15,-1-1 1-15,-2 4-4 0,1 0 3 0,1 2-2 16,-2-1 1-16,-3 2 2 0,2 3 0 0,-2 1-3 16,1 1 4-16,-1-1 0 0,-2 0-2 0,-1-1 0 15,1 1 2-15,-2 1 4 0,0-2-2 0,-1 1 0 16,0-3-2-16,0-3 1 0,0 1 0 0,0-2 1 15,1 0 1-15,-1-3 4 0,-1 1 6 0,-1-3-1 16,6 0 0-16,-15-4 4 0,7 0 1 0,1-1 2 16,-1-2 1-16,0-1 5 0,1 3 5 0,2-5 3 15,-6 2 1-15,8 3 1 0,-2-6-2 0,-1 5-6 16,2 0 2-16,1-1-1 0,-2 2-4 0,4 3-2 16,1-5-1-16,-2 2-7 0,0 1 0 0,2 4-14 15,9-6-10-15,-5 5-11 0,3 1-10 0,1-3-10 16,7 2-5-16,-1-2-2 0,1 3-16 0,0 0-6 15,5-1-13-15,-2-1-4 0,2 1-11 0,3 0-1 16,-5-2-4-16,4 0 6 0,-3-1 5 0,-1-3 1 0,-1 2 7 0,-2 1 18 0,-3-1 11 16,-1 0 23-16,-4-3 19 0,4 2 15 0,-4 2 6 15,-5-1 13-15,4-1 5 0,-5 2 10 0,-1-3 10 16,-1-2 6-16,0 6 5 0,-4-3 0 0,4 1-9 16,-3 2-3-16,1 0-5 0,-1 1-6 0,-4-1 3 15,4 1-8-15,4 2-5 0,-11 3 4 0,5-1-7 16,1 0 1-16,-2 2-1 0,6-2-2 0,-2 4 0 15,1 1 1-15,0 1-2 0,2 1 1 0,3 0 2 16,0 1-2-16,-1 1 1 0,3 0-1 0,4 0-4 16,-4 0 0-16,9 1 1 0,1 1-4 0,-5-4 2 15,-1-1-3-15,5-1 4 0,-5 3-6 0,1-5 1 16,-1-1-1-16,-2 2 1 0,1-2 1 0,-4-1 3 0,1-1-1 16,0-1 14-16,-3 1 7 0,1 2 1 15,-3-4 0-15,6 3-5 0,-6-3-5 0,1 3-7 16,-1-3-3-16,0 0-1 0,1 3-3 0,-1-3 3 15,0 0-4-15,-4 4-3 0,4-4 5 0,-3 5-8 0,2-1 4 16,-2-1-3-16,3-3 0 0,0 0 1 0,-4 2 0 16,4-2 5-16,0 0-3 0,-1 4 4 0,1-4 16 15,0 0 22-15,0 0 25 0,0 0 24 16,0 0-7-16,0 0-5 0,0 0-3 0,0 0-5 0,14-14 5 16,-9 9-3-16,3-1 0 0,0-6-12 0,1 5-1 15,4-8-8-15,-3 5-2 0,3-1-12 0,2-2-8 16,-3 1-1-16,5 1-1 0,-2-1 0 0,1 2-25 15,-2-2-26-15,-3 5-24 0,1-2-23 0,0 1-28 16,-1 2-37-16,-3-2-56 0,0 1-71 0,1 1-78 16,-4 3-174-16,-3-2-548 0,1 0 243 0</inkml:trace>
  <inkml:trace contextRef="#ctx0" brushRef="#br0" timeOffset="80690.47">15157 3314 10 0,'0'0'294'15,"1"-2"-24"-15,-1 2-19 0,0 0-19 0,0 0-7 16,0 0-18-16,0 0-21 0,0 0-21 0,0 0-12 16,0 0-20-16,0 0-16 0,0 0-10 0,0 0-15 15,0 0-13-15,0 0-11 0,0 0-3 0,0 0-7 16,0 0-8-16,0 0-4 0,-4 13-6 0,0-10-5 15,3 1 0-15,1 2-3 0,-3 0-3 0,1-1-1 16,2 2-1-16,-1 0-5 0,0 0-4 0,1 2 2 16,-2-1 5-16,2-2-6 0,0 2-5 0,0 0 1 0,0-1-4 15,2 4 2-15,-2-4 1 0,0 0-1 16,2 2-1-16,1-2-1 0,0 3 3 0,1-5-4 16,-1 3-4-16,0-1 4 0,1-3 0 0,1 2 0 0,0 0-3 15,-1-3 1-15,1 0 0 0,0 0-2 0,1-3 2 16,1 3-1-16,-1-3 1 0,-6 0-1 0,15 0-1 15,-9-1-3-15,3 1 6 0,-5-4-2 16,4 3-2-16,-2-2-1 0,0 1 1 0,0-3 5 0,1 3 13 16,-2-1-6-16,-1 1 0 0,0 0 2 0,3 0-1 15,-7 2-5-15,4-1-7 0,-4 1 0 0,7-1-3 16,-7 1-1-16,0 0 1 0,8 2-2 0,-5 1 0 16,0 0 0-16,2 2-1 0,-1 0 0 0,0-2 2 15,2 4 2-15,1-1 2 0,-2-1-1 0,3 2 1 16,0-1-4-16,2 2 2 0,-1-3-1 0,2 0 1 15,0 0-1-15,1-1 5 0,-1 0-10 0,2-2 6 16,-3 1-5-16,4-2-1 0,-6 0 4 0,4-2 1 16,-4-1 5-16,2-1-6 0,-3 1-1 0,2-2 1 15,-2-3-1-15,0 1 1 0,-2-3 3 0,2 0-3 16,-1-1 5-16,-5-1 6 0,2 0 5 0,-3-3 0 16,1 2 4-16,-5-5 5 0,1 6-4 0,-1-2-3 15,0 2-6-15,0-2 0 0,-1 1-5 0,-1 4-1 16,-1 0-2-16,4-1-5 0,-3 3-16 0,-1 2-15 15,3-2-22-15,-3 3-24 0,4 0-27 0,-2-1-22 16,5 4-35-16,0 0-43 0,-11 7-53 0,11-7-210 16,-3 6-505-16,3-6 225 0</inkml:trace>
  <inkml:trace contextRef="#ctx0" brushRef="#br0" timeOffset="81471.64">15740 3684 233 0,'0'0'235'0,"0"0"-4"0,0 0-7 15,0 0-5-15,0 0-10 0,0 0-17 16,0 0-21-16,0 0-16 0,0 0-18 0,15-9-10 16,-8 6-11-16,-3 0-14 0,3 1-11 0,0-1-9 15,-1 0-5-15,1-4-13 0,-1 4 0 0,2-1-9 0,0 0-7 16,-1-3-6-16,-2 3-2 0,1-1-4 0,-1 0-2 15,-1-2 1-15,3 2 6 0,-3 1 2 16,-1 0-1-16,-2 2-6 0,5-1 1 0,-4 0-9 0,-2 3-5 16,5-2-4-16,-5 2-5 0,0 0-5 0,0 0-1 15,0 0-2-15,0 0 0 0,5 8 0 0,-3-3-1 16,-2 0-1-16,0 2 1 0,3 3-3 0,-3-2 2 16,4 3 1-16,-2 1-1 0,-1 1 0 0,3 4-3 15,0 2 4-15,0-2-3 0,1 1 2 0,0-1 0 16,-4-1-2-16,3 1-5 0,0 0-4 0,-1 1-3 15,1-1 2-15,0-1 1 0,-1 0-1 0,-3-2 2 16,2-1 0-16,-2 0 0 0,-2 0-2 0,2-2 0 16,2-1 4-16,-4 2 0 0,-1-2 0 0,3 2-4 15,-1-6 2-15,-2 1 5 0,0 0 0 0,-1-4 2 16,2 2 9-16,0 0 20 0,-2-1 26 0,-2-2 32 16,0 1 28-16,6-3 20 0,-11 1 11 0,4-2 10 15,7 1 5-15,-13-3 5 0,7 1 4 0,-3-1-3 16,3 1-3-16,-6-5-3 0,8 3-8 0,-4-4-10 0,2 2-11 15,0 1-11-15,0-3-8 0,2 1-9 16,1-3-12-16,1-1-13 0,2 1-19 0,0-1-19 16,1-1-28-16,2-1-31 0,1 0-36 0,4-2-42 15,0 1-53-15,4-1-52 0,-1 0-43 0,0 2-45 0,1 1-55 16,3-2-58-16,-1 3-315 0,-3-2-775 0,2 1 343 16</inkml:trace>
  <inkml:trace contextRef="#ctx0" brushRef="#br0" timeOffset="81971.6">15943 3406 30 0,'0'0'304'16,"-9"-1"-16"-16,9 1-15 0,0 0-20 0,0 0-21 16,0 0-23-16,0 0-22 0,0 0-23 0,0 0-15 15,0 0-16-15,0 0-17 0,0 0-12 0,0 0-10 16,0 0-9-16,0 0-8 0,0 0-11 0,2 9-4 15,-2-9-8-15,0 0-1 0,0 5-10 0,3-1-2 16,-3-4-4-16,0 0-2 0,0 6-5 0,0-3-4 0,0-3 1 16,0 0-6-16,4 4 2 0,-4-4-1 15,1 3-7-15,-1-3-1 0,0 0 2 0,0 0 1 16,0 0-3-16,0 0 3 0,0 0 2 0,0 0 2 16,0 0 17-16,0 0 10 0,0 5 8 0,0-5 8 0,0 0 8 15,0 0 1-15,0 0-5 0,0 0-3 0,0 0-3 16,0 0-5-16,0 0-12 0,0 0-4 0,0 0-2 15,0 0-10-15,0 0-3 0,0 0-4 16,0 0-8-16,0 0-20 0,0 0-13 0,0 0-23 0,0 0-21 16,0 0-11-16,0 0-8 0,0 0-21 0,0 0-18 15,0 0-19-15,-10 1-28 0,10-1-46 0,0 4-41 16,0-4-230-16,0 7-523 0,2-5 232 0</inkml:trace>
  <inkml:trace contextRef="#ctx0" brushRef="#br0" timeOffset="87914.85">16547 3260 275 0,'0'0'327'15,"3"-5"-13"-15,-2 3-14 0,-1 2-11 0,5-5-9 16,-3 2-21-16,-2 3-9 0,2-5-10 0,1 2-13 16,-3 3-18-16,1-5-16 0,-1 5-21 0,3-2-16 15,-3 2-21-15,0 0-13 0,0 0-22 0,0 0-9 16,4-3-12-16,-4 3-12 0,0 0-8 0,0 0-5 15,7 9-6-15,-3-4-5 0,1 0 2 0,1 0-9 16,2 4-5-16,-2 0 1 0,4 1-4 0,-3 0-7 16,0 1-1-16,4-1 13 0,0 1-27 0,-3 2-20 15,3 2 1-15,-2-1-4 0,-2-4-4 0,0 0-7 0,-1-2-5 16,-1 1 0-16,-1-1-15 0,0-2-8 16,-1-1 7-16,-2 0 7 0,0 0-1 0,1 0 2 15,-1-1-2-15,-1 0 9 0,0-4 6 0,0 0 2 16,0 7 15-16,0-5-4 0,0-2 23 0,0 0 13 0,0 0 19 15,0 0 16-15,0 0 8 0,0 0 13 0,0 0 7 16,-5-17-7-16,7 12 2 0,-2-5-12 16,3 1-7-16,0-1-2 0,1 1-12 0,2-2-2 0,3 1-9 15,-2 0-6-15,1 1-11 0,0-1-11 0,2 1-17 16,1 2-13-16,-2-2-30 0,2 3-29 0,-2 3-23 16,4 0-29-16,-4-1-28 0,-1 3-28 0,5-2-24 15,-7 4-28-15,7-1-18 0,-8 0-11 0,6 3-1 16,-3 1 8-16,-1-1-159 0,1-1-458 0,3 1 204 15</inkml:trace>
  <inkml:trace contextRef="#ctx0" brushRef="#br0" timeOffset="88180.45">17035 3336 124 0,'7'-2'35'15,"2"-1"27"-15,-2 0 21 0,0 1 22 0,0-3 29 16,-1-1 4-16,-1 1 8 0,-1 2 10 0,1-5 4 16,-5 1 0-16,4 2 3 0,-4-3-4 0,3 3 3 15,-3-1-9-15,-3-2-13 0,2 2-15 0,-2 0-12 16,-1 0-14-16,-1 0-10 0,-2 3-13 0,2 0-6 15,-2 0-11-15,-3 2-7 0,3 1-7 0,-3 1-4 0,1-1-2 16,0 1-8-16,-1 3-2 0,2 0-3 16,-2 1-2-16,0 0-1 0,4 0-2 0,2 3 0 15,0-3-4-15,4 3 1 0,-3 2 0 0,3-2-2 16,0 2-3-16,3-3 4 0,5 2-3 0,-2 2-2 0,3-1 3 16,3 0-1-16,2-1-10 0,2 3-21 0,2-3-23 15,0-3-25-15,1-1-20 0,0 0-26 16,3-1-19-16,-5-3-21 0,4 2-16 0,-4-4-14 15,-3-2-4-15,2-1 2 0,-2-1-135 0,-2-1-344 0,-1-1 152 16</inkml:trace>
  <inkml:trace contextRef="#ctx0" brushRef="#br0" timeOffset="88446.05">17295 3323 698 0,'5'-10'-31'0,"-1"1"48"0,-1-3 33 15,1 4 34-15,-4 0 27 0,4 1 15 0,-4-1 21 16,2 2 12-16,-2 1 8 0,1 1 5 0,2-1-5 16,-3 5-13-16,-3-5-13 0,3 5-20 0,0-5-14 15,0 5-14-15,0 0-14 0,0 0-5 0,0 0-10 16,0 0-5-16,0 0-3 0,-3 14-5 0,1-6-8 15,0-1-4-15,-1 4-4 0,2 2 0 0,1 3-6 16,-3 3-3-16,3 1 0 0,0 0 0 0,0 7-3 16,0 0-4-16,3-1-1 0,-2-5-1 0,2 2-3 15,1 3 1-15,2 0-3 0,-1 2 1 0,-1-7-1 16,0-1 1-16,2 0-3 0,-2 2 0 0,-1-4-2 16,6-1 0-16,-5 0 0 0,0-3-8 0,-2-3-13 15,3-1-8-15,-1 0-10 0,-1-4-6 0,-2-1-5 16,-1 1 1-16,3-2 3 0,-3-1-4 0,4 0-20 15,-4-3-14-15,0 0-9 0,4 1-14 0,-4-1-12 16,0 0-10-16,4-10-23 0,-4 3-12 0,3 1-18 16,-2-4-20-16,3-2-113 0,-2-1-332 0,2 1 148 15</inkml:trace>
  <inkml:trace contextRef="#ctx0" brushRef="#br0" timeOffset="88774.15">17424 3337 202 0,'-1'-12'247'0,"-4"-6"-4"0,0 7 1 16,4 0-6-16,0-1-7 0,-2 2-4 0,1 0 0 16,2-1-16-16,-1 4-1 0,2-1-13 15,-2 1-5-15,2 1-13 0,-1 0-24 0,2 0-16 16,-1 1-12-16,1 0-12 0,-1 2-14 0,0 0-11 0,6-1-13 16,-3 3-9-16,0-2-11 0,0 2-1 0,3 0-6 15,0-1 3-15,-7 2-21 0,13-1-1 16,-4 2 0-16,-2 1-12 0,-1-1 6 0,2 0-11 15,1 2-3-15,-3-1-5 0,1 2-10 0,1 0-12 0,-2 0-6 16,-1 0-8-16,-1 1 0 0,2 0-4 0,-2 3-5 16,-2-2-2-16,1 1 3 0,0-1 2 0,-2 2 2 15,-1-2-8-15,0 2 4 0,-1 0-1 0,-2-1-8 16,0-1 2-16,-1 0-1 0,-1 0-1 0,2-1-4 16,-4-1 1-16,1 0-12 0,0-1-15 0,-2 0-21 15,1-1-19-15,-1 0-14 0,1-1-38 0,0-1-39 16,-1 0-211-16,8 0-455 0,-11-3 202 0</inkml:trace>
  <inkml:trace contextRef="#ctx0" brushRef="#br0" timeOffset="90244.28">17571 3186 81 0,'8'3'221'0,"-1"-2"-14"0,-7-1 2 16,10 4-35-16,-1-3-12 0,-4 3-13 0,6-2-7 16,0 4-28-16,-4-1-8 0,4 0-11 0,-3 1-9 15,3 2-11-15,-3-2-8 0,2 2-4 0,-1 0-9 16,-1-1-4-16,-1 2-5 0,-1 0-6 0,0 0-5 16,-2-2 0-16,-2 1-3 0,0-2-8 0,1 1 4 15,-3-1-12-15,1 1 1 0,-2 2-2 0,1-4-1 16,0 0 0-16,-3 0-3 0,1-1 0 0,-1-1 0 15,-2-1 2-15,5-2 2 0,-10 3 19 0,10-3 7 0,0 0 13 16,-10-3 6-16,10 3 5 0,-6-5-6 16,3 3-1-16,3 2-4 0,-3-7-6 0,5 4-6 15,-2 3-4-15,5-12-7 0,2 7-2 0,0 1-9 16,2-4-9-16,3 1-15 0,2 3-17 0,5-5-14 0,4 1-11 16,-4 0-13-16,6 1-7 0,-5 1-6 0,-1-1-9 15,3 3-2-15,-2-2 4 0,-5 1 5 16,4-1 14-16,-5 3 12 0,-2-2-2 0,-4 0 17 15,-1 2 12-15,0-1-1 0,-1 0 17 0,0 2 2 0,-2-1-2 16,-1 1 5-16,-3-3-1 0,0 5-1 0,0 0 0 16,-3-6-3-16,3 6 3 0,-10-2-2 0,10 2-1 15,-11-2 1-15,4 4 1 0,0-1 0 16,0 1-5-16,0 0 5 0,-1 1 2 0,1 2-4 0,-1 0 9 16,1 0-3-16,3 0 7 0,-3 0-5 0,5 1 0 15,-2 1 1-15,2-1 0 0,-3-1 4 0,5 0-2 16,0 0-1-16,0 1-1 0,0-2 1 0,5 1 6 15,-1-2-1-15,2 0-3 0,-1 2 3 0,1-5-4 16,2 2-8-16,1-1-7 0,1-2-11 0,-2-1-2 16,4-1 3-16,2 0 3 0,-3 0-1 0,1-2 6 15,-2 0 1-15,0 0 5 0,-1-2 14 0,-4 5 4 16,6-3 3-16,-2 0 4 0,-2 1 9 0,-1 0 9 16,-3 0 3-16,4 2-2 0,-2 0-3 0,-5 2-5 15,5-3-10-15,-5 3-5 0,0 0-1 0,8 0 2 16,-8 0-4-16,6 6-2 0,-5-2 0 0,3 1 0 15,0 0-1-15,-1 3-5 0,1-2 2 0,-3 4 0 16,2-2 0-16,1 0-4 0,-4-3 0 0,3 5 2 16,-2 0-2-16,1-1-3 0,-1-2 4 0,2-1-1 15,-3 0-3-15,0 2-3 0,0-3 6 0,-1 1-4 16,1-2-2-16,0-4 7 0,-2 7-1 0,1-5 6 16,1-2 9-16,0 0 16 0,-10-1 6 0,10 1 7 15,0 0 1-15,-15-4 4 0,11 3-2 0,0-2 1 16,-1 1 3-16,-1-1-2 0,3 1 5 0,1-3-5 0,2 5-2 15,-8-3-3-15,4 1-3 0,4 2-4 0,-6-5-5 16,6 5-2-16,0 0-2 0,-1-3-5 16,1 3-8-16,0 0-6 0,0 0-22 0,5-6-8 15,-5 6-16-15,9-3-19 0,-2 3-16 0,-7 0-11 0,14 1-13 16,-2-1-12-16,-1 0-20 0,3-1-11 0,1 2-2 16,3-2-4-16,3 1-13 0,-2 0 0 0,0-2 0 15,0 2 8-15,-5-4 2 0,1-2 15 0,4 1 9 16,-7 2 15-16,-1-4 11 0,4 1 21 0,-5-1 22 15,-1-1 22-15,-1 1 30 0,-1 1 17 0,-2-4 25 16,-2 4 20-16,0-2 15 0,-3 3 18 0,1-1 2 16,-1 0 4-16,-1 0-2 0,0 1-8 0,-1 0-5 15,-2 1-12-15,1 0-7 0,-1 2-6 0,-1-1-6 16,5 3-10-16,-11-2-3 0,6 2-3 0,5 0-6 16,-13 1-3-16,5 1-1 0,1 0-3 0,2 1-3 15,-1 3-3-15,-2-2 2 0,3 1-1 0,-1 3-2 16,2-3-4-16,0 1 2 0,3 3-2 0,-2-3-3 15,2 2 2-15,1-1-1 0,0-2 2 0,1 0-1 16,2 1-1-16,-2-1-2 0,3-1 0 0,0 1-1 16,6-1-3-16,-5 0-10 0,8-3-10 0,-5-1 0 15,5 0-2-15,-3 0 3 0,3-1 0 0,-2-1 5 0,0-3-1 16,1 3 7-16,-1-2 4 0,-2 0 12 0,1-1 8 16,-3 1 5-16,1-1 9 0,-3 0 15 15,0 1 13-15,0-1 7 0,-1 1-4 0,0 0 5 0,-1 1-2 16,0 0 0-16,1 0-8 0,-4 3-8 0,3-4-13 15,-3 4-8-15,0 0-5 0,0 0-9 0,0 0 0 16,0 0-2-16,0 0-1 0,0 0-4 0,0 0-1 16,0 0-5-16,-10 13 5 0,10-8-5 0,0 0-3 15,0 0-1-15,0 0 2 0,2 1-4 0,0 1 2 16,1-4-2-16,0 2 1 0,2 0-2 0,0 2-4 16,4-4 1-16,-4-1 1 0,2 2-2 0,2-3 1 15,0 0 5-15,-4-1 0 0,-5 0-2 0,18-2 0 16,-10-1 1-16,0 0 4 0,3 0-1 0,-4-4 1 15,-2 2 9-15,1 2 8 0,1-4 4 0,-3 1 9 16,2-1 10-16,-2 1 13 0,-1 1 1 0,3 0 5 16,-4 0 2-16,0-2 4 0,-1 2 1 0,0 1 1 15,-1 0-3-15,0 4-8 0,3-3-11 0,-3 3-1 16,3-6-20-16,-3 6-25 0,5-1-19 0,-5 1-1 16,0 0 2-16,0 0-2 0,0 0 0 0,0 0 1 15,-3 13 1-15,3-8-9 0,3 0-2 0,-3-1-8 16,0 2-5-16,4 1-9 0,-1-1-7 0,0-2-3 15,2 5-10-15,-1-4-4 0,7 2-6 0,-7-4-11 16,3 1-8-16,1 0-21 0,2 0-3 0,-2-1-8 16,4-3-11-16,-4 0-9 0,6-2 0 0,-2 1-7 15,0-4 0-15,2 1 0 0,1 0-8 0,1-3 3 16,-2 0 7-16,1-2 5 0,-2 1-82 0,-3-1-250 16,5-2 112-16</inkml:trace>
  <inkml:trace contextRef="#ctx0" brushRef="#br0" timeOffset="90447.39">18969 3094 63 0,'4'-12'49'0,"-4"1"9"15,2-1 17-15,-2 2 20 0,-2 2 3 16,2 1 11-16,0 1 1 0,-2-1-9 0,0 2-12 16,2 0-7-16,-3-1-22 0,-1 4 8 0,-1-2-14 0,0 3-3 15,5 1-2-15,-10 0-5 0,10 0-2 0,-10 1-4 16,6 1 5-16,-1 2-7 0,0-1 0 0,0 3 9 16,4-2-8-16,-3 1-4 0,1 1-3 15,-1-1-8-15,3 1 11 0,-1 2-11 0,1-2 6 0,-3 6 0 16,8-1 1-16,-4 0-9 0,1 0-1 0,1 2-1 15,2-1-2-15,-1-1 3 0,2 2-2 0,-4 0-3 16,4-1-29-16,-3 0-36 0,1 0-36 16,-2 0-36-16,2-2-145 0,-2-2-289 0,-1 1 127 0</inkml:trace>
  <inkml:trace contextRef="#ctx0" brushRef="#br0" timeOffset="91306.68">18821 3174 215 0,'-1'-6'247'16,"1"6"-11"-16,0-2-17 0,0 2-22 0,0 0-21 15,0 0-19-15,0 0-17 0,2-5-14 0,-2 5-15 16,9 0-10-16,-9 0-13 0,10 5-7 0,-4-3-9 16,1 3-17-16,3-2-13 0,0 0-21 0,2 1-18 15,0 0-13-15,-1 1-14 0,2-3-11 0,0 0-7 16,-2 1-6-16,1-1 4 0,-4 1 7 0,1-2-3 15,0-1 5-15,-1-1 6 0,-8 1 17 0,11 0 2 16,-4-2 17-16,-1 1 10 0,-6 1 11 0,10-2 0 16,-10 2 12-16,6-3-3 0,-6 3 7 0,4-2 4 15,-4 2 3-15,0 0-11 0,5-2-7 0,-5 2-2 16,0 0-5-16,0 0-5 0,0 0-7 0,0 0-1 16,0 0-3-16,0 0 2 0,0 0-3 0,3 5-1 15,-3-5 0-15,0 0 0 0,-1 8 0 0,1-4-4 16,-2 1 4-16,4-1-5 0,-4 1 2 0,4 2 2 0,-2-4 0 15,1 1-5-15,-1 1-2 0,0-1-2 16,0-4 1-16,1 8-3 0,1-4-2 0,2-2 0 16,-4-2 2-16,4 6 1 0,-3-4 3 0,-1-2 0 15,7 3-3-15,-7-3 0 0,10 0 3 0,-5 0 1 0,-5 0-3 16,11 0 1-16,-11 0 4 0,9-4 5 0,-3 1 6 16,-1 2 1-16,1-3 9 0,-1 1 10 15,-1 0 8-15,3-1 0 0,-1 0-2 0,0 1 8 16,0-1 8-16,-2-1-3 0,1 2 4 0,-1-1 2 0,-1 0 1 15,1 0 0-15,3 1-8 0,-6 1-4 0,-1 2-4 16,6-4-7-16,-6 4-8 0,2-2-7 0,-2 2-5 16,0 0-12-16,3-3-13 0,-3 3 0 15,0 0-3-15,7 6-7 0,-3-2-6 0,4 1-9 0,-4 1-8 16,3 0-7-16,4 3-11 0,2 4 2 0,3-5 0 16,1 4-11-16,3-1-5 0,0 0 10 0,8 2 7 15,-2 0-1-15,1 2 6 0,3-4 10 0,-3-1 1 16,0 0-1-16,-3-5 8 0,-1-2 8 0,-3 4 2 15,4-3 1-15,-3-2 8 0,-1 0 11 0,-2-4-1 16,3 1 22-16,-7-3 10 0,0 1 0 0,0 0 6 16,-2-5-1-16,-4 0 1 0,3-1 5 0,-2-2 5 15,-3 0 3-15,-2-6 3 0,3 8 12 0,-6-6 9 16,-1-2-6-16,-1 0 0 0,0 4-9 0,-5 1-5 16,3-1-4-16,-1 1-5 0,-3 2-8 0,1 1-5 15,0 2-7-15,-2 2-5 0,1-1-1 0,-1 4-3 16,-3-1-2-16,0 1-6 0,-1 4 4 0,4 2-6 15,-3-1 3-15,0 4-4 0,3 1 1 0,1 3-3 16,0 5 2-16,-1-5-3 0,4 8 0 0,2-1 5 16,3 3 1-16,0 7-3 0,3 0 3 0,4 0-4 15,-2-1 0-15,-1-6 6 0,4 5 1 0,1 2-2 16,-3-4-3-16,3-5 3 0,-5 0 3 0,6-2-3 16,-6 0-5-16,4-6 5 0,-4-1 0 0,2 3 2 15,0-5-5-15,-3-2 5 0,-2-1 1 0,1 1-3 16,1-1 5-16,-2-3-24 0,0-1-43 0,-2-1-33 15,0 0-42-15,0 0-44 0,7-10-55 0,-6 7-44 16,-1 3-142-16,-5-13-449 0,5 3 198 0</inkml:trace>
  <inkml:trace contextRef="#ctx0" brushRef="#br0" timeOffset="91509.79">19521 3019 24 0,'-5'-6'282'0,"-2"-2"-27"15,5 2-24-15,-4-1-13 0,2 2-9 0,0 0-21 16,0 2-19-16,1-2-19 0,0 2-37 0,3 3-52 16,-6-4-33-16,6 4-36 0,0 0-63 0,0 0-68 0,-9 9-146 15,7-2-309-15,4-1 136 0</inkml:trace>
  <inkml:trace contextRef="#ctx0" brushRef="#br0" timeOffset="92244.09">20608 2943 143 0,'0'0'254'0,"0"0"-26"0,0 0-30 0,0 0-25 15,0 0-15-15,0 0-19 0,-1 11-10 0,-2-2-14 16,3-1-11-16,0 3-11 0,0 2-10 0,-3-1-5 15,5 2-5-15,-4 4-7 0,0 0-5 0,4-2-6 16,-2 1-6-16,2-4-4 0,2 6-2 0,-3-2-5 0,3 0 1 16,-1-3-7-16,2-2-1 0,-2 0-1 15,1 1 4-15,0-3-20 0,2 0-39 0,-1-2-45 16,-1-1-46-16,6-1-41 0,-5-3-200 0,3 0-385 16,-3-2 170-16</inkml:trace>
  <inkml:trace contextRef="#ctx0" brushRef="#br0" timeOffset="92816.84">20854 2990 4 0,'0'0'274'0,"0"0"-27"0,2-3-25 0,-2 3-22 16,0 0-27-16,0 0-21 0,0 0-14 15,0 0-17-15,0 0-11 0,0 0-10 0,-3 12-6 0,3-4-11 16,-1-1-11-1,1 3-5-15,0 3 2 0,0-1-13 0,-2 1-5 16,4 0-4-16,-1 0-6 0,-1-1-2 0,1 1-5 16,-1 1-10-16,0 0-18 0,2-5-19 0,-1 2-21 0,0 1-15 0,2-4-18 15,0-2-10-15,1-1-1 0,-1 0 2 16,-1 0 1-16,2-2-1 0,1 0 9 0,0-1-4 16,-5-2 19-16,13-1 11 0,-4-3 11 0,-2 0 19 15,-1 2 20-15,5-3 16 0,-1 0 21 0,-1-1 18 0,-1 1 12 16,1-2 7-16,-3 3 6 0,1 0 4 15,-3-3 0-15,3 1 6 0,-2 4-3 0,0-1-6 16,-1 0-7-16,-2 2-11 0,-2 1-8 0,6-5-8 16,-6 5-7-16,6-1-7 0,-6 1-3 0,10 4 10 0,-4-1-17 15,0-2-7-15,2 4-2 0,-1-1 1 0,0 0-5 16,1 1-5-16,3 1-17 0,1-2-13 0,-1 2-13 16,3-1-13-16,-3-2-12 0,2 1-11 0,2-1-12 15,-5-1-4-15,3-1-10 0,-2-1 8 0,1-3-4 16,-5 2 8-16,3-4-5 0,-2 2 6 0,0-2 6 15,-1 0 10-15,-2-2 20 0,0 0 11 0,0 0 21 16,-4 2 22-16,3-5 22 0,-4 0 20 0,0 4 19 16,-4-1 3-16,3 2 11 0,0-1-2 0,-3 1-3 15,1 0 2-15,0 0-8 0,0 2-7 0,-1-1-11 16,4 4-6-16,-5-4-7 0,5 4-2 0,-10 0 4 16,10 0-13-16,0 0-3 0,-12 3-5 0,9-1 2 15,3 2-4-15,-4 0 0 0,4 2-7 0,0-1 3 16,4 2 1-16,-4-1-2 0,6 1-3 0,2 1-2 15,-2-1-18-15,4 0-33 0,3 0-40 0,-1 1-44 16,0-3-65-16,2-1-51 0,-1 0-191 0,-2-2-462 16,1-1 204-16</inkml:trace>
  <inkml:trace contextRef="#ctx0" brushRef="#br0" timeOffset="93004.32">20487 2964 39 0,'0'0'188'0,"-7"0"-13"0,7 0-10 0,0 0-15 0,0 0-20 16,21 6-16-16,-12-5-27 0,2 2-64 16,4-3-56-16,-3 1-68 0,2 0-56 0,0 2-168 15,0-2 74-15</inkml:trace>
  <inkml:trace contextRef="#ctx0" brushRef="#br0" timeOffset="94316.7">22270 3013 247 0,'9'-9'281'0,"0"-2"-15"0,-2 1-8 16,-2-1-5-16,-1 2-5 0,0-1-16 0,-2 4-10 15,4-5-13-15,-6 4-15 0,2 0-18 0,-4 0-23 16,0-3-13-16,-2 5-19 0,-2 0-15 0,-1-1-10 16,-2 1-12-16,-3 2-11 0,-1 2-9 0,-1 1-5 0,0 1-9 15,0 3-4-15,-5 3 2 0,2-1-15 16,1 3-4-16,4 0-5 0,0 1-2 0,-2 3-3 16,4 1-2-16,4-2-6 0,2 2-5 0,1-3 3 15,2 3 0-15,5 3 0 0,0-2 2 0,3 1-6 0,6-2-3 16,1 0-11-16,2-1-8 0,2-2-15 0,3-2 0 15,2-1-8-15,-4-2-8 0,1-1 5 16,3-1-8-16,-2 1 0 0,0-5-1 0,0-4 5 16,-6 2 4-16,2-1 3 0,-3 0 7 0,-2 0 2 0,2-2 3 15,-6 1 3-15,0 0 7 0,-1 0 1 0,-3 1 2 16,2-2 3-16,-1 5 1 0,-1-2 1 0,1-1-3 16,-5 3-5-16,4-3 1 0,-4 3 0 0,0 0 1 15,0 0 5-15,0 0-1 0,6 6 1 0,-6-6 3 16,1 8 1-16,2-2 0 0,-3-1 2 0,4 3 1 15,-1-2 2-15,1 3-1 0,1-2-3 0,4 3 2 16,-1-1-1-16,-3-5-7 0,6 6-4 0,-3-1-6 16,-2-4 2-16,3 1 1 0,-4 0 3 0,2-4-1 15,-3 1 5-15,2-3 0 0,-2 1 3 0,-4-1-3 16,9-4 2-16,-9 4 3 0,2-7-2 0,-1 2 1 16,1-1 2-16,-2 0 2 0,-2-2 9 0,2-2 9 15,-1-1 4-15,1 0 1 0,0 1 3 0,0 1 5 16,0-3 7-16,0 2 2 0,0 1-1 0,1 2 6 15,1 0 1-15,-1 1 1 0,0 2-8 0,1-1-6 16,-1-2 2-16,0 3-8 0,-1 4-2 0,0-5-9 16,0 5-3-16,0 0-14 0,5-1-2 0,-5 1-6 15,0 0-4-15,0 0-7 0,8 10-6 0,-2-7-1 16,-3 2-1-16,-2 3-6 0,4-3-1 0,-3 1-6 16,4 3-5-16,-5-1 1 0,5 0-2 0,-4-2-5 15,4 1 2-15,-4-2 6 0,2 0 4 0,-1-2 10 16,1 2 3-16,-1-4 5 0,1 3-10 0,0-4 14 15,-4 0 7-15,14 0 4 0,-9-5 12 0,1 0 6 16,-1 0 3-16,3 0 9 0,3-3 5 0,-3 2 5 16,2-1 10-16,1-3 7 0,-3 3 4 0,2-1 8 0,0-2 3 15,-3 5 0-15,1-3 0 0,2 2 2 16,-2 1 0-16,-3-1 3 0,0 1-2 0,-1 3-15 16,2-2 12-16,-2 2-22 0,-2-2-6 0,-2 4-9 15,4-2 0-15,-4 2-5 0,0 0 1 0,8 6-1 0,-4-3-4 16,-1 1 9-16,1 1-17 0,1 2-13 0,-1-2-10 15,5 2-14-15,-2 1-18 0,2 1-13 16,-1-2-24-16,-1 1-26 0,-2-3-36 0,2 2-39 16,5-2-25-16,-5 0-40 0,0-2-140 0,1-2-423 15,0-1 188-15</inkml:trace>
  <inkml:trace contextRef="#ctx0" brushRef="#br0" timeOffset="94582.3">23059 2761 50 0,'0'-8'321'0,"-1"5"-3"15,-2-3-15-15,3 2-20 0,-2 1-30 16,2 3-25-16,-2-5-28 0,2 5-23 0,0 0-23 0,0 0-12 16,0 0-19-16,0 0-9 0,0 0-9 0,7 12-11 15,-5-4-14-15,2 2-4 0,1 2-9 0,-3 0 1 16,1 0-16-16,1 5-11 0,1 1-12 0,-2 0-18 15,-1-2-16-15,2 2-19 0,-3 1-20 0,3-2-14 16,-5 0-17-16,2-2-21 0,-1 3-32 0,0-6-29 16,0-2-17-16,3 2-20 0,-2-4-16 0,-1 0-2 15,0-1-107-15,2-1-345 0,0-1 152 0</inkml:trace>
  <inkml:trace contextRef="#ctx0" brushRef="#br0" timeOffset="94941.64">23179 2993 33 0,'5'-5'166'0,"-2"2"6"0,1-1 7 0,2-1-6 16,-4 0-8-16,4 3-14 0,-2-2-16 0,2 2-15 16,-1 0-14-16,-5 2-9 0,9-2-8 0,-9 2-15 15,11 2-5-15,-6 2-9 0,2 1-6 0,4 0-8 16,-3 3-1-16,-2 1-6 0,3-1-2 0,2 3-6 16,-1-1-2-16,-1 3 1 0,-2-3-2 0,2 0-6 15,-3 2-6-15,-1-1-6 0,2 0-4 0,-3-1-8 16,4-1 0-16,-4-2-3 0,-1 0 2 0,3-1-1 15,-4-2-1-15,1 0 6 0,-3 0 17 0,4-2 6 16,-4-2 16-16,0 0-4 0,0 0 4 0,0 0 10 16,12-7 12-16,-10 3 6 0,0 0 5 0,1-3 11 15,-1 1 0-15,3 0 4 0,-1-3 5 0,0 2 2 16,3 1-3-16,-2-2 4 0,1 2-8 0,-1-2-11 0,1 3-9 16,0-1-4-16,1 1-10 0,-1 0-4 15,-2 2-10-15,1 0-9 0,2 1 1 0,1 2-8 16,-1 0-4-16,0 1-17 0,0 3-21 0,1-2-33 15,1 4-24-15,-3-1-23 0,3 1-32 0,-1 0-41 16,1 0-47-16,2 0-44 0,-4 0-194 0,3 1-493 0,-2-1 218 16</inkml:trace>
  <inkml:trace contextRef="#ctx0" brushRef="#br0" timeOffset="95425.97">23793 2838 121 0,'0'0'113'0,"-14"6"0"0,12-4 10 16,-1 6-20-16,2-1-10 0,-2 1-3 0,-1 2-16 15,1 0-6-15,-2 0-3 0,3 2-9 0,0-1-3 16,-1-2-13-16,2 0 4 0,0 2-4 0,1-3-5 15,-2 0 1-15,4-1-2 0,-2 1-5 0,0-3 0 16,0-2 4-16,0-3 27 0,0 6 11 0,0-6 2 16,2 3-3-16,-2-3-9 0,0 0-2 0,0 0 2 15,19-9 1-15,-16 7-6 0,3-1 0 0,2-1-8 16,1-2 8-16,-1 2-5 0,-1 0-6 0,0 2-1 16,2-2-4-16,0 1-2 0,-4 2-6 0,3-2-6 15,0 3-2-15,-8 0-3 0,13 2-4 0,-8 0-3 16,4 3 0-16,0-3-3 0,-4 3-2 0,1 1-5 15,1 1 0-15,-1 0 3 0,0 3-2 0,-2-2-2 16,0 1-5-16,-1 0 9 0,-1-1-5 0,-2-1 1 16,2 0-2-16,-2-1 0 0,-2 0-2 0,2-2-1 15,0 3 3-15,-2-5-1 0,-4 2 0 0,3-1-3 16,-3-1 1-16,-2-1 2 0,1-1 4 0,7 0-2 16,-17-3-1-16,5 1 1 0,5 0-2 0,-1-1-3 15,-1 1-3-15,2 1-6 0,1-2-15 0,2-1-11 16,0 1-28-16,1 1-47 0,3 2-21 0,0-6-15 15,0 6-18-15,10-5-15 0,-6 3-94 0,10 2-298 16,-5-1 133-16</inkml:trace>
  <inkml:trace contextRef="#ctx0" brushRef="#br0" timeOffset="95800.93">24053 3018 99 0,'3'-1'197'16,"-3"1"16"-16,6-3 2 0,-6 3-3 0,5-1-10 15,-5 1-12-15,0 0-18 0,0 0-20 0,7-1-5 16,-7 1-26-16,0 0-15 0,0 0-15 0,0 0-12 0,0 0-9 15,0 0-1-15,0 0-7 0,2 6-8 16,-2-6-2-16,0 6-6 0,0-1-8 0,0-2-1 16,2 4-3-16,0-4-3 0,0 2-1 0,-1 1-2 15,3-2-6-15,-1 1-3 0,1 0 1 0,-1 0-3 0,2-1-6 16,-1 0 1-16,0-2-5 0,3 4-7 0,0-5-3 16,0 0 3-16,0 0-3 0,-2-1 3 15,2-2-2-15,-7 2 4 0,8-3 4 0,-1 0-4 16,0 1-2-16,-3-3 6 0,-2 1 5 0,3 0 4 0,-4-1 2 15,3 0 8-15,0 1 8 0,-3-1 5 0,2 1 6 16,-2 0 9-16,-1-1-2 0,0 5 8 0,0-6 0 16,0 6-8-16,0-4 3 0,0 4-10 0,0 0-7 15,3-4 0-15,-3 4-25 0,0 0-14 0,0 0-20 16,0 0 9-16,0 0-4 0,0 0-1 0,0 0-2 16,-4 14 5-16,4-9-1 0,-3 3-8 0,3-2-1 15,0 1-7-15,3 3-7 0,-2-1 5 0,-1-1-16 16,3-2-7-16,3 5-11 0,-4-5-13 0,5 3-16 15,-1-3-31-15,3-2-21 0,-2-1-32 0,4-1-11 16,2-1-179-16,-2 1-401 0,4-4 178 0</inkml:trace>
  <inkml:trace contextRef="#ctx0" brushRef="#br0" timeOffset="96068.04">24480 2753 140 0,'-1'-3'200'0,"-2"-2"-16"16,3 3-24-16,0 2-19 0,-4-5-18 16,4 5-10-16,0 0-12 0,0 0-5 0,0 0 1 15,0 0-1-15,0 0 3 0,0 17-13 0,0-11-11 16,4 2-10-16,-4-1 4 0,3 3-4 0,-2 5-10 0,2-4-2 16,1 6-2-16,2 0-9 0,-5 0-5 0,3 0-6 15,-1-2-2-15,-1 2 3 0,0-1-6 16,-1 0-6-16,-1-3 1 0,3 0-4 0,-3 0-2 15,0 0-20-15,-3-1-15 0,3 2-11 0,-1-1-23 0,1 0-15 16,0-2-22-16,0 1-24 0,1-2-23 0,-1-1-12 16,3-1-14-16,-2 1-87 0,2-2-271 0,-2 0 120 15</inkml:trace>
  <inkml:trace contextRef="#ctx0" brushRef="#br0" timeOffset="96391.3">24455 2993 86 0,'-3'-3'213'0,"1"1"4"15,2 2 4-15,-4-3 0 0,0 0 4 0,4 3-1 16,0 0-9-16,0 0-9 0,0 0-11 0,0-6-17 16,0 6-20-16,0 0-18 0,0 0-13 0,15 0-15 15,-15 0-12-15,18 4-9 0,-9-4-9 0,3 2-6 16,2 1-11-16,-1 0-10 0,1 1-1 0,0-1-15 15,1 0 3-15,-3 0-4 0,-1 1-9 0,0-2-1 16,0 3-5-16,-4-4-12 0,-1 2 6 0,0-2-17 16,-1 0-8-16,-2 2-16 15,-3-3-1-15,6 3-4 0,-4 1 2 0,1-1 2 0,-3 1 3 16,0-4-1-16,0 9-1 0,0-3-9 0,-1-2-6 16,1 2 3-16,0 1-12 0,0-1-10 0,0 1-13 15,0-1-16-15,-2 2-29 0,2-2-40 16,3 1-26-16,0-1-29 0,1-1-163 0,-2 1-406 0,4-3 180 15</inkml:trace>
  <inkml:trace contextRef="#ctx0" brushRef="#br0" timeOffset="97078.73">24797 3005 52 0,'0'0'201'0,"-5"-1"-25"0,5 1-15 0,0 0-21 16,0 0-9-16,0 0-13 0,0 0-13 0,0 0-7 15,-4 9-7-15,4-5-7 0,0-4-9 0,1 9-6 16,2-3-5-16,-2 1-6 0,2-2 0 0,-2 3-8 16,4-2-3-16,-3 0-5 0,3 1-4 0,1-2-2 15,-2 0-9-15,0 0 2 0,-1-1-5 0,0 0-3 16,-1 0 1-16,3-1 2 0,-2 0-4 0,-1 0 2 15,-2-3-1-15,4 1 4 0,-4-1 11 0,0 0 2 16,0 0 0-16,5 1 3 0,-5-1-7 0,0 0-1 16,0 0-2-16,4-6 5 0,-4 1 0 0,0 0 0 15,0 1-1-15,2-3-1 0,-2 2 8 0,0-1-3 16,0 1 1-16,0-2 3 0,3 2 5 0,-3-1-10 16,1-1-2-16,0 2 0 0,2-2 2 0,1 1-7 15,-1 0-1-15,-2 0 0 0,4-1 0 0,0 2-8 16,-1-4-1-16,0 6-2 0,1-2-2 0,1 2 8 15,0-2-14-15,-1 1-1 0,1 1 0 0,-3 0-2 16,0 0-4-16,2 3-3 0,-5 0-2 0,0 0 9 16,14 3-10-16,-11 0-2 0,1 1 1 0,-2 0 0 15,1 3-2-15,1-1-1 0,1 4 3 0,-2-1-7 16,-3 1 1-16,4 1-8 0,-4-2-3 0,3 2 4 16,1-1 1-16,-2 0 1 0,-1-2 0 0,2-2 2 15,-2 1 2-15,2-2 1 0,-3-1 7 0,1 1 6 16,3-1 18-16,-3-2 5 0,-1-2 6 0,0 0 4 15,0 0 8-15,0 0 6 0,18-9 14 0,-12 5 8 16,0-1 4-16,4-3 28 0,-3 1-21 0,1-1 7 16,1-2 3-16,2 2-8 0,-1-2 6 0,2 1-16 0,-2-1 7 15,1-4 13-15,2 3 19 0,-3 2 11 16,-2-2-5-16,3 2-12 0,-2 1-14 0,1 1-6 16,0-1-12-16,-5 3-9 0,0 1-9 0,2 0-14 15,-6 1-4-15,4 0-16 0,0 1-25 0,-5 2-27 0,0 0 2 16,0 0 2-16,9 6-15 0,-9-1-8 0,4 0-5 15,-4 3-4-15,2-3-8 0,-2 2-19 0,4 4 0 16,-3-1-5-16,-1-2-22 0,3 2-10 16,-2-1-22-16,-1-2-25 0,4 0-28 0,-4 0-31 15,2-3-44-15,0 0-28 0,-2-1-226 0,0-3-564 0,4 5 250 16</inkml:trace>
  <inkml:trace contextRef="#ctx0" brushRef="#br0" timeOffset="97391.2">24802 2651 167 0,'0'0'342'0,"0"0"-24"0,0 0-21 15,0 0-31-15,0 0-26 0,0 0-29 0,-6-2-15 16,6 2-26-16,0 0-16 0,0 0-18 16,0 0-14-16,0 0-12 0,0 0-13 0,0 0-9 0,0 0-7 15,-3 7-15-15,3-7-4 0,0 0-6 0,0 6-2 16,0-6-5-16,0 0-8 0,4 4-8 0,-4-4-13 16,3 1-15-16,-3-1-19 0,0 0-17 0,0 0-19 15,0 0-28-15,0 0-35 0,0 0-37 0,0 0-81 16,0 0-222-16,0 0-490 0,-14-5 217 0</inkml:trace>
  <inkml:trace contextRef="#ctx0" brushRef="#br0" timeOffset="98031.77">23078 2885 134 0,'0'0'261'0,"0"0"-7"16,0 0 0-16,-5 1-4 0,5-1-11 0,0 0-10 15,0 0-6-15,0 0-7 0,0 0-12 0,0 0-9 16,0 0-7-16,0 0-12 0,0 0-14 0,0 0-14 16,15 3-16-16,-6-4-1 0,-1 1-25 0,7 1-17 15,-4-1 8-15,4 0-36 0,-3-1-38 0,2 2-46 16,2-2-42-16,3 1-46 0,-1-2-47 0,-3 1-61 15,3 0-57-15,-5-1-211 0,0 0-527 0,-2 1 232 16</inkml:trace>
  <inkml:trace contextRef="#ctx0" brushRef="#br0" timeOffset="98422.36">23571 2858 307 0,'0'0'287'16,"-5"-4"-18"-16,5 4-23 0,0 0-24 0,0 0-19 15,0 0-26-15,0 0-19 0,0 0-14 0,0 0-12 16,0 0-21-16,0 0-12 0,0 0-10 0,0 0-10 0,0 0-6 15,-8 7-11-15,8-7-4 0,-4 5-6 0,3-1-8 16,1-4-6-16,0 6-5 0,0-2-5 16,0-4-2-16,1 6-2 0,-1-2-4 0,0-4 1 15,4 4-5-15,-4-4 1 0,4 3 1 0,-4-3-2 0,4 1-7 16,-4-1 7-16,0 0-8 0,12-5 0 0,-7 2-3 16,0-1 7-16,-2 0-9 0,-2 1-2 0,2-4-2 15,-2 4-1-15,2-4 0 0,-3 1 1 16,0 1-4-16,0-1-30 0,-3 0-21 0,3 1-31 0,-1-2-40 15,-2 2-46-15,-1 2-51 0,1-2-179 0,-1 1-438 16,1 1 194-16</inkml:trace>
  <inkml:trace contextRef="#ctx0" brushRef="#br0" timeOffset="106267.45">25870 2875 256 0,'-5'-1'255'0,"5"1"-26"15,-6-2-23-15,6 2-20 0,0 0-22 0,-13 2-18 16,13-2-20-16,-10 3-8 0,6 0-11 0,0 1-11 16,1-2-11-16,-2 1-7 0,1 1-6 0,3 0-7 15,-2-1-4-15,2 4-4 0,2-2-5 0,0-1-7 16,2 1 2-16,3-1 2 0,2 0-13 0,-2 0-3 16,1-1-1-16,5 0-4 0,-6-1-2 0,6 0-1 15,-2-1-2-15,-4 2-1 0,-6-3 0 0,13-3 0 16,-8-1 5-16,-1 2 8 0,2-2-3 0,-4 0-4 15,0-3 3-15,-4 1 9 0,-3-1-4 0,1-3-2 16,-3 2 5-16,-4-3 6 0,0 1 3 0,3 1 0 16,-4 0-1-16,-3-3-5 0,5 5 12 0,-4-1-16 15,4 1 7-15,0 0-3 0,3 2-3 0,0 2 10 16,1 1-6-16,3-3 15 0,3 5-4 0,-2-5-5 16,2 5-12-16,4-6-3 0,3 6-13 0,6 0-12 15,6-3-10-15,2 3-2 0,8-2-6 0,7 0-2 16,-2-1-15-16,4 0-6 0,-3-3-3 0,3 2-2 15,-2-1 4-15,-1 0 9 0,-1-4-3 0,-4 3 1 16,-1-2 3-16,-6 2 6 0,-3-1-4 0,-4-2 9 16,-4 3 18-16,-1 0 9 0,-1-2 11 0,-3 3 11 15,-3-1 12-15,0-3 4 0,-3 4 4 0,1 1-1 0,-2 0-11 16,-2-4 5-16,0 5-26 0,-1 1 0 16,3 2-4-16,-11-1-4 0,11 1-4 0,-11 1-1 15,6 4-2-15,-3-1-5 0,-1 5 3 0,3-1-1 16,-3 9-5-16,1-1 3 0,4 3 2 0,0 1 0 0,0 1 0 15,1 4-5-15,3 1 6 0,-1 2 1 0,-2-1 9 16,6-1-13-16,-3-6 0 0,0 1-4 16,1-1 4-16,-1 1 1 0,-1 2-2 0,0-4 0 15,-2 1 1-15,0 0-1 0,0-4 3 0,-2 2-4 0,1-1-12 16,-1-6-12-16,3 2-18 0,-3 0-20 0,-1-2-26 16,-2-1-25-16,4 0-27 0,-1-3-38 0,-4 1-41 15,5-3-42-15,3-1-248 0,-3-2-549 16,4-2 244-16</inkml:trace>
  <inkml:trace contextRef="#ctx0" brushRef="#br0" timeOffset="106454.93">26234 2933 145 0,'0'-5'384'0,"0"5"-17"0,1-7-7 0,0 3-27 16,2 0-22-16,0-1-35 0,-2 1-28 0,5 0-16 15,-2 1-32-15,2 1-23 0,3 1-26 0,-3-1-13 16,6 0-20-16,-1 2-50 0,3-1-38 0,0 2-40 16,6-1-54-16,-1 3-57 0,1 1-55 0,2-3-61 15,2 0-252-15,-3 2-529 0,9-3 234 0</inkml:trace>
  <inkml:trace contextRef="#ctx0" brushRef="#br0" timeOffset="106876.76">27019 2877 33 0,'13'0'249'0,"-5"-1"-3"0,3 0-7 0,0-2-6 15,1 1-4-15,-1-1-11 0,1-2-2 0,-1 0-13 16,1 0-14-16,-5-3-14 0,4 2-11 0,0-5-10 15,-2 4-20-15,0-6-7 0,-1 2-12 0,3-5-11 16,-5 5-10-16,1-5-4 0,-1 5-3 0,-1-6 5 16,-1 7 1-16,0-2 8 0,-4 2-12 0,2 1-6 15,0-1-1-15,-2 3-19 0,0 2 0 0,0-1-6 16,0-1-8-16,0 5-14 0,0 2-13 0,-4-4-12 16,4 4-2-16,-7-1-4 0,7 1 3 0,0 0 1 15,-17 5 5-15,9 4-13 0,1 0-6 0,-4 1 5 16,0 3-4-16,3 2 1 0,-4 2 4 0,2 2-7 15,3 8 5-15,-2 1-5 0,2 1 4 0,4 2 10 16,-1 0-5-16,1 1 2 0,3 2-7 0,0-2 6 16,0 1-1-16,0-2 0 0,-1-1 6 0,1-1-2 0,0-3-10 15,1 2 11-15,-2-7-13 0,2-3-12 16,-2 0-12-16,2-2-15 0,-1-3-21 0,0-3-18 16,0 1-18-16,3-6-19 0,-3 1-19 0,3 0-24 15,-3-3-56-15,1 0-65 0,-1-3-198 0,0 0-523 0,0 0 231 16</inkml:trace>
  <inkml:trace contextRef="#ctx0" brushRef="#br0" timeOffset="107855.68">27070 3017 12 0,'0'0'309'0,"0"0"-18"0,-1-4-10 0,1 4-8 16,0 0-14-16,0 0-9 0,0 0-15 0,0 0-26 15,0-6-16-15,0 6-24 0,5-3-15 0,-5 3-18 16,4-3-9-16,2 1-21 0,0 1-11 0,1-2-29 16,3 1-5-16,-2-1-27 0,3 1-7 0,1 1-14 15,0-3-21-15,-1 3-18 0,2-2-22 0,0-2-2 16,-1 3-10-16,2-1-2 0,-3-1 3 0,0 2 5 16,2-2-1-16,-3 1 7 0,-2 0 8 0,-1 1 2 15,1-1 8-15,-3 2 11 0,-1-5 1 0,2 3 5 16,-3 0 7-16,-1 1 8 0,-2 2 2 0,4-4 2 15,-4 4-1-15,4-7-2 0,-4 7-2 0,-4-5-8 16,4 5 8-16,0 0-3 0,0 0-1 0,-5-2 1 16,5 2-4-16,0 0 0 0,0 0 3 0,0 0-1 15,0 0 2-15,0 0-1 0,0 0 1 0,0 0 0 16,0 0 2-16,0 0 1 0,0 11 3 0,0-11-3 16,9 5 2-16,1-1-6 0,1 0-12 0,2-2-5 15,-2 4-9-15,6-4-14 0,-4 2-5 0,6-1-5 16,-5-2-1-16,1 0-2 0,-1-1 5 0,-2-4 3 15,-1 4 5-15,2-2 13 0,-3-2-7 0,-1 0 4 16,-3 0 6-16,2-2 3 0,-3 0 0 0,1-2 26 16,-4 1 0-16,1 1 18 0,-1-2 3 0,0 3 8 15,-2-3 2-15,0 3 4 0,0-1-4 0,-2 0 2 16,0 1-10-16,-2 0-5 0,-3 2-1 0,-1-1 1 16,1 2-3-16,-1-3 0 0,-2 4-6 0,1 1-2 15,-2 0-2-15,2 0 0 0,-3 0-1 0,5 2-1 16,-4 2 2-16,3-2-3 0,1 4 1 0,0-2-1 15,0 3 3-15,-1-1-3 0,5 1 2 0,1 1 2 0,2 2-1 16,-2 0 3-16,4 0 3 0,2 1-3 16,2-1-2-16,3 0 1 0,3 3-5 0,3-5-9 15,1 3-13-15,0-2-6 0,2-1-16 0,3-1-14 16,-1-2-2-16,1-1-4 0,-1-1 1 0,0-3-4 0,-1 0 9 16,-4 0 5-16,4 0 5 0,-4-3 19 0,-1 0 4 15,-1-3 9-15,-2 0 8 0,-1 0 19 16,-1-1 14-16,-2 0 9 0,0 0 11 0,-3 0 9 15,0 1 4-15,0-1-6 0,-3 2 3 0,-1-1-3 16,0 1-8-16,0 0-8 0,0 1-8 0,-2 0-2 0,2 4-5 0,-7-5-2 0,0 3-1 16,2 1-8-16,5 1 0 0,-15 1-2 0,9 2-2 15,0 1-1-15,-3 0-3 0,2-2 4 0,0 3-1 16,0-1-3-16,1 3 1 0,1-3-4 0,-1 1 3 16,2 0 0-16,0 1 0 0,2-3 1 0,-1 2 1 15,1 0 0-15,2-5 0 0,2 5-2 0,-2-5 0 16,4 4 4-16,0-3-3 0,4 1-2 0,-1-1 4 15,-7-1-4-15,18-4 1 0,-8 2 2 0,1 2-2 16,0-4 5-16,1 1-6 0,-1-2 16 0,0 2 20 16,1-2 16-16,-3 1 11 0,-4-1 14 0,2 1 10 15,0 1 20-15,-5 0 10 0,5 2 10 0,-5-5 6 16,3 4-3-16,-5 2-14 0,5-3-19 0,-1 1-4 16,-4 2-15-16,0 0-11 0,3-3-15 0,-3 3-11 0,0 0-7 15,0 0-5-15,0 0-6 0,0 0-16 0,7 7 14 16,-7-7-9-16,4 5-4 0,-3-1-10 15,2 0-14-15,0 2-8 0,4 0-17 0,-5-2-27 16,5 1-13-16,-1 3-30 0,3-1-19 0,2-1-29 0,-1 0-30 16,2 0-29-16,1 0-29 0,1-4-25 0,1 2-15 15,1-3-179-15,-1 0-498 0,-1-2 220 0</inkml:trace>
  <inkml:trace contextRef="#ctx0" brushRef="#br0" timeOffset="108136.9">28122 2717 38 0,'0'-16'285'0,"-3"3"-3"0,1-1 13 0,2 3 4 16,0 0 4-16,-4 3 1 0,4 0-11 15,0-2-19-15,-1 7-37 0,1-1-29 0,-2-1-22 0,2 5-30 16,-1-4-26-16,1 4-21 0,0 0-7 0,0 0 5 16,0 0-25-16,-9 16-10 0,6-8-1 0,2 4-8 15,-1 1-9-15,0 3 7 0,2 1-19 0,-5 1-5 16,5 1 3-16,-2 3-6 0,2-2-11 0,-2 7 5 15,4 0-22-15,-2-7-15 0,-2-1-2 0,2-1-19 16,2 0-17-16,-2-1-21 0,-2-4-10 0,2 0-8 16,2-2-13-16,-2 0-23 0,-2-4-12 0,2 1-16 15,2-3-4-15,-2-1 6 0,2-1-34 0,-2-3-18 16,0 0-15-16,0 0-7 0,0 0 0 0,7-9 22 16,-5 5 21-16,0-3-99 0,1 0-301 0,1 0 134 15</inkml:trace>
  <inkml:trace contextRef="#ctx0" brushRef="#br0" timeOffset="108949.32">28112 2939 998 0,'5'-6'-42'0,"-5"-2"26"16,5 0 32-16,-5 1 44 0,1-1 24 0,0 1 29 15,2 1 12-15,-3-1 5 0,0 2 9 0,0 0 6 16,1 0-4-16,-1 5 1 0,2-6-22 0,-2 6-9 16,0-3-15-16,0 3-14 0,0 0-12 0,1-5-12 15,-1 5-6-15,0 0-1 0,0 0-9 0,0 0-3 16,0 0-2-16,5 11-1 0,-1-5-6 0,-2-1-1 16,2 0 1-16,1 1-8 0,0 1 0 0,1-2-5 15,4 1-9-15,-1 2-2 0,2-2-7 0,1-1-7 16,1 1-3-16,-3-4 3 0,1 1-2 0,2-1 1 15,-4 0 2-15,2-2 0 0,0-2 2 0,-2 1-2 16,1-1 1-16,-2-2 4 0,-1 0 8 0,0 0 9 16,-3-2 3-16,1-4 12 0,-2 7 7 0,0-4 14 15,0 1 8-15,-1 1 15 0,-2-2-10 0,4 2 5 16,-4 2-2-16,0-3-3 0,0 6-4 0,0-6-3 16,0 2-11-16,0 4-15 0,0 0-7 0,0-7-11 15,0 7-11-15,0 0-4 0,0 0-5 0,0 0-4 16,0 0 2-16,-11 15-1 0,10-12-3 0,-2 4 6 15,1-1 2-15,-1 1-4 0,1-3-1 0,1 3-8 16,1-2 3-16,-1 2-8 0,2 2-5 0,-2-5-5 16,2 2-4-16,0-1-2 0,1 0-4 0,1-2-5 15,-1 1-5-15,2 0-22 0,1-4-21 0,-3 2-12 16,-2-2-18-16,15-2-3 0,-15 2-1 0,10-6-8 16,-3 3 17-16,0-2-7 0,2-2 0 0,-4 2 3 0,1-3 15 15,-1-1 12-15,3 3 6 0,-4 0 9 0,0-1 14 16,-1 2 15-16,1-1 17 0,0-1 15 15,-1 2 26-15,-3 1 19 0,2 0 15 0,-1 0 4 16,-1 4 5-16,2-5-5 0,-2 5-10 0,3-5 6 16,-3 5-14-16,0 0-4 0,0 0-3 0,0 0 0 0,0 0-1 15,0 0-1-15,0 0-3 0,8 10-2 0,-4-6 0 16,-2 1 2-16,3 2 0 0,-1 2-4 16,2-3 5-16,-1 1 3 0,-1 2-10 0,4-2 7 15,-3 2-7-15,-1-2-2 0,2-2 3 0,-4 0-3 0,3 1 0 16,-2-2-2-16,-2 3 6 0,2-7-8 0,-3 0 0 15,1 5 2-15,-1-5 4 0,3 4 5 0,-3-4 6 16,0 0 9-16,0 0 8 0,0 0 2 16,0 0 0-16,0 0 2 0,0 0 1 0,0 0 16 0,-18-5-4 15,18 5 3-15,-4-4 1 0,4 4 0 0,-4-4 15 16,4 4-1-16,0-5-8 0,0 5 6 0,8-4-22 16,-4 1-11-16,0 0-11 0,3 0-10 0,4 1-13 15,1 0-11-15,-1-1-6 0,4 0-8 0,-1 0-1 16,5-1 1-16,-1 4 0 0,-2-3 2 0,-2 1 1 15,0-1 4-15,0 1 7 0,-3 1-9 0,1-1 12 16,-1-1 3-16,-2 0 14 0,1-2 11 0,-6 3 8 16,2-1 12-16,-2 1 6 0,1 0 0 0,-5 2 6 15,6-4 3-15,-6 4 4 0,2-2-3 0,-2 2-10 16,3-5-3-16,-3 5-8 0,0 0 4 0,0 0-16 16,0 0-4-16,0 0-1 0,0 0-2 0,0 0-5 15,0 0 0-15,-15 8 0 0,15-8 1 0,-4 8-2 16,1-3-4-16,1-1 3 0,0 2 0 0,2 2-2 15,0-1 3-15,0 1-1 0,2 2 2 0,0 0-15 16,4 0-32-16,-1 0-34 0,1 1-62 0,7 0-77 16,3-3-276-16,-3 0-526 0,4-3 234 0</inkml:trace>
  <inkml:trace contextRef="#ctx0" brushRef="#br0" timeOffset="109714.88">29624 2902 259 0,'11'-5'271'16,"8"-2"-20"-16,-4-3-11 0,3 0-26 0,-2-1-18 16,-1-2-17-16,0 0-18 0,0-1 5 0,-1-2-11 15,-1-1-12-15,-3 2-8 0,3 0-11 0,-6-2 6 16,1 3 3-16,-3 1 2 0,0 2 8 0,-2-1-7 15,-1 1 1-15,2-1-12 0,-4 3-16 0,0 0-14 16,0 2-13-16,-4-2 9 0,-1 1-30 0,0-1-9 16,0 2-11-16,-3 2-2 0,1 3 3 0,-1-1-11 15,-3 3-13-15,-2 2 7 0,-1 0-5 0,-1 4 0 0,-2 4-7 16,3 1 0-16,-4 4-2 0,7 2 0 16,-1 0-3-16,0 7 15 0,-1 0-12 0,8 2-2 15,1 2-2-15,1 1 2 0,2 1-4 0,0 1 1 16,1-2 8-16,2 3 7 0,0-2-23 0,2-2 9 0,-3 1-2 15,4-3-6-15,-2-6-4 0,0-1-20 0,1 1-14 16,-4-4-15-16,4 1-10 0,-4 0-21 16,0-3-22-16,0-3-22 0,-1-2-29 0,1 1-13 15,-3-2-24-15,2-3-21 0,-1 0-30 0,1 0-29 0,-2-2-152 16,-5-1-462-16,8-2 204 0</inkml:trace>
  <inkml:trace contextRef="#ctx0" brushRef="#br0" timeOffset="110356.94">29542 2999 143 0,'0'-6'279'16,"0"6"-22"-16,4-6-15 0,-2 2-20 0,2 1-22 15,-1-2-17-15,5 2-19 0,-2-2-18 0,2 5-14 16,3-3-17-16,1 2-13 0,1-1-8 0,5 0-11 15,-2 1-10-15,0 1-14 0,-2 1-14 0,1-1-8 16,-1 2-3-16,2 0-3 0,-1-1-8 0,-2-1-3 16,-2 1 4-16,-4 1-5 0,0-2-5 0,-1 0 3 15,-6 0-1-15,9 0-4 0,-9 0 10 0,8 0-11 16,-8 0-8-16,0 0-1 0,0 0-3 0,7 0-4 0,-7 0-1 16,0 0-1-16,4 2-5 0,-4-2 6 15,0 0-1-15,-4 6 2 0,4-6 5 0,-3 7-5 16,3-7 0-16,0 6 0 0,0-1-2 0,0 0 5 15,0 0-2-15,0-1 2 0,2 2-1 0,2-1-2 0,0 0-9 16,-3 2 4-16,2-3-1 0,4-1-5 0,-2 1-1 16,-1 0 4-16,1-1 2 0,1-1-2 15,-1 0 5-15,-5-2-4 0,13-2 5 0,-13 2-3 16,10-3 2-16,-4 1 0 0,0-1 5 0,-1 0 5 0,2-2 2 16,-2 1 12-16,1-2 8 0,-1 1-3 0,1 0 5 15,0-1 2-15,-3 2 7 0,1-1 6 0,2 1-4 16,-3-2 0-16,1 4 6 0,0 0-13 15,1-2-4-15,-5 4-9 0,3-5-2 0,-3 5-5 16,5-1 0-16,-5 1-3 0,0 0-2 0,7 7-3 0,-3-2 3 16,-2-3-3-16,0 1 2 0,0 1-2 0,1 1 1 15,0 1-5-15,1-1 2 0,-1 0 0 0,-1-1 2 16,0 1 6-16,1-1-9 0,-2-2 1 16,-1-2-2-16,3 4-1 0,0-1 12 0,-3-3-8 0,0 0 6 15,0 0 6-15,0 3 17 0,0-3 20 0,0 0 21 16,0 0 3-16,0 0-6 0,0 0-4 0,0 0-3 15,0 0-5-15,3-10 2 0,-3 10-7 0,2-6-11 16,0 2 2-16,0-2-9 0,0 2-13 0,0-3-11 16,2 2-21-16,-1-2-17 0,1 1-44 0,0 0-36 15,2-1-67-15,2-2-76 0,0 0-271 0,0 1-566 16,2-2 250-16</inkml:trace>
  <inkml:trace contextRef="#ctx0" brushRef="#br0" timeOffset="110950.63">30731 2730 60 0,'0'-6'406'0,"3"1"3"0,-3-3 11 0,2 4-20 16,-2 4-10-16,0-6-33 0,1 3-29 0,-1 3-34 16,0-5-39-16,0 5-29 0,0 0-32 0,0 0-26 15,0 0-37-15,0 0-3 0,0 0-19 0,0 0-13 16,3 15-9-16,-3-4-6 0,4-1-11 0,-5 3-5 16,2 0-5-16,-1 1-5 0,1 3-8 0,-1-5-18 15,4 5-9-15,-4-3-15 0,3 0-18 0,0-1-19 0,-3-2-30 16,1 1-22-16,4-2-20 0,-2-1-25 15,-1-3-27-15,0 2-37 0,0-3-39 0,0 0-47 16,4-1-64-16,-5-1-202 0,7-2-588 0,-8-1 261 16</inkml:trace>
  <inkml:trace contextRef="#ctx0" brushRef="#br0" timeOffset="111341.22">30784 2697 84 0,'-5'-4'298'0,"5"0"1"15,-4 0-10-15,4 0-2 0,-3 0-2 0,3-1-19 16,0-2-5-16,0 2 4 0,0 0-24 0,0-3-18 0,3-3-19 16,-3 3-19-16,4 3-16 0,1-4-15 0,-2 1-24 15,0-1-12-15,4 1-21 0,-2 2 6 0,1 1-21 16,0-3-9-16,1 3-9 0,-1 0 4 15,-1 1-28-15,3-4-6 0,-1 6-9 0,0-1-11 0,-2-1-2 16,0 2-17-16,-1 1-19 0,-4 1-23 0,9-3-4 16,-9 3-8-16,8 3-6 0,-2-1-3 0,-1 3 1 15,1 0-4-15,0 2 1 0,1 2-5 0,-1 1-1 16,-2 1-3-16,1 1 5 0,2-1 4 0,-2 1 3 16,-1 0 5-16,2-1 2 0,-2 1 2 0,-3-4 1 15,2 4 7-15,-3-4 6 0,0 0-1 0,-3-3-3 16,3 1 9-16,-5 0 3 0,1-2 13 0,-2 0 0 15,-3-1 0-15,-1-1 2 0,-2-1 4 0,0-1 4 16,1 2-1-16,-1-4 2 0,-2 1-14 0,3 2-22 16,0-1-21-16,3 0-42 0,1-1-44 0,7 1-52 15,-11 1-151-15,5 1-386 0,6-2 171 0</inkml:trace>
  <inkml:trace contextRef="#ctx0" brushRef="#br0" timeOffset="111747.43">30962 2850 43 0,'4'-4'260'16,"2"3"-16"-16,-6 1-10 0,8-4-19 0,-3 3-18 15,1 0-25-15,-6 1-21 0,10-1-17 0,-5 1-13 16,-5 0-13-16,8 0-13 0,-5 2-8 0,-3-2-11 16,10 4-12-16,-8-2-4 0,2 5-7 0,-4-2-8 15,4 1-1-15,-2 1-8 0,-1-1-1 0,1 2 0 16,-2-1-10-16,0 0-4 0,-2-1-2 0,2 1-2 16,-1-2-2-16,-1 0-3 0,0-1-5 0,0 0 3 15,1 0-2-15,1-4-2 0,-3 5 4 0,3-5 15 16,-4 2 15-16,4-2 14 0,0 0 0 0,0 0 1 15,0 0 4-15,0 0 8 0,0 0-1 0,0 0-6 16,-4-11-4-16,4 11-4 0,4-9-4 0,-2 3-9 16,3 1 0-16,0-2-16 0,0 1-22 0,0-2-30 15,3 1-28-15,0 2-34 0,2-1-29 0,1 1-23 16,0 1-36-16,1 0-40 0,0 0-20 0,-1 2-148 16,-3 1-419-16,-1 0 185 0</inkml:trace>
  <inkml:trace contextRef="#ctx0" brushRef="#br0" timeOffset="112044.28">31355 2827 27 0,'1'-2'133'0,"-2"-3"12"0,2-1 11 0,-1 2 0 0,-1-1-2 15,-2 1 2-15,1-3-11 0,-2 4 2 16,4-2-16-16,-3 2-18 0,-1 0-11 0,-1 1-6 16,0-1-17-16,-1 2-6 0,1 0-8 0,5 1-7 0,-11-2-9 15,11 2-2-15,-14 4-5 0,9-1-5 0,-1-1-2 16,2 3-2-16,-2-4-5 0,2 6-3 0,-1-2-1 16,1 1-1-16,4 1-1 0,0 1-3 15,0 2 0-15,2 0-13 0,5 1-25 0,-1-2-28 0,6 6-28 16,-1-7-26-16,4 5-23 0,3-1-29 0,4-3-27 15,-1 0-95-15,0 0-297 0,2-2 131 0</inkml:trace>
  <inkml:trace contextRef="#ctx0" brushRef="#br0" timeOffset="112851.72">31633 2895 106 0,'-4'-6'147'0,"1"1"-1"0,-2 0 4 15,-1 1-14-15,-1-1-15 0,-4-1-12 0,1 4-5 16,-1-1-8-16,0 0-11 0,0 1-7 15,-1 4-8-15,1-2-9 0,-1 2-6 0,1 1-5 0,0 0-4 16,-1 4-4-16,3-2-7 0,0 0 3 0,2 0-2 16,0 2-7-16,0-1-4 0,2 0 3 0,1 0-3 15,4 0 2-15,-1 2 7 0,2-3-5 0,1 1-4 16,0-1-1-16,3 2 1 0,2-2-6 0,0-1 4 16,4 0 0-16,3-1-6 0,0-2 5 0,-3 1-10 15,3-2 4-15,-3-2 2 0,2-2 1 0,-3 0 5 16,3-4 0-16,-1 2-1 0,-3-3-2 0,0-2 5 15,4-1 2-15,-6-4 11 0,1 1 1 0,0-2 2 16,0 0 10-16,-3-2-5 0,1 2 1 0,1-2 0 16,-7 2 3-16,4 0 14 0,-2 3 4 0,2-2 11 15,1 0 6 1,-4 6 7-16,2 0 11 0,-3 2 5 0,0 2-11 16,0-3-6-16,0 6-10 0,0-1-8 0,0 4-12 15,2-10-15-15,-2 7-5 0,0 3-4 0,0-4-11 0,0 4-14 0,0 0-14 16,2-3-17-16,-2 3-8 0,0 0 2 0,0 0 2 15,0 0 1-15,0 0 1 0,0 0 3 0,0 0 3 16,0 0 1-16,-13 7-1 0,13-7 4 16,-6 7 2-16,5-3 0 0,-2-1 1 0,-1 1-4 0,1 3-8 15,1-2 5-15,0 1-2 0,0 2 0 0,-3 1 3 16,5 1 3-16,0 0-6 0,0 1-8 0,3 1 1 16,-1 1 3-16,0-1 3 0,2-1-1 0,2 1-2 15,-2 0 8-15,3-2-2 0,2 2 0 0,-1-1 3 16,-1-3 1-16,3 0 3 0,-1 1-2 0,-1-4 3 15,2 2 2-15,-3-5 27 0,2-1 2 0,-2 1-2 16,0-2 9-16,-7 0 5 0,16-3-4 0,-10 1 10 16,1-2 2-16,-1-2 14 0,-2 3-2 0,4-5 4 15,-3 1 1-15,-1-1-14 0,1 0 22 0,0 1 7 16,-3-2-7-16,2 0 0 0,0 1 4 0,-1 2-11 16,1 0-14-16,-4-1 7 0,3 0-7 0,-2 3-7 15,0-1-8-15,-1 5-1 0,2-5-11 0,-2 5-17 16,0-4-40-16,0 4-27 0,0 0 5 0,0 0 7 15,0 0 7-15,0 0-1 0,-6 13 3 0,6-5 7 16,-1-1 1-16,-1 0 6 0,2 3 6 0,2-1 1 16,-2-2-5-16,1 4 11 0,-1-3 0 0,2-1 1 15,-1-1 6-15,0 2-1 0,1-3 1 0,1 0 5 16,-1 1 0-16,3-2 2 0,0-1 2 0,0-1-1 16,1-1 2-16,-4 0-5 0,-2-1 8 0,12-2 3 15,-5 0-3-15,1-1-5 0,1 1-1 0,1-1 15 16,0-3-21-16,-2 1 7 0,3-1-2 0,-4-3 2 15,-2 4 3-15,4 0 0 0,-3-2-11 0,0 4-12 16,-4 0-27-16,4-3-26 0,-5 3-24 0,2 1-27 16,-3 2-31-16,1-5-27 0,-1 5-20 0,0 0-26 15,0 0-30-15,-9-2-187 0,9 2-481 0,0 0 213 16</inkml:trace>
  <inkml:trace contextRef="#ctx0" brushRef="#br0" timeOffset="113086.07">31920 2634 16 0,'0'0'340'16,"0"-6"-19"-16,-2 3-21 0,2 3-27 0,-2-5-27 15,2 5-22-15,0 0-28 0,0 0-35 0,0-5-46 16,0 5-44-16,0 0-47 0,0 0-60 0,0 0-50 16,0 0-44-16,0 0-62 0,0 0-116 0,0 0-333 15,0 0 148-15</inkml:trace>
  <inkml:trace contextRef="#ctx0" brushRef="#br0" timeOffset="113445.41">32161 2776 63 0,'0'0'311'0,"0"0"2"0,0 0-7 15,0 0-18-15,0 0-11 0,0 0-14 0,0 0-33 16,0 0-16-16,0 0-24 0,0 0-21 0,0 0-17 16,0 0-20-16,0 0-13 0,-18-5-14 0,18 5-11 15,-13 0-11-15,7 0-8 0,6 0-15 0,-15 3-5 16,10-1 0-16,-3 1-9 0,0-1-9 0,-1 2-5 16,3-1 1-16,0 1-4 0,1 1-3 0,2 2 4 15,0-2-3-15,1 0-5 0,2 1-4 0,0 0 5 16,2 1-2-16,2 3 0 0,2-3-1 0,5 0-2 15,-2 6-2-15,6-4-8 0,1 2-17 0,5-1-27 0,-5 0-34 16,5-3-26-16,-1 1-36 0,-1 0-41 16,0-3-46-16,2-3-30 0,-2 1-43 0,-2-2-160 15,-2-1-487-15,0-1 215 0</inkml:trace>
  <inkml:trace contextRef="#ctx0" brushRef="#br0" timeOffset="113804.75">32364 2520 90 0,'-3'-10'304'0,"2"3"0"0,-4 0-9 16,5-1-7-16,-5 6-30 0,5-3-18 16,-3 1-27-16,3 4-28 0,0-7-24 0,0 7-24 15,0 0-29-15,0 0-13 0,0 0-10 0,0 0-8 16,0 0-7-16,-4 13-6 0,2-8-6 0,2 7-7 15,-2-4-5-15,2 5-2 0,0 0-4 0,2 4 0 0,-2-1-8 16,2 2-5-16,1 0 0 0,-2-1-2 16,2 2-6-16,-3-3-1 0,0-4 0 0,7 6-5 15,-9-4-4-15,2 2-15 0,-1-2-8 0,2-1-13 16,-1-2-12-16,-1-1-9 0,-3 2-4 0,1-1-10 16,-1-3-6-16,4 1-3 0,-2-2-8 0,0 3-8 0,-1-4-20 15,2 2-13-15,-2-1-12 0,2-2-13 16,1 2-7-16,0-3-5 0,0 1 4 0,0-1 11 15,1 0 1-15,-1-4 2 0,4 6 0 0,-1-3-89 16,-3-3-245-16,4 2 110 0</inkml:trace>
  <inkml:trace contextRef="#ctx0" brushRef="#br0" timeOffset="114039.11">32362 2872 555 0,'6'-3'-36'0,"-3"-3"12"15,3 1 24-15,-6 0 23 0,2-2 36 0,1 4 20 16,-3-3 17-16,3-2 13 0,-3 2 8 16,3 2 17-16,-3-3 15 0,1 2 17 0,-1 0 6 15,5 0-1-15,-5-1-4 0,0 1 5 0,2 2 1 16,-2-2 3-16,0 1-2 0,0 4 1 0,0 0-14 0,3-5-16 15,-3 5-28-15,0 0-5 0,0 0-14 0,4-4-10 16,-4 4-10-16,0 0-7 0,4 0-12 16,-4 0-5-16,0 0-12 0,14 2 3 0,-14-2-6 15,9 4-7-15,-6-2-19 0,1 0 10 0,0-1-9 16,4 3-14-16,-2-1-11 0,-2 0-5 0,0-1-19 0,-1 1-15 16,1-2-17-16,-4-1-26 0,8 4-27 0,-7-2-23 15,-1-2-23-15,4 6-13 0,-1-5-10 16,-3-1-12-16,1 7-17 0,1 0-17 0,-2-4-145 15,0 1-411-15,0-4 183 0</inkml:trace>
  <inkml:trace contextRef="#ctx0" brushRef="#br0" timeOffset="114773.41">32637 2882 9 0,'0'0'241'0,"0"0"-16"16,0 0-14-16,0 0-21 0,0 0-19 0,-6-1-21 15,6 1-16-15,0 0-13 0,0 0-12 0,0 0-9 16,0 0-12-16,0 0-7 0,-2 12-5 0,-1-8-10 16,3-1-3-16,-2 1-7 0,2-4-6 0,0 8-1 15,0-4-6-15,-2 0-2 0,4-1-4 0,-2-3-2 16,-2 6-8-16,2-2 0 0,0-4-1 0,0 0-3 15,0 0 5-15,0 6 9 0,0-6 22 0,4 1 0 16,-4-1-6-16,0 0-7 0,0 0-1 0,0 0-6 16,8-11 0-16,-4 7-2 0,-4 0 6 0,2-2-1 15,0-1-3-15,-2 1 0 0,2-1-2 0,1 1-3 16,-2-2 1-16,0 1-6 0,1-1 3 0,-2-2-4 16,0 0-1-16,0 5-9 0,1-2-1 0,-1 0-2 15,0 5-2-15,0 2-6 0,-1-10 3 0,2 6-7 16,-1 4-9-16,1-4-11 0,-1 4-8 0,3-3-14 15,-3 3-12-15,0 0 3 0,0 0 6 0,0 0 6 0,0 0 1 16,10 7 3-16,-9-3 5 0,4 2 1 16,-2-1 4-16,1 2 3 0,2 0 3 0,-2-1 0 15,2 1-2-15,-3-1 5 0,0 1-1 0,1-2 2 16,-3-1 0-16,2 2 4 0,0-2-1 0,-2 0 3 0,2-1 4 16,0 0 1-16,-3 1 12 0,0-4 24 0,5 3 19 15,-5-3 26-15,0 0 37 0,0 0-10 16,5 1-13-16,-5-1 2 0,0 0 26 0,0 0-27 15,9-5 10-15,-5 1-3 0,1 2-3 0,-2-1-6 0,4 0-5 16,-2 1 5-16,-2-2-3 0,1 0 4 0,2 0-9 16,-2 2-7-16,-2-2 4 0,4 1-7 0,-6 3-8 15,6-4-8-15,-6 2-7 0,0 2-7 0,0 0-8 16,7-1-5-16,-7 1-8 0,0 0-7 0,0 0-11 16,0 0-2-16,4-2-23 0,-4 2-1 0,0 0-3 15,7 8-1-15,-2-6 5 0,-3 4 11 0,1-2-4 16,-1-1 2-16,2 2 4 0,-2 1-22 0,-1-2 19 15,3 1-2-15,-2-2 7 0,0 1-9 0,3-3 5 16,-4 4 8-16,-1-5-1 0,6 3 5 0,-6-3-2 16,3 3 1-16,-3-3 3 0,0 0-7 0,6 1 10 15,-6-1-5-15,0 0-4 0,0 0-28 0,9-4-7 16,-4 3-18-16,-5 1-16 0,7-4 3 0,-2 3-23 16,1-2-19-16,0-1-19 0,-1 2-28 0,3-3-29 15,-1 2-36-15,0-2-45 0,1 0-64 0,-4 0-193 16,8-3-565-16,-3 2 251 0</inkml:trace>
  <inkml:trace contextRef="#ctx0" brushRef="#br0" timeOffset="115101.51">32700 2577 8 0,'0'0'533'16,"0"0"-5"-16,-5 2-9 0,5-2-18 0,0 0-28 15,0 0-29-15,0 0-46 0,0 0-40 0,0 0-35 16,0 0-35-16,0 0-31 0,0 0-28 0,0 0-34 16,0 0-48-16,-6-7-58 0,6 7-69 0,0 0-73 15,0 0-82-15,0 0-80 0,0 0-70 0,0 0-82 0,0 0-57 16,0 0-215-16,0 0-691 0,0 0 305 16</inkml:trace>
  <inkml:trace contextRef="#ctx0" brushRef="#br0" timeOffset="115540.48">33124 3058 53 0,'0'0'304'15,"0"0"-4"-15,0 0-10 0,0 0-17 0,0 0-16 16,0 0-25-16,0 0-25 0,0 0-20 0,0 0-10 15,0 0-25-15,-14-3-22 0,14 3-6 0,0 0-10 16,0 0-15-16,0 0-8 0,0 0-12 0,0 0-8 16,0 0-7-16,0 0-5 0,0 0 7 0,0 0-13 15,0 0-5-15,0 0-1 0,0 0 1 0,0 0 3 16,0 0 16-16,0 0 17 0,0 0 10 0,0 0 11 16,0 0 2-16,0 0-13 0,0 0-12 0,0 0-3 15,0 0-17-15,7-8-5 0,-7 8-14 0,0 0-31 16,0-6-37-16,0 6-51 0,2-5-70 0,-2 5-90 15,-2-7-100-15,2 7-272 0,-4-6-658 0,3 2 292 16</inkml:trace>
  <inkml:trace contextRef="#ctx0" brushRef="#br0" timeOffset="137002.6">7604 4730 168 0,'0'0'245'0,"-6"-4"-10"0,1 0-11 16,-2 2-12-16,2 1-13 0,-2-1-7 0,-4 1-12 16,-4 0-8-16,3 0-6 0,-3 1-7 15,-1-2-3-15,-6 2-6 0,3 0 11 0,-4 2-15 0,1 0 0 16,-8 1-1-16,7-2-2 0,-8 1-6 0,2-2-5 16,-2 3-13-16,4 0-4 0,6-2 0 0,-2 0-12 15,0 2 4-15,0-2-12 0,5 2-4 0,2-2-13 16,4 0-8-16,2 0-8 0,1 1-8 0,3-2-7 15,-2 1-7-15,5 0-2 0,3-1-4 0,-3 4-3 16,3-4 4-16,10 7-3 0,4-2-4 0,6 1-7 16,10 3 0-16,7-2-5 0,-2 3 12 0,3-2-14 15,3 3-11-15,-2-1 3 0,5-1-12 0,-6 0-6 16,3 0-15-16,13 4-6 0,-20-5-8 0,-1-1-1 16,-2-2 0-16,-12 1 3 0,4-3 1 0,-4 1 2 15,-7 0 3-15,1-3 10 0,-5 0 1 0,-1 2 10 16,2-3-1-16,-9 0 3 0,7-3 8 0,-4 1 8 15,0-2 22-15,-3-2-17 0,-2 2 4 0,-5-4 1 0,-1-1 4 16,-3 1-7-16,-2-4 10 0,-2-1 0 0,0 1-6 16,-3 0 4-16,3 2-1 0,-1-1-6 15,2 1-2-15,2 2-11 0,1-1 10 0,2 3 9 0,-1 0-18 16,5 1-25-16,-1 2-27 0,2-1-36 0,0 1-43 16,1 1-49-16,3 2-58 0,-8-1-43 0,8 1-35 15,0 0-256-15,0 0-617 0,0 0 273 0</inkml:trace>
  <inkml:trace contextRef="#ctx0" brushRef="#br0" timeOffset="137408.96">7527 4602 53 0,'-2'-7'327'16,"-2"4"-12"-16,4 3-2 0,0-7-12 0,-3 5-6 15,3 2-21-15,-4-5 2 0,1 2-14 16,1 0-13-16,2 3-20 0,0 0-20 0,-7-3-17 0,7 3-22 16,-5-3-17-16,5 3-24 0,0 0 10 0,0 0-36 15,0 0-6-15,0 0-15 0,-6 7 0 0,2-2-5 16,4 0-11-16,-4 3-6 0,4-1-2 0,0 4-7 15,-3 1 2-15,2 1-7 0,1 3-2 0,-2 1-4 16,1 2-6-16,1 1-2 0,-1-1-9 0,-1 1 4 16,1 1-10-16,-2 1 4 0,1-3-10 0,-1 3 9 15,3 3 2-15,-1-2-4 0,-2-3 6 0,0 0-9 16,5 7 5-16,-7-1-7 0,4-5-2 0,1 0-8 16,1-2-18-16,4 2-26 0,-4-7-43 0,2-3-29 15,-1 1-37-15,0-1-38 0,3 0-48 0,-1-6-61 16,2-1-65-16,-2 1-233 0,3-3-646 0,0-3 286 15</inkml:trace>
  <inkml:trace contextRef="#ctx0" brushRef="#br0" timeOffset="137863.56">7894 4626 144 0,'0'-5'355'16,"0"5"-12"-16,-3-5-17 0,3 5-22 0,-4-2-28 16,4 2-25-16,0 0-31 0,0 0-10 0,-1-3-37 15,1 3-16-15,0 0-14 0,-9 9-2 0,9-4-7 16,-4 2-3-16,-1 1-12 0,0 2-7 0,2 1-8 15,-1 1-14-15,1 0-10 0,-1 5-7 0,1-4-6 16,0 0-7-16,3 1-6 0,0-1 0 0,0 1-3 16,3-2-5-16,2 3-5 0,0-2-7 0,0-2 4 15,6-1-8-15,-3 5 2 0,3-6-10 0,1 1-28 0,-1-3-30 16,4 3-27-16,-1-6-41 0,-1-1-39 16,4 1-51-16,-4-2-40 0,2-2-44 0,3-1-36 15,-3 1-194-15,1-5-549 0,-1 1 243 0</inkml:trace>
  <inkml:trace contextRef="#ctx0" brushRef="#br0" timeOffset="138160.41">8329 4676 315 0,'0'0'311'0,"0"0"-14"0,0 0-11 0,1-3-25 15,-1 3-19-15,0 0-25 0,0 0-22 0,0 0-22 16,0 0-18-16,0 0-14 0,-12 10-8 0,7-7-7 16,-5 2-8-16,2 5-12 0,-3-4-7 0,0 4-14 15,2-1-5-15,-8 3-5 0,7-3-2 0,-3 5-15 16,-2-1-7-16,3-1-6 0,-2 2-4 0,0-2-2 16,5-2-4-16,0 1-14 0,1 0-25 0,1-3-25 15,0 3-37-15,0-4-35 0,6 0-38 0,-3-2-51 16,-2 1-25-16,5-6-44 0,1 0-204 0,-3 5-501 0,3-5 222 15</inkml:trace>
  <inkml:trace contextRef="#ctx0" brushRef="#br0" timeOffset="138379.14">8083 4644 254 0,'0'0'284'0,"0"0"0"15,5 14 14-15,-1-6 1 0,-1-4-23 0,4 1-13 16,1 5-19-16,0-3-25 0,0 2-18 0,3-1-19 16,1 0-19-16,2 1-18 0,2 2-14 0,-2-3-10 15,6 3-7-15,-2-2-22 0,-2-1-27 0,-3-3-60 16,3 2-43-16,0 0-50 0,-2-2-62 0,-2-2-65 16,3 1-70-16,-7 1-193 0,2-4-517 0,-5 0 229 15</inkml:trace>
  <inkml:trace contextRef="#ctx0" brushRef="#br0" timeOffset="138660.35">8408 4587 16 0,'0'-5'425'0,"0"5"-9"0,0-4-21 16,0 4-42-16,0 0-36 0,0 0-47 15,4-3-8-15,-4 3 6 0,0 0 0 0,12 10-20 0,-7-4-26 16,4 1-23-16,0 2-11 0,1 0-18 0,-1 1-15 16,2 4-11-16,3 0-18 0,-3-1-12 0,-3-1-16 15,4 1-5-15,-1 2-6 0,-3 2-11 0,-1-4-7 16,-2 2-6-16,1-2-6 0,-2 0-5 0,-3 0-2 16,-1 0-9-16,-1 0-8 0,-2 4-9 0,-2-3-21 15,0-4-26-15,-1 1-25 0,-1 0-45 0,3-3-45 16,-3 1-42-16,0-2-41 0,-3 1-60 0,1-2-68 15,5-2-313-15,-5-1-717 0,2 0 318 0</inkml:trace>
  <inkml:trace contextRef="#ctx0" brushRef="#br0" timeOffset="139222.81">9237 4436 128 0,'0'0'303'0,"3"-3"0"0,-3 3-4 16,0 0-7-16,0 0-15 0,0 0-14 0,0 0-23 16,0 0-20-16,0 0-20 0,0 0-14 0,-14-1-6 15,4 1-3-15,-4 3 0 0,-1-2-6 0,-3 4-2 16,-2-1-4-16,0 4-3 0,-1-1-13 0,1 0-7 16,-7 4 0-16,1 3-5 0,5-3-16 0,2-3-10 15,2 5-12-15,0-1-10 0,8-2-6 0,-5 1-9 16,6-1-1-16,1 0-13 0,3 1-5 0,4 1-4 15,0-1-3-15,6 0-5 0,2 4-3 0,4-2-4 16,4 0-2-16,10 0-4 0,5 2-11 0,1-3-40 16,-4 0-45-16,4-3-43 0,-3-3-39 0,1 1-36 15,-9-2-33-15,1 0-43 0,-2-2-48 0,-1-1-40 16,-4-1-301-16,-4 1-701 0,1-4 311 0</inkml:trace>
  <inkml:trace contextRef="#ctx0" brushRef="#br0" timeOffset="139425.92">9040 4633 180 0,'-5'-1'289'0,"2"-2"0"0,3 3 0 0,-7-2-16 0,7 2-17 16,0 0-18-16,0 0-22 0,0 0-22 0,0 0-22 16,0 0-12-16,0 0-19 0,0 0-17 0,0 0-11 15,0 0-9-15,25 4-7 0,-17-3-14 0,3 0-18 16,2 2-37-16,1-1-48 0,1 0-47 0,-1 0-54 15,6-1-56-15,0 3-55 0,0-4-217 0,1 2-487 16,-2-2 215-16</inkml:trace>
  <inkml:trace contextRef="#ctx0" brushRef="#br0" timeOffset="139660.26">9481 4510 147 0,'0'0'378'0,"0"0"-12"16,1-4-22-16,-1 4-23 0,0 0-33 0,0 0-28 16,0 0-27-16,0 0-23 0,0 0-12 0,0 0-2 0,0 15-3 15,0-8-18-15,0 3-27 0,0-1-4 16,3 4-12-16,-2-1-11 0,2 4-11 0,-1 1-13 16,3-1-3-16,-2 2-19 0,-2 0-4 0,4 0-8 0,-2 0-15 15,1 1-39-15,2-2-46 0,-5-4-40 0,3 2-45 16,0-2-52-16,-2-3-57 0,3-1-64 0,-4-1-287 15,3-2-629-15,2 0 280 0</inkml:trace>
  <inkml:trace contextRef="#ctx0" brushRef="#br0" timeOffset="139910.25">9750 4557 220 0,'0'-5'388'0,"-1"0"0"15,2 2-9-15,-1 3-17 0,-1-6-34 0,1 6-31 16,0-5-26-16,0 5-39 0,0 0-23 0,0 0-23 16,0 0-23-16,-4 14-9 0,8-6-20 0,-3 3-5 15,-1 2-11-15,0 0-15 0,1 4-8 0,2 0-13 16,-1 4 1-16,-1-2-12 0,0-1-10 0,2 4-5 16,0-3-9-16,1 1-7 0,-4 0-1 0,5-1-39 15,-2 0-43-15,1-2-41 0,0-4-46 0,-1 1-51 0,0-3-59 16,-1-2-58-16,0-1-53 0,-1-3-201 0,-1-1-597 15,0-4 264-15</inkml:trace>
  <inkml:trace contextRef="#ctx0" brushRef="#br0" timeOffset="140457.07">9519 4487 141 0,'-4'-7'310'0,"3"4"-6"16,-1-1-10-16,-1 0-6 0,-1-1-7 0,4-1-16 15,-1-3-25-15,1 5-25 0,0-3-13 0,1 0-22 16,-1-1-16-16,6-1-18 0,-2 1-20 0,1-2-8 16,2 1-11-16,1 1-14 0,2-2 2 0,-2 4-24 15,4-1-3-15,-1-2-12 0,-1 4 0 0,2-2-6 16,2 1-9-16,-1 4-2 0,-1-5-8 0,1 5 0 15,1 1-8-15,0 2-3 0,1-1 0 0,0 2-6 0,4 3-4 16,-5-2-3-16,5 4-12 0,0 0-6 16,-1 2-5-16,3 1-6 0,-4 2-4 0,3 1 1 15,-4 0 0-15,-2 2 0 0,1 0-6 0,-3 1 5 16,2-2-2-16,-2 0 2 0,-4 1-4 0,-1 2 4 0,-3-7 1 16,0 1-2-16,0 0 15 0,-4-1 4 15,0-2-1-15,-4 1 1 0,0-3-4 0,-3 2 7 16,3-3-1-16,-6 2 6 0,-3-4 10 0,-1 0 9 0,-6-1 10 15,-2 0 4-15,3-1 4 0,3 0 6 0,-2-1-1 16,-1 0 5-16,7 1-4 0,-3-2-3 0,5 1-5 16,2 0-3-16,2 0-6 0,-3 1 16 0,9-1-20 15,-5 2-3-15,5-2-5 0,-4 4 5 0,4-4 0 16,5 7-4-16,3-1-1 0,3 4-2 0,4 1 0 16,7 0 2-16,5 4 0 0,2 2 2 0,-5 0-15 15,8-1 5-15,-1 2 2 0,0-3 1 0,1-1-8 16,-4 0 3-16,-1-2 2 0,2-1-1 0,-9-2-26 15,-1 0-8-15,-4-2-5 0,-4-2-11 0,1 0-18 16,-2 0-1-16,-2-4-2 0,-4 2-5 0,1-2-19 16,-5-1-23-16,0 0-23 0,0 0-24 0,0 0-26 15,-4-12-27-15,-1 7-41 0,2 1-219 0,-8-6-512 16,3 2 227-16</inkml:trace>
  <inkml:trace contextRef="#ctx0" brushRef="#br0" timeOffset="141310.88">10263 4298 217 0,'-1'-4'277'0,"-2"-3"-14"15,3 2-7-15,-3-1-20 0,0 0-17 0,-5-1-14 16,4 2-13-16,-1-2-12 0,-2 3-16 0,-1-1-11 15,-2-1-15-15,-2 1-9 0,0 1-9 0,-2 0-9 16,2 2-12-16,1-1-8 0,-4 3-6 0,0-2 0 16,2 3-20-16,0-1-5 0,1 2-6 0,1 2-8 15,2 0-2-15,-5 0-3 0,9-1-3 0,-2 2-3 16,0-2-3-16,4 2-2 0,-1 2-8 0,2-1 13 16,3 1-15-16,0 1-1 0,5-1-5 0,0 0 1 15,1 2-7-15,0 0 7 0,8-2-8 0,-5 2 7 16,7-2-10-16,-6-1-16 0,0 1-15 0,4-4-8 15,-3-1-7-15,3 0-6 0,-5-2-7 16,2-3-3-16,0 3-2 0,1-2 2 0,-4-1 5 0,-1-2 0 16,0-2 10-16,1 1 4 0,-3-2 3 0,1-1 7 0,-2-2 1 0,1 0 10 0,-2-6-1 15,0 2 15-15,3-2 8 0,-6 0 12 0,-1 3 6 16,1-4 6-16,-2-1 10 0,1 1 7 0,-1-1 12 16,-3 3-1-16,3 1-1 0,-2-1 6 0,0 3 25 15,2 0-4-15,-2 1 11 0,0 2-1 0,0 0-1 16,2 4-6-16,0-4-4 0,-1 8-13 0,1-1-9 0,-2 0-11 15,3-2-5-15,0 5-13 0,0 0-7 16,0 0 18-16,0 0-21 0,0 0-3 0,-9 8 3 16,9-3-2-16,0 7-1 0,0-2-1 0,0 2 1 0,3 5-6 15,-1 1 2-15,2 0-1 0,0 1-9 0,0 1 9 16,2-4-2-16,-1 13 5 0,1-10-10 0,0 2-3 16,-3 0 5-16,1-3 1 0,1 0 0 0,-1 0-4 15,-3-5-2-15,3-2-4 0,0-1-1 0,-1 2-23 16,1-7-7-16,-3 3-11 0,2-3-9 0,1 0-10 15,-4-1-12-15,3 0-31 0,1-3-55 0,-1 2-67 16,-3-3-73-16,12-1-294 0,-12 1-644 0,7-7 285 16</inkml:trace>
  <inkml:trace contextRef="#ctx0" brushRef="#br0" timeOffset="142388.9">11090 4811 328 0,'0'0'332'15,"0"0"-30"-15,6 1-31 0,-6-1-29 0,0 0-25 16,0 0-29-16,2 4-14 0,-2-4-18 0,0 5-14 16,0-5-11-16,-4 7-17 0,4-2-8 0,0 1-13 15,-3 2-9-15,3 1-5 0,-1-1-9 0,-2 2-7 16,0-2-8-16,-1 0-26 0,3 0-31 0,-7 1-37 16,4-3-38-16,-2 2-53 0,2-4-64 0,0 1-67 15,-1-1-152-15,-1 1-446 0,1-3 198 0</inkml:trace>
  <inkml:trace contextRef="#ctx0" brushRef="#br0" timeOffset="143029.56">11555 4547 182 0,'0'-8'350'0,"-3"2"-10"0,3 1-18 15,0 0-16-15,-1 1-14 0,1-1-29 0,0 5-24 16,-3-7-22-16,3 7-29 0,-1-4-29 0,1 4-6 16,0 0-18-16,0 0-11 0,-10 11-2 0,8-5-22 15,-1 0-10-15,-1 5-12 0,4 2-5 0,-4-2-16 16,1 2 3-16,-1 0-2 0,4 3-10 0,-3-3-5 15,2 5-3-15,-3-1-9 0,4-1 3 0,0 2-6 16,0-5 12-16,0-1-20 0,1-1 0 0,3 2-4 16,-4-5-21-16,3 0-3 0,-2-2-4 0,4 0 0 15,-3 1-4-15,5-3-8 0,-2-1-16 0,1-1-4 16,2-1-3-16,-8-1 1 0,16-3-3 0,-9 1 4 0,4-2-3 16,0-1 8-16,-3-2 2 0,3 0 6 15,-3-1 14-15,4-1-10 0,-1-1 2 0,-1 1 3 16,2-5 2-16,-4 4 2 0,-1 0 7 0,1-1 11 0,-1 4 8 15,-2-2 5-15,2 2 10 0,-4-1 1 0,1 1 7 16,-1 2-1-16,-1-1-3 0,1 3-5 0,-2 0-4 16,-1 3-8-16,3-2-1 0,-3 2 2 0,0 0 0 15,0 0-4-15,6 8 2 0,-5-2-2 0,2 1-4 16,2 2-1-16,-2 2 4 0,1 1 10 0,4-2-12 16,-2 3 13-16,-1 0-8 0,7 1-7 0,-1 0 4 15,-3-4-2-15,6 5 1 0,-2-4 0 0,3 1-1 16,-7-5-2-16,5 0 0 0,-3-1 2 0,0-2 4 15,1-1 1-15,2-1-5 0,-4 0 8 0,2-4-1 16,-5 2 10-16,4-4-16 0,1-1 12 0,-6 0-9 16,-2-4-2-16,2-1 0 0,-1-2 2 0,-4-2-5 15,-3-2 3-15,1-1-1 0,-2-1-5 0,1-3 7 16,-1 3-4-16,3-1 5 0,-5 2-4 0,3 1-10 0,2 0-10 16,-2 4-33-16,2 0-24 0,-6 3-27 15,6 3-45-15,-2-1-60 0,2 1-55 0,0 4-266 16,-4-3-572-16,5 5 254 0</inkml:trace>
  <inkml:trace contextRef="#ctx0" brushRef="#br0" timeOffset="145566.64">12751 4456 53 0,'1'-7'324'0,"0"1"-5"16,-2-1-4-16,5 0-12 0,-2 2-1 0,-1-1 2 15,-1-2-10-15,1 3-3 0,-2 0-24 0,1 5-18 16,-1-6-18-16,1 6-30 0,-5-5-22 0,5 5-20 15,-5-2-17-15,-3 2-12 0,-3 2-15 0,0 4-5 0,-8 0-6 16,4 0-9-16,-7 4-5 0,3 0-5 16,-1 0-1-16,-3 7-3 0,-2 1-2 0,6-1-4 15,-3 1 3-15,5-4-8 0,-1 2-5 0,3 1-8 0,0-4-5 16,4 3-6-16,-1-2-1 0,5 0-5 0,3-1-1 16,4 0-5-16,0 0-3 0,1 0-2 0,4-2-4 15,8 3 3-15,2-1 0 0,5-2-6 16,8 3-1-16,2-3-13 0,1-3-34 0,-1 2-35 0,3-5-42 15,-2-2-37-15,-2 0-40 0,-6-1-40 0,1-1-46 16,-4-2-45-16,2-4-48 0,-4 3-43 0,-6-1-204 16,-1-2-655-16,-3-1 290 0</inkml:trace>
  <inkml:trace contextRef="#ctx0" brushRef="#br0" timeOffset="145769.75">12575 4626 279 0,'0'0'296'0,"-9"-1"0"16,6 0-5-16,3 1 9 0,0 0-28 0,-8-2-6 16,8 2-17-16,0 0-5 0,0 0-38 0,0 0-16 15,0 0-24-15,0 0-14 0,0 0-12 0,0 0-16 16,0 0-11-16,32 3-16 0,-18-2-6 0,6 0-21 0,0 3-38 16,1-3-41-16,1 0-44 0,-3 2-49 0,2-1-61 15,3 0-68-15,-1 0-53 0,-2 0-222 16,-1-2-547-16,2 3 242 0</inkml:trace>
  <inkml:trace contextRef="#ctx0" brushRef="#br0" timeOffset="146035.35">13055 4414 146 0,'0'0'321'0,"2"-2"-22"0,-2 2-26 16,0 0-29-16,0 0-25 0,0 0-18 0,0 0 4 16,8 11-8-16,-7-6-19 0,2 2-15 0,2 1-14 15,-1 4-12-15,0-1-15 0,-1 6-16 0,1 1-3 16,0 0-10-16,-1 0 3 0,-1 0-26 0,3 1-3 16,-2-1-9-16,1 0-4 0,-2 1-7 0,4-1-1 0,-2 0-25 15,-4-4-21-15,4-1-35 0,-1-1-33 16,0 1-35-16,3-1-46 0,-2-1-49 0,0-1-47 15,2-2-225-15,-2-3-509 0,2 1 226 0</inkml:trace>
  <inkml:trace contextRef="#ctx0" brushRef="#br0" timeOffset="146295.32">13340 4404 45 0,'-2'-5'375'15,"2"1"-11"-15,0-2-25 0,0 3-15 0,0 3-34 16,0-7-35-16,0 7-29 0,0 0-21 16,0 0-25-16,0 0-16 0,0 0-17 0,2 15-14 0,0-5-5 15,0 1-3-15,1 2-13 0,3 5-12 0,-2 0-13 16,2 7-6-16,-1-6-8 0,-2 1-8 0,1 2-3 16,4 5 0-16,-3-7-13 0,0 7-2 0,1-9 12 15,-3 3-23-15,1-3-8 0,1 2-31 0,0-7-26 16,-1 3-33-16,-3 1-34 0,-1-6-32 0,4 1-43 15,-4-3-35-15,0-2-35 0,2 0-24 0,-2-3-229 16,0-2-534-16,0-2 236 0</inkml:trace>
  <inkml:trace contextRef="#ctx0" brushRef="#br0" timeOffset="146810.9">13130 4348 101 0,'-2'-8'289'15,"0"-4"-13"-15,2 3-15 0,0-1-13 0,0 1-21 0,4-2-21 16,4 2-21-16,-4-2-15 0,3 1-19 0,1 2-14 16,2-2-10-16,2 5-17 0,-1 0-13 0,4 0-8 15,-1 0-4-15,-1 1-10 0,6-2-9 16,-3 6-11-16,2 0-3 0,3 3-7 0,-8 0-7 0,6-1 0 15,-4 2-4-15,3 2-6 0,-3 0-1 0,1 4-6 16,3-2 3-16,-4 4-5 0,1 4-2 0,0-3-4 16,-3 3-2-16,-2 1-4 0,0-2 3 0,1 2-3 15,-4-2-5-15,-1 0-2 0,-3-2 0 0,1 3-4 16,-2-3 1-16,1 4 1 0,-4-5 0 0,-2 1-2 16,-1-1 3-16,0-3 0 0,-3 0-6 0,0-1 3 15,1 1 0-15,-4-1 4 0,0-3 0 0,-1 0 9 16,3-1 10-16,-1 1 11 0,3-2 8 0,-3-1 8 15,2 0 10-15,2 0 9 0,0-1 9 0,4-1 4 16,-5 3 2-16,5-3-6 0,0 0-7 0,0 0-11 16,2 6-7-16,-2-6-2 0,11 3-10 0,0 2-1 15,3-1-2-15,4 2-3 0,2 2-3 0,-1 0-6 16,4 1-5-16,2 1 2 0,-5 0-3 0,7 1 1 0,-8 0-5 16,-3 1-4-16,3-2 3 0,-1 1-18 0,-3-3-24 15,-1 1-17-15,-3-3-19 0,-2 3-19 16,-1-4-14-16,-1 2-26 0,-1-1-17 0,-4-2-16 0,2-2-18 15,-2 2-18-15,-2-4-29 0,0 0-48 0,0 0-188 16,0 0-498-16,0 0 220 0</inkml:trace>
  <inkml:trace contextRef="#ctx0" brushRef="#br0" timeOffset="147560.82">13875 4156 106 0,'2'-5'285'0,"-2"1"-10"0,1 0-11 0,-1-1-10 16,-1-1-9-16,1 1-10 0,1-1-16 0,-2 2-19 15,-4-1-14-15,3 1-14 0,-1-2-6 0,-1 1-9 0,4-1-9 16,-4 2-24-16,3 1-15 0,-5-2-11 0,2 1-12 15,-2 0-7-15,-4 1-11 0,3 3-8 16,-4-2-5-16,-2 3-6 0,2-2-5 0,-3 1-6 0,3 2-2 16,-5 1-3-16,5 1-3 0,-4 1-8 0,4 0-2 15,-2 1 13-15,2 2-15 0,1 0-7 0,2 1 6 16,0-3 2-16,0 3-5 0,1-2-4 0,7 2 0 16,-1-2-4-16,1 4 6 0,1-6-5 0,2 5-1 15,2-2 2-15,2 2-2 0,1-3-3 0,3-1 3 16,-2 0-6-16,4-2-6 0,-2-1-5 0,2 0-9 15,-2-3 3-15,4 0 0 0,-3-3-4 0,-1 1-2 16,3-1 1-16,-3-5 0 0,2 1 0 0,-2-1-2 16,-1-5 2-16,0 3-2 0,0 2 10 0,-2-5-2 15,-1-4 1-15,-2 5 6 0,-2-1-1 0,0 1 11 16,-2-2 0-16,2-1 11 0,-3 3 6 0,0-6 2 16,3 6 3-16,-3-2-3 0,0 3 5 0,-2-4 9 15,2 6 0-15,0-2 2 0,-1 5 7 0,1-2-4 0,-3 3 15 16,3 0-16-16,0-1 14 0,0 1-21 0,0 0-9 15,0 5-2-15,0-5-10 0,0 5 3 16,0 0 5-16,-1-5-13 0,1 5-2 0,0 0-2 16,0 0 5-16,0 0-1 0,0 0-3 0,0 0-2 0,0 0-2 15,0 0 2-15,-4 18 0 0,2-11-2 0,2 3 4 16,0 0 1-16,2 1 2 0,-2 3-4 0,1 3 2 16,-1 0 3-16,4 0-3 0,-1-1-2 0,4 3 3 15,-3-1 0-15,1 1-3 0,5-1-21 0,-5 0-21 16,4 1-24-16,-1-1-26 0,1 0-35 0,1-1-39 15,-2 0-53-15,1-3-57 0,1-4-283 0,-2 0-605 16,-1-2 267-16</inkml:trace>
  <inkml:trace contextRef="#ctx0" brushRef="#br0" timeOffset="156776.45">11555 5141 197 0,'0'0'189'0,"0"0"-3"0,0 0-13 16,0 0-9-16,0 0-6 0,0 0-11 0,0 0-10 15,0 0-5-15,0 0-11 0,0 0-7 0,0 0-5 16,0 0-7-16,0 0-7 0,-4-4-6 0,4 4-6 16,0 0-13-16,0 0 4 0,0 0-9 0,0 0-1 15,0 0-6-15,0 0-9 0,0 0-1 0,0 0-4 16,0 0-7-16,0 0 0 0,0 0-4 0,0 0-4 16,0 0-1-16,0 0-5 0,0 0-1 0,0 0-1 0,0 0-2 15,0 0-3-15,0 0 2 0,0 0-2 0,16 5 1 16,-16-5 1-16,7 5 1 0,-4-4-2 0,-3-1-1 15,8 2-4-15,-2-1-1 0,2 1 3 0,-3-1-2 16,3 0-4-16,-2-1 6 0,6 1-7 0,-1 1 0 16,0 1 2-16,2-1-3 0,1 2 2 0,-1-4-3 15,1 1 1-15,1 0-1 0,0 1 2 0,0-2-2 16,0 1 2-16,1 0-2 0,-2 0-2 0,0 1-1 16,0-2-2-16,2 0 4 0,-3 0 0 0,-2 0 3 15,5 0-5-15,-4 0-1 0,3 1 0 0,-1-2 2 16,2 2 0-16,-3 0-2 0,3-1 0 0,-4 0-2 15,3 1 1-15,0 2 1 0,0-3-1 0,0 2 1 16,-3-2 0-16,9 1-2 0,-8 0 0 0,2 0 2 0,-1 1 2 16,2-2-3-16,-4 1-1 0,3-1 0 15,-1 1 2-15,-2-1-2 0,3 1 2 0,-2 2 0 16,1-1 1-16,-3-2-2 0,1 2-2 0,-2-1 3 0,4 2 1 16,-2-2-1-16,-4 0-2 0,3 1 1 0,1-1 0 15,-1-1 0-15,4 2-1 0,-4 0 1 0,0 0 0 16,2 1-2-16,0-3 3 0,0 2 3 0,-1-1-3 15,1-1 0-15,2 2 0 0,-2-2-2 0,2 1 0 16,-4 1 3-16,7-1-2 0,-5 0 2 0,-1-1-3 16,5 0 1-16,-4 0 0 0,0 0 2 0,0 0-2 15,-2 3-1-15,4-6 3 0,-3 3-1 0,1 0-2 16,0 3-1-16,-2-6 3 0,0 6-1 0,1-6 1 16,-2 7-1-16,-1-4 1 0,5-1-2 0,-5 2 1 15,5-1 2-15,-2 0-7 0,-1 0 5 0,1 0 2 16,1 0-2-16,-2 1 0 0,2 0 0 0,-2 1 3 15,4-1 0-15,-3 0-3 0,2 0-2 0,-1 1 3 0,0-1 3 16,1-1-5-16,0 0 2 0,1 2-2 0,0-2-1 16,4 0 2-16,-5 1 0 0,6 0-3 15,-1 0 7-15,-1 1-6 0,1 0 1 0,-1-1 1 16,2 1 2-16,-8 0-2 0,10-1 0 0,-2 1 0 0,-2-1-3 16,2 2 5-16,-1-2-4 0,2 0 2 0,-2-2 0 15,-1 1 3-15,-3 1-3 0,3 1 3 0,0-2 18 16,1 1 9-16,-5-1 6 0,5 1-5 0,-5 0-2 15,0-1-2-15,0 0-1 0,1 2-2 0,0-4-1 16,-1 2 2-16,-1 0-8 0,0 0 0 0,1 0-1 16,-1-1-3-16,2 2 0 0,-3-1 0 0,4 0-5 15,-2 0-7-15,2 2 7 0,-1-2-2 0,-3 0 1 16,2 1-2-16,2 0 1 0,-5 0-3 0,3-1 3 16,-1 1 0-16,0 1 0 0,-3-2-1 0,3 1 1 15,-4-1 3-15,1 0-1 0,-2 1 5 0,0-1 1 16,-1 0-3-16,1 0 4 0,-8 0 7 0,12 0-4 15,-6 0-2-15,-6 0 4 0,9 1-4 0,-3-1 7 0,-6 0 6 16,9 0-5-16,-9 0 14 0,0 0-10 0,8-1-2 16,-8 1-2-16,0 0 1 0,7-1-2 15,-7 1-8-15,0 0 1 0,0 0-3 0,0 0-2 0,0 0 1 16,0 0-1-16,0 0-4 0,0 0-1 0,8 0-1 16,-8 0-3-16,0 0-11 0,0 0-21 0,0 0-28 15,0 0-34-15,0 0-43 0,0 0-57 0,0 0-71 16,0 0-307-16,0 0-616 0,0 0 274 0</inkml:trace>
  <inkml:trace contextRef="#ctx0" brushRef="#br0" timeOffset="168289.76">2731 6272 135 0,'1'-4'312'0,"-1"4"-9"0,0 0-12 16,0 0-15-16,0 0-14 0,-8-8-20 0,4 7-27 0,4 1-5 16,-10-4-26-16,3 2-7 0,-5 1-2 0,1 1-3 15,-1 0-4-15,-11 0-7 0,3 1-6 0,-2 1-6 16,-7 5-10-16,5-6-15 0,-5 2-2 0,-1 4-6 15,-1-3-9-15,1 1-11 0,0-1-8 0,10 1-7 16,-1 0 3-16,1 0-20 0,0 0-4 0,3 1-4 16,2-3-10-16,6 2-4 0,0-1-9 0,3 0 5 15,3 1-7-15,2-1-1 0,5 1 0 0,7 1-10 16,8 2 5-16,15 4 0 0,1-6-6 0,3 3-1 16,19 0-6-16,-5-1 0 0,2-1-2 0,-10 1-11 15,-2-1-6-15,12 1-11 0,-17-3-3 0,0-1-11 16,1 0 1-16,-5 1-8 0,-3 1 7 0,-10-4 5 15,-1-1-1-15,-4 2 7 0,-3-3 14 0,-4 0-7 0,-1 1 6 16,0-1 0-16,-7 0-1 0,7-2 0 16,-6-1 6-16,-1 3 3 0,-7-8-5 0,-1 3 0 15,-3-1 6-15,-5-3 2 0,-2-1 3 0,-9-3 7 16,0-1-3-16,-3 0 4 0,0-2-8 0,-1 3 8 0,2-2 0 16,1 2-10-16,7 4 2 0,2-1-1 0,0 0-3 15,3 2-2-15,2 3-13 0,2-1-23 16,4 0-49-16,-3 3-55 0,5 0-61 0,1 2-78 0,2 0-80 15,3 1-271-15,0 0-681 0,0 0 301 0</inkml:trace>
  <inkml:trace contextRef="#ctx0" brushRef="#br0" timeOffset="168602.23">2588 6128 18 0,'0'0'357'0,"1"-5"-23"0,-1 5-36 0,0 0-36 16,0 0-30-16,0 0-18 0,0 0-15 0,0 0-1 16,0 0 2-16,-1 19-11 0,1-8-13 0,-2-1-12 0,2 4 8 15,-1-1-7-15,1 5-7 0,0 1-14 16,0-1-7-16,0 1-16 0,0-1-20 0,1 1-7 15,1 3-5-15,-1-4-13 0,1 0-10 0,-1 0 1 0,2 2-12 16,-2-3-5-16,3-1-3 0,1 0-3 0,-1 0-29 16,-2-5-37-16,2 0-42 0,2 0-44 0,-1-3-46 15,-1 3-44-15,1-5-52 0,-1 2-56 0,1-5-251 16,0 3-604-16,1-1 268 0</inkml:trace>
  <inkml:trace contextRef="#ctx0" brushRef="#br0" timeOffset="170180.21">3253 6244 47 0,'1'-5'379'0,"3"1"4"0,-1-3-18 0,-2 3-11 15,1-1-10-15,-1 0-17 0,-1 1-28 0,0 4-26 16,3-4-32-16,-3 4-31 0,0 0-28 0,0 0-17 16,0 0-18-16,0 0-14 0,0 0-13 0,-14 15-12 0,13-8-7 15,-7 5-8-15,5 0 11 0,-4 0-20 16,2 5-9-16,-4-3-3 0,3 3-5 0,0-2-6 16,1 0-9-16,2-1-3 0,-1-1-4 0,0 5-5 0,1-5-5 15,2 0-3-15,2-2 1 0,2 1-2 0,1-2-5 16,0 0 4-16,4 0-16 0,-1 1-26 0,4-4-26 15,0 1-61-15,4-2-52 0,-3 1-53 16,1-3-59-16,3-2-61 0,4 0-62 0,1-2-222 0,0-2-657 16,2-2 290-16</inkml:trace>
  <inkml:trace contextRef="#ctx0" brushRef="#br0" timeOffset="170414.56">3691 6294 56 0,'0'0'264'0,"-4"-1"-27"0,4 1-15 16,0 0-10-16,0 0-10 0,-15 4-10 0,8-1-9 15,0 2-8-15,3 1-12 0,-5 0-11 0,2 1-6 16,0 1-18-16,0 0-8 0,-2 0-11 0,2 0-11 16,0 2-9-16,-1 0-11 0,0 0-4 0,1 0-9 15,0-1-5-15,-2 0-12 0,1 0-35 0,1 0-44 0,1 0-40 16,2-2-48-16,-1 0-46 0,0-3-49 0,2-1-201 15,-1 1-449-15,1-1 199 0</inkml:trace>
  <inkml:trace contextRef="#ctx0" brushRef="#br0" timeOffset="170602.04">3492 6312 28 0,'0'-5'334'16,"0"5"-21"-16,0 0-32 0,-1-3-29 0,1 3-27 15,0 0-24-15,0 0-18 0,0 0-11 0,8 9-8 16,-3-5-15-16,0 2-10 0,-1-1-18 0,4 3-11 16,0-1-9-16,2 3-5 0,-1-3-11 0,3 4-10 15,-1-4-27-15,0 3-48 0,4-1-53 0,-1 1-69 16,-1-3-65-16,5 1-73 0,-6-5-150 0,-1 0-443 16,5 2 197-16</inkml:trace>
  <inkml:trace contextRef="#ctx0" brushRef="#br0" timeOffset="170898.89">3801 6194 16 0,'-3'-3'415'0,"3"3"-10"0,-2-4-13 0,2 4-19 15,0 0-42-15,0 0-33 0,0 0-28 16,0 0-33-16,0 0-23 0,0 0-20 0,0 0-9 0,12 8-3 15,-8 0-8-15,4-2-11 0,-1 4-14 0,4-1-14 16,1 5-10-16,-1 1-16 0,2 0-11 0,0 0-8 16,0 0-8-16,-2 2-5 0,0-1-10 0,0-1-8 15,-7-1-6-15,6 0-5 0,-8-1-7 0,1 1-2 16,-3 0-6-16,0 3 0 0,-1-5-6 0,-3 0-6 16,-2 0-4-16,-2-1-3 0,0 1-29 0,-3-2-30 15,0-2-35-15,-1 0-39 0,1-1-41 0,0 1-39 16,-2-2-50-16,2-1-67 0,2-3-62 0,1-1-224 15,0 0-650-15,8-1 288 0</inkml:trace>
  <inkml:trace contextRef="#ctx0" brushRef="#br0" timeOffset="173159.58">4931 6356 180 0,'3'-6'313'0,"-2"-1"-1"16,-2 1-14-16,1 0-9 0,-1-2-12 0,-2 0-17 15,0 0-17-15,-1 2-28 0,-1-1-15 0,-6-1-25 16,0 1-18-16,-1 3-6 0,-2-2-12 0,-6 2-12 15,3 3-14-15,-4 0 5 0,0 2-28 0,-1 0-9 16,5 2-10-16,-5 1 1 0,3 0-10 0,1 2-3 16,2 0-9-16,1 1-5 0,6 0 0 0,-1 0-4 0,-1-1-9 15,6 3 3-15,-1-1-5 0,5-2-7 16,1 2 2-16,1 0-3 0,6 2-6 0,-1-2 6 16,4 1-4-16,3-3-1 0,0-2 0 0,5 1-8 0,1-1-1 15,0-3-6-15,1 0-22 0,-2-2 3 0,1 0-21 16,3-5-8-16,-5 0-13 0,1-1 1 15,3-5-7-15,-5-2-3 0,0 0 0 0,4-7 2 0,-2 0 0 16,-4-2 7-16,-5 2 4 0,2-5 6 0,-1 3 0 16,-5 3 11-16,2-1 19 0,-3 2 17 0,-2 1 6 15,-1 1 18-15,-1 1 15 0,-1 5 13 0,-1-1-5 16,1 1 11-16,-1-1-4 0,0 4-8 0,-1 1 4 16,0 0-1-16,3 3-14 0,-1-1-5 0,1 5-3 15,-4-3-3-15,4 3-5 0,0 0 3 0,-10 8-4 16,9-4 0-16,-3 3 0 0,4 4-5 0,0 1 4 15,0-1-5-15,0 3 0 0,0 3 0 0,4 2-4 16,0 0 7-16,0 1-7 0,4 0-9 0,-1-1-13 0,0 1-18 16,1 0-17-16,1-1-13 0,1-1-15 15,0-2-14-15,-1 0-14 0,3-2-7 0,1-1-9 16,-4-3-7-16,6 1-15 0,-3-4-11 0,1-1 1 0,-4-3 3 16,5 0 11-16,-3-2 16 0,-2-2 10 0,5 0 9 15,-5-2 21-15,2 0 7 0,-4-3 26 0,2-2 11 16,-3-1 25-16,-1 0 2 0,2-1 33 0,-3-1 18 15,-3 0 18-15,2-2 13 0,-3 2 8 0,-3-1 10 16,3 2 6-16,-1 2 4 0,-3-2 17 0,3 1-13 16,-2 0-9-16,-1 3-13 0,0 1-6 0,-2-3-6 15,1 4-5-15,-1 2-12 0,0 1 1 0,-4 1-5 16,2 0-2-16,8 0-9 0,-10 5 7 0,4 0-12 16,2-2-3-16,0 1-1 0,1 5-3 0,0-1-5 15,3-3 0-15,3 4 1 0,1 2-16 0,0-5-22 16,0 4-21-16,8-1-24 0,-1-2-28 0,4 4-28 15,2-2-25-15,0-2-27 0,2-3-19 0,2 0-7 0,3-1-1 16,-6-2-4-16,5-2 4 0,-3 1 4 0,3-3-101 16,-5-2-321-16,2 3 1049 0,-2-4-547 15,-4 2 32-15,0-1 39 0,-1-1 38 0,-2-1 42 16,-1 0 33-16,-1 0 38 0,-1 1 33 0,-1-1 35 0,-3 2 13 16,0 0 9-16,0 2-2 0,-4-1 1 0,1 0-12 15,-1 4-19-15,3-5-19 0,-3 5-21 0,0 0-4 16,0 0-10-16,0 0-10 0,0 0 9 0,-12 16-20 15,11-6-9-15,-3 1-3 0,2 2 1 0,-1 3-12 16,3 4-2-16,0-1 3 0,3 1-16 0,-1 1-3 16,3 6-9-16,-1 2 1 0,1-8-6 0,2 5 3 15,0 3-10-15,-1-4 21 0,2 2-28 0,-3 0 3 16,2-7-9-16,-3 0 0 0,0-3-17 0,3-1-20 16,0 1-20-16,-6-4-18 0,3-5-9 0,-1 2-10 15,-2-4 0-15,2 1 10 0,-2-2-5 0,1-4-3 16,-2-1-4-16,0 0-2 0,0 0 7 0,4-12 4 15,-3 6 2-15,-2-5 2 0,1 4 0 0,-2-5 6 0,0-2-3 16,2-2-1-16,-3-4-1 0,2-7 3 0,1 7-11 16,2-7-16-16,-3 0 5 0,2-1 9 15,1 1 4-15,0 0 16 0,1 2 5 0,0 4 22 0,1 2 23 16,-2-2 19-16,0 2 20 0,-1-1 10 0,-1 2 19 16,2 1 17-16,-1 0-1 0,2 4 4 0,-6 1-2 15,3-2 12-15,0 5 4 0,0-1 0 0,0 3 2 16,0-2-4-16,-1 3-8 0,-1-1-16 0,2 4-2 15,0 3-10-15,0-8-14 0,0 8 4 0,0-4-6 16,0 4-5-16,0 0-8 0,0 0-5 0,0 0 4 16,0 0-11-16,14 12-5 0,-10-6-8 0,5 2-8 15,0 2-5-15,-1-2-8 0,3 7-7 0,0-2 0 16,-3-3-8-16,0 2 0 0,-1 1-6 0,-2-4-2 0,1 3 3 16,-1-2 3-16,1 1 0 0,-5-1 8 15,-1-2 3-15,-1-1-1 0,-2-1 1 0,0 1 3 16,0-3-1-16,-1 1 8 0,-3-3 1 0,-2 0 4 15,-2-2 9-15,-1 1 9 0,-3-1 4 0,3 2 2 0,-3-5 2 16,1 3 4-16,1-3 5 0,0-1-2 0,2 2 4 16,-1-1 2-16,5 1 5 0,0-2 2 15,2 0-2-15,4 1-5 0,-3 0-4 0,4 3-6 0,5-7-3 16,-1 3-8-16,6 0-4 0,-2 1-14 0,7-1-10 16,4-1-14-16,1 1-9 0,-1-1-7 0,2 1-5 15,2 0-11-15,5-3-10 0,-2 4-3 0,-3-2 0 16,-1 2 9-16,1 0 2 0,7 0-1 0,-8-1 2 15,-6-1 9-15,-1 0 8 0,-3 1 8 0,0-3 16 16,-2 4 15-16,0-4 15 0,-6 1 12 0,-1 2 19 16,2-2-1-16,-5-2 10 0,-3 3 8 0,2-3 4 15,0 2-5-15,-2-1 6 0,0 2 3 0,-4 0-9 16,0 1 2-16,0-1-8 0,1 2 0 0,-1 2-2 0,-1-1-8 16,1 0-2-16,-1 2 3 0,8 0-9 15,-15 4-2-15,9-1-2 0,0 2-1 0,-1 0-3 16,4 1-4-16,-1 4 3 0,3-3-3 0,1 3-4 0,0 2 3 15,1-2-1-15,5 2-16 0,-2-2-12 0,2-1-1 16,0 1-21-16,2-1-1 0,2-2-8 0,-1 1-11 16,1-3-5-16,-1 2-8 0,2-3-6 0,1 0 3 15,-1-3 1-15,3 0 0 0,-5-3 6 0,1-1 9 16,2 1 3-16,-4-3 11 0,3-1 6 0,-3 1 1 16,-1-3 14-16,-3 1 15 0,0 1 14 0,2-3 12 15,-3 3 10-15,-2-2 9 0,3 1 6 0,-3-1 3 16,-1 2 0-16,0 2-5 0,0 0-6 0,0 4-6 15,0-7-4-15,0 7-3 0,0 0-1 0,-6-2-3 16,6 2-2-16,0 0-3 0,-9 9-2 0,9-4 1 16,-1 2-4-16,-2-1 5 0,3 0-3 0,0 2-3 15,0 0-3-15,4-1-4 0,-4 0 10 0,3-1-9 0,3 0 0 16,-1 1-1-16,0-2 0 0,2-1-1 0,-1 0 6 16,0-1-5-16,4-1 3 0,-5-2-2 15,5-1 1-15,-2 0 2 0,3-5 0 0,-3 2-3 16,-3-1 4-16,6-1 0 0,-3-2 5 0,2 1 8 0,-3-1 17 15,2-1 10-15,-5 0 5 16,0 4 2-16,2-4 3 0,-2 2 0 0,0 2 3 16,0 0-10-16,-1 0-4 0,1 0-6 0,-3 4-8 15,-1 1-6-15,3-3-11 0,-3 3 7 0,0 0-5 0,0 0-7 16,0 0-20-16,14 8-7 0,-9-2-22 0,-2-1-19 16,3 0-22-16,1 5-18 0,4-3-18 0,6 2-25 15,-2 1-27-15,4 0-15 0,-1-3-6 0,3-1-15 16,2 1-6-16,-3-1-6 0,1-1-137 0,2-2-382 15,-1 0 170-15</inkml:trace>
  <inkml:trace contextRef="#ctx0" brushRef="#br0" timeOffset="173565.79">6578 6299 463 0,'7'-4'16'0,"0"-3"30"0,0 0 13 0,-4 1 28 15,-2-1 18-15,-1-1 11 0,-3-2 16 0,-1 1 11 16,-1 0 2-16,-2 3 3 0,-1-4 2 0,-3 3 2 16,1 1-1-16,-2-2-5 0,0 4-2 0,-2 0-1 15,-2-1-3-15,-3 3-10 0,1 0-8 0,7 1-12 0,-6 1-10 16,6 3-10-16,-3-1 3 0,3 3-17 0,-2-1-10 15,3 3-8-15,1 0-3 0,-1 0-6 16,3 2-2-16,3-2-7 0,1 4-5 0,2-3-3 16,1 3-2-16,0-3-6 0,1 2-1 0,4-2-11 0,-1 3 2 15,0-5-3-15,5 2-20 0,-2-4-11 0,3 2-18 16,3-3-11-16,-2-2-10 0,1 0-10 0,5-2-8 16,-4 0 0-16,2-3 4 0,-1-1-2 0,2-4 4 15,2 1 1-15,-3-4-1 0,0 0 4 0,0-3 4 16,-3 0 7-16,1-3 5 0,-2 0 5 0,-2-1 4 15,3-6 5-15,0 0 11 0,-8 5 28 0,4-6 21 16,-4 3 20-16,-4 4 25 0,2-7 10 0,-1 7 16 16,-1 0 14-16,-1 1 7 0,-1 0 15 0,-2 4-1 15,2 3-9-15,-2 0-9 0,-1 1-10 0,4 1-6 16,-3 3-20-16,4 2-10 0,-4 1-11 0,4 3 17 16,0 0-22-16,0 0-11 0,-16 7 5 0,13 2-11 15,2 1-8-15,-2 2-3 0,3 0 1 0,0 5-19 0,0 1-21 16,4 1-21-16,-3 0-20 0,3 0-22 0,2 1-28 15,0-1-29-15,1 1-38 0,0 0-42 16,4-5-46-16,-2 1-44 0,1-2-170 0,2-1-516 0,-1 0 229 16</inkml:trace>
  <inkml:trace contextRef="#ctx0" brushRef="#br0" timeOffset="173847.02">6897 6097 127 0,'-4'-7'275'0,"2"4"-10"0,2 3-19 16,0 0-16-16,-3-2-16 0,3 2-11 0,0 0-13 16,0 0-17-16,0 0-16 0,-17 6-16 0,14-2-6 15,-1-1-14-15,3 2-11 0,-2 1-8 0,0 0-10 16,3 1-11-16,0 4-8 0,0-3-4 0,3 2-8 16,-2 1-5-16,3-1-4 0,-1 1-6 0,0 0-6 15,1 0-2-15,2-3-3 0,0 2-4 0,-2-5-2 0,0 3-3 16,-1 0-4-16,1-5-4 0,-1 4-2 0,-3-3 4 15,0 0-8-15,0-4 0 0,1 4 0 16,-1-4-4-16,0 0-1 0,-5 3 1 0,5-3 0 0,-10 1-19 16,5-1-28-16,5 0-27 0,-18-2-40 0,4 3-46 15,1-2-54-15,-1-1-71 0,-1 0-174 0,3 0-488 16,-1-2 215-16</inkml:trace>
  <inkml:trace contextRef="#ctx0" brushRef="#br0" timeOffset="174675.07">7737 6170 162 0,'-12'-6'284'0,"-4"-1"-13"16,-1 0-11-16,0 2-11 0,3 1-28 0,-1 2-13 15,0 0-19-15,0 1-19 0,0 2-8 0,3 3-15 16,-2 0-12-16,2 1-15 0,3 0-9 0,-1 3-10 16,5 1-8-16,-2 0-9 0,3 1-5 0,4-1-6 15,0 3-7-15,4-1-11 0,0-2 0 0,4 5-4 0,-1-5-11 16,1 1 2-16,2 0-2 0,-1-4-2 0,2 1-7 15,3-1 0-15,-2-1-4 0,0-3-1 16,-2 1 5-16,-1-2-9 0,2-1-5 0,0-1-2 0,-4-2 4 16,-3-2-2-16,0 0-12 0,4 0 3 0,-5-2-4 15,-1-3 3-15,1-1 3 0,0 0-2 0,0 0 0 16,-2-1-2-16,2 1-3 0,-3 1 0 0,0 0-2 16,1-1 6-16,-2 4-6 0,1 0 2 0,0 2-1 15,0 1-1-15,0 4-6 0,1-9-4 0,-1 6 4 16,0 3-6-16,0 0 11 0,0 0-13 0,0 0-2 15,0 0-13-15,0 0 1 0,0 16 5 0,0-11-13 16,-1 2-1-16,2-1 1 0,-2 3-1 0,1-3-1 16,0 3 1-16,0-4 1 0,0 1 5 0,0 2 2 15,1-4 2-15,1 0 3 0,-1 3 10 0,-1-7-3 16,5 2 3-16,-5-2 3 0,8-1 1 0,-8 1 4 16,10-5 16-16,-3-2 12 0,-1 2 5 0,3-2 10 0,-1-1 12 15,0-2 15-15,1 0 10 0,0 0 28 0,2 0-6 16,-3 1 9-16,1 0 4 0,-2 1 3 0,-3-3 1 15,4 4-10-15,-1 1 5 0,-2 3-6 0,1-2 4 16,-2 1-14-16,0 1-10 0,3 0-8 0,-7 3-19 16,5-3-2-16,-1 3-6 0,-4 0-15 0,10 2 6 15,-3 1 1-15,1 3-9 0,0 2 1 0,-1 0-7 16,0 2-5-16,2 0-2 0,-2 1-3 0,3 2 0 16,-1-1 7-16,1 2-10 0,-4-2-29 0,3 0-27 15,0-3-42-15,-1 1-30 0,-1-2-34 0,0 1-33 16,-4-3-39-16,2 0-50 0,2-2-47 0,-5-2-63 15,3 1-208-15,-3-1-639 0,-2-2 283 0</inkml:trace>
  <inkml:trace contextRef="#ctx0" brushRef="#br0" timeOffset="175112.53">8770 6128 198 0,'5'-4'351'0,"-2"1"-7"0,-3 3-11 0,3-5-4 16,-1 0-16-16,2 3-18 0,-4 2-25 0,2-4-35 15,-2 4-41-15,0 0-4 0,0 0-18 0,0 0-25 0,0 0-9 16,-14 12-16-16,7-3-9 0,-1-1-13 0,-3 0-11 15,3 4-15-15,-4 1-3 0,0 1-3 16,2 0-16-16,-3 1 7 0,2 1-5 0,2-1-10 0,-6 3-3 16,4-5-4-16,-2 2-15 0,5-1-21 0,2-2-39 15,1-1-24-15,-4 1-29 0,3-2-33 0,2 0-33 16,0 0-43-16,0-3-26 0,2-2-32 0,2 0-48 16,0-1-193-16,0-4-542 0,0 0 240 0</inkml:trace>
  <inkml:trace contextRef="#ctx0" brushRef="#br0" timeOffset="175332.77">8511 6157 158 0,'0'0'343'16,"-1"-4"-28"-16,1 4-28 0,-4-3-33 0,4 3-22 0,0 0-16 15,0 0 11-15,8 10-15 0,-3-5-22 0,5 5-12 16,-2-2-13-16,5 4-23 0,1 1-6 0,1 1-11 15,2 0-16-15,-3 0-13 0,1 0-9 16,0-2-9-16,-1 0-33 0,-3 0-41 0,0-1-41 0,-3-2-55 16,0 0-65-16,-1-1-65 0,1-3-61 0,-7 0-185 15,3 1-507-15,-4-3 224 0</inkml:trace>
  <inkml:trace contextRef="#ctx0" brushRef="#br0" timeOffset="176311.64">7831 6181 205 0,'0'0'296'16,"0"0"-9"-16,0-4-6 0,0 4-10 0,-3-4-7 15,3 4-3-15,0 0-22 0,0 0-13 0,-1-6-17 16,1 6-21-16,0 0-23 0,0 0-19 0,0 0-16 15,0 0-15-15,0 0-9 0,0 0-10 0,0 0-9 16,-7 11-16-16,4-7-4 0,3 2-7 0,-1 2-6 16,0 2 10-16,-1-3-18 0,0 3-6 0,2-1-2 15,-2 3-4-15,2-4-6 0,0-1-1 0,0 0 0 16,0 0-6-16,0-1-1 0,0 1-2 0,0-2-4 0,0 0 5 16,2-1-6-16,-2-4 8 0,0 0 0 0,-2 5 0 15,2-5-9-15,0 0 21 0,0 0-29 16,0 0 10-16,0 0-3 0,0 0 0 0,11-14-1 0,-8 9-6 15,1-3 3-15,0 2-3 0,2-3 1 0,-1 0-1 16,-1-1-2-16,3-2-7 0,-3 2 13 16,2 0-10-16,1 1 3 0,-4-3 3 0,4 3-2 15,-3 0-1-15,2 0 2 0,-5 3-3 0,3-1 2 0,-1 2-2 0,1 0 0 0,-2 1-2 0,-2 1-1 16,0 3 6-16,3-7-3 0,-1 4-7 16,-2 3 1-16,0 0-9 0,1-3 11 0,-1 3 3 0,0 0-3 15,0 0-2-15,0 0 1 0,0 0 2 0,0 0-3 16,0 0 3-16,0 0-2 0,0 0 0 0,0 0 0 15,0 0 5-15,0 0 1 0,0 0 9 0,0 0-11 16,0 0-5-16,0 0 17 0,0 0-15 0,0 0 2 16,0 0 1-16,0 0 5 0,0 0-3 0,0 0-6 15,0 0 4-15,0 0 1 0,0 0-2 0,0 0 1 16,0 0-1-16,0 0-1 0,15 5 1 0,-15-5 6 16,4 1-2-16,1 1-8 0,-5-2 2 0,7 4-7 15,-4-2-24-15,-3-2-19 0,8 2-26 0,-6 2-19 16,2 0-22-16,-2 1-31 0,4 2-29 0,-4-2-32 15,3 0-38-15,-1 1-42 0,-2 1-184 0,1 0-515 16,1-1 228-16</inkml:trace>
  <inkml:trace contextRef="#ctx0" brushRef="#br0" timeOffset="197382.06">2393 7257 151 0,'2'-6'212'16,"-1"4"7"-16,0-2 3 0,1 0 0 0,-1-2-4 0,2 1 6 15,0 1-5-15,-1-3 4 0,0 2-9 0,0 0-3 16,0 0-8-16,1 0-13 0,-1 1-10 0,-2-1-4 15,4 1-14-15,-2 2 7 0,-1-3-7 0,-1 5-20 16,0 0-21-16,0 0-17 0,1-5-11 0,-1 5-9 16,0 0-10-16,0 0-13 0,3-2-7 0,-3 2-6 15,0 0-5-15,0 0-7 0,0 0 2 0,0 0-8 16,0 15-1-16,3-8-2 0,-3 3-4 0,3 0 1 16,-2 3-8-16,0-4 3 0,2 4-2 0,-3 1-1 15,1 2-7-15,2-2 3 0,-1 3-26 0,0 0-4 0,-1-3-4 16,1 1-6-16,-1-2-9 0,2 0-3 15,-3-2-7-15,1 1-3 0,-2-3 1 0,1 0 1 16,0-4 1-16,-3 1 5 0,6-1 9 0,-2 1 2 16,-1-3 8-16,0-3 5 0,0 5 7 0,0-5 0 0,0 0 2 15,0 0-2-15,0 0-2 0,0 0 4 0,6-14 0 16,-1 4 0-16,-2 4 1 0,6-5-4 16,-2 3 10-16,-3-4-7 0,3 2 9 0,0 1 1 0,-1-2-2 15,3 1 8-15,-4 3-3 0,2-1 3 0,0 2-4 16,-2-1 2-16,-1 4 3 0,3-2-9 0,-4 2 2 15,2-1 0-15,1 3 6 0,0-1-7 0,-6 2-3 16,13 2 1-16,-6 1-1 0,2-1 4 0,-2 3 1 16,4 0-5-16,1 1 3 0,-1 2 10 0,0 2-14 15,1-2 2-15,-1-1 2 0,4 1-5 0,-3 2 6 16,-1-2 0-16,1-1-5 0,-1 1 5 0,0-3 1 16,-3-1 4-16,3 0-4 0,-4 1-2 0,0-3 5 15,-2-1 3-15,-1 1-1 0,2-1 2 0,-6-1 18 16,9-4 1-16,-5 3 1 0,3-4 13 0,-4 0 20 15,-2 1-11-15,3-3 4 0,-4-4 3 0,0 1-3 16,0-1 9-16,0 1 14 0,-1-2-5 0,-2-1 0 16,2 1-10-16,-5 0-2 0,5 2-1 0,-3 0-13 15,0-2-7-15,2 2-1 0,0 5-1 0,-1-2-9 0,0 0-10 16,-1 3-46-16,4-2-55 0,0 2-78 16,0 4-72-16,0 0-44 0,0 0-47 0,0 0-48 15,-11 9-251-15,11-4-673 0,0-2 298 0</inkml:trace>
  <inkml:trace contextRef="#ctx0" brushRef="#br0" timeOffset="199881.83">3664 7239 129 0,'0'-4'237'0,"0"4"-26"0,0 0-23 0,0 0-20 16,0 0-20-16,0 0-13 0,0 0-17 0,0 0-10 15,12 11-10-15,-11-7-12 0,5 5-7 0,-2-2-8 16,1 1-6-16,-2 3-6 0,0 0-6 0,2-1-7 16,-2-1-5-16,0 0-3 0,-2 1-2 0,1 0-5 15,-2 0-3-15,0-4-3 0,-2 2 0 0,4-3 0 16,-4 2-2-16,2-1 1 0,-1-4 12 0,-2 3 14 15,3-5 18-15,0 6 22 0,0-6 20 0,-1 4 8 16,1-4-5-16,0 0-7 0,0 0-13 0,0 0-6 16,-7-15-10-16,5 9-1 0,2-1-14 0,-1 0-5 15,1-5-10-15,1 2 10 0,-1-2-18 0,0 1 3 16,-1 1-10-16,2-3-1 0,-1 3-8 0,0 1 4 16,-1-2-2-16,1 3 1 0,0-2 12 0,-3 6-3 15,3-3-2-15,-1-1-3 0,-2 3 1 0,2 0-5 16,-1-1 0-16,-2 1-6 0,0 1 2 0,0-1-5 15,2 2-4-15,-5 0-3 0,1 1 3 0,6 2 2 16,-16 0-11-16,9 0-2 0,-3 1 1 0,0 2 4 0,0 2-8 16,-1-1 6-16,-1 1-4 0,3 4 3 0,-1-3-2 15,1 1 2-15,0 3-4 0,1-3 3 0,0 4-5 16,3 0 1-16,-2 1 0 0,4-3 1 0,-1 1 1 16,0 0-1-16,2 1 3 0,2-1-3 0,2 0-8 15,-1-2-1-15,2-2-8 0,4 3-7 0,0-1-7 16,1-3-7-16,3 1-2 0,1-1-3 0,4-2 2 15,-3 0-1-15,8-1 6 0,-6-4 2 0,3-2-4 16,1-1 9-16,-3 2 4 0,-1-6 3 0,-5 3 5 16,4-6-1-16,-3 2 3 0,1-4 1 0,-7 1 3 15,3-2 7-15,-3-2 9 0,0-1 13 0,-1 1 14 16,-3 5 5-16,2-6 17 0,-3 0 9 0,0 5 8 16,0 2 2-16,0-4 6 0,-3 4 6 0,2-1 6 15,-2 3-8-15,3 2-7 0,-1 1-6 0,-1-1-8 16,1 0-2-16,-1 4-13 0,1-3-4 0,1 6-6 15,0-5-9-15,0 5-4 0,0 0 2 0,1-4-11 16,-1 4-1-16,0 0-1 0,0 0 4 0,0 0-5 0,3 14-4 16,-1-11-5-16,-1 3 5 0,-1 1-3 0,4 3-16 15,-1-1-6-15,0 0-16 0,-2 3-22 16,0-2-17-16,2 2-13 0,-2 0-13 0,0 1-19 0,1 1-16 16,-1-2-18-16,-1 2-21 0,3 0-23 0,1 2-18 15,-3-4-3-15,4 1-9 0,-1-3 5 0,4 0 1 16,-4-1 0-16,4-1 8 0,-1 0 5 0,0-3 20 15,2 0 17-15,2 0 15 0,-4-1 32 0,2-3 33 16,-2 0 37-16,0 1 32 0,1-2 33 0,1 0 25 16,-2-2 21-16,-7 2 19 0,13-1 26 0,-9 0 10 15,-4 1 7-15,8-3 0 0,-8 3 3 0,8-2-9 16,-8 2-10-16,4-1-10 0,-4 1-11 0,0 0-11 16,6-2-10-16,-6 2-8 0,0 0-5 0,0 0-8 0,5 5 0 15,-2-2-5-15,-3-3-2 0,5 4-3 16,1-2-5-16,-4 2-1 0,4 0-2 0,-2 1-4 15,1-4-2-15,2 1-1 0,0 0 1 0,-2-2-4 16,2 1-2-16,0 1-8 0,1-2-4 0,2 0-3 0,-10 0 3 16,12-4-6-16,-7 1 0 0,1 0-2 0,-4-2 1 15,3-2-4-15,-3 2 7 0,-3 0 1 16,0-3-5-16,-4 2 5 0,3-1 0 0,-6-1 9 0,1 0 5 16,-1 1 3-16,-2 1 0 0,-1-1-1 0,2 2-4 15,2 1 0-15,0 0-2 0,-1 1-4 0,0 0 1 16,2 1 3-16,-1 0-5 0,1 1-1 0,6 1 0 15,0 0-2-15,0 0 2 0,-7 3-1 0,7-3 2 16,0 0-4-16,0 0 0 0,16 8-7 0,-6-5-8 16,2 1-18-16,0 0-15 0,2-3-5 0,6 3 1 15,-1-3-8-15,-1 0-3 0,-2 1-4 0,-2-2 5 16,2 1 3-16,-2-2 7 0,-2 1 9 0,3-3 0 16,-4 2 10-16,2-2 17 0,-7 2 10 0,2-1 16 0,-2-1 15 15,0-1 19-15,-2 0 13 0,-1-1 5 16,1 1 11-16,-2 0 2 0,-2 0 0 0,0-1 3 15,0 1 2-15,-2 0-9 0,2 4 7 0,-1-7-14 0,-2 3-7 16,3 4-10-16,-3-2-4 0,3 2-7 0,0 0 8 16,-9 0-17-16,9 0 0 0,0 0-8 0,-5 6 3 15,3-2-1-15,-2 0-7 0,4 1 7 16,-3 0-8-16,3 0 1 0,0 3-1 0,3-2 0 0,-6 0-5 16,3 1-1-16,3 1 1 0,-3-2-2 0,4 2-4 15,-1-3 2-15,1 1-5 0,1 0-6 0,-1-3 2 16,2 2-2-16,1-1 4 0,0-1-1 0,1-2 0 15,-2 1 0-15,3-1 4 0,-2-1 1 0,2-1-2 16,-1-4 0-16,0 2 1 0,-1-1-1 0,1-1 8 16,-1-2-1-16,1 0 0 0,-1-1 8 0,2-1 5 15,-3 0 0-15,2 1-2 0,-2-1 5 0,2 3 1 16,-6-1 9-16,5 0 1 0,-4 2 2 0,4-1-5 16,-3 0-5-16,-3 4-2 0,7 1-8 0,-2-2 3 0,-1 1-4 15,3 2-2-15,-8 0 4 0,21 2-7 16,-12 2-3-16,2-2-3 0,3 4 2 0,-2 1-6 15,0-1 8-15,-1 3 0 0,-3-1-4 0,2 0 0 0,-2 1-1 16,-1 0 4-16,-2 1-9 0,3-1 4 0,-4-1 3 16,-1-2-3-16,0 2 2 0,-2-2-3 0,-2 2 6 15,1-6-4-15,-4 2 2 0,1 0 3 0,-5-1-1 16,1 2-6-16,-1-4-13 0,-2-1-27 0,1 1-24 16,-5-2-41-16,6 1-36 0,-3-2-40 0,5-2-44 15,0 0-40-15,1 0-186 0,-1 0-491 0,6-1 217 16</inkml:trace>
  <inkml:trace contextRef="#ctx0" brushRef="#br0" timeOffset="200288.04">4756 7272 108 0,'8'1'280'0,"-8"-1"-8"15,0 0-14-15,5 1-14 0,-5-1-21 16,0 0-26-16,0 0-19 0,0 0-21 0,0 0-21 15,7 1-13-15,-7-1-12 0,4 4-9 0,-2 0-12 0,-1 0-7 16,2 0-10-16,-3 0-6 0,5 1-5 0,-4-1-6 16,1 1-9-16,-1 0 0 0,5 0-6 0,-5 0-5 15,3-1 1-15,-4 0-9 0,3 0 0 16,-3 0-4-16,3-2 0 0,-3-2-3 0,1 5 2 0,-1-5-1 16,4 4 24-16,-4-4 10 0,0 0-3 0,0 0-2 15,0 0 4-15,8-7 8 0,-7 1-4 0,2 2 3 16,-1-1 6-16,3-1 15 0,-1-2 1 0,0 2 1 15,1-2-8-15,1-1-1 0,-2 3 3 0,4-2 5 16,-2 0-5-16,-2 2-6 0,4 1-11 0,-4-2-2 16,0 4 1-16,-1 2-18 0,1-3-1 0,-1 1-14 15,-3 3-5-15,0 0 0 0,8 0 0 0,-8 0-7 16,9 4-3-16,-6 0-1 0,1-2-6 0,-4 6-19 16,6-1-19-16,-4-1-29 0,4 1-20 0,-2 4-26 0,0-1-19 15,-1-1-23-15,-1 0-23 0,3 1-36 16,0-1-29-16,1-1-28 0,0-3-33 0,0 1-218 15,-1-2-559-15,1-1 247 0</inkml:trace>
  <inkml:trace contextRef="#ctx0" brushRef="#br0" timeOffset="200598.65">5075 7322 198 0,'0'0'218'0,"0"0"-7"0,0 0-11 0,0-4-16 15,0 4-19-15,0 0-18 0,0 0-13 0,0 0-10 16,0 0-13-16,0 0-7 0,0 0-9 0,0 0-6 15,-5 11-8-15,5-11-5 0,1 7-8 0,2-2-2 16,0-1-6-16,1 1-5 0,0 0-2 0,2-1-3 16,3 0-5-16,-4 2-4 0,5-2-3 0,-3-2-2 15,2 1-6-15,-2-1 1 0,3-1-5 0,-2-2-5 16,0-1-11-16,-1-1-9 0,0 1 0 0,-1-3-6 16,0 1-1-16,-1-1-4 0,-4 0 3 0,2 0 2 0,-3-3 3 15,0 1-6-15,-3 0 6 0,2 1-2 16,-4-1 0-16,-1 1 2 0,1 1 0 0,1-2 1 15,-2 2-2-15,-1 0 1 0,1 0 1 0,0 1-1 0,2 0 1 16,0-1-12-16,0 3-5 0,4 2-20 0,-3-4-25 16,3 4-16-16,0 0-16 0,0 0-16 0,0 0-17 15,10-10-23-15,-5 9-18 0,1-1-138 16,5-1-331-16,0-2 147 0</inkml:trace>
  <inkml:trace contextRef="#ctx0" brushRef="#br0" timeOffset="200806.26">5323 7086 182 0,'0'-10'239'15,"3"2"13"-15,-6 1 5 0,2 0 2 0,1 2-2 16,0 0-2-16,0-2-4 0,0 2-2 0,-2 2-33 16,2 3-30-16,0-5-18 0,0 5-17 0,0 0-13 15,0 0-20-15,0 0-11 0,0 0-3 0,-1 20-19 16,2-11-6-16,-1 5-11 0,3 3-1 0,1 3-8 16,-1-2 7-16,1 1-22 0,0 2 2 0,3 4-6 15,-2-4 14-15,3 4-21 0,-3-7-9 0,0 3-22 16,4-2-34-16,-3-1-25 0,-2-1-28 0,3-5-27 15,-3 1-28-15,0-1-29 0,0-3-25 0,-1-1-19 16,-1-3-15-16,1-2-30 0,-3-1-170 0,0-2-464 16,0 0 205-16</inkml:trace>
  <inkml:trace contextRef="#ctx0" brushRef="#br0" timeOffset="200962.45">5316 7230 71 0,'-5'-4'303'0,"1"-3"-6"0,1 1-6 16,-1 2-4-16,1 2-13 0,2-3-7 0,-2 0-16 0,3 5-21 15,-3-5-18-15,3 5-26 0,0 0-23 0,6-3-19 16,-6 3-18-16,0 0-39 0,20 2-56 0,-8 2-61 16,6 0-72-16,-1 4-79 0,6-5-79 0,0 1-182 15,6 0-477-15,1 3 211 0</inkml:trace>
  <inkml:trace contextRef="#ctx0" brushRef="#br0" timeOffset="203274.73">6169 7331 256 0,'3'-5'264'0,"-2"0"-2"0,3-2 3 0,-4-1-15 16,0-2-13-16,-1 1-20 0,-3-1-7 0,-2 0-17 15,1 0-18-15,-3 2-16 0,-3-3-13 0,-3 1-12 16,-6 0-6-16,2 1-4 0,-2 3-8 0,0-1-6 16,-3 3 0-16,-1 2-23 0,2 1-8 0,-2-1-14 15,6 4-1-15,-4 0-9 0,7 2-5 0,2 0 0 16,1 1-7-16,1 1-7 0,4 1-2 0,0 1-2 15,3 0-1-15,4 0-6 0,0 0-3 0,4 0 2 16,3 2-2-16,5-3-3 0,0 2 3 0,1-2-8 16,7 0-8-16,-1-1 10 0,-1-1 1 0,2-4 10 0,-1 0-17 15,-2-1-4-15,-3-2-4 0,7-3-3 0,-6-1-4 16,0-1 20-16,1-2-16 0,-1-4 1 16,-1 1-9-16,-2-3 4 0,-4-1-8 0,2-5 4 0,-1 1 0 15,-2-6-4-15,-1 6 3 0,-4-1 5 0,5 0-2 16,-7 1 1-16,1-1 0 0,-1 2 13 0,0 2 0 15,-1 6 12-15,-3-2 2 0,4 3 6 0,-4 0-1 16,3 2 6-16,-1 3-13 0,2 0-9 0,-3 1-5 16,3 4-1-16,-4-4-3 0,4 4-1 0,0 0 2 15,-11 9-1-15,9 0 3 0,-5 1 1 0,6 2-3 16,-1 6-3-16,1-1 2 0,1 0-3 0,1 5 2 16,-1-2 1-16,2 1-18 0,4 0-6 0,-2-2-11 0,5 1-15 15,-4 0-8-15,6-1-9 0,-3 0-8 0,6-3-3 16,-2 8-5-16,0-12-10 0,3 0 0 0,-3-5-2 15,-1 1-2-15,7-1 2 0,-6-2 8 0,3 0 8 16,0-4 8-16,0-1 9 0,-3-1 6 0,2-2 4 16,-3-2 6-16,2 1 8 0,-1-4 1 0,1 0 8 15,-6-1 21-15,2 0 6 0,-4-1 20 0,2-3 15 16,-4 0 19-16,1 2 9 0,-4-2 6 0,-1-4 9 16,-2 4 0-16,-2 0-1 0,0 3-3 0,1 0-5 15,-1-1-2-15,-3 4-9 0,0 0-2 0,-1 1-12 16,3 2-8-16,-5 0-1 0,3 3-4 0,-2 2-9 15,2-1 5-15,1 4-2 0,-1-1-6 0,4 4-3 16,0-1 1-16,-1 2 0 0,3 2-7 0,2 1 4 0,2-1-20 16,4 0-11-16,1 2-20 0,1-1-14 15,1-1-21-15,5 3-20 0,-1-7-20 0,4 6-18 16,-2-6-13-16,4 1-8 0,-5-2-9 0,5 0 1 0,-5-3 17 16,2 0 2-16,-2-2 11 0,-1 2 22 0,-2-4-2 15,1 0 13-15,-5 1 36 0,1-2 33 0,-1 0 33 16,0-2 28-16,-2-1 26 0,-1 4 19 15,-1-1 20-15,-2-1 13 0,2 1 5 0,-2-2 2 0,-1 5-1 16,2-5 5-16,-2 5-19 0,3-2-12 0,-3 2-17 16,0 0-8-16,0 0-5 0,0 0-10 0,0 0-2 15,0 12-3-15,-2-5-6 0,2 3 1 0,0 1-10 16,2 1-1-16,-1 2 0 0,2 3-3 0,-2 2-1 16,4 2-6-16,-3 0 0 0,2 5-1 0,-2 4-1 15,1-4-2-15,1 0-1 0,-1 1 1 0,3-8-2 16,-5 2-3-16,4 0-5 0,-2-1 5 0,-2-1-2 15,3-3-1-15,-1-3 0 0,0 0-3 0,0-1-1 16,-3-4 1-16,1-1 4 0,-1-1 2 0,0-1 4 0,0-5-10 16,0 3 1-16,0-3 7 0,0 0-7 15,0 0 0-15,0 0-3 0,6-17 3 0,-6 7-1 16,2 0-1-16,-2 1-1 0,2-8 0 0,-1 0-2 0,4-2 2 16,-2 1 0-16,-2-2-3 0,2-7 1 0,1-1 1 15,-2 7-3-15,3-1-1 0,-2 2-6 0,-3-7 7 16,1 8 0-16,-1-3 0 0,0 2-7 0,0-1 6 15,-1 3 0-15,2 0-1 0,-1 2 4 0,0-1-7 16,-1 5 5-16,1-3 2 0,-3 4-3 0,6 3 1 16,-3 1 7-16,0-1-6 0,1 1-3 0,-1 1-2 15,-1 1 7-15,2 0-1 0,-1 0-2 0,3 1-1 16,-1 1 0-16,0-1-5 0,2 2 3 0,0 0-2 16,-4 2 0-16,8 0 2 0,-8 0 0 0,15 3 3 15,-8 1-8-15,0-2 2 0,-2 4 5 0,1-3-3 16,3 4-1-16,-3-2-2 0,-2 1-6 0,4 2-3 15,0-1 0-15,-4 1 2 0,0-1-4 0,0 3-3 0,2-1-2 16,-5 3 6-16,0-3-3 0,1 1 2 16,-2 1 2-16,-3-2-2 0,-1 1 4 0,1 1 1 15,-1-5-3-15,-1 2 5 0,-3-1-4 0,2 1 8 0,-1-3-3 16,-1-1-2-16,-1-1 9 0,-2-1-3 0,1-1 0 16,-3 1 0-16,0-4 7 0,6 2-4 0,-3-2 3 15,-3-2 2-15,5 2 9 0,-1-2 5 0,2 0 5 16,3 0 7-16,-2-1-4 0,2 1 2 0,3-1-3 15,-4 0-7-15,5 0 0 0,5 0-3 0,-4-1-2 16,5 2-3-16,6 1-8 0,3-1-9 0,4 3-26 16,1-1-14-16,6 1-15 0,7 2-17 0,-2 1-16 15,-1 0-7-15,1 1-16 0,1-2-19 0,0 1 15 16,1 0-13-16,-3 0-11 0,4-1 14 0,-11-3 8 16,-1 2 12-16,-3-3 17 0,0 1 5 0,-5-2 17 15,-1 0 21-15,-6-1 31 0,0 1 12 0,-3-2 21 16,-3 0 13-16,-1-1 26 0,-4-3 11 0,0 1 13 0,-6 0 11 15,2 0 5-15,-3 0 5 0,2 2 1 0,-2-1 3 16,0 3-3-16,-1-2-4 0,1 2-4 0,-1 1-11 16,5 2 0-16,-2 0-16 0,-1 2-6 0,4 0-5 15,-2 0-6-15,8 0-4 0,-10 4-1 0,4-1-6 16,5 2-1-16,-2 1 0 0,3 2-3 0,3 0 2 16,-3 1-11-16,4 1 0 0,4-1-3 0,-3 3 3 15,3-4-3-15,1 3-21 0,1-3-9 0,1 1-13 16,3 3-8-16,-2-6-7 0,1 1 0 0,0-1-1 15,1-2 3-15,-1-2 3 0,-2 1 6 0,3-3 1 16,-1 0 4-16,0-1 5 0,-4-2 2 0,2-2 2 16,0 1 7-16,-3-2 12 0,-3 1 9 0,5-3 12 15,-6 2 12-15,0-2 6 0,0 2 15 0,-2 0-3 0,-1-3 4 16,0 6 5-16,1-1-3 0,0-2 7 16,-2 2-20-16,2 0-9 0,-2 4-2 0,1-3-4 15,-1 3-11-15,0 0-1 0,0 0 9 0,0 0-14 0,0 0 1 16,0 0-3-16,6 10 2 0,-6-4-6 0,2-1 1 15,-2-2 4-15,3 4-5 0,-2 0 3 0,2-1 5 16,-1 0-13-16,3 1 0 0,-4-2 1 0,1-2-4 16,2 1 0-16,-3 0-6 0,0-1 13 0,-1-3 8 15,0 0-12-15,7 4 3 0,-7-4-2 0,0 0 2 16,0 0-8-16,7-7 9 0,-4 3 0 0,0 0 1 16,-1-1-3-16,1 0 1 0,2-1-5 0,-2 1 11 15,0-3 5-15,2 1-12 0,-2 1 4 0,2 1-2 16,5 2-1-16,-5-4 1 0,1 3-7 0,-1 0-1 15,2 1 0-15,4 1 0 0,-7 1 1 0,4-2-3 16,-1 2 0-16,-1 1-14 0,-6 0-15 0,13 5-7 16,-5-2-14-16,-1-1-13 0,0 2-15 0,2 0-12 15,0 4-6-15,-1-3-20 0,2 1 4 0,0 1-8 0,1-1-6 16,0 3-2-16,0-4 0 0,2 3 11 16,-2-3 3-16,3 0 4 0,-3 0 7 0,2-1 19 15,2-2-2-15,0 1 18 0,0-1 4 0,-1-2 4 0,0 2 10 16,4-4 6-16,1 2 13 0,-1-2 10 0,-3-1 23 15,-1 2 18-15,-1-3 16 0,0 3 10 0,1-4 15 16,-4 1 23-16,-2-1 10 0,0-1 4 0,-1 0 5 16,-4 1 3-16,-1-1-5 0,-2 1-8 0,-1-1-8 15,0-1-9-15,-3 2-4 0,-4-2-4 0,-2 0-7 16,-1 3-5-16,-8-1 4 0,-1-2-5 0,6 5 2 16,-9-1-3-16,5 1 2 0,-2 2-6 0,-2 0-5 15,6 2-8-15,1 1-1 0,1-1-3 0,-2 5-3 16,5-2-4-16,0-1-3 0,0 6 2 0,4-2 2 15,3-1-8-15,2 3-1 0,-1-3-1 0,4 2 1 16,2-3-2-16,1 3 0 0,2-1-5 0,3-2-9 16,-1 1-7-16,5-1-5 0,0-3-3 0,1-2-3 0,2-1-7 15,3 0-7-15,-1-4 2 0,1 1 4 0,0-4 0 16,-4-2 0-16,4 0 2 0,-2-1 3 16,-3-3-1-16,2-1 4 0,-3-1 3 0,-1-3 2 0,-1-1 5 15,-2-2 7-15,0 1 12 0,1-6 21 0,-7 4 18 16,2 3 9-16,-2-3 11 0,-1 2 9 0,-2 2 8 15,0 1 2-15,-2 1-2 0,1 3-9 0,-3 2-8 16,-2 2-11-16,2 1-4 0,-1 3-9 0,-1 0-7 16,2 4-1-16,4 1-6 0,-12 4 2 0,4 2-3 15,3 2-7-15,-1 5-2 0,2 3-4 0,-3 1 2 16,4 2 2-16,-2 2-1 0,5 0-13 0,0 1-18 16,5-1-26-16,-3 1-33 0,2-2-30 0,1 1-41 15,4-3-56-15,1-2-58 0,4 1-292 0,0-4-592 16,2-1 262-16</inkml:trace>
  <inkml:trace contextRef="#ctx0" brushRef="#br0" timeOffset="204040.29">8519 7213 270 0,'-5'-5'261'0,"1"1"-16"15,-6-1-5-15,-1 0-12 0,-1 1-15 0,1 1-14 0,-5 0-8 16,4 1-14-16,-2 1-22 0,2-1-12 16,1 2-16-16,0 2-11 0,3 1-5 0,1-2-20 15,2 1-3-15,-1 2-11 0,-2 1-6 0,8 1-8 0,-1 0-6 16,2 0 3-16,3 2-10 0,3 0-6 0,1 1-2 15,3 0-5-15,4-2-3 0,-1-1-4 0,-1 0-5 16,-2 0-4-16,9-1 6 0,-6-4-1 0,2 2-6 16,-3-3 2-16,-1-1 5 0,0-3-11 0,-5 1 0 15,4-3-7-15,-5 0 2 0,3-5-5 0,-5 3 1 16,-3-5 0-16,-1 1-3 0,0 1-4 0,-1-5 7 16,-2 4-5-16,2 0-2 0,-3 0 2 0,2 1 2 15,-2 0-4-15,-1 3 2 0,5 0-1 0,-1 0 0 16,-4 3 3-16,5 0-6 0,-2 2-3 0,2 3 3 15,-2-7-9-15,2 7-2 0,0 0 6 0,0 0-1 16,0 0-1-16,10 12 3 0,-6-5 3 0,1 3-3 16,1 0-1-16,-1 0-2 0,-1 1-3 0,7-2-2 0,-4 1-3 15,-2 0 0-15,1 1 6 0,2-3 2 16,0 2 1-16,-1-3-1 0,-2-2 2 0,0 2 4 16,-4-5-1-16,3 1 7 0,3-1 0 0,-5 0 4 0,-2-2 3 15,0 0 3-15,10-4 7 0,-6 0 6 0,-1-1 10 16,2-2 8-16,-1 1 13 0,2-1 14 0,-1 1 5 15,2-1 0-15,-1-4 6 0,-1 4 3 0,3 0-6 16,-4-1-7-16,0 3-4 0,3 0-14 0,-3 0-1 16,0 1 1-16,1 2-11 0,-2-2-9 0,-3 4-2 15,8-1-6-15,-8 1-4 0,10 3-9 0,-2 1 2 16,-2 2-3-16,-1-1 5 0,3 3-5 0,-2 2 6 16,0 0-15-16,1 0-3 0,-1 0-39 0,-1 2-12 0,2-2-22 15,1 0-25-15,-4 1-24 0,3-1-28 16,0-2-35-16,-3 2-26 0,4-2-34 0,-4-2-29 15,0-1-36-15,2-3-185 0,-1 1-536 0,1-3 239 0</inkml:trace>
  <inkml:trace contextRef="#ctx0" brushRef="#br0" timeOffset="204399.63">9438 7106 217 0,'10'-5'338'0,"-3"1"-4"0,4-1-14 0,-3-1-1 16,-1 1-12-16,-3 1-7 0,0-2-8 0,3 2-14 0,-4-2-10 15,-2 2-12-15,4 0-30 0,-5 4-27 16,4-5-18-16,-4 5-28 0,2-1-16 0,-2 1-18 15,0 0-9-15,0 0-13 0,-22 6-10 0,14 1-5 0,-2 0-4 16,1-1-15-16,-2 5-4 0,-4 0-8 0,1 2-5 16,0-1-5-16,1 1-4 0,2 0-5 0,-1 1-5 15,1 0-6-15,3-3-11 0,-4 3-28 0,4-3-18 16,1-2-27-16,0 2-27 0,-1 0-16 0,4-2-26 16,-2 0-14-16,4-2-12 0,-4-1-26 0,5-1-10 15,-2 1-8-15,3-1-11 0,-1-2-4 0,1-3-29 16,4 5-30-16,-4-5-192 0,8-1-506 0,-8 1 224 15</inkml:trace>
  <inkml:trace contextRef="#ctx0" brushRef="#br0" timeOffset="204633.98">9329 7143 98 0,'-7'-8'205'0,"0"-1"11"0,-1 0 16 0,1 0 1 16,0 1 5-16,0-3-8 0,1 7-9 0,0-3-10 15,1 2-15-15,1 3-15 0,-2-1-18 0,3 1-20 16,3 2-18-16,-5-3-7 0,5 3-15 0,0 0-7 15,0 0 4-15,0 0 17 0,8 18-18 0,6-5-2 16,-1-1-3-16,2 0-12 0,2 0-6 0,5 6-1 16,-4-6-12-16,8 6-5 0,-9-5-6 0,2 3-4 15,-3-6-6-15,9 6-4 0,-9-3 0 0,-4-3-13 16,-2-2-6-16,2 1-37 0,-4-1-32 0,2-2-40 16,-4 0-47-16,2-1-47 0,-5 0-62 0,0-2-42 15,-3 0-233-15,0-3-562 0,0 0 249 0</inkml:trace>
  <inkml:trace contextRef="#ctx0" brushRef="#br0" timeOffset="-205791.16">22099 5800 163 0,'-7'1'174'0,"4"1"-13"0,3-2-9 0,-8 5 2 15,1-2-3-15,3 0 0 0,-1 2-5 0,-2-3-2 16,2 3 0-16,0 0-8 0,0-1-5 0,-2 1-10 16,1 0-7-16,0-1-5 0,1 0 3 0,0 0-6 15,1 2-7-15,-4-2-9 0,3 1-10 0,-1 1-7 16,1-1-7-16,-1-2-5 0,2-1-5 0,-4 4-7 15,6-1-4-15,-5 0-5 0,3-1-3 0,1 1-23 16,-1-1-23-16,-3-1-34 0,4-1-38 0,2 2-46 16,-2-1-53-16,3-3-45 0,-5 4-178 0,5-4-436 15,0 0 194-15</inkml:trace>
  <inkml:trace contextRef="#ctx0" brushRef="#br0" timeOffset="-205588.05">22135 5912 237 0,'0'0'334'0,"3"-4"-14"0,-3 4-19 0,0 0-19 15,7-1-17-15,-7 1-33 0,0 0-22 0,0 0-23 16,0 0-21-16,0 0-17 0,0 0-17 0,0 0-13 16,0 0-7-16,0 0-10 0,-10 14-11 0,8-10-2 15,-2 1-35-15,-2 2-37 0,1 0-26 0,-1 0-24 16,1 3-24-16,-1-2-28 0,1 2-42 0,0-2-64 15,2 0-60-15,-1 1-190 0,3-1-478 0,-1 1 211 16</inkml:trace>
  <inkml:trace contextRef="#ctx0" brushRef="#br0" timeOffset="-205166.22">22512 6104 218 0,'0'0'364'0,"-1"-6"-15"16,1 6-24-16,1-5-33 0,-1 5-28 0,3-3-34 0,-3 3-20 15,0 0-29-15,0 0-17 0,0 0-14 0,3 10-16 16,0-4-16-16,-3 4-9 0,0 1-13 16,1 2-7-16,-1 2-8 0,0 3-6 0,1 3-8 0,-1-3-2 15,0-1-12-15,-1 1-5 0,0 0 0 0,-1 0-3 16,1 0-9-16,-1-1-2 0,1-4-20 0,0 1-23 15,-1-3-15-15,1 2-17 0,-2-1-13 0,3-5-25 16,-1 2-30-16,-1-2-39 0,2-4-38 0,2 3-59 16,2-4-249-16,-3 1-536 0,-1-3 238 0</inkml:trace>
  <inkml:trace contextRef="#ctx0" brushRef="#br0" timeOffset="-204931.87">22734 6158 220 0,'0'-5'351'0,"0"1"-12"16,0 0-17-16,1 0-25 0,-1 4-19 0,0 0-33 0,3-5-26 15,-3 5-21-15,2-2-24 0,-2 2-20 0,0 0-20 16,0 0-8-16,0 0-14 0,6 8-12 16,-3-1-8-16,0-1-21 0,-1 4 16 0,2 0-18 0,-1 2 9 15,3 0-25-15,-2-1-8 0,1 3-8 0,-1-1-23 16,2 0-25-16,-2 0-20 0,0 0-20 0,0-2-28 15,0 1-28-15,0-2-45 0,-1-1-42 0,-2-3-46 16,2 1-37-16,-3-2-169 0,1-1-483 0,-2-1 214 16</inkml:trace>
  <inkml:trace contextRef="#ctx0" brushRef="#br0" timeOffset="-203963.1">22622 6254 36 0,'0'0'242'16,"-8"-4"-14"-16,8 4-20 0,0 0-13 0,0 0-21 16,0 0-16-16,0 0-12 0,-4-3-16 0,4 3-12 15,0 0-8-15,0 0-12 0,0 0-11 0,0 0-7 0,0 0-5 16,0 0-7-16,23 6-9 0,-14-6-12 16,4 0-1-16,-1 2-8 0,-1 0-7 0,4-2-6 15,-1 1-9-15,1 1-2 0,-3 0-15 0,4 0-5 0,-2-1-1 16,1 2-1-16,-3-2 3 0,1 2 2 0,1 1-3 15,-3-1 2-15,1 0 1 0,-1 1-4 16,-5-2-2-16,2 3 6 0,1-2 2 0,-3-2-5 0,2 3 1 16,-2-1 3-16,0-1-2 0,1 1 3 0,0 0 3 15,-2-1-6-15,2 1 3 0,0-1 4 0,-2 1-2 16,2-2 4-16,0 1 1 0,2 0 1 0,-2-1-1 16,0 0 1-16,1-1 9 0,-8 0 3 0,15-1 2 15,-8 0 9-15,1-2-2 0,0 1 5 0,-2 0 9 16,-1 0 4-16,2-2-1 0,-3 1 7 0,2-2-1 15,-1 1 5-15,-2 1 8 0,2-2 2 0,-4-1 10 16,2 2 4-16,-1-1 2 0,0 2-2 0,-2-3 4 16,0 1-4-16,0 2-3 0,0 3-7 0,0-7-11 0,-2 4-4 15,0-2-5-15,-2 3-12 0,0-1-1 16,4 3-17-16,-11-2 6 0,6 1-10 0,5 1 4 16,-13 1-1-16,13-1-7 0,-14 2-4 0,7 0 1 15,0 0-4-15,1 2 0 0,1 0 1 0,-2 1-5 0,5 0 1 16,-4 1-9-16,5 1 11 0,1 0-12 0,1 4 0 15,2-2 3-15,1 0-1 0,2 0 2 0,1 0-2 16,0-2-4-16,4 1 1 0,-1 0 2 0,1-2-5 16,2 2-8-16,-1-5-6 0,3 2 5 0,7-3 0 15,-11 2-1-15,8-4-8 0,-7-1 4 0,3-2-5 16,-2 1 6-16,-1-3 1 0,-3 0 1 0,4-3 5 16,-3 0-2-16,-1-2 3 0,0-5 3 0,2 2 9 15,-2-5-10-15,0 0 10 0,3-1-6 0,-3-1 2 16,0 2 3-16,-2-1 6 0,0 1 15 0,0 1 21 15,-4 5 1-15,-2 0 2 0,2 2 11 0,1-1 10 16,2 0 6-16,-5 5 2 0,-1-2 5 0,4 1-5 16,-4 3-8-16,0 0-8 0,0 0-13 0,0 4-7 15,1-8-13-15,-1 8-6 0,0 0-8 0,0 0 0 16,0 0 4-16,0 0-3 0,-12 18-6 0,10-7 1 16,-3 0 0-16,-1 4 0 0,3-2-4 0,-4 4-13 15,5 0 3-15,0 0-13 0,-2 2-6 0,4-1-3 0,-1 0-3 16,-1-1-11-16,2-4-7 0,0-1-5 0,2 1-7 15,-1-1-1-15,3-2-3 0,3-1-11 0,0 0-5 16,-1-4-5-16,4 0-7 0,1-1-9 0,-2-2-1 16,2-2 0-16,1-2 8 0,2-1 5 0,0-3-4 15,-3 0-2-15,6-6 6 0,-5 0 1 0,1-4-6 16,4-5 6-16,-2-4 4 0,-1 1 10 0,-2 1 16 16,-2 2 36-16,-4 2 50 0,1 1 39 0,-5-1 25 15,2 2 40-15,-1 1 23 0,-1 3 17 0,-2 0 11 16,0 0 5-16,0 4 10 0,-2-1-12 0,2 3-8 15,-2 2-14-15,1-1-24 0,-1 2-20 0,2 0-22 16,0 4-15-16,-6-1-2 0,6 1-8 0,0 0-5 16,-10 8-8-16,5-1-3 0,1 0-7 0,1 4-8 15,0 1 2-15,-1 3-4 0,1 4-2 0,1 0 0 0,0 2-4 16,2-1-1-16,0 8 0 0,2-8-13 16,-1 1 4-16,3 0-28 0,0-1 3 0,0-1-19 15,3 0-25-15,1-2-21 0,0-1-20 0,-1-2-29 0,5 0-35 16,-5-4-37-16,3-3-41 0,-1 2-33 0,3-5-36 15,-2-2-206-15,-3-2-555 0,2-1 246 0</inkml:trace>
  <inkml:trace contextRef="#ctx0" brushRef="#br0" timeOffset="-203681.88">23706 6306 54 0,'3'-6'180'0,"-3"1"16"16,2-1 13-16,-2 3 7 0,1-1-3 0,-1 4-16 16,0-6-17-16,0 6-21 0,0 0-20 0,-1-6-15 15,1 6-12-15,0 0-11 0,0 0-13 0,0 0-5 16,-10 11-6-16,6-8-10 0,1 2-7 0,2 1-3 15,0 1-6-15,1 2 1 0,-2-3-9 0,4 1-4 16,-2 1 0-16,4 1-10 0,-3-2-7 0,4 1-8 16,1 0-16-16,-2-4-16 0,1 1-8 0,1 0-15 15,2-1-6-15,-3-3-10 0,2 0-4 0,0-2-3 16,-7 1 6-16,12-5 11 0,-5 1 2 0,-3-1 2 16,-3 0 14-16,1-4 7 0,-2-1 18 0,-2 0 21 15,2 0 22-15,-1 0 8 0,-3-1 4 0,-2 1-1 16,1-1-6-16,-2 3-3 0,2-3-2 0,1 4-5 0,0-3-6 15,0 7-1-15,-2-2-9 0,5 1-17 0,-2-2-41 16,3 6-39-16,-4-1-54 0,4 1-53 16,0 0-187-16,0 0-404 0,0 0 180 0</inkml:trace>
  <inkml:trace contextRef="#ctx0" brushRef="#br0" timeOffset="-203275.66">24102 6103 221 0,'3'-8'338'16,"-2"1"-11"-16,2 0 10 0,-2 1-23 0,2-1 6 0,-1 2-7 15,-1 0-11-15,-1 0-14 0,1 0-27 0,-1 5-29 16,3-4-14-16,-3 4-39 0,1-4-18 0,-1 4-16 16,0 0-27-16,0 0-8 0,0 0-19 0,3 13-8 15,-3-2-7-15,0 2-5 0,0 1-6 0,0 3-9 16,0 2-2-16,3 0-13 0,-3 0-16 0,4 7-24 15,-4-5-12-15,1-2-23 0,-1 3-17 0,0-5-23 16,1 2-21-16,-1-1-10 0,0-5-15 0,0 2-23 16,0-4-24-16,0 1-38 0,0-2-35 0,0-4-30 15,0 2-34-15,2-3-184 0,1-4-529 0,-2 2 233 16</inkml:trace>
  <inkml:trace contextRef="#ctx0" brushRef="#br0" timeOffset="-203056.93">24365 6077 8 0,'0'-5'322'0,"1"1"-28"15,-1 4-34-15,0-5-30 0,2 3-28 0,-2 2-23 16,0 0-16-16,0 0-18 0,0 0-11 0,-11 18-13 16,9-11-18-16,-2 2-4 0,1 4-11 0,-3 2-12 15,0 3-4-15,5 0-8 0,-5 0-4 0,4 0-5 16,0-1-1-16,0 2-6 0,0-3-7 0,2 5-24 15,0-3-29-15,0-5-41 0,0 0-51 0,-3-2-51 16,6-3-48-16,-3-2-182 0,0-1-417 0,2-1 185 16</inkml:trace>
  <inkml:trace contextRef="#ctx0" brushRef="#br0" timeOffset="-202728.84">24202 6210 58 0,'-5'-2'279'0,"1"-1"-9"0,1 1-16 0,3 2-18 15,0 0-21-15,-3-5-17 0,3 5-16 0,0 0-18 16,0 0-15-16,0 0-15 0,21 10-11 16,-8-6-12-16,0 2-14 0,1 0-6 0,6-1-16 0,0 6-7 15,0-4-26-15,3 3-28 0,-2-3-27 0,-3 1-35 16,5-1-30-16,-2-2-26 0,-3 2-20 0,0-3-20 16,-1 0-8-16,-4-2 10 0,-6-1 17 0,2-1 13 15,0 2 13-15,-4-2 10 0,-5 0 17 0,7-4 16 16,-7 4 25-16,0-3 11 0,0 3 19 0,0 0 16 15,0 0 3-15,-7-6-5 0,7 6 1 0,0 0 0 16,-12 0-5-16,8-2 1 0,4 2 3 0,-10 4-2 16,10-4-3-16,-5 3 1 0,2 0-1 0,3-3 6 15,-4 6-2-15,4-2 7 0,0 0-2 0,0 0-3 16,4-1 2-16,-1 2-7 0,1 2 3 0,3-3-3 16,-3 0 4-16,7 1-16 0,-2 0-20 0,2-1-19 15,1-2-28-15,-1 0-19 0,3-1-22 0,-6-1-16 16,2 0-67-16,-3-3-210 0,3 1 93 0</inkml:trace>
  <inkml:trace contextRef="#ctx0" brushRef="#br0" timeOffset="-202228.89">24631 6309 18 0,'2'-8'52'0,"-4"1"35"0,2-3 37 16,0 3 28-16,-1-5 10 0,-2 2 6 0,2 2 11 15,-1 2 2-15,2-4 7 0,-5 6-1 0,4-1-6 0,-2-3-13 16,3 3-13-16,0 2-13 0,0 3-15 0,-1-7-21 16,1 7-15-16,0 0-14 0,0 0-8 0,0 0-10 15,0 0-10-15,12 9-18 0,-7-4-17 0,2 4-26 16,0-2-21-16,4 3-20 0,-2-2-25 0,5 5-17 15,-2-4-18-15,-1 0-12 0,0 0-6 0,1-1-3 16,-2-1-1-16,-1-2 21 0,-2 2 8 0,1-3 12 16,-4 0 12-16,-1-2 29 0,1 2 17 0,-1-3 15 15,-3-1 22-15,0 0 18 0,0 0 14 0,0 0 12 16,0 0 7-16,0 0 3 0,0 0-5 0,0 0-2 16,0 0 0-16,-19-5-7 0,19 5-3 0,-6-1-2 15,6 1-7-15,0 0-4 0,0 0-1 0,0 0-1 16,0 0 0-16,0 0 3 0,0 0-11 0,0 0 10 15,10 9-4-15,-5-5-6 0,2-2 2 0,2 2 0 0,1 0-3 16,3-2-4-16,-6 1-5 0,4-1-1 16,-2 0-1-16,1-1-1 0,1 1 2 0,-2-1-2 15,0-1 3-15,-4 0-4 0,2 1 7 0,-7-1-7 0,8 0 3 16,-8 0-6-16,7 0 3 0,-7 0 0 0,0 0-5 16,6 4 1-16,-4-2-6 0,-2-2 6 0,0 0 1 15,4 3-4-15,-4-3 7 0,2 7 4 16,-1-5-2-16,2 2 5 0,1-2 16 0,-4-2 18 0,6 4 14 15,-2-1 11-15,1-2 4 0,0 1-2 0,2 0 1 16,-7-2-4-16,15 0 5 0,-7-2-3 0,3-1 0 16,0 0-6-16,0-1 9 0,-1-2 0 0,-1 0 8 15,0 0-1-15,0-2 6 0,-4-2-7 0,3 2-8 16,-2-1-10-16,-4-3-8 0,-2 2 1 0,0-3-17 16,-2 3-21-16,-2-1-19 0,-3-1-40 0,-1 4-32 15,-5-1-30-15,1 4-55 0,1-1-60 0,-2-1-72 16,-1 6-156-16,-1 0-486 0,3 1 216 0</inkml:trace>
  <inkml:trace contextRef="#ctx0" brushRef="#br0" timeOffset="-201166.49">25718 6306 14 0,'4'-9'289'0,"3"-1"-18"0,-7-1-13 0,5-1-9 16,-5 1-6-16,2-3-16 0,-4 3-18 0,-3-1-16 16,0 2-24-16,-4-1-13 0,1 2-21 0,-4 0-14 15,0 4-15-15,1-3-11 0,-4 4-12 0,-5 2-10 16,2 2-4-16,-3 0-8 0,8 1-8 0,1 2-5 16,-1 2-6-16,2-2-3 0,-1 3-2 0,5-1-8 15,-1 1 2-15,4 1-6 0,0-1 2 0,3 2-1 16,0-2-2-16,3 2-4 0,3-1-2 0,4 0-2 15,-1 1 2-15,4-2-5 0,0 1-1 0,3-4-3 16,4 2-1-16,-4-2-3 0,0-2 1 0,-2 0-4 16,7-2-6-16,-5 0-1 0,-3-2-9 0,-1 0-3 15,4-1 1-15,-7-1-5 0,2-2-3 0,-4 2-4 16,1 0-10-16,-3-2 4 0,-1 4-6 0,-2-2-5 16,-1 0-4-16,0-1-2 0,0 6-9 0,-5-2-4 0,1-1-6 15,4 3-7-15,-12 1-4 0,12-1-10 16,-10 3-10-16,3 1 0 0,5 1-8 0,-1-1 4 15,-1 0 17-15,1-1 0 0,3 4 15 0,0-7-7 0,3 10 17 16,1-6 1-16,0 0 10 0,1 0 11 0,4 0-4 16,0-3 6-16,1 1 7 0,1-1 2 0,-1-1 5 15,4 0 10-15,-3-1 20 0,2 0 13 0,-3-1 18 16,-2-1 9-16,3 1 14 0,-3 0 7 0,0 0 9 16,0-1 2-16,-2 0-10 0,-1 2 0 0,2 0-9 15,-7 1-7-15,8-3-9 0,-1 3-4 0,-7 0-2 16,5 3-2-16,-2-1-6 0,0 3-7 0,1 0 0 15,0 0-3-15,0 2 1 0,2 2 0 0,-2-3-9 16,1 5 5-16,-3-4-3 0,0 0-1 0,2 1 0 16,-1-2-1-16,0 0-1 0,-2-2 3 0,3 1-7 15,-4-2 8-15,4-1 21 0,-4-2 14 0,0 0-6 16,0 0-3-16,0 0-2 0,0 0-6 0,3-12 0 16,-2 5 7-16,-1 2 8 0,3-5 0 0,0 0-1 0,1-1-5 15,1 1-5-15,0-2-5 0,2 1-4 16,3 1-6-16,-2-3-2 0,7 4-3 0,-1-4 4 15,-3 7-8-15,6-3-1 0,-6 2-1 0,3 1-5 0,-3 1 1 16,2 0-6-16,-2 1 4 0,-4 1 0 0,0 2-1 16,2 0-1-16,-5-2-5 0,-4 3 0 0,9-1-4 15,-9 1-1-15,5-2-4 0,-5 2 4 16,0 0 0-16,0 0 1 0,0 0 0 0,0 0 3 0,0 0-2 16,0 0-2-16,0 0 6 0,0 0 1 0,-18 6-1 15,17-4 1-15,1-2-2 0,-9 4-1 0,7-1 6 16,-2 0-1-16,1 0-2 0,2 1 6 0,-2 1-2 15,3-1 1-15,0 0 3 0,0 4-1 0,0-2 1 16,4 1-14-16,1 1-38 0,0 0-55 0,4 2-72 16,-2-5-73-16,4 5-186 0,1-4-466 0,-1 0 207 15</inkml:trace>
  <inkml:trace contextRef="#ctx0" brushRef="#br0" timeOffset="-199807.24">26878 6162 15 0,'-4'-2'184'16,"-4"0"-24"-16,1 1-18 0,7 1-12 0,-11 0-15 15,11 0-13-15,-10 1-7 0,4 0-8 0,3 2-16 16,-1-1 3-16,3 2-7 0,-2 0 5 0,3-4-1 16,4 10 8-16,0-5-2 0,1 1-2 0,5 0-2 15,0 0-11-15,-1-3-3 0,6 1-9 0,-4 0-5 16,4-2-3-16,-3-1-4 0,2-2 1 0,2-3-5 16,-2 2-4-16,1-2 2 0,-3-1-2 0,-1-3 5 15,0 0 7-15,-1 2 10 0,0-2 13 0,-2-1 5 16,-1 0 6-16,-1 3 7 0,0-1 10 0,-2 1 6 0,1 1-5 15,-1-2 5-15,-2 3 0 0,1 0 5 16,-1 1-13-16,-2 3-12 0,4-4-18 0,-4 4-17 16,0 0-6-16,0 0-3 0,0 0-6 0,4 14 3 0,-4-3-6 15,1 1-2-15,-1 5-4 0,0 1-2 0,4 4 3 16,-3 3-5-16,-1-1-5 0,4 3 0 0,2 0-1 16,-3 0-1-16,-3-5 0 0,1 6 0 15,-1-7 0-15,0-1 0 0,0-1 0 0,0-2-4 0,0 0-2 16,0-3-3-16,-3-3 0 0,2 0-2 0,-2-4-6 15,0 1 8-15,2-3-1 0,-3-2 0 0,-1-2 4 16,-3-1 6-16,8 0 11 0,-14-6 1 0,2-1 3 16,-1-2 3-16,-1-3 4 0,1 0 6 0,1-4 11 15,-4 1 4-15,3-1 1 0,-1 0 2 0,3 1-8 16,1-2 9-16,1 2-31 0,0 2 9 0,5 0-1 16,0 1-4-16,1 2 4 0,2 0-37 0,2-1-14 15,2 1-13-15,1 3-20 0,6-1-25 0,7 0-26 16,-3 5-18-16,8-3-26 0,2 4-12 0,8-2-11 0,0 2-2 15,2 0-9-15,-2 1-8 0,0 0-9 16,-1 1 1-16,-1 0 10 0,-9 0 19 0,-1-3 16 16,-2 1 21-16,-6-4 27 0,0 4 28 0,-1-3 27 15,-2 0 18-15,0-2 26 0,-5 1 17 0,-3 0 22 0,3-2 24 16,-4 0 16-16,0 1 5 0,-1 0 11 0,-2-2-4 16,-1 2 4-16,0 1 7 0,-2 0-17 15,1-1-6-15,0 2-4 0,-3 1-2 0,0-2-11 0,-1 4-1 16,4 1-14-16,-3-3 1 0,1 4-10 0,-2 0-3 15,2 0 0-15,1 4-5 0,-1-1 2 0,1 0-5 16,-1 0 0-16,1 2-2 0,2 1-3 0,-1 1-3 16,2 1-2-16,1-1-4 0,2 0-2 0,0-1-6 15,5 4-10-15,0-3-5 0,-1-2-12 0,3 4-13 16,5-4-9-16,-1 0-9 0,0-2-5 0,3 1-7 16,1-1 1-16,0-3 3 0,1 0 6 0,-1-4 1 0,0-2 9 0,3 0 1 0,-6-1 2 0,1-1 8 15,-3 0 12-15,-2-2 15 0,-1 0 11 0,-2-1 14 16,-1 1 10-16,-1-2 13 0,-1 2 9 0,-1 1 2 15,-1 1 1-15,-1-3 5 0,-1 5-5 0,1-2-4 16,-3 1-7-16,0 1-5 0,0 3 3 0,0-1 0 16,-1 1-7-16,1 0-5 0,4 3-4 0,-9-1-1 0,9 1 0 15,-11 7-6-15,7-3-3 0,-2 1-6 0,2-1 2 16,2 3-6-16,-1 1-3 0,3 4-11 16,0-3-10-16,0 3-11 0,3-2-10 0,2 7-10 15,1-5-10-15,-1-1-2 0,4-2 1 0,-2 1-16 0,3-3-5 16,0 0 9-16,2-2-1 0,-1-1 5 0,-2-3 9 15,2 2 10-15,-3-3 9 0,5-3 8 0,-6 2 19 16,0-1 17-16,-1-3 16 0,3-3 20 0,-3 3 14 16,0 0 13-16,-3-2 13 0,1-1 12 0,0 2 8 15,-1 0 4-15,-1 0 9 0,-1 1 5 0,0 0-3 16,3 0-9-16,-3 3-9 0,2-2-15 0,-3 4-8 16,-3-5-8-16,3 5-16 0,3-3-9 0,-3 3-3 15,0 0-4-15,0 0-1 0,0 0-5 0,0 0-4 16,-3 14 0-16,3-7-1 0,0-2-1 0,3 1 4 15,-3 2-8-15,0-2 3 0,2 2-2 0,0 0 3 16,1-2-4-16,0-1-2 0,-2 3 4 0,2-3-4 16,-2-1-1-16,3 1 4 0,-1-2 9 0,-1 0 7 15,-2-3 2-15,6 3-3 0,-6-3 3 0,6 1-6 16,-6-1 6-16,0 0-3 0,9-5 0 0,-5 3-4 16,0-1-3-16,2-2-3 0,-2 1-1 0,0 0-2 15,1-3-1-15,-2 0-4 0,1 2-21 0,0-4-4 16,2 2-21-16,0 0-19 0,-3-1-9 0,1 0-12 15,2 1-15-15,-2 2-29 0,-1-2-27 0,0 1-31 0,2 1-46 16,-3 1-55-16,1 0-170 0,-2 0-486 0,-1 4 215 16</inkml:trace>
  <inkml:trace contextRef="#ctx0" brushRef="#br0" timeOffset="-199401.03">28238 5793 184 0,'0'-4'385'16,"0"4"-27"-16,3-4-37 0,-3 4-33 0,0-3-33 16,0 3-30-16,0 0-25 0,0-4-19 0,0 4-25 15,0 0-6-15,0 0-21 0,-17 5-16 0,12-3-6 0,1 2-14 16,-3 0-6-16,3 1-8 0,0 1-12 15,-2 1-3-15,2-1-9 0,-1 3-22 0,1-1-19 16,0 1-19-16,3-3-23 0,-1-1-27 0,2 4-44 16,2-4-43-16,1 0-55 0,2 3-61 0,3-3-202 0,0-3-499 15,2-1 221-15</inkml:trace>
  <inkml:trace contextRef="#ctx0" brushRef="#br0" timeOffset="-199244.79">28448 5762 152 0,'0'0'185'0,"0"0"-19"0,0 0-16 16,0 0-10-16,0 0-17 0,-11 17-12 0,8-8-9 15,-2 3-7-15,-1 0-7 0,-1 5-10 0,-3 3-9 16,0 6-6-16,-4 2-74 0,-2-1-101 0,0-1-122 16,-4-2-252-16,-1 0 111 0</inkml:trace>
  <inkml:trace contextRef="#ctx0" brushRef="#br0" timeOffset="-197854.19">22126 7417 323 0,'-1'-6'311'0,"1"6"-30"0,-4-3-28 15,4 3-31-15,-4-2-25 0,4 2-19 0,0 0-18 0,0 0-18 16,-13 4-13-16,5 0-13 0,3 3-8 0,1-2-15 16,-3 3-6-16,0 0-11 0,-1 0-6 0,0 1-8 15,2 0-11-15,-1 1-25 0,-1-1-28 0,3 0-22 16,-2 1-36-16,4-1-45 0,-1-2-44 0,1-2-52 16,3 1-190-16,0-2-423 0,3 0 186 0</inkml:trace>
  <inkml:trace contextRef="#ctx0" brushRef="#br0" timeOffset="-197697.95">22276 7474 140 0,'0'0'189'0,"0"0"-16"16,0 0-17-16,0 0-14 0,0 0-13 0,-10 9-11 0,5-4-12 16,-1 0-9-16,-3 3-10 0,-1 1-9 0,3 0-4 15,-1 1-8-15,-1 2-6 0,-1 1-6 0,2 4-28 16,-1 0-65-16,6-3-69 0,-1 3-150 0,1-3-280 15,6 0 124-15</inkml:trace>
  <inkml:trace contextRef="#ctx0" brushRef="#br0" timeOffset="-197088.64">23014 8031 34 0,'4'-9'330'0,"-2"2"-13"15,3 0-16-15,-2-4-17 0,2 0 8 0,-3 0-18 16,0 0-1-16,0 1-13 0,-2 0-12 16,1-2-20-16,-2 3-17 0,-1-2-20 0,0 6-23 0,0-4-23 15,-3 2-14-15,-5 2-15 0,1-1-13 0,-2 4-11 16,-1-1-20-16,-3 4-2 0,-3-1-1 0,-1 5-14 15,0 2-10-15,-1-4 1 0,2 4-8 0,2 3 0 16,0 1-10-16,4-3 4 0,3 2-13 0,2-1-2 16,0 2-22-16,3 0 2 0,0 0 11 0,4-1-15 15,4-1 2-15,-1-2-2 0,5 1 4 0,0 0-1 16,4-2 1-16,3 1-7 0,4-3-6 0,-1-2-5 16,2 1-3-16,-2-5-5 0,3 1 8 0,-3 0 0 15,-2-3 3-15,-2 0 8 0,0-1-4 0,-2 0 4 16,1-1 1-16,-1 0 5 0,-1 0 13 0,-2 0 26 15,-3 0 21-15,2 2 14 0,-3 1 12 0,-2-1 4 16,1 0-1-16,0 3-12 0,-1-2-6 0,-3 3-8 0,3-3-14 16,-3 3-6-16,2-2-13 0,-2 2-7 0,0 0-5 15,0 0-18-15,0 0 5 0,0 0-8 16,7 7-22-16,-7-7-19 0,5 6-21 0,-2 0-4 0,1-1-4 16,3 3-33-16,1 0-20 0,3 0-29 0,0-1-39 15,0-1-53-15,4 1-28 0,3-2-55 0,-5 0-215 16,1-1-593-16,6-4 262 0</inkml:trace>
  <inkml:trace contextRef="#ctx0" brushRef="#br0" timeOffset="-196713.67">23443 7752 225 0,'-3'-4'320'0,"3"-1"-21"15,-3 3-24-15,3 2-32 0,0-7-28 0,0 7-27 0,-3-3-21 16,3 3-16-16,0 0-17 0,0 0-9 15,-5 15-18-15,4-11-8 0,-4 5-11 0,0 0-4 16,4 4-12-16,-2 2-4 0,0-3-9 0,2 1-7 0,-2 1-5 16,-1 1-7-16,1 0-1 0,-1 0-2 0,3-3-5 15,-2 0-2-15,-1-1-10 0,2 0-10 0,0-6-7 16,2 3-3-16,0-2 0 0,-1-2 0 0,-2-2 2 16,3-2 2-16,3 6 7 0,-3-6-3 0,5 1-4 15,-5-1-1-15,12-1 2 0,-12 1-1 0,14-3 2 16,-3 0-1-16,-2 1 2 0,2-1 0 0,3 1 4 15,-2 1 3-15,-2-1-1 0,2 1-3 0,-5 1 1 16,2-1 2-16,-2 1-3 0,-7 0 0 0,12 0-7 16,-8 1 0-16,-1 2-1 0,1-1-1 0,0 1-1 15,-4 0 0-15,4 3-1 0,-4 0-2 0,-4-1 2 16,4 2 0-16,-1-1 1 0,-4 0 0 0,0 1 0 16,1-1-2-16,0-1-7 0,-4 0-16 0,1 1-11 0,1-2-22 15,1 1-26-15,0-3-34 0,2 2-23 16,0-1-39-16,3-3-43 0,0 0-196 0,0 0-455 15,0 0 202-15</inkml:trace>
  <inkml:trace contextRef="#ctx0" brushRef="#br0" timeOffset="-196510.56">23836 7969 128 0,'0'0'271'0,"-9"-6"0"15,0 4-5-15,2-1-6 0,-2 2-12 0,-5 0-13 16,0-2-5-16,1 3-19 0,-2-2-11 0,0 4-26 15,0-1-17-15,5 1-16 0,-4 0-16 0,3 1-15 16,4 0-11-16,-1 0-10 0,2-1-19 0,2 3-13 16,1 1-4-16,3-1-7 0,3 0-9 0,4 3-24 15,6-1-37-15,4 4-39 0,2-2-53 0,9 1-53 16,2-1-55-16,-1 1-259 0,-1-3-522 0,5 0 230 16</inkml:trace>
  <inkml:trace contextRef="#ctx0" brushRef="#br0" timeOffset="-195791.88">24318 8017 290 0,'3'-4'309'0,"-1"0"9"0,2 0-5 16,-4-1-4-16,1 0-16 0,0 0-17 0,-1 0-30 15,0-3-16-15,0 3-23 0,0-3-25 0,-2 3-24 16,-2 0-9-16,-1-1-23 0,3 1-13 0,-6 1-14 16,2-3-10-16,-1 5-12 0,-5-2-6 0,1 1-13 15,2 3-7-15,-5-1-17 0,2 2-14 0,0 1-6 16,0 0-27-16,1-1-7 0,-1 3-15 0,3 4-2 16,0-3-13-16,0 3 3 0,0-2-5 0,4 2 3 15,2 0 0-15,1-1 2 0,4 0 0 0,1-2 3 16,1 3-3-16,1-3-10 0,4 1-7 0,0-1-3 15,3-1-5-15,3 0 4 0,-3-3 5 0,4 0 8 16,-2 1 4-16,0-4 6 0,-1 1 3 0,2-3 7 0,-4 1 11 16,3-1 13-16,-3-2 16 0,-3 3 16 0,-3-2 17 15,1 0 16-15,0 1 2 0,-3 0 9 16,1 0-4-16,-4 0-7 0,0 4 0 0,4-5-7 0,-2 1-7 16,-2 4-7-16,0 0-10 0,0 0 0 0,0 0-3 15,0 0-6-15,0 0 2 0,0 0-5 0,0 0-4 16,0 0-8-16,0 0-10 0,-11 10 0 0,9-6-5 15,1 0 1-15,0 0-8 0,1 1 2 0,2 0-3 16,0 1-1-16,0 1-6 0,1-2-9 0,5 1-11 16,-1-3-9-16,1 1-3 0,2 0-11 0,2-2-7 15,0 0-3-15,1-2 5 0,0 0 9 0,-1-3 2 16,2 1-1-16,-2-3 1 0,5-3 2 0,-7 1 4 16,4-2 9-16,-3-1 6 0,3-4 2 0,-8-2 7 0,3 0 2 15,-4-5 10-15,-4 3 11 0,-1-8 28 16,-4 4 25-16,-2-4 25 0,1 6 19 0,-1 2 21 15,-3-1 27-15,-1 1-2 0,0-1 12 0,0 3-4 0,0 6-4 16,-3-4-14-16,-1 2-9 0,3 5 4 0,-5-2-21 16,2 2-11-16,1 3-6 0,-6 3-19 0,3 2 3 15,-4 2-7-15,2 2-11 0,0 3-6 16,1 2-2-16,1 3-2 0,0 1-3 0,7 2 0 0,-6 1-6 16,1 7 0-16,1 1-4 0,3-1 4 0,1 2 4 15,4 2-4-15,1-1-10 0,4-2 14 0,0-3-2 16,4 0-1-16,3 4-1 0,0-7-2 0,-1 0-14 15,4-1-9-15,0-1-11 0,4 0-29 0,3-3-37 16,2 1-52-16,6 0-61 0,-5-5-63 0,9-1-68 16,-6-2-217-16,7-2-587 0,0-1 260 0</inkml:trace>
  <inkml:trace contextRef="#ctx0" brushRef="#br0" timeOffset="-194526.37">25258 7834 222 0,'3'-5'395'0,"-1"0"-17"0,-1 1-24 16,-1 4-32-16,3-4-43 0,-3 4-39 0,3-4-21 16,-3 4-30-16,0 0-18 0,0 0-19 0,0 0-13 0,-20 14-14 15,13-5-13-15,-2 1-16 0,-1 3 0 0,2-1-10 16,-4 2-24-16,4 5-8 0,-2-7-21 0,-2 1-21 15,4 3-14-15,-3-2-21 0,0-3-22 0,4 0-26 16,1-1-20-16,-1-1-38 0,1 0-58 0,2-2-45 16,0-4-40-16,3 2-176 0,-2-2-484 0,3-3 214 15</inkml:trace>
  <inkml:trace contextRef="#ctx0" brushRef="#br0" timeOffset="-194354.52">25139 7832 47 0,'0'0'273'0,"0"0"-19"16,-2-6-21-16,2 6-24 0,0 0-23 0,0 0-19 16,0 0-19-16,0 0-8 0,0 0 10 0,0 0-2 0,-2 16-14 15,4-11-13-15,3 4-8 0,2 0-12 16,-1 1-11-16,2 3-6 0,0-2-7 0,4 5-3 16,2-3-7-16,2 0-10 0,0 0-20 0,-2 1-47 0,6-1-52 15,-2-1-54-15,0-2-66 0,1-1-242 0,0-1-458 16,-5-3 202-16</inkml:trace>
  <inkml:trace contextRef="#ctx0" brushRef="#br0" timeOffset="-194134.27">25460 7868 4 0,'-5'-3'288'0,"5"3"-30"0,-5-3-26 15,5 3-24-15,0 0-25 0,0 0-17 0,0 0-17 0,0 0-14 16,0 0-13-16,-1 12-11 0,1-12-11 0,0 10-8 16,1-4-9-16,1 1-7 0,1 1-13 0,4-1-22 15,-3 3-32-15,3-2-36 0,0 2-34 0,1-2-33 16,3-3-60-16,0 0-34 0,1-1-112 0,-1 0-324 16,4-2 144-16</inkml:trace>
  <inkml:trace contextRef="#ctx0" brushRef="#br0" timeOffset="-193962.41">25667 7928 208 0,'6'-3'228'0,"-5"-1"14"0,2-1 14 0,-3 1 2 16,0 4-14-16,4-4-15 0,-4 1-26 0,0 3-24 16,0 0-22-16,0 0-19 0,0 0-14 0,0 0-12 15,0 0-13-15,0 0-10 0,-16 14-5 0,9-8-12 16,2 1-7-16,-3 5-3 0,-2-2-7 0,-1 3-6 16,0 1-3-16,1-1-2 0,-1 2-10 0,2-1 3 15,-1 2-8-15,3-5-18 0,-1 6-18 0,-1-7-22 16,3 1-24-16,0 2-39 0,2-4-50 0,0 3-45 15,3-6-56-15,-2 1-191 0,6-2-470 0,-1-1 208 0</inkml:trace>
  <inkml:trace contextRef="#ctx0" brushRef="#br0" timeOffset="-193603.07">25892 7822 113 0,'0'0'298'0,"1"-2"-16"0,-1 2-20 15,0 0-20-15,9-1-23 0,-9 1-19 0,0 0-17 16,9 1-14-16,-9-1-23 0,8 1-11 0,-5 2-16 16,-3-3-12-16,6 5-14 0,-2-2-9 0,0 2-10 15,-3 0-5-15,2 0-6 0,-2 3-10 0,-1-2-5 16,0 4-3-16,-1 0-3 0,1-1-7 0,-3 4 0 15,2-2-5-15,-3 1-3 0,0 0-5 0,-1-2 1 0,1 1-6 16,-2-1 3-16,0 1-1 0,2-1-3 0,-1-1 2 16,-1-1-8-16,3-2 5 0,-2-1-7 15,2 0 2-15,-1-1-1 0,4 2-5 0,-2-3 8 0,0 1 2 16,2-4 4-16,0 5 19 0,0-5 5 0,2 5-1 16,4-5-6-16,2 3-3 0,1-3 2 0,4 0-6 15,1 0-22-15,-2 0-38 0,6-1-46 0,0-1-55 16,2 1-62-16,0-2-74 0,1 1-224 0,-4-2-534 15,4-2 237-15</inkml:trace>
  <inkml:trace contextRef="#ctx0" brushRef="#br0" timeOffset="-193405.14">25914 7967 194 0,'0'0'309'0,"0"0"-7"0,-3-3-25 0,3 3-22 15,0 0-35-15,0 0-9 0,0 0-31 0,26-1-17 0,-18 1-14 16,7 1-15-16,-2-1-25 0,1 0-42 0,4 3-62 16,-2-1-67-16,1-2-85 0,2 3-248 15,-4 0-427-15,2-2 189 0</inkml:trace>
  <inkml:trace contextRef="#ctx0" brushRef="#br0" timeOffset="-192245.89">26667 7491 209 0,'0'0'288'0,"0"0"-20"0,3-3-25 16,-3 3-18-16,0 0-22 0,0 0-23 15,4-4-25-15,-4 4-17 0,0 0-19 0,0 0-7 0,0 0-14 16,0 0-8-16,0 0-9 0,0 0-8 0,-9 13-6 16,7-9-5-16,0 1-7 0,-1 1-9 0,1-2 2 15,-3 3-6-15,1-1-4 0,1-1-20 0,1 2-24 16,-2 0-34-16,2-1-51 0,-1 3-60 0,3-4-40 16,0-2-206-16,3 1-430 0,1 3 191 0</inkml:trace>
  <inkml:trace contextRef="#ctx0" brushRef="#br0" timeOffset="-192074.03">26934 7597 178 0,'0'0'199'0,"0"0"-18"16,-18 6-21-16,13-3-14 0,1 2-19 0,-6 1-7 0,-1 2-8 15,3 1-13-15,-1 0-10 0,-2 5-6 16,-1 0-12-16,1 3-46 0,4 0-84 0,0 3-197 15,2-1-276-15,3-1 122 0</inkml:trace>
  <inkml:trace contextRef="#ctx0" brushRef="#br0" timeOffset="-188870.64">20615 6178 76 0,'5'-2'315'0,"-5"2"-11"0,0 0-11 0,0 0-9 16,3-6-16-16,-3 6-10 0,3-1-8 0,-3 1-18 0,0 0-16 15,0 0-23-15,0 0-20 0,1-4-14 0,-1 4-13 16,0 0-21-16,0 0-9 0,0 0-20 16,0 0-9-16,0 0-11 0,0 0-12 0,0 0 6 0,0 0-14 15,0 0-14-15,0 0 9 0,-13 12-14 0,7-7-4 16,2 0-3-16,-6 3 2 0,-2 1-10 0,1-1 0 15,0 1 2-15,-5-2-6 0,2 6 24 0,-2-4-24 16,-2 1-6-16,1 0 4 0,-2 1-7 0,2-1 3 16,0-1 3-16,0 0-4 0,1-1 2 0,1 0 7 15,0-1-35-15,4-2-31 0,3-2-23 0,3 2-27 16,-2-3-20-16,3 2-16 0,0 0-22 0,-2-1-36 16,4-1-38-16,2-2-50 0,-2 5-224 0,2-5-545 15,0 0 241-15</inkml:trace>
  <inkml:trace contextRef="#ctx0" brushRef="#br0" timeOffset="-188511.29">20373 6167 109 0,'-5'-7'310'0,"5"7"-8"16,-2-2-19-16,2 2-20 0,0 0-21 0,0 0-27 15,0 0-23-15,0 0-19 0,0 0-19 0,0 0-21 16,0 0-15-16,0 0-8 0,0 0-16 0,0 0-8 16,-3 12-5-16,2-6-12 0,2-1-4 0,-1 2-6 15,0 0-6-15,0 3-5 0,0-3-3 0,3 4 0 16,1-2-8-16,0 1-1 0,0 0-5 0,0 0-1 16,3 0-5-16,0 0 3 0,-1-1-4 0,4 0 4 15,1 2-7-15,1-3-2 0,-1 0 3 0,2 1-4 0,-1-2-2 16,4 3 0-16,-4-3-1 0,-1-1-2 15,0 1-2-15,1-2-6 0,-4 0 0 0,1-1-20 16,-4-3-12-16,0 2-11 0,-2 0-19 0,3 0-20 0,-4 0-27 16,-2-3-23-16,2 2-28 0,-2-2-36 0,0 0-32 15,0 0-39-15,-18 2-134 0,18-2-428 0,-8 0 189 16</inkml:trace>
  <inkml:trace contextRef="#ctx0" brushRef="#br0" timeOffset="-188171.82">20706 6378 205 0,'0'0'296'0,"0"0"-25"15,0 0-22-15,0 0-28 0,0 0-26 0,0 0-17 16,0 0-20-16,0 0-16 0,0 0-15 0,0 0-13 16,3 16-12-16,-3-11-12 0,1 0-4 0,2-1-12 0,-2 5-6 15,-1-2-6-15,4 2-5 0,-4 1-5 0,0-2-6 16,0 2-4-16,0 1-5 0,0-1-4 16,0 0-1-16,-4 0-2 0,4 1-2 0,0-3-5 0,0 2-1 15,0-4-1-15,-1 3-2 0,-2-3 4 0,2 2-8 16,1-3-11-16,0 0-8 0,1 2-14 0,2-2-23 15,-2-2-37-15,3 0-45 0,0 1-64 0,2-3-55 16,-1 2-164-16,2-3-438 0,-7 0 194 0</inkml:trace>
  <inkml:trace contextRef="#ctx0" brushRef="#br0" timeOffset="-187625">21181 6320 96 0,'0'0'366'0,"-2"-3"-1"15,2 3 2-15,0 0-11 0,0 0-7 0,-2-4-16 0,2 4-19 16,0 0-20-16,0 0-20 0,0 0-13 16,0 0-22-16,0 0-22 0,0 0-20 0,0 0-18 15,0 0-17-15,0 0-18 0,0 0-9 0,0 0-16 0,0 0-12 16,0 0-10-16,0 0-11 0,0 0-12 0,0 0-13 15,0 0-11-15,0 0 1 0,0 0-10 0,17 4-12 16,-11-3-14-16,3 0-12 0,-1 0-24 0,2 1-21 16,-1-1-20-16,5 0-19 0,-3-1-15 0,0 0-23 15,1 1-15-15,-1 1-26 0,3-1-26 0,-9-1-30 16,3 1-28-16,0-1-21 0,-1 0-27 0,-1 2-22 16,-6-2-212-16,9 0-568 0,-9 0 252 0</inkml:trace>
  <inkml:trace contextRef="#ctx0" brushRef="#br0" timeOffset="-187406.27">21103 6424 164 0,'-4'2'292'0,"4"-2"-1"0,0 0 5 0,0 0 1 15,0 0-3-15,0 0-17 0,0 0-23 0,0 0-31 16,0 0-17-16,0 0-22 0,23-2-18 0,-15 2-20 0,6-1-13 15,-2 0-17-15,1-1-23 0,6 2-40 0,-6 2-38 16,2-1-46-16,0 0-46 0,1 0-59 16,-2 2-62-16,2-1-73 0,-5 0-194 0,5 1-503 0,-2-1 222 15</inkml:trace>
  <inkml:trace contextRef="#ctx0" brushRef="#br0" timeOffset="-186531.35">20695 7806 322 0,'0'0'311'16,"0"-4"-22"-16,0 4-22 0,0 0-28 0,0 0-28 0,0 0-26 16,0 0-24-16,0 0-12 0,0 0-16 0,0 0-14 15,0 0-14-15,-5 13-12 0,2-7-7 0,-3 2-10 16,1 1-4-16,0 1-12 0,-2-1-2 0,0 2-1 16,-4 1-4-16,4-2 1 0,-5 5 7 0,3-1-1 15,-5-2-4-15,-1 3-6 0,-1-2-3 0,-2 0-3 16,3 1-3-16,0-2-4 0,0-1 2 0,1 1-10 15,0 2-6-15,5-6 2 0,-3-1-19 0,4 1-22 16,1 1-27-16,2-6-24 0,-1 3-20 0,1 0-30 16,1-1-39-16,1-4-46 0,3-1-48 0,2 6-197 15,-2-6-484-15,0 0 214 0</inkml:trace>
  <inkml:trace contextRef="#ctx0" brushRef="#br0" timeOffset="-186265.75">20501 7892 152 0,'0'0'267'0,"-3"-3"-11"0,-1 2-18 15,4 1-17-15,-3-4-19 0,3 4-21 0,0 0-16 16,0 0-20-16,0 0-13 0,0 0-16 0,0 0-5 16,0 0 2-16,0 0 6 0,0 0 4 0,0 13 1 15,2-9-7-15,3 3-7 0,-1-1-6 0,1 2-11 16,0-2-9-16,0 5-7 0,1-2-11 0,0 1 0 15,1 0-9-15,-2 1-13 0,5 3-2 0,-2-4 0 16,-4 3-2-16,2 2-12 0,-1 3-25 0,-1-6-32 0,0 3-33 16,3-3-39-16,-6 3-57 0,6-4-64 15,-1 2-78-15,-1-1-161 0,5 2-500 0,-2-5 221 16</inkml:trace>
  <inkml:trace contextRef="#ctx0" brushRef="#br0" timeOffset="-185873.61">20695 8165 63 0,'0'0'265'15,"0"0"-16"-15,-4-1-16 0,4 1-20 0,0 0-20 16,0 0-16-16,0 0 1 0,0 0-7 0,0 0-13 16,0 0-18-16,11 11-7 0,-7-8-15 0,-1 1-8 15,1 0-15-15,1 0-5 0,-1 1-12 0,-2-2-10 16,2 2-7-16,-1 0-7 0,-1 0-4 0,1 1-5 16,-2 2-8-16,1-3 4 0,-1 0-9 0,2 4-2 15,-3-2-7-15,1 0 3 0,-1-2-4 0,-1 1-5 16,1 0 3-16,-3-1 3 0,2 0 3 0,-1 0 17 15,1-1 5-15,1 1 8 0,-3-1 1 0,3-4 9 16,0 5 3-16,0-5-4 0,-4 4 12 0,4-4 4 16,0 4-1-16,0-4 10 0,0 0-8 0,7 2-2 0,-7-2-4 15,11-1-24-15,-2 1-10 0,2-1-41 0,1 0-50 16,2-1-46-16,5-1-62 0,2 0-59 16,-1-1-80-16,0 0-287 0,5-1-629 0,-5 0 279 0</inkml:trace>
  <inkml:trace contextRef="#ctx0" brushRef="#br0" timeOffset="-185607.95">21122 8109 135 0,'0'0'387'0,"0"0"7"0,0 0-14 0,0 0-15 15,0-5-25-15,0 5-16 0,0 0-22 0,0 0-26 16,0 0-24-16,0 0-29 0,0 0-21 0,0 0-19 0,3-4-18 16,-3 4-24-16,0 0-6 0,14 3-18 0,-14-3-15 15,14 3-23-15,-3 0-26 0,2-3-31 0,-1 4-43 16,0-3-43-16,2 2-34 0,-2 1-42 0,3-2-45 16,-3 1-41-16,4-1-52 0,-5-1-48 0,0 5-215 15,1-4-584-15,-3 0 259 0</inkml:trace>
  <inkml:trace contextRef="#ctx0" brushRef="#br0" timeOffset="-185436.09">21136 8217 159 0,'-4'2'257'0,"0"0"-2"0,4-2-5 16,-7 1-6-16,7-1-3 0,0 0-4 0,-4 2-13 15,4-2-12-15,0 0-12 0,0 0-21 0,9 6-12 0,0-5-16 16,4 2-21-16,-1-2-29 0,3 1-45 15,-1 0-63-15,6-1-79 0,-1 2-89 0,3 0-101 16,-2-2-145-16,-2-1-454 0,3-1 201 0</inkml:trace>
  <inkml:trace contextRef="#ctx0" brushRef="#br0" timeOffset="-183843.07">28997 6141 305 0,'-6'-1'357'0,"6"1"8"0,0 0-27 0,0 0-5 0,0 0-21 15,0 0 6-15,0 0-10 0,0 0-9 0,-3-4-16 16,3 4-24-16,0 0-28 0,13-2-22 0,-6 1-25 15,4-3-20-15,4 4-13 0,6-2-17 0,7 2-12 16,6 0-13-16,4 1-10 0,2 0-15 0,18 1-6 16,-1 2-10-16,-1 2-7 0,-17-2-2 0,5 1-13 15,-3 2 3-15,-1-2-15 0,1 1-6 0,-5 2-28 16,-3-2-32-16,-1 2-30 0,3-2-28 0,-16-2-19 16,3 2-12-16,-9-4-14 0,0 0-16 0,-3 1-10 15,-4 0-24-15,-1-1-24 0,0-1-35 0,-1 1-32 0,-4-2-35 16,0 0-240-16,0 0-596 0,0 0 264 15</inkml:trace>
  <inkml:trace contextRef="#ctx0" brushRef="#br0" timeOffset="-183160.72">29132 5989 81 0,'0'0'217'0,"0"0"-15"0,4-3-10 0,-4 3-12 15,0 0-13-15,0 0-17 0,0 0-13 0,0 0-19 16,0 0-13-16,0 0-12 0,0 0-11 0,0 0-10 16,0 0-6-16,0 0-7 0,0 0-7 0,-15 9-4 15,7-5-6-15,3 0-3 0,-1 2 0 0,-1 0-9 0,-1 0-2 16,0 1-3-1,1 0-3-15,-4 1 1 0,3-5-3 0,0 2-1 16,0 3-5-16,-2-3 3 0,2-1-3 0,0 3-2 16,0-1 2-16,2-1 0 0,-2-1-7 0,1 1-2 0,3-2 1 15,2 1 1-15,-4-1 1 0,0 0-4 0,4 0 2 16,-1 2-4-16,1-1 2 0,0-2 0 0,2-2 2 16,-4 5-1-16,1-3-2 0,3-2 1 0,-1 6 2 0,1-6-3 15,-3 6 1-15,3-2-2 0,0 0 2 0,0 1 1 16,3 0 0-16,-2 1 2 0,-1-1-2 15,3 2 1-15,0-1 0 0,1 1 5 0,0 2 1 16,1 0-5-16,5 2 0 0,-5-1 1 0,10 5 0 0,-4-2-1 16,0 2 0-16,4-1-1 0,-1 0-31 0,1 0-57 15,1 0-73-15,0 0-233 0,-1-1-421 0,1 0 186 16</inkml:trace>
  <inkml:trace contextRef="#ctx0" brushRef="#br0" timeOffset="-180869.53">28117 8092 376 0,'0'0'392'0,"0"-5"-12"0,0 5-7 16,2-5-28-16,-2 5-3 0,0-5-6 0,0 5-11 16,0 0-20-16,0-5-19 0,0 5-24 0,0 0-21 15,0 0-23-15,0 0-15 0,0 0-20 0,3-4-17 16,-3 4-22-16,4 0-13 0,-4 0-13 0,19 1-11 16,1 2-11-16,7 2-15 0,8 3-4 0,4-1-6 15,16 2-10-15,6 0-4 0,-3 4-9 0,3-4-3 0,-1 4-4 16,1-3-8-16,-2 0-6 0,0 0 1 15,-6-2-14-15,-14-3-10 0,2 1-5 0,-4-1-13 16,0-3-24-16,-3 1-6 0,-3-1-23 0,-8 0-18 0,0-2-11 16,-9-2-12-16,1 2-20 0,-4-1-10 0,-3 0-28 15,-1-2-29-15,1 2-42 0,-7-1-40 0,-1 2-34 16,-1-8-24-16,-7 4-31 0,-2 0-186 0,-3-2-598 16,-5 1 265-16</inkml:trace>
  <inkml:trace contextRef="#ctx0" brushRef="#br0" timeOffset="-180244.58">28282 7908 79 0,'1'-4'238'0,"-1"4"-15"0,2-3-20 15,-2 3-17-15,0 0-19 0,0 0-9 0,4-4-22 16,-4 4-15-16,0 0-12 0,0 0-11 0,0 0-13 15,0 0-11-15,0 0-11 0,0 0-8 0,0 0-8 16,0 0-3-16,0 0-5 0,-14 10-3 0,10-8-4 16,-1 3-1-16,0 0-5 0,-1-1-1 0,0 0-3 0,-2 4-2 15,3-4-3-15,-4 3 2 0,0-2-4 0,-1 3 1 16,2-1 1-16,-4-2 23 0,1 1 0 16,0 1 1-16,-1-2-1 0,1 0-1 0,-2 0-2 15,2 0 4-15,0 0 3 0,0 1-2 0,-1-1-1 0,-2-2-5 16,6 2 1-16,-2 0-10 0,2-2-2 0,0 2-3 15,1-1-5-15,2 1 4 0,1-1-1 0,-2 0-2 16,2 2 0-16,0-2 0 0,4 2 2 0,-1 2 3 16,2-2 0-16,7 6-4 0,2 1 2 0,5 0-2 15,8 5-2-15,3 0-1 0,2-2-9 0,0 4-8 16,-1-1-28-16,1-2-51 0,-1 1-53 0,-2 0-67 16,-2 0-265-16,2 0-503 0,-8-6 222 0</inkml:trace>
  <inkml:trace contextRef="#ctx0" brushRef="#br0" timeOffset="-153191.11">10244 7135 303 0,'0'0'333'0,"-8"-4"-1"0,5 1-3 0,0 1-6 16,3 2-15-16,0 0-10 0,-6-2-8 0,6 2-12 15,-5-4-15-15,5 4-13 0,0 0-16 0,0 0-11 0,0 0-9 16,-6-1-14-16,6 1-17 0,0 0-13 0,0 0-17 16,0 0-15-16,0 0-13 0,0 0-10 0,0 0-13 15,0 0-9-15,0 0-12 0,0 0-5 0,0 0-11 16,0 0-6-16,0 0-11 0,0 0-2 0,0 0-4 15,22 6-5-15,-12-5-4 0,9-1 0 0,5 0-3 16,5 2-3-16,4 0-3 0,-3-1 0 0,7-1-2 16,-3 4-1-16,0-3-4 0,0 1-3 0,-3-2 0 15,-9 2-5-15,2 1-7 0,-1-3-7 0,-3 1-14 16,3-1-6-16,-9 1-14 0,0 0-8 0,-4-1-16 16,-2 0-2-16,-1 2-11 0,-7-2-12 0,9 1-12 15,-9-1-5-15,11-1-25 0,-11 1-9 0,4-2-11 0,-4 2-23 16,0 0-12-16,0 0-17 0,5 3-10 0,-5-3-18 15,0 0-18-15,3 5-8 0,-3-5-20 16,0 0-3-16,3 1-200 0,-3-1-518 0,0 0 230 0</inkml:trace>
  <inkml:trace contextRef="#ctx0" brushRef="#br0" timeOffset="-152821.53">10717 7016 42 0,'-2'-4'344'16,"2"4"-10"-16,0 0-18 0,0 0-15 0,0 0-20 16,0 0-29-16,0 0-21 0,0 0-22 0,0 0-24 15,0 0-22-15,0 0-17 0,0 0-20 0,0 0-6 16,0 0-11-16,20 5-13 0,-12-3-9 0,2 4-8 15,2-2-10-15,0-1-3 0,-1 4-7 0,3-1-7 0,-1-1-9 16,3 3 0-16,-2-1-7 0,2-1 3 0,-3 2-6 16,-2-2-6-16,1-2-1 0,-3 3-4 15,-3-3-7-15,-1 2-2 0,2-3-3 0,-3 2-3 0,-1-1 3 16,-3 0-2-16,1 0-2 0,-2 2 3 0,-2-2-4 16,2 0 1-16,-3 1 1 0,-6-1-4 0,6 1-1 15,-3 1 3-15,-2 1-3 0,-2-1-6 0,3 0-16 16,-2 2-42-16,-2 1-42 0,1-1-51 0,0 1-61 15,3 0-56-15,1-3-34 0,-1 1-179 0,3 1-524 16,2-5 232-16</inkml:trace>
  <inkml:trace contextRef="#ctx0" brushRef="#br0" timeOffset="-148769.15">11506 6924 39 0,'0'0'258'0,"0"0"-9"15,0-6-10-15,0 6-14 0,0 0-11 0,0 0-5 16,0 0-10-16,0 0-15 0,0 0-9 0,0 0-10 15,0 0-11-15,0 0-12 0,0 0-6 0,0 0-4 0,0 0 0 16,3-3-4-16,-3 3-3 0,0 0 7 0,0 0-5 16,0 0-6-16,0 0-22 0,0 0 13 0,0 0-2 15,0 0-8-15,0 0-13 0,0 0-9 0,0 0-4 16,0 0-16-16,0 0-2 0,0 0-5 0,0 0-9 16,0 0-5-16,0 0-14 0,0 0-5 0,0 0-5 15,0 0 1-15,0 0 9 0,5 13 1 0,-5-8-11 16,3 1 1-16,-3 3-9 0,4 1 0 0,-4 2-4 15,0-2-1-15,3 6 6 0,-2-3-8 0,2 0-4 16,1 1-8-16,-1 2 3 0,-1 0 0 0,0-1-8 16,0-4-9-16,0 1-8 0,1-1 14 0,-2 0-5 0,3-2 6 15,-4 2 5-15,1-5-3 0,2-1 6 0,-3 0-9 16,2 0 5-16,0-1 8 0,0 0 4 0,-2-4 4 16,1 2 1-16,-1-2 2 0,0 0 0 0,0 0-1 15,0 0-2-15,15-10-4 0,-11 5 8 0,-1-3-5 16,2-2 0-16,2 1 3 0,-2-1 1 0,-1-2 0 15,5 3-6-15,-4-3 9 0,-1 2 2 0,4-3 3 16,-4 5 3-16,2-5 5 0,-3 4-3 0,2 0 0 16,-1 3 0-16,-1-1-4 0,1 2 6 0,-2 0 4 0,0 2 0 15,1-2-4-15,-2 2-9 0,0-1-2 16,-1 4 1-16,0 0-8 0,0 0-3 0,0 0-16 16,0 0 11-16,0 0 5 0,0 0-9 0,0 0 1 0,7 12 0 15,-7-9-10-15,0 4-13 0,2 1 12 0,0-2-7 16,1 3 1-16,4 0-10 0,-5 0 14 0,4-1-7 15,-1-2-3-15,1 1-1 0,-2 0-3 0,3-2 5 16,-1 4-1-16,1-5 1 0,-3 1 1 0,3-3 6 16,0 2 0-16,0-3 5 0,-2 2 1 0,1-3 8 15,1 0-3-15,-7 0 5 0,10-5 0 0,-3 2 4 16,-3 0 7-16,0-1 9 0,2-2 12 0,-1-1 3 16,-1 2 4-16,0-3 2 0,0-1 16 0,-2 2 5 0,1 0 11 15,-1 1 6-15,-2-6-1 0,0 6-3 16,0 0-2-16,0-1-11 0,0 2-5 0,0 0-9 15,0 1-3-15,0-1 1 0,0 5-7 0,0-7-12 0,0 7-29 16,3-3-42-16,-3 3-39 0,0 0-39 0,0 0-51 16,0-4-42-16,0 4-26 0,0 0-24 0,0 0-9 15,0 0 13-15,0 0 1 0,15 6 4 0,-11-3-146 16,3 0-445-16,0 0 198 0</inkml:trace>
  <inkml:trace contextRef="#ctx0" brushRef="#br0" timeOffset="-148441.05">12004 7016 95 0,'4'-3'217'0,"-3"-1"18"16,2 1 14-16,-3 3 11 0,2-7 4 16,-2 7 4-16,2-6-13 0,0 2-12 0,-2 4-10 15,4-7-10-15,-6 3-2 0,2 4-14 0,0-5-10 0,2 2-13 16,-2 3-22-16,-2-5 0 0,2 5-18 0,0 0-13 16,0 0-19-16,0-6-6 0,0 6-16 0,0 0-7 15,0 0-15-15,0 0-8 0,-2-4-5 0,2 4-11 16,0 0-3-16,0 0-2 0,0 0-13 0,0 0-5 15,0 0 3-15,0 0-9 0,0 0-2 0,-17 7 4 16,13-4-6-16,0-1 3 0,0-1-3 0,4-1-5 16,-8 5 1-16,5-1 6 0,-1-1-8 0,1 1-2 15,0 0-1-15,3-4-1 0,-5 6 1 0,4-2-4 16,0-2-3-16,1-2 7 0,0 7-3 0,0-3-1 16,0-4-6-16,1 6 3 0,3-2-1 0,-2 0 7 0,1 1-5 15,1-1-1-15,0 1 4 0,1 1-2 0,3 1 3 16,-3-2-1-16,10 5-38 0,0-4-50 0,-3 4 0 15,-3-4-39-15,3 0-41 0,-3 0-22 0,1 0-27 16,2-1-35-16,0-2-45 0,-1 1-257 0,1-3-600 16,-1 4 266-16</inkml:trace>
  <inkml:trace contextRef="#ctx0" brushRef="#br0" timeOffset="-148003.6">12496 6841 127 0,'0'-5'338'16,"2"3"-22"-16,-2 2-33 0,0-5-30 0,0 5-30 15,0 0-25-15,0 0-19 0,0 0-17 16,0 0-17-16,0 0-15 0,1 17-11 0,-1-7-13 0,0 3-8 16,3-2-8-16,-2 8-12 0,2-1-8 0,0-1-4 15,1 2-10-15,0 1-9 0,1 0-17 0,-1-1-23 16,0-2-17-16,0 2-19 0,-1-2-14 0,1-6-15 15,2 2-7-15,-1-1-10 0,-1 0-8 0,-4-5 3 16,4 0 3-16,-2 1 10 0,0-5 14 0,0 2 2 16,-2-5 9-16,0 0 16 0,0 0 20 0,0 0 21 15,8-8 24-15,-4 3 15 0,-3-3 17 0,5 0 11 16,-2-2 6-16,1-2 9 0,1 1 15 0,-2-2 7 16,5 0 17-16,-3 3 8 0,-1 0-13 0,2-1-2 15,0 1-10-15,-1 2-11 0,1-2-11 0,-1 5-12 16,-1 0-2-16,-2 1-12 0,1 0-6 0,1 2-18 15,1-1-12-15,-2 2 1 0,-4 1-5 0,7 6 2 0,1 1-33 16,4 1-19-16,-1 5-50 0,0-1-23 0,0 2-6 16,-3 2-17-16,-1-4-4 0,2 4-5 15,1-3-24-15,1 4-22 0,-2-6-30 0,1-2-25 0,2 3-12 16,0-2-8-16,-1-2-5 0,3-1-129 0,-2-1-410 16,0-2 181-16</inkml:trace>
  <inkml:trace contextRef="#ctx0" brushRef="#br0" timeOffset="-147706.75">12979 7164 348 0,'11'-8'15'0,"-4"0"11"0,0-2 21 0,-2 0 11 15,2-1 20-15,-6 0 31 0,3-3 23 0,-2 3 20 16,-2-2 14-16,-2 3 1 0,-2 0-1 0,3-2 3 16,-4 5-3-16,1-4-3 0,-2 5-9 0,3-2-13 15,-2 3-14-15,-1 1-14 0,2-1-12 0,-2 1-6 16,-3 3-10-16,5 0-7 0,4 1-6 0,-15 2-7 0,10 0-9 16,-1 0-5-16,-2 2-3 0,4 1-8 15,-1-1 0-15,-2 2-7 0,4 2-6 0,-1-1-13 16,3 0-5-16,-3 1-5 0,2 1-10 0,2-2-9 0,0 3-17 15,2-5-11-15,2 1-15 0,0-1-14 0,-1-1-15 16,5 0-1-16,1-1-23 0,2 0-2 0,1-2-7 16,-2-1-4-16,-3-1 17 0,6-4 9 0,-2 4 10 15,2-2 7-15,-7 0 9 0,5-3 3 0,-4 0 4 16,0 3 16-16,1-2 6 0,-3-1 11 0,1 1 14 16,-1 1 26-16,-2 1 6 0,-2-2 1 0,2 0-4 15,2 2 4-15,-5 3-6 0,0 0-3 0,0-3-1 16,0 3-2-16,0 0-9 0,0 0-13 0,0 0-29 15,0 0-34-15,-19 6-27 0,15-1-44 0,0 2-80 16,3-4-251-16,-1 1 112 0</inkml:trace>
  <inkml:trace contextRef="#ctx0" brushRef="#br0" timeOffset="-145470.78">13238 7047 180 0,'0'0'282'0,"4"-6"-11"0,-3 4-14 0,-1 2-16 16,4-3-12-16,-4 3-14 0,6-2-19 0,-6 2-19 15,4-2-21-15,-4 2-21 0,0 0-11 0,0 0-8 16,0 0-15-16,10 7-11 0,-8-5-11 0,-1 4-6 15,-1-4-5-15,2 4-5 0,-4 2-8 0,5-3-4 16,-2 4-9-16,-1-2 3 0,2-1-6 0,-2 3 1 16,1 0-9-16,-1 0-4 0,0-2-4 0,4 0-1 15,-2 0 2-15,-1 1-5 0,0-1-4 0,1-2 4 0,1 0-5 16,-3-1 3-16,3 1-2 0,-1-1 0 16,-2-4 0-16,1 5 0 0,3-4 3 0,-4-1 5 0,0 0-3 15,7 0 6-15,-7 0 8 0,7-6-1 0,-3 1 10 16,0-2 1-16,3-2 9 0,-2 2 3 0,-1-4-4 15,0 1 4-15,1 0 0 0,1-1 0 0,-2-3 9 16,-2 1-13-16,2 2 1 0,0 0-8 0,-3 1-1 16,-1-2 1-16,0 3-7 0,3 1-8 0,-2 2 0 15,-1-2 0-15,0 3-6 0,0 0-7 0,0 5-9 16,2-6-42-16,-1 2-35 0,-1 4-40 0,0 0-38 16,0 0-27-16,0 0-27 0,0 0-27 0,0 0-29 15,0 0-31-15,0 0-25 0,8 10-159 0,-5-5-510 16,-1-1 226-16</inkml:trace>
  <inkml:trace contextRef="#ctx0" brushRef="#br0" timeOffset="-145189.56">13492 7054 125 0,'0'0'225'0,"5"-4"9"16,-5 4 9-16,2-2 3 0,-2 2 3 0,0 0-7 16,1-4-2-16,-1 4-2 0,0 0-8 0,0 0-14 15,0 0-14-15,0 0-19 0,0 0-32 0,-14 0-16 16,14 0-14-16,0 0-17 0,0 0-8 0,-13 4-9 15,10-3-15-15,3-1-4 0,-7 4-12 0,3-3-13 16,3 3-6-16,-2-1-3 0,3-3-12 0,-7 7-2 16,5-4-6-16,0-1-1 0,2 3-3 0,-4 0 0 15,4 0-6-15,4-3 7 0,-2 4 4 0,4-2-9 16,1 3-1-16,2-4 4 0,0 1-10 0,2 0-9 16,1 0-6-16,0 1-15 0,1-2-6 0,1 0-7 0,-1 0-10 15,-1 1-4-15,0-3-7 0,-1 2-6 16,-5-2-9-16,0-1-14 0,-2 1-14 0,-4-1-18 15,9 0-29-15,-9 0-40 0,0 0-33 0,0 0-213 0,0 0-477 16,0 0 211-16</inkml:trace>
  <inkml:trace contextRef="#ctx0" brushRef="#br0" timeOffset="-143267.86">14354 6934 172 0,'3'-4'281'0,"1"0"-9"0,3 0-10 0,-2-1-5 16,-1-1-1-16,2 3-11 0,-2-4-6 0,0 1-22 16,0 3 9-16,0-2-7 0,-3 0-9 0,2-1-8 15,-3 2-17-15,0 1-20 0,-1-4-12 0,-2 2-15 16,-5-4-14-16,4 4-16 0,-3 1-6 0,-3-4-11 15,-3 3-13-15,-1 0-11 0,-5-1-6 0,4 1-10 16,-5-1-3-16,8 4-10 0,-2-1-2 0,0 3-8 16,4-1-3-16,2 1-6 0,-3 1-4 0,3 0-1 15,3 2-13-15,0 0 11 0,1 1-8 0,1-1-12 0,0 2 10 16,3 0 20-16,2 3-17 0,2 1 1 16,1 2-3-16,2-1 3 0,3 1 1 0,1 4-3 15,-2-7-3-15,3 5 0 0,-2-2 1 0,-1-1-13 0,1 1 10 16,-2-1-14-16,0-1-6 0,-1 2 0 0,0-3-7 15,-3-1-11-15,1 1 2 0,-2-3 0 0,1 3 0 16,-4-2 1-16,2-1 2 0,-2 0 1 0,0 2 5 16,-2-2 2-16,-1 0 3 0,2 1-1 0,-3-2 6 15,-2 0-1-15,2-2 2 0,-1 3 3 0,1-2-1 16,0-1 3-16,-3-1 2 0,7-1 4 0,-8 2 1 16,2 0-1-16,6-2-8 0,-10 1 8 0,10-1-1 15,-9-3-5-15,5 2-3 0,4 1-6 0,-3-4-8 16,3 4-9-16,-4-6-12 0,4 6-10 0,0-5-13 15,0 5-24-15,-2-4-18 0,4-3-18 0,-2 7-16 16,7-5 6-16,-3 1 1 0,0 2-10 0,2-2-5 16,3 2 2-16,-3-1 11 0,3-1 4 0,0 3 13 0,1-3 15 15,1 3 9-15,0-3 5 0,-3 3 8 0,-1-2 13 16,1 1 8-16,-1 0 7 0,4 1 25 16,-6-2 8-16,4 1 22 0,-4 0 15 0,4 0 9 15,-2 2 3-15,0-3 13 0,0 2 13 0,2 0 6 0,-2 1 7 16,-1-2 1-16,1 1 2 0,-7 1-3 0,10 0-7 15,-10 0-8-15,11 0 0 0,-7 1-4 0,-4-1-6 16,11 3-8-16,-8-2-1 0,-3-1-1 0,8 4 0 16,-4 0-5-16,0 0-4 0,-1 1 2 0,1-1-3 15,0 2-2-15,0-1 1 0,2 1-3 0,-1-1 0 16,-1 1-3-16,0 0-3 0,0 1 7 0,1-3-6 16,-3 1 1-16,3 3-1 0,0-5-7 0,0 2 4 15,-1 0 2-15,0-2-1 0,2 0-4 0,-1-2 7 16,-1 0-1-16,-4-1 5 0,10-2-2 0,-10 2 20 15,8-5 22-15,-3 3 7 0,1-3 8 0,-5 1 5 16,3-1 1-16,0-1-3 0,2 1 0 0,-3 1 7 16,-2-3 8-16,2 1-3 0,-2 0-6 0,0 1-3 0,-1-1-2 15,6 2 12-15,-6 1-4 0,0 3-7 0,1-7-8 16,0 4-14-16,-1 3-3 0,2-3-7 16,-2 3-11-16,0 0-12 0,0 0-17 0,1-4-18 0,-1 4-16 15,0 0 3-15,0 0 2 0,0 0 2 0,0 0-2 16,0 0-10-16,0 0-2 0,4 10 3 0,-4-6-4 15,4-1-4-15,-1 0-12 0,1 1-5 0,-1-1-4 16,1 1-8-16,1 0 2 0,2-1-3 0,0 1-5 16,0-1 0-16,3-1 6 0,2 4 3 0,-3-4 4 15,3 1 5-15,1-1 12 0,1-1 5 0,-3 2 3 16,3-3 5-16,1 0 3 0,-3-1 6 0,3-1 12 16,0 0 9-16,-3 1 6 0,2-3 6 0,1 0 9 15,-4-1 10-15,1 0 8 0,0 0 12 0,-1-3 7 16,-1 1 10-16,-1 0 0 0,-1-1 6 0,-1 0 10 15,1 1 10-15,-2 0 6 0,-1 0-8 0,-1 2-3 16,-4-2-2-16,2 1 0 0,0 0-18 0,-4 0-5 0,2 1-11 16,-2 0-1-16,-1 1-7 0,2 0-8 0,1 4-3 15,-5-3-7-15,5 3 2 0,-10-2-6 0,10 2-2 16,-8 1 1-16,8-1-3 0,-7 8-6 0,3-3 4 16,-1 0-2-16,-1 0-4 0,4 3 4 0,0 1-2 15,2 3-3-15,0-1 5 0,0 2-3 0,3 0 8 16,5 4-11-16,-3-2 7 0,4 0-6 0,0 3 6 15,1 0-4-15,3 1-3 0,-3-2 0 0,1 0 2 16,-2 0-3-16,1 0 3 0,1 0-1 0,-2-2-2 16,-5 3 1-16,3-6-3 0,-2-2-1 0,-2 2-5 15,-3-1 4-15,0-4-3 0,0 0 1 0,0-1 2 16,0 0 1-16,0-1 1 0,-1-2 7 0,-3 0 16 16,4-3 17-16,-10 1 9 0,10-1 7 0,-11-1 5 0,11 1 3 15,-8-5 1-15,-1 1 18 0,3-1-25 16,2-2-5-16,0-2-6 0,-2 0-3 0,5 0-4 15,-4-4-14-15,2 0-3 0,3-5-13 0,-1 5-25 0,2-1-26 16,2-4-19-16,2-1-23 0,2 1-23 0,1-2-31 16,3-6-30-16,5 2-30 0,1-5-22 0,-2 2 1 15,-2 3 8-15,1 5 11 0,-2-5 26 0,0 7 20 16,-5-1 10-16,3-1 38 0,-2 2 41 0,1 0 26 16,-2 2 36-16,0 5 29 0,-3-3 19 0,0 3 30 15,1-2 10-15,-2 4 14 0,1-3 8 0,-1 5 3 16,-2-1-2-16,2 3-13 0,-1 1-10 0,-1-2-11 15,3 3-10-15,-4 2-8 0,0 0-9 0,0 0-3 16,0 0-5-16,6 8-2 0,-4 0-1 0,1 3-5 16,1 0-5-16,-3 0 1 0,2 0-6 0,-2 3 0 15,2 3 0-15,4 1-2 0,-4 0-6 0,-2-1 1 16,4 1 0-16,-2 0-4 0,-3-2 1 0,0 0-16 0,3-4-3 16,1 1 0-16,-1-2-3 0,-2-1-3 0,-1-4-2 15,1 0-1-15,2 0 5 0,-3-1 4 16,2-2 4-16,-2-3 1 0,4 3-1 0,-4-3 0 0,5 0 1 15,-5 0 3-15,9-6-3 0,-3 2 5 0,-2-4 1 16,3 3 2-16,1-3 12 0,-1 0 7 0,-2 0 8 16,1-2 15-16,-1 2-2 0,-2 2 27 0,2-5 7 15,-1 5-3-15,-1-1 8 0,0 2 10 0,-2 1 5 16,1-1-7-16,0 1-9 0,-2 4-11 0,0-5-15 16,0 5-11-16,0-5-4 0,0 5-19 0,0 0 2 15,0 0-4-15,0 0-5 0,0 0 1 0,-8 13-8 16,7-8 0-16,1 1-1 0,0 0-1 0,-2 2 1 15,4 0-2-15,-1 1 3 0,3 0 7 0,0 0-4 0,2 0-8 16,3-2-16-16,-1 1-11 0,3 0-18 16,4-1-26-16,-4-2-16 0,3 0-26 0,1-3-29 15,-3-1-30-15,0 1-36 0,0-5-42 0,0-1-45 0,-1 2-148 16,-5-3-479-16,-2-2 213 0</inkml:trace>
  <inkml:trace contextRef="#ctx0" brushRef="#br0" timeOffset="-143064.75">14861 6552 203 0,'-3'-2'357'15,"-3"-1"-35"-15,6 3-34 0,-4-4-30 0,1 0-18 16,3 4-36-16,0 0-25 0,-4-2-41 0,4 2-54 15,0 0-64-15,0 0-55 0,0 0-48 0,0 0-74 0,-13 6-180 16,9-2-364-16,0 0 162 0</inkml:trace>
  <inkml:trace contextRef="#ctx0" brushRef="#br0" timeOffset="-142049.22">15996 6852 306 0,'4'-5'373'0,"-3"-1"-4"0,-1 1 0 0,0 0-4 15,0 5-11-15,0-6-28 0,0 6-35 0,0-5-36 0,0 5-31 16,0 0-31-16,0 0-26 0,0 0-17 16,0 0-10-16,0 0-14 0,0 0-14 0,-5 19-10 15,5-10-11-15,0 2-6 0,0 0-24 0,0 4-13 0,0-2-11 16,0-1-14-16,0 0-12 0,0 3-11 0,0-2-9 15,4 1-15-15,-3-5-12 0,3 2-12 0,-1-2-6 16,0-1 0-16,0 0 1 0,-1-3 6 0,2 0 2 16,2 1 4-16,-1-2-14 0,-1-4 4 0,-4 0 16 15,13 0-13-15,-8-5 10 0,4 2 3 0,-4 0 1 16,3-4 3-16,-1 2 11 0,-2-1 9 0,2 1 13 16,-2-1 4-16,2-2 7 0,-3 2 3 0,0-1 1 15,2 4 3-15,-1-3 13 0,-1 2-2 0,-1 1-4 16,-2 0-4-16,-1 3-9 0,6-2-7 0,-6 2-2 15,0 0 1-15,0 0-3 0,9 5 3 0,-3-2 13 16,-1 2-20-16,1 1 1 0,3 1-1 0,-2 1 1 16,4 2 0-16,-2 0-1 0,2-2 6 0,0 1-4 15,0 2 4-15,1-5-4 0,0 0-4 0,-1 1 6 16,0-3 1-16,0-2-2 0,0-1 5 0,0 1-1 16,-2-4-6-16,-3 1 6 0,-2-4-7 0,5 1 10 0,-5-6-5 15,1 0 12-15,-3-3-12 0,1 0-1 0,-3-5-1 16,0 1-3-16,-3-1 7 0,1 0-9 0,-1 1 3 15,0 5-3-15,0 0-14 0,-2-3-23 0,1 4-24 16,1 2-43-16,-1 3-47 0,1 1-65 0,3 0-71 16,-4 4-250-16,4 1-584 0,0 0 259 0</inkml:trace>
  <inkml:trace contextRef="#ctx0" brushRef="#br0" timeOffset="-141532.12">16870 6849 301 0,'2'-3'380'16,"1"-3"-24"-16,1 4-18 0,-4 2-14 0,4-7-35 16,-3 5-26-16,-1 2-40 0,4-3-26 0,-4 3-24 15,0 0-16-15,0 0-25 0,8 10-8 0,-5-2-8 16,1 1-12-16,0 4-11 0,0-3-9 0,2 7-8 15,-1 1-7-15,3 0-8 0,1-1-5 0,0 1-6 16,-5-2 8-16,6-1-12 0,-2 1-8 0,-1-5-3 16,0-2-4-16,-1-1 0 0,-2 1-3 0,2-5 1 15,-1-1 1-15,-1 2 0 0,3-4-2 0,-7-1 6 16,9-4-3-16,-4 0 11 0,0-1 15 0,2-4 7 16,1-1-5-16,-3-2 3 0,2-4 2 0,2 0 3 15,-2-1 1-15,0-1-7 0,0 3-4 0,1-3-8 16,2 0-4-16,-5 3-7 0,1 0 0 0,-1 0-7 15,-1-1-10-15,1 7-14 0,0 3-12 0,-4 1-40 16,2-1-55-16,-2 4-53 0,-1 2-56 0,3-4-15 0,-3 4-1 16,0 0-27-16,0 0-33 0,-3 12-18 0,2-4-25 15,-1 0-192-15,2 1-562 0,-2 1 248 0</inkml:trace>
  <inkml:trace contextRef="#ctx0" brushRef="#br0" timeOffset="-141235.28">17327 6959 230 0,'4'-5'231'0,"3"0"2"0,-4-2-10 0,3 1-5 16,-4 0-13-16,4 0-1 0,-2-1-10 0,-3 0-11 16,-1 0-7-16,4 3-9 0,-2-3-6 0,0 3-19 15,0-2-2-15,-2-1-12 0,0 2-16 0,-2-2-13 0,-2 3-15 16,1 1-7-16,2-1-10 0,-3 0-9 15,-3 2-6-15,3 0-7 0,4 2-2 0,-12-3-9 16,6 3-5-16,6 0 3 0,-16 5-9 0,9-3-7 0,-2 1 0 16,2-1 2-16,-1 2-9 0,1-2 4 0,2 5-4 15,-2-2 0-15,4 0 10 0,-1 3-19 0,0-2 3 16,4 3-4-16,0-1-4 0,4 0-14 0,0 2-15 16,1 0-22-16,5 1-34 0,0-3-34 0,3 3-31 15,4 0-36-15,1-2-29 0,6 0-39 0,-4-3-166 16,10 3-461-16,-3-2 205 0</inkml:trace>
  <inkml:trace contextRef="#ctx0" brushRef="#br0" timeOffset="-140954.05">17697 6939 229 0,'0'-4'281'0,"0"4"-6"0,-5-7-10 0,5 3-17 15,-4-1-23-15,4 5-19 0,-4-3-16 0,1-1-20 0,-2 2-20 16,5 2-19-16,-9-2-16 0,9 2-7 15,0 0-15-15,-14 8-9 0,8-6-5 0,1 4-9 16,-1-1-1-16,-2 0-11 0,4 1-4 0,-1 2-10 0,0 2-7 16,1 0-6-16,0-1-8 0,0 0-5 0,2 1-5 15,2-2-6-15,2 0-9 0,-2-1-9 0,4 3-11 16,4-5-29-16,-1 5-21 0,5-6-18 0,-1 1-21 16,2-1-16-16,6-1-23 0,0-5-7 0,1 2-6 15,0-1 5-15,2-3-4 0,0-1 8 0,1-3 6 16,7-2-11-16,-7-3-97 0,-4 2-278 0,0-2 123 15</inkml:trace>
  <inkml:trace contextRef="#ctx0" brushRef="#br0" timeOffset="-140740.78">17960 6917 596 0,'11'-18'-21'0,"-2"-2"37"0,-2-6 34 0,-1 8 29 16,-5 0 26-16,3-2 36 0,-4 0 19 0,0 1 11 15,0 1 1-15,-3-1 9 0,2 7 2 0,0-3 0 16,-5-1 2-16,3 6 10 0,1-1-2 0,0 5-4 16,2-1-22-16,0 2-12 0,-4 0-17 0,3 1-20 15,-1 0-19-15,2 4-13 0,-1-5-14 0,1 5-9 0,0 0-16 16,0 0 3-16,0 0-5 0,-8 11-5 15,8-6-8-15,-3 2-3 0,3 4 2 0,-1 2-3 16,1-1-2-16,0 2-9 0,0 4-12 0,1 2-5 0,2 0-11 16,-3 5-6-16,3-5-17 0,1 0-11 0,0 1-13 15,0 4-18-15,-3-1-19 0,-1-5-17 0,2 1-15 16,-1 0-19 0,-2-4-22-16,-1-2-13 0,2-2-20 0,0-2-15 0,-1 0-13 15,-2-2-156-15,0-2-418 0,2 1 185 0</inkml:trace>
  <inkml:trace contextRef="#ctx0" brushRef="#br0" timeOffset="-140115.83">17952 6901 168 0,'0'-7'248'0,"-2"2"-6"0,2 3-2 16,-2-3-7-16,0 0-1 0,2 5-6 0,0-6-22 15,0 4-8-15,0 2-20 0,0 0-16 0,-4-6-20 16,4 6-18-16,0 0-10 0,0 0-9 0,4-5-19 15,-4 5-13-15,0 0-4 0,0 0-20 0,0 0-13 16,20 9-17-16,-7-6-15 0,-5 1-17 0,5 1-11 16,4 3-13-16,3-1-10 0,-2 2-10 0,3-4-5 15,-3 3 0-15,0-2 7 0,0 0 2 0,-6-1 4 16,3-2 7-16,-5 1 1 0,-1-3 12 0,-3 2 13 16,0-3 12-16,1 3 13 0,-3-1 8 0,0-1 10 15,-4-1 2-15,0 0 0 0,7 2-7 0,-7-2-4 16,0 0-1-16,4 2-4 0,-4-2-3 0,0 0-3 15,0 0 1-15,7 3-5 0,-7-3 0 0,0 0-1 0,0 3 1 16,0 2 3-16,0-5-2 0,0 0 1 0,-3 7 0 16,1-2 0-16,2 0 0 0,0 1 2 0,2 0-2 15,-2-1 0-15,2 3 0 0,2-2 1 0,-3 3-1 16,3-1 2-16,0-2-2 0,-1 3 0 0,1-4 2 16,0-1 0-16,0 2 2 0,-1-1 2 0,0-3 1 15,-3-2-2-15,8 0 2 0,-8 0 0 0,0 0-2 16,0 0-1-16,10-2 5 0,-10 2 13 0,5-8 6 15,-3 4 1-15,1 0-4 0,3 2-1 0,-4-5 3 16,1 2 3-16,1 0-8 0,-1 0-2 0,3-1-2 16,0 3-4-16,-2-2-2 0,3 1 0 0,1-3-2 15,-1 5-4-15,1 0-2 0,0 0-1 0,-2 2 0 16,1-3-2-16,1 3 0 0,-1 0-5 0,-1 2 3 16,1-1-2-16,1 1 0 0,-2 1-1 0,-1 1 1 15,2 0-6-15,-3 1 2 0,0-1 0 0,0-1 0 16,0 3 1-16,0-2-3 0,-4 1-2 0,2-3 5 15,-1 2 2-15,-1-4-3 0,2 7 4 0,-1-6 6 0,-1-1 28 16,1 4 25-16,-1-4 27 0,0 0 38 0,4 2 46 16,-4-2-5-16,0 0-17 0,9-6-17 0,-6 3-15 15,4-3-9-15,-3 2-10 0,2-2-15 0,2 1-14 16,0-1-29-16,2 0-35 0,-3-2-47 0,1-1-50 16,-2 3-45-16,-2-1-59 0,-1 1-78 0,0-2-91 15,-4-1-215-15,-5-2-628 0,-3-4 278 0</inkml:trace>
  <inkml:trace contextRef="#ctx0" brushRef="#br0" timeOffset="-139100.3">11856 7876 14 0,'7'-11'292'0,"-2"1"-7"0,4 0-4 0,-5 0-11 16,-1 0-7-16,1 0-4 0,-2 1-9 0,-2 1-13 15,0 1-9-15,-2 1-26 0,1 1-12 0,0-2-36 16,-4 2-19-16,3 3-22 0,-4 1-4 0,6 1-12 16,-16 0-13-16,8 3-11 0,-1-1-6 0,-2 5-8 0,1 0-1 15,-1 2-14-15,0 1-4 0,0-1 8 16,2 5-15-16,-1 0-5 0,5 3 0 0,-5-2-3 15,2 2-2-15,3 2 0 0,1-2-7 0,2 3 4 0,2-2-3 16,0 1 1-16,2 2-2 0,2-1 1 0,0-2-5 16,1 3 2-16,2-2-6 0,1-2-8 15,-1 1-6-15,0-2-8 0,2 1 0 0,-3-2-23 0,-2-2-10 16,-3-2-9-16,2 0 0 0,-2-1-16 0,-1 0-9 16,0-1-13-16,0-1-14 0,0 1-17 0,0-4-18 15,-1 0-17-15,-2 1-35 0,2-2-39 0,-3-3-218 16,4-1-488-16,0 0 216 0</inkml:trace>
  <inkml:trace contextRef="#ctx0" brushRef="#br0" timeOffset="-138037.9">11705 8058 264 0,'0'-5'315'0,"0"1"-20"0,0 4-11 15,1-10-21-15,-1 6-18 0,3-1-23 0,-2 1-16 0,2 0-20 16,0-1-22-16,2 3-15 0,-1-4-20 0,0 2-13 16,2 1-7-16,-2-1-16 0,1 1-6 15,2-2-10-15,0 4-12 0,0-2-4 0,-2 1-4 0,2 0 0 16,-1 1-13-16,1 0-9 0,0 0-14 0,-7 1-14 16,15-2 3-16,-8 2-19 0,1-1-13 0,-1 1-4 15,2 0-11-15,-9 0-4 0,15-1-2 0,-6 2 0 16,0-1 0-16,-1 1 0 0,-1 1 9 0,0-2 1 15,2 0 2-15,-5 1 5 0,-4-1-2 0,10 1 6 16,-4 0 0-16,-2 1 5 0,-4-2-4 0,10 2 7 16,-8-1 1-16,2 2 2 0,0-2 1 0,1 2 1 15,0 0 0-15,0-1 0 0,0 1 0 0,-2-1 2 16,1 1-3-16,0 0 5 0,2 2-1 0,-5-3 0 16,2 2 1-16,-2 0-2 0,3-2 0 0,-3 2 2 15,2 0 4-15,0 0-3 0,-3-4-4 0,1 5 2 16,-1-5-2-16,3 5 4 0,-3-1 0 0,0 0 1 15,0-4 1-15,0 5-1 0,0 0 1 0,0-5 0 0,0 2-3 16,0-2 6-16,0 0-1 0,0 8 0 0,0-8-1 16,4 4 1-16,-4-4 2 0,0 0 1 15,0 0 3-15,0 2 2 0,0-2-5 0,0 0 4 0,0 0-2 16,0 0 1-16,0 0 2 0,0 0-1 0,10-9 0 16,-9 4-1-16,3 3 4 0,-4 2 5 0,1-8 2 15,2 6 0-15,-2-2 2 0,2 1-1 0,-3 3-1 16,3-5 2-16,-2 3-4 0,-1 2-3 0,3-4 1 15,-3 4-3-15,0 0-2 0,4-4-3 0,-4 4 2 16,0 0-2-16,2-2-6 0,-2 2 4 0,0 0-2 16,0 0 0-16,0 0-5 0,0 0 0 0,0 0 2 15,0 0-2-15,-2-6 1 0,2 6 1 0,0 0-1 16,0 0 1-16,0 0 0 0,0 0 1 0,0 0-2 0,0 0-1 16,0 0 3-16,0 0-1 0,0 0-2 15,0 0 3-15,0 0 2 0,0 0-1 0,0 0 1 16,0 0-2-16,0 0 3 0,0 0 0 0,0 0-3 0,0 0 3 15,0 0 1-15,0 0 2 0,0 0-2 0,0 0 3 16,0 0 1-16,14 1-6 0,-14-1 2 0,0 0 0 16,2-5-1-16,1 4-2 0,-3 1 3 0,0 0-3 15,6-5 3-15,-5 1-1 0,-1 4-1 0,3-5-1 16,-3 5 3-16,1-5-5 0,-1 0 1 0,0 5 0 16,0-7 1-16,-1 3-5 0,1 4 2 0,-4-6 1 15,2 4-4-15,-2-2 0 0,4 4 0 0,-5-4 0 16,5 4 0-16,-7-4 0 0,2 3 0 0,-1-1 3 15,6 2-5-15,0 0 3 0,-11-1-2 0,11 1 1 16,-8 0 3-16,8 0-2 0,0 0 1 0,-7-1-3 16,7 1 1-16,0 0 0 0,0 0 3 0,0 0 3 15,0 0 1-15,0 0 2 0,-4 4-2 0,4-4 0 16,0 0 2-16,0 0 1 0,19 5-2 0,-12-2-2 0,1-2 3 16,0 1 0-16,3 1-1 0,-1-1-2 15,2 2 2-15,0-1 1 0,-2-2-5 0,2 2 2 16,-4 1 2-16,0-3 1 0,3 1-5 0,-3 1-1 0,-2-1 3 15,2 1-3-15,-5-1 0 0,2 3-2 0,-1-3 1 16,4 2 3-16,-5 0-1 0,-2-1-2 0,1 2-1 16,1 0 1-16,-1-2-3 0,-2 1 5 0,0 0 0 15,3 0-4-15,-3-4 4 0,-3 6-3 0,3-6 3 16,0 6 1-16,0-6 5 0,0 0 12 0,0 0 26 16,0 3 23-16,0-3 26 0,0 0 27 0,0 0 9 15,0 0-16-15,0 0 1 0,0 0-7 0,0 0 0 16,4-15-6-16,-1 11-14 0,1-2-8 0,0-1-4 15,3-3-8-15,-2 2-7 0,1 2-9 0,-1-3-19 16,6-3-29-16,0 0-42 0,4-1-43 0,-3 0-58 16,-1 4-64-16,1 0-67 0,2 0-89 0,2-3-186 15,-5 6-594-15,0-4 262 0</inkml:trace>
  <inkml:trace contextRef="#ctx0" brushRef="#br0" timeOffset="-136786.52">12964 8090 115 0,'3'-4'270'0,"-2"-1"-4"0,3-2-8 0,-1 1-11 0,0 0-13 15,-3 0-14-15,0-1-9 0,0 1-11 0,0 1-16 16,0 0-15-16,0-2-18 0,-1 2-16 16,-4 1-16-16,0 0-16 0,1 0-10 0,-3 0-8 0,-4 3-10 15,0-3-10-15,2 2-8 0,-5 2-3 0,3 1-7 16,-5 0-5-16,5 2-3 0,-3-2-7 0,0 3-8 15,3 0-9-15,-3 0-13 0,9 1-7 0,-5 0-7 16,4-1-3-16,1 1-5 0,3-1-7 0,-1 1 6 16,3 0-7-16,0-1-3 0,0-4-7 0,5 8-11 15,0-5-9-15,1 0-2 0,6-1-12 0,-1-1 4 16,1 1-2-16,1-2 8 0,0-2 1 0,0 0 13 16,0 2 2-16,-2-4 8 0,0 1 13 0,1-1 19 15,-2-3 17-15,-1 6 10 0,-1-3 14 0,-1-1 9 16,-3 3 5-16,-1-2 3 0,2 1 9 0,-2-1-1 15,0 2-4-15,-3 2-6 0,5-4 5 0,-5 4-19 16,0 0-6-16,7-1-8 0,-7 1-2 0,0 0-6 0,0 0 3 16,0 0-4-16,3 6 5 0,-3-6-9 0,1 7 0 15,-1-2-2-15,4-2 3 0,-1 2-3 16,3-1 3-16,-4 0 0 0,6 1-3 0,-2 1 3 0,2-2-5 16,2 2-1-16,-4-2-1 0,6-1-1 0,-1 2-2 15,3-4-9-15,0 1-1 0,5 1 0 0,-7-3-4 16,1-1 8-16,1-3-2 0,-1 4 3 0,-2-3 2 15,3-1 2-15,-2-3-2 0,-1 0 2 0,-4-3-1 16,4-1 1-16,-3 3 0 0,0-4 7 0,0-5 3 16,-4 1 3-16,0-1 11 0,-1 0 9 0,1-1 9 15,-2-1 17-15,-1 0-1 0,-1-1 4 0,0 2 8 16,0 1 8-16,-1 3 0 0,1 4 6 0,0-3 14 16,-2 4-3-16,4-2 7 0,-2 5-14 0,0 0-4 0,-3-1-11 15,3 3-5-15,0 4-22 0,0-7 0 16,-1 5-37-16,1 2-25 0,0 0-15 0,0 0 5 15,0 0 6-15,0 0 2 0,0 0 4 0,-3 22-5 0,3-10 7 16,-2 1 0-16,2 1 4 0,2 4-4 0,-2 0 2 16,1 1-5-16,2 0-3 0,0-1-8 0,-2-2-1 15,3 2-6-15,0-1 0 0,1-4-5 0,1 0 2 16,-1-2 0-16,4-1-4 0,-1 1-2 0,3-2-4 16,0-3-7-16,2 1-2 0,-2-4-1 0,0 0 4 15,2-3 1-15,1 0 2 0,0-3 8 0,1 0 0 16,-2-1-2-16,5-5 1 0,-2 0 4 0,-2 0 1 15,1-4 3-15,-3 0 3 0,-1-2 6 0,0-3-2 16,-3 0 6-16,0-1 8 0,-4 0 16 0,-1 2 16 16,2 0 13-16,-3 4 10 0,-1 1 10 0,-1 1 13 15,1 1 4-15,-1 2-2 0,0 1-2 0,-1 2-9 16,0-1-14-16,-1 3-3 0,0-1-12 0,2 4 1 16,-7-1-6-16,7 1-1 0,-11 3-5 0,8 1-4 0,-5 3 3 15,2 2 2-15,0 2-9 0,2 1 1 16,1 2 5-16,-1 3-1 0,1-1-5 0,2 2 2 15,1 2 0-15,0-3 1 0,3 3 1 0,-1 0 0 0,4-1 4 16,2-2-8-16,-1-2-16 0,2 1-18 0,1-1-31 16,3 0-40-16,-2-2-51 0,2-1-72 0,6-2-73 15,-10-4-248-15,6-2-588 0,0 1 261 0</inkml:trace>
  <inkml:trace contextRef="#ctx0" brushRef="#br0" timeOffset="-136229.36">14060 8026 259 0,'-9'0'349'0,"9"0"-14"0,0 0-14 0,0 0-14 16,0 0-16-16,0 0 0 0,0 0-12 0,0 0-12 0,0 0-12 15,0 0-22-15,0 0-24 0,0 0-11 0,0 0-36 16,0 0-13-16,0 0-19 0,18-6-15 0,-9 4-15 15,6 0-16-15,-4-1-10 0,7 0-11 0,-7 1-18 16,6-3-14-16,-2 1-4 0,5-1-20 16,-3-2-15-16,-2 2-7 0,-3-1-13 0,-1-1 9 15,3 1-7-15,-5-3-6 0,3 0 8 0,-2 1 0 0,-3-3 5 0,-2 4 0 0,2-4-4 0,-5 7 11 16,1-3 8-16,-1 0-6 0,-1 3 2 0,-1-3-3 16,0 3-9-16,-3-1 11 0,0 2-7 0,0 1 4 15,-4 0-6-15,0 1 3 0,7 1-2 0,-14 3 12 16,6-1-12-16,1 5 3 0,-1-2 19 0,-5 2-15 15,3 1 1-15,1 2-10 0,1 0 15 0,-1 2-3 16,4-1 4-16,1 1-4 0,0 0 4 0,2 1 1 16,4-1 0-16,-1 1 2 0,2-2-3 0,2 1-12 15,5 4-15-15,1-5-20 0,2-2-26 0,6 1-30 0,-1-2-36 16,2-1-25-16,2-2-20 0,0-3-16 16,9 1-13-16,-1-3-4 0,-7-3-11 0,7 1 1 15,0-4-141-15,-7 1-399 0,4-4 176 0</inkml:trace>
  <inkml:trace contextRef="#ctx0" brushRef="#br0" timeOffset="-136057.5">14640 8009 459 0,'12'-10'38'0,"-5"-2"21"0,1 4 39 0,-2-2 6 16,0 5 16-16,-4-1 1 0,0 1-3 0,-2 0-5 16,0 1-7-16,0 4-9 0,-2-6-2 0,0 0-8 15,-6 4 1-15,8 2 2 0,-9 1-3 0,9-1-6 16,-11 4-7-16,1-1-2 0,2 2-10 0,0 0-3 16,0 1-10-16,-2 2 0 0,3-1-2 0,-1 3-7 15,0-3-4-15,-3 2-4 0,6 1-2 0,-3 0-4 16,2-2-18-16,-3 3-17 0,3-2-24 0,2-3-32 15,0 1-39-15,-1-2-31 0,2 1-20 0,-1-4-14 16,4 1-144-16,0-3-339 0,-3 4 151 0</inkml:trace>
  <inkml:trace contextRef="#ctx0" brushRef="#br0" timeOffset="-135854.39">14542 7994 220 0,'0'-7'241'0,"1"2"-4"0,-1 2 0 15,0 3-1-15,0-10 6 0,-1 7-2 0,1 3 3 0,1-7-2 16,-1 7-32-16,-1-5-27 0,1 5-15 0,0 0-22 15,1-4-26-15,-1 4-10 0,0 0-13 0,0 0-10 16,0 0-3-16,12 11-7 0,-2-4-12 0,-3 1-1 16,1 1-31-16,1 1-18 0,2-1-14 0,3 4-14 15,-2 0-26-15,7 0-26 0,-4 1-35 0,-1-2-31 16,5 4-23-16,1-3-36 0,-2-2-19 0,1-1-31 16,1 2-165-16,-2-3-439 0,0-2 195 0</inkml:trace>
  <inkml:trace contextRef="#ctx0" brushRef="#br0" timeOffset="-135073.22">15059 8041 50 0,'-2'-11'236'15,"1"-1"-14"-15,-2-1 2 0,-1 2-10 0,0-1-9 0,-1 1-2 16,-2-1-3-16,0 2-10 0,0 1-16 16,-1-1-16-16,0 2-19 0,1 1-16 0,-1 1-9 15,0 5-14-15,-4-3-11 0,2 3-10 0,-3-1-7 0,0 2-9 16,1 2-5-16,1 2-9 0,0-3-3 0,-1 3-3 15,4 3-4-15,0 0-4 0,-1-3-6 0,0 6-8 16,2-4-3-16,0 4-8 0,3-2-5 0,3 2 0 16,1 0-4-16,1-1-6 0,2 1-9 0,1-1-12 15,3 0-19-15,0 0-10 0,4 0-16 0,1-3-1 16,1 1-2-16,1-3-4 0,0-1 1 0,5 2 7 16,-4-2 8-16,5-2 17 0,-5-2-6 0,4-4 11 15,-7 1 6-15,3 0 10 0,-1-1 12 0,-3-4 7 16,-3 0 5-16,3-1 7 0,-3 1 20 0,-1-1 9 15,-3 1 9-15,0-2 10 0,0 1 12 0,-1 1 1 16,-1-1 10-16,-2 3-1 0,2 1-3 0,-1 1-6 16,0-2-6-16,-2 2-4 0,0 2-12 0,1 3-6 0,1-6-7 15,-1 6-2-15,0 0-4 0,0 0-8 0,0 0 3 16,0 0-1-16,0 0-9 0,-13 12-3 16,11-8-6-16,1 4-2 0,0-1-12 0,1 1-1 15,-2 0 1-15,5 2-10 0,-2-2-8 0,2 0-12 0,1 4-6 16,1-3-16-16,2-1-14 0,0-1-8 0,0 1-9 15,4-1-5-15,-2-4-8 0,2 2 4 0,1-1 5 16,-2-2 12-16,2-1 7 0,-1-2 15 0,0-1 7 16,-3 1 9-16,4-4 25 0,-3 0 12 0,0 0 9 15,-1-4 16-15,-2 4 29 0,-2-3 7 0,1 0 2 16,-1 2 9-16,0-1 4 0,-1 1 2 0,1 0-2 16,-3-1 0-16,2 2-1 0,-3 0-3 0,0 1-10 15,0 4-7-15,0-5-8 0,0 5-4 0,0-5-3 16,0 5-4-16,0 0-6 0,0 0-1 0,0 0-2 15,0 0-2-15,0 0-1 0,-9 11 0 0,9-6-4 16,-2-1 1-16,1 0-3 0,2 1 0 0,-1 2-4 16,2-2-7-16,-1 1 0 0,3 1-6 0,-3-2-6 0,3 1-2 15,2-2-4-15,-2 1-4 0,0-1-2 16,3 0 3-16,0-1 2 0,-2-2 5 0,3 1 1 16,-2 0 2-16,-6-2 4 0,11-3 0 0,-11 3 3 0,9-2 4 15,-5-1 9-15,-4 3-2 0,4-4 11 0,-2 0 3 16,2 0 3-16,-4 4-1 0,1-3-1 0,3-2-1 15,-4 5-3-15,0 0-1 0,1-5 0 0,-1 5-3 16,2-2-2-16,-2 2-1 0,0 0 0 0,0 0-4 16,0 0 2-16,5-1-3 0,-5 1 2 0,0 0-2 15,7-3-1-15,-7 3 2 0,0 0 1 0,0 0-4 16,8 0 4-16,-8 0 0 0,0 0 1 0,11 0 0 16,-11 0-4-16,0 0 1 0,11 1-5 0,-7-1 4 15,-4 0-4-15,10 0-15 0,-2 0-20 0,-8 0-23 16,7 2-32-16,-3-1-38 0,-4-1-49 0,9 0-232 15,-1 0-446-15,-8 0 197 0</inkml:trace>
  <inkml:trace contextRef="#ctx0" brushRef="#br0" timeOffset="-134104.56">15656 8013 27 0,'0'0'361'0,"-18"0"-9"0,18 0-13 15,0 0-18-15,0 0-30 0,0 0-23 0,0 0-25 16,0 0-27-16,0 0-34 0,-7 2-14 0,7-2-19 16,-5 3-13-16,2 1-16 0,2 1-12 0,-2 2-10 15,-1 0-9-15,0 2-4 0,1 3-12 0,0-2-5 16,1 5-16-16,0 1 1 0,-1 0 11 0,0 2-20 16,0 0-8-16,2 0-12 0,-2 0-10 0,3 0-5 15,-3 0-14-15,2-2-10 0,1 2-5 0,0 0-9 16,0-5-8-16,1 0-13 0,1-3-13 0,-1 2-5 15,-1-6-3-15,0-1 1 0,0 0 5 0,0 1 8 16,0-2 9-16,1-2 2 0,-1-2-7 0,0 0-2 16,0 0 7-16,0 0 4 0,12-9 2 0,-12 4 4 0,2-5-1 15,0-2-2-15,1-1 0 0,-1-5-1 0,-1 6 5 16,3-9 2-16,-3 2 3 0,1-6 2 16,-1 4 3-16,2 0-4 0,0 2 8 0,-2-2 4 0,4-5 5 15,-3 8 14-15,-1-2 12 0,2 4 0 0,0-2 3 16,-1 7 2-16,1-2 5 0,1 1 2 0,-4 2 4 15,2-1-1-15,0 1-3 0,-2 4 3 0,3-1 4 16,-2 2 3-16,-1 0-7 0,2 2-4 0,0-3-8 16,-2 6-3-16,4-4 0 0,-4 4-3 0,3-1-2 15,-3 1-2-15,0 0-2 0,14 3-9 0,-9-1-5 16,0 5-3-16,2-2-3 0,-3 0-6 0,6 3 1 16,-3-1-6-16,2 1 2 0,-2 0-2 0,-1 2-1 15,1-1-4-15,-1 0-6 0,-2 1 4 0,0-1-7 16,-1 2-3-16,-3-4-4 0,3 1 2 0,-6 0 3 15,3-1 5-15,0-3 7 0,-3 0-8 0,-1 1 14 16,0-1 5-16,-1-3 1 0,-1 0 1 0,-2-1 2 0,8 0 4 16,-12-2 3-16,5 0-1 0,3-2-1 0,-3 0 6 15,3-1 3-15,1 2-1 0,1-3-5 16,-1 1 3-16,3-2 9 0,4-2-5 0,-3 2-1 0,3-3-3 16,6 0-15-16,-3 1-5 0,9-4-7 0,-2 2-8 15,2-2-1-15,-1 0-4 0,1 2-9 0,6-7-10 16,-4 3-6-16,2-3-19 0,-3 4-3 0,4-6-2 15,-2 1 4-15,-5 4 14 0,1-2 2 0,-6 0 30 16,4 4 26-16,-7 1 33 0,0-1 31 0,-1 4 25 16,-2-2 20-16,-2 2 15 0,4 0 4 0,-5 3 9 15,1-1 3-15,0 3-8 0,-1-1-13 0,2 1-13 16,-2 4-13-16,0-6-17 0,0 6-1 0,0 0-5 16,0 0-3-16,0 0-6 0,-13 12-5 0,9-3-3 15,1 1-1-15,-1 3-6 0,-1 3 0 0,4 1-4 16,-2 1 1-16,2 1-3 0,1 1-4 0,0 1 2 15,0 5-8-15,0 0-2 0,4-6-7 0,2 1-3 16,5 5-2-16,-7-10 2 0,6 1-4 0,-1-2-6 0,0-3-3 16,3 0 1-16,-3-2-1 0,0-3 3 0,0 0 0 15,3-2 0-15,-1-4 2 0,-3 0 1 0,2-1 2 16,-1-2 2-16,2-2 2 0,-4-3 0 0,4 1-2 16,-3-1 0-16,-1-1 6 0,0-4 16 0,-2 3 7 15,1-2 15-15,-2 0 16 0,-3 0 18 0,2 1 12 16,-2-1 4-16,-1 2 0 0,0 0-1 0,-1 3-6 15,1 0-12-15,-3 0-11 0,0 0-8 0,3 2-7 16,-2-1-3-16,2 5 0 0,-6-3-16 0,6 3-3 16,0 0-12-16,0 0-3 0,-13 8-6 0,11-4-7 15,-2 0-7-15,3 4-13 0,-2 0-3 0,3 3-15 16,3-1-18-16,-2 0-23 0,3 0-29 0,3 1-40 16,1-1-49-16,2-2-31 0,2 1-225 0,4 1-497 0,-3-5 220 15</inkml:trace>
  <inkml:trace contextRef="#ctx0" brushRef="#br0" timeOffset="-133838.96">16453 7897 32 0,'-5'-3'238'0,"0"0"-12"0,0 2-10 0,-2 0-16 15,7 1-15-15,-9-1-15 0,0 1-17 0,9 0-17 16,-8 1-13-16,8-1-12 0,-10 1-11 0,5 1-5 15,1 3-11-15,4-3-7 0,-4 4-2 0,3-3 1 16,1 3 5-16,0 0-1 0,4 1 0 0,0 1-5 16,-3 1-7-16,6 0-7 0,0-1-7 0,-2 0-4 15,4 2-4-15,-4-2-7 0,-1 0-5 0,4-1 2 16,-4-1-8-16,-1 1-3 0,-2-2-7 0,2 0-4 16,-3-2 0-16,0 3-6 0,0-1-8 0,-3-1-14 0,-1-1-19 15,-1 1-32-15,-6 2-39 0,0-1-74 16,-4 1-275-16,0-5-490 0,-2 0 217 0</inkml:trace>
  <inkml:trace contextRef="#ctx0" brushRef="#br0" timeOffset="-127570.67">12292 8701 153 0,'3'-5'345'0,"3"0"-15"15,-5 0-19-15,3-1-20 0,-3 1-20 0,-1 1-16 16,0 4-22-16,0-6-22 0,0 6-31 0,-1-5-24 15,1 5-14-15,0 0-19 0,0 0-10 0,0 0-14 16,-18 8-7-16,13-3-13 0,-6 1-6 0,3 3-11 0,1 0-3 16,-3 3-7-16,0 1 4 0,-3 1-16 0,2 1 3 15,2 1 0-15,-1 1 1 0,2-1-2 16,-3 2-1-16,6-5-2 0,-1 4-2 0,1 0-1 0,2-1 0 16,3 1-8-16,-4-1 1 0,5-1-3 0,2-1 4 15,0 1-7-15,1-5 2 0,3 3 4 0,-3 0-4 16,8 0-5-16,-5-2 0 0,4-2 4 0,-3 0-8 15,4 0-17-15,-2-1-44 0,1-2-43 0,1 1-49 16,-1-4-61-16,4 2-68 0,-7-3-79 0,2-1-206 16,0 0-596-16,0-1 264 0</inkml:trace>
  <inkml:trace contextRef="#ctx0" brushRef="#br0" timeOffset="-127258.2">12596 8839 246 0,'0'-4'410'0,"2"0"6"15,0 1 6-15,-2-1-11 0,0 4-13 16,1-6-21-16,-1 6-36 0,2-3-35 0,-2 3-36 0,0 0-26 16,0 0-34-16,1-4-22 0,-1 4-24 0,0 0-12 15,0 0-17-15,1 11-16 0,1-3-13 0,-1 0-8 16,0 1-14-16,-1 1-5 0,4 2-9 0,-4 0-4 15,0 2-8-15,0 4-5 0,2-1-5 0,-4-3-3 16,2 4-15-16,2-2-41 0,-2 1-33 0,1-4-27 16,-1 0-35-16,0-3-21 0,1 2-32 0,1-2-24 15,-1-1-28-15,-1-2-37 0,0 1-36 0,3-4-51 16,-2 1-28-16,2-2-205 0,0-2-614 0,-3-1 271 0</inkml:trace>
  <inkml:trace contextRef="#ctx0" brushRef="#br0" timeOffset="-126961.35">12632 8780 22 0,'-4'-10'352'0,"-1"2"-2"0,1-3 5 16,0 0 8-16,2 3-3 0,-3 1-3 0,4 0-2 16,-1 3-17-16,2-1-31 0,0-2-28 0,0 2-30 15,2 1-24-15,-1-1-27 0,4 1-20 0,-1 1-19 16,2 0-17-16,1 1-16 0,0 0-18 0,0 1-18 15,0 2-14-15,-7-1-7 0,15 2-16 0,-4 1-15 16,-4-1-10-16,3 1-24 0,-5 1-7 0,3 2 9 16,-1-1-17-16,-2 3-4 0,2 1-5 0,-4-3-9 15,1 1-3-15,0 2-8 0,-3 3 15 0,-2-6-8 16,1 3-11-16,-4-3 8 0,4 3 8 0,-4 0-19 0,-3-1-8 16,0 1-6-16,-1-3-13 0,-3 2-13 0,2-2-15 15,-1 3-16-15,-2-3-20 0,0 1-9 16,-2 1-20-16,3-2-28 0,-4 3-36 0,3-3-44 0,1 1-40 15,0-2-162-15,5-1-516 0,0 1 228 0</inkml:trace>
  <inkml:trace contextRef="#ctx0" brushRef="#br0" timeOffset="-126414.53">12779 8898 150 0,'3'-4'270'0,"1"2"-15"0,-4 2-19 0,7-2-20 15,-7 2-19-15,5-1-17 0,-5 1-15 0,0 0-24 16,0 0-14-16,11 3-12 0,-11-3-9 0,6 3-14 0,-4 0-9 16,0 0-9-16,-2-3-7 0,5 8-10 0,-1-5-5 15,-1 2-4-15,-2 2-4 0,1-2-2 16,-1 0-6-16,0 2-2 0,1 0-8 0,-2-3-1 15,2 3-3-15,-2 0-2 0,0-1-1 0,-1 0-2 0,1 0-2 16,-1-2-3-16,-1 1 2 0,1-2-3 0,1-3 2 16,-1 4-1-16,-1-1 5 0,2-3-2 0,-3 4 1 15,3-4 9-15,0 0 17 0,0 0 9 0,0 0 7 16,-5-11 3-16,5 11-1 0,0-8-4 0,0 4-2 16,2-3-5-16,3 2-13 0,0-2-2 0,4-1-17 15,-1 0-6-15,4 2-10 0,0-3-10 0,-2 4-12 16,3 0-4-16,0-5-7 0,0 5 3 0,2 3-5 15,-3-2 1-15,-1 0 4 0,3 1-1 0,-3 1 2 16,-2 1 2-16,0-2 8 0,-3 1-1 0,2 1 2 16,-4-1 4-16,-4 2 6 0,9-1-3 0,-5-2 6 15,-4 3 7-15,6-1 8 0,-6 1 2 0,0 0 2 16,3-3 1-16,-3 3-2 0,0 0 0 0,0 0-5 0,0 0 0 16,0 0-6-16,0 0-2 0,0 0-3 15,0 0 2-15,0 0 1 0,0 0 2 0,0 0 0 16,0 0-3-16,0 0 1 0,-6 13 3 0,4-9-5 0,-1 0 3 15,2-1 0-15,1 4 1 0,-1-4 3 0,2 2-3 16,2 0 2-16,1 3-11 0,1-3-22 0,5 2-31 16,7 2-45-16,-6-1-44 0,7 1-33 0,5-1-27 15,-3 0-25-15,5-2-165 0,-3-1-430 0,8 0 191 16</inkml:trace>
  <inkml:trace contextRef="#ctx0" brushRef="#br0" timeOffset="-125758.34">13434 9002 21 0,'4'-4'171'0,"-3"-1"8"0,0 1 9 0,-1 0 6 15,-1-1 10-15,0-2 4 0,-3 2 2 0,-5-1-5 16,4-1 0-16,-6 1-9 0,4 2-6 0,-4-2-15 16,-1 1-10-16,4 1-11 0,-6 1-8 0,2 1-13 15,1-2-11-15,0 2 5 0,1 2-36 0,-3 0-3 16,0 6-10-16,2-4-9 0,2 0-6 0,-1 1-7 0,4 1-3 16,-2 1-8-16,0 2-6 0,1 2 0 0,2-3-10 15,-1 2-6-15,2-2 1 0,4 1-9 16,-3 0-9-16,2 0 0 0,2 1 3 0,2-2-18 0,3 1-9 15,3 1-7-15,-2-4-14 0,1 1-10 0,3-1-7 16,2-1-8-16,-3-2 3 0,6-1 1 0,-2-1-5 16,1-2 0-16,3-2 3 0,1-1 6 0,-3-1 1 15,3-2 3-15,-4-2 5 0,1-3 5 0,-2-1 11 16,2 1 14-16,-5 2 10 0,1-6 20 0,-2 0 25 16,-6 0 32-16,4 2 29 0,-1 0 32 0,-6-1 28 15,3 3 5-15,0 1 10 0,-1 1 3 0,-1 0-5 16,0 0 2-16,0 1-3 0,-2 4-5 0,1 0-10 15,-1 1-9-15,4-1-22 0,-4 3-15 0,0-1-17 16,0 5-12-16,0-5-15 0,0 5-32 0,0-4-34 16,0 4-9-16,0 0 0 0,0 0 12 0,0 0-7 15,-4 16 1-15,3-7-1 0,-1 2-1 0,1-1-6 0,0 3-6 16,1 0 0-16,-2 1-8 0,2 3-14 0,0-5-13 16,0 5-1-16,0-4-12 0,3 5 4 15,0-6-18-15,-2 0 5 0,3 1 0 0,0-4 5 0,1 1 0 16,0-5 3-16,0 5 8 0,-2-3 6 0,5-1-2 15,-4-2 13-15,5 0 1 0,-2-1 8 0,2-1 2 16,4-1 2-16,-6 1 7 0,5-5-1 0,0 1 3 16,-2-3 6-16,2 2 4 0,-1-4 1 0,-3 1 7 15,3-3 11-15,0 5 20 0,0-2 4 0,-3-2 10 16,1 2 10-16,0-2 11 0,-4 0 7 0,2 4 3 16,0-2 3-16,-3 1 3 0,1 0-1 0,-1 2-2 15,-2 0-7-15,0-1-10 0,-2 4-7 0,5-3-6 16,-5 3-9-16,2-4-10 0,-2 4-11 0,0 0-12 0,3-2-25 15,-3 2-11-15,0 0 2 0,0 0 3 16,0 0 2-16,1 11 4 0,-2-7-13 0,1 1 14 16,4 0-1-16,-3 3-8 0,1-3-11 0,-1 1-1 0,2 5-23 15,2-1-7-15,-1-2-17 0,-1-3-15 0,4 5-20 16,-2-4-30-16,3 1-43 0,2-1-49 0,-3-1-50 16,4-1-58-16,-2-3-212 0,-2 2-609 0,5-1 270 15</inkml:trace>
  <inkml:trace contextRef="#ctx0" brushRef="#br0" timeOffset="-125371.52">14164 8894 356 0,'0'-2'366'0,"0"-2"-13"0,-3-1-6 0,2 0-4 15,-3 2-22-15,-2 0-23 0,2-2-24 0,-1 3-31 16,-3-1-19-16,2 0-24 0,1 2-20 0,-5 0-19 16,2 1-17-16,8 0-16 0,-16 0-12 0,6 1-6 15,5 2-17-15,-4 0 0 0,3 2-6 0,-1-2-6 16,2 1-7-16,0 1-3 0,1 1-10 0,2 0-2 15,-1 0-3-15,3 3-2 0,-2-3-6 0,5 5-11 16,0-5-8-16,1 3-5 0,4 0-24 0,-1 0-18 16,5-1-31-16,-1-1-20 0,0 0-29 0,8-2-28 15,-3 0-23-15,-2-1-30 0,2-3-34 0,3 0-30 16,-1-2-28-16,0-1-18 0,1-2-27 0,-2-1-187 16,3-4-542-16,-3-1 239 0</inkml:trace>
  <inkml:trace contextRef="#ctx0" brushRef="#br0" timeOffset="-125137.16">14433 8693 271 0,'-3'-13'314'0,"2"3"13"16,-3 0 31-16,4 0-9 0,-1-1 1 0,-1 6-5 15,1-1-10-15,0 0-22 0,-1 3-30 0,1-1-30 16,1 4-29-16,0-6-25 0,0 6-36 0,-3-3-38 16,3 3-15-16,0 0-5 0,0 0-10 0,-4 15-10 15,4-8-13-15,0 4-6 0,0 2-4 0,0 5-5 16,-3 0-8-16,5 0-7 0,-2 3-12 0,1 0-13 15,0-2-18-15,5 9-22 0,-3-10-28 0,-1 2-26 16,1-2-18-16,2 0-15 0,-1-2-22 0,-1-3-22 16,1 0-30-16,-1 1-28 0,3-5-31 0,-2 2-24 15,-3-4-20-15,4 0-13 0,-1-1-178 0,-1-4-516 16,-2-1 228-16</inkml:trace>
  <inkml:trace contextRef="#ctx0" brushRef="#br0" timeOffset="-124590.34">14411 8872 92 0,'-2'-6'205'0,"-3"-1"9"0,1 2 15 16,-1-1 7-16,4 2 18 0,-3 0 4 0,1 2 5 0,2-2-10 16,1 4-2-16,-3-5-6 0,3 5-12 0,-3-5-18 15,3 5-8-15,0 0-26 0,0 0-21 0,4-6-22 16,-4 6-22-16,7-1-9 0,1 1-15 0,-8 0-21 16,15 3-16-16,-4-1-24 0,0 0-12 0,1 2-19 15,2-2-11-15,-2 2-16 0,2 0-13 0,-1-1-7 16,1 0-3-16,-1 1-6 0,-2 0 2 0,-2-3 2 15,-2 2 1-15,-1 0 2 0,1-1-1 0,-6-1 0 16,3 2 1-16,-4-3 3 0,6 4 3 0,-6-4 5 16,0 3 2-16,0-3 5 0,0 5 2 0,-3-1 3 15,3-4 2-15,-3 6 4 0,3-3 3 0,0-3-2 16,-1 5 4-16,-2-1 4 0,3 0 3 0,0-4-1 16,0 6 1-16,0-6 2 0,3 8 4 0,-2-6 5 0,1 3-1 15,3-3 0-15,-1 1-3 0,0-1 5 0,2-1 2 16,0 1 5-16,0-1 2 0,3-1 4 15,-2 1 1-15,-7-1-5 0,13-2 8 0,-7 0 8 0,4 1-1 16,-5-1 5-16,3 0-2 0,-1 0 3 0,3-2-4 16,-2 1-3-16,1-1 7 0,-2 1 0 0,1 1 10 15,-2 0-3-15,2-2-6 0,-4 2-4 0,0 0-2 16,3 1-7-16,-7 1 0 0,8-2-3 0,-8 2-4 16,7-1-1-16,-7 1-7 0,8 3-1 0,-8-3-4 15,5 2 4-15,-5-2-4 0,3 7 3 0,1-3-2 16,-4 1 0-16,0-2-1 0,4 3 1 0,-4-2-3 15,3-1 1-15,-3 4-4 0,1-3 0 0,-1-4 3 16,3 6 0-16,-3-5-3 0,0-1 10 0,0 0-2 16,0 7 3-16,0-7 9 0,0 0 42 0,0 0 14 15,0 0-11-15,0 0-10 0,0 0-9 0,0 0-3 16,0 0-1-16,6-14-10 0,-5 7-4 0,3 1-7 16,-3 1-16-16,2-4-14 0,0 1-14 0,1-1-24 0,0 0-28 15,-1 0-39-15,-2-2-37 0,3 0-49 0,-2-1-66 16,0-2-71-16,-2-3-173 0,-4-1-554 15,2 0 245-15</inkml:trace>
  <inkml:trace contextRef="#ctx0" brushRef="#br0" timeOffset="-124402.85">14281 8474 126 0,'-6'-2'361'0,"1"-1"-7"0,0 2-6 16,0-2-17-16,5 3-18 0,-4-3-15 0,4 3-38 15,0 0-27-15,-4-3-27 0,4 3-34 0,0 0-38 16,0 0-45-16,0 0-52 0,18 7-56 0,-9 0-71 16,1-1-70-16,1 2-81 0,2 0-218 0,3 0-497 15,-2 0 220-15</inkml:trace>
  <inkml:trace contextRef="#ctx0" brushRef="#br0" timeOffset="-123980.96">14955 8642 194 0,'0'0'453'0,"-2"-4"-10"0,2 4-22 16,0 0-39-16,-4-5-36 0,4 5-40 0,0 0-30 16,0 0-30-16,0 0-26 0,0 0-21 0,9 11-19 15,-3-5-18-15,2 4-9 0,0 0-24 0,5 4-8 16,4 1-20-16,-2 1-7 0,-4 2-7 0,2-1-11 15,1 2-7-15,-3-3-12 0,1 4-1 0,-4-4-7 16,-1 1-5-16,0-2-3 0,-2 2-8 0,-1-3-4 16,-4 1-6-16,3-2-5 0,-6 1 6 0,2-1-4 15,-3-3-4-15,-6 8-3 0,4-4-4 0,-4 0-23 16,-3 0-28-16,0-1-34 0,1-1-45 0,-3 2-27 16,-2-3-25-16,3 3-29 0,-1-1-42 0,5-5-58 15,-1 3-72-15,3-3-192 0,0 4-613 0,4-4 271 16</inkml:trace>
  <inkml:trace contextRef="#ctx0" brushRef="#br0" timeOffset="-123793.48">15272 9076 81 0,'3'-4'364'16,"-3"4"-10"-16,1-3-11 0,-1 3-28 0,3-4-35 15,-3 4-29-15,2-3-28 0,-2 3-35 0,0 0-79 16,0 0-82-16,0 0-96 0,0 0-86 0,0 0-231 16,0 0-417-16,0 0 185 0</inkml:trace>
  <inkml:trace contextRef="#ctx0" brushRef="#br0" timeOffset="-87740.27">7865 9848 168 0,'0'0'231'15,"0"0"-8"-15,0 0-9 0,0 0-14 0,0 0-8 16,0 0-3-16,0 0-13 0,0 0-4 0,0 0-9 16,0 0-5-16,0 0-9 0,0 0-9 0,0 0-8 15,0 0-5-15,0 0-9 0,0 0-5 0,0 0-2 0,0 0-10 16,0 0 3-16,0 0-16 0,0 0-1 0,0 0-12 15,3-3-5-15,-3 3-3 0,0 0-11 16,0 0-3-16,0 0-5 0,0 0-1 0,0 0-8 0,0 0-5 16,0 0-4-16,0 0-8 0,0 0 3 0,0 0-3 15,0 0-7-15,0 0-6 0,0 0-23 0,0 0-21 16,0 0-27-16,0 0-28 0,0 0-43 0,0 0-49 16,0 0-66-16,0 0-64 0,0 0-170 0,0 0-523 15,0 0 232-15</inkml:trace>
  <inkml:trace contextRef="#ctx0" brushRef="#br0" timeOffset="-85760.12">7928 9783 180 0,'0'0'241'0,"-2"-8"-9"0,2 8-10 16,0 0-10-16,0-4-8 0,0 4-11 0,0 0-11 15,0 0-12-15,0 0-18 0,0 0-17 0,3-3-15 16,-3 3-9-16,0 0-16 0,0 0-8 0,0 0-10 16,0 0-6-16,0 0-8 0,0 0-4 0,0 0-5 15,0 0-3-15,0 0-2 0,0 0 9 0,-16 8-8 0,10-6-1 16,-3-1 0-16,2-1-6 0,2 4-6 0,-4-3 2 16,0 1-3-16,-2 0 2 0,1-1-3 0,-3-1-2 15,2 0 0-15,-3 0-2 0,-1 0-6 0,0-1 3 16,1-1 3-16,0 1 7 0,-1 1-3 0,3-2-2 15,-2-2-1-15,2 3 3 0,2-2 7 0,1 0 4 16,2 2 3-16,-1 0-2 0,2-1-4 0,-2 0 3 16,4-1-3-16,4 3 3 0,0 0-4 0,-9-1-2 15,9 1-7-15,0 0-1 0,-6-1-9 0,6 1-1 16,0 0-3-16,0 0 1 0,0 0-9 0,0 0-5 16,0 0 0-16,0 0 3 0,-4 5-2 0,4-5 2 15,0 4 0-15,0-4-6 0,4 6 3 0,-4-1 0 0,1-1-3 16,2 0-1-16,-1 0 4 0,0 4-1 0,0-5 3 15,-1 2 0-15,2 2 7 0,-2-1-5 16,2-1 1-16,-3 2 6 0,0-1-1 0,5 1-3 0,-2-2-2 16,-2 1-2-16,2 1-5 0,0-1 7 0,-2 1-2 15,3-1-1-15,-1 2 8 0,0 0-13 0,1 1 7 16,-4-1-4-16,0 0 6 0,4 1-9 0,-4 2 1 16,2-2 2-16,1 4-3 0,0-1-2 0,-3-2 1 15,0 4 1-15,1-1 4 0,-1-1 2 0,0 1 2 16,-1 2-8-16,1 0-2 0,0 1 5 0,-1 3 0 15,-1-2 1-15,-1-3-1 0,1 3-4 0,2 0-2 16,-4-1 4-16,4 1-2 0,0-1-1 0,-1 1 2 0,1-4 1 16,0 5-5-16,0-5 4 0,-2 2-3 0,2-2 5 15,-1 2-3-15,2-2 2 0,1 0 3 16,-1 4-6-16,-2-1 41 0,2 2 12 0,-1-1 7 0,0 1-4 16,0-2-2-16,0 2 3 0,0 0 3 0,3-1 8 15,-6 2 3-15,3-1-1 0,-3 1-2 0,3-1-2 16,0 2-7-16,-3-2-3 0,3 0-9 0,-4 0 2 15,4-1-7-15,0 4 2 0,0-3-7 0,0 1-4 16,-1 0 0-16,1-1-4 0,-3 2-3 0,3-2-1 16,0-1 1-16,0-1-6 0,0 2 0 0,3 0-1 15,-6-4-2-15,6 2 0 0,-2-2-2 0,-2 2-2 16,2 0-1-16,-2-2-4 0,1-1 5 0,-3 2-5 16,3-2 2-16,0 1-4 0,0 2 0 0,0-3 2 15,-1 1-2-15,2-2-1 0,-2 1-1 0,1-1 2 0,-3 1-2 0,3 0 0 0,-3-1 0 16,2 2-4-16,-1-2 2 0,-3-1 0 0,4 2 0 15,-2-3 0-15,2 1 1 0,-1-1-1 0,-2 1 0 0,2 1-1 16,0-4 0-16,-1 1 0 0,2 2-1 0,0-4 0 16,-2 1-1-16,3 0 2 0,-1-2-1 0,-1 2 1 15,2-2 0-15,-1 1-3 0,1 2 11 0,-4-6-10 16,3 5 1-16,1 0-2 0,0-3 1 0,0 2-1 16,1 0 1-16,-2-1-2 0,1 2 4 0,0-2 0 15,-2 1-3-15,2 1-2 0,-1-1 5 0,2 1-3 16,-2 0 1-16,1 2 1 0,0-1 0 0,-3 1-2 15,3-1 5-15,-1 0-6 0,1-2 8 0,-3 4-7 0,3-2 3 16,-1 2-4-16,-2-1 1 0,6-1 4 16,-3 3-3-16,0-2 3 0,0 2-6 0,1-2 6 15,-2 2-3-15,1-2 0 0,1 0 0 0,-2 2 1 0,2-2-2 16,-1 0 1-16,0-2 0 0,3 4 1 0,-6-4-2 16,6 0 0-16,-6 2 2 0,3-2-1 0,0 0 0 15,0-2 1-15,0 0 0 0,0 2-3 0,0-3 4 16,3 1-2-16,-3 1 1 0,0-1 0 0,0 1-1 15,-3-2-1-15,3 0 2 0,0 0 4 0,0 0-5 16,0 1 1-16,0 1-4 0,-1-2 4 0,1 2 0 16,0-1-2-16,-3 3 3 0,6-5 2 0,-2 4-3 15,-2 0 0-15,1-1-2 0,0 4 2 0,0-1-3 16,1-1 0-16,-1 2 1 0,0-1 1 0,4 0 1 16,-4-1-1-16,0 2 0 0,0-1 1 0,0 0 1 0,3-1-3 15,-3 0 3-15,0-1-3 0,1 1 0 0,-1-4 0 16,0 1 2-16,0 2-2 0,2-3 2 0,-2-1 0 15,1 2 0-15,-1-2 0 0,0-4 2 0,0 5-2 16,0-1-1-16,0-4 2 0,-1 5 6 0,1-5-7 16,-2 4 1-16,2-4-2 0,-4 3 3 0,4-3 0 15,-4 4-3-15,4-4 0 0,-5 2 0 0,5-2 0 16,-6 2 0-16,6-2 1 0,-8 3 1 0,8-3 0 16,-4 2 4-16,4-2-5 0,-5 3-2 0,5-3-1 0,-5 1 3 15,5-1-3-15,0 0 1 0,0 0 1 16,-1 3 0-16,1-3 4 0,0 0-2 0,0 0-1 15,12 0-1-15,-1 0 9 0,4 0-11 0,5 0 6 0,5-2-5 16,3 1-7-16,9-1-22 0,-1-1-38 0,-1 1-42 16,3-1-56-16,-4 0-54 0,5-1-60 0,-6-1-89 15,0-1-102-15,-2-1-304 0,-12 1-837 0,2-2 371 16</inkml:trace>
  <inkml:trace contextRef="#ctx0" brushRef="#br0" timeOffset="-84963.32">6048 10846 290 0,'3'-3'328'0,"-3"3"-6"15,4-4-7-15,-4 4-24 0,1-5-19 0,-1 5-23 16,3-5-24-16,-3 5-17 0,0 0-16 0,-11-4-12 16,3 4-9-16,0 0 0 0,-6 0-17 0,-1 1-16 15,4-1 5-15,-11 0-13 0,-8 3-7 0,10-1-16 16,-3 2-4-16,1 3 10 0,1-3-23 0,-1 1-4 15,1-2-10-15,6 2-6 0,4 0-7 0,-2-2-11 0,6 1-9 16,-1 0 2-16,5 1-10 0,3 0 3 16,3 0 1-16,5 3-8 0,10 2-3 0,13 0-2 0,3 1 0 15,7-4-3-15,13 5-7 0,-10-6-9 0,10 6-6 16,-1-6-9-16,-11 2-4 0,2-3-5 0,-5-1-11 16,0-3-6-16,-1 0-3 0,-6 4 1 0,-2-4 0 15,-8-1-3-15,-9 0 10 0,0 0 4 0,-5-1-4 16,0-1 5-16,-4-1 7 0,0 0-6 0,-4-2 2 15,-4-3 8-15,-5 0-1 0,-6-4-1 0,-3 1-1 16,-5-3 7-16,-5-2 4 0,0 0-10 0,-2 3 10 16,0-1 6-16,0-2-6 0,2 5-3 0,2-2 6 0,6 6-7 15,3-2 6-15,4 4 0 0,2 1-1 16,0-3-12-16,1 2-23 0,4 1-25 0,1 3-18 0,1-1-25 16,4 2-31-16,-4-4-30 0,4 4-25 0,0 0-17 15,0 0-31-15,14-6-25 0,-9 4-23 0,2 1-156 16,-3-3-482-16,3 1 214 0</inkml:trace>
  <inkml:trace contextRef="#ctx0" brushRef="#br0" timeOffset="-84744.59">6086 10602 199 0,'-1'-3'273'0,"1"-2"-1"0,0 5-14 0,-2-3-23 16,2 3-25-16,0 0-23 0,0 0-8 0,0 0 21 0,0 0 8 15,7 19 4-15,-3-9-16 0,2 9 2 16,-2 0-10-16,0-1-13 0,0 12-12 0,1 2-12 0,-3 0-19 15,-1 3-13-15,0-3-14 0,1 1-5 0,-2 0-15 16,-2 0-5-16,2 1-7 0,-1-1-13 0,-2-4-5 16,-2 1-13-16,4-8-32 0,-2-2-34 0,-1 2-25 15,0-5-34-15,-2-1-38 0,1-4-45 0,3-1-49 16,0-6-46-16,0 0-65 0,0-1-194 0,2-4-564 16,0 0 250-16</inkml:trace>
  <inkml:trace contextRef="#ctx0" brushRef="#br0" timeOffset="-84416.49">6478 10734 199 0,'0'-4'344'16,"0"4"-4"-16,4-4-9 0,-4 4-1 0,2-3 2 16,1 0-30-16,-3 3-25 0,0 0-27 0,0 0-27 15,0-4-18-15,0 4-17 0,0 0 9 0,0 0-4 16,-5 14-7-16,1-6-9 0,1 2-13 0,-2 0-19 16,2 3-9-16,0 5-14 0,-1-2-13 0,0 3-5 15,1-1-14-15,-1-1-7 0,4 1-8 0,0 1-5 0,-1 1-8 16,6-2-6-16,-2 0 4 0,1-2-16 0,3 1-10 15,0-5-44-15,0 0-43 0,1-1-37 0,1-4-37 16,2-1-37-16,1 1-42 0,1-3-39 0,0-2-42 16,-2-2-48-16,0-1-35 0,4-2-221 0,-4-3-639 15,2 0 284-15</inkml:trace>
  <inkml:trace contextRef="#ctx0" brushRef="#br0" timeOffset="-84197.77">6844 10805 96 0,'1'-6'312'16,"-1"6"-13"-16,1-4-24 0,-1 4-26 0,0 0-23 0,0 0-2 16,0 0 11-16,0 0-7 0,0 0-18 0,-11 13-16 15,5-8-13-15,-4 3-16 0,5 0-17 16,-3 0-9-16,-2 2-19 0,-2-2-8 0,0 6-10 0,-2-3-11 16,3-2-7-16,-3 3-10 0,2-1-22 0,-1 1-21 15,2-2-36-15,0 0-36 0,1-2-30 0,5 1-38 16,-6 0-45-16,6-6-48 0,-1 0-46 0,2 2-49 15,0-1-157-15,-1-1-491 0,5-3 218 0</inkml:trace>
  <inkml:trace contextRef="#ctx0" brushRef="#br0" timeOffset="-84010.28">6690 10844 197 0,'0'-4'330'0,"3"0"-2"0,-3 4-9 0,1-5-24 16,-1 5-29-16,3-1-30 0,-3 1-23 0,0 0-1 15,0 0-7-15,9 6-18 0,-6 0-20 0,1 0-14 0,0 0-13 16,3 4-7-16,1-2-20 0,0 2-7 0,-1 1-28 16,0-1-40-16,1 0-46 0,0 2-42 0,2-2-47 15,5 3-61-15,-6-4-57 0,2 0-62 0,1-3-209 16,1 3-525-16,0-4 232 0</inkml:trace>
  <inkml:trace contextRef="#ctx0" brushRef="#br0" timeOffset="-83744.68">6978 10770 45 0,'-1'-5'352'0,"-3"2"-9"16,4 3-21-16,0-5-20 0,0 5-33 0,0 0-24 16,0 0-7-16,0 0 8 0,0 0-4 0,0 0-31 15,16 13-14-15,-13-8-13 0,4 1-19 0,-3 5-15 16,0 0-15-16,0-1-7 0,0 3-17 0,-1-2-10 15,-2 3-15-15,3 2-5 0,-4-3-5 0,0 0-13 16,0 5-5-16,-1-5-1 0,-1 0-10 0,1 0-4 16,-3 2-22-16,1-4-24 0,-1 2-19 0,0-3-17 15,2-1-30-15,-1-2-15 0,-1 0-34 0,1 0-37 16,0-3-36-16,2 0-42 0,1-4-54 0,-3 5-267 16,3-5-598-16,0 0 265 0</inkml:trace>
  <inkml:trace contextRef="#ctx0" brushRef="#br0" timeOffset="-83525.95">7207 10839 98 0,'-3'-3'420'15,"3"3"-6"-15,0 0-7 0,3-6-14 0,-3 6-25 16,0 0-35-16,0 0-28 0,1-5-33 0,-1 5-27 15,0 0-26-15,15 3-24 0,-15-3-19 0,12 2-26 16,-5-2-33-16,1 5-54 0,-1-4-51 0,4 2-60 16,-4 0-48-16,1 1-65 0,0-2-64 0,2 2-65 0,-5-1-272 15,2 1-607-15,-5-1 269 0</inkml:trace>
  <inkml:trace contextRef="#ctx0" brushRef="#br0" timeOffset="-83354.09">7203 10950 178 0,'-3'4'297'0,"3"-4"2"0,0 4 2 16,0-4-1-16,0 0 0 0,8 8-30 0,-4-6-28 15,3 0-20-15,2-1-24 0,1-1-21 0,2 1-19 16,3 0-17-16,-1 1-47 0,2-1-63 0,-2 0-71 16,-1-1-76-16,2-1-89 0,0 1-270 0,-4-3-514 15,4 2 227-15</inkml:trace>
  <inkml:trace contextRef="#ctx0" brushRef="#br0" timeOffset="-81180.99">8288 10083 201 0,'0'0'345'0,"0"0"2"0,0 0-13 0,0 0-6 16,-4 3-5-16,4-3-12 0,0 0-6 0,0 0-11 15,0 0-11-15,0 0-9 0,0 0-17 0,0 0-16 16,0 0-16-16,0 0-14 0,0 0-19 0,0 0-20 0,11 4-18 16,-11-4-13-16,13 0-17 0,-3 0-10 0,5 1-16 15,-3-2-6-15,2 2-4 0,2-1-26 16,-2 0-48-16,1 0-51 0,0 0-47 0,4 0-52 0,-7-1-42 15,1 1-46-15,1-3-54 0,-3 3-67 0,0-2-60 16,-4 2-236-16,1-2-694 0,-1 0 307 0</inkml:trace>
  <inkml:trace contextRef="#ctx0" brushRef="#br0" timeOffset="-80946.64">8684 9981 217 0,'3'-1'343'0,"-3"1"-8"16,2-6-13-16,-2 6-22 0,3-3-28 16,-3 3-23-16,0 0-32 0,4-2-21 0,-4 2-19 0,0 0-9 15,2 11-12-15,-1-5-3 0,-1 1-20 0,2 3-10 16,0 2-13-16,-2-1-7 0,1 1-11 0,2 2-13 16,-3-2-4-16,-3 6-3 0,3-1-9 0,3-4-6 15,-6 1-40-15,6 0-42 0,-3-4-38 0,-3 4-35 16,3-1-24-16,0-4-65 0,3 1-57 0,-3-2-72 15,0 0-180-15,4-2-537 0,-3-2 238 0</inkml:trace>
  <inkml:trace contextRef="#ctx0" brushRef="#br0" timeOffset="-80618.55">8908 10106 69 0,'-2'-7'327'0,"2"7"-9"16,0-5-19-16,0 5-20 0,0 0-20 0,0 0-28 16,-2-4-26-16,2 4-14 0,0 0-21 0,0 0-20 15,0 0-12-15,0 0-18 0,0 0-10 0,0 0-9 16,0 0-13-16,0 0-7 0,-4 11-5 0,4-11-11 16,0 0-3-16,3 8-5 0,-3-8-9 0,1 3 1 15,-1-3-7-15,4 1 0 0,-4-1-5 0,0 0-3 16,0 0-2-16,0 0-7 0,15-4 3 0,-15 1-3 15,3 0-6-15,0-1 0 0,-1-1-3 0,-2 5 2 16,2-8-5-16,-4 4-1 0,1-1-2 0,1 5-2 0,-4-7-3 16,1 1 1-16,-1 5-5 0,-2-2-1 0,1 0-9 15,0 2-35-15,-1-2-41 0,0 2-50 16,6 1-50-16,-12 0-66 0,6-1-62 0,6 1-165 0,0 0-516 16,-11 3 228-16</inkml:trace>
  <inkml:trace contextRef="#ctx0" brushRef="#br0" timeOffset="-80189.96">9089 9985 267 0,'0'0'288'0,"0"0"-16"0,0 0-13 15,3-4-5-15,-3 4-11 0,0 0-13 0,18 8-16 0,-12-5-10 16,3-1-15-16,1 3-11 0,-1-1-10 0,-3 1-18 16,4 0-11-16,-1 0-22 0,0 0-1 0,0 0-14 15,-2 1-14-15,-2-1-10 0,2 0-3 0,-4 0-12 16,1 2-4-16,0-3-1 0,-4 1-10 0,3 2-4 16,-3-1 0-16,-3 2-4 0,-1 0-2 0,0-1-3 15,-3 3 2-15,0-4 9 0,-1 3-5 0,0-1 16 16,-2 0 4-16,1-1-5 0,-1-1 2 0,2 1 5 15,-1 1 5-15,-1-2-10 0,5-1 5 0,-2-2-12 16,1 2-1-16,4-1-4 0,-5 1 4 0,7-3 2 16,-4 2 3-16,4-4 3 0,4 7-1 0,0-5-5 15,3-1-7-15,1 3-3 0,4-2-4 0,3 1-5 0,-1-2-6 16,5 2 0-16,0 0-9 0,0-2-9 0,0 1-24 16,0 0-32-16,0-2-39 0,-5 1-25 0,1-2-35 15,-6 1-38-15,6 0-42 0,-7 0-48 0,2-2-53 16,1 0-49-16,-6 0-222 0,-1-2-647 0,-4 4 285 15</inkml:trace>
  <inkml:trace contextRef="#ctx0" brushRef="#br0" timeOffset="-77324.26">8688 10650 133 0,'-4'-2'306'0,"4"2"-13"0,-7-3-19 15,4 0-19-15,-5 0-14 0,4 1-15 0,4 2-10 16,0 0-5-16,-15 3-18 0,8-1-10 0,-2 1-8 16,2 0-12-16,-1 2-17 0,-3 3-8 0,3-1-4 15,-2 0-19-15,5 1-7 0,-3 1-12 0,1-2-15 16,4 3-2-16,0-3-9 0,2 3-7 0,0-1-1 16,-3 2-11-16,2-3 2 0,4 0-8 0,0 0-4 15,1-3 0-15,0 1-13 0,1 1 2 0,3-3 1 0,1-2-1 16,-3 1-7-16,8-2 4 0,-4-1-9 0,2-3 4 15,-1 0 3-15,2 0-8 0,-3-5-2 0,2-2-5 16,-3 0 4-16,0-2-3 0,-1 2-6 0,0-1 5 16,4-5-3-16,-7 4 0 0,0 1 0 0,0 0 10 15,-2 1-8-15,-2-1 1 0,-3 1 4 0,3 0-9 16,-2 2 7-16,1 3-4 0,-3-3-6 0,0 4 1 16,-3 2 1-16,0-3-3 0,1 3-18 0,-7 2-30 15,5 2-29-15,0 0-28 0,1 1-29 0,-2 2-39 0,2-1-42 16,1 4-32-16,1-2-39 0,2 0-45 15,2 1-169-15,1-2-540 0,0 2 240 0</inkml:trace>
  <inkml:trace contextRef="#ctx0" brushRef="#br0" timeOffset="-76980.54">8888 10730 216 0,'0'0'306'0,"0"0"-15"0,0 0-16 0,0 0-22 16,0 0-15-16,0 0-16 0,0 0-19 0,0 0-15 16,0 0-18-16,0 0-17 0,0 0-19 15,-14 8-10-15,14-8-13 0,-1 5-7 0,1-5-12 0,0 5-4 16,0-5-13-16,0 5-4 0,1-1-11 0,1 0-7 16,1-1 3-16,1-1-4 0,-1 2-4 0,-3-4-6 15,7 0-3-15,-7 0 0 0,7 0-9 0,-7 0-1 16,8-4-4-16,-3 3-1 0,-5 1-2 0,6-6 8 15,-2 4 9-15,-2-2 5 0,-2-1-3 0,1 0 6 16,-1 5-4-16,0-8-5 0,-1 6-6 0,1-5-4 16,-2 4-1-16,-1-3-7 0,2 2-3 0,-4 2 0 15,5 2-5-15,-6-6-22 0,4 5-33 0,2 1-39 0,-7-4-36 16,7 4-34-16,0 0-45 0,0 0-40 16,-8 5-49-16,5-1-239 0,3-4-567 0,0 0 252 0</inkml:trace>
  <inkml:trace contextRef="#ctx0" brushRef="#br0" timeOffset="-76588.42">9208 10643 114 0,'0'-8'339'0,"0"8"-7"0,0-6-7 0,0 4-12 16,0 2-7-16,0-7-12 0,0 7-9 0,0 0-32 15,-5-5-23-15,5 5-20 0,-4-1-18 0,4 1-4 16,0 0-11-16,0 0-11 0,-17 7-8 0,10-1-3 16,0-1 0-16,-4 2-7 0,3 1-6 0,0-2 1 15,-3 3-16-15,2 2-15 0,-1-3-7 0,3 3-9 16,-5 3-9-16,5-4-8 0,0 0-8 0,3 3-6 16,-2 1-7-16,1-1-2 0,5 0-5 0,-1 1-5 15,5-1-5-15,-1-1-3 0,4 0-2 0,-1 1 2 0,1-3-9 16,0 1-1-16,5-3-6 0,-1 0-6 0,0 1-3 15,1-3-13-15,-1-2-6 0,1-1 2 0,-1 1-4 16,2-4 1-16,-3 0 0 0,-3 0 1 0,0-4 1 16,0 1-2-16,1-1-2 0,-4 0 6 0,0-2-5 15,-4-1 1-15,1-1 1 0,-2 0 0 0,0-1-1 16,-3 0 3-16,-2-1-1 0,-2 1-4 0,-1-1 3 16,0 5 0-16,-3-2-4 0,1-1-28 0,0 3-54 15,-1 4-45-15,0-3-52 0,0 2-55 0,-1 2-62 16,1-2-82-16,-3 6-331 0,4-2-778 0,-4 0 345 15</inkml:trace>
  <inkml:trace contextRef="#ctx0" brushRef="#br0" timeOffset="-73738.06">8847 11186 272 0,'0'0'305'0,"0"0"-19"0,0 0-15 16,0 0-16-16,8-6-13 0,-8 6-11 0,0 0-19 0,7-3-13 15,-7 3-12-15,4-5-4 0,0 4-18 0,-4 1-9 16,6-4-7-16,-3 1-10 0,1 1-13 0,1-2-6 16,-2 0-17-16,-1 0-9 0,2 2-16 0,-1-3 3 15,3-1-7-15,-4 2-3 0,1 1-7 0,0-1 9 16,2-2-15-16,-1 0-7 0,-1 2-4 0,0-1-6 15,1 2-2-15,-3-2 1 0,2 2-6 0,1 0-5 16,-4-1 2-16,0 4-8 0,3-5-2 0,1 3-2 16,-4 2-4-16,4-3-1 0,-4 3-6 0,1-4 4 15,-1 4-5-15,0 0 2 0,0 0-12 0,0 0-1 0,0 0 9 16,0 0-4-16,0 0-4 0,0 0 8 0,0 13-5 16,0-8-1-1,0 0 1-15,-4 3 4 0,3-2 0 0,-2 4-4 0,2 0-1 16,-2 0 3-16,3 0-4 0,-3 3 4 15,2-2 0-15,1 0 3 0,-3 0-2 0,3 1-8 0,-1-2 0 0,1 0 2 16,0 1 3-16,0 0-2 0,0-1 2 0,1-2-8 16,-1-2-1-16,0 5-7 0,0-4-3 0,0 0-2 15,0-1 3-15,0-1 9 0,0-1-9 0,-1 0 5 16,1 1-2-16,-2-1 3 0,2-4 0 0,2 4 1 16,-2-4 5-16,0 0-4 0,0 0 7 0,-2 5-4 15,2-5 5-15,0 0-4 0,0 0 6 0,0 0-6 16,0 0-2-16,0 0 1 0,-17-7 3 0,17 7-1 15,-6-2 0-15,6 2-1 0,-8-1-1 0,4-2 2 16,4 3 2-16,-8-2 1 0,3-1 1 0,-1 2-5 0,6 1 3 16,-11 0 1-16,11 0 1 0,-10 0-2 0,10 0 8 15,-9 0-4-15,9 0-3 0,-8 0 2 0,8 0-7 16,-7 1 8-16,3 3 0 0,4-4-6 0,0 0 2 16,-8 2-1-16,5 1 3 0,3-3-1 0,0 0 0 15,0 0 1-15,0 0 3 0,3 5 3 0,-3-5-4 16,8 5 10-16,-4-3-10 0,6-1 6 0,-5 0-5 15,4 2 3-15,1-2-5 0,1 0 6 0,1 0-4 16,-1-1-1-16,2 3 2 0,-1-3-7 0,-3 2 8 16,2-1 1-16,-3-1-5 0,-2 2-3 0,-1-2 6 15,2 2-1-15,-7-2-9 0,9 0-22 0,-9 0-27 16,7 1-23-16,-7-1-44 0,0 0-46 0,4 1-49 0,-4-1-50 16,0 0-58-16,0 0-192 0,0 0-562 15,0 0 249-15</inkml:trace>
  <inkml:trace contextRef="#ctx0" brushRef="#br0" timeOffset="-65624.56">8855 11727 12 0,'0'0'256'15,"7"-10"-10"-15,-7 10-15 0,4-2-13 0,-4 2-10 16,4-4-17-16,-4 4-7 0,3-3-5 0,0 1-7 16,-3 2-12-16,5-3-16 0,-2 1-5 0,-3 2-3 15,7-5-6-15,-5 4-8 0,1-4-7 0,1 4-2 16,-1-3-8-16,0 1-2 0,-1-1-5 0,3 0 0 0,-4 0-12 15,4 0-4-15,-4-1-6 0,4-1-2 16,-4 1 5-16,2 3-10 0,1-4-13 0,-3 1 4 0,2 1-4 16,-2 1-5-16,2-3-12 0,-2 2 1 0,1 0-12 15,2 2 8-15,-4 2-7 0,4-6-3 0,-3 4-2 16,-1 2-4-16,0-5 0 0,0 5-4 0,0 0-1 16,0 0-5-16,0 0-7 0,0 0-3 0,0 0 5 15,0 0 2-15,6 9-7 0,-6-5 8 0,0 2-3 16,0 2-1-16,0-5-4 0,0 5 2 0,-2 2 1 15,2 1 0-15,0-1 0 0,0 0-1 0,0 0 2 16,-3 2-2-16,2 1 5 0,1-6-11 0,-4 5 10 0,3-1-1 16,-2 0-6-16,0-1 3 0,2 0-4 0,1-1 2 15,-3-2-3-15,2 0 2 0,1 2 2 16,0-2 0-16,-3 0 1 0,2-2-2 0,1 0-2 0,-2 0 0 16,2 0 1-16,-1-2 1 0,1-3 4 0,0 6-2 15,0-6 3-15,-1 4-4 0,1-4 6 0,0 0-6 16,0 0-1-16,0 0-1 0,0 0-6 0,0 0 7 15,0 0 5-15,0 0-8 0,0 0 3 0,0 0-1 16,-9-10 1-16,9 10-5 0,-6-3 1 0,6 3-5 16,-3-7 8-16,3 7-4 0,-4-2 0 0,4 2 4 15,-7-3-1-15,7 3 3 0,-7 0-8 0,7 0 1 16,-9 0 5-16,9 0 0 0,0 0 2 0,-10 0-7 0,10 0 5 16,0 0-6-16,-8 0 7 0,8 0-2 15,0 0 5-15,-1 4-3 0,1-4 2 0,0 0 2 0,0 6-1 16,0-6 9-16,9 4-9 0,-2-2 2 0,4 1-2 15,0 0 2-15,5 2 0 0,-4-3-4 0,2 1-2 16,1-1 4-16,5 1-2 0,-6-1 1 0,1 0 2 16,-3 1-3-16,1-2-4 0,-3 0-18 0,-2 0-19 15,-2 1-19-15,-1-2-23 0,1 1-23 0,-6-1-29 16,0 0-35-16,0 0-40 0,0 0-47 0,0 0-36 16,0 0-217-16,-19-6-550 0,7 5 244 0</inkml:trace>
  <inkml:trace contextRef="#ctx0" brushRef="#br0" timeOffset="-64471.8">7575 12018 64 0,'3'-6'227'0,"-6"4"-6"15,3 2-4-15,0 0-6 0,3-6-3 0,-3 6-12 16,2-4-3-16,-1 1-3 0,-1 3-9 0,0 0-7 15,4-3-15-15,-4 3-14 0,0 0-15 0,0 0-15 0,0 0-12 16,0 0-13-16,0 0-6 0,0 0-8 0,0 0-6 16,9 9-11-16,-6-4-4 0,-3 0-4 15,0 3-6-15,0 1 2 0,-3 1-11 0,3 0-2 0,-1 2-6 16,1 2-5-16,-4-3 3 0,0 6-4 0,3 0 0 16,-2-1 2-16,0 2-8 0,3-3-2 0,0-2 0 15,0 4-3-15,0 0-2 0,0-1 0 0,-3-3-2 16,3 0 0-16,0 0-2 0,0-3 2 0,3 2 1 15,-3 1 0-15,2-3-1 0,0 1-1 0,-2-4-4 16,3 2 5-16,-2 1-3 0,2-2 5 0,-3-1-8 16,0-1 3-16,4 1-3 0,-4-1 1 0,1-1-4 15,2 2 1-15,-3-2 2 0,0 1 0 0,0 1 1 0,1-1-3 16,-1-2 3-16,0 0-3 0,3 0-1 16,-3 2 6-16,0-6-1 0,0 8-2 0,-3-3 7 15,6-1-8-15,-3-1 1 0,0-3 6 0,-3 8-9 0,2-3 4 16,2 0-4-16,-1-5 2 0,-1 8 3 0,1-8-3 15,1 5-8-15,-1-1 9 0,3-2-2 0,-3-2-2 16,2 7 5-16,-1-3-2 0,3-2 3 0,0 1-3 16,2-2 2-16,3 3-2 0,1-3 3 0,2 2-5 15,4 1 4-15,9-2 0 0,-5 0-3 0,10 3 3 16,0-3-2-16,0 1-1 0,1-2 3 0,1 3-14 16,-1-3-31-16,-10 3-32 0,4-3-46 0,-2 1-54 15,7-1-55-15,-7 1-280 0,-4-3-551 0,-4 1 244 16</inkml:trace>
  <inkml:trace contextRef="#ctx0" brushRef="#br0" timeOffset="-61159.87">8980 12253 67 0,'-2'-4'282'0,"2"4"-10"16,0 0-23-16,0 0-23 0,0 0-11 0,0 0 8 15,0 0 1-15,-13 7-11 0,9-3-16 0,0-1-11 16,0 1-10-16,-1 1-12 0,-1 0-16 0,2 0-10 16,0 2-1-16,0-2-14 0,0 1-13 0,1 1-9 15,0-1-13-15,-3 1-6 0,5 1-13 0,-1-3 1 0,2 3-10 16,0-3-12-16,2 1 1 0,-1 2-2 15,4 0-8-15,-1-2-2 0,3 0-3 0,0 0-4 16,4-1-7-16,-2-1 2 0,2-2-6 0,1-1-3 0,-1 1-8 16,2-2-2-16,-1-3 2 0,0 2-1 0,0-4 2 15,-1 2 0-15,0-2-7 0,-2-1 3 0,-2-1-2 16,2-2 4-16,-4-2 3 0,-1 2-6 0,3-1 7 16,-6-4 12-16,-1 2 0 0,-1 1 10 0,-6-2 4 15,3 1 16-15,0 1-1 0,-2-1 3 0,0 2-6 16,-1-1-7-16,-1 3-3 0,1-1-12 0,-3 1 0 15,4 0-2-15,-3 5-3 0,4 0-4 0,2 0-15 16,-2-1-42-16,1 1-45 0,4 3-44 0,0 0-55 0,0 0-52 16,0 0-63-16,0 0-79 0,0 0-200 15,0 0-625-15,0 0 277 0</inkml:trace>
  <inkml:trace contextRef="#ctx0" brushRef="#br0" timeOffset="-58660.15">9639 9549 112 0,'-3'-1'227'0,"3"1"-14"0,-3-6-14 0,3 6 0 16,-4-4-11-16,4 4-4 0,-3-1-8 0,3 1-9 16,0 0-13-16,0 0-7 0,-5-3-12 0,5 3-13 0,0 0-9 15,0 0-11-15,0 0-13 0,0 0-6 0,0 0-9 16,0 0-4-16,0 0-8 0,0 0-6 15,0 0-1-15,0 0-1 0,18 7-10 0,-13-5-4 0,1 1-5 16,2-1-2-16,-3-1-2 0,2 3 0 0,4-1-5 16,1 1-1-16,-4 0-7 0,3-1 1 0,0 1-2 15,0 2 0-15,0-3-3 0,0 1 3 0,-2 1-5 16,-2-2-4-16,1-1 0 0,0 2 0 0,-2-1 0 16,-1-1 0-16,1 1-4 0,-1-1 0 0,0 0 0 15,-5-2 0-15,6 3-1 0,-3-1-2 0,-3-2 0 16,0 0 1-16,4 3 1 0,-4-3-5 0,4 3 4 15,-4-3 0-15,0 0-4 0,0 0 2 0,0 0 1 0,0 0 7 16,0 4-9-16,0-4-1 0,0 0 2 16,-4 4 0-16,4-4 0 0,-4 8 0 0,-2-4 5 15,6 1-4-15,-3-2-1 0,1 5 6 0,-1 0-2 0,-2-1-1 16,1 3 3-16,0-2 3 0,1 3-4 0,-1 2 4 16,1-2 2-16,-1 4-4 0,1 0 7 0,-2 1 16 15,2-1 7-15,-1 2-3 0,0 1-4 0,1 0 0 16,2 0-5-16,-2 1-5 0,0 1 3 0,0 5-2 15,2-2-5-15,0-3 4 0,-3 8-5 0,3-2-5 16,-1-5 7-16,1 5 0 0,1-5 1 0,-2 5 9 16,0 2 8-16,4-3-7 0,-2-3-2 0,-2-2 2 15,2 8-4-15,0-9-2 0,-2 1 0 0,2 8-4 16,0-7 0-16,-1-1-1 0,1 1-10 0,0-1 6 16,0-1-1-16,-3-1-1 0,3 3 0 0,0-2-4 15,0-2-3-15,-1 0 3 0,1-1-1 0,-3-1 5 16,3-3-6-16,-1 0 4 0,1 0 1 0,-2 0 0 0,1 2-5 15,-2-3 4-15,3 2 6 0,-5 2 14 0,5-5-3 16,-3 3 1-16,3-2-6 0,-2 1-5 16,-1-1 7-16,1 0-6 0,0-2-7 0,0 2 5 0,2 0-5 15,-2 2 6-15,0-1 2 0,2 2-10 0,0-3 5 16,-1 2-4-16,-2 1 4 0,3-2-11 0,0 1 0 16,-1 3 12-16,-2-3-7 0,2 0 0 0,-2 0-9 15,0-1 4-15,3 1 1 0,-1 3 1 0,1-5-6 16,-3 3 8-16,2-4-3 0,-2 3-4 0,3 0 5 15,-3-2 1-15,1 2-7 0,0-1 0 0,-1-1-1 16,2 1 7-16,-3-1-6 0,3 2 4 0,-5-1 1 16,5 0-4-16,0 1 2 0,-3 0 1 0,2 1-1 0,2 0 2 15,-4-1 2-15,3-1-4 0,-2 5-4 0,0-5 12 16,2 1-7-16,-1 1 1 0,1-1-2 16,-2-1-2-16,2 1 14 0,-6 3 2 0,3-4 4 0,2 4-8 15,0-3 0-15,-1-2 2 0,-1 3 8 0,2-1-12 16,-1 1 4-16,0 3-3 0,-1-7-4 0,0 3 5 15,0 0-1-15,0 0 0 0,1 2-4 0,-2-2-3 16,-1-4-1-16,1 3 1 0,1-1-3 0,0 0 5 16,1 1-5-16,0 2 7 0,-1-3-3 0,1-3 1 15,2 1-2-15,-2 3 4 0,3-2-6 0,-4 0 3 16,3 1-3-16,-2 0-2 0,2-2 4 0,-2 0 0 16,3 0-3-16,0-1-1 0,0 3 2 0,-3-6-2 0,6 5 8 15,-3-1-11-15,-3-1 1 0,3-1 1 0,0 0 5 16,-1 4-3-16,1-3 6 0,-1-1-7 15,1 1 6-15,-3 0-5 0,3-1-4 0,0-1 8 0,0 2 0 16,0-2-7-16,-1 2 3 0,-1 0-3 0,2-2 2 16,-1 1 4-16,1 1 4 0,-2 1-3 0,1-3-7 15,-2 4 1-15,3-3 2 0,-5 0 4 0,5 0-7 16,-1 1 3-16,-2-2-5 0,2 2 7 0,-1 0 1 16,0-1-2-16,0 1-2 0,-1-1 5 0,2 1-4 15,-2 0 3-15,3 0-7 0,-1-1 4 0,0 0 2 16,-1 2 1-16,1-1-3 0,-2-1 0 0,2 1 0 15,-1 0 2-15,-2 0-1 0,3 1 2 0,1-2-2 0,-1 0 1 16,1 2 1-16,-3-3-6 0,3 4 6 0,-1-2-4 16,-2-2 0-16,1 1 1 0,1-1-1 15,-2 1 0-15,2 0 6 0,1 1-4 0,-3-2-1 0,2 3 0 16,-2-3-1-16,0 1 0 0,0-1 0 0,1 1-3 16,2 0 3-16,-3-1-2 0,2 0 1 0,-2 3 4 15,2-4-2-15,1 4-1 0,0-1 6 0,-3-2-7 16,3 1-3-16,0 0 6 0,3-1 0 0,-3 2 0 15,0-1-1-15,0-1-3 0,-3 1 3 0,3 4 7 16,0-6-10-16,0 1 5 0,0 1-1 0,-1-1-5 16,1-1 1-16,-2 2 0 0,2-2-1 0,0 1 2 15,-1 2 5-15,1-4-1 0,-1 1-3 0,1-2 3 0,-2 7 1 16,2-8-8-16,-1 2 5 0,0 2-1 16,-1 0-4-16,2-4 4 0,0 4 2 0,0-2 0 15,0-4-1-15,0 8-2 0,0-3 4 0,0-1-3 0,2 0-2 16,-1 1 3-16,-1 0-3 0,3-1 5 0,-3 0-4 15,2 1 2-15,0 0 3 0,-1-1-3 0,2 0 0 16,-2 1-2-16,2-1 0 0,-2 1 3 0,2-1-4 16,-1 2 5-16,0-2-2 0,-2-4 0 0,0 8 3 15,-2-6-6-15,2-2-3 0,0 5 5 0,0-5 1 16,2 6 3-16,-2-6-4 0,0 3-1 0,0-3 0 16,0 5-5-16,0-5 8 0,0 4 6 0,0-4-8 15,0 0 1-15,1 4-1 0,-1-4-2 0,0 7 0 0,0-7 3 16,0 0-2-16,3 3 7 0,-3-3-6 15,0 4 2-15,0-4 1 0,0 5-1 0,0-5 0 16,0 0 10-16,4 3-12 0,-4-3 2 0,0 0 1 0,3 4 1 16,-3-4-2-16,0 2-4 0,0-2 4 0,1 4-2 15,-1-4 2-15,3 5 0 0,-3-5-1 0,3 2-3 16,0 2 3-16,-3-4-5 0,0 0 7 0,1 3 1 16,-1-3-3-16,0 0 1 0,0 5-1 0,0-5 1 15,0 0 2-15,0 0 2 0,0 0 3 0,0 0 2 16,0 0-5-16,-11 3 10 0,4-3 4 0,7 0 2 15,-16-2-4-15,6-1 2 0,-3 1-2 0,-2 1-5 16,-6-1 4-16,1-3-3 0,-3 2-12 0,-2 0-40 16,4-1-54-16,-5 2-72 0,-2 2-84 0,8-2-120 15,-3 0-323-15,4 4-749 0,4-2 332 0</inkml:trace>
  <inkml:trace contextRef="#ctx0" brushRef="#br0" timeOffset="-53306.89">6785 10157 211 0,'0'0'270'0,"-1"-5"-22"16,1 5-27-16,0 0-18 0,0 0-15 0,0 0 6 16,0 0-1-16,0 0-14 0,-17 10-8 0,16-5-13 15,-3 1-7-15,-3 3 8 0,5 2-3 0,-4-2-6 16,2 3-1-16,0-1-14 0,-3 2-9 0,3 3-12 15,0-1 0-15,0 2 0 0,-2-1-9 0,5 1-7 16,-3-6-9-16,1 7-1 0,-2-4-12 0,-2-1-6 16,3 1-13-16,0-2 1 0,-2 0-8 0,1 4 2 0,1-7-11 15,-3 4-3-15,3 0-4 0,-1-3-3 0,0 3-3 16,1-2-3-16,3 0-2 0,-2-2-4 0,3-1 4 16,-1-1-4-16,-4-1-7 0,5 0 5 0,0 1-7 15,0-2-1-15,0 0 0 0,0 1-12 0,2-3-31 16,1 1-27-16,-2-1-34 0,-1-3-27 0,4 5-38 15,0-4-34-15,-4-1-46 0,0 0-35 0,12-1-39 16,-12 1-218-16,9-4-575 0,-5 0 255 0</inkml:trace>
  <inkml:trace contextRef="#ctx0" brushRef="#br0" timeOffset="-53088.21">6799 10501 6 0,'0'0'152'0,"0"0"0"0,0 0-10 0,0 0-10 15,0 0-12-15,-14 8-14 0,10-6-7 0,1 2-12 16,-1-1-6-16,0-1-10 0,-1 4-8 0,1-3-7 16,-2 1-7-16,-2 1-5 0,4-1-22 0,-3 0-35 15,-1-1-27-15,4 0-34 0,-3 1-24 0,3 0-96 16,-3-2-208-16,0-1 93 0</inkml:trace>
  <inkml:trace contextRef="#ctx0" brushRef="#br0" timeOffset="-52885.11">6587 10470 187 0,'0'0'289'0,"-3"-2"-4"0,3 2-16 0,0 0-21 16,-4-4-17-16,4 4-25 0,0 0-18 0,0 0-17 15,0 0-2-15,0 0-5 0,0 0-18 0,5 15-10 16,1-10-21-16,1 2-5 0,3 0-13 0,-2 1-9 16,9 1-4-16,-2 0-35 0,-1 2-49 0,3 1-56 15,-6-4-68-15,5 4-76 0,-1-1-79 0,-4-2-151 16,-1-3-464-16,-5 2 206 0</inkml:trace>
  <inkml:trace contextRef="#ctx0" brushRef="#br0" timeOffset="-51577.9">6868 11149 128 0,'0'0'166'0,"0"0"-12"16,0 0 1-16,0 0-7 0,3 1-3 0,-3-1-4 16,0 0-9-16,0 0 1 0,0 0-6 15,4 1-10-15,-4-1-5 0,0 0-10 0,0 0 0 0,0 0-10 16,0 4-3-16,0-4-3 0,3 6-3 0,-3-6-1 15,0 0-6-15,0 5 1 0,0-5-4 0,0 3-8 16,0-3-4-16,-2 6-9 0,2-1 2 0,0-5-8 16,-1 6-3-16,1-6 0 0,1 7-12 0,-2-2 0 15,1-1-1-15,0 0-4 0,1 1-1 0,-1-1-6 16,0 3 2-16,0-2-4 0,3 1-2 0,-3 1 0 16,0-2-2-16,2 1-1 0,-2-1 1 0,1 1-2 15,3-1-2-15,-4 0-1 0,1 0 2 0,-1 0-5 0,0-1-1 16,0 0 4-16,0-1 0 0,0-3-3 15,0 0-1-15,-1 7 1 0,1-7-2 0,1 4 1 0,-1-4 1 16,0 0 1-16,0 0-1 0,0 0 0 0,0 0 1 16,0 0 1-16,0 0 0 0,0 0-2 0,0 0 0 15,0 0 0-15,-11-12-2 0,11 12 10 0,0-4 1 16,0 4-2-16,0-10 1 0,2 6 0 0,-2 0 0 16,1 1 0-16,-1 3-3 0,2-7 1 0,-1 3-1 15,-1 4-1-15,0-5 2 0,5 3-4 0,-5-2-2 16,0 4-2-16,4-6-1 0,-4 1 2 0,2 2 1 15,-2 3-2-15,2-5-1 0,0 2 2 0,-1 0 1 16,-1 3-5-16,4-6 3 0,-4 2-2 0,0 4-2 16,3-6 1-16,-3 1-1 0,0 1-2 0,0 4-13 15,0-8-11-15,-3 5-17 0,3-1-11 0,0 4-13 16,0-8-17-16,0 8-13 0,-4-4-17 0,3 2-15 0,1 2-11 16,-3-4-14-16,3 4 6 0,0 0-8 0,0 0 7 15,0 0 3-15,0 0 4 0,0 0 16 0,0 0-1 16,0 0-3-16,0 0-10 0,0 0-71 0,0 0-229 15,0 0 102-15</inkml:trace>
  <inkml:trace contextRef="#ctx0" brushRef="#br0" timeOffset="-50546.8">6875 11198 67 0,'0'0'219'0,"0"0"-7"0,1-5-12 16,-1 5-19-16,0 0-10 0,5-3-8 15,-5 3-8-15,5-2-10 0,-5 2-8 0,0 0 0 16,5-1-1-16,-5 1-1 0,0 0-5 0,6-2-4 0,-6 2-7 16,0 0 2-16,0 0-3 0,0 0-8 0,4-3-6 15,-4 3-1-15,0 0-15 0,1-3-2 0,-1 3-4 16,3-5-5-16,-3 5 4 0,1-5-8 0,-1 5 5 15,3-2-9-15,-3 2 3 0,4-3-6 0,-4 3-4 16,0 0-5-16,0-3-7 0,0 3-5 0,0 0 0 16,0 0-8-16,0 0-2 0,3-6-4 0,-3 6 0 15,0 0-6-15,0 0-2 0,0 0 1 0,0 0-8 16,0 0 2-16,4-2-7 0,-4 2 2 0,0 0 1 16,0 0-3-16,0 0-1 0,0 0 3 0,0 0-10 15,0 0 10-15,0 0 4 0,0 0 7 0,0 0 1 16,0 0 1-16,1-3-1 0,-1 3 1 0,0 0-1 0,0 0 6 15,0 0-8-15,0 0-8 0,0 0 7 0,0 0-3 16,0 0 0-16,0 0-2 0,0 0 6 0,4-2 2 16,-4 2 1-16,0 0-3 0,0 0 1 0,0 0 2 15,0 0-4-15,0 0 5 0,0 0-10 0,0 0 7 16,0 0-4-16,0 0-6 0,0 0-3 0,0 0-3 16,0 0-9-16,0 0 6 0,0 0-3 0,0 0 4 15,0 0-3-15,0 0-6 0,0 0 4 0,0 0 0 16,-4 11 0-16,4-7 4 0,0-4-5 0,-5 6-23 15,2-1-30-15,0 1-37 0,2-1-34 0,-2 1-45 16,2-1-51-16,1 1-69 0,-3 0-69 0,2-1-250 0,-2-2-659 16,3 3 292-16</inkml:trace>
  <inkml:trace contextRef="#ctx0" brushRef="#br0" timeOffset="-49937.48">6902 11123 25 0,'3'-6'217'0,"-3"3"-3"0,0 3-12 0,4-5-10 15,-4 1-3-15,0 4-9 0,4-3-16 0,-4 3-9 0,3-5-4 16,-3 5-7-16,0 0-12 0,1-3-14 16,-1 3-14-16,0 0-12 0,0 0-11 0,0 0-6 15,0 0-7-15,0 0-9 0,0 0-8 0,0 0-4 0,0 0-7 16,-1 14-41-16,-2-9-42 0,3 0-48 0,-4 3-66 15,4-3-72-15,-3 0-135 0,-1 3-393 0,3-2 174 16</inkml:trace>
  <inkml:trace contextRef="#ctx0" brushRef="#br0" timeOffset="-46300.7">10386 11216 163 0,'0'0'281'0,"0"0"-21"0,0 0-16 15,0 0-20-15,0 0-14 0,-2 16-11 0,6-9-19 16,-1-2-20-16,5 3-15 0,-3 2-13 15,2-2-15-15,-1 3-10 0,-5-2-12 0,3 0-10 0,0 0-17 16,2-4-50-16,-5 3-41 0,3-3-44 0,-1-2-42 16,-2 1-38-16,1 0-41 0,0-1-171 0,-2-3-390 15,0 0 173-15</inkml:trace>
  <inkml:trace contextRef="#ctx0" brushRef="#br0" timeOffset="-45707.01">11004 10854 95 0,'5'-3'331'0,"0"-1"-22"0,0 1-31 16,-2 2-30-16,-3 1-30 0,0 0-17 0,0 0-21 16,8 5-16-16,-5 0-17 0,-2 2-17 0,3 4-9 15,0 1-14-15,-4-1-10 0,0 2-6 0,0-1-14 16,0 6-8-16,2-1-5 0,-2 0-7 0,0-2-5 16,1-2-5-16,-1-3-7 0,1 5-5 0,1-7 1 15,-1 3-4-15,2-4-3 0,-2-2-2 0,2 2-1 16,1-3-2-16,0-2-2 0,3-1-3 0,0-1-1 0,1 0 1 15,0-3-4-15,3 0-2 0,-2-2-4 0,1-2 4 16,2 1-2-16,-1-3 1 0,0 2-4 16,1-2 16-16,-2 1 15 0,4-3 11 0,-2 0-5 0,-3 4 22 15,1-3 0-15,0 4 9 0,-1-3 16 0,-2 4-10 16,-1 1-7-16,0 0-7 0,-1 2-8 0,-1-1-14 16,-1 2-1-16,-3 1-6 0,0 0-4 0,13 5-2 15,-8 0 4-15,0 1-13 0,2 0 1 0,-2 3 5 16,2 1-8-16,1 0-2 0,-1 1-4 0,0-3-10 15,-2 4 9-15,6-2-7 0,-1 1 5 0,-2-3-3 16,4 0-1-16,-4-2 4 0,-1-2 2 0,0 0-1 16,1-3 4-16,-3-1-8 0,-5 0-2 0,14-4 3 0,-8-1 5 15,0-1-4-15,2-4 4 0,-2-3-4 16,-1-2 1-16,0-3-3 0,0-3 1 0,-5 1-1 16,1-1-2-16,-1 0 2 0,3 1-4 0,-6 1-3 0,6 1 2 15,-6 2-7-15,3-4-35 0,-1 7-35 0,1 2-42 16,-2 1-49-16,0 5-50 0,-1-1-64 0,3 1-78 15,0 1-255-15,0 4-661 0,0 0 294 0</inkml:trace>
  <inkml:trace contextRef="#ctx0" brushRef="#br0" timeOffset="-45441.26">11890 10764 15 0,'2'-5'432'0,"0"2"2"0,1-1-11 15,-2 0-6-15,-1 4-18 0,3-4-23 0,-3 4-23 16,1-4-29-16,4 2-25 0,-5 2-39 0,0 0-25 16,0 0-24-16,13 1-24 0,-8 1-18 0,2 1-16 15,5 1-16-15,-1 0-11 0,1 2-18 0,-1 0-30 16,0-3-48-16,4 1-50 0,-3 1-51 0,3-1-47 15,-1 4-49-15,-3-3-50 0,-2 1-51 0,2 0-66 16,0-4-61-16,-3 1-201 0,0-2-646 0,-5-1 285 0</inkml:trace>
  <inkml:trace contextRef="#ctx0" brushRef="#br0" timeOffset="-45285.02">11864 10866 130 0,'-6'3'238'0,"1"-1"6"15,2 0-1-15,3-2-6 0,0 7-9 0,0-7-22 16,7 6-19-16,-3-2-22 0,3 0-15 0,5-2-21 16,-1 3-55-16,0-2-71 0,5 0-73 0,7-1-92 15,-5 0-172-15,1-2-361 0,4 0 159 0</inkml:trace>
  <inkml:trace contextRef="#ctx0" brushRef="#br0" timeOffset="-43283.71">12820 9606 102 0,'0'-5'264'0,"0"5"-11"0,4-4-11 0,-4 4-7 16,0 0-9-16,0 0-11 0,0-4-11 0,0 4-12 15,0 0-14-15,0 0-13 0,0-4-16 0,0 4-17 16,0 0-15-16,-8-5-9 0,4 4-4 0,4 1-20 16,-13-3-5-16,6 2-7 0,-3 0-3 0,-1 0-1 15,-1 0-4-15,0-1-5 0,-3-1-4 0,1 1-6 0,-1 0-4 16,1 2-7-16,5-1-2 0,-6-1-5 0,3 2 0 15,0-2-1-15,3 2-8 0,1-1-3 16,1 1 4-16,7 0-5 0,-14-1-4 0,9 1 2 0,5 0-2 16,-9-1-1-16,9 1-5 0,0 0 3 0,-7 1-3 15,7-1 0-15,0 0-3 0,0 0-5 0,0 0 7 16,-8 1-3-16,8-1 0 0,0 0-5 0,-1 5 3 16,1-5 4-16,-2 4-1 0,2-4-4 0,0 6 3 15,0-6-2-15,0 7 0 0,0-1 0 0,0-3 4 16,0 2-3-16,-1-1-2 0,-1 3-1 0,2-2 5 15,-1 2 0-15,0-1-1 0,1 1 3 0,0 3-2 16,-2 0 6-16,2 1-4 0,-1 0-1 0,2 1 2 0,-1-1 2 16,0 2-5-16,0 0 5 0,0 0-1 15,0-1-3-15,0 1 1 0,3 4-1 0,-3 0 2 16,0 3-1-16,0-3 4 0,0-1-6 0,-1 2 7 0,-1 0-9 16,1 1 2-16,0-1 5 0,-2 0 0 0,0 3 3 15,-1-2 2-15,-1-1 0 0,-1 2 4 0,2-2 1 16,0 0-4-16,-3 0 3 0,2 1-4 0,0-1-1 15,-4 3-5-15,5-4-1 0,0 3 7 0,-2-1-4 16,2 0 0-16,-1 0-5 0,1-1 5 0,0 3 3 16,1-1 11-16,-1 1 9 0,4-2-1 0,-1 0-6 15,1 0-2-15,-3 0 3 0,6 1-11 0,-2-1 3 16,-1-1-1-16,0 0 1 0,0-1-7 0,1 1 1 0,2 0-2 16,-1-2-2-16,-1-1 7 0,3 2-9 15,-4-4 7-15,3 1-6 0,-2 0 4 0,-1-1-2 16,3 5-1-16,-3-3-2 0,0 2-3 0,2-7 0 0,-2 6 5 15,3-3 0-15,-3 0-4 0,0-1 6 0,0 4-5 16,0-2-5-16,0-2 3 0,0 1 4 0,0 1-1 16,0 0-2-16,0 2-1 0,0-3 4 0,-3 0-5 15,1 2 1-15,2-3 0 0,0 1-2 0,2 5 10 16,-4-4-7-16,4 0 14 0,-4 1 13 0,2 1 1 16,0-6-7-16,2 4-2 0,-2-2 1 0,0 1-5 15,0 1 2-15,0-5 0 0,0 4-7 0,3-1 0 16,-3 1-4-16,0-2 0 0,0 1 2 0,0-1-1 0,-3 1-4 15,3-2 3-15,-2 3-2 0,2-4 1 16,0 3-1-16,-3-3-2 0,3 2 4 0,-1-1 0 0,-3 0 2 16,1 0-2-16,0 0-3 0,0 0 2 0,1-1 1 15,-1-2 0-15,-3 3-2 0,1-2 1 0,1 2-3 16,0 0-1-16,0-1 1 0,1 1-6 0,-1-1 2 16,1 2-1-16,-3-1 6 0,3 1-6 0,0-1 2 15,1 0 0-15,-3 2-2 0,4-1 2 0,0 0-5 16,-2 0 6-16,2-1 0 0,-1 1-6 0,-1 0 0 15,3 1 0-15,0 0 2 0,-1 3-3 0,-2-6 11 16,3 4-10-16,0 1 0 0,0-1-1 0,-5 1 2 0,4-2-1 16,-2 1-3-16,2 0 11 0,-1 3-8 15,2 1 1-15,-3 0-4 0,3-5 5 0,0 4-3 16,-1-3 4-16,-3-1-4 0,4 2 4 0,-1-2-7 0,1 1 4 16,-2 0 6-16,1 0-6 0,-2-2-6 0,3 3 6 15,-1-2-2-15,-1 2 4 0,1-4 6 0,0 2-10 16,-2-1 4-16,3-1 0 0,0-2-3 0,0-1 7 15,0 2-9-15,-1-2 4 0,2-1-2 0,-1 1 4 16,0-1-6-16,-1-1 7 0,-2 0-6 0,3 1 3 16,0 0-2-16,0-1-1 0,0 0 4 0,-1 0 1 15,-1 0-3-15,2 0 3 0,0 2-5 0,-1-2 4 16,1 0-2-16,-3 3 0 0,3-3-1 0,-1 1 3 0,1 2-5 16,-2-1 6-16,2 0-4 0,-1 0-3 15,1 0 3-15,1 1 0 0,-2 1-1 0,-2 1-2 16,3-1 8-16,0 0-3 0,0 1-4 0,0-1 4 0,-1 2-3 15,1-1 3-15,-1 0-2 0,-1 0 4 0,1-1-6 16,-1 1 2-16,2 0-4 0,-2 1 3 0,-1-2 2 16,3 2 7-16,-1 1-9 0,1-5 3 0,-3 4 0 15,3-1-3-15,-1 0 1 0,1 2 2 0,-3-4-4 16,3-1 3-16,-1 1 0 0,-1-2-2 0,-2 4 3 16,1-3-4-16,-1-1-1 0,4 1 2 0,-4-1 1 15,3-1 2-15,-1 1 1 0,0 0-2 0,1-2 3 16,-1 0-2-16,0-1 1 0,2-3 2 0,-2 8 3 0,-1-6-12 15,3-2 4-15,-1 3 2 0,1-3-2 16,0 5 1-16,0-5 6 0,-1 4-6 0,1-4 2 0,-2 4-4 16,2-4-1-16,0 0 1 0,-1 5 3 0,-1-1-3 15,0-2 3-15,-1 2 0 0,3-4 0 0,-3 7-2 16,-2-3 2-16,5-2-5 0,-4 2 2 0,4-4 0 16,-4 6 2-16,2-3 1 0,1 2 0 0,-2-1-1 15,3 0 2-15,0-4-1 0,0 6 7 0,3 1 6 16,-3-4 2-16,3 2 2 0,4-1-3 0,-1 0 6 15,8 1-9-15,6 0-1 0,-2-1-2 0,4 3 2 16,5-1-5-16,4-2-25 0,1-1-49 0,0-3-49 0,4-1-51 16,0 0-57-16,1-6-76 0,1-5-108 15,-1-3-305-15,1-6-772 0,5-6 341 0</inkml:trace>
  <inkml:trace contextRef="#ctx0" brushRef="#br0" timeOffset="-42056.98">13092 9775 235 0,'0'-5'303'0,"0"5"-14"0,0 0-12 16,0 0-10-16,0-7-22 0,0 7-23 0,0 0-13 16,0 0-16-16,3-2-26 0,-3 2-17 0,0 0-15 15,0 0-11-15,0 0-12 0,0 0-7 0,0 0 1 16,-2 14-6-16,2-8-3 0,0 1-10 0,0-1-8 15,-1 4-3-15,0-3-15 0,1 4-6 0,-3 0-4 16,3-1-2-16,-4 2-6 0,2-1-2 0,0 1-7 16,0-3-4-16,0 4 1 0,0-3-7 0,2 2-1 15,0 0-4-15,-4 2-4 0,3-5 5 0,1 1-7 0,-1-1 0 16,-1-1-5-16,4-3 2 0,-2 3 1 0,1-5 3 16,0 1-5-16,3-1 1 0,-2 1 4 15,2-3-3-15,-4-1-1 0,8 0-2 0,-8 0 0 0,10-4-1 16,0 1 2-16,-6-2-4 0,3 2 3 0,0-1-10 15,5-3 11-15,-8 2 5 0,6-2-8 0,-2 0-4 16,-1 3 1-16,-2-2 2 0,2-1 1 0,-3 3 16 16,-1-2 5-16,1 2 4 0,0 2-7 0,0-2 2 15,-4 4-2-15,7-2-3 0,-4-1-18 0,-3 3 3 16,0 0 4-16,11 2 1 0,-11-2-1 0,5 6-3 16,0-3 6-16,2 2-7 0,0 3-2 0,1 0 0 15,-2 1 3-15,0-1-4 0,4 2 3 0,-2-2-1 0,3 0-2 16,-3 0 3-16,-1-1-10 0,0-4 4 0,1 2-19 15,0-2 17-15,0-1 1 0,-2-1 3 16,3 1-1-16,-9-2 2 0,10-4 6 0,-5 0-8 0,-1-1-4 16,0 2-2-16,3-5 2 0,-4-1 4 0,-2-2-4 15,0 1 5-15,2-1 4 0,-1-2 2 0,-4 1-4 16,4 1 3-16,-4 1-3 0,2-1-7 0,0 1 3 16,0 0-1-16,0 3 6 0,-3 1-13 0,2-1-15 15,1 3-30-15,-1-1-38 0,-2 1-41 0,3 4-40 16,-8-1-42-16,8 1-30 0,0 0-38 0,-8 5-50 15,4-3-172-15,1 3-546 0,2 2 242 0</inkml:trace>
  <inkml:trace contextRef="#ctx0" brushRef="#br0" timeOffset="-41775.76">13492 10045 24 0,'0'0'318'15,"0"0"-7"-15,1-5-10 0,-1 5-13 0,0 0-13 16,0 0-24-16,0 0-20 0,0 0-26 0,0 0-18 16,0 0-8-16,7 11-1 0,-7-11-18 0,4 6-11 15,-1-3-13-15,-2 2-15 0,2 2-15 0,-2-2-10 16,-1 3-6-16,2 0-13 0,-2 0-1 0,0 0-24 0,0 2 8 15,-2 1-4-15,1 0-5 0,-2-3-44 0,3 2-24 16,0 1-32-16,-1-3-50 0,-3 4-55 0,3-4-63 16,1 1-75-16,-2 2-235 0,2 0-570 0,0-4 253 15</inkml:trace>
  <inkml:trace contextRef="#ctx0" brushRef="#br0" timeOffset="-40682.12">13153 10624 179 0,'0'0'341'0,"0"0"-5"0,0 0-12 15,0 0-17-15,0 0-15 0,0 0-13 0,0 0-26 16,0 0-14-16,0 0-24 0,4-13-19 0,-4 13-18 15,3-2-18-15,-3 2-27 0,0 0 4 0,0-6-19 0,0 6-7 16,0 0-18-16,0-5 3 0,0 5-14 0,0 0-10 16,0 0-4-16,0 0-9 0,0-5-12 15,0 5-4-15,0 0-15 0,0-4 9 0,0 4-9 0,0 0-4 16,0 0 5-16,-3-3-1 0,3 3-10 0,0 0-4 16,0 0 0-16,-1-7 9 0,1 7-11 0,0-4 7 15,0 4-6-15,0 0 5 0,-3-5-4 0,3 5-1 16,-4-2 2-16,4 2-7 0,0 0-5 0,0-7 1 15,0 7 11-15,3-4-24 0,-3 4 10 0,0 0 1 16,-3-6-3-16,3 6 3 0,0 0-2 0,0-6 13 16,0 6-6-16,3-6-5 0,-2 4-1 0,-1 2 3 0,2-4-6 15,-2 4 5-15,0 0 3 0,1-5-6 0,-1 5-5 16,0 0 7-16,0-4 3 0,0 4-4 0,0 0-8 16,0 0 2-16,0 0 3 0,0 0-13 0,0 0 12 15,0 0-5-15,0 0-3 0,0 0 10 0,0 0-7 16,0 0 3-16,0 15 4 0,0-9 0 0,-1 0 0 15,-1 0-5-15,1 0 10 0,-2 2-5 0,2 0 5 16,1 2-8-16,-2-1-1 0,2 2 7 0,-1-4 1 0,1 2-1 16,-1-2 1-16,2 3-8 0,-2-2 4 15,2-2-3-15,-1 2-4 0,0-2-13 0,1-2-7 16,2 2-3-16,0-2-3 0,-2 0 2 0,1 0-1 0,-1-2-2 16,-1-2-8-16,8 3 3 0,-1-2 5 0,-7-1-3 15,5 0 5-15,-5 0 5 0,9-3 0 0,-9 3 7 16,8-2 4-16,-7-2-5 0,4 2 10 0,2-1 1 15,-4-1 0-15,3 0 2 0,-1-2 4 0,-1 0-2 16,0 0 15-16,0-1 5 0,-1 2 9 0,1-1-1 16,-1 0 5-16,-2 1 3 0,2 1 7 0,-2-1 0 15,3 2 0-15,-2 0-7 0,-2 3 2 0,2-4-3 0,-2 4-9 16,2-3-2-16,-2 3-12 0,0 0 10 16,0 0-7-16,0 0-3 0,0 0-7 0,0 0 11 15,-2 12-1-15,2-6 1 0,0-2-4 0,2 2-2 0,0 2-3 16,0-1-1-16,-1-1 6 0,0 2-2 0,2-2-2 15,1 5 2-15,0-1-3 0,-1-4-1 0,3 1-2 16,-2-1-14-16,1-1 3 0,3 0 0 0,-4 0 9 16,0-4-3-16,1 2 1 0,0-2 4 0,3 0-4 15,-8-1 5-15,8-3-2 0,-2 0-1 0,-2-1-2 16,-3-2 9-16,3-2-5 0,0-2 1 0,-3 1 14 16,2-1-3-16,-1-3 3 0,0-1 3 0,1 2 3 0,0 0-4 15,-2-4-4-15,2 4-3 0,-2 1-2 0,-1-1-1 16,0 3 10-16,0 0-9 0,0 3-2 15,0 0-11-15,2 0-38 0,-2 1-40 0,0 5-43 0,0 0-33 16,0 0-32-16,-6-1-52 0,6 1-53 0,0 0-267 16,-5 12-613-16,3-7 271 0</inkml:trace>
  <inkml:trace contextRef="#ctx0" brushRef="#br0" timeOffset="-40291.46">13488 10710 267 0,'0'0'328'0,"0"0"-8"16,0 0-19-16,0 0-21 0,0 0-20 0,0 0-19 15,4 1-26-15,-4-1-17 0,0 0-18 0,1 4-10 16,-1-4-5-16,3 5-10 0,-2-1 3 0,2-2-25 15,0 2-23-15,1 1-4 0,-3 0-8 0,2 1-11 16,-2-1-9-16,1-2-3 0,-1 2-12 0,-1 1-8 16,0-1 1-16,-1 1-12 0,-1-1-1 0,2 2-3 15,-4-3-6-15,4 1 2 0,-4 1 6 0,2-1 21 0,-1-2 0 16,0 1 6-16,-1 2 8 0,1-2 4 0,0 0-17 16,3-4 10-16,-5 2 3 0,2 2-2 15,3-4 1-15,0 0-4 0,0 4-6 0,0-4-10 0,0 0-3 16,8 7-3-16,-2-5-10 0,9 1-31 0,-1-2-54 15,6 2-37-15,0 1-42 0,2-1-39 0,0 0-47 16,2 1-67-16,4-3-95 0,-4 0-317 0,-2 0-745 16,-1 0 329-16</inkml:trace>
  <inkml:trace contextRef="#ctx0" brushRef="#br0" timeOffset="-39416.47">13091 11290 191 0,'0'0'271'0,"0"0"-24"0,0 0-27 0,0 0-18 16,0 0-1-16,0 0-11 0,0 0 0 0,0 0-4 15,0 16-18-15,1-12-13 0,-2 1-14 0,2 3-15 16,-2-2-10-16,1 2-6 0,1-1-6 0,-1-1-11 16,-1 2-5-16,1-1-13 0,0-1-7 0,0 1-9 15,0 1-6-15,0-2-4 0,0 1-5 0,0-1-1 0,0-1-1 16,1-1-11-16,0 1 4 0,-1-5-5 15,0 6-2-15,0-6-1 0,3 3 3 0,-3-3-6 16,0 0-4-16,0 0-5 0,0 0 0 0,19-8 0 0,-12 5 0 16,-1-2-3-16,-1 0-2 0,3 0 1 0,-1 2-2 15,1-3 15-15,0 1 9 0,-1 1 4 0,-2-1-2 16,2 2 1-16,-4-2-4 0,4 2 1 0,-4 0-3 16,3 1-3-16,-6 2-8 0,7 0 3 0,-7 0-7 15,10 1 1-15,-5 1 2 0,0 1-8 0,-2 1-3 16,4 1 2-16,-3 3 1 0,0-1-4 0,2 4 0 15,0-1 3-15,-2-1-1 0,2 2-6 0,-2-2 4 16,0 0 0-16,2-2-1 0,-2 2 1 0,2-3 4 16,-3 2-5-16,2-3 11 0,0-3-7 0,-1 2-1 15,0-2 3-15,-4-2-2 0,9 0-1 0,-9 0 6 16,10-6 6-16,-7 3 8 0,-1-5-3 0,1 3 9 0,0-2-5 16,2-3 2-16,-1 1-9 0,-3-2 6 0,4-2-8 15,-3 1 1-15,1 2-3 0,1-3-9 0,-1 3 4 16,-3 0-4-16,1 0-1 0,-1 2-36 0,0 2-22 15,3 1-42-15,-3-2-47 0,0 4-58 0,0 3-77 16,0-5-51-16,0 5-263 0,0 0-637 0,0 0 282 16</inkml:trace>
  <inkml:trace contextRef="#ctx0" brushRef="#br0" timeOffset="-38900.89">13526 11460 150 0,'0'0'336'15,"0"0"-7"-15,0 0-12 0,0 0-20 0,0 0-19 16,-4-8-18-16,4 8-20 0,0 0-24 0,4-2-21 16,-4 2-18-16,8 0-22 0,-8 0-17 0,0 0-15 15,12 1-9-15,-12-1-15 0,10 2-8 0,-6 0-14 0,0-1-3 16,1 2-10-16,-2-1-6 0,1 1-11 0,-4-3-1 16,4 6-5-16,-1-6-2 0,1 4-9 15,-4-1-6-15,0-3-1 0,0 7-3 0,0-3 2 0,0-4-2 16,-4 4-6-16,1-1-5 0,-1 2 0 0,1-3 3 15,3-2-3-15,-4 4 2 0,-1-2-5 0,2 0 4 16,3-2-11-16,-5 5 8 0,4-1-4 0,1-4 7 16,0 5-4-16,0-5 0 0,0 5 4 0,0-5 6 15,1 7 8-15,2-4-1 0,-1 1 1 0,4 0 7 16,-2 3 5-16,1-2-4 0,2 1-4 0,0 0-1 16,-3 0-7-16,4-1 2 0,-4-2 5 0,3 1 3 15,-3 2-5-15,-2-4-1 0,2 2 4 0,-3 1-5 0,-1-5 1 16,5 5 1-16,-5-2-8 0,0-3 4 15,0 0 1-15,-8 4-6 0,8-4 0 0,-9 1-2 16,2 0-10-16,7-1-36 0,-14 0-40 0,6 0-50 0,0 1-57 16,2-1-69-16,-3 2-76 0,1 0-317 0,0 1-694 15,1-3 307-15</inkml:trace>
  <inkml:trace contextRef="#ctx0" brushRef="#br0" timeOffset="-38119.72">13117 11857 107 0,'0'-6'375'0,"-2"0"-20"16,2 0-21-16,0-1-13 0,0 2-13 0,0 0-5 16,-1 0-6-16,1 5-20 0,0-6-23 0,0 6-28 15,-2-4-23-15,2 4-27 0,0 0-15 0,0 0-18 0,0 0-19 16,0 0-10-16,0 0-12 0,-1 15-11 15,0-7-6-15,-1-1-8 0,4 4-8 0,-4-1-7 0,2 3-9 16,0 0-4-16,0-2-4 0,0 1-3 0,-2 1-5 16,-1-2-3-16,0 1-4 0,6-2-2 0,-6 0-4 15,3 1 3-15,-1-5-4 0,2 1-1 0,-1-2-3 16,0 0 1-16,3-2 6 0,-3-3-8 0,3 4 2 16,-3-4-5-16,0 0-5 0,8-1 2 0,-8 1-6 15,9-9 4-15,-2 5 2 0,1-1-6 0,-2-4 3 16,2 3-7-16,-3-1 6 0,2 0-7 0,4 0 9 15,-7-2-7-15,2 5-9 0,-1-1 10 0,-1 1-3 0,4 0 0 16,-4 1-3-16,-1 0-1 0,1 2 0 16,3 0 1-16,-7 1-3 0,9 2 4 0,-3 1-1 0,-2 0 8 15,0 0-6-15,0 2-1 0,2 2 0 0,-2-1-3 16,2 2-2-16,1 1 3 0,0 0-3 0,-1-2 5 16,1 3 2-16,-1-4-4 0,-1 1 3 0,0-1-1 15,-1-1-1-15,0-1-1 0,1 0 7 0,2-2-7 16,-4-1 6-16,-3-1 1 0,0 0 0 0,13-5-1 15,-10-1-3-15,1 1 5 0,0-3-7 0,-4-1 5 16,4-4-5-16,-2 1 3 0,-2 1 2 0,0-2 3 16,0 1 0-16,-2 1-6 0,2-2 1 0,-3 3-1 0,3 0 4 15,-1 0-29-15,1 3-29 0,0-1-41 0,0 4-40 16,0-2-46-16,-4 3-61 0,4 3-56 16,-2-3-51-16,2 3-285 0,0 0-688 0,0 0 305 0</inkml:trace>
  <inkml:trace contextRef="#ctx0" brushRef="#br0" timeOffset="-37526.03">13406 11995 101 0,'0'0'338'0,"-1"-5"-9"0,1 5-8 0,0-5-17 16,0 5-8-16,0-6-20 0,0 6-28 15,0 0-20-15,0 0-34 0,0 0-11 0,0 0-6 0,0 0-8 16,0 0-15-16,0 0-9 0,1 15-10 0,-1-8-18 16,3 0-5-16,-3-2-12 0,0 5-1 0,0-3-12 15,4 2-5-15,-1-1-4 0,-2 2-7 0,2-3-7 16,-2 1-5-16,2 0-8 0,-2-1-2 0,2-1-10 15,1 0 0-15,0-2-2 0,-1 1 1 0,2-2-6 16,-1-1-2-16,2 1-1 0,-1-3-6 0,2 1-11 16,-7-1 7-16,12-4-2 0,-1 0-3 0,-3 1 0 0,-1-2 3 15,3 0 0-15,-3 2 16 0,2-5 13 0,-1 4 18 16,-2-1 18-16,-1 0 17 0,2-1-4 16,-2 0 4-16,3 2-2 0,-5 1 3 0,1-2 0 0,0 3-8 15,-1-1-10-15,1 1-9 0,-4 2-12 0,0 0-5 16,6-3-7-16,-6 3-8 0,0 0-3 0,0 0-4 15,5 9-8-15,-5-3-30 0,0-1-38 0,1 3-43 16,-1 0-52-16,3 1-44 0,0 0-59 0,1 1-60 16,0 2-81-16,0-1-89 0,0 0-276 0,-1-2-807 15,5 0 358-15</inkml:trace>
  <inkml:trace contextRef="#ctx0" brushRef="#br0" timeOffset="-36682.36">13096 12401 5 0,'0'-5'304'15,"0"5"-14"-15,0 0-22 0,-4-3-23 0,4 3-26 16,0 0 6-16,0 0-5 0,0 0-11 0,0 0-18 16,0 12-17-16,0-7-10 0,0 1-9 0,1 2-13 15,-1-1-17-15,3 3-4 0,-3-2-16 0,2 2-7 16,-4 1-16-16,1-6-2 0,2 8-7 0,-2-4-14 16,-1 3-1-16,0-1-7 0,0-1-2 0,1-1-1 15,-3 2-7-15,2-4-4 0,0 1-4 0,2-3-8 0,-3 0 0 16,3 0-3-16,-1-2-3 0,1-3 0 15,0 6-7-15,0-6 3 0,4 2 0 0,-4-2-3 16,9-2 4-16,-9 2-4 0,14-2 0 0,-5-5-2 0,1 2-11 16,0 3 10-16,2-3 0 0,0-2-6 0,1 2 0 15,-2-1 6-15,2 2-2 0,-1-2 3 0,-4 3 4 16,3-2 13-16,-3 2-3 0,2 1 5 0,-5 1-10 16,3-3 3-16,-1 3-9 0,-2-1-4 0,0-1 7 15,-5 3-1-15,0 0-8 0,9 6 4 0,-6-2-4 16,0 0-3-16,-2 1 8 0,3 0-8 0,-1 2 1 15,-2-1 0-15,-1 1 4 0,4-1-4 0,-3 1-4 16,2-2 5-16,0 0-4 0,0-1 12 0,0 1-14 16,2-1 3-16,-4-2 9 0,5 1-9 0,-6-3 6 15,9 1 8-15,-9-1 18 0,8-3 0 0,-1 2 7 0,-3-3 4 16,0 1-5-16,0-5-2 0,2 3 1 0,-1-5-6 16,-2-1 5-16,1 0-10 0,0-1-3 0,0 2 1 15,0-3-8-15,-4 1 4 0,3 3-4 0,1-3-4 16,-4 4-2-16,1 0-33 0,1 1-21 0,-2 2-41 15,1 0-36-15,-1 1-49 0,0 4-38 0,-1-5-40 16,1 5-42-16,0 0-48 0,0 0-245 0,0 0-629 16,-8 10 278-16</inkml:trace>
  <inkml:trace contextRef="#ctx0" brushRef="#br0" timeOffset="-36354.27">13514 12594 136 0,'0'0'342'0,"0"0"-10"0,0 0-16 0,0 0-12 16,0 0-23-16,0 0-33 0,0 0-8 0,0 0 2 16,8 3-9-16,-5-1-13 0,-2 3-17 0,3 0-17 15,-4 0-9-15,4 1-22 0,0 1-10 0,0 0-17 16,0 2-12-16,0-1-8 0,1-1-18 0,-1 4-7 15,1-4-1-15,0 4-8 0,-1-4-12 0,2 5 2 0,-5-5-10 16,2 1-3-16,-2-3-7 0,2 0-1 0,-1 0-17 16,-2 1-6-16,0-1-12 0,-2-1-7 0,-1-2-14 15,3-2-9-15,-5 3-23 0,5-3-24 0,-8 1-22 16,8-1-29-16,-12-3-26 0,5 1-39 0,1-1-36 16,-3 1-52-16,2-2-46 0,0 1-233 0,3-2-598 15,-1 0 265-15</inkml:trace>
  <inkml:trace contextRef="#ctx0" brushRef="#br0" timeOffset="-36182.41">13526 12555 160 0,'-1'-5'385'0,"1"-2"-1"0,0-2 9 16,0 3-13-16,0-1-20 0,1-2-29 0,-1 5-34 15,4-2-29-15,0-1-28 0,1 3-23 0,2-7-23 16,2 4-16-16,0 1-47 0,3-1-66 0,2 1-71 15,4-2-76-15,-2 1-77 0,6 0-86 0,3-1-84 16,-2 2-198-16,-3-2-572 0,3 0 254 0</inkml:trace>
  <inkml:trace contextRef="#ctx0" brushRef="#br0" timeOffset="-33673.67">13960 9560 110 0,'0'0'188'15,"0"0"-2"-15,-1-6-9 0,1 6-11 0,0 0-21 16,0 0-13-16,0 0-15 0,10-1-12 0,-10 1-7 16,0 0-10-16,15 5-4 0,-8-3 1 0,0 0 5 15,1 1-6-15,-2-1-5 0,-1 1-6 0,3 1-2 0,-1-1-4 16,1 0-2-16,-4 1-2 0,3 1-7 16,2-2-3-16,-2 2-6 0,1 1-3 0,-1-2-6 15,0-1 1-15,1 0-7 0,-1 2 1 0,0 1 10 0,0-1 1 16,2-3-3-16,-1 4 0 0,-1-2-6 0,0-1 4 15,1 1-6-15,-4 0-2 0,3 0 0 0,-2-1-5 16,-2 0-1-16,1 0 0 0,0-1 1 0,-1 1 1 16,0-1-2-16,-3-2-1 0,2 5-2 0,-2-5 1 15,2 5-3-15,-1-2-1 0,-1-3 1 0,-1 5 2 16,2 0 9-16,-2 0 3 0,1-5-1 0,-3 7-4 16,0-2-1-16,3 1 1 0,-3-2 0 0,3 4-4 15,-1-1-1-15,0 1 4 0,-2 1 4 0,2-1 0 0,1 4 0 16,0-1 8-16,-1 2 2 0,-1-2-4 15,4 9 2-15,-2-2-3 0,-2-4-3 0,4 4-2 16,-2 0-1-16,1 3-3 0,-1 6-1 0,1-8 4 0,2 6-5 16,-2-3-4-16,3-2-2 0,-2 2 2 0,0-3 1 15,0 3-1-15,-1-3 0 0,0 8-1 0,2-7-8 16,0 0 5-16,-2 0-6 0,2-1 4 0,-2 2 1 16,2-5-4-16,1 5 1 0,-4-3 13 0,4-1 9 15,0 1 4-15,-4-4-11 0,2 2-3 0,-1 2-4 16,0-5 5-16,-1-1-2 0,2 1-7 0,-1 0 5 15,1 0 3-15,-1 0-5 0,-1 1 2 0,1-1-8 16,2 0 0-16,-3 0 1 0,0-1-7 0,1 0 16 16,-1-1-11-16,2 1-1 0,-2 0-5 0,0 0-3 15,-2 1 3-15,2-2 3 0,0 1-5 0,0 2 0 16,-1-1 1-16,1 1-2 0,0-1-1 0,-3 2 1 0,3-1-2 16,-1 1-11-16,1-2 14 0,-1 7 0 0,1-4 2 15,1 1-3-15,-1-2 1 0,1-1 19 0,-2-1 2 16,1 0-10-16,1 1 2 0,-2 2 5 0,1-4-3 15,1 0 1-15,-1 1 1 0,0-3 3 0,0 1 1 16,0 1-1-16,-1-1-1 0,0-1-4 0,-1 2-5 16,2-6 15-16,0 6-19 0,-1-4 4 0,2 1-2 15,-1 1-3-15,0 0-1 0,-1-1 1 0,-1 2 0 16,4-3-1-16,-4 3-2 0,2-4-3 0,2 3 2 16,-1-1-4-16,-1 1 2 0,0 0 1 0,0-3 0 15,0 2 3-15,0 0-6 0,2 3-1 0,-1-6 3 0,-1 5-2 16,0-4-1-16,1 4-1 0,2-3 2 0,-3 0 0 15,0 2-3-15,1 0-1 0,1-2 2 0,-2 2 2 16,1-1-4-16,-1 0 3 0,0 0 1 0,2-2-5 16,-2 3 5-16,-2 1-3 0,2-4 0 0,2 4-2 15,-4-4 4-15,2 3-4 0,0-4 1 0,-1 6 2 16,1-5-1-16,0 2 1 0,-2-2-1 0,2-1-1 16,0 2 0-16,-1-2 1 0,2 4 0 0,-1-3-3 15,0-1 4-15,0 1 2 0,0 1-2 0,2-2 0 0,-4 0-2 16,2 2 2-16,0 0-1 0,0-3 7 15,0 1-6-15,0 2-2 0,-1-3 4 0,2 3-7 16,-2-2 1-16,1-1 3 0,0 3 0 0,0-1-1 0,0-2 2 16,0 4 1-16,0-3 4 0,0 2-6 0,0-1 0 15,0-1-3-15,-3 1 3 0,2-1 4 0,1 1-6 16,0-1 2-16,-1 2 1 0,1-1-5 0,0 0 4 16,-2-1-1-16,1 2-3 0,2 2 5 0,-1-1-4 15,0-1 7-15,0 0-7 0,2 0-1 0,-2-1 4 16,0 2 0-16,0 0-2 0,0-2 3 0,0 2 3 15,1-1-3-15,-1 0-2 0,0 0 4 0,0-1-2 16,1 1-4-16,-1 0 1 0,0-1 4 0,0 0-2 16,0-1 1-16,0 2-3 0,3 1 2 0,-6-3 1 15,2 2 4-15,1-2-8 0,-1 2 3 0,1-1 0 16,-2-1 1-16,4 1 0 0,-5 0-1 0,3-1 2 0,0 2-4 16,-2-4 3-16,2 3-1 0,-1 0 1 0,1 0-4 15,-1 0 5-15,-1-1 1 0,2 1-5 0,0 0 2 16,0 1-1-16,-2-1 0 0,2-1-2 0,-2 1 5 15,2 0-3-15,0 2 0 0,0-2 2 0,-1-1-1 16,1 1 0-16,0 1 0 0,-3 0 0 0,3 1 0 16,0-3-3-16,0 2 2 0,-2-1 1 0,2 0 5 15,0 0-3-15,-2 2-4 0,2-3-1 0,0 2 3 0,-1 2 0 16,1-2 1-16,0-1-3 0,1 1 4 16,-1-1 2-16,2 0-10 0,-2 0 5 0,0 0-1 15,0 1 2-15,0-2 0 0,-2 1 2 0,2-1-2 0,-1-1-2 16,1 3 1-16,0-4-1 0,-2 1 4 0,2 1-2 15,0-2-2-15,0 0-2 0,-1 1 3 0,1 1 4 16,-1-2-3-16,1 0 2 0,0 1 0 0,0 0-2 16,-2-1-3-16,2-4 1 0,2 8 4 0,-2-3-1 15,0-2-3-15,0 1 0 0,0 2 2 0,0-3-1 16,0 2 4-16,1 0 0 0,-1 0-1 0,0-2-4 16,0 2-1-16,-3 0 8 0,5 1-7 0,-1 0 1 15,-1-1 1-15,1 0 3 0,-1 2-6 0,2-2 2 16,-1 1 0-16,1 0 1 0,0-1 0 0,-2 0 4 15,3 2-8-15,0 0 1 0,-3-3-1 0,2-1 2 16,-2 5 3-16,0-4 1 0,0 2-4 0,2 0 1 0,-2 0 1 16,0-1-3-16,1 0 0 0,0-1 9 0,-1 0-11 15,0 2 4-15,0-1-4 0,0-1 3 0,0 1 1 16,0-1 4-16,0 1-3 0,0 0-5 0,0 1 1 16,2-1-1-16,-1 0 1 0,1 2-2 0,-2-1-7 15,0-1 4-15,1 0-5 0,-1 1-1 0,0-1-3 16,1 0 0-16,-1 0-1 0,0 3 8 0,0-4-3 15,0 1 0-15,0 3 1 0,0-3 2 0,0-1 1 0,0 2-4 16,0 0 14-16,0-2-13 0,3 0 5 16,-3 1 2-16,0-5-1 0,0 7 4 0,0-7-8 15,0 6 3-15,0-3 5 0,0-3-1 0,0 5 2 0,0-5 2 16,0 6-7-16,1-3 3 0,-1-3-3 0,0 5 6 16,0-5-2-16,0 0 3 0,-1 6 1 0,2-3-2 15,-1-3-4-15,-1 6 1 0,1-6 7 0,0 5-4 16,0-5 0-16,0 5 1 0,0-5 1 0,1 6 0 15,-1-6-2-15,0 4-3 0,0-4 1 0,0 5 0 16,0-5 3-16,0 3 2 0,0-3-2 0,0 4 3 16,0-4-2-16,0 0 1 0,2 7-3 0,-2-7 1 15,0 4 0-15,0-4 1 0,1 2-1 0,-1-2 0 0,0 0 6 16,0 6-6-16,0-6-3 0,0 0 4 16,0 0 2-16,2 6-2 0,-2-6 0 0,0 0-3 15,0 0-3-15,0 5 9 0,0-5-7 0,0 0 8 0,0 0 11 16,0 0 3-16,0 0 5 0,0 0 5 0,0 0 3 15,0 0 1-15,-9 0-1 0,9 0-8 0,0 0 3 16,-13-3 0-16,7 1-8 0,-3 1-5 0,-4-2-44 16,1 0-77-16,-3 1-110 0,-1-2-146 0,2 1-407 15,1 0-833-15,-5-1 369 0</inkml:trace>
  <inkml:trace contextRef="#ctx0" brushRef="#br0" timeOffset="2654.66">10010 10065 43 0,'0'0'129'15,"0"0"-14"-15,0 0-5 0,0 0-8 0,0 0-11 16,8 0-6-16,-8 0-5 0,0 0-6 0,11-1 3 16,-11 1 2-16,0 0 0 0,8 0-3 0,-8 0 3 0,7-1 0 15,-7 1 0-15,4-1 3 0,-4 1-5 0,6-3 0 16,-6 3-4-16,6-1-10 0,-3-1-3 15,-3 2-5-15,0 0-7 0,10-3 1 0,-10 3-2 0,4-2 6 16,0-2-6-16,-4 4-2 0,9-3 1 0,-6 1-1 16,-3 2 3-16,7-2 2 0,-6 0 0 0,-1 2 0 15,4-3-1-15,-4 3 0 0,0 0-1 0,0 0 2 16,2-4-2-16,-2 4 2 0,0 0-1 0,0 0 1 16,0 0-1-16,0 0-1 0,0 0-2 0,0 0 2 15,0 0 0-15,0 0-2 0,-15-3 3 0,15 3-3 16,-15 3 2-16,6-1-3 0,-3-2-4 0,1 1-3 15,-1 0-3-15,-1-1-5 0,0-1 2 0,-1 2-4 0,1-1 0 16,-1 1 2-16,1-1-3 0,1 0-2 16,-2-1-2-16,0 0-2 0,1 1-1 0,3-1-1 15,1 2-2-15,2-2-1 0,7 1-5 0,-15-2 2 0,11 0 0 16,-3 1-3-16,7 1-8 0,0 0-19 0,0 0-22 16,0 0-24-16,-5-2-24 0,5 2-26 0,0 0-28 15,0 0-32-15,13-6-38 0,-7 6-23 0,-1-2-23 16,-5 2-152-16,8-1-443 0,-8 1 196 0</inkml:trace>
  <inkml:trace contextRef="#ctx0" brushRef="#br0" timeOffset="3014">9874 9952 147 0,'0'-3'233'0,"0"3"-8"0,0-8-7 15,0 8-6-15,0 0-14 0,-3-3-9 0,3 3-16 16,0 0-15-16,0 0-18 0,0 0-14 0,0 0-14 16,0 0-13-16,0 0-9 0,0 0-3 0,0 0-3 15,-9-2-2-15,9 2-1 0,-7 8-4 0,1-4-1 16,2-2-3-16,0 4-6 0,-5-1 2 0,2-2-3 15,-1 2-6-15,-4 0 0 0,5-2-4 0,-3 2-9 16,1 2 0-16,-1-3-7 0,5 0-4 0,-1-2-4 16,-1 3-4-16,5-2 0 0,-3 1-3 0,0-2-5 0,1 2-4 15,3 0-2-15,1-4-7 0,0 6-6 0,1 0-12 16,5-3-17-16,-2 1-16 0,2 0-20 0,4 4-25 16,-3-4-30-16,1-1-31 0,6 2-42 0,-5-2-43 15,5 1-210-15,-6-2-482 0,2 0 214 0</inkml:trace>
  <inkml:trace contextRef="#ctx0" brushRef="#br0" timeOffset="4332.9">9905 9963 108 0,'0'0'187'0,"0"0"-1"0,0 0-11 0,0 0-7 0,0 0-14 0,0 0-6 15,0 0 10-15,0 0 7 0,0 0-4 0,0 0-4 16,0 0 1-16,-10 6-11 0,5-4-7 0,0-1-7 15,-1 1-4-15,2 3-2 0,-5-2-9 0,2 0-8 16,-3-1-11-16,2 4-3 0,-4-1-7 0,1-1-4 16,1-2-3-16,-1 2-14 0,2 0 0 0,0 1-10 15,-2-1-5-15,5-2-5 0,0 2-4 0,0 0-3 16,-2-1-4-16,3 1-6 0,2-1-3 0,0 1-3 16,-1-2-1-16,4 4-2 0,0-1 3 0,0-5-6 15,4 9-4-15,0-4 0 0,5 0-3 0,-2 0 1 16,3 0-10-16,1 3-16 0,1-3-19 0,2 3-19 15,-2-4-23-15,-1 1-23 0,0 2-29 0,2-1-32 0,-2 1-40 16,4-3-48-16,-7-1-243 0,2-1-530 0,-4 1 234 16</inkml:trace>
  <inkml:trace contextRef="#ctx0" brushRef="#br0" timeOffset="7332.6">10253 10075 144 0,'0'0'205'0,"0"0"-8"15,0 0-4-15,13-3-6 0,-13 3-5 0,9-1-8 16,-5 0-6-16,-4 1-7 0,10-3-7 0,-6-1-3 0,4 1-5 16,0 1-4-16,-1 0-4 0,0-1-13 15,1-5-3-15,-1 5-8 0,1 0-6 0,0-2-2 0,-2-2-8 16,3 0-8-16,-4 0-8 0,4-1-2 0,-4 0-9 16,6-3-3-16,-6 1 2 0,2-3-7 0,0 0-6 15,-3 3-2-15,4 0-4 0,-2-4 1 0,-5 1-11 16,3 0-7-16,0 2-3 0,-2-2 3 0,-2 2 0 15,0-1-1-15,1 2-2 0,-1-2 6 0,-1 0-10 16,1 6-5-16,-2-3-2 0,0 4 4 0,0-3-11 16,1 2-4-16,1 2 8 0,-3 0-6 0,2 0 0 15,1 4-8-15,-3-5 7 0,3 5-8 0,-4-2 3 0,4 2-3 16,0 0-6-16,0 0 1 0,-11 7 3 16,7 0-2-16,4-3 4 0,-1 3-4 0,-1 0-1 15,0 3 3-15,2-1 0 0,-2 1-3 0,2 2 3 0,0-1 1 16,0 1-2-16,0-2-17 0,2 2 2 0,0 0 0 15,0 0-4-15,-1-1 3 0,-1 0-7 0,4-1-6 16,-4 1 7-16,4-2-11 0,0 3 0 0,0-3-2 16,-1-1 8-16,1-1-2 0,0-1 1 0,-2 0-6 15,2-1 10-15,1 0-8 0,-2 0 2 0,6-1 0 16,-6-1 2-16,1-2-1 0,3 0 1 0,-7-1 1 16,11 0 5-16,-11 0 2 0,11-2 0 0,-11 2 2 15,7-3-1-15,-3 1 2 0,0-2 5 0,1-2 0 16,-1 3 3-16,0-4-2 0,-2 1 3 0,0 3 4 15,1-1 0-15,-2-1 0 0,2 0-4 0,-1 2 6 16,-1 0-3-16,-1 3 4 0,4-5-3 0,-4 1 0 0,0 4 0 16,0-5-2-16,0 5 1 0,0 0 0 0,0 0-1 15,0 0 4-15,0 0-1 0,0 0-1 0,0 0 2 16,0 0 2-16,0 0 2 0,-3 16-2 0,3-12-2 16,0-4 3-16,-1 9 1 0,0-5-4 0,-1 0 2 15,2 0-1-15,0 1 2 0,0-5 1 0,0 6-4 16,0-6 0-16,0 0 0 0,0 4 0 0,0-4 0 15,2 4 1-15,-2-4 0 0,0 0 0 0,0 0-2 16,0 0 1-16,12-8 3 0,-10 6-4 0,-2 2 2 16,7-8 2-16,-4 3-2 0,0 2 0 0,1-1 3 15,0 1-1-15,-3 0 0 0,4-2-3 0,0 2 3 16,-4 1 5-16,-1 2 0 0,4-5-2 0,-1 1-2 0,-3 4 2 16,1-4-5-16,-1 4 3 0,0 0-3 0,0 0-2 15,0 0 3-15,0 0 2 0,7 8-3 16,-5-5 3-16,-2-3-2 0,4 5-2 0,-2-2 6 0,-2 2-3 15,3-1-1-15,-2 0 1 0,1 0-1 0,0 0 1 16,0 1 0-16,3-3 0 0,-5-2-1 0,3 5 1 16,-2-1-4-16,-1-4 2 0,7 2-3 0,-2 0 4 15,-5-2 0-15,6 2-1 0,-6-2 4 0,0 0-2 16,8 0-2-16,-8 0 1 0,0 0 1 0,0 0-1 16,11-3-1-16,-11 3 4 0,5-3-3 0,-1 2 0 15,-4 1 1-15,6-3-3 0,-6 3 2 0,4-3 1 16,-4 3-7-16,0 0-7 0,8 0-7 0,-8 0-5 0,7-2-4 15,1 2-3-15,-8 0-3 0,10 0-2 0,-10 0-4 16,11 0 3-16,-5-1 0 0,1 1 5 16,0-1 2-16,1 0 0 0,-1-1 1 0,1 0 1 0,0-2 3 15,-1 2 1-15,1-1 4 0,-2-2 3 0,-1 2 2 16,-1-4 6-16,0 4 3 0,-1-1 9 0,1-2 2 16,1 2 8-16,-5 0 11 0,0-4 7 0,0 4 5 15,0 4 2-15,0-6-1 0,-5 3 1 0,5 3-1 16,-5-7-5-16,3 4-4 0,-2 1-1 0,4 2-5 15,-9 0 2-15,9 0-1 0,0 0 2 0,-14 2-2 16,10-1 0-16,-2 4-2 0,1 0-1 0,2-2-3 16,-1 2 1-16,-1 3-1 0,2 1-3 0,0 1 2 0,2-1-2 15,0 3-1-15,-2-1-1 0,6 1 4 0,-3 1-6 16,0 1 2-16,2-2-3 0,1 1 2 16,-3 0-4-16,3-2 4 0,-2 2-7 0,3-1 4 0,-1-3 2 15,-3 4-3-15,4-4-1 0,-4-2 0 0,1 1-5 16,2-3-13-16,-3 0-20 0,1 2-14 0,-1-5-13 15,2 3-16-15,-2-1-28 0,0-4-46 0,4 4-50 16,-4-4-45-16,0 0-148 0,0 0-426 0,0 0 189 16</inkml:trace>
  <inkml:trace contextRef="#ctx0" brushRef="#br0" timeOffset="7635.43">10981 9766 145 0,'3'-6'257'15,"-2"1"-3"-15,3 0-14 0,-2 2-13 0,-1-1-19 16,-1 4-20-16,4-5-24 0,-4 5-16 0,4-1-17 16,-4 1-10-16,0 0-8 0,0 0-15 0,4 8-11 15,-1-3-9-15,-3 1-9 0,0 0-4 0,0 2-9 16,-4 3-3-16,4-1-5 0,-3 3-3 0,2 0-5 15,-2 0-5-15,0 4-2 0,1-4-7 0,2 1 1 16,-2-1-4-16,2 0-3 0,0 2-1 0,-2-2-15 16,0-1-17-16,1-2-9 0,-2 2-13 0,6-3-16 15,-3 1-12-15,1-2-26 0,3-3-26 0,-2 0-25 16,3-4-20 0,-1 2-12-16,3-2-19 0,-7-1-4 0,9-1-101 15,-2-2-321-15,-1-2 141 0</inkml:trace>
  <inkml:trace contextRef="#ctx0" brushRef="#br0" timeOffset="7998.87">11136 9856 129 0,'0'-7'187'0,"1"3"8"0,1 1 0 0,-1-1-6 15,1 0-9-15,-2 4-17 0,1-4-20 0,-1 4-12 16,0 0-16-16,0-4-11 0,0 4-8 0,0 0-11 0,0 0-9 16,0 0-8-16,-1 14-6 0,1-9-5 15,0 0-5-15,-2 2-4 0,2-1-3 0,0 5-8 16,0-4-1-16,2 4-10 0,-2-4 4 0,1 2-4 0,-1 1-3 15,1-1 1-15,2-3-1 0,-3 1-3 0,0 1-3 16,3-6-2-16,-2 1 1 0,-1 1-3 0,3 1 1 16,-2-3 1-16,-1-2-4 0,0 0 0 15,0 0-4-15,6 2 1 0,-6-2 1 0,0 0-2 0,8-7-1 16,-6 2 2-16,1 1-2 0,0 2 9 0,0-5 9 16,-1 5 10-16,3-3 4 0,-4 1 3 0,2-1 7 15,2 2-4-15,-4-1 4 0,3 2 1 0,-4 2-4 16,3-7-3-16,-3 7-7 0,3-4-4 0,-3 4-7 15,0 0-2-15,1-2 3 0,-1 2-5 0,0 0-3 16,0 0-2-16,6 9 0 0,-5-4-3 0,-1-1-3 16,0 3-6-16,2-4-20 0,-2 4-23 0,2 1-18 15,-2-2-25-15,0-1-32 0,0 4-36 0,0-6-37 16,3 4-47-16,-3-3-182 0,1 1-450 0,-1-1 199 0</inkml:trace>
  <inkml:trace contextRef="#ctx0" brushRef="#br0" timeOffset="8217.59">10996 9862 228 0,'-5'-1'304'16,"-1"0"7"-16,6 1-16 0,-8-3-11 0,8 3-9 15,-4-2-16-15,4 2-10 0,0 0-21 0,-4-3-11 16,4 3-15-16,0 0-35 0,0 0-19 0,0 0-14 15,22 1-9-15,-13-1-18 0,3 2-33 0,2-2-36 16,-2 1-40-16,3 3-48 0,-2-3-59 0,0 1-70 16,2-2-91-16,0 2-237 0,-1-2-547 0,-1 0 242 15</inkml:trace>
  <inkml:trace contextRef="#ctx0" brushRef="#br0" timeOffset="9123.75">11171 9783 36 0,'0'0'253'0,"3"-7"-2"0,-3 7-9 15,3-2-5-15,-3 2-12 0,4-3-10 0,-4 3-28 16,1-3-17-16,-1 3-16 0,0 0-19 0,0 0-17 0,0 0-12 15,0 0-11-15,0 0-14 0,0 0-6 0,0 0-9 16,0 0-6-16,0 0-4 0,0 0-6 0,-8 11-6 16,5-5-2-16,1-1-2 0,-5 1-9 0,7 1 0 15,-4-1-20-15,3 1-39 0,-2 3-46 0,0 1-70 16,5-3-74-16,-4 3-207 0,5 0-460 0,1-2 204 16</inkml:trace>
  <inkml:trace contextRef="#ctx0" brushRef="#br0" timeOffset="10233.02">9561 10643 278 0,'-8'-1'276'0,"8"1"-11"0,-5-2-22 0,5 2-17 16,0 0-22-16,0 0-14 0,0 0-12 0,24 5-17 15,-12-3-17-15,3 1-13 0,3-2-21 0,4 1-3 0,-1 2-16 16,0-1-12-16,10-1-5 0,-9-2-6 15,8 3-7-15,-7-3-5 0,-2 0-4 0,-1 0-8 16,0 0-2-16,-3 0-8 0,-3 0 0 0,0-1-19 0,-2-1-16 16,-5 0-19-16,-3 2-26 0,2-3-24 0,-2-1-34 15,-4 4-32-15,1-3-35 0,-1 3-37 0,-5-5-26 16,-2 0-129-16,1 0-392 0,-4 2 174 0</inkml:trace>
  <inkml:trace contextRef="#ctx0" brushRef="#br0" timeOffset="10654.85">9652 10524 67 0,'0'0'201'16,"0"0"-17"-16,0 0-15 0,0 0-18 0,0 0-14 15,0 0-12-15,0 0-2 0,0 0 1 0,0 0-8 16,-9 9-11-16,5-5-9 0,0 1-8 0,-1 0-6 16,0 0-6-16,-3 0-7 0,1 1-6 0,-2 2-3 15,-5-1-1-15,3-1 5 0,1 1 2 0,-3-1-4 16,5-1-2-16,-2 3-7 0,1-4-4 0,1 2-3 15,1-1-5-15,1-1 1 0,1-1-5 0,0-1-3 0,-1 3-3 16,6-1-2-16,-3 0 8 0,3-1 11 0,0-3-1 16,5 6 0-16,-1-2-4 0,1 1-7 15,3-1-2-15,-1 2-6 0,1-2-2 0,4 1-5 0,1 2 0 16,-4-3-3-16,5 5 0 0,-3-3-3 0,-2-1-3 16,1 1-21-16,-1-1-32 0,-3 0-27 0,4 2-39 15,-4-4-43-15,2 5-42 0,0-1-46 0,-4-2-155 16,3 0-425-16,-3 0 188 0</inkml:trace>
  <inkml:trace contextRef="#ctx0" brushRef="#br0" timeOffset="11343.7">10114 10547 81 0,'2'-5'290'0,"2"2"-6"0,-4 3-14 0,0-4-13 16,0 4-23-16,0 0-26 0,0 0-24 0,0 0-19 0,0 0-17 15,0 0-20-15,0 0-10 0,0 0-10 0,0 0-10 16,-4 17-11-16,2-12-11 0,-1 3-2 0,1-2-4 16,0 4-14-16,0 1-2 0,0-1-3 0,2 0-5 15,-2 3-7-15,2-3-4 0,0 2-1 0,0-6-4 16,4 6-4-16,-4-4-2 0,2 2-1 0,-1-2 1 15,2 0-4-15,0-2-2 0,3 4-4 0,-2-4-10 16,-1 1-26-16,1-2-32 0,3 1-31 0,-3-4-38 16,4-2-35-16,-4 3-40 0,-4-3-51 0,10-1-167 15,-10 1-448-15,8-4 198 0</inkml:trace>
  <inkml:trace contextRef="#ctx0" brushRef="#br0" timeOffset="11578.06">10176 10542 159 0,'1'-5'212'15,"-1"5"-8"-15,6-8-4 0,-6 5-4 0,1-3-6 16,2 1-6-16,-2 1-9 0,-1 2-11 0,3-2-10 16,-2 0-13-16,2 0-14 0,-3 4-14 0,4-4-14 15,-1 1-7-15,-3 3-11 0,8 0-7 0,-8 0-10 16,11-3-4-16,-11 3-7 0,11 1-7 0,-4-1-3 0,-1 2-18 15,2 1-23-15,-2 0-22 0,4-1-30 16,-3 1-30-16,-1 1-29 0,1-1-44 0,1-1-36 16,-4 1-32-16,3 0-119 0,-4 0-367 0,2-1 162 0</inkml:trace>
  <inkml:trace contextRef="#ctx0" brushRef="#br0" timeOffset="11796.78">10142 10610 39 0,'-4'0'194'16,"4"0"-8"-16,-4 1-5 0,4-1-9 0,0 0 7 15,-4 5 9-15,4-5 0 0,0 0-14 0,8 4-17 16,-4 0-16-16,4 0-11 0,0-3-15 0,3 0-12 16,1 3-9-16,-1-1-10 0,0 2-9 0,1-2-12 15,-1-2-37-15,2 1-49 0,-1 0-50 0,0-2-57 16,0 0-53-16,-4 1-164 0,-1-2-376 0,0 1 167 0</inkml:trace>
  <inkml:trace contextRef="#ctx0" brushRef="#br0" timeOffset="12312.36">10409 10549 177 0,'0'0'204'0,"0"0"-26"0,0 0-15 0,-9 0-13 16,9 0-9-16,-8 4-23 0,4 0-3 0,0 0-9 16,0 0-8-16,-2 2-11 0,2-1-1 0,3 5-14 15,-7 0-9-15,4-3 0 0,1 5-4 0,-1 0-6 16,-1-2-4-16,0 1-10 0,3-1 1 0,-1 1-6 15,-1-4-4-15,4 0 0 0,-1 1-3 0,-3-4-5 16,2 3 0-16,1-2-2 0,1-1 0 0,-1 1 0 16,1-1 12-16,0-4 4 0,1 4-5 0,-1-4-1 0,0 0-4 15,0 0-1-15,13-8-5 0,-9 4-1 0,2-2-2 16,2-2 0-16,-4-1 1 0,4-2-2 0,-1 1-4 16,0-2-1-16,3-2-1 0,0 1-2 0,-3-2 0 15,4-2-1-15,-3 6 9 0,-2-2 15 0,-1 2 2 16,-1 0 1-16,0 2 8 0,0-1 7 0,-1 4 6 15,0 0 6-15,2 1-1 0,-4 1-4 0,2 2-9 16,0-2-4-16,-3 4-10 0,3-4-5 0,-3 4 1 16,5 0-2-16,-5 0-4 0,9 5-5 0,-6 0-1 15,0 0 5-15,1 1-7 0,-1 3-2 0,0-2-5 16,-2 0 3-16,5 4-4 0,-4 1 7 0,1-2-7 16,1 0 3-16,0 3-3 0,0-3 0 0,0 0 0 0,-1 1-4 15,0 0 3-15,1-4-2 0,-3 4-5 0,2-3-14 16,-2-1-19-16,2 0-25 0,1-2-25 15,-4 1-25-15,1-2-23 0,1 0-32 0,-2-4-43 16,2 3-52-16,-2-3-143 0,0 0-435 0,0 0 193 0</inkml:trace>
  <inkml:trace contextRef="#ctx0" brushRef="#br0" timeOffset="12499.84">10400 10675 205 0,'0'0'281'0,"0"0"-5"0,0 0-11 0,0 0-6 16,0 0-20-16,0 0-21 0,0 0-24 0,0 0-22 16,0 0-12-16,26-1-18 0,-15 1-14 0,3-1-16 15,1 1-39-15,-3 0-48 0,4 0-59 0,-2 0-74 16,2-3-86-16,-2 3-209 0,2 0-435 0,-2 0 193 16</inkml:trace>
  <inkml:trace contextRef="#ctx0" brushRef="#br0" timeOffset="14494.5">11310 9559 114 0,'-2'-6'185'0,"0"1"-6"0,-2-1-4 0,0 2-7 15,-1-1-5-15,-2-4-13 0,4 4-12 0,-2 0-7 0,-1 0-6 16,-1 0-9-16,2 1-11 0,-4 0-11 15,0-3-12-15,1 2-7 0,-7 0-5 0,4 0-8 16,-3-1-7-16,1 2-5 0,-2-1-7 0,-1-3-1 0,-4 4-8 16,3 0-1-16,-5-1-3 0,6 0-3 0,-3 2-1 15,1 2-4-15,5 0-3 0,-5-4-1 0,3 4-3 16,-1 1 2-16,2 0 0 0,-6-2 0 0,5 2 1 16,0 0 2-16,-4 2-2 0,-2-4-2 0,1 2 0 15,9 0-4-15,-3 2 2 0,-2-2-3 0,1 3-1 16,0-3-2-16,1 3 0 0,1-1-1 0,-1 0 0 15,1 1-2-15,1 0 3 0,-2 2-4 0,3-1 1 16,-1-3-2-16,-3 3 0 0,4 3-3 0,-2-3 2 16,3 1 2-16,-4-2-1 0,4 4 4 0,-3-2-5 15,3 0 1-15,0 0-2 0,0 2-1 0,2-2 0 16,-4 1 0-16,2 1 2 0,1-1-1 0,-2 0-1 16,3 4 0-16,1-4 1 0,-1 1 1 0,-2 1 1 0,2 0-2 15,3 0 1-15,-1 2-1 0,-3-3 0 16,3 2-2-16,1-1 2 0,1 1-5 0,-2 0 6 15,2-1-4-15,0-1 4 0,-1 2-1 0,1-1 0 0,-2 1 0 16,2-1 0-16,1-2 1 0,-1 3-2 0,-2-2 3 16,4-1-3-16,0 2 2 0,0-1-5 0,1-1 2 15,-2 3 2-15,3-5-3 0,-4 1 3 0,2 2 0 16,1-1-1-16,-2 2 3 0,2-3-3 0,1 2-1 16,-3 1 2-16,3-3-1 0,-5 2 2 0,4 1-2 15,-1 0 0-15,2-2 3 0,-1 1-2 0,-2 1 1 16,3 0-4-16,-3 1 4 0,6-4-2 0,-3 3 2 15,0 0 0-15,-3-2-3 0,3-1 3 0,-1 3-2 16,1-3 1-16,0-2 2 0,0 4-4 0,0-2 2 16,0 1 1-16,0 1-1 0,0-2 0 0,0 0-1 15,0 1 1-15,0 1-1 0,-3-3 2 0,6 1-1 16,-3 2 0-16,0-3 1 0,0 2 0 0,1 2 1 16,-1-3-1-16,3 0 0 0,-1 1 10 0,0 0 7 0,5 1 1 15,-6-1 3-15,3 0-5 0,5-1-1 0,-5 3 1 16,-1-3-2-16,2 1-1 0,3-1-3 15,-3 2-2-15,5 1 3 0,-2-3-2 0,2 1-1 0,-1 1-2 16,2-2 4-16,0 1-4 0,-3 1 1 0,-1-1-4 16,4-1 3-16,-2 3-2 0,1-2 0 0,-3-2-4 15,2 5 0-15,2-4 2 0,0 1 2 0,1-1-1 16,-2 0 7-16,3 0-4 0,-3 0-1 0,2-1 3 16,2 1 1-16,-2-2 0 0,4 2 4 0,-2-3 9 15,-1 2 0-15,2-1-2 0,-1-2-3 0,2 2 1 16,3 0-4-16,-5-1 1 0,2 2-4 0,-2-4-2 15,2 1 1-15,-4-1 1 0,7 1 7 0,-5 0 6 16,2-1-1-16,-5-1 3 0,0 0-2 0,4 1 1 16,0-3-2-16,-1 3-2 0,-1-3 0 0,1 2-5 15,-2-2-1-15,0 0-1 0,3 0 4 0,-1-2-8 16,6-2 0-16,-1 3 1 0,-4-3-1 0,4-2 0 16,-4-1-2-16,4 0 1 0,-1-2-5 0,1-1 2 0,-4 3-2 15,4-5 1-15,-3 1 20 0,6-7 6 16,-7 6 15-16,-4-2 8 0,2 1-2 0,-2-3 10 15,-1-1 9-15,-3 0 4 0,1-5 3 0,0-2 18 0,-4 2 4 16,-4-2-6-16,-1 0 6 0,-6 0-4 0,2 3-10 16,-5-6-5-16,-5 2-12 0,-1 0-9 0,-2 0-7 15,-1 0-5-15,-2-2-8 0,0 6-21 0,-1-1-29 16,-2 1-54-16,2 4-43 0,-4 1-40 0,3 2-32 16,4 8-35-16,4 1-65 0,0 4-83 0,1 2-302 15,2 1-717-15,4 2 318 0</inkml:trace>
  <inkml:trace contextRef="#ctx0" brushRef="#br0" timeOffset="15416.28">13383 9571 208 0,'0'0'284'16,"0"0"-16"-16,0 0-19 0,0 0-14 0,0 0-21 15,0 0-22-15,0 0-20 0,0 0-18 0,0 0-16 16,0 0-16-16,0 0-14 0,0 0-10 0,0 0-7 16,3 16-11-16,-3-13-9 0,1 5-5 0,0 1-8 15,2-1-5-15,-3 5-8 0,0-3-1 0,2-1-2 16,-1 1-7-16,-1-1-2 0,0 2-3 0,1-4-6 15,2 4-2-15,-2-4 1 0,1-1-3 0,-1 0-1 16,-1-1 2-16,3 0 23 0,1-2 23 0,-2 1 19 16,4-3 9-16,-2 4 1 0,3-4 5 0,4-2 9 15,1 0-1-15,-1-4 1 0,4 1 0 0,1-2-8 16,3-1-4-16,-5-1-7 0,9-3-8 0,-5-1 0 0,-1-1-16 16,7-5-9-16,0-3-6 0,-9 8-7 0,7-8-10 15,-3 3-13-15,-3 3-29 0,-2-2-24 16,2 3-28-16,-5 0-30 0,0 4-32 0,-2 1-49 0,0 1-60 15,0 2-80-15,-4 2-335 0,2 0-698 0,-3 1 309 16</inkml:trace>
  <inkml:trace contextRef="#ctx0" brushRef="#br0" timeOffset="18230.02">10600 10452 22 0,'-1'-3'181'0,"1"3"0"16,-3-7-5-16,3 3-6 0,0 4-5 0,0-6-7 16,0 3-5-16,-1-2-5 0,1 5-7 0,0-9-1 15,-3 5 1-15,3-2-8 0,-1-1-4 0,1 2-11 16,-2-1-10-16,1-2-3 0,0 2-4 0,-1 0-4 15,-2-1-6-15,0 0-9 0,3 2-6 0,-3-1-6 16,1 0-8-16,-2 0-5 0,2 0-7 0,-3 0-5 16,1 0-4-16,-3 2-8 0,2-2-1 0,0 1-3 0,-3 0-5 15,1 3 0-15,0 1-5 0,0-4-2 0,1 4-3 16,-2-3 0-16,-1 4-2 0,3-1 0 16,-2 0 1-16,-3-2-5 0,2 2 2 0,-2 1-2 0,0 1-3 15,1-1 3-15,-3 2-5 0,0-1 2 0,0 0-4 16,1 2 5-16,1-1-1 0,-3-1 2 0,3 2-4 15,-3 0-2-15,2-1-1 0,1 2 3 0,0 0-3 16,-1 1 3-16,-1-1-6 0,2-3 1 0,0 7-1 16,-1-4-3-16,1 1 10 0,0-2-8 0,2 4 4 15,-2-3-2-15,0-1-1 0,2 3 4 0,-2-2-3 16,4-2 2-16,-2 1 0 0,-2 0 0 0,5 0 3 16,-1 0 10-16,1 0 3 0,-2-1 0 0,1-1 2 0,1 2-4 15,0 0 5-15,-1 0-3 0,1-1-4 16,2 2 0-16,-1-2-4 0,2 0 0 0,-3 2 13 15,1-1-15-15,0 2-2 0,2-1-4 0,-3 1 7 16,3 0-2-16,-1 0-2 0,-1 2-2 0,-1-2 3 0,3 0-4 16,-1 1 5-16,0-1-2 0,-1 2-1 0,2 3 2 15,0-5-3-15,1 3 1 0,0 0 1 0,2-1-1 16,-2-1 0-16,2 1-2 0,1 1 4 0,-4 2-1 16,4 0 2-16,0-3 0 0,4-1-1 0,-3 1 0 15,-1 3 2-15,4-2-2 0,-4 0 4 0,4 1-3 16,2-1-3-16,-2 1 2 0,0-4 1 0,-1 4-1 15,1-3-3-15,3 4 3 0,-5 0-2 0,5-2 0 16,-1 3-5-16,-1-4 6 0,-1 3-3 0,3-3 0 16,0 2 2-16,0-2 2 0,0 2-2 0,-1-1 1 15,2 1 2-15,-1 0-3 0,1-1 2 0,-1 1-2 16,3 0-1-16,-1-3 3 0,0 3 1 0,1-4-1 0,0 2 2 16,3 1-4-16,-2-3 4 0,-1 1-3 0,3 2 1 15,1-3-6-15,1-4 7 0,-2 4-1 0,5 0-2 16,1-1 2-16,-5-1-6 0,4 1 5 0,0-3-3 15,3-4 3-15,-6 6-1 0,0-1-1 0,5-2 7 16,2 0-8-16,-2 0 3 0,-2-2 4 0,1-2 8 16,-4 4 6-16,0-2 11 0,4-1 3 0,0-3 3 15,-5 0 6-15,1 4 8 0,-2-4 5 0,4-4 13 16,-1 3-4-16,-5-2 12 0,2-1 0 0,2-2-1 16,-4-1-1-16,-1 3 8 0,3-3-2 0,-3 4 2 15,-2-5-7-15,3 0 1 0,-7 1 10 0,4 2-2 16,-2-2-6-16,-4 0-6 0,5 1-5 0,-4 0-7 15,-2-2-6-15,0 1-11 0,-1 0-2 0,-2 1-8 0,0-1-2 16,-2 1-7-16,-1 1-21 0,-2-3-20 16,0 2-47-16,-1-2-36 0,-3 0-55 0,2-2-49 15,-1 8-53-15,1-2-57 0,2 0-85 0,-4 1-302 0,4 1-756 16,-1 1 334-16</inkml:trace>
  <inkml:trace contextRef="#ctx0" brushRef="#br0" timeOffset="19136.18">12771 10558 155 0,'0'4'214'0,"0"2"-4"0,4-3-8 0,-3 0-6 0,1 2-11 16,-1-1-8-16,2 1-9 0,0 0-10 15,-2 0-13-15,3 0-17 0,-1 2-11 0,-2-3-10 16,3 1-14-16,-3 0-8 0,1 0-7 0,-1 0-9 0,2 0-8 16,-3 1-7-16,0-1-4 0,4-2-2 0,-5 2-6 15,2 1-4-15,2-4-2 0,-2 2 0 0,-1-4-6 16,2 5 2-16,-2-5 32 0,2 4 21 0,-2-4 22 15,2 2 37-15,-2-2 15 0,0 0-2 0,0 0-6 16,15-2-18-16,-9-1-3 0,7 0-4 0,-3-1-9 16,4-1-10-16,-3-2-11 0,8-2-3 0,-1 0-11 15,-2-1-11-15,2-2-8 0,-2 2-13 0,2-5-15 16,-3 4-23-16,1-1-26 0,1-2-31 0,-1-1-63 16,-4 4-48-16,1 0-51 0,-3 2-63 0,1-2-82 15,-3 3-272-15,0 1-676 0,-1-2 299 0</inkml:trace>
  <inkml:trace contextRef="#ctx0" brushRef="#br0" timeOffset="44056.43">13911 9995 117 0,'0'0'346'0,"1"-6"-16"15,-1 4-9-15,0 2-20 0,4-3-25 0,-4 3-8 16,0 0-20-16,3-5-20 0,-3 5-20 0,7 0-19 0,-7 0-11 15,13 5-1-15,-3-2-19 0,4-1-10 0,0 3 2 16,4 1-16-16,3 2 0 0,7 1-22 0,6-1-2 16,3 1-13-16,4 1-5 0,-2-3-11 0,14 1-5 15,-12 0-13-15,13-5-1 0,-2 3-6 0,-7-2 1 16,-3-2-2-16,2 1-10 0,-2-3-3 0,-4 0 0 16,1-3-9-16,-5 2-3 0,0-3 1 0,-12 0-5 15,-4 2-7-15,-3-1-10 0,-2 0-1 0,-3 1-15 16,-1-1-23-16,-2 1-38 0,0-3-49 0,-4 3-40 15,-2-3-28-15,-1 5-22 0,0 0-29 0,-7-4-44 16,7 4-33-16,0 0-264 0,-20 5-623 0,13 0 276 0</inkml:trace>
  <inkml:trace contextRef="#ctx0" brushRef="#br0" timeOffset="44431.4">14747 9849 340 0,'0'0'322'16,"0"0"-29"-16,0 0-26 0,0 0-22 0,0 0-13 15,0 0-17-15,18 4-23 0,-13-1-12 0,2-1-20 16,-3 2-19-16,3-1-13 0,-1 1-14 0,0 2-11 16,-2-1-9-16,3 1-14 0,-4 0-7 0,1 0-6 15,2 1-5-15,-4 1-10 0,2 0 0 0,0 1-6 16,-4 1-6-16,3 0 0 0,-3 2-4 0,-3-5-5 16,2 6-3-16,-2-1-3 0,-1 1-1 0,-2-3-5 15,3 0-9-15,-3 1-16 0,-2-3-19 0,0 5-20 16,3-4-29-16,-1 1-30 0,-1 2-41 0,2-4-62 15,3 0-60-15,-3-2-206 0,5-1-513 0,0 1 226 0</inkml:trace>
  <inkml:trace contextRef="#ctx0" brushRef="#br0" timeOffset="44868.85">15415 9916 185 0,'10'-11'241'15,"2"3"-5"-15,-3-3-2 0,2-1-7 0,0-2 3 16,-1 2-6-16,-2 1-2 0,-3-6-4 0,-1 5-5 0,3-6-3 15,-5 6-12-15,-1 0-11 0,-1-2-2 0,0 0-22 16,-1 1-9-16,-2 0-5 0,-3 2-7 0,2-1-10 16,0 2-11-16,3 1-16 0,-5 3-14 0,1-1-4 15,1 2-17-15,0 1-9 0,-3 0-15 0,2 2-5 16,-2 2 1-16,7 0-9 0,-15 2-11 0,2 3 4 16,3 1-4-16,2 1-5 0,-2 2-6 0,-2 5 1 15,4-2 1-15,1 3 6 0,0 2-6 0,-1 3-5 16,3 1 5-16,0-1-7 0,4 10 3 0,-2-3-1 15,3 2 3-15,2-1-3 0,0 2 2 0,3 0 0 16,0 0 4-16,-1-3-8 0,1 1-1 0,-3-6 3 16,3 2-4-16,-1-3-4 0,-1 0 0 0,-2-1-14 0,2-1-28 15,-1-2-14-15,0-4-23 0,-2 1-9 0,4-1-28 16,-8-3-13-16,4 1-18 0,-2-1-16 16,0-2-26-16,1-2-31 0,-1 0-27 0,2-1-37 0,-2-4-208 15,2-1-532-15,-2 4 236 0</inkml:trace>
  <inkml:trace contextRef="#ctx0" brushRef="#br0" timeOffset="45103.2">15281 10012 168 0,'-5'-7'310'0,"3"2"0"0,-1-1 3 16,-3 1-13-16,5 2-6 0,-2 1-16 0,3 2-12 15,-2-5-6-15,2 5-40 0,0-5-17 0,0 5-28 16,0 0-22-16,0 0-11 0,13 0-18 0,-6 6-31 16,8-2-31-16,0 5-30 0,4 0-29 0,0-2-29 0,2 2-36 15,0 0-48-15,0 0-41 0,-1 0-44 0,3-3-48 16,-4 0-44-16,2 1-152 0,2-1-475 16,-5-1 209-16</inkml:trace>
  <inkml:trace contextRef="#ctx0" brushRef="#br0" timeOffset="45275.06">15637 10078 67 0,'0'0'257'16,"5"0"11"-16,-5 0 6 0,3-2-4 0,-3 2-10 16,0 0-14-16,0 0-22 0,0 0-18 0,0 0-24 15,0 0-24-15,0 0-19 0,0 0-10 0,4 14-11 16,-4-9-15-16,0 6-12 0,0-1-9 0,0 4-3 16,-3 3-11-16,6 3 1 0,-3 0-9 0,-3 9-6 15,2-2-17-15,-3 2-48 0,0-1-56 0,-2 2-78 16,3-9-97-16,-3 6-254 0,3-7-538 0,-1 0 238 15</inkml:trace>
  <inkml:trace contextRef="#ctx0" brushRef="#br0" timeOffset="46807.68">13814 10697 92 0,'0'0'395'15,"-5"-6"5"-15,2 3 7 0,3 3-13 0,-1-7-10 16,1 7-21-16,-2-2-18 0,2 2-28 0,0 0-24 16,3-6-29-16,5 3-25 0,-4 1-24 0,3 0-21 15,3 2-23-15,5 0-13 0,5 0-19 0,3 2-9 0,11 3-18 16,-1 1-12-16,2-1-12 0,2 4-8 0,4 0-10 16,-2 0-13-16,-2-2-16 0,2 4-30 15,-3-2-25-15,-1-1-33 0,-4-1-33 0,2 1-27 0,-4 1-24 16,-1-3-19-16,-8-2-19 0,-2 3-28 0,-2-5-15 15,-2-2-18-15,-2 1-22 0,-1-1-19 0,0 0-28 16,0-1-25-16,-3 1-172 0,-4-2-538 0,-1-4 238 16</inkml:trace>
  <inkml:trace contextRef="#ctx0" brushRef="#br0" timeOffset="47198.26">14410 10605 136 0,'0'0'220'0,"0"0"-19"16,0 0 18-16,0 0-2 0,0 0-7 0,8 10-13 16,-4-6-12-16,4 4-17 0,2-2-12 0,0 4-12 15,2-3-12-15,1 5-11 0,3-1-14 0,0 2-11 16,0-2-11-16,-2 1-9 0,-1-1-4 0,-2-2-11 16,0 0 1-16,-4 0-12 0,1-2-7 0,-3 3-2 15,1-2-8-15,-5 0 2 0,0 0-5 0,-1-3-6 0,-1 4-3 16,-4-4-1-16,-1 0-4 0,-2 4 0 0,-3-1-5 15,0-3-12-15,-4 1-16 0,3-2-16 0,-3 1-24 16,4 1-28-16,2 1-41 0,-1 0-57 0,-1-4-43 16,6 2-188-16,2 1-447 0,-1-1 199 0</inkml:trace>
  <inkml:trace contextRef="#ctx0" brushRef="#br0" timeOffset="47620.09">15144 10661 171 0,'5'-5'309'0,"0"-1"-5"0,1-1-17 15,-1-1-22-15,0 2-12 0,-1-2-11 0,-1 1-14 16,0 0-20-16,2-2-11 0,-2-1-10 0,-2 3-11 15,2-3-16-15,1 2-16 0,-4-2-13 0,0 3-14 16,0-1-8-16,0 1-12 0,-4 0-12 0,4-1-10 16,-4 2-11-16,1 1-2 0,-1-2-8 0,1 4-12 15,-1-2 1-15,-1 2-15 0,-2 0-3 0,0 2-3 16,7 1-2-16,-12 1-5 0,7 2 4 0,-2 0-7 16,2 0-10-16,-4 4 3 0,4 2-2 0,-2 1 8 15,3 2-9-15,-1-1 5 0,0 7 4 0,1 0-2 16,3 2-2-16,-2 9-4 0,3-9 2 0,0 7 7 0,3-1-5 15,-2-3-5-15,-1 2 6 0,0 1-5 0,3-5 2 16,-2 0 0-16,-1-1-3 0,2-1 2 0,-4-1 3 16,4-1-2-16,-2-3-4 0,0-1-5 0,0 0-23 15,0-3-16-15,0 2-21 0,1-5-25 0,-2 1-25 16,1-3-38-16,0 3-34 0,0-3-41 0,0-5-59 16,1 5-229-16,3-4-557 0,-4-1 247 0</inkml:trace>
  <inkml:trace contextRef="#ctx0" brushRef="#br0" timeOffset="47823.2">15016 10761 84 0,'-1'-4'343'16,"-4"-1"1"-16,2 1-13 0,3 0-23 15,0 4-25-15,0-5-29 0,0 5-30 0,8-5-22 0,-2 4-19 16,3 1-22-16,1 0-11 0,3 1-37 0,-2 0-32 15,3 2-36-15,-1 0-49 0,1 0-53 0,1 0-58 16,-1 1-49-16,6-1-56 0,-8 1-205 0,3 0-459 16,0 1 203-16</inkml:trace>
  <inkml:trace contextRef="#ctx0" brushRef="#br0" timeOffset="48104.42">15286 10839 160 0,'0'0'203'0,"0"4"-4"0,0-4 4 16,1 5-17-16,1 0-4 0,-1-1-5 0,-1 1-14 0,5-1-17 15,-2 1-14-15,-3 0-16 0,4 1-12 0,-2-2-7 16,-1 3-10-16,-1-2-11 0,0-1-8 0,0 1-5 16,0-1-10-16,-1 1 0 0,-1 0-8 0,-1 0-3 15,2-1-2-15,-2 0-3 0,3 1 21 0,0-5 5 16,-1 5 2-16,1-5-5 0,-4 5 3 0,4-5 16 15,0 3 14-15,0-3 10 0,0 0 7 0,0 5 11 16,0-5 5-16,5 4-1 0,2 0-14 0,0-3-9 16,3 3-15-16,3-3-4 0,1 3-20 0,5 1-34 15,2-1-61-15,0-2-67 0,9 2-86 0,-1-1-102 16,-5-2-308-16,4-1-646 0,-6-1 286 0</inkml:trace>
  <inkml:trace contextRef="#ctx0" brushRef="#br0" timeOffset="48786.8">13920 11491 230 0,'0'0'363'0,"-4"-2"-8"0,0 0-7 0,4 2-25 0,0 0-2 15,0 0-10-15,-4-4-9 0,4 4-3 0,0 0-20 16,0 0-14-16,0 0-26 0,35 6-25 16,-14-3-18-16,10 6-21 0,9-4-14 0,-1 0-18 0,15 4-13 15,-10-3-15-15,9 3-13 0,1-3-8 0,-13-1-11 16,0-2-12-16,1 3-29 0,-4-4-30 0,2 0-47 16,-5-1-49-16,-1-1-50 0,1 1-55 0,-14 0-51 15,2-3-71-15,-3-2-77 0,-6 2-244 0,-3-4-685 16,0 1 302-16</inkml:trace>
  <inkml:trace contextRef="#ctx0" brushRef="#br0" timeOffset="49068.02">14617 11451 27 0,'0'-4'381'15,"0"4"-2"-15,0 0-16 0,0 0-18 0,0 0-30 16,0 0-28-16,0 0-26 0,0 0-29 0,0 0-24 16,0 0-20-16,15 5-25 0,-7-1-17 0,3 3-13 15,0 0-14-15,1 1 2 0,4 2-16 0,-1 2-19 16,0-2-9-16,0 4-7 0,0-1-8 0,-1-3-8 16,-4-1-18-16,0 1-26 0,-3-1-17 0,1 3-6 15,-4-3-21-15,-3-3-18 0,1 4-8 0,-1-3-8 16,-2 2-1-16,-2-7-1 0,-1 2-9 0,-5 3-7 15,0-1-11-15,1-4-18 0,-4-1-26 0,1 4-32 16,0-4-44-16,3 0-45 0,-1 3-176 0,0-4-474 0,4 0 210 16</inkml:trace>
  <inkml:trace contextRef="#ctx0" brushRef="#br0" timeOffset="49411.74">15264 11387 169 0,'0'-10'296'15,"3"-3"2"-15,-3 4-1 0,0 1-12 0,3 2-2 16,-3-2-22-16,1 4-25 0,-2-2-24 0,1 6-21 16,0-8-26-16,-5 6-20 0,5 2-13 0,-6-3-16 0,6 3-15 15,-14 1-10-15,10 3-10 0,-4 2-11 16,1 2-2-16,-2-1-10 0,-1 2-4 0,2-2-3 15,1 5-10-15,-5 2 3 0,2 0-11 0,4-1-1 0,-3 4-1 16,4-1-4-16,2 2-2 0,0 2-2 0,2-1 0 16,2 4 2-16,1-6-4 0,2 3-1 15,0 2-2-15,-1-3-2 0,2 1 2 0,2 1-4 0,-2-3 4 16,2 0-10-16,0-1-1 0,-3-1-23 0,0-3-9 16,1 0-20-16,-2-2-31 0,3-2-36 0,-5-1-41 15,0-1-46-15,2 0-63 0,0-2-57 0,-3-1-165 16,3-1-522-16,-3 1 231 0</inkml:trace>
  <inkml:trace contextRef="#ctx0" brushRef="#br0" timeOffset="49614.84">15170 11562 86 0,'-4'-5'359'0,"3"0"-6"0,1 0-11 0,-3 1-11 15,3-1-21-15,0 5-18 0,-1-7-25 0,1 4-26 0,0 3-32 16,0 0-26-16,0 0-28 0,5-2-31 0,-5 2-37 16,14 4-45-16,-2 2-39 0,-3-3-45 0,1 4-57 15,7 1-51-15,0-1-71 0,2 3-258 0,0 1-519 16,0-1 230-16</inkml:trace>
  <inkml:trace contextRef="#ctx0" brushRef="#br0" timeOffset="50036.68">15419 11625 56 0,'-3'-5'325'16,"3"5"-22"-16,0 0-25 0,4-4-33 0,-4 4-25 15,0 0-20-15,7-1-21 0,-7 1-20 0,0 0-12 0,14 5-18 16,-7-4-14-16,0 2-14 0,-2 3-9 0,2-2-12 16,-3 3-15-16,5 1-15 0,-2-1-18 0,-3 1-10 15,-2-2-10-15,0-2-6 0,0 2-2 0,-2 2-2 16,0-3 3-16,0-1-5 0,-3 1-1 0,0-1-1 16,-1-1 2-16,0-1-2 0,-1 2 2 0,-2-2-1 15,3 2 1-15,-3-1-1 0,7-3-1 0,-8 2-1 16,4-1 1-16,0 4-2 0,4-5 0 0,-7 2 4 15,7-2 0-15,0 4 4 0,0-4 4 0,0 7 8 16,3-3 3-16,0 2 1 0,3-1-1 0,0 0 1 16,0 1-2-16,4 3 3 0,-3-1-1 0,2 0-4 15,-3-1-1-15,3-1-4 0,-6 1 2 0,4 1-4 16,-2-4-2-16,-2 2-2 0,-2-1 2 0,2 1-4 0,-3 0 1 16,0-1 2-16,0-2 0 0,-4 1-4 0,-2-1 4 15,-3-1-9-15,-1 4-17 0,-2-3-35 16,-5 2-56-16,-3-1-73 0,-1-3-57 0,-9 2-170 15,7 0-446-15,-6-2 197 0</inkml:trace>
  <inkml:trace contextRef="#ctx0" brushRef="#br0" timeOffset="50755.35">14002 12076 320 0,'-4'-3'376'0,"4"3"-4"16,0 0-16-16,-5-2-9 0,5 2-27 0,0 0-29 0,0 0-36 15,14-3-23-15,-5 3-24 0,7 0-19 0,3 3-20 16,14 2-17-16,7 0-16 0,-3 1-12 16,4 2-13-16,13 2-12 0,-13-2-14 0,15 3-26 0,-15-4-31 15,-1-1-26-15,0 1-33 0,1-1-42 0,-6-2-37 16,2 0-44-16,-6 3-49 0,-9-5-57 0,0 1-307 16,-5-2-614-16,-6-1 272 0</inkml:trace>
  <inkml:trace contextRef="#ctx0" brushRef="#br0" timeOffset="51302.17">13927 12512 292 0,'-2'-2'301'0,"2"2"-16"0,0 0-17 0,13-4-18 16,-1 3-25-16,11 1-22 0,7 1-20 0,7 1-18 16,1 1-19-16,0 1-12 0,19 8-16 0,-2-4-10 15,-13-1-14-15,-1 1-25 0,2-1-44 0,10 6-54 16,-16-3-66-16,3-2-73 0,-4 1-86 0,-2-2-133 15,0-1-419-15,-11-1 185 0</inkml:trace>
  <inkml:trace contextRef="#ctx0" brushRef="#br0" timeOffset="83358.47">11465 5360 68 0,'0'0'268'15,"-4"3"2"-15,4-3 0 0,-7 1-7 0,7-1-20 16,-5 3-10-16,5-3-23 0,0 0-21 0,-7 1-14 16,7-1-17-16,0 0-7 0,0 0-12 0,0 0-7 15,0 0-4-15,0 0 2 0,0 0-4 0,11 5-8 16,-5-3-6-16,6 0-5 0,3 0-7 0,1 0-10 15,5 2-7-15,7-2-6 0,2 3-1 0,4-2-5 0,1-1-18 16,3 2 11-16,3 0-7 0,16 0-6 0,2 1 2 16,-3 0 1-16,2-1-19 0,3 1 5 15,-2 1 10-15,2 1 0 0,-4 4 8 0,4-5 2 0,-1 4-2 16,-1-2 1-16,-1 2 2 0,-1-3 2 0,3 2-17 16,-5 1-4-16,0 1-2 0,-14-5-1 0,12 3-6 15,-11-2 3-15,-1-1-9 0,-1 3 0 0,-1-3-3 16,2 2-4-16,-3 0-1 0,-1-2 1 0,3 0-8 15,-6 0 2-15,4 1 1 0,-1-1-6 0,-1 1 5 16,-4-2-8-16,1 1 7 0,1 1-2 0,2-2-7 16,-3 3 5-16,0-5-6 0,-1 4 2 0,0-1 1 15,-2-1-1-15,2 1-1 0,-3 0-2 0,-5-2 3 16,-2 0-4-16,8-1 3 0,-10 3 0 0,3-2-1 16,0-2 0-16,-3 1-2 0,0 0 3 0,1 3-5 15,-1-2 3-15,0-1 0 0,-2 0-2 0,1 1 0 16,-2 0 3-16,-3-2-2 0,0 2 1 0,2-1-2 0,-2-1 2 15,-1 1 0-15,-4-1-1 0,2-2 0 0,-5 1 1 16,2 0-2-16,-3-1 9 0,-5 0-7 16,9 2-1-16,-9-2-8 0,0 0-12 0,7 2-22 0,-7-2-39 15,0 0-61-15,0 0-58 0,0 0-48 0,-5-10-60 16,5 10-80-16,-11-6-277 0,-2 1-720 0,5-2 319 16</inkml:trace>
  <inkml:trace contextRef="#ctx0" brushRef="#br0" timeOffset="157940.49">2340 13680 1 0,'3'-6'201'0,"0"4"14"16,-3-5 7-16,1 2 16 0,-1-1 7 0,3 1 12 16,-2 0 3-16,2 2 9 0,-3-1 2 0,1 0-6 15,-1 4-13-15,4-7-1 0,-4 7-14 0,2-3-18 16,-2 3-14-16,0-4-16 0,0 4-18 0,0 0-19 15,1-4-16-15,-1 4-22 0,0 0-12 0,0 0-20 16,0 0-7-16,0 0-11 0,0 0-10 0,0 0-3 16,0 14-4-16,3-7-4 0,-2 2-5 0,5 4-4 15,0 3-2-15,0 1 3 0,3 0-11 0,-2 1 2 16,0 1-7-16,0 2 3 0,2-2-7 0,-2 1-14 16,1 0-16-16,-1-1-16 0,5 8-3 0,-8-9-23 15,2-2-19-15,-1 0-14 0,-1-3-14 0,3 2-8 0,0-2-10 16,-6-3-5-16,2 1-12 0,0 0-13 0,-2-1-15 15,0-2-20-15,-1-1-38 0,2 0-36 16,1-3-16-16,-3 0-216 0,1-1-535 0,-1-3 237 0</inkml:trace>
  <inkml:trace contextRef="#ctx0" brushRef="#br0" timeOffset="158362.34">2630 13875 21 0,'0'0'246'16,"0"0"-7"-16,0 0-22 0,0-6-14 0,0 6-24 15,0 0-20-15,0-3-17 0,0 3-20 0,0 0-14 16,0 0-10-16,0 0-11 0,0 0-6 0,12 9-9 16,-9-2-10-16,2 0-4 0,0 2-6 0,0 0-7 15,0 1-4-15,2 2-2 0,-4-2-3 0,2 0-6 16,-1 4-5-16,1-3-1 0,-3-3-4 0,0 0-1 15,-1-2-1-15,1 1-2 0,0-1-2 0,-2-2 1 0,4-1 2 16,-4 2-2-16,1-2 41 0,-1-3 36 16,3 5 28-16,-3-5-12 0,0 0-8 0,0 0-10 15,11-13-9-15,-7 8-2 0,3-3-3 0,0-1 6 0,-2 0 4 16,3 2-12-16,-1-1 17 0,-2 1 8 0,4-2-4 16,-4 4-5-16,-1-1-5 0,3 1-11 0,0 0-4 15,-5-1-13-15,4 2-3 0,-2 1-10 16,-1 0 4-16,2 2-18 0,-5 1-2 0,11 0-3 0,-11 0 0 15,11 4-11-15,-5-2-3 0,-1 2-5 0,4 5-1 16,-2-1-35-16,0 0-3 0,0 0-27 0,-1 2-22 16,0 1-13-16,-2-1-18 0,0 0-19 0,-1 1-22 15,0-1-37-15,-1-1-40 0,3-4-38 0,1 1-42 16,-6 0-158-16,4-3-509 0,0 0 225 0</inkml:trace>
  <inkml:trace contextRef="#ctx0" brushRef="#br0" timeOffset="159518.67">3324 13775 26 0,'4'-10'189'0,"0"2"1"0,-1 0 10 16,-2 1-1-16,3 0-10 0,0 1 8 0,-3-2-5 15,1 2-8-15,-1 2-3 0,0-3-11 0,-1 4-18 16,2-2-11-16,-2 5-11 0,-2-5-12 0,2 5-14 16,-2-5-17-16,2 5-7 0,0 0-10 0,0 0-7 0,-11 0-8 15,11 0 1-15,-7 5-14 0,2-2-2 16,-1 5-5-16,2-2-2 0,-3 3-3 0,1 0-7 16,1 3 1-16,1-2-3 0,0 7-3 0,0-1-1 15,3-1-3-15,1 1-1 0,1 1 1 0,3 0-1 0,0 1-2 16,2-1 0-16,1-1-1 0,3-2-2 0,3 0 0 15,3-1-2-15,0-2-2 0,3 1-1 16,1-3-7-16,4-2-4 0,-4-1-14 0,10 0-10 0,0-1-16 16,0-4-8-16,0 0-13 0,0-2 3 0,1-1-7 15,-12-2 8-15,6-3 6 0,-1 2 2 0,-6 0 10 16,1-2 3-16,3 0 5 0,-11 0 4 0,2-1 12 16,-3 0 15-16,-2 0 17 0,0 1 12 0,-3-1 18 15,-1 0 15-15,-2 2 14 0,-1-5 5 0,-2 4-2 16,-1-1-4-16,-2 3-10 0,-1-3-4 0,-3 2-9 15,-2 1-4-15,-2-2-3 0,0 4-6 0,1-1-3 16,-4 3-2-16,3 0-7 0,-3 2 0 0,4 0 1 16,-3 1-8-16,1 2-1 0,-1 4-14 0,2-4-5 15,5 3 0-15,-4 3-7 0,2-4 0 0,3 3-1 16,2-3 0-16,3 4-3 0,-2-2-3 0,3-1 2 16,4-1 1-16,-2-2-3 0,4 2-1 0,1-3-4 15,4 2 4-15,0-3-5 0,4 0 2 0,-3-2 1 16,2-2 5-16,-2 1 0 0,3-1 3 0,-2-3-1 15,0-2 6-15,-1 2 0 0,-1 0 2 0,-1 0 5 16,0-3 8-16,-2 2 15 0,-3-1 13 0,0 2 16 16,2 0 5-16,-5-1 5 0,2 3-2 0,-1-2-7 15,0 2-3-15,-2-2-8 0,-1 5-6 0,3-2-8 0,-3 2-4 16,4-4-13-16,-4 4-6 0,0 0 5 0,0 0-4 16,0 0 1-16,3 11 0 0,-2-5-10 0,1-3-5 15,1 5-5-15,0-2-2 0,0-2-9 16,0 4 7-16,1-2-5 0,0 0-3 0,0 0-3 0,-1-2-2 15,6-1 3-15,-6 1-4 0,2-2-1 0,1 2 0 16,1-3 5-16,-3-1 1 0,-4 0 7 0,12-4-3 16,-7 1 10-16,1-1-1 0,-2-2 4 0,-1 1 5 15,1 0 9-15,3-2 6 0,-2 0 14 0,-1 1 3 16,-2 1 6-16,-1-2 6 0,3 2-3 0,-1-2 2 16,1 0-4-16,1 2 1 0,-1 0-4 0,0 0-3 15,-1 0-3-15,1 2-3 0,2 2-3 0,-1-2-5 16,2 1 2-16,0 1-3 0,-1 1-1 0,3 1 0 15,-1 1 1-15,0 1-7 0,3-2 4 0,-4 2-4 16,6 1-1-16,-5 2 2 0,2-1-3 0,-3-2-1 16,1 4 0-16,-4-1-2 0,1-2 0 0,1 1-2 15,-2 3 2-15,-2-5-2 0,1 3 0 0,-1-1 2 16,0-1-2-16,-2 1 2 0,-2 0 5 0,0 0-3 16,-2-2-2-16,-2-1 4 0,0 1 0 0,-1-1-1 0,-4 1 1 15,-1 0-1-15,5-2 1 0,3 0 2 16,-4 0 1-16,1 1-1 0,7-2-1 0,-11 1-1 15,6-1 4-15,5 0-3 0,-8 0 0 0,8 0 4 16,0 0-2-16,-8 1-1 0,8-1-3 0,0 0 2 0,0 0-4 16,0 0 0-16,0 0-2 0,0 0 0 0,0 0 0 15,27-2-2-15,-12 0 3 0,-3-1 0 16,-1-1 2-16,4-2-1 0,-3 3-3 0,2-2 3 0,-2 1 1 16,3-3-5-16,-1 3 7 0,0-3 1 0,-3 3 1 15,-1-1 22-15,-1 0 23 0,-1-2 23 0,-2 5 19 16,-1-2 23-16,0 1 4 0,-1-1 6 0,-2 2-9 15,-2 2-10-15,3-4-15 0,-3 2-6 0,0 2-19 16,0 0-1-16,0 0-13 0,0 0-5 0,0 0-7 16,0 0-6-16,0 0-3 0,0 0-6 0,-15 3-1 15,14 1-8-15,-2 1-31 0,3 1-16 0,3-1-16 16,-2 2-22-16,7 1-22 0,-1-2-32 0,5 1-37 16,4 1-60-16,4-2-73 0,0-1-300 0,3-1-644 15,-1 0 285-15</inkml:trace>
  <inkml:trace contextRef="#ctx0" brushRef="#br0" timeOffset="160332.66">4920 13869 47 0,'0'0'386'0,"0"0"-31"0,0 0-23 16,0 0-25-16,0 0-40 0,0 0-23 0,0 0-31 0,0 0-9 15,-17-3-31-15,17 3-18 0,0 0-17 0,-14 5-15 16,11-5-13-16,3 0-11 0,-9 5-10 0,5 1-9 16,1-1-12-16,2 0 6 0,-1 1-15 0,4-1-4 15,-2 2-1-15,3-1-6 0,-1 1-6 0,6-1-8 16,-1 1-8-16,0-2-13 0,4-1-7 0,5 2-8 15,-4-3-7-15,2-1-3 0,-3-1 1 0,5-1 3 16,-4-1-7-16,-1-2 2 0,0-1 3 0,-4 0-2 16,-2-2 9-16,0 1-10 0,-4-3 3 0,2-1-2 15,-6 2 4-15,-3-5 1 0,1 1 6 0,-6-4 12 16,3 6 8-16,-3-2 9 0,-4-2-1 0,7 6 5 16,-2-5-2-16,-3 3-1 0,5 1-6 0,-2 1 5 0,5 0-5 15,-2 2-1-15,6 0-2 0,-2 0 0 16,3-2-12-16,3 1-8 0,0 1-3 0,7-2-12 15,1 0-7-15,7 0 0 0,-2-2-9 0,2 3-4 0,3-2 2 16,-1 0 2-16,0 0 1 0,0 3 5 0,-2-1 3 16,1-1 1-16,-7 2 7 0,2 2-5 0,-6-2 7 15,2 1 4-15,-3 1 7 0,0 1 11 0,-1 0 1 16,-2 0 3-16,-1 1-6 0,-3 1-4 0,5-2-2 16,-5 2-2-16,0 0-3 0,3 7 2 0,-3-3 0 15,-1 4-3-15,-1 0 4 0,-2 5 0 0,4 4 6 16,-4 1-6-16,4 2-2 0,-1 6 0 0,-1 1-1 15,4-1 1-15,-1 4-3 0,2 1-4 0,0 0-7 16,2-1-4-16,2 1 0 0,-2 4-1 0,3-1-5 16,-1 1 0-16,0-4-5 0,-3 0 3 0,4 0 0 15,-2-2 2-15,-4 0 3 0,1-9 1 0,0 1 8 16,-2-3-6-16,-1-1 4 0,0-1-1 0,-1-5 6 16,-2 0-1-16,0-2 9 0,2-3 28 0,0 2 26 15,-1-4 47-15,-2-2 35 0,4 1 28 0,0-3 13 16,0 0 6-16,0 0-2 0,0 0-5 0,-11-10-11 15,11 0-10-15,0 3-15 0,3-6-15 0,0 2-9 16,2-5-12-16,1 0-11 0,-1-2-8 0,2 0-9 16,2 0-6-16,-2 2-7 0,0-1-5 0,1 0-9 0,0-1-4 15,-4 5-5-15,2 1-1 0,-5 0-5 0,2 1-8 16,-2 4-6-16,2-3-6 0,-6 1-7 16,2 2-10-16,-2 2 2 0,-1-1-1 0,0 2-6 0,1-1-9 15,-5 1-17-15,6 0-9 0,-5 1-1 0,4 1-7 16,0-3 5-16,3 5-25 0,-1-3-25 0,1 3 2 15,0 0-11-15,0-5-19 0,0 5-14 0,9-3-28 16,1 0-36-16,2-1-37 0,2 0-41 0,2-5-42 16,0 3-302-16,5-1-678 0,-2-2 299 0</inkml:trace>
  <inkml:trace contextRef="#ctx0" brushRef="#br0" timeOffset="160832.64">6128 13666 129 0,'-1'-5'387'0,"-1"0"-14"0,0 0-13 0,0 1-22 15,1 0-26-15,1 4-34 0,-3-5-31 0,3 5-34 0,-3-2-24 16,3 2-26-16,0 0-16 0,0 0 10 16,0 0-46-16,0 13-4 0,0-2-6 0,0 1-11 15,3 2-3-15,-3 3-12 0,0 1-7 0,0 0-5 0,0 1-7 16,2 1-10-16,-2-1-23 0,1-2-16 0,-2 1-15 15,1 0-15-15,0-7-17 0,1-1-21 0,-4 3-17 16,3-4-22-16,0 2-14 0,0-4-35 0,0-1-26 16,0-1-21-16,-3-4-62 0,3-1-230 0,0 0-528 15,0 0 234-15</inkml:trace>
  <inkml:trace contextRef="#ctx0" brushRef="#br0" timeOffset="161301.37">6134 13651 168 0,'-3'-6'247'0,"-1"0"-4"0,2 0 0 0,0 2-15 16,-1-1-8-16,0 1-15 0,3 2-22 0,0 2-11 0,-5-5-19 15,5 5-19-15,0-6-12 0,0 6-16 0,5-4-13 16,-5 4-11-16,10-1-12 0,-2 2-21 16,-1 1-2-16,5 0-16 0,-1 1 0 0,0 0-3 0,-2-1-8 15,4 3-6-15,-4 1-8 0,2-2-9 0,-1 3-5 16,-1-1-4-16,0 0 2 0,-3 1-3 0,-2-1 4 15,2 4 1-15,-4-6-2 0,0 5 0 0,0-3 2 16,-4 0-4-16,0 3 2 0,0-4 1 0,-4 3-2 16,2-2 4-16,-3-1-2 0,-1 4 3 0,-1-1 0 15,-1-3 0-15,3-1 0 0,-1 1 6 0,4-1-3 16,-3-1-3-16,2 0 5 0,2 0 0 0,3-3 1 16,-7 4 0-16,3-2-2 0,4-2 4 0,3 6 0 15,2-3 2-15,6 1-1 0,2 1-1 0,7 0-2 16,0 2 2-16,-1 0 0 0,3-1 1 0,-2 4-2 15,9 0-2-15,-10-1 2 0,0-2-5 0,0 3 3 16,0 0-2-16,-4 0-2 0,-4-2 2 0,0 0-3 16,-4 0 3-16,-2 0-1 0,-2-3 2 0,-3 3-1 0,-3-2 2 15,-1 3 5-15,-4 0 6 0,-4-4 12 0,1 2 6 16,-10-3 9-16,-2 2 2 0,3-5-6 16,-9 3 3-16,-2-3-4 0,6-1-2 0,-3-3-6 15,3 2 1-15,5-3 0 0,1 2-3 0,4 0-1 0,3-2-17 16,2-1-14-16,-1 2-28 0,6-1-42 0,1 2-58 15,4-5-62-15,4 2-54 0,-1 0-141 0,4 1-427 16,3-1 189-16</inkml:trace>
  <inkml:trace contextRef="#ctx0" brushRef="#br0" timeOffset="161770.11">6588 13805 278 0,'0'0'262'15,"3"-3"-27"-15,-3 3-28 0,0 0-20 0,0 0-21 0,0 0-15 16,5 8-16-16,-3-4-14 0,0 2-13 16,2 0-13-16,0 3-6 0,-1 4-9 0,-2-3-9 15,2 2-10-15,0-1 1 0,-2 1-9 0,2-1-3 16,-2 1-6-16,2-1 0 0,-2 0-8 0,2-1-2 0,-1-2-2 15,0-2-7-15,0 2-8 0,0-4 1 0,-2-1-1 16,3 1 1-16,-3-4-3 0,4 2-1 16,-4-2-5-16,0 0 3 0,10-6 4 0,-9 1-6 0,3 0 1 15,2-1-1-15,0-3-2 0,-2 0 8 0,3 0 17 16,-4 0 13-16,4-1 3 0,-3 0 7 0,0 0 15 16,1 2 2-16,-2 2 8 0,2-1 4 0,-2 2-3 15,0-3-1-15,0 3-13 0,-2 1-3 0,2 3-14 16,-2-4-4-16,-1 0-8 0,0 5-5 0,0 0-13 15,4-2 2-15,-4 2-10 0,0 0-2 0,7 9 1 16,-4-6 3-16,-2 3-9 0,3 1-3 0,-1 0-1 16,1 2-6-16,3 0 2 0,-3 0-7 0,-2 1-3 15,5-1-6-15,-4-1 0 0,1 0-19 0,0-3-11 16,3 1-14-16,-3 1-8 0,0-2-13 0,0 1-15 16,-1-1-20-16,1-1-12 0,0 0-23 0,0-1-21 15,1 0-23-15,1-2-18 0,-6-1-22 0,11 1-130 16,-11-1-397-16,12-1 176 0</inkml:trace>
  <inkml:trace contextRef="#ctx0" brushRef="#br0" timeOffset="162035.71">6977 13923 64 0,'1'-5'247'0,"-1"2"-12"15,0 3-15-15,0 0-8 0,6-5-11 0,-6 5-17 16,1-6-16-16,-1 6-15 0,1-2-20 0,-1 2-9 15,0 0-14-15,0 0-10 0,5-3-11 0,-5 3-12 16,0 0-6-16,0 0-9 0,0 0-9 0,0 0-7 16,0 0-2-16,1-4-5 0,-1 4-4 0,0 0-7 15,0 0-2-15,0 0-2 0,0 0-4 0,0 0-4 16,0 0-3-16,0 0-5 0,0 0-12 0,0 0-9 16,0 0 2-16,0 0-18 0,0 0-15 0,0 0-28 15,0 0-28-15,0 0-42 0,0 0-55 0,-8 9-168 16,8-9-396-16,-7 3 175 0</inkml:trace>
  <inkml:trace contextRef="#ctx0" brushRef="#br0" timeOffset="162426.33">6757 13967 146 0,'16'-9'204'15,"-12"7"-6"-15,0-2-10 0,4 1-2 0,-1-1-4 16,3-1-7-16,-5 0-10 0,5 0-9 0,-2 2-2 15,-2-2-3-15,1 1-5 0,0 2-16 0,1-3-8 16,-2 2-18-16,-1 0-5 0,-1 0-13 0,-4 3-10 16,7-3-14-16,0 2-8 0,-7 1-1 0,0 0-9 15,8 2-3-15,-4 1-6 0,0 2-1 0,0-1-4 16,0 2-6-16,3 1 0 0,0 2-4 0,-3-2-3 0,3 3 3 16,-2-2-4-16,3 3-2 0,-1-3 0 0,-3 2-1 15,5-2-13-15,0 1-17 0,-2-1-24 16,1-2-29-16,2 1-26 0,-1-2-34 0,2-1-38 0,1-3-38 15,-3 0-36-15,2 1-128 0,-1-2-399 0,2-2 177 16</inkml:trace>
  <inkml:trace contextRef="#ctx0" brushRef="#br0" timeOffset="162832.57">7279 13936 61 0,'1'-3'283'0,"1"-1"6"0,-2 4 1 16,0-7-20-16,0 3-13 0,0 4-21 0,-3-7-19 15,-1 3-26-15,3-1-16 0,-4 0-15 0,1 0-22 16,-4 2-8-16,1-1-17 0,2 1-13 0,-2 1-9 16,-1 1-12-16,1-3-8 0,-1 3-9 0,0 1-9 15,0 1-1-15,-3 0-7 0,5 3-4 0,-5 0-7 16,6-1 4-16,-4 0-13 0,-1 2-5 0,4 0-13 0,2 0 0 16,0 1-7-16,3 0-7 0,-2-1 1 0,-1 0 1 15,4 2-4-15,0-2 2 0,0-1-3 16,4 1 2-16,0-1-9 0,0-2-1 0,0 1-4 15,5-2 4-15,-4 0 2 0,6-1-5 0,-3 0 7 0,-1-2 4 16,0-1 0-16,4 0 2 0,-6 0 1 0,6-2 1 16,-3 0 14-16,0 0 15 0,-4-1 11 0,2 2 31 15,-2-1 0-15,-1 0 10 0,1 2 5 0,0-3-2 16,-3 1-5-16,-1 3-12 0,6-3-3 0,-6 5-10 16,0-3 7-16,0 3-29 0,2-3-19 0,-2 3-24 15,0 0 2-15,0 0-16 0,0 0-13 0,0 0-10 16,2 14-15-16,-4-9-14 0,2 2-15 0,0-1-13 15,2 1-24-15,-2 1-21 0,0-2-35 0,1 0-2 16,2 1-12-16,0-1-10 0,-2 0-6 0,3-1-152 16,-3 0-403-16,5-4 179 0</inkml:trace>
  <inkml:trace contextRef="#ctx0" brushRef="#br0" timeOffset="163312.31">7318 13969 473 0,'4'-5'4'0,"-1"0"30"0,1 0 21 0,2-3 29 16,-2 2 11-16,0-1 20 0,0 0 12 0,-3 1 13 0,3-1 9 15,-1 1 3-15,0-2 0 16,-2 2 0-16,3 3-6 0,-1-1-11 0,-2 0-6 15,2 2-16-15,-3 2-17 0,7-6-8 0,-3 4-14 16,-4 2-2-16,8 2-9 0,-8-2-6 0,11 2-3 0,-5 2-8 16,3 0-5-16,-4-1-5 0,2 2-6 15,3 0-2-15,-2-2 3 0,0 2-6 0,-2 2-4 16,2-1-3-16,-2-1-4 0,0 1-1 0,-2-2-8 0,0 1-4 16,0-2-12-16,-2 0-4 0,2 1-2 0,-4-4-2 15,3 4 4-15,-3-4 3 0,-3 5-1 0,3-5 2 16,0 0-1-16,-10 2-2 0,10-2 2 0,0 0 1 15,0 0 4-15,0 0 1 0,-11-3-2 0,11 3-1 16,-1-4-3-16,1 4-7 0,0-6-4 0,0 6 2 16,4-7 2-16,0 3-1 0,0 0 4 0,3-1 0 15,1 0-1-15,-1 0 5 0,1-1 1 0,2-1 7 16,0 1 6-16,1-1 4 0,-1 3 10 0,-1-1 14 16,2-2 0-16,-7 3 5 0,3 1 3 0,1-1 0 15,-4 0-3-15,3 2-8 0,-3-1-1 0,2 1-4 16,-6 2-2-16,12-1-6 0,-7 2 0 0,-5-1-1 15,11 2-2-15,-7 0-3 0,6 1-2 0,-6 5 1 0,1-4 1 16,1 1-3-16,1 5 2 0,1-1-3 16,-3 0 3-16,2 3-5 0,0-2 3 0,2 0-2 15,-1 6 0-15,1-3-3 0,-3 2 1 0,2 1-3 16,-1-1 2-16,-1 1 1 0,2 2-10 0,-4 0 2 0,3 0-4 16,-2 1-8-16,1 0-7 0,-1-1-9 0,2 1-13 15,-2-2-6-15,-2 1-8 0,-2-1-2 0,2-3-3 16,1-4-7-16,-1 3 7 0,-3-2 2 0,0 0-15 15,1-4-9-15,-1 1-22 0,0-3-35 0,-1 0-20 16,2-1-156-16,-1-4-348 0,0 0 155 0</inkml:trace>
  <inkml:trace contextRef="#ctx0" brushRef="#br0" timeOffset="163499.81">7204 13673 245 0,'-5'-13'276'15,"-1"0"-26"-15,2 2-26 0,0-1-20 0,4 2-20 16,-1 3-30-16,1 0-49 0,0 2-71 0,0-1-81 0,4 1-97 16,-3 3-104-16,6-1-268 0,0 2 119 0</inkml:trace>
  <inkml:trace contextRef="#ctx0" brushRef="#br0" timeOffset="164312.28">8459 13660 314 0,'3'-12'344'0,"-2"2"-6"15,-1 2 1-15,3 1-13 0,-1-1-2 0,-2 1-7 16,1 2-23-16,-1 2-38 0,0-1-24 0,0 4-30 0,0-6-28 16,0 6-17-16,0 0-19 0,0 0-14 15,0 0-8-15,-1 15-13 0,-1-5-11 0,2 1-5 16,0 6-10-16,0 1-2 0,0 0-13 0,-3 1-5 0,3 2-8 16,0-2-13-16,3-1 6 0,-3 1-9 0,0-2-2 15,-3-4 1-15,3 4-43 0,3-4-19 0,-3-2-24 16,0 0-22-16,0 2-22 0,0-7-16 0,2 3-21 15,-2-2-33-15,0 0-41 0,1-2-30 0,-1 1-43 16,3-4-278-16,-3-2-606 0,0 0 269 0</inkml:trace>
  <inkml:trace contextRef="#ctx0" brushRef="#br0" timeOffset="164531.07">8428 13630 58 0,'-4'-7'308'0,"2"0"1"16,0-1-8-16,1 3-13 0,1-5-17 0,1 4-27 0,3-1-26 16,0 1-19-16,3 1-22 0,1 1-20 15,4-1-12-15,2 1-16 0,0-1-11 0,5 5-16 16,0-3-9-16,1 3-10 0,-1-1-26 0,0 3-13 0,-1 0-24 16,2-2-19-16,-6 5-18 0,1-1-22 0,-3-2-25 15,0 3-24-15,-2 2-31 0,-2-2-37 0,-1-1-27 16,-3 1-29-16,0 2-16 0,-3-1-142 0,-2 1-400 15,-1 0 178-15</inkml:trace>
  <inkml:trace contextRef="#ctx0" brushRef="#br0" timeOffset="164702.89">8496 13789 61 0,'0'0'219'0,"0"0"8"0,3 7 0 0,0-5-4 16,1 1-18-16,0-1-19 0,0-1-17 0,7 0-20 15,-3 1-14-15,2 1-14 0,0-2-11 0,1 2-11 0,3-1-23 16,-6 0-43-16,3 0-53 0,4 0-56 16,-3 1-59-16,-1-2-201 0,0-1-362 0,-2 1 161 15</inkml:trace>
  <inkml:trace contextRef="#ctx0" brushRef="#br0" timeOffset="165046.63">8783 13658 209 0,'0'0'309'0,"0"0"-22"0,0-4-31 0,0 4-29 15,0 0-26-15,0 0-18 0,0 0-23 0,0 0-14 16,6 11-14-16,-5-4-12 0,3 2-14 0,-3 2-12 16,2 1-6-16,-2 1-10 0,5 4-7 0,-2-2-7 15,0 2-5-15,4 0-5 0,-1-1-7 0,-3 1-3 16,2-4-3-16,0 4-8 0,-3-5 0 0,3 1-5 0,0-3-2 15,-3-1 0-15,1 0-3 0,0-4 1 0,-1 1-1 16,-2-3 39-16,2 1 32 0,-1-1 57 16,-2-3 20-16,5 1-16 0,-5-1-8 0,0 0 0 0,13-10 2 15,-6 3 0-15,2-2-12 0,1-1-7 0,1-4-14 16,3-3-9-16,-1 1-10 0,1-1-8 0,2 0-7 16,5-3-11-16,-9 6-7 0,2 1-8 0,-1 0-2 15,-6 3-12-15,3 1-8 0,-1-1-31 0,-4 6-50 16,1-1-60-16,-2 1-71 0,0 3-76 0,-4 1-64 15,4-3-65-15,-4 3-319 0,0 0-761 0,0 0 336 16</inkml:trace>
  <inkml:trace contextRef="#ctx0" brushRef="#br0" timeOffset="166077.83">6646 15260 187 0,'-10'-9'190'15,"0"2"-12"-15,-8-4-4 0,-1 5-3 0,-9-4-8 0,-1 4-9 16,-2-1-4-16,-2 3-3 0,1 2-4 0,0-1-4 16,-2 3-6-16,3 1-5 0,-2-1-8 0,5 3-8 15,2-1-12-15,6 2-2 0,-1 0-20 0,8-2-7 16,-1 3-8-16,1-2-8 0,4 4-8 0,4-2 4 16,2 0-2-16,6 4-5 0,5-2 9 0,12 6 1 15,17 3-9-15,17 2-3 0,9-3-4 0,0 0-6 16,3-1-1-16,-2-3-2 0,-1-2-3 0,-2-1-1 15,-4 0-3-15,-15-1-4 0,-1-2 0 0,1-2-1 16,-4 0 1-16,-4 0-5 0,-4-1 1 0,-8 0-5 16,-2-2 0-16,-6 0-1 0,-2-4 0 0,-5 1-5 15,-2 0 0-15,0-2-1 0,-5-1-1 0,-3-1-2 16,-4-3 4-16,-6-2 11 0,-4-2 7 0,-6-3 6 16,-1 0-2-16,-5 0 1 0,-4-1-2 0,-2 1-3 15,1 0 2-15,0 3-4 0,1 0-2 0,2 0 0 16,1 5-8-16,1 1-17 0,9 0-24 0,2 2-22 15,4 2-30-15,3 1-38 0,4 2-53 0,0-1-40 16,7 2-52-16,0 0-196 0,0 0-499 0,0 0 221 0</inkml:trace>
  <inkml:trace contextRef="#ctx0" brushRef="#br0" timeOffset="166312.28">6573 15017 313 0,'0'0'312'0,"-4"-5"-29"0,3 2-37 0,1 3-28 15,0 0-19-15,0 0-22 0,0 0-17 0,5 21-16 16,-1-11-12-16,1 8-10 0,1 3-11 0,1 5-4 16,0 2-19-16,1 4-7 0,-3 3-7 0,2-2-7 15,-3 4-5-15,0-1-5 0,-2 1-6 0,0-1-5 16,5 0-3-16,-6 0-8 0,3-2-25 0,0-4-26 15,-2 1-42-15,2-8-54 0,-4-3-68 0,4 1-79 16,-2-6-161-16,3 2-453 0,0-7 202 0</inkml:trace>
  <inkml:trace contextRef="#ctx0" brushRef="#br0" timeOffset="166718.53">7450 15187 98 0,'0'-5'372'0,"0"-1"-18"0,-1 0-21 16,1 1-29-16,-2-1-33 0,0 3-26 0,-2-1-31 15,4 4-26-15,-7-3-22 0,7 3-12 0,-11 5-15 16,4 0-23-16,-3 1-1 0,0 5-22 0,0 1 8 16,-3 5-16-16,3 4 2 0,-1 2-8 0,-4 3-8 15,3-1-3-15,5 2-8 0,-2 0-7 0,2-2-4 16,3-5 3-16,1 1-12 0,-1-3-2 0,4 2 0 15,4-1-4-15,-1-1-3 0,2-2-1 0,1-4-17 16,0-1-16-16,4-2-18 0,4 2-33 0,2-1-37 16,-1-5-41-16,-3-2-52 0,2-2-55 0,6 0-68 15,-6-2-203-15,5-3-553 0,1-1 244 0</inkml:trace>
  <inkml:trace contextRef="#ctx0" brushRef="#br0" timeOffset="166921.75">7756 15314 84 0,'0'-5'334'0,"4"1"2"0,-4 0-5 0,0 4-7 16,3-5-34-16,-3 5-37 0,0 0-26 0,0-5-27 15,0 5-24-15,0 0-14 0,0 0-18 0,0 0-14 16,-15 11-10-16,8-6-17 0,-4 4-8 16,3-1-9-16,-1 1-4 0,-5 3-9 0,-2 1-5 0,2-1-7 15,-1 0-10-15,-4 0-17 0,3-1-31 0,4-1-29 16,-1 0-28-16,3-3-29 0,0 3-33 0,-1-3-39 15,0 2-44-15,3-3-49 0,3-3-233 0,-2 2-522 16,0-4 231-16</inkml:trace>
  <inkml:trace contextRef="#ctx0" brushRef="#br0" timeOffset="167110.74">7580 15286 52 0,'1'-6'267'0,"0"1"-5"16,-2-1-9-16,1 1-28 0,0 5-24 0,0-6-24 15,0 6-19-15,3-6-17 0,-3 6-13 0,0 0-7 16,9 12-14-16,-4-7-11 0,5 4-6 0,0 1-14 16,3 4-13-16,1 1-24 0,1-2-37 0,-2 3-45 15,4-1-41-15,5 1-51 0,-5-2-51 0,2 0-149 16,-4-1-364-16,1-3 162 0</inkml:trace>
  <inkml:trace contextRef="#ctx0" brushRef="#br0" timeOffset="167360.74">7898 15278 124 0,'5'-3'341'0,"-4"-1"-31"0,4 3-33 16,-5 1-27-16,6-1-23 0,-6 1-11 0,19 7 1 15,-9-2-8-15,9 3-5 0,-4 2-3 0,3-2-18 16,-3 4-2-16,4 2-21 0,-3-1-22 0,2 1-5 15,-5 2-16-15,2-1-15 0,-4-1-12 0,0 1-5 16,-3 0-7-16,-4-3-8 0,2 0-10 0,-6-1-7 16,1 1-28-16,-4-1-26 0,-2-2-34 0,-2 3-38 0,-5-3-43 15,-2 1-46-15,-5 0-73 0,4-2-95 16,-4-2-187-16,-1 1-560 0,-2-1 249 0</inkml:trace>
  <inkml:trace contextRef="#ctx0" brushRef="#br0" timeOffset="167657.59">8549 15353 39 0,'-6'-5'341'16,"4"3"-15"-16,2 2-13 0,0 0-23 0,2-6-21 0,-2 6-12 16,6-2-15-16,0 0-20 0,-6 2-27 0,12-3-12 15,-5 3-32-15,2 0-6 0,2-3-9 16,0 5-20-16,1-1-8 0,2 2-9 0,2-2-12 0,-2 2-34 16,2-1-39-16,1-1-39 0,-3 3-43 0,3 0-49 15,-4 0-59-15,0-1-65 0,1-1-253 0,-1 2-534 16,-4-3 237-16</inkml:trace>
  <inkml:trace contextRef="#ctx0" brushRef="#br0" timeOffset="167813.84">8666 15411 112 0,'-5'0'262'0,"5"0"14"0,-8 0-8 16,8 0-18-16,-7 3-21 0,7-3-21 0,-4 1-16 15,4-1-5-15,0 0-6 0,0 0-17 0,8 8-13 16,0-6-15-16,4 1-28 0,7 1-41 0,3 0-59 15,0 0-79-15,9-3-95 0,-1 1-261 0,1-1-464 16,-1 1 206-16</inkml:trace>
  <inkml:trace contextRef="#ctx0" brushRef="#br0" timeOffset="169487.45">9583 14494 87 0,'1'-2'196'16,"-1"2"-14"-16,2-5-2 0,-2 5-7 0,0-4-3 15,0 4-9-15,-2-8-11 0,2 8-13 0,-1-4-7 0,1 4-5 16,-3-4-12-16,1 1-12 0,2 3-10 0,-7-7-9 16,2 5-9-16,-1 1-6 0,-1-2-7 0,2 2-4 15,-4-3-5-15,0 3 4 0,-1 0-3 0,1 1-4 16,-2-2-6-16,2 2-1 0,0-2-7 0,-6 4-4 15,9 0-3-15,-4-1 0 0,-1 0-9 0,3 0 2 16,-2 1-2-16,4-1-5 0,-2 3 0 0,1-2-1 16,1 0-4-16,-1 1 1 0,3 0 0 0,-5 1-4 15,6-1 0-15,-1 1-1 0,1 0 1 0,1 2-2 16,-1-2 1-16,0 0 1 0,0 1 4 0,2 2-1 16,1-1 7-16,-1-1 1 0,-1 2 0 0,4 0 1 15,-2 1-8-15,1 2 7 0,2-1-2 0,-1 3 0 16,-2-2 2-16,3 0-4 0,-1 2-3 0,0-1 0 0,1 1-1 15,0-1 0-15,-2 1-3 0,2 2 0 0,2 1-2 16,-5 1 1-16,2-5 1 0,0 3-1 16,-2 0 0-16,2 3 0 0,-1 1-4 0,2-4 2 0,-2 2 1 15,1 1-1-15,0 0-2 0,-2 2 1 0,3-1 2 16,-3 0 0-16,0 1 1 0,0-2-1 0,0 1 0 16,-3 0-1-16,3-1-3 0,-2 0 0 0,0 2 1 15,-2 1 4-15,1-2 4 0,-1 0 7 0,-2 0 11 16,0 0 1-16,2 0-1 0,-2 0-4 0,1 0-2 15,-2-4 2-15,-1 4-1 0,1-1-2 0,-1 1 0 16,4-1-3-16,-3-3 0 0,2 1-2 0,1 0 0 16,-2 2 3-16,1 0 3 0,1-5 3 0,-1 5-3 15,-1 0 7-15,2-2-10 0,1 0-4 0,-1 2 2 16,3-3 2-16,-1 3-4 0,-2-1 1 0,1-2-2 16,1 2-1-16,-1-3 1 0,3 4 2 0,-1-1-2 15,2-1 1-15,-2-3 3 0,1 1-2 0,-2 1 1 16,1 2-9-16,-2 1 5 0,1 0-4 0,0-3 3 0,-1 1 4 15,2-1-8-15,1 4-2 0,-1 0 5 0,-2-1 6 16,3 1 1-16,0 1-4 0,-1 1 2 16,-2-4 1-16,0 3-3 0,3-1-4 0,0 0 1 0,0 2 17 15,-4-2 1-15,3 3-3 0,1-4-7 0,1 0 0 16,-1 1 0-16,0 0-5 0,0 0 4 0,0 0-4 16,-1 0-1-16,1-1-3 0,0-3 3 0,0 0-3 15,0 0-2-15,0 2 3 0,-3-1 4 0,3-2-14 16,0-1 10-16,0 1-4 0,-1 0 0 0,2-2-3 15,-2 1-2-15,2-1 1 0,-1 1 4 0,0-3-7 16,-1 1 1-16,1 2 1 0,0-3 6 0,-4 3-5 16,4-5 7-16,-2 2-6 0,1-3-7 0,1 4 4 15,0-2 0-15,-1 0 3 0,-1 2-3 0,2-3 0 16,-3 1-1-16,3 3-1 0,-1-4 4 0,1 3 3 16,-3 0-3-16,2 1 0 0,-2-3-3 0,2 4 1 15,-2-5-1-15,3 4 3 0,-1-3-3 0,0 4 2 16,-1-2-2-16,2 0 2 0,-4 0 0 0,4 2-4 15,0-2 6-15,0-2-4 0,-1 1 2 0,1 1 2 0,0-1-4 16,-3-1 3-16,3 0 1 0,-1-3-4 16,1 3 7-16,0-2-8 0,0-1 4 0,0-2-1 15,0 6 3-15,0-9 1 0,1 7-2 0,-1-5 1 16,0 5 15-16,0-3-3 0,0-4-1 0,3 4 4 0,-3-1 0 16,0-3 10-16,0 5-6 0,0-5-1 0,0 0-1 15,1 6-1-15,-1-6 7 0,2 4-3 16,-2-4-1-16,4 1 2 0,1 1 2 0,-5-2-9 15,5 3-3-15,-2-2 3 0,-3-1-1 0,8 4-2 0,-1-1-1 16,4-1 7-16,1 2-12 0,-1-1 8 0,8 2-16 16,0-3-20-16,3 2-24 0,2 0-27 0,6-1-33 15,0-2-35-15,3-1-55 0,1-1-76 0,-3-2-88 16,2-2-216-16,2-2-621 0,-2-3 275 0</inkml:trace>
  <inkml:trace contextRef="#ctx0" brushRef="#br0" timeOffset="170305.87">10063 14713 239 0,'4'-3'372'0,"0"-1"-10"16,-2-1-1-16,0 1 0 0,1 0-14 0,0 1-16 15,1-2-17-15,-4 5-29 0,2-5-22 0,-2 5-27 16,3-4-30-16,-3 4-23 0,0 0-19 0,3-2-23 16,-3 2-20-16,0 0-7 0,0 0-17 0,0 0-5 15,1 11-10-15,1-4-6 0,-4-1-9 0,2 3-8 0,-1 0-8 16,0 4-4-16,-1-1-4 0,-3 0-6 16,2 5-7-16,-4 0-32 0,3 1-26 0,-1-1-50 15,1 0-35-15,-2 1-23 0,-2 0-12 0,3 1-25 16,-2 7-38-16,0-7-54 0,3-1-73 0,-3-1-261 0,3-1-648 15,0 1 287-15</inkml:trace>
  <inkml:trace contextRef="#ctx0" brushRef="#br0" timeOffset="170791.76">9927 15188 153 0,'0'0'340'16,"0"0"-23"-16,-8-1-26 0,8 1-28 0,0 0-30 15,0 0-26-15,0 0-21 0,0 0-14 0,-7 5-13 16,7-5 0-16,0 8-24 0,1-3-11 0,-1 1-9 16,0 0-4-16,2 1-8 0,1 0 7 0,2 3-21 15,-1-1-10-15,5 0-5 0,-3-1-5 0,5 0-5 16,1-1-3-16,-1-1-15 0,3 1 14 0,-1-2-17 15,-2-3-3-15,4 1 6 0,-5-2-15 0,-1-1 2 16,5 0-7-16,-3-1-3 0,-3-2 8 0,3 0-9 0,-2-2 0 16,-5-1-7-16,2 1-4 0,-1-3 1 15,-1 0 2-15,-3 0-1 0,-1-2 5 0,-1-2 2 16,-3 4-1-16,-1-3 8 0,-1 2-21 0,-5-1 13 0,-1 2-19 16,-2-2-15-16,2 4-14 0,-1 0-25 0,-5 0-32 15,3 3-36-15,-4 1-38 0,1 3-55 0,5 0-77 16,-1 3-248-16,2 0-585 0,1 3 259 15</inkml:trace>
  <inkml:trace contextRef="#ctx0" brushRef="#br0" timeOffset="171338.61">9929 15565 64 0,'1'-6'354'0,"-1"1"-18"16,0 2-15-16,0-4-19 0,1 4-15 0,-1 3-18 16,0-5-23-16,0 5-23 0,0-4-26 0,0 4-28 15,0 0-18-15,0 0-13 0,0 0-16 0,0 0-10 16,0 0-22-16,-8 11 3 0,8-5-16 0,-4 0 0 15,3 3 0-15,-1-1-17 0,2 2-2 0,0 0-6 16,2-2-3-16,3 0-7 0,-1 3-2 0,0-3-4 16,6 2-4-16,-5-3 1 0,2-4-1 0,5 5-2 15,-1-3-7-15,1 0 2 0,-1-4-2 0,0 1-3 16,4-4 10-16,-4 1-11 0,1-3-1 0,-1 0-2 16,-3-2-4-16,0-2-3 0,-1 0-3 0,1-2-1 15,-8 0 0-15,3-1 13 0,-4 0-19 0,-4 1 2 0,-2-1-3 16,0-1 0-16,-6 1-15 0,-2 0 0 15,-1 2-11-15,0 0-16 0,-1 3-18 0,-3 0-23 16,1 3-24-16,4 1-24 0,-4 2-23 0,1 3-41 0,3 1-65 16,2 1-286-16,-1 3-592 0,3-2 262 0</inkml:trace>
  <inkml:trace contextRef="#ctx0" brushRef="#br0" timeOffset="171744.84">9897 15978 107 0,'8'-1'447'0,"-4"-1"24"0,0-1 2 0,1 1-21 16,-1-1-24-16,0-1-24 0,-4 4-17 15,5-4-23-15,2 3-32 0,-7 1-32 0,4-1-35 16,-4 1-32-16,0 0-23 0,0 0-28 0,0 0-15 0,8 5-18 15,-5-1-16-15,-3 2-10 0,3 0-12 0,-3 5-14 16,0-1-34-16,1 3-48 0,-1-1-52 0,0 4-64 16,0 3-51-16,0-1-54 0,-1-1-39 15,-2 1-50-15,3 0-70 0,0-4-84 0,0-2-229 0,0 3-733 16,3-4 324-16</inkml:trace>
  <inkml:trace contextRef="#ctx0" brushRef="#br0" timeOffset="172260.45">9847 16429 271 0,'1'3'354'0,"-1"-3"-22"16,0 0-2-16,0 0-13 0,-3 6-5 0,3-6-8 16,0 6-14-16,0-6-19 0,0 6-17 0,-1-4-18 15,1 3-20-15,0-5-20 0,1 9-19 0,1-2-16 0,0-1-15 16,1 1-11-16,1-2-13 0,2 1-16 16,3 3-9-16,-2-1-3 0,5 0-12 0,3-3-10 15,-4 1-7-15,4-2-5 0,0-3-4 0,4 2-5 0,0-2-7 16,-4 0-1-16,-1-3-8 0,-1-1-2 0,-2-1-10 15,0-1-9-15,0-2-4 0,-2-1-4 0,0-2-3 16,-4-1 3-16,0-1-3 0,-2-5 2 0,-1 4 0 16,-4-6-2-16,-3 1-1 0,-3 1-3 0,2-1 3 15,-6 3-15-15,0-2-10 0,-2 2-16 0,1-1-29 16,-1 1-42-16,-1 4-45 0,0-1-39 0,0 3-42 16,4 3-62-16,3-2-81 0,-5 3-259 0,6 0-692 15,0 1 307-15</inkml:trace>
  <inkml:trace contextRef="#ctx0" brushRef="#br0" timeOffset="173963.52">10515 14546 25 0,'-2'-6'292'0,"2"6"-8"0,-2-6-5 16,-1 2-11-16,3 2-15 0,0 2-19 0,-1-9-13 16,1 5-11-16,0 4-11 0,0-8-17 0,-2 6-10 15,2 2-12-15,2-6-13 0,-2 6-17 0,0 0-13 0,0 0-13 16,0-5-11-16,0 5-7 0,0 0-19 16,0 0-2-16,0 0-9 0,8 0-12 0,-8 0-2 15,9 5 1-15,-2 0-10 0,-2-2 0 0,2 1-7 0,1 0-1 16,-1 4-4-16,1-1-3 0,2 1-2 0,-5 2-2 15,3-1 0-15,-1 2-11 0,-1-3 6 0,1 2-2 16,-1 0 1-16,0 0-3 0,1 0-1 0,-5-2 1 16,5 3-1-16,-2 0-4 0,-2-1-3 0,1 1 5 15,-1 1-3-15,2 1 3 0,-2-3 12 0,0 1-14 16,0 2-5-16,-3 0 4 0,1-1-2 0,0 2 4 16,-1-3-2-16,0 2 4 0,4 4-6 0,-4-3 1 15,0 2 0-15,0-3 3 0,0 0 1 0,0 6-10 16,-5 1 9-16,5 0 10 0,0 1-7 0,0-3 6 15,-1 2-2-15,1 0 4 0,1 7 4 0,-1-5-6 16,0 2 3-16,0 5-3 0,0-3-6 0,0-5 10 16,0 6-2-16,0 0-5 0,0-1 1 0,0-6-1 15,0 7 2-15,-1-7-7 0,1 1 7 0,-3 0-2 0,3 0-4 16,0 6 1-16,0-6 4 0,0 0-2 16,0 0 5-16,-1 2 1 0,-1 3 10 0,1-4 3 15,1-1-1-15,0-2 6 0,0 9-7 0,0-8 0 0,1 1-3 16,1 6-4-16,-2-2 6 0,0 4-8 0,-3-9 2 15,1 0-2-15,-3 0-3 0,5 1 0 0,0-2-1 16,0 1-1-16,-3-2-2 0,2 0 0 0,-2 0 0 16,2 0-8-16,-4 2 4 0,3-3-7 0,-1-4 5 15,2 4 2-15,1-1 4 0,-3-2 2 0,2 0-1 16,1-3-3-16,-1 1 2 0,1 0-1 0,-2 0-4 16,1 0 9-16,-3 1-5 0,2-3-4 0,2 3 1 15,-2-1-5-15,2-1 5 0,-2 0 0 0,1 0 0 16,-2-1-1-16,1-1-5 0,-1 1 1 0,0 0 4 15,2-1 2-15,-2 2-1 0,0-4 0 0,3 2-2 16,-1-4 1-16,-3 3 2 0,2 0-6 0,1-2 2 16,-2 3-3-16,0-1 5 0,2-2-4 0,-3 2 17 15,3-1 9-15,-3 0-3 0,2 1 6 0,1-1-4 0,-2 1-12 16,2 0 7-16,-2 0 1 0,3 0-5 16,-1-1 2-16,-3 2-4 0,2-3-4 0,2 0 3 15,-2 1-8-15,2 1 8 0,-2-3-5 0,1 1 5 0,-2 1-2 16,3-2-4-16,-1-1-1 0,1 3-5 0,0-2 12 15,-3-1-6-15,3 1-1 0,-1 1-4 0,1-2-2 16,0-4 4-16,0 8-3 0,0-6 1 0,-1 3 0 16,1-5 6-16,-2 5-7 0,2-2-2 0,0-3 3 15,-1 7-2-15,1-3 4 0,0-4-1 0,-3 6 2 16,3-1-5-16,0 0 6 0,0-1-4 0,0-4 3 16,0 8 6-16,0-4-12 0,0 1 13 0,0 0-14 15,0-1 4-15,0 1 2 0,1 0-1 0,-1 0-4 16,0 0 3-16,0-1-3 0,0 2 0 0,0 0 1 15,0 0 2-15,0-2 2 0,0 1 3 0,0 2-3 16,2-2-1-16,-2-3 0 0,3 2-5 0,-3 3 7 16,2-4-4-16,1 2 4 0,-3 0-2 0,0 1-3 15,1-3 0-15,2 2 4 0,-3-1-2 0,0 2 1 0,1-1 1 16,-1-2-2-16,2 2-1 0,-1 0 2 16,-1 0-1-16,1-2-3 0,-1 1 2 0,0-4-1 15,0 8 4-15,2-4-4 0,-2-4 2 0,0 5-5 16,0-5 3-16,1 5 6 0,-1-5-7 0,0 4 5 0,0-4-3 15,-4 3 1-15,4-3-6 0,-13 2-20 0,6-1-36 16,-3 1-67-16,-6-2-65 0,-3 1-96 16,-3 0-415-16,0-1-763 0,-1-2 338 0</inkml:trace>
  <inkml:trace contextRef="#ctx0" brushRef="#br0" timeOffset="193226.49">12453 14813 91 0,'1'-4'307'16,"1"0"-5"-16,1 1-16 0,2-1 3 0,-4 0-2 15,2 0 3-15,-2 1-10 0,0 0-3 0,2-1-4 0,-3 4-6 16,2-5-9-16,-2 5-11 0,4-4-18 0,-4 4-16 16,1-2-20-16,-1 2-18 0,0 0-16 15,0 0-18-15,0 0-17 0,0-5-12 0,0 5-14 16,0 0-11-16,0 0-10 0,0 0-10 0,0 0-5 0,0 0-10 16,0 0-8-16,0 0-4 0,0 0-6 0,0 0-5 15,0 0-3-15,0 0-8 0,0 0-10 0,0 0-7 16,0 0-21-16,0 0-14 0,0 0-18 0,0 0 1 15,0 0 8-15,0 0 6 0,0 12 3 0,0-8 5 16,0 1-3-16,0 1-1 0,0 1 5 0,0 0 0 16,-1 0-7-16,2 1 6 0,-1 2 1 0,0 0-7 15,3 2-6-15,-2-1 1 0,-1 1 2 0,0 1 3 16,0 1 2-16,3-4 4 0,-3 2 5 0,2-1-13 16,1-1 11-16,-3-2-8 0,1 0 7 0,4-2 3 15,-4-1 7-15,-1 2-9 0,4-2 30 0,-4 0-19 16,4-2 3-16,-4 0 11 0,0-3 0 0,9 4-1 15,-4-3 2-15,0-1-3 0,-5 0-2 0,11-2 9 0,-3-1-5 16,0-1 5-16,-1-1-3 0,1 0-9 16,2 0 12-16,-1 0 4 0,1-3 1 0,-3 0 0 15,2 1 1-15,-3 2 4 0,-1-2 0 0,1 2 3 0,-1 0-5 16,-1 1 0-16,1 1-3 0,-2 0-3 0,1-1-1 16,-4 4-7-16,3-3-1 0,-3 3-12 0,4-3-30 15,-4 3-15-15,0 0 0 0,0 0 9 0,7 5 0 16,-3 0 7-16,-1 0 7 0,2 1-1 0,-1 3 7 15,3 2 1-15,0-1 9 0,-1-1-1 0,3 3 3 16,0 0 2-16,1-3 0 0,1 1 6 0,0 1-6 16,0-4 5-16,-1 1-1 0,0-3 7 0,2 3-3 15,-1-5 9-15,0 1 1 0,-3-2 0 0,0-2 4 16,0 1 8-16,-1-4 18 0,0 1 13 0,1-2 8 16,-2-4 21-16,0-2-17 0,0-1-2 0,-1-5 2 15,2 3-8-15,-3-4 6 0,-4 1-2 0,1 2 0 16,2 1-5-16,-3-1-10 0,0 1 3 0,-3 0-1 15,3 1-5-15,0 4-6 0,-1-1 10 0,1 1-36 0,0 2-38 16,0 1-55-16,0-1-56 0,0 6-58 16,-3-5-79-16,3 5-66 0,0 0-263 0,0 0-662 15,0 0 293-15</inkml:trace>
  <inkml:trace contextRef="#ctx0" brushRef="#br0" timeOffset="201657.83">13712 14840 3 0,'2'-5'323'0,"-1"-1"-10"0,1 1-11 16,0 0-9-16,-2-1-14 0,4 2-21 0,-4 1-11 15,0 3-13-15,0-5-26 0,0 0-21 0,0 5-19 16,0 0-21-16,-4-3-23 0,4 3-17 0,0 0-19 0,-8-2-3 16,8 2-8-16,-12 3-1 0,1 1-16 15,0 1-7-15,0-1-3 0,-4 1-4 0,4 2 2 16,0 0-12-16,-6 1-8 0,4-2-5 0,1 2 1 0,-2 1-4 15,2 1 1-15,0 1-2 0,2 0-4 0,1-1-1 16,2 0 0-16,2 2-1 0,-1-3-2 16,2 3-2-16,4-5 6 0,0 5-7 0,4 0 6 15,2 0 3-15,2 3 0 0,7-1 1 0,1 2-3 0,2-5-3 16,1 2-3-16,8 2-24 0,3-2-28 0,-4-2-33 16,1-1-39-16,-8-4-37 0,3-4-53 0,0 1-48 15,-3-1-42-15,-6-2-204 0,2-5-542 0,-7 2 240 16</inkml:trace>
  <inkml:trace contextRef="#ctx0" brushRef="#br0" timeOffset="201829.7">13507 14942 200 0,'0'0'255'0,"-8"-3"-15"0,8 3-6 15,0 0-10-15,0 0-9 0,0 0-6 0,0 0-4 16,0 0-17-16,13 10-18 0,0-9-21 0,1 2-13 15,4 2-19-15,4 0-7 0,1 0-9 0,-1-2-17 16,9 0-34-16,-2 2-41 0,-5 0-53 0,-1-2-52 0,0 0-53 16,6-3-63-16,-9 2-188 0,2-3-432 15,-2-1 191-15</inkml:trace>
  <inkml:trace contextRef="#ctx0" brushRef="#br0" timeOffset="202079.69">14018 14822 22 0,'3'-2'317'0,"-3"2"-15"0,0 0-26 0,0 0-27 16,0 0-32-16,4-3-24 0,-4 3-22 0,0 0-18 16,0 0-20-16,0 0-13 0,0 0-13 0,0 0-14 15,2 14-5-15,-2-8-12 0,0 1-9 0,0 2-5 16,0 3-1-16,2 2-11 0,-1 6-2 0,-1-2-3 15,3 3-6-15,0-2-7 0,-2 3 0 0,2-3-4 16,1 0-25-16,-4 0-26 0,2 0-36 0,2-1-35 16,-3 0-46-16,3-5-50 0,1-3-49 0,-1 2-135 15,5-5-404-15,-4-1 179 0</inkml:trace>
  <inkml:trace contextRef="#ctx0" brushRef="#br0" timeOffset="202329.68">14320 14829 197 0,'0'-4'360'0,"0"0"-26"15,0 4-32-15,0-5-32 0,0 5-33 0,0 0-27 16,0 0-23-16,0 0-22 0,0 0-16 0,0 0-12 16,0 0-17-16,0 23-9 0,3-10-15 0,-3-2-7 15,0 6-12-15,1 4-3 0,-2 5-11 0,1-5 5 16,1 5-12-16,2 0-24 0,-3-4-19 0,0-1-20 15,0 2-31-15,0-4-24 0,0 0-26 0,0 0-40 16,-3 0-31-16,3-2-45 0,0-3-44 0,-1-1-155 16,1-1-435-16,0-5 193 0</inkml:trace>
  <inkml:trace contextRef="#ctx0" brushRef="#br0" timeOffset="202831.3">14222 14796 8 0,'-8'-9'298'0,"4"-2"-4"0,1 2-7 0,2 3-24 16,1-1-21-16,-1 1-15 0,1 0-25 0,0-1-22 0,1 2-13 16,2 0-21-16,2-2-13 0,1 2-15 15,-1 2-13-15,2-1-10 0,0-1-8 0,-1 1-14 16,5 1-5-16,-4 1-5 0,5-1-6 0,-1-1-8 0,-3 3-10 15,4 0-2-15,0-2-2 0,-6 3-3 0,4-1-6 16,-1 1-4-16,1 0 1 0,-2 1-5 0,3 1-4 16,-6-1-1-16,8 0 1 0,-4 2-7 0,-1-1-4 15,1 1-5-15,-3-1-1 0,2 2 0 0,3 0-3 16,-2 4-4-16,1-3-2 0,-3 4 6 0,1 0-7 16,-2 1 1-16,-1 0-3 0,2 1 2 0,-6-1-4 15,2 3 5-15,-2-2-1 0,2 2-1 0,-7 1 5 16,1-3-2-16,-2 1 5 0,0-2-5 0,-2 3 3 15,0-3 0-15,0 0-4 0,-1 1 5 0,1-1 0 16,-4 0 4-16,4-1 0 0,-2-1-1 0,4-3 3 0,-2 1 1 16,2-2-3-16,1 2 3 0,-1-3 0 0,1 1 0 15,1-2 0-15,1 2 3 0,0 3 0 16,4-2 5-16,-1 1 27 0,2 1 9 0,1 2-2 16,4 1 3-16,0 0-8 0,4 3-1 0,5 2-2 0,-2-1-2 15,-2-1-7-15,4 2 0 0,0-3 7 0,-2 2-13 16,4 1 0-16,-4-2-7 0,0 0 2 0,3 0 0 15,-7 1-5-15,-2-6-18 0,5 3-28 0,-6-3-26 16,0 1-29-16,-4-4-35 0,0 0-63 0,3 0-52 16,-4 0-43-16,-1-1-156 0,0-4-478 0,-2 0 212 15</inkml:trace>
  <inkml:trace contextRef="#ctx0" brushRef="#br0" timeOffset="203596.9">14905 14532 59 0,'0'-4'300'0,"0"-2"-18"0,4 0-20 0,-8 1-21 16,4 0-23-16,-1 0-23 0,-2 0-21 0,-1 1-16 15,-2 0-15-15,0-1-18 0,0 2-12 0,-2-1-10 16,-2 1-7-16,-3 0-12 0,2 1-10 0,0 1-10 16,-1-1-7-16,1 2-6 0,-2 2-6 0,4-1-5 15,-2 1-3-15,1 2-5 0,-3 0-4 0,4 1-3 16,-2 1-2-16,1-1 4 0,2 4-9 0,0-1-1 15,4-4-2-15,1 3 0 0,1 1 0 0,-1-3 0 16,1 5 0-16,1-4-2 0,2 0 2 0,2 2-1 16,4-2-1-16,-4 1 2 0,5-2-1 0,1 0-1 15,2 0 2-15,1-1-3 0,1-2-2 0,-1 0 4 16,4-4-6-16,-2 1 2 0,2-3-3 0,-5-1 1 16,10-4-2-16,-6 0 2 0,-1-1-3 0,0-3 1 15,1-2 0-15,-1-1-2 0,-5-2 4 0,2 4 2 16,-3-3 19-16,-5 1 33 0,4 0 21 0,-5 6 20 15,1-5 18-15,-3 4 13 0,1-2 8 0,-1 0 1 16,3 4 4-16,-3 0-9 0,0 4-9 0,0-4-7 16,0 4-10-16,0 0-7 0,0 1-19 0,0 4-14 15,0-5-10-15,0 5-15 0,0-5-9 0,0 5-14 16,0 0-6-16,0 0-1 0,0 0-4 0,0 0-2 16,-7 14-1-16,7-8-1 0,-1 5-6 0,1-1 3 0,4 3 1 15,-7 1-3-15,6 2 2 0,-3 1-3 0,4 2 5 16,0 0-2-16,0 0-17 0,2 2-12 0,-2-1-14 15,0 1-19-15,4-2-14 0,0 2-46 16,2 3-22-16,-1-6-33 0,-2 0-50 0,0 0-65 0,5-3-87 16,-1-1-280-16,-3-4-708 0,-1-2 313 0</inkml:trace>
  <inkml:trace contextRef="#ctx0" brushRef="#br0" timeOffset="-208478.77">12643 14357 93 0,'0'0'273'15,"0"0"-10"-15,-2-6-11 0,2 4-7 0,0 2-10 16,-2-8-15-16,2 4-11 0,2-1-14 0,-2-1-13 16,2-1-12-16,2-2-12 0,0 0-13 0,0-1-10 15,2-1-15-15,4-3-17 0,0-3-1 0,-2-1-15 16,6-6-6-16,1-4-10 0,0 2-7 0,3-4-13 16,-1-3 2-16,-3-2-7 0,6 2-7 0,2-13-2 15,0 1 0-15,-5 11-8 0,4-12-3 0,-5 10 0 16,5-12-6-16,-6 0-5 0,-3 14-5 0,0-3-1 15,-2 0-1-15,3-10 1 0,-3 11-2 0,-5-2 2 16,5 6-5-16,-5-2 5 0,5 1-3 0,-2 1 4 16,0 3-13-16,0 2 11 0,2 1-9 0,-2 6 7 15,1-6-2-15,-5 8 13 0,3 1-13 0,-1 7 8 0,1-3 1 16,1 2-6-16,-3 1 2 0,2 2-3 0,-3 3-4 16,0-1 3-16,-1 1-2 0,1 2 1 15,1-1 2-15,-2 1-8 0,-2 0 0 0,-1 3-5 0,4-3-7 16,-4 3-4-16,2-4 1 0,-2 4-3 0,5-3 12 15,-5 3-12-15,0 0 3 0,0 0 4 0,0 0-5 16,0 0 5-16,0 0 1 0,0 0 1 0,0 0-3 16,0 0 7-16,0 0 2 0,0 0 0 0,0 0 2 15,0 0 3-15,0 0-2 0,0 0 7 0,0 0-2 16,3-2-1-16,-3 2-1 0,0 0-1 0,0 0 5 16,0 0-8-16,0 0-1 0,0 0 2 0,0 0-5 15,0 0 3-15,0 0-9 0,0 0 3 0,0 0-1 16,0 0 2-16,-11 11-5 0,8-5 9 0,-2-1 2 15,-6 2-2-15,3 2 3 0,-4 0-2 0,1-2 2 16,-6 0-2-16,4-1 0 0,-2 4 3 0,1-3 1 16,-5-2-3-16,7 2 0 0,-2-3 3 0,1-1 3 15,2 1 1-15,3-3 1 0,-2 1 8 0,5 2 30 0,-1-3 26 16,6-1-8-16,0 0-7 0,-4-9-3 0,4 4-9 16,7-6-1-16,0 4-10 0,5-5-5 15,2 0 3-15,2 0-2 0,1 0-5 0,-3 1 12 0,1-1 14 16,0 2 13-16,-2 3 16 0,-3 0 9 0,-2 1 13 15,3 0-9-15,-1-1-2 0,-2 3 0 0,-2 2-12 16,-1-2-11-16,-1 3-2 0,0-2-19 0,-4 3-11 16,7-3 1-16,-7 3-8 0,5 7-2 0,-2-1-7 15,4 3-20-15,-3 3-11 0,4 2-13 0,3 4-14 16,4 4-28-16,3 2-30 0,-2 0-25 0,6 2-39 16,-1 1-54-16,0-2-73 0,5-2-85 0,1 2-257 15,0-5-685-15,0-2 302 0</inkml:trace>
  <inkml:trace contextRef="#ctx0" brushRef="#br0" timeOffset="-206814.4">16620 9918 205 0,'0'0'273'0,"0"0"-11"0,-6-1-18 0,6 1-6 0,0 0-7 0,0 0-6 15,0 0-6-15,0 0-10 0,-7-1-1 0,7 1-12 16,0 0 19-16,0 0-8 0,0 0-11 0,21 5-12 15,-11-3-18-15,6 2-9 0,2-1-19 0,5 2-11 16,0-2-29-16,0 3 3 0,-1-4-9 0,7 1-7 16,2 1-20-16,0 0 8 0,-6-4-8 0,-5 2-14 15,-1 0-1-15,0 0-5 0,0 1-5 0,-8-2-6 16,1 0-3-16,-1-1-8 0,-3 0-4 0,-1 1-19 0,-1-1-7 16,-6 0-3-16,12 0-46 0,-12 0-17 15,9 0-20-15,-9 0-23 0,7 0-28 0,1 0-34 16,-8 0-28-16,8-1-22 0,-2 0-32 0,-6 1-41 0,8-3-216 15,-1 3-560-15,0-2 248 0</inkml:trace>
  <inkml:trace contextRef="#ctx0" brushRef="#br0" timeOffset="-206548.78">17076 9819 298 0,'0'0'311'0,"0"0"-22"0,0 0-29 16,-4-4-22-16,4 4-26 0,0 0-21 16,0 0-22-16,0 0-12 0,0 0-13 0,0 0-13 0,11 10-3 15,-6-5-21-15,3 2-8 0,-2 0-9 0,3-1-9 16,1 4-9-16,-1-3-11 0,1 4-5 0,-1-3-1 16,0 0-4-16,-4 3-9 0,4 0-3 0,-2 0-4 15,0 0-6-15,-1 0-1 0,-2-1-6 0,-3 0-16 16,4 0-16-16,-1 0-22 0,-4-2-26 0,-4-1-28 15,4 2-27-15,-1-1-31 0,-3-2-45 0,4 1-46 16,-1-1-188-16,-3 0-458 0,-2-3 204 0</inkml:trace>
  <inkml:trace contextRef="#ctx0" brushRef="#br0" timeOffset="-205970.67">17610 9858 135 0,'0'-5'318'0,"3"1"-21"0,-2 2-31 0,-1 2-32 15,3-5-26-15,-3 5-25 0,0 0-24 0,0 0-9 16,0 0-21-16,0 0-8 0,6 14-17 0,-6-8-11 15,0 7-10-15,0-2-7 0,0 5-7 0,0 3-7 16,-2 0-5-16,2 2-5 0,0-3-5 0,0 1-4 0,0-2-1 16,2-1-6-16,-1-3-5 0,-1 0-3 0,3-2-2 15,-2 1-3-15,-1-5 3 0,0 0-2 16,4-2 1-16,-1-1-1 0,-1-2-3 0,-2-2-2 0,0 0 1 16,16-7-5-16,-11 0 6 0,6-1 3 0,-3 0 18 15,4-7 5-15,0 2 11 0,2 1 7 0,-7 0 14 16,5-2 3-16,-5 4 10 0,1 0 6 0,0-2-4 15,-1 4 12-15,-3 2 2 0,0-1 1 0,0 1-6 16,-1 4-11-16,1-2-13 0,0-1-13 0,-4 5-12 16,4-5-13-16,-2 4-32 0,-2 1 10 0,0 0-9 15,0 0 4-15,0 0-9 0,9 12 1 0,-5-5 3 16,3 4-4-16,-2-2 4 0,2 3-1 0,0-1 3 16,0 1-12-16,0-1 5 0,5 2-4 0,-1 0-4 15,0-4 4-15,-2-2-4 0,2 3-4 0,1-4 8 16,-2 0 2-16,2-1-2 0,0-2 1 0,-2-2-8 0,1 1 8 15,1-4 5-15,-4-2 2 0,3 0-2 0,-3-3-6 16,0-1-2-16,3-8 1 0,-5 4 0 0,-2-5 2 16,2 1 15-16,-3-2-5 0,1 1 12 0,-4 6 0 15,0-5-4-15,0 2-5 0,0 3-6 0,-1-1-8 16,-2 4-21-16,2 0-14 0,-3 1-28 0,2 1-34 16,0 1-56-16,0 0-56 0,-3 4-45 0,5 1-45 15,0 0-51-15,0 0-225 0,0 0-622 0,-5 13 276 16</inkml:trace>
  <inkml:trace contextRef="#ctx0" brushRef="#br0" timeOffset="-205705.06">18292 10117 346 0,'0'0'346'15,"0"0"-29"-15,0 0-33 0,0 0-29 0,0 0-32 16,0 0-27-16,4 2-17 0,-3 3-19 0,-1-5-20 16,0 7-3-16,3 2-20 0,-3-3-10 0,1 5-5 15,2-1-19-15,0 1-6 0,-2 2-4 0,2 1-12 16,-2 3-2-16,2-1-5 0,-2 4-2 0,1-2-5 16,0 0-4-16,0-2-7 0,0 4-2 0,0-9-15 0,-1 2-29 15,2 0-31-15,-2-1-48 0,2-1-58 0,-3-1-61 16,4-3-67-16,1-1-189 0,-2-3-500 0,5 0 221 15</inkml:trace>
  <inkml:trace contextRef="#ctx0" brushRef="#br0" timeOffset="-203933.11">18660 9796 101 0,'0'0'224'0,"0"0"-17"15,-6-2-13-15,6 2-17 0,0 0-14 0,0 0-18 0,0 0-16 16,0 0 3-16,-2 8 16 0,2-8-6 0,7 7-4 15,0-1-3-15,-3-2-7 0,8 3-2 0,-2-2-5 16,2 4-12-16,7-1-8 0,-4 0-7 0,1 1-12 16,3-3-9-16,-4 3-4 0,4-2-8 0,-4 3-7 15,1-4-4-15,-4-1-5 0,-3 2-6 0,6-1-2 16,-5 0-6-16,-2-3-3 0,1 0-2 0,-3 2-5 16,0-2-4-16,1 1 0 0,-3-1-8 0,0-2 3 15,0 0-2-15,-4-1-1 0,4 4-4 0,-1-1-1 16,-3-3 1-16,3 4-6 0,-3-4 0 0,3 3-3 15,-3-3 1-15,-3 7 0 0,3-7 4 0,-3 6 2 16,-1-2 1-16,-3 1 5 0,1-2 14 0,0 1 12 0,-5 2 12 16,-2 0 4-16,0 0-2 0,-2 0-1 0,-5 2 6 15,1-2-12-15,1 1-2 0,1-3-3 16,0 3-3-16,2-3-3 0,0 0 0 0,0-1-2 0,3 2-9 16,0 1 1-16,5-4-5 0,0 1-1 0,3-1 1 15,-3-2-1-15,1 3-5 0,2-2-9 0,4-1-10 16,0 0-11-16,0 0-6 0,-7 3-9 0,7-3-40 15,0 0-59-15,0 0-57 0,0 0-72 0,0 0-294 16,24-3-601-16,-16 1 267 0</inkml:trace>
  <inkml:trace contextRef="#ctx0" brushRef="#br0" timeOffset="-202980.03">19311 9898 77 0,'0'0'249'0,"0"0"-20"16,0 0-20-16,0 0-20 0,0 0-25 0,-3-4-20 15,3 4-13-15,0 0-14 0,0 0-18 0,0 0-10 16,0 0-5-16,-13 8-10 0,8-6-7 0,0 2-4 16,-1 0-8-16,1 0 0 0,-6 2 14 0,6 0-6 15,-4 1-5-15,7-1-2 0,-5 2-6 0,-1 0 6 16,4 2 5-16,-2-1 0 0,2 1-6 0,1 1-2 0,-1-3-1 15,4 5 1-15,-1-3-6 0,2 2 1 16,2 0-3-16,-2-2-4 0,3 0-6 0,2-1 3 0,-2 0-3 16,5 0-3-16,-2 1-2 0,2-2-4 0,0-1 3 15,5-1-4-15,-5-1 0 0,3 1-3 0,-1-1 0 16,0-2 7-16,1-3 13 0,-1 1 9 0,4-1 8 16,-5 0 0-16,-1-1 2 0,6-3 2 0,-7 0 7 15,3-2 6-15,0 1 3 0,-3-6 8 0,0 3-6 16,-1 0 5-16,3-2 11 0,-5-1-3 0,-1 0 6 15,-2-1-2-15,3 0-4 0,-3-1-9 0,-1 0-8 16,-1 1-13-16,-1 0-2 0,-2 1-6 0,-1-1-11 16,-2 2-4-16,2 0-8 0,-3 1-10 0,-1 2-7 0,1-1-22 15,0 1-31-15,2 2-44 0,-4 3-47 16,2-2-53-16,-7 2-45 0,2 2-47 0,5 2-89 0,-5 2-274 16,3-3-689-16,2 3 304 0</inkml:trace>
  <inkml:trace contextRef="#ctx0" brushRef="#br0" timeOffset="-199995.67">17334 9608 201 0,'0'0'254'0,"0"0"-11"0,11-8-15 0,-1 8-4 15,-1-2-14-15,2 0-5 0,1 0-15 16,1 0-10-16,0 0-5 0,5 2-9 0,1 0-7 0,0 2-17 16,1-1-13-16,2-1-14 0,0 3-8 0,1-3-14 15,7 2-6-15,0 0-6 0,-2 3-8 0,5-2-8 16,5-1-12-16,-4 0-1 0,4 4-7 0,-4 0 0 16,7-1-6-16,-1-1-10 0,-1 4 2 0,2-3-2 15,0 2-10-15,2-1 2 0,10 0 6 0,-9 0-10 16,-4 2-1-16,1-3-3 0,15 1-1 0,-15 0 2 15,-5-2-1-15,4 1-2 0,-2-2-1 0,-4 1 1 16,5-1-2-16,-6 1-1 0,1-2-2 0,0-1-4 16,-1 3 2-16,-1-3 2 0,1 2 0 0,-2-3 1 15,-1 0-4-15,0 1-6 0,-5 0 6 0,6 1 4 16,-7 0-3-16,5-1-1 0,2 0 0 0,-1-1 0 16,-2 1-1-16,0 0-2 0,-5 1-2 0,0-2 1 0,7 0 2 15,-6 2-1-15,-1-2 1 0,2 3-1 0,-3-1-3 16,1 1-4-16,-2 0 8 0,2-3-1 0,-2 1-7 15,-3 0 9-15,-2 0-2 0,2 1 2 0,1-2-4 16,-3 1 6-16,-3-1-2 0,0 0-4 0,2 0 9 16,-1 1-5-16,-2-1-3 0,2 0-1 0,-1 0 8 15,-2 1-7-15,4 2-3 0,0-3 2 0,-4 0 1 16,1 0-3-16,1 0 4 0,-2 1 1 0,3-1-3 16,-3 1 0-16,1 1 2 0,-1-2 1 0,-4 0-6 15,5 0 7-15,-5 0-3 0,3 0 5 0,-5 1-13 16,6-1 9-16,-6 1-3 0,4-1 5 0,-9 0-1 15,9 0 0-15,1 2-2 0,-10-2 4 0,13-2-2 16,-7 1-2-16,0 1 3 0,-6 0-1 0,11 1-3 0,-11-1 4 16,10-1 1-16,-10 1-1 0,8-1 1 15,-8 1-5-15,7 0 1 0,-7 0 5 0,0 0-4 16,0 0-1-16,7 0-2 0,-7 0 2 0,0 0 0 0,0 0 1 16,0 0-6-16,0 0 2 0,0 0 0 0,4 2-6 15,-4-2-1-15,0 0 1 0,0 0-4 0,1 4 3 16,-1-4-1-16,0 5 4 0,0-1-1 0,0 0 1 15,0-4 0-15,0 10 1 0,0-3-3 0,0 1 3 16,0 0 3-16,-1 5-3 0,1 0 3 0,0 0-3 16,0 4 3-16,0 1 2 0,-2 7 0 0,2-6 2 15,2 9-5-15,-4 2 4 0,4-3-3 0,-2-7 5 16,0 8-1-16,0-1 2 0,1 1-8 0,-1-7 10 16,4 6-4-16,-4-7 0 0,2 1 0 0,-2 0 0 15,1 0 0-15,-1-3 2 0,1 1-4 0,2 2 2 16,1-3-3-16,-4-2 1 0,1 1 3 0,-1-3 1 15,2-3-1-15,-1 3 0 0,0-5-3 0,2 4 4 0,-3-3-7 16,2 1 4-16,0-2 13 0,-2 0-7 0,2-3-2 16,-1 3-3-16,-1-2-2 0,1 0 2 15,1-1 0-15,-1 1-2 0,-1 2 3 0,0-4-3 0,3 0 3 16,-2 1-3-16,-2-2-1 0,1 3 2 0,1-2 0 16,-1 0 2-16,0 0-1 0,0 1 3 0,-1-3 0 15,1 2-4-15,-3-2 1 0,3-3 3 0,0 8-5 16,0-8-2-16,-1 5 3 0,1-5-1 0,-2 6-2 15,2-6 0-15,-2 4 1 0,2-4 0 0,-4 4-3 16,4-4 6-16,-5 4 2 0,5-4-4 0,-6 0-4 16,6 0 1-16,0 0 4 0,-17-2-1 0,12-2 2 15,-2 4-4-15,7 0 4 0,-19 0 0 0,11-1-9 16,-4 0 9-16,-1-2 0 0,2 1-1 0,-5 0 2 0,-2-3 1 16,-2 3 3-16,1 1-6 0,-1-1-2 15,-1-1 0-15,0 1 6 0,-1-1-4 0,-8 1 2 16,-2-2-5-16,9 4 4 0,-7-3 0 0,1 1 0 0,-1 2 0 15,5-2-3-15,-5 2 0 0,-1 0-1 0,3 0 5 16,6 0 0-16,-2 0 0 0,-4 0-2 0,4 2-5 16,0 0 6-16,5-1 2 0,-4 0-4 0,3 0 5 15,-1-1-5-15,1 0-1 0,1 0 5 0,-2 3 0 16,5-3-1-16,-3 1 7 0,1 1-5 0,4-3 11 16,-4 2 0-16,3-1 0 0,1 0-1 0,-2 0-4 15,2-1 9-15,0 1-7 0,0-1-1 0,-2 1 6 16,-4 0-2-16,0-1 1 0,2 2-8 0,-1-1 17 15,-1-1-14-15,4 1-4 0,-3-2 6 0,4 2-2 16,-4-1 6-16,0 1-13 0,4 0 2 0,1-1 10 16,-1 1-11-16,1 1-1 0,-2-2 13 0,-3-1-18 15,4 0 7-15,-1 2-5 0,-1-2 5 0,3 1 1 0,-4 1-11 16,3-1 7-16,-3 1-1 0,-1-1-2 0,1 1 1 16,-1-2 15-16,-1 2-13 0,6 0-1 15,-5-2 12-15,2 1-16 0,-4-1 3 0,8 1 12 0,-8 0-11 16,4 0-1-16,-3 1-11 0,6 0 9 0,-1 0 0 15,0 0-1-15,2 0 3 0,-3 0 0 0,1 1 0 16,2-1-4-16,0 1-2 0,-3 0 7 0,5 1 2 16,-3-1-6-16,2 0 16 0,0 0-14 0,-3 1-2 15,3 0 6-15,1 1-3 0,0-1-2 0,-1 1 3 16,1-3-3-16,-3 3 4 0,3-2-2 0,2 0 3 16,-3 0-1-16,2-1-1 0,-2 3-3 0,4-2 5 15,-6-1-7-15,3 1 8 0,-2 1 0 0,3-2-3 16,-5 0-5-16,6 0 7 0,-5 0-2 0,7 0 2 0,-2 0-1 15,-3-2 3-15,3 1 1 0,-2 1-7 16,2 0 2-16,2-1 3 0,-2 0-2 0,0 1 1 16,1-2-4-16,-4 4 13 0,5-4-13 0,-2 0 2 0,2 2-1 15,-3 0 0-15,10 0 0 0,-16-1 0 0,7-1 0 16,-4 2-1-16,5-1 0 0,0 0-2 16,1 0 6-16,7 1-1 0,-12 0-2 0,3-1 6 0,3-1-14 15,6 2 7-15,-11-2 1 0,6 1-2 0,5 1 5 16,-13-1 5-16,9 0-3 0,4 1 1 0,-8-2 10 15,8 2-2-15,-8-1 2 0,8 1-5 0,-7-2 1 16,2 0-2-16,5 2-2 0,-8-1 3 0,8 1 15 16,-6-3-20-16,1 1 2 0,1 0-5 0,4 2 3 15,-6-3 3-15,6 3-3 0,-7-3-1 0,7 3 6 16,-5-2 0-16,2-1 6 0,3 3 3 0,-6-3 9 16,6 3-5-16,-7-5 12 0,5 3 5 0,2 2 2 15,-5-4 10-15,2 2-3 0,3 2-2 0,-4-4 2 0,4 4-5 16,-3-5-5-16,3 1 6 0,0 4 2 0,-1-5 1 15,1 5-4-15,-2-9 3 0,2 5 0 16,0-1-10-16,0-2-3 0,0 2-4 0,0 0 0 0,0-1-2 16,0 1 3-16,0-2 0 0,0-2 6 0,0 0-10 15,0 0 1-15,0-1 0 0,-1 0-1 0,1-1-2 16,-4-1-1-16,4 2 0 0,0-3-1 0,-1 0-6 16,0 0 1-16,-1 0-2 0,1 0-1 0,1 1-2 15,0-6-1-15,0 4 3 0,0 1-6 0,0 1 2 16,-2-1 0-16,2-1-4 0,0 3 8 0,2-2 1 15,-2 2 4-15,1-1 5 0,2 0 3 0,-2-1-1 16,3 2-1-16,-1-1 1 0,-2 0 2 0,3 3-2 0,-2-3 0 16,-1 1 0-16,3 2-4 0,0-2-1 15,-1 3-1-15,1-2 0 0,-1 1-4 0,-3 0 2 16,7-2-4-16,-6 0-2 0,0 4 1 0,3-3 5 0,-2 4 1 16,-1 1-3-16,1-6-3 0,0 6 1 0,-2-4-1 15,3 3-1-15,-2-4-6 0,1 2 5 0,-1 1-3 16,1 0-1-16,1 1 0 0,-3-2-4 0,2-3 2 15,-1 4 0-15,-1-3 0 0,4 2-4 0,-4-1 1 16,2 3 0-16,0-2-1 0,-2 0 2 0,0 0-1 16,0 0-1-16,0 0-1 0,2 1 4 0,-1-1-1 15,0 0-1-15,-1 0-1 0,2 2 6 0,-1-1 9 16,1 0 5-16,-2-1 0 0,2 0-2 0,-2 2-4 16,0-2-3-16,3 3-1 0,-3-1-1 0,1 0 0 15,2-2-1-15,-3 3 3 0,3 0-10 0,-2-2 3 16,-1 2 0-16,1-1-3 0,1 0 0 0,-2 0 1 0,0 0-4 15,4 1 0-15,-3-1 0 0,-1 2-5 0,0 1 0 16,0 3-27-16,0-10-28 0,0 10-36 0,0-3-51 16,0 3-59-16,0-4-54 0,0 4-55 0,0 0-78 15,0 0-98-15,0 0-277 0,0 0-830 0,0 0 368 16</inkml:trace>
  <inkml:trace contextRef="#ctx0" brushRef="#br0" timeOffset="-193068.75">30568 6036 146 0,'0'0'214'16,"0"0"-28"-16,-4 4-17 0,4-4-17 0,0 0-17 16,-1 5 14-16,1-2-7 0,0-3-13 0,-1 10 10 15,1-5-10-15,0 0-12 0,0 2-10 0,-3 0-7 16,6-1 4-16,-3 4-7 0,0 1 2 0,1 0-9 16,-1 0-8-16,1-1-9 0,2 2-7 0,-2 0-3 15,2 1-5-15,-2 0-3 0,3 1-6 0,1 3-4 16,-1-4-4-16,-2-1-3 0,9 5-4 0,-4-3-1 15,0-3 0-15,-2 1-6 0,5-1 3 0,-4-1-1 16,1 0-8-16,3-4 2 0,-2 3-1 0,3-2 0 16,-1-1-2-16,2-1 1 0,-1-2-4 0,0 0 3 15,2-3-4-15,-3-3-5 0,2 1 8 0,0-3-8 16,0-1-2-16,3-4 1 0,0-3-1 0,1 0-4 16,-3-2 4-16,2-1-7 0,-2 0 4 0,-2-1-3 15,4-9 4-15,-4 9 8 0,-3-1 6 0,2 1 10 16,-5-1 10-16,3 1 12 0,-5 3 10 0,1 3 1 15,1-2 28-15,-2 2 5 0,-3 2 0 0,2 1-9 16,0 0 4-16,0 4-12 0,-2-2-6 0,3 1-11 0,-3 5-8 16,0-5-14-16,0 5-12 0,0-4-8 15,0 4-1-15,0 0-9 0,0 0 2 0,-5 13 3 16,5-6-2-16,-2-2-3 0,0 8-2 0,2-1 1 0,-3 5-3 16,3 1-8-16,0 3 7 0,0-1-2 0,0 8-5 15,0 1 4-15,0-1 3 0,0 1-2 0,0 0-2 16,0 0 5-16,3 2-5 0,-3 0-3 15,0 0-12-15,0-2-12 0,0 0-2 0,0 2 3 0,0-1 11 16,0 2-6-16,0 1 11 0,-3-1-1 0,1-2-3 16,-3 0 4-16,2 2-2 0,1-4 15 0,0-1-20 15,-2-2 7-15,1-2 0 0,1-2-1 0,-2-1 6 16,2-1-2-16,0-3-2 0,-6 1 0 0,4-4 1 16,1-1-2-16,-1-3-1 0,0 0 5 0,0 0 2 15,1-2 5-15,1-1 9 0,-4-1-8 0,5-1 14 16,0 0 25-16,-3-3 18 0,4-1 22 0,-7 3 13 15,7-3 15-15,-15-3-7 0,5-2 3 0,-4 0 0 16,4-4 3-16,-5-4 2 0,-10-3-4 0,6-4-4 16,1 0-3-16,-5-2-2 0,0-2-1 0,7-2-5 15,1 2-8-15,0-2-8 0,5-3-5 0,0-2-7 16,4 4-8-16,3-5-3 0,8 1-27 0,1 2-31 16,8-1-34-16,5 1-34 0,4 2-45 0,3 0-34 15,5 4-29-15,1 1-33 0,0-1-43 0,2 6-45 0,-1 3-54 16,4-1-57-16,-2 3-315 0,0 0-787 15,-2 2 347-15</inkml:trace>
  <inkml:trace contextRef="#ctx0" brushRef="#br0" timeOffset="-192725.02">31343 6190 323 0,'0'0'336'0,"0"0"-16"0,0 0-11 15,0 0-14-15,0 0 2 0,0 0-24 0,0 0-17 16,0 0-23-16,0 0-22 0,0 0-21 0,0 0-24 16,30 3-12-16,-16-1-20 0,6 1-15 0,1-1-7 15,11 3-12-15,-3-2-9 0,0 2-18 0,-9-4 4 16,3 3-9-16,-1-1-37 0,-3-1-48 0,1 1-35 16,-2-1-52-16,-2-1-33 0,-5 2-30 0,1-3-31 15,-5 4-44-15,-1-5-42 0,-1 2-211 0,-5-1-535 16,0 0 236-16</inkml:trace>
  <inkml:trace contextRef="#ctx0" brushRef="#br0" timeOffset="-192521.9">31341 6426 5 0,'1'4'299'0,"-1"-4"6"0,3 2-4 16,-3-2-6-16,10 3-21 0,-4-2-25 0,2-1-31 15,2 1-16-15,1 0-21 0,4 0-15 16,-2 1-23-16,2 0-9 0,7 1-17 0,-1 2-13 0,-3-3-54 16,3 1-63-16,2 1-60 0,-3-2-79 0,5 0-73 15,-5 0-205-15,2-1-467 0,1 1 207 0</inkml:trace>
  <inkml:trace contextRef="#ctx0" brushRef="#br0" timeOffset="-192256.28">31866 6315 406 0,'0'0'428'0,"-4"-2"-12"0,4 2-25 0,0 0-40 16,0 0-32-16,0 0-31 0,0 0-27 0,16-2-31 15,-10 2-28-15,8 2-13 0,-3-2-21 0,4 4-18 16,2-2-16-16,2 2-13 0,1 0-10 0,3 1-17 15,-1 0-9-15,1 1-20 0,0-2-28 0,0 0-26 16,-2 0-29-16,-2 0-18 0,1-2-20 0,-1 2-28 16,-6-3-27-16,-2-1-31 0,3 0-23 0,-1-2-31 15,-7-2-35-15,5-1-31 0,-5 0-45 0,-1-4-169 16,-2 0-513-16,0-3 227 0</inkml:trace>
  <inkml:trace contextRef="#ctx0" brushRef="#br0" timeOffset="-192053.16">32180 6117 202 0,'0'0'259'0,"0"0"-16"16,-3-6-21-16,3 6-23 0,0 0-24 0,0 0-24 15,0 0-18-15,0 0-14 0,0 0-15 0,0 0-11 16,-12 10-5-16,12-3-8 0,-4 4-12 0,0 1-7 16,-4 5-3-16,6-2-5 0,-5 5-3 0,-2 0-8 15,4 4-1-15,-2-2-1 0,3 5-3 0,0-6-4 16,2 5-2-16,-3-4-2 0,5 0-2 0,0 5-1 0,0-9-20 15,5 1-41-15,-3-1-42 0,4-2-46 16,3-1-59-16,4-1-194 0,-3-5-407 0,6 0 180 16</inkml:trace>
  <inkml:trace contextRef="#ctx0" brushRef="#br0" timeOffset="-191787.54">32555 6183 378 0,'2'-7'452'0,"-1"1"-22"0,1 1-21 0,-2 2-25 16,1-1-38-16,0 0-32 0,-1 4-37 15,5-3-29-15,-5 3-29 0,0 0-39 0,0 0-19 16,0 0-15-16,0 0-15 0,-2 14-11 0,-1-2-15 0,2 1-7 16,-2 5-12-16,2 2-10 0,-1 9-5 0,0-3-3 15,0 3-11-15,0 1-10 0,0 0 5 0,-2 0-12 16,3-1 0-16,-1 0-8 0,1 2-38 15,0-1-25-15,2 1-13 0,-1 0-29 0,3 0-21 0,-1-3-16 16,3 0-22-16,1 1-31 0,-3 0-51 0,6-4-65 16,-2-5-61-16,0 0-241 0,3-3-628 0,3-2 278 15</inkml:trace>
  <inkml:trace contextRef="#ctx0" brushRef="#br0" timeOffset="-189372.94">30576 6493 8 0,'2'-2'257'16,"-1"-2"-10"-16,2 0-8 0,-3 4-10 0,1-6-7 16,1 2-11-16,-2 4-21 0,-2-7-14 0,2 7-20 15,0 0-19-15,0-6-17 0,-1 3-15 0,1 3-12 16,-4-2-13-16,4 2-11 0,-14 1-3 0,6-1-1 16,-3 1-7-16,-4 4-10 0,0-1-3 0,-1 4 0 15,-2 0-10-15,-2 0-2 0,0 3-5 0,-7 3 0 16,7-1-6-16,-4 3 1 0,-3 0-6 0,2 3 5 0,3 0-8 15,-1 2-2-15,2 2 1 0,-2 1-4 16,2-1-4-16,-1 3 2 0,-1 3 1 0,4 1 0 16,-3 0 0-16,3 0 1 0,-1 2-2 0,-1-4-3 15,4 7 5-15,-2-4-4 0,2 0-2 0,1 0 3 0,0 0-1 16,-1 1-2-16,3-3 3 0,-2 1 0 0,0 0-1 16,2-4-1-16,-2 2 1 0,3-1 1 15,-2-1 23-15,1-1-1 0,-2 0-2 0,2-1-1 0,0-6 1 16,-3 5 0-16,-2 3-4 0,2-3 5 0,1 2 0 15,1-2-1-15,-4 0 0 0,7-6-4 0,-4 6-1 16,5-7-1-16,2 2-2 0,-3 0-3 0,4-2 2 16,-2-1-6-16,0-1 4 0,4-1-9 0,1-1 5 15,-2 0 1-15,1-1-4 0,1-1 2 0,-2 0-3 16,3-1 4-16,0 2-2 0,-1-5 3 0,1-1 15 16,-2 4 7-16,2-4-6 0,0 2-5 0,0 1-5 15,-2 0 1-15,2 1 0 0,-4 0 1 0,2 0-6 16,1 0-1-16,0 0 1 0,-1 1 1 0,0 2-5 15,-1-2 0-15,0-1 1 0,2 4 3 0,-2-4-3 16,1 1 2-16,0 2-5 0,0-3 0 0,2 3 2 16,-3-2-6-16,2-1-1 0,-2 1 2 0,3-2-4 15,-1 1 2-15,0-2 3 0,1-1-2 0,0 0-3 16,3 1 3-16,-6-2-1 0,3 0 0 0,1 0-3 0,1-1 0 16,-1 3 4-16,-3-2 5 0,2 1 17 15,0-3-2-15,-2 1 4 0,0 1-6 0,2-1 3 16,-3-1-1-16,2 1-5 0,-5 0 6 0,3-1-3 15,-4 1-9-15,-1 1 1 0,1-3 2 0,-7 2 0 0,0 0-5 16,-1-3 2-16,-1 1-13 0,0 0-21 0,-3-4-21 16,4 2-20-16,-4-1-29 0,1 1-29 15,3 1-36-15,1-2-61 0,4 0-83 0,1 0-272 16,5-1-620-16,4-1 274 0</inkml:trace>
  <inkml:trace contextRef="#ctx0" brushRef="#br0" timeOffset="-187756.56">30760 4510 227 0,'0'0'259'0,"0"0"-30"0,0 0-29 15,0 0-22-15,-5-3-21 0,5 3-16 0,0 0-15 16,0 0-14-16,0 0-10 0,-3 13-11 0,3-8-10 15,0 1-6-15,0 2-11 0,0 3-2 0,3-2-1 16,-2 1-8-16,3 3-6 0,0-3 8 0,0 1-15 16,6 5 1-16,-1-4-2 0,-2-4-5 0,1 2-5 15,4-1-11-15,-1 2-3 0,0-4-1 0,7 5-2 16,-3-4 2-16,-2-3-3 0,0-2 1 0,0 0-4 16,-3-3 3-16,2 0-1 0,-3 0 0 0,0-1 0 0,0-1 6 15,-2-3 13-15,4 2 10 0,-6-1 12 16,1 0 9-16,-1 1 12 0,0-1 16 0,2-1 6 15,-4 3 4-15,0-1-4 0,-3 3-7 0,5-4-14 16,-5 4-10-16,3-2-11 0,-3 2-10 0,0 0-5 0,0 0-14 16,0 0-8-16,0 0-5 0,0 0 1 0,8 8 2 15,-6-1 0-15,0-1-8 0,-2 1 0 16,3 6 0-16,-2 0-4 0,3 3 2 0,-1 1 3 16,1 1 0-16,1 3-1 0,-3 0-1 0,8 6 1 0,-5 1-4 15,-1-1 0-15,2 0-1 0,-2 1 0 0,3 1-7 16,-5 1-1-16,2-11-5 0,-1 11 2 0,-3-2 0 15,1-2 2-15,-1-7-1 0,2 1 2 16,-4-2-5-16,1 1 4 0,0-6 2 0,-2 1 1 0,0-1-4 16,1-3 3-16,0-2 1 0,-2-2 3 0,4 2-5 15,-1-3 5-15,-1 0-1 0,1 0 11 0,0-2 18 16,-1 0 25-16,2-3 30 0,-2 5 30 0,2-5 20 16,0 0 9-16,-9 0 11 0,9 0 1 0,-12-7 2 15,5 2 1-15,-4-2-6 0,1-3-2 0,-3-2-12 16,-3-1-6-16,4 1-2 0,-1 0-2 0,1-3-8 15,1 1-9-15,4 4-10 0,-2-3-10 0,2-2-4 16,0 4-6-16,2-2-11 0,2-4-20 0,3 6-29 16,2-10-32-16,-1 2-50 0,6 0-63 0,7-4-59 15,5-2-46-15,2 3-57 0,1 2-48 0,5 1-62 16,-4-1-51-16,5 4-244 0,-3-1-752 0,2 2 333 16</inkml:trace>
  <inkml:trace contextRef="#ctx0" brushRef="#br0" timeOffset="-187444.08">31470 4755 56 0,'0'0'452'0,"0"0"-3"16,0 0-18-16,7-5-29 0,-7 5-22 0,0 0-22 0,0 0-24 16,8-2-29-16,-8 2-31 0,0 0-25 0,4-3-23 15,-4 3-32-15,0 0-24 0,14-1-22 16,-9 2-32-16,10-1-31 0,-4 2-35 0,3 2-40 16,6-3-28-16,0 2-38 0,0-1-34 0,1 1-37 0,2 2-48 15,-2-1-53-15,3 0-56 0,-1-2-27 0,0 3-256 16,-3-1-614-16,-1-2 272 0</inkml:trace>
  <inkml:trace contextRef="#ctx0" brushRef="#br0" timeOffset="-187272.2">31476 4875 36 0,'0'6'255'16,"5"-2"-2"-16,-1 1-4 0,5-1-24 0,2 0-24 15,3 0-21-15,8 2-16 0,-2-1-13 0,5-1-18 16,-6 1-12-16,11 2-14 0,-2-3-23 0,-5-1-58 16,7 1-57-16,-7-2-57 0,2-2-63 0,-2 0-169 15,7-1-346-15,-6-1 154 0</inkml:trace>
  <inkml:trace contextRef="#ctx0" brushRef="#br0" timeOffset="-187053.46">32133 4615 53 0,'0'0'291'0,"0"-4"-32"15,0 4-31-15,-3-2-26 0,3 2-21 0,0 0-21 16,0 0-13-16,-2 16-15 0,0-9-12 0,0 5-15 16,2 7 0-16,-1 1-19 0,-3 0-8 0,4 9-4 15,0-1-10-15,0 1-6 0,0-1-1 0,1 2-5 16,3-1-9-16,-4 2-4 0,4 0-30 0,2-2-35 15,0-1-44-15,1-1-61 0,0-7-50 0,-3-2-176 16,8-3-385-16,-1-2 172 0</inkml:trace>
  <inkml:trace contextRef="#ctx0" brushRef="#br0" timeOffset="-186787.84">32581 4587 46 0,'0'-3'341'0,"0"3"-36"15,0-5-34-15,0 5-32 0,0 0-31 0,0 0-22 16,0 0-19-16,0 0-16 0,-8 16-15 0,7-4-15 0,-1 5-10 16,-1 2-11-16,3 4-12 0,-2 2-5 0,-1 5-6 15,3 2-13-15,0-1-5 0,0 0 6 16,-1 2-14-16,1 0-6 0,-1 3-3 0,2-1 5 15,-4 1-11-15,2-3-2 0,1 1-7 0,-4-1-19 0,2-5-36 16,-2 3-40-16,4-5-60 0,-3-5-57 0,1-1-73 16,-1-2-150-16,-2-6-440 0,3-5 196 0</inkml:trace>
  <inkml:trace contextRef="#ctx0" brushRef="#br0" timeOffset="-185227.72">32289 4907 211 0,'0'0'249'0,"0"0"-12"0,0 0-20 0,0 0-12 16,0 0-21-16,0 0-18 0,0-5-15 0,0 5-14 15,0 0-14-15,0 0-15 0,0 0-9 0,0 0-13 16,0 0-3-16,0 0-14 0,0 0-8 0,0 0-11 15,0 0-5-15,0 0-2 0,0 0-10 0,0 0-3 16,0 0 3-16,0 0-10 0,0 0-3 0,0 0-2 16,0 0 1-16,0 0-8 0,0 0 5 0,0 0-3 15,0 0-4-15,0 0-2 0,0 0 2 0,0 0-5 16,0 0-6-16,0 0 4 0,0 0-2 0,0 0-6 16,0 0 6-16,0 0 0 0,0 0 0 0,9 9-4 15,-3-5 1-15,-2-3 0 0,3 1 2 0,1 1-2 16,-1 1-1-16,2-1-1 0,-2-1 1 0,2 1 4 15,4-2 0-15,-8 1-5 0,1 1 3 0,3-1 0 16,-3 1 0-16,0-1-1 0,-3-1 3 0,-3-1 0 16,10 2 2-16,-5 1 1 0,-5-3 7 0,8 0-4 15,-8 0 8-15,2 2 6 0,-2-2 1 0,0 0-1 16,5 2 5-16,-5-2-9 0,0 0-1 0,0 0 3 16,0 0 1-16,0 0 8 0,0 0-2 0,0 0 1 0,0 0 1 15,0 0 6-15,0 0 12 0,0 0-11 16,8-3 1-16,-8 3-5 0,0 0 6 0,0 0-8 15,0 0-1-15,0 0-3 0,0 0 0 0,0 0-6 16,0 0-1-16,0 0 3 0,0 0-4 0,0 0-1 0,0 0-3 16,0 0 10-16,0 0-12 0,0 0-2 0,0 0 1 15,0 0-5-15,0 0 1 0,0 0 2 16,0 0-1-16,0 0 2 0,0 0-3 0,0 0 4 16,0 0-4-16,0 0-3 0,0 0-3 0,0 0 14 0,0 0-10 15,0 0 2-15,0 0-2 0,0 0-6 0,0 0 10 16,0 0 9-16,0 0-11 0,0 0 1 0,0 0 1 15,0 0-4-15,0 0 1 0,0 0 14 0,0 0-16 16,0 0 1-16,0 0-1 0,0 0 7 0,0 0-9 16,0 0 0-16,0 0-2 0,0 0-4 0,0 0 3 15,0 0-3-15,0 0-1 0,0 0-6 0,0 0 4 16,0 0-2-16,0 0-2 0,0 0-2 0,0 0 4 16,0 0-3-16,0 0 3 0,-19-4-1 0,19 4 3 15,-9-2-1-15,9 2 0 0,-7-1 0 0,7 1 3 16,-12 0-3-16,7-2 4 0,5 2-1 0,-10-2 3 15,4 1-4-15,6 1 2 0,-5-1 10 0,5 1-8 16,-8-1-1-16,8 1-2 0,0 0-3 0,-10 1 8 16,10-1-12-16,0 0-2 0,-8 0-3 0,8 0 1 15,0 0-4-15,-7 0 5 0,7 0 2 0,-8 1-3 16,8-1 6-16,-9 0 1 0,9 0 0 0,-9-1-3 16,4 0 4-16,5 1 2 0,-10 0 1 0,10 0-2 15,-8-1 1-15,8 1 4 0,-8 0-6 0,8 0 3 16,0 0 0-16,-10 0 1 0,10 0 0 0,0 0 6 15,-5 1-3-15,5-1 1 0,0 0 1 0,0 0-4 16,0 0 3-16,0 0 1 0,-9-1 2 0,9 1 1 16,0 0 1-16,0 0-2 0,0 0 3 0,0 0-4 15,0 0-3-15,0 0-12 0,0 0-10 0,0 0-13 16,0 0-25-16,0 0-43 0,0 0-100 0,0 0-58 16,0 0-136-16,0 0-432 0,24-4 191 0</inkml:trace>
  <inkml:trace contextRef="#ctx0" brushRef="#br0" timeOffset="-184587.12">32207 4743 138 0,'0'0'261'0,"0"0"-13"16,-4-4-17-16,4 4-13 0,-6-4-21 0,6 4-20 16,-3-3-22-16,0 0-14 0,3 3-14 0,-4-3-19 15,4 3-10-15,-7-1-12 0,3-2-9 16,4 3-4-16,-11 0-9 0,11 0-10 0,-8 3-6 15,8-3-1-15,-12 1-5 0,7 1-8 0,-4-1 2 0,4 0-6 16,2 2-8-16,-4-1 4 0,2 1-11 0,3 1-5 16,-3-2-10-16,0 2 0 0,3 0-1 0,1 1 0 15,-1 0 0-15,2 2-2 0,0-2-4 16,2 1-9-16,-1-1-2 0,-1 2-8 0,3-1-4 0,-2-1-6 16,2 2-6-16,-2-2 0 0,-1 0-4 0,0 2 7 15,0-4 2-15,0-3-1 0,-5 8 3 0,1-3 4 16,0-1 3-16,-3 0 5 0,-1-2 9 0,-2 3-6 15,2-2 2-15,-2 0-2 0,0 0 8 0,0-3-2 16,0 2 0-16,4 0 0 0,-1 2 5 0,0 0 3 16,3-2-7-16,0 1 2 0,3 1 11 0,1 1-3 15,1 0 2-15,2 3 1 0,5-1 0 0,2 2 2 16,4 3-1-16,1 1-3 0,3-2 5 0,0 1-2 16,-1 0 3-16,0 0-7 0,-4 0-1 0,2-9 6 15,-5 5-1-15,-1 0-2 0,-2-6-2 0,0 2 7 16,-2-1-3-16,-2 0 3 0,-2 1 4 0,-1-4 10 15,0 0 5-15,0 0-4 0,0 0 5 0,-11-9 0 16,-1 6 8-16,-6-3-4 0,1 0-2 0,-2 0-4 16,0 1 0-16,-1-2-3 0,2 1-2 0,-1 1-4 15,6 0 1-15,0 2 2 0,1 0-7 0,2 2 0 16,6 0-3-16,-3-1-1 0,7 2-17 0,-5-1-21 16,5 1-10-16,0 0-26 0,0 0-49 0,0 0-47 15,11 11-172-15,-1-6-364 0,4 0 162 0</inkml:trace>
  <inkml:trace contextRef="#ctx0" brushRef="#br0" timeOffset="-183569.84">30636 4876 227 0,'0'0'320'16,"-3"-5"-12"-16,3 5-9 0,-1-4-16 0,1 4-24 16,-5-5-26-16,5 5-17 0,-3-4-23 0,0 0-20 15,-1 1-20-15,-1 0-15 0,-1 2-14 0,-2-5-13 16,-4 0-11-16,-2 2-10 0,0 1-12 0,-6-3-7 16,1 2-11-16,-9-3-5 0,-3 1-4 0,-2 1-7 0,-4 1 5 15,-3 0-17-15,-3 0 0 0,2 0-5 16,-1 0 2-16,1 3-7 0,-16 0 1 0,18-1 0 15,-3 4 8-15,2-1-17 0,-1 1-5 0,0 2-2 16,1-1 9-16,-1 3-11 0,4 2 0 0,-2 3 0 0,-1-3-1 16,2 2-4-16,3 2 3 0,-1-2 0 0,2 4-8 15,-1 3 5-15,1-1-1 0,0 1 3 16,-2 2-5-16,1 1 6 0,1 1-8 0,0 1 5 16,3 1 1-16,-12 7 2 0,12-9 1 0,-1 1-3 0,-2 0 0 15,6 1 0-15,-2-2 3 0,-3 3 1 0,3-2 1 16,2-2-6-16,-2 3 3 0,-2-2 5 0,3 0-3 15,-3 0 5-15,2-1 0 0,0-1 7 16,2-1-9-16,-1 2 4 0,-1-2 5 0,1-2 5 0,2-1-3 16,0-1-1-16,1 1 2 0,-1-2 2 0,1 0 1 15,7-1-1-15,0-4-5 0,-1 3-4 0,1-2 4 16,-2 2-3-16,6-3 1 0,-4 0-9 0,1 1 7 16,0-3 1-16,1 2-3 0,0-1-7 0,2-3 8 15,-2 2-6-15,0 0 6 0,3-2 6 0,-5 1-17 16,5-1 6-16,-2 0-3 0,2-2-2 0,2 1 1 15,-1-1 0-15,-4 2 2 0,2-1-3 0,-1 1 3 16,0 0-2-16,1-2 2 0,-2 2 0 0,3-2-2 16,0 2 1-16,0-2-4 0,3-1-4 0,-1 2 6 15,0-2 4-15,1 1-2 0,3 0-4 0,0-1-4 16,1 0 10-16,0-1-16 0,0 1 9 0,7-1 12 16,0 0-6-16,-12 2-2 0,12-2-3 0,-7 2 6 15,3 0-6-15,4-2-23 0,0 0-21 0,0 0-17 16,0 0-21-16,0 0-24 0,0 0-30 0,0 0-71 15,0 0-76-15,0 0-298 0,0 0-630 0,0 0 280 16</inkml:trace>
  <inkml:trace contextRef="#ctx0" brushRef="#br0" timeOffset="-183179.23">28097 5515 102 0,'0'0'241'0,"0"0"-26"0,0 0-22 0,0 0-19 15,4 4-24-15,-4-4-23 0,0 0-11 0,0 6-9 0,0-6-12 16,-7 7-12-16,3-1-6 0,-1-1-6 0,-2 3 14 15,-2 2 16-15,0-3 3 0,0 6-1 16,-6-3-3-16,1 0 18 0,-3 0-12 0,1-1-5 16,0 2-4-16,5-1-4 0,-6-2-11 0,0 2 1 0,1-2-5 15,5-3-6-15,1 2-8 0,1-1-9 0,2-3 1 16,3 3-13-16,-3-3-3 0,3 2 2 0,3-2-6 16,1 0 6-16,4 1 14 0,1 3-2 0,9-1 0 15,9 2 6-15,11 2-18 0,3-1 0 0,2 1-10 16,15 1-1-16,-15-1-25 0,0-4-29 0,2 2-41 15,0-1-50-15,-3 1-73 0,1-3-73 0,-9-1-271 16,0-3-574-16,-9-1 255 0</inkml:trace>
  <inkml:trace contextRef="#ctx0" brushRef="#br0" timeOffset="-145171.89">10162 14482 64 0,'0'0'88'0,"-2"-3"-15"0,2 3-3 15,-2-4-1-15,2 4-11 0,0 0 0 0,0 0 5 16,0 0-7-16,-4-2-1 0,4 2 10 0,-4-3 2 16,4 3-3-16,0 0-5 0,-8-3-1 0,8 3-3 15,-4-3-9-15,4 3 9 0,-4-4-7 0,0 1 2 16,4 3-8-16,-6-2-2 0,2-1-10 0,4 3 3 15,-9-3 0-15,5 0-2 0,4 3 1 0,-7-1-5 16,0 0-6-16,1-1-2 0,6 2 3 0,-12-2 0 16,8 1 9-16,-5 0-4 0,9 1 0 0,-15 1-3 15,7-2 8-15,-2 1-1 0,-1 1 5 0,2-1-4 0,-1 0-1 16,-2 1 3-16,1 1-6 0,0 0 0 0,-1-2 0 16,5 1 1-16,-1 1-2 0,-3 0-1 0,3-1 2 15,1 0-3-15,0 2-1 0,-1-2-3 0,0 0 1 16,0 1-3-16,2 1-1 0,-2 1 0 0,4-1-2 15,-3-1 0-15,3 1 2 0,-1 0 2 0,-1 0-2 16,1 3 1-16,0-3 1 0,0 2-4 0,1-1 3 16,0 2-1-16,0-2-8 0,-2 1 5 0,0 2 0 15,3-2 2-15,-4 3 1 0,3-2-4 0,0 1 1 16,-1-1-1-16,-1-1-1 0,1 4-1 0,2-3-1 16,-1 1-1-16,0-2-3 0,-2 1 0 0,4 2 3 15,-3 0-2-15,2-2-1 0,-1 0 1 0,1 1-3 16,0-1 4-16,3 0-2 0,-4 0-3 0,4 0 1 0,0-1 1 15,-1 0-2-15,-1 2 2 0,2-2-4 16,0 0 0-16,0 0-1 0,-1 0 3 0,1 0 2 16,0-1-3-16,1 0 0 0,-1 1-1 0,0 0 2 0,2-1 12 15,-1 0 8-15,-1 3 1 0,0-4-3 0,0 2 0 16,0-2-1-16,0 2-5 0,3 0 1 0,-2-1-5 16,-1 2 4-16,3-2-6 0,-3 2-1 0,1-3-2 15,1 2-3-15,-2-1 3 0,2 2 2 0,0 0-3 16,1-1 2-16,-2 0-4 0,3-1-1 0,-3 1 2 15,-1-1-1-15,4-1 2 0,-2 3-7 0,-1-2 5 16,0-1-1-16,1 1-1 0,-1 0 2 0,0 0 0 16,-1-4 0-16,3 6-3 0,0-2-2 0,-3-1-1 15,0-3 3-15,1 6 0 0,2 1 2 0,-2-2-4 16,1-3 4-16,-2 2-4 0,1 1 5 0,2-1-2 16,-3-4-1-16,1 6-1 0,-1-3 2 0,3 2 0 15,-2-1 0-15,-1 0-1 0,4 0 0 0,-2-3-1 16,0 3 2-16,1 0-3 0,-1 1 1 0,0-1 2 0,0-2-2 15,-2-2 0-15,4 7 3 0,-1-3-5 16,0 1 3-16,1-3-2 0,-2 2 4 0,-1-2-1 16,3 3-1-16,-1-3 0 0,0 1-2 0,-3-3 1 0,4 4 2 15,-1-1-2-15,-2-1-3 0,4 2 6 0,-3-2-3 16,-2-2 2-16,4 5 2 0,-3-3-2 0,2 1-1 16,1 1 1-16,-4-4 1 0,4 5-3 0,0-2-1 15,-1-1 1-15,-3-2 1 0,9 5 1 0,-7-4-2 16,2 2 2-16,-4-3-3 0,8 4 3 0,-4-1 0 15,0-1-1-15,-1 1-1 0,2-1 1 0,2 1 0 0,-4-2-3 16,-3-1 4-16,8 2-2 0,-4 0-1 0,-4-2 0 16,12 1 4-16,-9 2 3 0,-3-3-6 15,8 2 2-15,-1 0-1 0,-3 0 1 0,-4-2 0 0,9 3-2 16,-3-2-2-16,-2 0 4 0,-4-1-1 0,10 0-1 16,-4 1 1-16,0-1 1 0,-1 2-2 0,1-1-3 15,-6-1 3-15,12 1 1 0,-5 1-2 16,-3-1 1-16,-4-1 0 0,11 0 1 0,-4 1-1 0,-1 2 1 15,1-3-5-15,0 1 5 0,0 0-2 0,2-1 2 16,-9 0-2-16,11 0 0 0,-5 0 4 0,1 2-3 16,0-2 1-16,0 0 3 0,-7 0-3 0,14 1-2 15,-6-2-1-15,0 1 2 0,-8 0 0 0,11-2-1 16,-4 2 3-16,1-1 4 0,0 1-6 0,1-4 1 16,-4 4-1-16,0-1 2 0,-5 1-2 0,13-1 0 15,-8-1-1-15,-5 2 1 0,10-1 1 0,-5-2 0 16,0 3-2-16,1-1 3 0,-2-1-2 0,-4 2 2 15,7-3-2-15,-3 1 6 0,0-1 19 0,-2-2 3 0,3 2 0 16,-3 2 1-16,1-4 5 0,1 1-6 16,-1 0-1-16,1-1 0 0,0 0 6 0,1 0-11 15,0 0 2-15,0-1-6 0,-4 3-1 0,4-4-3 16,-3 4-1-16,4-2 2 0,-2-1-3 0,0 1 0 0,0-3-4 16,0 4-3-16,0-2 6 0,0 3 1 0,-1-3 10 15,5 1-2-15,-7-1-7 0,6 1 8 0,-6-3-10 16,5 3 6-16,-2-1 5 0,0-2 7 0,-2 3-10 15,0-3 2-15,4 1-7 0,-4-3 3 0,2 4 5 16,-1 1-7-16,3-3-1 0,-2 1-1 0,-3 1-2 16,3 0 0-16,0 0 11 0,2-2-14 0,-5 2 2 15,3-3 5-15,0 3 4 0,-2-1 1 0,2 0 5 16,-2 0-3-16,4-1-2 0,0 0-3 0,-3 2 2 16,0-2 9-16,0 0 1 0,-2 2 3 0,3-3-2 15,0 4 15-15,-1-4-3 0,-1 4 6 0,1-2 0 16,-1-1-4-16,-2 0 2 0,0 0-6 0,1 2 4 15,-2-5 5-15,1 5 4 0,-2-2-2 0,2 1-4 16,-3-1-2-16,1 0 1 0,-1 1-4 0,-1-2 1 16,0 2 0-16,0 1 1 0,1-4-3 0,-4 3-1 15,5 1-1-15,-1-3-9 0,-1 4 2 0,-1-2-5 16,2 0-3-16,0 0-5 0,-1 1-5 0,1-1 2 0,-1 0-4 16,0 1 3-16,-1 0-1 0,2 1-2 0,0-1-4 15,-4-3 0-15,6 4-2 0,-4-2 2 16,-2 2-5-16,4-1-19 0,-5 1-13 0,1-1-22 0,0 1-36 15,-1-1-30-15,0-1-31 0,0 1-32 0,-3 2-34 16,2 1-42-16,-2 0-54 0,1 0-74 0,-1 1-206 16,2-3-638-16,-2 2 283 0</inkml:trace>
  <inkml:trace contextRef="#ctx0" brushRef="#br0" timeOffset="-141460.2">18176 9429 112 0,'2'-2'293'0,"-2"2"-18"0,0 0-20 0,0 0-16 0,0 0-20 16,0 0-18-16,0 0-22 0,0 0-17 0,0 0-15 0,0 0-14 15,0 0-13-15,0 0-11 0,0 0-14 0,0 0-10 16,0 0-10-16,0 0-7 0,0 0-7 16,0 0-8-16,0 0-9 0,0 0-3 0,0 0-5 0,0 0-4 15,0 0-4-15,0 0 0 0,0 0-4 0,0 0-7 16,0 0 0-16,0 0-1 0,0 0-2 0,1 10 0 15,-1-10-4-15,3 6 1 0,-2-2 0 0,3-3 2 16,0 2-8-16,-4 4 2 0,1-4 3 0,2 2-2 16,0-2-4-16,0 3 2 0,-1 1 0 0,1-1-1 15,1-1-5-15,-1 1 5 0,0-1-1 0,1 1 2 16,0-1-1-16,-3 2-3 0,0-2-2 0,4-2 2 16,-3 1-3-16,0 0 4 0,2-1-1 0,-3 1 3 15,-1-4-1-15,3 3 4 0,-3-3 32 0,1 4 23 0,-1-4 32 16,0 0 34-16,4 1 22 0,-4-1 18 15,0 0-16-15,0 0-9 0,11-6-13 0,-7 2-12 16,5-1-7-16,-2-2-7 0,4 1-3 0,-1-2-9 0,2 0-10 16,-1-1-8-16,3-3-7 0,3 2-5 0,-4-2-11 15,2-2-5-15,-6 8-4 0,3-3-7 0,-2 1-11 16,-1-1-19-16,2 3-25 0,-1-2-56 0,-1 0-49 16,1-1-33-16,-1 3-51 0,-2 1-68 0,3-2-99 15,-5 3-326-15,5-1-759 0,-5 2 336 0</inkml:trace>
  <inkml:trace contextRef="#ctx0" brushRef="#br0" timeOffset="-105807.21">30099 5755 35 0,'0'0'240'0,"9"-1"0"0,-6-1 1 0,-3 2 21 15,10-3-2-15,-6 2-18 0,1 0-17 0,3 0-19 16,-1-2-15-16,2 1-11 0,-3-1-11 0,8 2-17 15,-9-2-13-15,9 0-5 0,-3 0-12 0,0 1-2 16,0-1-4-16,1 1 4 0,0 1-14 0,-1-1-5 16,-2 0-3-16,-2-1 4 0,0 1-9 0,5 1-14 15,-1-1-3-15,0 1-10 0,5 1-9 0,3 0-5 16,-1 0-7-16,13 0-4 0,3 3 0 0,-4 0-6 16,4 4-6-16,0-3-6 0,4 0 1 0,-4 1-5 15,5 1 2-15,-5 1-4 0,2-1 0 0,4 1-6 0,-1-1 0 16,2 0 1-16,1 2-8 0,-1 2 7 0,1-4-1 15,12 3-5-15,-14-1 0 0,2-4-12 0,-3 2 11 16,0-1-3-16,-1-1-4 0,2 2 6 0,0-4-3 16,-6 2 9-16,3 1-6 0,-5-3-4 0,-6 1 6 15,6 2-5-15,0-1 7 0,-2-1-2 0,-3-1-5 16,-1-1 5-16,-4 3 14 0,3-1-19 0,-5 1 10 16,3 1-14-16,1-3 5 0,-2 0-5 0,3 1 0 15,5 4-5-15,-2-3 6 0,-4 1 0 0,5 0-2 16,-5-2 7-16,6 1-7 0,-8-1 1 0,3 0 10 15,-2 1-10-15,5-2-6 0,2 4 11 0,-7-3-6 16,-1 0-1-16,1 2 0 0,7-2 0 0,-1 2-5 16,-5-3 7-16,6 1-1 0,-9-1 0 0,2-1-3 0,0 2 3 15,-3-2 6-15,2 0-10 0,-2 2 11 0,10-3-10 16,-10 1 4-16,-2-1-7 0,-1 0 5 16,0-1 0-16,2 1-2 0,-6 1-2 0,0-1 0 0,0-1-3 15,-2 0 11-15,1-1-5 0,-1 1 1 0,2-1 4 16,-1 0-1-16,-2 1-3 0,2 0-2 0,0-1-13 15,1 2-19-15,-1-2-2 0,2 1-5 0,0 0 2 16,0 0 1-16,2-1-1 0,2 0 2 0,0 4 1 16,-2-2 3-16,4-2 15 0,-5 4-7 0,-1-2-1 15,4 0 4-15,-5 3 1 0,2-4 2 0,-1 2 1 16,1-1 2-16,-3 1 1 0,2 0 1 0,1 1 6 16,-3 0-3-16,1-1 2 0,-3-1 13 0,-2 0-7 15,-1 1 2-15,1 1-4 0,-1-2 0 0,-7 0 4 16,11 1 3-16,-7 0-7 0,3 0-4 0,-7-1-2 15,6 3 2-15,-3 0-1 0,1-1-6 0,-1 2 4 16,3 0 8-16,-5 1-3 0,2 0-3 0,2 2-1 16,-4 0 3-16,3 2 4 0,0 1 3 0,-2 5-5 15,-2-1 1-15,1 3 5 0,2 0 0 0,-3 3-2 16,1 2 1-16,1 5 3 0,0 1-1 0,1 2 26 16,-1-3 4-16,1 1-7 0,-1 0 2 0,-1 3-1 15,-1 1-5-15,1-6 1 0,-2 1-4 0,0-1-8 16,-1 3 4-16,-1-3-3 0,1 4 1 0,-3 2 7 0,-2-1 1 15,3-5-6-15,-2 4-1 0,0-1 1 16,-1 1-1-16,1 1-3 0,2-4 3 0,1-1 6 16,-1 0-10-16,-1 1 2 0,-2 0 7 0,6-5-7 15,0-2 3-15,-4 7-8 0,1-7 5 0,3 1-2 0,-3-1 4 16,2-1-5-16,0-1-4 0,0 0 7 0,2 0 0 16,0-1-4-16,-4-3 4 0,4 0-1 0,-1-2-1 15,1 1-1-15,-1-2 3 0,-1 1-4 16,2-2 4-16,-1 0-3 0,1-4 4 0,0 5-4 0,-1-5 0 15,1 2-2-15,0 1 2 0,-2-4 1 0,1 2-3 16,1 0 4-16,-2-3-6 0,2 3 4 0,-1-2-2 16,-2-2-3-16,3 1 3 0,0 0 2 0,0-4 1 15,-4 6-3-15,4-3-3 0,-3-1 6 0,3-2-3 16,-1 4 3-16,1-4-9 0,0 0 1 0,-8 4 1 16,8-4 1-16,-4 2 0 0,0 0 1 0,4-2-3 15,0 0 8-15,-15-2 2 0,6 2-6 0,0-1-1 16,1 0-2-16,-4 0 5 0,-2-1 1 0,0 1-4 15,0 0-1-15,-7-2 5 0,-1 1-2 0,1-1 2 16,-11 0-1-16,4 0 0 0,-2-1-2 0,-3 0 2 16,3 2-2-16,-2-3 3 0,-2 3 0 0,-3-3-3 15,4 4 3-15,-5-2-3 0,4 1 4 0,-2 1-4 16,2-4 5-16,0 0-1 0,-1 3-2 0,1-1-2 16,0 3 3-16,-2-2-2 0,6-2 0 0,-3 0 0 15,3 1 0-15,1 3 1 0,-3-3 1 0,12 3-2 16,-3-2 4-16,2 2-3 0,-1-1-3 0,3 1 6 15,-4 0-3-15,3 0 2 0,1 0-4 0,-1 1 1 16,0-1 2-16,0 0-1 0,0 2 0 0,2 0 1 16,-5-1-3-16,4 1 0 0,0-1 4 0,-2-1-1 15,2 1 1-15,-5 2-2 0,2-2 0 0,0 1 0 16,3-2 3-16,-3 0-2 0,2 1-1 0,1-1-3 16,-1 0 2-16,-2-3 1 0,3 2 5 0,-3-2-2 15,0-1-5-15,2 2 4 0,-3-2-1 0,2 3-1 16,-2-4 0-16,4 1 4 0,-5 0-3 0,3 0 0 15,2-1 4-15,-5 3-5 0,4-4 3 0,-1 1 0 0,-1 1-3 16,-6 2 7-16,7-2-7 0,1 0 1 16,2 1 0-16,0-2 1 0,-3 2 14 0,0 0-10 15,3-1 3-15,-3 1-1 0,-1 1-2 0,3-1 5 16,-4 1 15-16,0 1-1 0,0-1-5 0,2 1 4 16,0 1-5-16,0 0 2 0,-1 0-4 0,2-1-2 0,-2 1 5 15,2 0-21-15,-1-1 7 0,0 1 3 16,-2 1 1-16,-1 0 16 0,4-1 5 0,1 1-11 15,1-1 4-15,3 2-1 0,0-2-4 0,2 0-5 16,1 0 5-16,1 1-3 0,-2-1 11 0,1 1-14 0,2-2-5 16,0 2 0-16,10-1 0 0,-17-1 1 0,9 2-12 15,8-1 6-15,-12 0 2 0,12 0-11 16,-11 0 13-16,11 0 2 0,-11 1-7 0,11-1 3 16,0 0 0-16,-11 0 4 0,11 0-6 0,0 0 1 15,-11-1 7-15,11 1-8 0,0 0 2 0,0 0-10 0,-12-1 15 16,12 1 2-16,-7-3 5 0,7 3 2 0,-9-1-3 15,9 1-3-15,-8-2 10 0,4-3 1 0,4 5-3 16,-10-3-16-16,10 3 13 0,-7-5 3 16,3 2 10-16,4 3 8 0,-8-6-7 0,6 3 18 15,-4-1-14-15,6 4 0 0,-5-7 2 0,2 2 5 0,1-1 3 16,-3 1-1-16,5 5 5 0,-5-10 5 0,3 1 6 16,0 4 2-16,0 1 0 0,-1-5-1 0,3 3 3 15,0-2-2-15,-2-2-3 0,-1-1-2 16,3-1-16-16,-1-1 7 0,-1 2-6 0,-1-7-6 0,3 0-1 15,-2-3-3-15,2 2-2 0,-2-1 1 0,2-6 5 16,-4 5 8-16,4 1 5 0,0-8 3 0,-2-3-2 16,-1 2 3-16,4 3 16 0,-1-5-6 0,2 3 4 15,4 0 0-15,-2-3 3 0,1 3-3 0,1-1 3 16,3 0-7-16,0 1-3 0,1-2-4 0,-1 1-7 16,1-2-5-16,-1 1-1 0,2-1-2 0,-2 1-6 15,5-1-4-15,-6 1 5 0,0 3-6 0,-2-2 2 16,1 0-2-16,-2 0-5 0,2 3-3 0,2-2 0 15,-6 2-1-15,1 5-2 0,0 2-1 0,-1 0-7 16,0 0 7-16,-2-3 0 0,3 4-14 0,0-1 3 16,-2 2 0-16,0 3 0 0,0 1-2 0,0-1 2 15,0 2-5-15,-1 0 0 0,1 0 3 0,-2 3-12 16,2-1 9-16,-2 1 2 0,2-1-5 0,-1 3-1 16,0 0-2-16,-1-1-2 0,2 2-8 0,-1-1-25 15,1-1-11-15,-2 3-22 0,0 5-41 0,1-11-40 16,0 7-43-16,4-2-68 0,-5 2-57 0,0 4-61 15,0 0-93-15,0 0-410 0,2-7-958 0,-2 7 425 16</inkml:trace>
  <inkml:trace contextRef="#ctx0" brushRef="#br0" timeOffset="-84438.91">17619 13177 174 0,'4'-9'279'16,"0"-1"-3"-16,-3 0-13 0,4 2-12 0,-2 1-4 0,-2 1-7 15,2 0-11-15,-1 2-8 0,0-1-22 0,-2 2-20 16,3-1-21-16,-3 4-17 0,2-3-15 16,-2 3-15-16,0-6-14 0,0 6-17 0,0 0-3 15,0 0-16-15,0 0-8 0,0 0-2 0,0 0-9 0,0 0-1 0,-7 12-2 0,4-7-2 0,0 2-8 16,-1-1-6-16,0-1-3 0,0 7 3 0,0-3-7 15,0 3-7-15,-2-2 6 0,2 4-1 0,3-1-1 16,-2-1-6-16,1 2 4 0,2-2-4 0,-2 0 0 16,2-1-3-16,0 0 2 0,2-1 0 0,0 0 10 15,1-3-12-15,1 1 3 0,-3-4-2 0,8 5 3 16,-4-6 0-16,3 2-2 0,3-4-3 0,-4 1 5 16,1-4 3-16,4-1 5 0,-1-2 1 0,0 2 7 0,1-4 10 15,-5 3 32-15,4-3 12 0,-2 1 17 0,-2-2-1 16,0 1 12-16,0 0 4 0,1-1 5 15,-3 3-6-15,2-1-11 0,-3 2-6 0,3-1-7 0,-3 1-7 16,0 2-13-16,-2-4-12 0,-2 6-9 0,5-2-10 16,-2 0-24-16,-3 2-29 0,0 0-33 0,0 0-10 15,0 0 20-15,0 0-11 0,7 12-1 0,-6-7 9 16,3 4 3-16,1 1 0 0,-2 1 7 0,1 0-4 16,0 1 5-16,-1-2 3 0,1 0-2 0,0 1 6 15,4-2 3-15,-2 2 0 0,-1-3 3 0,1-2 3 16,-1 0 5-16,2-2 2 0,0-4 14 0,1 3-3 15,-1-2-1-15,1-2 5 0,0-3 12 0,2-1 7 0,-1-2-1 16,1-1 11-16,-4 0 3 0,4-8 15 0,-3 5 1 16,2-4 0-16,-2-1 6 0,-1 3-2 15,-1 2-4-15,-1-2-5 0,-2 0-5 0,1 0-3 0,-1 0-8 16,2 5-5-16,-3-3-4 0,-1 2-19 0,3 1-41 16,-3 3-48-16,1 2-58 0,-1-2-65 0,0 5-61 15,-1-5-34-15,1 5-31 0,0 0-53 0,0 0-205 16,-19 7-641-16,19-1 284 0</inkml:trace>
  <inkml:trace contextRef="#ctx0" brushRef="#br0" timeOffset="-81302.69">10105 15911 30 0,'0'-4'110'0,"0"4"-11"0,4-3-4 16,-4 3-2-16,3-5 3 0,-3 5 2 0,2-2-1 16,-2 2-1-16,2-4 3 0,-2 4-3 0,5-4 1 15,-5 4 0-15,0-4 0 0,0 4-8 0,0 0-6 16,3-5-4-16,-3 5-6 0,0-6-11 0,-3 2 1 16,3 4-11-16,-1-6-1 0,1 6 4 0,0-6-11 15,0 6-3-15,-4-5-4 0,4 5-5 0,0-4 1 16,0 4-5-16,-4-6-3 0,1 2-3 0,2 1-4 15,-2 0 2-15,3 3-4 0,-4-5-4 0,3 2 3 16,-3-1-2-16,1 0-2 0,3 4-5 0,-6-6 3 16,4 4-1-16,-3-2 0 0,2 1-4 0,-1 1 4 15,-2-1-3-15,2-1-3 0,0 3 1 0,-1-5-1 16,-1 5 3-16,2-3-2 0,-1 2-1 0,0-1-8 16,0-2 9-16,2 4-8 0,-3-3 8 0,0 2-1 15,6 2-4-15,-11-2 1 0,4 1 1 0,7 1 1 16,-8-3 2-16,2 3-5 0,0-3-2 0,6 3 1 15,-11-2-1-15,7 1 1 0,-1 0-1 0,5 1 1 16,-14-3 0-16,8 3 0 0,-1-2-1 0,7 2 1 0,-14 2 2 16,8-2-4-16,-3 0 6 0,2 0-4 0,-1 3 2 15,1-2-2-15,0-1-1 0,-2 3 0 0,2-2 1 16,0 3 0-16,0-3 0 0,-3 1 3 0,3 1-2 16,0 0-2-16,0-1 3 0,-1 1 4 0,0 1-3 15,1-2-5-15,0 0 5 0,-1 2-3 0,1 1 0 16,3-3 0-16,-1 0 1 0,-1 1-1 0,0-1 0 15,-1 2 0-15,1 1 1 0,2-4-1 0,0 1 4 16,-4 2-3-16,5-2 0 0,-1 1 2 0,-3 1-5 16,3 0 6-16,3 1-5 0,-3 0 4 0,-4-3 2 15,5 2-4-15,-1 2-1 0,-3 0 2 0,4-1 2 16,-1 0-2-16,0 2 1 0,-3-2-2 0,3 0 2 16,2 3-4-16,0-3 2 0,-3 2 1 0,2 1-1 15,-3-4 3-15,5 3-2 0,-3 0 1 0,-1-3 1 0,3 3-1 16,0 0-6-16,0-1 5 0,0 0 3 15,0 1-3-15,-1-2 0 0,2 1 0 0,0 1 0 16,-1-1-2-16,1-1 5 0,1 2 3 0,0-1-7 16,-3-2 2-16,3 2 2 0,-1-1-5 0,-1 2 2 0,2-2-7 15,0 1 9-15,-2-1 0 0,2 1 0 0,0-1-1 16,0-1 2-16,0 4-2 0,0-5 2 16,0 2 2-16,0 2 2 0,1-1-6 0,2-2 3 0,-2 3 2 15,-1 0-1-15,4 1-2 0,-2-3 2 0,0 2 1 16,1 0-2-16,1-1 0 0,-1 1 0 0,1-1 1 15,4 0 2-15,-4 1-3 0,-1 1 2 0,1-3-4 16,2 5 4-16,0-4 1 0,2 2-2 0,-4-1-2 16,2-1 3-16,1-1 4 0,-2 2-5 0,5-5 6 15,-3 3 12-15,4 3 4 0,-5-3-1 0,5-1 1 16,-3-1 1-16,2 4-3 0,2-2-1 0,-4-2 1 16,3 2-2-16,1-3 3 0,1 3-11 0,0-2 0 15,-2 0 0-15,0-1-2 0,1-1-3 0,2 4 2 16,-1-2 0-16,1 0-3 0,-3-1 0 0,4 0 1 15,-3-1 0-15,3 1-2 0,-4 0-1 0,1-2-1 16,-1 1 2-16,3-1-4 0,-2 1 5 0,-1 2-2 0,1-3-3 0,-1 0 8 0,-3 1-6 16,2-1-1-16,2-1 8 0,-4 1 12 0,0 0 6 15,0-2-5-15,2 2 7 0,-2-1-1 0,0 0 8 16,0 0 4-16,2-1 13 0,-5 0 3 0,2-1 3 16,1 1 1-16,0-1 1 0,-1-2-4 0,0 2 12 15,4-2 2-15,-6-1-3 0,5-1 7 0,-6 1 0 16,5-2-1-16,-2 0 3 0,0 0-7 0,0-4-7 15,1 4 8-15,-3-4-6 0,1 0 3 0,-2 1 1 16,1-2-4-16,-2 0-1 0,2-3-5 0,-2 3 1 16,-2 0-8-16,-1 0-1 0,2-1-9 0,-2 2-3 15,-3-1-5-15,0 0-2 0,-3-3-12 0,2 4 3 16,-2-1-6-16,-1 1-5 0,-1 1-2 0,-1-2-2 16,-1 3-8-16,1-1-3 0,-2 3-29 0,1-1-38 15,1 1-41-15,-2 0-47 0,-3-1-51 0,2 4-59 16,1-3-63-16,0 1-301 0,-1 2-682 0,3-3 303 15</inkml:trace>
  <inkml:trace contextRef="#ctx0" brushRef="#br0" timeOffset="-78433.8">18066 13552 70 0,'0'0'298'0,"1"-3"-16"0,-1 3-16 15,0 0-17-15,0-3-16 0,0 3-18 0,0 0-13 16,0 0-10-16,0 0-29 0,0 0-16 0,3-4-16 15,-3 4-15-15,0 0-18 0,0 0-10 0,0 0-10 16,0 0-9-16,0 0-11 0,0 0-6 0,0 0-6 16,0 0-7-16,0 0-2 0,0 0 2 0,-8 14-9 15,8-9-4-15,-1 0-6 0,-1 0 2 0,-2 3-4 0,4-2 3 16,0 1-5-16,-4 1-4 0,4-1 4 0,-3 0-6 16,3 3-1-16,0-2 7 0,0-2-10 15,0 1 1-15,0-1 1 0,3-1-4 0,-3 1 2 0,2 0-3 16,0-1 2-16,-2 0-5 0,4-3 4 0,-2 3 1 15,-2-5 1-15,6 3 2 0,-6-3-2 0,9 1 1 16,-9-1 0-16,0 0 3 0,11-6 1 0,-4 2 4 16,-1 0 8-16,-2 1 13 0,2-3 5 0,-2 2 12 15,0-1 8-15,0 0 12 0,0 1-8 0,0-1 4 16,0 0 11-16,-1 1-1 0,-2 2-3 0,3-1 0 16,-4 3-8-16,6-5-1 0,-3 2-13 0,-3 3-6 15,2-2-8-15,-2 2-8 0,0 0-7 0,4-3-8 16,-4 3-15-16,0 0-21 0,0 0-16 0,0 0-10 15,0 0-18-15,0 0 5 0,0 0 4 0,0 0 4 16,0 0 4-16,1 10 6 0,-2-4 6 0,1-1 4 16,0 0 0-16,-4 1 3 0,4 1 2 0,-1-1 3 15,0 5 5-15,1-5 0 0,-2 1 6 0,1 0-8 0,1 4 10 16,0-3 1-16,0 0-1 0,0-2-2 0,-2-1 2 16,4 0 6-16,-4 0-2 0,2 0-1 15,2 1-3-15,-2-2-5 0,0-1-4 0,0-3-2 0,1 5-6 16,-1-5-6-16,2 4-24 0,-2-4-24 0,0 0-33 15,0 0-87-15,0 0-354 0,0 0-598 0,0 0 265 16</inkml:trace>
  <inkml:trace contextRef="#ctx0" brushRef="#br0" timeOffset="-77152.6">18878 13193 212 0,'4'-2'265'0,"-1"1"-22"0,0-2-4 0,-3 3-13 16,5-4-7-16,-1 1-19 0,-4 3-21 0,1-3-21 15,-1 3-18-15,0 0-17 0,0 0-16 0,3-4-14 16,-3 4-14-16,0 0-11 0,0 0-3 0,0 0-11 16,0 0-4-16,-13 8-5 0,7-3-6 0,-1-3-5 15,0 1-1-15,-5-1-5 0,0 4-1 0,-1 0-5 16,-5-1-3-16,0 2 0 0,-1-1-4 0,-3 2-1 15,2-3 0-15,-2 1-1 0,0-1 0 0,1 2-2 16,1-3-2-16,6 0-3 0,-2-3 0 0,-1 4 1 16,5 0-1-16,-2-2-2 0,5 1 0 0,-2-1-1 15,1 0-2-15,5-1 1 0,-4 3 0 0,5-2-1 16,-1 0-3-16,1-2 1 0,4-1 4 0,0 0-4 0,-7 1 1 16,7-1 0-16,-4 5 3 0,5-1-1 0,-1-4 2 15,3 7 0-15,-1-2-2 0,3 2 2 0,-1-1-1 16,4 4 0-16,0-3 1 0,-1 4 1 0,8 0 0 15,0 3-4-15,-1-1 3 0,-1 0-4 0,0 1 2 16,4-1 1-16,-6 1-1 0,4 0-2 0,-1 0 3 16,1 0 0-16,1 0-4 0,-4 0-1 0,0-3-1 15,3 0 0-15,-8-2 1 0,1 0-1 0,1-3 4 16,-3 2 0-16,0-3 0 0,1 0 4 0,-2-1 2 16,-1 1-1-16,0-2 1 0,1-1-1 0,-3 1 2 15,-2-3 9-15,5 2 0 0,-1 1-1 0,-4-3-1 16,9 2-4-16,-9-2 1 0,5 0-4 0,-5 0-13 15,9 1-32-15,-9-1-40 0,7 0-46 0,-7 0-42 0,9-3-53 16,-9 3-228-16,10 0-482 0,-4-1 213 16</inkml:trace>
  <inkml:trace contextRef="#ctx0" brushRef="#br0" timeOffset="-76605.75">19316 13359 56 0,'0'-4'250'0,"0"4"-10"15,-3-7-18-15,2 5-13 0,1 2-19 0,-1-7-23 16,1 7-19-16,-3-6-17 0,3 6-17 0,-2-3-10 0,2 3-16 16,0 0-8-16,-8 0-12 0,8 0-6 0,-12 5-4 15,11-1-6-15,-6 2-6 0,0 0-6 0,-1-1-5 16,1 2 0-16,0 0-6 0,0 0-1 0,-1-1-3 15,2 2 2-15,-3 0-6 0,5-1-4 0,3-1 0 16,-3 1 0-16,1-2-2 0,0 1-2 0,3 2 1 16,0-3 3-16,0 2-3 0,4-1 6 0,-1 2 2 15,1-3-4-15,9 0 4 0,-3 0-4 0,1 0-2 16,3 1 0-16,9-4 1 0,-4 2 0 0,3-1-3 16,5-3-1-16,-6 0-2 0,0-2 2 0,-3 1-3 15,2-5 1-15,-4 3 4 0,-2-1 18 0,5-2 16 16,-8 0 13-16,-1 1 5 0,-1-3 3 0,-1 0 4 15,-2 0 4-15,-2 2 6 0,0-3-8 0,-1 1-5 16,-2-4-6-16,-2 5-10 0,-1-4-9 0,-2 3-9 16,-3-3-2-16,-1 2-10 0,-1 0 0 0,-1 5-9 15,-2-3 1-15,0 2-13 0,-2 1-36 0,-1 2-42 16,4 2-36-16,-1 3-36 0,-3 4-58 0,4-1-67 0,-4 3-238 16,6 1-552-16,1-1 244 0</inkml:trace>
  <inkml:trace contextRef="#ctx0" brushRef="#br0" timeOffset="-73531.22">20042 13492 62 0,'-3'-5'318'0,"-1"1"-5"0,1-1 2 0,1 1-15 0,2 4-14 16,-4-7-19-16,3 5 3 0,1 2-34 0,-2-5-17 15,2 5-4-15,-1-5-6 0,1 5-8 0,0 0 0 16,0 0-5-16,3-5-7 0,-3 5-9 0,7-4-16 16,7 4-17-16,5 2-15 0,15 2-11 0,3 0-14 15,19 4-12-15,2-1-7 0,6 1-12 0,-1 0-8 16,1-1 2-16,1 1-13 0,0 0-6 0,-3-3-7 16,-1-1-1-16,-3 0-4 0,2-1-6 0,-16 0-6 15,9-2-2-15,-14-1-3 0,-5 0-4 0,-1 0-8 16,-3 0-15-16,-10 0-28 0,-1 0-20 0,-5-1-20 15,-6 0-28-15,3 1-21 0,-3-2-37 0,-3 2-48 16,1-1-55-16,-6 1-64 0,0 0-80 0,0 0-206 16,0 0-662-16,0 0 294 0</inkml:trace>
  <inkml:trace contextRef="#ctx0" brushRef="#br0" timeOffset="-73249.98">21026 13350 137 0,'-3'-3'364'0,"3"3"7"0,-3-5-13 0,-1 3-7 16,4 2-35-16,0 0-33 0,-4-5-29 0,4 5-21 16,0 0-27-16,0 0-24 0,0 0-19 0,0 0-14 15,0 0-13-15,12 11-9 0,-1-4-15 0,-1 4-5 16,6-1-19-16,1 5-3 0,3 5-8 0,3-1-10 15,-4-1-8-15,1 1 3 0,-3-2-18 0,-5-2-4 16,0 1-5-16,2 0-5 0,-5-1-4 0,-2 2-7 16,1-3-43-16,-4-1-38 0,-4 2-14 0,-4-2-15 0,-4 3-24 15,-8-1-22-15,-9 1-27 0,-5 0-35 0,-8-3-67 16,0-1-66-16,-19 1-171 0,4-1-544 16,12-6 241-16</inkml:trace>
  <inkml:trace contextRef="#ctx0" brushRef="#br0" timeOffset="-70230.68">21800 13406 21 0,'0'0'337'0,"0"-5"-7"16,0 5-19-16,2-5-32 0,-2 5-12 0,2-5-24 16,-2 5-27-16,0 0-21 0,2-2-24 0,-2 2-17 15,0 0-16-15,0 0-14 0,0 0-9 0,2-3-18 16,-2 3-8-16,0 0-6 0,0 0-11 0,0 0-7 16,0 0-11-16,0 0-4 0,0 0 0 0,0 0-8 15,0 0 0-15,13 7-6 0,-7-3 1 0,1 0-7 16,1 0-5-16,4 1 0 0,0 0-1 0,-2-1-5 15,2 1-1-15,0-1-5 0,-1 0 1 0,3-1-2 16,-2-1-4-16,0-1-3 0,0-1-4 0,-2 0 5 16,1 0 4-16,-3-1-6 0,-1 1 5 0,2-1-6 0,-2-2 7 15,-1 0 1-15,-1 1 1 0,1 1 2 16,-6 1 6-16,9-4-1 0,-8 3-2 0,-1 1-4 16,0 0-5-16,8-2 0 0,-8 2-9 0,0 0-7 0,0 0 4 15,0 0-6-15,5 5 2 0,-5 0-6 0,-2 3 12 16,2 0-5-16,-1 4 7 0,1 0-10 0,0 6 7 15,0 4-4-15,0-2 0 0,1 7 6 16,1-1-1-16,0 2-1 0,1 2 1 0,1-3-1 0,-1-2 1 16,1-4 3-16,-2 0-5 0,0 0 2 0,-1-3-2 15,-1 1-1-15,0-4 11 0,0-2-14 0,-1-2 1 16,-1-2 2-16,2 1-3 0,0-4 2 0,-2 0 1 16,0-2-5-16,0 0 6 0,-4-3 11 0,6-1 22 15,-11 0 25-15,-1-2 22 0,1-2 11 0,-1-3 6 16,-5 0 2-16,-1-2 4 0,0 0 10 0,3 0 2 15,-1-1 2-15,2-2 5 0,-1 1 0 0,4 2-1 16,4 0-6-16,-3-2-5 0,4 1-3 0,1 0-3 16,1 0-9-16,2-2-12 0,4 0-22 0,0 0-33 0,1 0-52 15,10-3-65-15,3-1-68 0,0 3-75 16,11-2-74-16,3 2-88 0,-3 1-351 0,3 1-812 16,0 1 360-16</inkml:trace>
  <inkml:trace contextRef="#ctx0" brushRef="#br0" timeOffset="-69996.31">22407 13518 256 0,'0'0'319'0,"0"0"-21"0,0 0-29 0,13-4-26 15,-13 4-24-15,12 0-24 0,-4 0-22 0,3-1-19 16,3 1-14-16,-1 1-12 0,5 1-14 0,1 1-21 16,-4-2-30-16,-1 2-38 0,4 2-40 0,-4-3-47 0,2 1-50 15,-2 0-46-15,2 0-63 0,-6 1-133 16,0-3-383-16,-2 1 170 0</inkml:trace>
  <inkml:trace contextRef="#ctx0" brushRef="#br0" timeOffset="-69808.82">22425 13602 138 0,'0'0'298'0,"-1"3"-13"16,1-3-21-16,0 0-21 0,0 0-24 0,10 1-23 16,-1 0-19-16,-4 0-15 0,4 2-20 0,0 0-16 15,3 1-12-15,-1 1-17 0,5-1-49 0,0 5-54 16,1-1-60-16,2 0-74 0,2-2-71 0,-2 2-137 15,0 1-377-15,1-3 167 0</inkml:trace>
  <inkml:trace contextRef="#ctx0" brushRef="#br0" timeOffset="-69590.08">22795 13662 129 0,'0'0'396'0,"-1"-4"-6"0,1 4-18 16,0 0-24-16,-1-4-7 0,1 4-43 0,0 0-29 16,0 0-28-16,0 0-27 0,5-5-26 0,-5 5-20 15,11-1-35-15,-2 1-43 0,1 3-52 0,3 0-39 16,1 0-49-16,1 1-48 0,1 1-54 0,3 2-55 16,1-1-63-16,1-2-204 0,1 1-512 0,-3-2 228 15</inkml:trace>
  <inkml:trace contextRef="#ctx0" brushRef="#br0" timeOffset="-69402.58">23215 13561 157 0,'3'-2'338'16,"-3"2"-15"-16,2-4-25 0,-2 4-28 0,0 0-28 16,0 0-31-16,2-4-18 0,-2 4-20 0,0 0-9 15,6 9-24-15,-5-3-11 0,2 5-20 0,-2-3-6 16,3 5-10-16,-1 4-10 0,-2 0-7 0,3 2-10 0,-4 2-4 15,0-1-5-15,0 10-6 0,0-4-2 16,0 2-32-16,0 0-51 0,-5 2-57 0,0 2-83 16,2-3-102-16,-1-1-196 0,-2-7-511 0,6-2 226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3T09:40:05.0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1523 1677 61 0,'0'0'310'0,"-8"4"-14"15,8-4 8-15,-4 1-12 0,4-1-24 0,0 0-12 16,0 0-17-16,-2 4-10 0,2-4-18 0,0 0-17 16,0 0-15-16,0 0-38 0,0 0 14 0,0 0-35 0,0 0 9 15,0 0-19-15,26-2-3 0,-15 1-16 0,2 0-4 16,5-2-14-16,-2 5-6 0,2-4-8 16,-3-1-5-16,-1 3-9 0,1-1 3 0,-4 1-12 15,2-2 2-15,-3 0-24 0,-2 4-15 0,-1-1-18 16,-7-1-20-16,9 0-5 0,-3 1-22 0,-1-1-14 0,-5 0-13 15,7 1-21-15,-7-1-29 0,4 5-37 0,-4-5-52 16,0 0-42-16,8 1-214 0,-8-1-529 16,8 0 233-16</inkml:trace>
  <inkml:trace contextRef="#ctx0" brushRef="#br0" timeOffset="343.72">1996 1467 24 0,'0'-3'342'0,"0"3"-5"0,-1-7-9 16,1 2-11-16,0 5-30 0,0 0-19 0,0-6 0 16,0 6-38-16,0 0-14 0,0 0-24 0,0 0-39 15,0-4-13-15,0 4-21 0,0 0-14 0,0 0-14 16,0 0-4-16,0 0-18 0,4 15-4 0,-3-7-9 15,2 0-5-15,0 4 0 0,1-2-8 0,0 5 1 16,3 2-6-16,-3-5 0 0,4 5-2 0,-4-2-8 16,0 5-12-16,2-4-6 0,0 4 16 0,-3-2-6 15,4-2 3-15,-6 2 3 0,3-2-11 0,-1 1-10 16,3 1-16-16,-5-9-8 0,3 1-16 0,-3 2-15 16,-1-7-10-16,3 3-18 0,-2 0-13 0,-1-5-17 15,3 1-19-15,-3-1-14 0,0-3-17 0,0 0-47 16,0 0-50-16,4 6-216 0,-4-6-511 0,0 0 226 15</inkml:trace>
  <inkml:trace contextRef="#ctx0" brushRef="#br0" timeOffset="593.7">2021 1445 124 0,'0'0'307'0,"-2"-4"-9"0,2 4-9 16,-4-5-14-16,4 5-26 0,0 0-25 0,0 0-19 16,-1-4-25-16,1 4-13 0,0 0-15 0,0 0-20 15,0 0-17-15,7-6-8 0,-2 6-17 0,2 0-6 16,0-2-11-16,3-1-16 0,3 2-11 0,-1 0-11 16,-1 0-16-16,0-2-23 0,1 3-21 0,0 0-30 15,2 0-27-15,-1 1-26 0,-3-1-22 0,1 0-28 16,1-1-25-16,-1 2-17 0,-4 1-22 0,1-1-122 15,-3 1-372-15,-1 3 165 0</inkml:trace>
  <inkml:trace contextRef="#ctx0" brushRef="#br0" timeOffset="765.56">2061 1606 71 0,'0'3'185'0,"0"-3"5"0,0 0-4 0,6 3-4 15,-6-3-12-15,8 4-11 0,0-1-13 0,-1-3-16 16,4 0-9-16,4-3-12 0,-3 3-11 0,-1-1-15 16,4 0-22-16,5-2-46 0,-6 2-58 0,5-3-58 15,-1 3-71-15,-2 0-93 0,-4-5-288 0,3 4 128 16</inkml:trace>
  <inkml:trace contextRef="#ctx0" brushRef="#br0" timeOffset="1171.78">2342 1464 287 0,'-2'-4'304'0,"2"4"-31"16,0 0-28-16,0 0-34 0,0 0-21 15,0 0-25-15,0 0-17 0,0 0-14 0,0 0-12 16,0 0-14-16,7 17-12 0,-4-11-9 0,6 3-8 0,-2 3-9 15,3 0-5-15,-2 5-8 0,3 1-2 0,-3-1-1 16,3 7-12-16,1-6-7 0,-2-1-2 0,1 2 1 16,-1-1-2-16,1-1-4 0,1 0-4 15,-5-2-2-15,0-3-4 0,0-3-3 0,-3-1 0 16,0-2 2-16,0 0 4 0,-1-2-1 0,1 0 40 16,-4-4 40-16,3 5 65 0,-2-3 13 0,-1-2-20 0,0 0-11 15,5-11-5-15,-2 1 9 0,-1 0-3 0,-1-3 0 16,3-4-10-16,1-1-11 0,-2 1-5 15,0-4-11-15,2-1-8 0,1 2-13 0,-4 1-9 16,5-3-8-16,-3 3-9 0,0-1-10 0,3 4-3 0,0 0-3 16,-4 4-10-16,1-1-2 0,2 1-10 0,-2 0-17 15,-2 4-13-15,2-1-35 0,-1 4-24 0,0-1-43 16,-1 3-52-16,1-1-53 0,-2 0-66 16,-1 4-57-16,0 0-47 0,0 0-303 0,0 0-740 15,0 0 327-15</inkml:trace>
  <inkml:trace contextRef="#ctx0" brushRef="#br0" timeOffset="1886">1543 2661 70 0,'-2'2'369'16,"2"-2"-22"-16,0 0-7 0,0 0-12 0,-6 3-10 15,6-3-21-15,0 0-14 0,0 0-31 0,0 0-29 16,0 0-22-16,0 0-20 0,0 0-16 0,18-5-15 15,-2 3-9-15,3-1-20 0,0-5-27 0,11 6-32 16,-7-1-40-16,2-1-29 0,-3 1-37 0,-2 0-42 16,0 1-56-16,-1 0-72 0,-4-1-77 0,-4 3-239 15,0 0-575-15,-6 0 255 0</inkml:trace>
  <inkml:trace contextRef="#ctx0" brushRef="#br0" timeOffset="2949.94">2037 2375 283 0,'-1'-6'351'0,"2"2"-17"16,0 0-29-16,-1 4-24 0,0 0-42 0,2-4-18 0,-2 4-28 16,0 0-21-16,0 0-23 0,0 0-18 0,0 0-11 15,0 0-11-15,10 9-14 0,-7-2-7 0,4 1-9 16,-3 3-8-16,0-1-11 0,0 3-5 0,1 4-13 16,0-3 7-16,-1 3-4 0,3 3-7 0,-3-1 0 15,0 0 4-15,0-1-15 0,0 2-4 0,0-4 2 16,0 2-5-16,-4-5 1 0,3 0 9 0,-3 0-21 15,0-2 6-15,4-2-1 0,-4 0 0 0,0-4 4 16,1 2-7-16,-1-3 2 0,0 0 3 0,2-1-1 16,-2-3 7-16,1 4 1 0,-1-4-4 0,0 0 0 15,0 0 0-15,7-9-5 0,-7 3 2 0,4-1 5 16,1 2 18-16,1-5 4 0,-2 2-10 0,1-3 23 16,1-1 3-16,-1 3 7 0,1-4-5 0,-4 0 3 15,4 1-8-15,-2-4-6 0,1 5 6 0,1-1-5 16,0 3 0-16,0-1-1 0,-2 1-8 0,0 3-4 15,2 0 1-15,-2-1-8 0,1 3-7 0,-2 2-11 16,1-1-14-16,-3-1 15 0,6 3-1 0,-7 1-4 16,11 0-2-16,-2 1-4 0,0 3-3 0,0 1 3 15,2-1-12-15,3 5 6 0,-3-3 0 0,2 2-4 16,-2 0 0-16,3-1 1 0,-3 0-3 0,1 2-13 16,0-2 14-16,-1 0 8 0,-1-3-3 0,0 2 6 15,-3-1-3-15,0-1 6 0,-3-1-3 0,1 0 13 16,-2 0 24-16,-3-3 12 0,0 0 0 0,10-6 13 15,-9 2 9-15,0-2 5 0,1-1-1 0,-5-4 4 16,2 1 0-16,-1-8-5 0,0 2-7 0,0-2-5 16,-5 1-6-16,2 1-9 0,1 3-2 0,0-5-7 15,0 1-4-15,0 6-5 0,1-2-7 0,0 1-1 16,3 2-14-16,-6 0-30 0,3 2-30 0,3 2-33 16,0 0-50-16,-3 3-61 0,3-1-51 0,0 4-46 15,0 0-55-15,3-5-44 0,-3 5-40 0,9 0-220 0,-9 0-703 16,7 6 312-16</inkml:trace>
  <inkml:trace contextRef="#ctx0" brushRef="#br0" timeOffset="3637.39">2626 2342 32 0,'0'0'355'0,"0"0"-2"0,1-3-13 0,-1 3-11 16,0 0-27-16,0 0-26 0,2-4-36 15,-2 4-28-15,0 0-27 0,0 0-14 0,0 0-20 16,0 0-18-16,10 6-15 0,-4-1-10 0,-2 0-14 16,2 1-6-16,4 2-7 0,0 3-9 0,2 1-3 0,-1 2-14 15,4 2-4-15,-4-1-3 0,4 0-7 0,-3 3-1 16,0 2-3-16,2-3-6 0,-2 1-3 15,-1 0-10-15,0-1 12 0,-3-3-2 0,-1-2-8 16,1-1-3-16,-4-2 1 0,-1-1-3 0,2-2 1 0,-1 1-4 16,-1-4 13-16,-2 0 40 0,1 0 53 0,0 1 47 15,-2-4 6-15,0 0-3 0,0 0-14 0,0 0-3 16,3-17-1-16,-3 5-1 0,0 0-11 16,3-5-13-16,-6-2-9 0,7-8-12 0,-4 7-8 15,2-3-14-15,0 3-3 0,3-4-11 0,-4 2-7 0,3 3-10 16,1 3-7-16,-2-2-8 0,1 6-9 0,-3-1 5 15,2 3-16-15,0-2-21 0,-2 3-29 0,1 1-29 16,-1 2-46-16,0-1-56 0,1 2-64 16,-1 3-78-16,-1 2-64 0,2-4-55 0,-2 4-390 0,0 0-884 15,0 0 391-15</inkml:trace>
  <inkml:trace contextRef="#ctx0" brushRef="#br0" timeOffset="4543.57">1717 2143 22 0,'-7'0'391'0,"7"0"-2"0,-9 0-31 0,9 0 5 16,0 0-15-16,-8-2-16 0,8 2-20 0,0 0-17 15,0 0-28-15,-3-2-25 0,3 2-23 0,11-6-24 16,8 0-23-16,11 1-14 0,5-3-18 0,21-6-15 16,1 3-10-16,3-1-8 0,3 1-14 0,3-4-14 15,6 4 3-15,-3-3-14 0,1 1-7 0,-2 2-9 16,2 1-2-16,-9 3-6 0,0-2-5 0,-1 3-6 15,-6-1-15-15,-17 2-15 0,0 0-19 0,-3 1-12 16,-3 2-21-16,-1-1-24 0,-10-1-14 0,3 0-12 16,-9 2-8-16,-3 2-12 0,-2-3-3 0,-2 3-3 15,0-2-20-15,-3-1-38 0,-1 1-50 0,1-1-55 16,-4 3-42-16,0 0-198 0,0 0-572 0,-25 0 253 16</inkml:trace>
  <inkml:trace contextRef="#ctx0" brushRef="#br0" timeOffset="5070.25">1996 2975 78 0,'-7'1'239'0,"2"3"3"0,1-2-7 16,1 1-3-16,3-3-11 0,-4 3-1 0,4-3-21 15,-3 2-16-15,3-2-15 0,0 0-1 0,0 0 31 16,7 6 21-16,1-3 12 0,7-4-10 0,8-1-23 15,11-1-20-15,6-2-15 0,20-4-15 0,2-1-17 16,6-3-12-16,34-4-12 0,-38 8-12 0,7-1-13 16,24-12-5-16,-30 14-9 0,-5-1-8 0,0 0-7 15,-6 1-6-15,-14 2 3 16,1 1-8-16,-10 2-9 0,-1-3-9 0,-8 2-18 16,-5 1-18-16,-3 0-12 0,-2-1-6 0,-5 1-38 15,1 2-44-15,-5 0-52 0,-3 1-49 0,0 0-33 0,0 0-41 16,-22 0-51-16,3 1-202 0,-4-1-585 15,-7 1 258-15</inkml:trace>
  <inkml:trace contextRef="#ctx0" brushRef="#br0" timeOffset="8175.7">1724 3945 36 0,'-4'2'348'0,"4"-2"6"0,0 0-1 16,0 0 9-16,0 0-3 0,-7 1 2 0,7-1-3 15,0 0-14-15,0 0-20 0,0 0-16 0,0 0-23 16,0 0-23-16,0 0-25 0,-6 1-22 0,6-1-23 0,0 0-18 16,0 0-18-16,0 0-18 0,0 0-15 0,0 0-23 15,0 0-18-15,0 0-15 0,0 0-8 16,20-6-14-16,-5 3-14 0,5 0-16 0,2-2-14 15,11 2-18-15,-2-2-15 0,0 0-14 0,-1 0-10 0,1 3-14 16,-9 1-9-16,-3-2-9 0,3 2-1 0,-10 1-7 16,-1-1 4-16,-3-1-2 0,-1 2 4 0,-1-1 14 15,-6 1-2-15,8 0-17 16,-8 0-19-16,0 0-21 0,0 0-23 0,0 0-20 0,0 0-19 16,-25-4-28-16,14 4-33 0,0 0-29 0,0-1-220 0,2 1-548 0,1-1 242 0</inkml:trace>
  <inkml:trace contextRef="#ctx0" brushRef="#br0" timeOffset="11482.17">2547 3601 302 0,'0'-13'333'0,"0"1"-3"0,1 2 6 16,1-1 5-16,-2-1-19 0,2 4-6 0,-2 0-6 15,0 3-16-15,0-1-17 0,0-1-19 0,0 4-23 16,0 0-18-16,0 3-28 0,0-10-25 0,0 10-14 15,0-3-26-15,0 3-16 0,0 0-25 0,0 0-35 16,0 0-27-16,0 0-4 0,0 0 0 0,0 0-2 16,3 17 3-16,-1-4-6 0,-1 0 0 0,-1 1-8 15,-1 4 10-15,1 0-9 0,1 1 6 0,-2 2-1 16,1-1-1-16,0 0-2 0,0 0-4 0,-2-2-2 16,2 1 12-16,0-1-7 0,0-2 0 0,2 1 3 15,-2-4 2-15,1-1-8 0,2 0-2 0,-2-1 1 16,-1-1 6-16,4 0-4 0,0-2-4 0,3-1 3 15,1 1 2-15,-1-3-1 0,4 1-6 0,1-1 7 16,7-3-1-16,0 2 0 0,0-2 0 0,2 0-1 16,2-1 7-16,-3-4 0 0,3 2-6 0,0-1 0 0,-2-1-3 15,-1-1 0-15,-2 1 3 0,-3 1 4 16,-3-3-8-16,-1 2 0 0,0 0 4 0,-3 0-6 16,-3 1-3-16,1-3-15 0,-1 3-19 0,-2 1-37 15,0-3-33-15,-3 4-30 0,1-2-24 0,-1 2-17 0,0 0-22 16,-10-6-27-16,4 5-33 0,6 1-24 0,-7-3-33 15,7 3-185-15,-11-2-545 0,8 0 241 0</inkml:trace>
  <inkml:trace contextRef="#ctx0" brushRef="#br0" timeOffset="11716.53">2967 3715 237 0,'0'0'288'15,"0"0"-5"-15,0 0-27 0,0-5-26 0,0 5-24 16,0 0-26-16,0 0-18 0,0 0-20 0,0 0-13 16,0 0-17-16,0 0-8 0,0 0-10 0,0 0-12 15,6 15-7-15,-5-10-7 0,0 1-5 0,3 2-5 16,-1-1-9-16,1 3-1 0,0-1-6 0,1 0-1 16,-1 1-8-16,1-1 1 0,-1 0-11 0,1 0-16 15,0 1-14-15,-4-4-21 0,3 3-28 0,-2-5-33 16,4 1-43-16,-2 0-39 0,-1 0-25 0,-2-3-23 15,2 1-139-15,-3-3-389 0,0 0 172 0</inkml:trace>
  <inkml:trace contextRef="#ctx0" brushRef="#br0" timeOffset="12936.69">3091 3697 135 0,'3'-5'234'0,"-3"5"-18"0,0-5-26 16,0 5-19-16,0 0-19 0,0 0-18 0,0 0-11 15,0 0-16-15,0 0-14 0,0 0-6 0,0 0-9 16,6 11-11-16,-4-6-2 0,-1 0-9 0,2 2-7 16,-3-1-2-16,5 2-1 0,-2-1-7 0,0 3-3 15,-2-4-5-15,2 2-1 0,1-3-3 0,0 1-1 16,-3-1-7-16,4 2 0 0,-4-2-1 0,2-3 1 16,-3 2-5-16,0-4 0 0,5 6-5 0,-5-6 3 15,6-2 2-15,-6 2-1 0,0 0-3 0,10-8 3 16,-3 3 6-16,-4 0 13 0,1-1 20 0,0 1 10 0,2-4 6 15,-1 1 6-15,-1 2 2 0,0-2 12 0,0 1 3 16,-2 1 3-16,2 0 4 0,0-1-2 16,0 3 0-16,-4-1-6 0,0 2-9 0,5 0-11 15,-4-1-10-15,-1 4-8 0,6-5-6 0,-6 5-12 0,4-1-3 16,-4 1 4-16,0 0-10 0,14 5-5 0,-5-2-1 16,-3 3-3-16,2-1 1 0,-1 0-2 0,2 3-9 15,3-1-4-15,-2 2-7 0,1-1 2 16,0-2-8-16,1 1-2 0,-1-1 0 0,-2 1 2 0,6-2-1 15,-7 0 0-15,2-2-2 0,-2-1-1 0,4-2-1 16,-2 0 0-16,2 0-2 0,-1-1 5 0,-1 0 5 16,-2-3 1-16,0 0 1 0,0-3-2 0,-2 2 1 15,2-3 0-15,1 1 2 0,-3-4 2 0,-1 3-1 16,-2-1 3-16,2-2-3 0,-2 3 0 0,-1 0 4 16,-2 1 0-16,0-3 0 0,-2 2 12 0,2 2 4 15,-1-1 1-15,-2 3-8 0,2-1 3 0,-2 0-5 16,0 0-3-16,-1 2 11 0,0 1-15 0,4 2-2 15,-10-1-2-15,10 1-4 0,-12 3 6 0,7-1-7 16,-1 0 1-16,-1 3 2 0,2 1-2 0,1-1 2 16,3 1-5-16,-3 0-3 0,2 0 8 0,2 1-6 15,4 0 7-15,-1 1 1 0,4 0 0 0,2-1 1 16,2 1-2-16,9 0-8 0,1-3-14 0,2-2-10 16,8 4-13-16,-1-4-16 0,0-1-10 0,3-1-8 15,-5-2-7-15,1-1-2 0,1-3 2 0,-7 2 7 16,0 0 8-16,-2-3 9 0,-2-1 9 0,-2 1 6 0,-2 1 5 15,-1-6 11-15,-2 4 21 0,-4 2 16 0,2-3 7 16,-6 0 12-16,0 4 8 0,-1-6-5 0,-2 4 0 16,-5 0-1-16,0-1 0 0,-3 0-4 15,0-2 1-15,-1 7-5 0,-1-2-3 0,-1 2 1 0,-1-1-2 16,-2 3-3-16,-1 0 1 0,3 0-2 0,-3 4 0 16,2 0-3-16,-1-1 5 0,2 6-12 0,1-6 7 15,-2 7-2-15,4-3 3 0,-2 2 0 0,4 2-3 16,-3-2-1-16,4 2 1 0,3-5-2 0,0 2 3 15,0-2-2-15,1 0-3 0,2 0 3 0,1 0-3 16,-1-1 5-16,2 0-1 0,1-1-1 0,3-1 4 16,1-2-4-16,-1-1 2 0,0-2 6 0,1 0-5 15,0 1-1-15,1-6 1 0,-2 1 9 0,4 0 16 16,-6 0 15-16,2 0 18 0,0 1 20 0,-4-2 21 16,1 0 19-16,0 3 25 0,1-1 20 0,-2-2 11 15,0 2-22-15,-2 4-11 0,2-2-9 0,-3-2-19 16,4 1-15-16,-4 4-10 0,1-3-13 0,-1 3-16 15,0 0-14-15,3-4-34 0,-3 4-38 0,0 0-21 16,0 0 18-16,0 0-6 0,0 0 2 0,15 11-26 16,-14-5-4-16,3-3-7 0,5 1-16 0,-2 2-10 15,3 1-13-15,-2-3-12 0,5 1-11 0,-1 0-17 16,-1-2-13-16,0-1-6 0,2-2-4 0,-6 2 2 16,4-4 15-16,0-1 14 0,-4-2 13 0,-2 2 14 15,3-5 19-15,-1 1 16 0,0-1 33 0,-2 0 25 0,1-2 31 16,-2 2 28-16,3-2 19 0,-5 1 22 15,1 1 16-15,1 2 12 0,-1 0 5 0,0 0 5 16,-2 1-2-16,2 0-9 0,-2 1-11 0,2-1 1 16,-2 2-23-16,2 1-11 0,-3 2-12 0,0 0 8 0,8-3-11 15,-8 3-10-15,8 5-10 0,-4 0 1 0,0 0-10 16,2-2 1-16,3 4-3 0,-5 2-1 16,6-2-3-16,-6 4 1 0,4-2 4 0,-1 2-6 15,1-1 5-15,-5 1-10 0,1-3-2 0,0 1 1 0,1-3-4 16,-2 0 3-16,0-1 0 0,-3-1-3 0,1-1 17 15,-1-3 42-15,2 3 32 0,-2-3-3 0,0 0-7 16,0 0 6-16,0 0 13 0,-11-14 1 0,8 8-5 16,-1 0-11-16,3-4-8 0,-3 1-6 0,2-4-13 15,-2-1-18-15,4 1-15 0,-3 1-27 0,2-7-32 16,1 6-41-16,0 2-49 0,0-2-35 0,1 0-48 16,2 1-49-16,-3-1-71 0,0 2-68 0,0 3-207 15,-3-2-649-15,2 4 288 0</inkml:trace>
  <inkml:trace contextRef="#ctx0" brushRef="#br0" timeOffset="13108.55">3494 3388 363 0,'-8'-3'387'0,"2"0"-31"0,2 0-35 0,1-1-28 16,3 4-37-16,-9-3-16 0,6 1-35 0,3 2-38 15,-1-3-53-15,1 3-54 0,0 0-50 0,0 0-57 16,0 0-77-16,0 0-80 0,16 11-196 0,-8-6-433 16,4 0 192-16</inkml:trace>
  <inkml:trace contextRef="#ctx0" brushRef="#br0" timeOffset="13655.38">4708 3300 73 0,'3'-3'390'0,"-3"3"-35"0,0 0-30 0,0 0-38 15,3-3-28-15,-3 3-31 0,0 0-29 0,0 0-20 16,0 0-22-16,0 0-12 0,1 13-20 0,3-7-9 16,-4 4-14-16,2 3-14 0,0 3-4 0,5 4-11 15,-7-1-1-15,5 1-10 0,0-2-3 0,-1 8 1 16,1-6-10-16,1 2-2 0,2-3-8 0,-3 2-2 15,1-2-3-15,-1-4-7 0,2 3-5 0,-2-1 9 16,1-5-5-16,-1-1-5 0,1 1-11 0,-2-3-20 0,5-1-18 16,-5-3-17-16,0-1-33 0,2-2-44 15,-6-2-56-15,8-2-49 0,-8 2-56 0,7-7-190 16,-3-1-511-16,0-3 226 0</inkml:trace>
  <inkml:trace contextRef="#ctx0" brushRef="#br0" timeOffset="13967.86">4786 3285 265 0,'-7'-8'292'0,"0"0"-4"0,3 0 1 0,-1 3 6 15,-1-1-4-15,1 1-4 0,2 0-5 0,-1 0-17 16,1 1-11-16,-1 0-18 0,4 4-9 0,-4-7-34 16,4 5-26-16,0 2-21 0,4-5-23 0,-4 5-24 15,8-3-7-15,-1 1-21 0,3 2-4 0,-1 0-19 16,-2 1-9-16,5 0-8 0,3 2-11 0,0-1-6 15,-1 2-17-15,-5 2-8 0,6-1-8 0,-4 2-5 16,-3 1-4-16,3 1-7 0,0 0-6 0,-4 0 2 16,-1 0 3-16,0 1-4 0,-2-1 2 0,-1 4 2 15,-2 0 3-15,-2-3 2 0,-1 1 3 0,0-1 6 16,-2 1 1-16,-7-1 3 0,4-1 0 0,-5 4 1 16,-4-3 3-16,3-2-11 0,-3 0-12 0,2-1-14 15,-3-2-17-15,0-1-17 0,-2 1-26 0,7 0-28 16,-3-1-31-16,6-3-45 0,-1-1-36 0,2 3-196 15,1-1-483-15,2-2 215 0</inkml:trace>
  <inkml:trace contextRef="#ctx0" brushRef="#br0" timeOffset="15202.14">4926 3527 137 0,'0'0'241'0,"7"-4"-14"0,-2 1-21 0,2 2-15 15,0 1-17-15,0-3-17 0,-1 2-19 0,1 0-12 0,3 1-17 16,-2 0-11-16,0 0-8 0,1 2-11 0,-2 1-5 16,0 1-13-16,0-2-2 0,1 2-9 0,-3 0-4 15,4 5-9-15,-4-1 0 0,-1-2-5 0,2 1-3 16,-1 1-6-16,-1 2-1 0,-4 0-3 0,0-3-1 15,1 0 1-15,-2-1-5 0,1 0 1 0,0 1 0 16,-4-3 4-16,1-2 15 0,1 2 19 0,-4-2 16 16,6-2 14-16,-7 0 10 0,7 0 7 0,0 0 13 15,-11-6-17-15,9 3-2 0,-1-7-15 0,3 4-6 16,-4-1-11-16,4-5 2 0,4 1-30 0,-1-5-12 16,1 3-16-16,4 2-21 0,0-3-15 0,3 3-18 15,4 0-20-15,-4 0-18 0,1 5-13 0,3-2-16 16,4 0-19-16,-5 3-9 0,2 0-3 0,3 0-3 15,-4 3 4-15,-3-1 0 0,3 0 16 0,-5 0 5 16,2 1 16-16,-1 2 16 0,-4 0 2 0,1 0 9 16,-8 0 7-16,9-2 26 0,-9 2 24 0,7-1 31 15,-7 1 6-15,3-3 8 0,-3 3 7 0,0 0 16 16,0 0 12-16,0-5 11 0,0 5 6 0,0 0 5 16,-10-4 0-16,6 2 6 0,4 2-4 0,-9-1-7 0,2-1-6 15,7 2-11-15,-11 0-3 0,11 0-9 0,-12 0-2 16,8 3-5-16,-3-2-3 0,4 2-6 15,-1 0-3-15,-3 2-2 0,3 1-1 0,2 0 0 16,2 1-1-16,1 2 0 0,3 2-3 0,1-2-1 0,4 2 0 16,0-2-12-16,3 0-10 0,5 2-18 0,3 1-25 15,2-3-31-15,2 3-30 0,5-4-26 0,2-3-20 16,-1 1-14-16,0-3 3 0,0 1-3 0,-7-4 8 16,0-3 16-16,-2 3 17 0,-1-4 15 0,-4 1 26 15,1-2 37-15,-4 2 27 0,-3-1 48 0,-1 0 31 16,-4 0 23-16,1-1 13 0,-2-1 13 0,-4 0 8 15,0 1 3-15,-4-2 6 0,-1 3-2 0,1 0 1 16,-2-3-6-16,-5 2 1 0,-1 1-2 0,1-1 1 16,-4 1-2-16,3 2-2 0,-3 2-12 0,0-1-7 15,4 2-12-15,-2-1-4 0,-1 5-6 0,-1-3-9 16,4 4-8-16,-1-4-5 0,1 5-6 0,3-1-5 16,0 1-5-16,0-2 1 0,2 1-6 0,2 3-3 15,-1-3 0-15,3 4-1 0,-1-2-4 0,3 2-3 16,-1-2 1-16,2 0-7 0,2 0 0 0,0 1-8 15,4-5-2-15,3 2-9 0,-1-1-11 0,-1-2-9 16,4-2-8-16,-1-1-8 0,0-1-10 0,2-2-2 16,1 1-4-16,1-7-1 0,-4 3 1 0,7-4-1 15,-5-1 3-15,1-2 0 0,-2-1 6 0,0-3 3 0,0-3 6 16,-2-3 5-16,0-5 1 0,-6 9 6 16,2-1 10-16,-3 1 15 0,1-8 21 0,-2 8 29 15,-2-1 27-15,-2 0 22 0,2 9 12 0,-1-6 10 0,-2 2-2 16,0 4 23-16,0-1 11 0,0 2 7 0,-1 2-1 15,2 0-25-15,0 3-15 0,0 0-13 0,-2 2-19 16,4 3-12-16,-4-5-6 0,4 5-10 16,0 0-6-16,0 0-3 0,-8 11-19 0,4-3-18 0,4 1 1 15,4 4-4-15,-4 0 1 0,4 3-2 0,0 1-5 16,0 1-2-16,2 2-4 0,2 6-8 0,1-7-14 16,-3 0-3-16,2-1-6 0,0 2-2 0,4-2-1 15,-4-2-9-15,3 0 1 0,-3-5-5 0,5 3 3 16,-5-4 5-16,8-1 10 0,-9 0-1 0,0-5 6 15,2 0 4-15,-1-3 2 0,-1 1 4 0,0-2 7 16,1 0 0-16,-1-5 5 0,-3 2 19 0,3-2 15 16,1 0 21-16,-3-2-3 0,-1-4 10 0,-1 3 3 15,4-4 2-15,-4 6 1 0,-2-7 15 0,2 3-13 16,-3 2-4-16,3 1 0 0,-2-1-6 0,2 2-2 16,-1-1 2-16,0 2-8 0,-2 0-4 0,1 0-4 15,-1 5-7-15,0-7-2 0,0 7-7 0,0 0-2 16,3-4-8-16,-2 2 1 0,-1 2 6 0,0 0-20 15,0 0-3-15,0 0 1 0,0 0 1 0,0 0-1 0,0 0 11 16,0 0-8-16,0 0-2 0,8 9 1 16,-5-6-11-16,-3-3-7 0,0 5-15 0,2-3-11 15,-2 3-15-15,2 1 0 0,1-3-16 0,0 4-3 0,-2-3-7 16,4 5-11-16,-1-2-11 0,1 4-6 0,0-5-11 16,-1 1-15-16,2 1-10 0,3 0-9 15,-4 1-7-15,4-3-10 0,-4-1-4 0,5 2-6 16,-4-2-6-16,1-3-3 0,3 2-5 0,-1-1-117 0,1-1-349 15,-5 1 156-15</inkml:trace>
  <inkml:trace contextRef="#ctx0" brushRef="#br0" timeOffset="15577.11">6199 3403 122 0,'1'-5'353'15,"-1"5"-4"-15,0-7 9 0,-1 3 0 0,1-1-12 16,-4 1-16-16,4-1-24 0,-4-1-24 0,1 0-18 16,-1 1-26-16,0 1-25 0,-3-1-10 0,3 4-23 15,0-3-20-15,-3 3-19 0,2-1-17 0,-1 1-13 16,6 1-12-16,-13 1-11 0,7 2-8 0,1 0-13 15,-6-1-11-15,4 5 0 0,3-1-7 0,-3 2-4 16,3 1-3-16,-1-1-6 0,1 3 1 0,2-1-14 16,1 0-7-16,1 3-5 0,3-1 2 0,1-2-4 0,-2 4-10 15,4-6-8-15,1 5-14 0,1-6-14 16,3 3-18-16,4-3-30 0,-2-1-25 0,2 0-22 16,4-4-20-16,-1 1-25 0,-3-3-22 0,4-3-18 15,0-2-23-15,1-2-23 0,1 0-12 0,-2-4-12 0,1 2-198 16,-3-4-523-16,0-2 232 0</inkml:trace>
  <inkml:trace contextRef="#ctx0" brushRef="#br0" timeOffset="15827.09">6444 3152 192 0,'-6'-9'203'16,"2"0"6"-16,0 2-1 0,0 1-4 0,-3-1-4 16,5 2-13-16,-1 2-20 0,0 0-15 0,-1 0-20 15,4 3-16-15,-4-5-12 0,4 5-13 0,0 0-7 16,0 0-11-16,0 0-6 0,-11 9 2 0,10-4-14 15,2 5-6-15,0 1-4 0,2 0-3 0,-2 0-6 16,2 3-1-16,1 1-7 0,3 1 1 0,-4 1-3 16,2 1-1-16,3 3-1 0,-1-2-10 0,3 0-18 15,-5 0-8-15,6 2-10 0,-3-3-15 0,-1 1-26 16,0-1-27-16,-2-1-3 0,2-2-14 0,-3-6-16 16,3 1-24-16,-4 0 3 0,1-1-4 0,1 0-7 15,-2-4-1-15,-2-2 7 0,-1 0-87 0,0 3-256 16,0-6 113-16</inkml:trace>
  <inkml:trace contextRef="#ctx0" brushRef="#br0" timeOffset="16420.79">6521 3397 87 0,'0'-6'19'0,"0"0"14"15,0-1 13-15,0 3 13 0,-1 0 9 0,-2-1 8 16,3 1 18-16,0 4-1 0,-1-9 11 0,-3 4 11 16,3 3-2-16,-1-2 8 0,2 4 3 0,-4-7 6 15,4 3-2-15,-4 1-3 0,4 3 1 0,-3-2-3 16,3 2-6-16,-4-4 0 0,4 4-1 0,0-5-1 15,0 5-5-15,0 0-1 0,0 0-2 0,0 0-3 16,-3-3-5-16,3 3-5 0,0 0-4 0,0 0-10 16,0 0-7-16,6-6-14 0,-6 6-15 0,5-3-9 0,2-1-11 15,1 4-7-15,-1-1-3 0,0 1-3 16,1 1-9-16,4-1-3 0,-1 0 0 0,0 2-2 16,1 0-1-16,-4-2 0 0,2 3 3 0,1-2-5 15,-3 0 0-15,0 2 2 0,0-1 0 0,-1 0-2 0,-2 2-2 16,1-1 4-16,-2 0-11 0,0-2 1 0,-1 3-5 15,1-1 8-15,-3 1 0 0,-1 0-1 0,0-4-1 16,3 10-2-16,-6-7 5 0,3 2 3 16,-1 2 1-16,-3-4-1 0,3 1 3 0,-1 1-2 0,0 2 1 15,0-2 2-15,2 0 1 0,-3 2 0 0,3-4-1 16,0 2 7-16,0 0-7 0,0-5 3 0,3 7 0 16,-3-3-4-16,3-2 11 0,1 1-4 0,-4-3 0 15,12 1-1-15,-8 0-1 0,-4-1 1 16,14-1-2-16,-5 0 3 0,-2-3 0 0,4 2 0 0,-3-2-2 15,2 0 1-15,-1-1-1 0,1-2 3 0,-1 1-1 16,1-2 0-16,-5 4 0 0,3-2-2 0,-2 2 10 16,-1-2-4-16,1 1 3 0,-2 1 0 0,1-2 1 15,2 3-1-15,-2 0-1 0,-2-1-3 0,-3 4-6 16,8 0 1-16,-4-1-1 0,-4 1-1 0,11 0 2 16,-11 0-1-16,8 1-3 0,-2 1 4 0,-1 1-1 15,0 0 1-15,1 1 7 0,-2-2-10 0,2 2 0 16,-1 0 1-16,2 0 1 0,-6-2-1 0,5 2 0 15,-2-3 6-15,-3 2-1 0,-1-3 25 0,6 4 25 16,-4-3 23-16,-2-1 26 0,0 0 8 0,0 0-16 16,0 0-7-16,4-10-12 0,-4 6-8 0,-4-1-10 15,3 0-22-15,-2-5-26 0,-1 0-31 0,-1 0-37 16,-2-1-39-16,-1-2-49 0,-6-1-57 0,-1-4-78 16,3 3-258-16,-4-2-583 0,-2-3 259 0</inkml:trace>
  <inkml:trace contextRef="#ctx0" brushRef="#br0" timeOffset="23408.97">5902 3205 114 0,'0'0'373'0,"3"-3"-8"0,-3 3-7 0,0 0-21 0,0 0-8 15,4-2-21-15,-4 2-27 0,0 0-29 16,0 0-22-16,0 0-31 0,0 0-17 0,0 0-22 15,0 0-18-15,0 0-14 0,0 0-17 0,0 0-10 16,0 0-17-16,0 0-8 0,0 0-6 0,0 0-11 0,0 0-19 16,0 0-10-16,0 0-9 0,0 0-9 0,0 0-4 15,0 0 6-15,0 0 0 0,0 0 1 16,0 0 7-16,4 7-10 0,-4-7-5 0,0 0 4 0,0 0 4 16,0 0-2-16,0 0 2 0,0 0-4 0,11-5 1 15,-11 5-5-15,8-3 5 0,-4 0-3 0,-1 1 4 16,0-2-2-16,-2 1-2 0,-1 3 2 0,7-5-2 15,-4 1 2-15,-2 2-10 0,2-1 4 0,-3 3 0 16,1-5-8-16,-1 5-39 0,3-3-30 0,-3 3-35 16,0 0-48-16,0 0-53 0,0 0-49 0,0 0-48 15,0 0-277-15,0 0-629 0,-15 5 280 0</inkml:trace>
  <inkml:trace contextRef="#ctx0" brushRef="#br0" timeOffset="25247.09">2903 4213 123 0,'-9'-2'224'16,"9"2"-5"-16,0 0-8 0,0 0-15 0,0 0-11 16,0 0-12-16,0 0-6 0,0 0-18 0,-4-2-7 15,4 2-8-15,0 0-12 0,0 0-11 0,0 0-11 16,0 0-6-16,0 0-11 0,0 0-6 0,0 0-8 16,0 0-5-16,0 0 4 0,0 0-1 0,0 0 4 15,0 0 2-15,0 0-3 0,21 7 1 0,-12-7-9 16,0-2 2-16,9 2-6 0,-6-1-10 0,10-1 0 15,-4 0-3-15,12-1-8 0,2-3-2 0,-2 2-1 16,11-1-2-16,-3 0-2 0,-1-1-2 0,6 1 0 16,-5-2-1-16,5 4 0 0,11-6-2 0,-12 5 2 15,0 1-6-15,13-1-1 0,-16-3 2 0,3 1-5 0,13-1 0 16,-17 0-3-16,3 4 3 0,-1-5-5 0,-2 3-2 16,-1 0 5-16,1-2-1 0,2 1-2 0,-5-2 2 15,3 3-7-15,-1 0 2 0,1 0-4 16,-2 0 6-16,1-2-2 0,0 2 2 0,3 0-8 0,-3-2 6 15,0 2-2-15,0 1-6 0,4-2 0 0,-1 1 0 16,-1 0 2-16,2 2-6 0,-2-1 6 0,0-4-2 16,1 5 1-16,-3 1 4 0,-2-1-4 0,8-2-4 15,-4-2 1-15,-3 4 2 0,4 1-2 0,3 0-2 16,-2-3 4-16,1 2-1 0,-1-1-1 0,-1 0-1 16,3 0 3-16,10 1 0 0,-11-1-3 0,-1 1 2 15,13-1-2-15,5 2 4 0,-6-2 0 0,4 1 0 16,0 1 2-16,-1-1-9 0,0 2 0 0,-4-3 7 15,-9 4-3-15,14-3 2 0,0 1-5 0,-2-1 6 16,2 0 2-16,-18 1-6 0,6 0 3 0,9-4 1 16,-13 1 4-16,15-1-5 0,-17 1 1 0,2-3 2 15,-1 2 0-15,-5-2 2 0,3 2 5 0,-5 1 26 16,-5-6 8-16,1 7-5 0,-5-2-4 0,-3-1-6 16,-1 4-4-16,-1-1-4 0,-1-3 1 0,-3 3-2 0,-3 0 2 15,0 0-3-15,-4 1-7 0,-2 1 0 16,-1 1 6-16,1-2-8 0,-1 0-14 0,-5 3-29 15,7-2-27-15,-7 2-54 0,0-4-55 0,0 4-49 16,-7-4-42-16,-1 3-58 0,-7-2-226 0,-2-2-586 0,-5 0 259 16</inkml:trace>
  <inkml:trace contextRef="#ctx0" brushRef="#br0" timeOffset="26982.8">2014 2159 162 0,'0'0'239'16,"-6"2"-7"-16,6-2-14 0,-6 2-16 0,6-2-23 15,-6 1-14-15,6-1-15 0,0 0-17 0,-4 3-10 16,4-3-11-16,0 0-8 0,0 0-2 0,0 0-2 15,0 0-1-15,0 0-3 0,0 0-1 0,0 0 4 16,0 0 24-16,0 0 32 0,0 0 25 0,27 0-18 16,-6-3-11-16,10-2-16 0,3 0-5 0,4-3-19 15,14 1-22-15,-10-4 8 0,11-3-17 0,0 4-7 16,-13 4-6-16,2-5-4 0,-2 3-25 0,0-2 14 16,-1 2-10-16,2 0-5 0,-5 3-11 0,-4-4-18 15,-3 2-27-15,-8 3-19 0,0 1-20 0,-5 0-21 16,-5 1-22-16,1-1-30 0,-5 1-22 0,-3 1-46 15,2 0-53-15,-1 0-24 0,-5 1-31 0,0 0-163 0,-1 8-508 16,1-8 225-16</inkml:trace>
  <inkml:trace contextRef="#ctx0" brushRef="#br0" timeOffset="27576.51">2253 3147 184 0,'-2'1'407'0,"2"-1"21"0,0 0 8 16,0 0 2-16,0 0-3 0,0 0-20 0,0 0-32 16,0 0-40-16,0 0-36 0,8-12-28 0,-2 7-29 15,4 0-29-15,6-5-21 0,2 1-22 0,9-2-17 16,3 0-19-16,3 1-14 0,5 1-15 0,1 1-9 16,17-2-18-16,0 3-3 0,0 2-12 0,-16 1-16 15,4 1-43-15,-2 0-46 0,14 0-61 0,-15 3-69 16,-5-1-70-16,1 2-80 0,0 0-110 0,-9 1-342 15,4-2-829-15,-12-2 366 0</inkml:trace>
  <inkml:trace contextRef="#ctx0" brushRef="#br0" timeOffset="58665.49">4941 4960 76 0,'4'-4'307'0,"-4"4"-3"15,0 0-5-15,1-4-19 0,-1 4-16 0,0 0-15 16,0-5-21-16,0 5-19 0,0 0-21 0,3-3-19 15,-3 3-19-15,0 0-18 0,0 0-17 0,0 0-11 16,0 0-11-16,0 0-15 0,0 0-11 0,0 0-12 16,0 0-7-16,0 0-7 0,0 0-9 0,0 0 10 15,0 0-16-15,1 12-1 0,-1-8-2 0,0 5-1 16,0-2 1-16,0 5-6 0,2-4 0 0,-2 4-1 16,0 3-1-16,1-1-2 0,0 2-1 0,1 1-1 15,-2-1-2-15,3-1 3 0,-3 0-4 0,1 1 3 16,3-1-3-16,-4-3-2 0,0 1 1 0,1 0 2 15,2-3-4-15,-1 2-2 0,-1-4 2 0,0 3-13 16,-1-2 1-16,4-3-5 0,-3-2 4 0,1 2-1 16,-2-2 4-16,1 0-2 0,-1-4 9 0,0 7-4 0,2-5 3 15,-2-2 1-15,0 0 4 0,0 0 3 0,0 0 0 16,0 0-4-16,0 0 11 0,0 0-16 16,11-10-1-16,-6 5 5 0,-1-2 1 0,3 1-3 0,1-3 2 15,-1 3-1-15,1-1 0 0,1-2-5 0,0 5 0 16,-2-2 1-16,-2 1-2 0,3 1 1 0,2 1-4 15,-5 2 0-15,2-1-2 0,2 0 4 0,-2 2-4 16,3 2 3-16,-2-1 1 0,4 1-1 0,-2 3 0 16,-2 0-1-16,3 1 2 0,0 0 1 0,-3 0 6 15,2 1-4-15,0-2-3 0,0 1 4 0,-1-1 6 16,-1 0-8-16,-4-2 2 0,3 1 3 0,-3-1 3 16,2-2 16-16,2-1 41 0,-8 0 8 0,8-3 28 15,-8 3 15-15,11-6 23 0,-4-2 11 0,-2-2 5 16,-2 0 0-16,-2-3-1 0,2-2-1 0,-3-5-9 15,0 2-8-15,-3-1-8 0,3 1-4 0,0 0-11 16,0 6-7-16,-4-6-13 0,4 0-11 0,-3 6-11 16,1 2-11-16,0-2-30 0,2 6-40 0,0 1-66 0,0-2-83 15,0 2-73-15,0 5-48 0,0 0-11 0,0 0-38 16,0 0-51-16,10 16-342 0,-6-7-782 16,0 2 346-16</inkml:trace>
  <inkml:trace contextRef="#ctx0" brushRef="#br0" timeOffset="59259.2">5441 4993 244 0,'0'0'257'0,"0"0"-32"0,0 0-25 0,0 0-24 15,0 0-16-15,0 0-19 0,0 0-14 0,0 0-12 0,0 0-8 16,4 15-15-16,1-7-5 0,-1 2-6 0,1 0-7 16,3 2-6-16,-1-1-4 0,1 3-5 0,2 2-8 15,-1-5-4-15,2 2-3 0,-1-1-4 0,-1 0-5 16,1 0-2-16,-2-2-4 0,-1 0-3 0,-1-3-1 15,1 1-4-15,-3-3 0 0,-1 0-2 0,1 0 1 16,-1 0 2-16,2-1 36 0,-2-2 29 0,0 2 34 16,-3-4 42-16,4 3 45 0,-4-3 17 0,0 0-22 15,0 0-17-15,5-8-17 0,-5 8-3 0,0-9-2 16,2 1-9-16,-1 2-12 0,-1-4-4 0,1 0-9 16,1-2 8-16,-1 0 1 0,-1 0-5 0,3 0-15 15,-2-2-8-15,2 4-12 0,-3-3-11 0,6-5-8 16,-4 7-8-16,1 0-9 0,-2-1-9 0,3 0-10 15,-4 6-15-15,4-1-23 0,-1-1-37 0,-2 3-41 16,1 2-62-16,-1-3-63 0,1 1-59 0,-1 3-53 0,-1 2-36 16,5-3-36-16,-5 3-53 0,0 0-240 15,0 0-731-15,0 0 324 0</inkml:trace>
  <inkml:trace contextRef="#ctx0" brushRef="#br0" timeOffset="60260.73">5455 5065 252 0,'-4'-2'246'16,"4"2"-26"-16,0 0-23 0,12-4-17 0,-1 2-15 15,0-1-11-15,5 2-8 0,6-4 0 0,0-1-5 16,9 0-11-16,-4-3-1 0,-2 7-11 0,3-7-11 16,2 4-12-16,-8 1-7 0,8 0-10 0,-7 0-10 15,-1-1-4-15,1 0-6 0,-5 1-2 0,0 1-11 16,-6 1-5-16,0-1 1 0,-4 2-7 0,-1 0-2 15,0-1-3-15,-2 1-2 0,3 0-8 0,-8 1-5 16,5 0-8-16,-5 0-17 0,6-1-19 0,-6 1-6 16,0 0-9-16,0 0-19 0,0 0-20 0,0 0-25 15,-8 8-22-15,8-8-35 0,-8 4-28 0,2 2-183 0,2-4-406 16,-4 2 180-16</inkml:trace>
  <inkml:trace contextRef="#ctx0" brushRef="#br0" timeOffset="60807.5">5626 5217 190 0,'-10'0'246'0,"10"0"-6"16,-10 1-10-16,10-1-10 0,-11 1-9 0,11-1-6 16,-8 0-19-16,8 0-16 0,-7 1-16 0,7-1-15 0,0 0-8 15,-4 2-7-15,4-2-9 0,0 0-7 16,0 0-8-16,0 0-9 0,0 0-5 0,0 0-2 15,23 3 0-15,-8-2-17 0,4 0-8 0,7-1-8 16,2 0-4-16,2 0-2 0,0 3-7 0,3-3 2 0,1 1-5 16,-4 0-5-16,-8-1-2 0,2 0-13 0,-1 1-6 15,0-1-6-15,-5 0-6 0,-3 2 9 16,-3-2-12-16,-1 0 1 0,-1 0-3 0,-6 1-3 0,-4-1 6 16,9 0-1-16,-9 0 0 0,0 0-5 0,0 0 3 15,0 0 2-15,0 0 0 0,-31-1 0 0,15-2 5 16,-9 4 7-16,-5-3 11 0,-2 1-3 0,-4 1 3 15,2 0 5-15,0-3 6 0,-1 3-4 0,5-1 1 16,8 0-3-16,2-1-1 0,0 1 3 0,7-1-5 16,2 2-3-16,-1 0 5 0,5-1-10 0,2 0 4 15,-2 0-10-15,7 1-6 0,0 0-11 0,0 0-19 16,0 0-32-16,22-5-40 0,0 3-57 0,-1 1-61 16,9 0-52-16,-5 1-218 0,3-4-531 0,6-1 235 15</inkml:trace>
  <inkml:trace contextRef="#ctx0" brushRef="#br0" timeOffset="62260.52">6645 4387 158 0,'-1'-4'198'0,"1"4"-17"0,-2-7-10 0,-2 3-21 16,-1-2-12-16,-1 4-17 0,1-1-10 0,-1 2-10 15,0 0-10-15,-2-2-3 0,-1 3-11 0,-3-3-12 16,0 5-7-16,0-4-7 0,1 2-4 0,-1 0-7 16,-1 2-2-16,0-2-3 0,2 1-6 0,-4 1-2 15,4-1-4-15,4 0 0 0,-2 2-4 0,-1-2-1 16,3 0-1-16,3 0-4 0,-3-1 1 0,7 0-1 16,-9 3-3-16,6 0-1 0,3-3-2 0,-4 1-3 15,4-1-1-15,-7 3 7 0,7-3-6 0,-2 5 1 16,2-5-2-16,0 0 2 0,-2 5-1 0,-1-3-1 15,2 2-2-15,1-4 0 0,0 9-1 0,0-5 1 16,0 0 1-16,0 1 1 0,0 3 2 0,0-2-4 16,1 2 2-16,-1 1-2 0,3 1 7 0,-3 1-9 0,3 2 0 15,-2 0 1-15,2 3 1 0,0 0 4 16,1 1-3-16,0 2 2 0,3 0 2 0,-2 0 4 16,-1 3 0-16,3-2 3 0,-3 1-1 0,6 6-2 0,-1-1-1 15,-2-1 0-15,0-4-2 0,2 4 3 0,-2 0-3 16,0-5 0-16,3 6 5 0,-4-5 23 15,-2 0-4-15,7 3 0 0,-7-5-3 0,2 2 4 16,2 5 5-16,-4 0 8 0,0-4-3 0,-1-1-3 0,1-2 7 16,-1-1 0-16,-2 2-2 0,3-2 12 0,-4 1 3 15,4-2-4-15,-3 1-2 0,2 0-8 0,-2-2-1 16,1-3 1-16,-2 0 0 0,1 1-5 0,1-1-1 16,-1-1 0-16,0 0 9 0,1 0-1 0,-1 1-10 15,0-1 3-15,-1 1-9 0,2-3-3 0,1 2 3 16,-2 2-6-16,0-2-2 0,-1-1-2 0,3 2 1 15,-2-1-2-15,-1 1 1 0,4-2-7 0,-2 2 1 16,-1 0 2-16,0-1-4 0,-1 2-4 0,2 1 2 16,0-4-4-16,0 3 0 0,-1 3-3 0,3 0 2 15,-4-5 0-15,3 2 0 0,-3 3-5 0,0 0 5 16,0-5 4-16,1 2-8 0,-2-2 2 0,1 4-1 16,0-3-2-16,0 2 4 0,0 1-1 0,0-3 0 15,0 0 1-15,0 5 2 0,1-6 2 0,-2 1 5 16,2 0 2-16,2 1-2 0,-3-1 3 0,0-1-2 15,2 0 8-15,-4 2-2 0,2-2-6 0,2-2 8 16,-2 2-4-16,0-2-5 0,1 2-1 0,-2-3 2 16,2 2-3-16,0-1-2 0,-1-2-1 0,0-1-1 15,2 1-1-15,-2 2 1 0,0-2-2 0,2 0 4 0,-4-1-3 16,4 1 0-16,1 1 2 0,-3-3-3 0,1 2-2 16,-1 0-2-16,0-3 0 0,0 3 3 15,0-3-4-15,0 0 3 0,0 2 1 0,3-1-3 0,-3-1-7 16,0 0 4-16,1 0 5 0,-1 0-2 0,2 0-2 15,-2 1 6-15,1-1-1 0,0 0 3 0,-1 0 0 16,0 1-4-16,2-1 5 0,-2-1-1 0,3 1-1 16,-3 1-1-16,0-1 0 0,0 1-3 0,0-2 2 15,0 1-1-15,1 0-2 0,-1 1 1 0,0-3 5 16,0 2-7-16,0 2 5 0,1-2-2 0,-1-3-6 16,0 2 3-16,3 3-2 0,-3-4 9 0,0-3-1 15,0 5-3-15,0 1 0 0,0-6 7 0,0 5-3 16,0-5 5-16,4 4 5 0,-4-4 5 0,7 2 2 15,-7-2 5-15,9 2-3 0,1-2-6 0,5 0-9 16,4-1-15-16,4 0-49 0,3-3-53 0,7 1-65 16,-5-2-80-16,3-2-88 0,-2-1-267 0,1-1-653 15,-2-1 290-15</inkml:trace>
  <inkml:trace contextRef="#ctx0" brushRef="#br0" timeOffset="68056.95">6958 4620 175 0,'0'0'377'0,"0"0"1"0,0 0-10 0,0 0-14 16,0 0-10-16,0 0-12 0,0 0-14 0,0 0-27 15,0 0-15-15,0 0-22 0,0 0-22 0,0 0-14 16,0 0-24-16,0 0-19 0,14-7-16 0,-14 7-17 16,6-2-16-16,2 1-16 0,-2-2-9 0,4 2-19 15,-1 0 0-15,2-2-15 0,-2-1-26 0,3 3-36 16,1 0-48-16,0-2-49 0,-2 2-57 0,0-1-46 16,3 0-58-16,-2 1-65 0,0-2-69 0,-4 3-241 15,2-1-679-15,-3 0 300 0</inkml:trace>
  <inkml:trace contextRef="#ctx0" brushRef="#br0" timeOffset="68306.92">7275 4427 177 0,'0'0'344'0,"4"-5"-24"0,-4 5-27 16,0-3-35-16,0 3-26 0,0 0-27 0,0 0-29 15,0 0-16-15,0 0-22 0,0 0-11 0,0 0-13 0,0 0-13 16,3 16-10-16,1-10-5 0,-3 0-10 0,2 2-5 16,-2 2-6-16,5 2-10 0,-2-1-4 0,0-1-5 15,0 3-4-15,0 0 1 0,1 0-16 0,-1 1-21 16,2-1-18-16,-5-2-20 0,2 2-32 0,-2 0-35 16,2 0-19-16,-2-1-48 0,2-1-42 0,0-1-46 15,-3 0-139-15,0 0-424 0,0-3 189 0</inkml:trace>
  <inkml:trace contextRef="#ctx0" brushRef="#br0" timeOffset="68666.28">7491 4541 234 0,'0'0'277'0,"3"-3"-28"0,-3 3-23 16,0 0-25-16,0 0-20 0,0 0-18 0,0 0-18 16,0 0-16-16,0 0-17 0,0 0-12 0,0 0-11 15,0 0-8-15,0 0-3 0,0 0-11 0,0 0-7 16,0 0-6-16,0 0-8 0,0 0 0 0,0 0-6 16,0 0-4-16,0 0 2 0,0 0-4 0,0 0-3 15,0 0 5-15,0 0-5 0,0 0 3 0,0 0 8 16,0 0 4-16,12 1 1 0,-12-1 2 0,0 0 12 0,7-2 15 15,-7 2 0-15,1-4 3 0,-1 4 3 0,2-5-9 16,-2 5 6-16,0 0-10 0,0-4-10 16,0 4-3-16,0-5-9 0,0 5-11 0,0 0-10 15,-5-4-29-15,5 4-18 0,0 0-25 0,-6-1-28 0,6 1-25 16,0 0-30-16,-12 5-38 0,6-3-45 0,6-2-43 16,-4 4-215-16,1-1-508 0,-1-2 225 0</inkml:trace>
  <inkml:trace contextRef="#ctx0" brushRef="#br0" timeOffset="69103.74">7627 4389 91 0,'3'-2'300'0,"-3"2"-18"16,0 0-26-16,0 0-22 0,0 0-26 0,5-1-20 15,-5 1-19-15,10 0-18 0,-10 0-15 0,10 1-15 16,-4 1-10-16,-2 0-14 0,4 1-9 0,-2-1-8 16,0 1-11-16,3 2-8 0,-4-2-3 0,6 3-7 15,-3 0-9-15,-2-1-6 0,-1 2-1 0,-1-2-5 16,0 1-5-16,-2 0-3 0,0 1 1 0,0-1-6 15,-2 0 1-15,1 1-6 0,-1 1 2 0,-1-2-3 16,-1 1 1-16,0 1 0 0,-1-3 2 0,-1 1-5 16,1 0-1-16,-1 0 2 0,1-1 2 0,-1 1 6 0,3-2 1 15,-3-1 1-15,3 0 5 0,-2 1-11 16,3-4 4-16,-2 5 1 0,2-5-1 0,-2 3 2 16,2-3 4-16,0 0 2 0,0 0 7 0,12 3-1 15,-4-3-2-15,4 0-5 0,0 0 0 0,4-1-6 0,-2 0-3 16,4 0-16-16,2-1-29 0,2 0-48 0,-5 1-51 15,3 1-68-15,-1-3-59 0,1 4-217 16,-6-2-511-16,1 0 226 0</inkml:trace>
  <inkml:trace contextRef="#ctx0" brushRef="#br0" timeOffset="71666.05">7248 5117 264 0,'-3'-5'366'0,"0"2"-27"15,3 3-20-15,0 0-34 0,0 0-30 0,-4-3-22 16,4 3-28-16,0 0-27 0,-3-4-15 0,3 4-17 15,0 0-21-15,0 0-13 0,0 0-14 0,0 0-6 16,-2 11 8-16,2-7-28 0,0 1-4 0,-2 0-9 0,2 3-5 16,0-1-7-16,2 0-6 0,-1 0 0 15,2 4-9-15,-2-5-4 0,3 3 0 0,-4-4-5 16,7 3-4-16,-4 0 1 0,2-3-6 0,3 1 9 16,-4-2-2-16,2 1 0 0,1-3 1 0,1-1-4 0,0 0-10 15,0-2 8-15,1-2-1 0,0 0 2 0,-1-3 5 16,0 0 7-16,1-2 10 0,0-1 9 15,-1 0 6-15,-2-2 15 0,4-1 6 0,-7 2-5 0,1-3 5 16,-3 4 1-16,2 0-8 0,-3 2-4 0,0-2-7 16,0 0-12-16,-3 1-5 0,2 3-11 0,-2-2-17 15,2 2-24-15,-3 3-24 0,0-2-42 0,-3 1-33 16,0 1-40-16,0-1-35 0,7 3-19 0,-13 4-32 16,9-3-28-16,0 5-48 0,1-3-232 0,-1 1-589 15,1 0 261-15</inkml:trace>
  <inkml:trace contextRef="#ctx0" brushRef="#br0" timeOffset="72025.39">7574 5082 216 0,'0'0'259'0,"0"0"-21"0,0 0-14 0,0 0-20 16,0 0-19-16,0 0-24 0,0 0-15 0,0 0-12 15,0 0-15-15,-8-4-12 0,8 4-11 0,0 0-11 16,0 0-5-16,0 0-9 0,0 0-8 0,0 0-2 16,0 0-6-16,0 0-4 0,0 0-4 0,0 0 1 15,0 0-3-15,0 0 7 0,0 0-3 0,0 0-1 16,12-1 3-16,-12 1 0 0,4-1 8 0,-4 1 2 16,7-3 7-16,-7 3 8 0,0 0-1 0,4-5 8 15,-4 3 6-15,4-1-8 0,-4 3 19 0,0-6-6 16,0 6-5-16,1-8-12 0,-1 6-7 0,0 2 8 15,-1-7-22-15,1 7-8 0,-3-8-12 0,3 8-21 16,-1-3-21-16,1 3-19 0,0-4-23 0,0 4-33 16,0 0-28-16,0 0-19 0,0 0-10 0,0 0-22 15,0 0-22-15,0 0-29 0,0 0-22 0,0 0-19 16,0 0-186-16,0 0-475 0,0 0 210 0</inkml:trace>
  <inkml:trace contextRef="#ctx0" brushRef="#br0" timeOffset="72447.24">7865 4890 61 0,'0'0'296'16,"3"-3"-14"-16,-3 3-13 0,0 0-15 0,0 0-22 15,0 0-21-15,-3-7-23 0,3 7-20 0,0 0-22 16,0 0-18-16,0 0-12 0,0 0-12 0,0 0-11 15,0 0-11-15,-9 10-9 0,4-5-11 0,0 0-3 16,2 1-6-16,-3 3-7 0,2-3-6 0,-2 4-2 16,-1-1-3-16,0 4-3 0,3-2-2 0,-2 5-5 15,-3 2 0-15,4-5-4 0,-1 3-3 0,4-3 2 16,-2 4-1-16,-2-4-2 0,6 1-4 0,-1-3 0 16,5 2 1-16,-4-1 3 0,3 0 1 0,-1-2-4 0,2-1-1 15,3 0 1-15,0-1 0 0,5-2-3 0,-5 2 3 16,4-3 1-16,1-2-4 0,0-1-4 15,-2 1 2-15,2-3-2 0,1-1 3 0,-4-2-1 16,2 1-2-16,-4-1 2 0,-2 2 17 0,1-5 11 0,-1 3 10 16,0-1 8-16,-1 0 2 0,-2-3-3 0,-2 1-3 15,0 1-3-15,-3 2-9 0,2-4-13 0,-6 0-9 16,4 4-12-16,-2 0-15 0,-2 0-19 0,0-1-32 16,-2 1-41-16,-2 2-36 0,0 1-40 0,-4 1-50 15,5 2-62-15,-10 2-195 0,4 1-526 0,1-2 234 16</inkml:trace>
  <inkml:trace contextRef="#ctx0" brushRef="#br0" timeOffset="77243.75">7310 5658 92 0,'0'0'330'16,"-2"3"-1"-16,2-3 4 0,0 0-23 0,0 0-9 0,-2 4 0 15,2-4-9-15,0 0-15 0,0 0-10 0,0 0-18 16,0 0-22-16,0 0-16 0,0 0-12 16,0 0-16-16,0 0-19 0,0 0-13 0,4 2-22 0,-4-2-9 15,8 2-7-15,-8-2-15 0,11 0-10 0,-4 0-8 16,4 1-11-16,-3-1-24 0,4 1-20 0,2 0-33 15,0-1-36-15,-3 0-35 0,3 2-29 0,0-1-33 16,1-1-39-16,-1 0-48 0,-2 0-46 0,0-1-41 16,1-1-34-16,-2 1-195 0,-1-3-587 0,-3 2 260 15</inkml:trace>
  <inkml:trace contextRef="#ctx0" brushRef="#br0" timeOffset="77431.23">7632 5530 261 0,'0'0'298'15,"3"-3"4"-15,-3 0-15 0,0 3-20 0,0 0-22 16,0 0-33-16,0 0-15 0,0 0-34 0,0 0-19 16,0 0-13-16,0 0-14 0,0 0-16 0,-4 16-8 0,4-9-4 15,-1 3-9-15,-2 1-7 0,2 2-2 0,-1-1-9 16,2 2-8-16,-5 3-4 0,4 0-31 16,1 1-35-16,1-1-46 0,3 0-78 0,-1-3-89 0,-3-1-250 15,1-2-518-15,2 1 230 0</inkml:trace>
  <inkml:trace contextRef="#ctx0" brushRef="#br0" timeOffset="78071.81">7271 6005 246 0,'-2'-3'392'0,"2"3"-3"0,0 0-14 16,0 0-12-16,0 0-40 0,0 0-28 0,0 0-31 16,0 0-28-16,0 0-27 0,0 0-18 0,0 0-16 15,0 0-28-15,0 0-10 0,18 6-12 0,-18-6-17 16,8 4-10-16,-2 0 1 0,-2-2-20 0,1 1-5 16,3 3-14-16,-4-3 3 0,3 2-15 0,-4-2-10 15,2 4 0-15,1-3-7 0,-1 4-6 0,-4-3 12 16,2 1-15-16,-1 1-7 0,-1-2-2 0,0 1-3 15,-1-1 4-15,-1 1-3 0,0-1-5 0,-1-1 17 0,-1 0 13 16,2 2 9-16,0-2 9 0,-3-2 3 16,0 2-4-16,4-4 3 0,-3 3-3 0,3-3 3 15,-3 4 6-15,3-4-6 0,0 0-3 0,0 0 1 0,0 0-7 16,0 0-3-16,0 0-4 0,10 3-9 0,-10-3-22 16,13-2-31-16,-2 2-60 0,4-3-56 0,-2 1-50 15,1 1-42-15,0-1-50 0,4-2-76 0,0 0-52 16,-5-1-240-16,1 0-700 0,-2 1 311 0</inkml:trace>
  <inkml:trace contextRef="#ctx0" brushRef="#br0" timeOffset="78384.28">7597 6004 95 0,'0'0'257'0,"0"0"-21"0,0 0-29 15,0 0-21-15,0 0-17 0,0 0-19 0,0 0-14 0,-4 9-13 16,4-9-13-16,-4 4-8 0,4-4-11 16,0 6-6-16,0-6-11 0,-3 4-6 0,3-4-5 15,0 5-4-15,0-5-6 0,-1 4-5 0,1-4-2 0,0 0-3 16,0 5 11-16,0-5 10 0,0 0 13 0,0 0 4 16,0 0-6-16,0 0-6 0,0 0-10 0,0 0 1 15,0 0 9-15,9-14-1 0,-9 14-2 0,0-4-9 16,0-1-4-16,0 5-5 0,-1-8-7 0,-3 3-4 15,4 2-5-15,-3-1-13 0,1 0-20 0,2 4-31 16,-6-7-29-16,2 5-40 0,4 2-51 0,-7-1-63 16,7 1-71-16,-12-3-145 0,8 3-466 0,4 0 206 15</inkml:trace>
  <inkml:trace contextRef="#ctx0" brushRef="#br0" timeOffset="78759.25">7658 5953 308 0,'0'0'381'16,"0"0"-20"-16,0 0-19 0,0 0-20 0,0 0-44 16,0 0-21-16,0 0-20 0,0 0-7 0,0 0-18 15,0 0-27-15,17 8-15 0,-13-6-15 0,5 3-15 16,-2-1-19-16,0 1-8 0,3 0-10 0,-4 3-17 15,4-3-2-15,-2 2-10 0,0-1-11 0,-1-2-6 16,-2 2-9-16,-1 2-3 0,1-4-7 0,-3 1-2 16,1 1-3-16,1-1-2 0,-4-1-5 0,0 3-1 15,0-2 9-15,0-1 11 0,-3-1 10 0,2 3 8 16,-3-2 12-16,-2-1-1 0,4 0 8 0,-3-1 0 16,3 1-1-16,2-3-5 0,-4 4 1 0,4-4-5 15,-6 4-3-15,6-4 6 0,-2 2 2 0,2-2 4 16,0 0-1-16,0 0-3 0,0 0-7 0,0 0-5 0,0 0-2 15,0 0-13-15,0 0-10 0,31-6-21 0,-22 3-29 16,4 0-27-16,0 2-39 0,9-4-51 16,-2 0-54-16,5 0-41 0,-6 1-52 0,4 0-77 0,6-3-79 15,-8-1-310-15,0 4-801 0,-1-6 355 0</inkml:trace>
  <inkml:trace contextRef="#ctx0" brushRef="#br0" timeOffset="80941.34">7420 6382 259 0,'0'0'301'0,"0"0"-20"0,0 0-25 0,0 0-30 15,6 2-26-15,-6-2-25 0,0 0-13 0,-3 4-14 16,3-4-19-16,0 9-8 0,0-1-3 0,0-3-2 15,-3 5-7-15,6 0-7 0,-3 1-3 0,0 1-10 16,0 0-7-16,0 2-11 0,-3-1-3 0,3 2-5 16,0-1-10-16,0-1-1 0,-1 0-6 0,1 0-2 0,-3 4-8 15,3-6 4-15,0 0-6 0,0 0-3 16,-1-4-1-16,1 4-16 0,1-5-22 0,-1 0-24 16,0-1-29-16,0 2-36 0,0-2-55 0,3-4-77 15,-3-1-267-15,8 2-538 0,-8-2 238 0</inkml:trace>
  <inkml:trace contextRef="#ctx0" brushRef="#br0" timeOffset="81160.08">7631 6513 86 0,'0'0'412'15,"0"0"13"-15,0 0 3 0,0 0-8 0,-1-6-21 16,1 6-19-16,0 0-25 0,0 0-24 0,0 0-34 15,0 0-26-15,0 0-32 0,0 0-23 0,0 0-28 16,0 0-34-16,0 0-39 0,0 0-48 0,0 0-70 16,2-2-46-16,-2 2-56 0,0 0-38 0,0 0-28 15,0 0-43-15,0 0-54 0,0 0-53 0,11 5-265 16,-11-5-633-16,6 1 281 0</inkml:trace>
  <inkml:trace contextRef="#ctx0" brushRef="#br0" timeOffset="81552.19">7779 6406 45 0,'0'-7'318'0,"0"7"-6"0,0-5-5 0,0 5-7 16,0 0-12-16,0-4-14 0,0 4-25 0,0 0-14 16,0 0-45-16,0 0-21 0,0 0-17 0,0 0-14 15,0 0-15-15,0 0-11 0,0 0-23 0,0 0 2 16,-2 17-12-16,-1-9-9 0,3 0-7 0,-4 0-7 15,4 2-1-15,-3 0-9 0,3 1-11 0,-1 1-7 0,0-1-8 16,-1 0-15-16,2 0 8 0,-1 0-10 0,2-1 0 16,-1-4 0-16,2 2-3 0,-2-1 1 15,2-5 0-15,1 3 0 0,-2-1 2 0,7-2 5 0,-2 0-5 16,-6-2 3-16,15-4 1 0,-3 0-5 0,-1-1 2 16,-1 1-2-16,3 1 1 0,1-3 1 0,-2 1 8 15,-4 0 10-15,3 1 16 0,0-1 12 0,-6 1 20 16,2 0 20-16,-1 3 11 0,-1-2 2 0,-2 2-5 15,-3 1-10-15,8-1-8 0,-8 1-15 0,5-3-17 16,-5 3-12-16,0 0 4 0,0 0-6 0,3 7 3 16,0-5-5-16,-3 3-9 0,1 2-6 0,-1-2-23 15,4 1-24-15,-2 3-28 0,0-3-24 0,2-1-23 16,0 2-23-16,-1 0-37 0,0-1-54 0,1 0-67 16,1-2-74-16,0 0-234 0,0-4-643 0,-5 0 285 15</inkml:trace>
  <inkml:trace contextRef="#ctx0" brushRef="#br0" timeOffset="82718.55">6710 6272 25 0,'0'-6'242'0,"0"6"0"0,-1-4-3 15,1 0-2-15,0 4-4 0,1-8-11 0,-1 5-7 16,0 3-12-16,0 0-12 0,-1-5-10 0,1 5-17 16,0-5-16-16,0 5-15 0,0 0-15 0,0 0-11 0,0 0-13 15,0 0-11-15,0 0-8 0,0 0-10 16,0 0-8-16,0 0-7 0,0 0-7 0,0 0-5 16,0 0 0-16,0 16-10 0,0-11-2 0,0 2 1 0,0 1-2 15,0 1-4-15,0 3-8 0,0-1 6 0,0 2 6 16,1 2-13-16,-1 3 1 0,-1-1-2 0,1 1-1 15,-1 0 2-15,2 1-6 0,-2-1 3 0,-1 1-2 16,2 0 1-16,0 0 0 0,0 1-1 0,-1-4-3 16,1 4-1-16,-2-4 0 0,2 2 1 0,-2 0-3 15,0-2 7-15,0-1-6 0,2-2 2 0,-3-1-1 16,3 0-1-16,0-1-1 0,-1 0 2 0,-2-1 1 16,3-4 7-16,-1 3-12 0,-2-2 2 0,3-2-1 15,0 1 3-15,0-2-2 0,0 1-4 0,0-1 1 16,-1 1 4-16,-1-1 1 0,2-4-1 0,0 8 15 15,0-4-11-15,0-4 0 0,-3 6 2 0,2-4 0 16,1 3-4-16,0-5 3 0,0 6-1 0,0-6-2 16,0 7-1-16,0-3 5 0,0 0-1 0,0-4-2 0,4 6 2 15,-4-1-1-15,2-1 1 0,-1 0 0 16,2 0 2-16,-2-1 4 0,3 2-1 0,-1-2-1 16,3 2 2-16,0-3 1 0,2 2 3 0,7-2-6 0,3 1-1 15,4-2-18-15,-1-1-36 0,10-2-38 0,-2-1-55 16,4-2-79-16,-2-4-94 0,0 3-227 0,2-7-581 15,4-1 257-15</inkml:trace>
  <inkml:trace contextRef="#ctx0" brushRef="#br0" timeOffset="84157.46">8174 4247 317 0,'-1'-3'306'0,"-2"-2"-12"16,2-2-17-16,-1 4-13 0,1 0-14 0,1 3-21 15,0-5-12-15,0 5-23 0,0 0-21 0,1-5-22 16,-1 5-14-16,4-3-12 0,3 1-20 0,0 1-5 16,5 1-12-16,1 1-8 0,0-2-1 0,6 4-16 15,-1-6-13-15,3 4 1 0,-3 2-5 0,1 0-5 16,0-1-6-16,0 1-1 0,-4-2-5 0,-1 0-6 0,-1 3 11 15,0 0-9-15,0-1-7 0,-1-2 0 16,-5 2-2-16,0-2-8 0,1 0 3 0,0 0-10 16,-4 3-1-16,-1-3 1 0,1 2-6 0,-1 1 2 0,-2 1-5 15,2 0 5-15,2 1-2 0,-5 4-1 0,2-1 3 16,-2 3 0-16,4 1 0 0,-7 0 3 0,6 6 8 16,-6-2-11-16,3 3 1 0,-1 1 1 0,-1 0-3 15,2 5 6-15,2 1 21 0,-2 2-10 0,1 0-1 16,-1 0 2-16,4 1-2 0,-2-1-3 0,-2 3-1 15,2 0-1-15,1 1-1 0,-2-1 0 0,4 1 1 16,-4 2 1-16,3 2-6 0,-2 0 5 0,1 2 5 16,3 10-10-16,-5-13 2 0,-1 3-1 0,0-2 3 15,0-1-4-15,0 1 1 0,0 0 3 0,0-1 1 16,3 0 14-16,-3-3 1 0,-3 2 4 0,3-3 9 16,0-1 5-16,0-1-2 0,0 0 4 0,-1-4-3 15,-2 4 1-15,0-6-1 0,3-1-2 0,0-2-3 16,-3 0 2-16,3 6-4 0,-2-7-1 0,4 0-4 0,-4 1-3 15,2-2-2-15,0-1-6 0,0-1 6 16,-4 0 1-16,4-1-4 0,0 2-4 0,0 0-1 16,0-4 6-16,0-2-9 0,0 3 1 0,0-2-1 0,0-2 3 15,0 3-5-15,-1-1 0 0,1-2 4 0,0 2 10 16,0-2-4-16,-3 1 1 0,3 0 1 0,-2-1 11 16,1 1-4-16,0-1 3 0,-1 0-2 15,1 0-7-15,0 2 1 0,-1-3 2 0,1 3-6 0,-2-3 4 16,2 0-3-16,-1 1-5 0,1-1-1 0,1-1 2 15,0 1-5-15,-4-1-2 0,3 1 3 0,-1 1-2 16,2-4-2-16,-1 1 2 0,1 0 1 0,0-1-2 16,0 1-3-16,0 0 4 0,0-2-5 0,0 1-2 15,-3 1 3-15,3-3-3 0,3 3 1 0,-3-1 0 16,0-1 11-16,0-1-14 0,0 2 3 0,0-1 0 0,0-1 0 16,1 1-4-16,-2 1 1 0,2-2 1 0,1 1 1 15,-2 1 8-15,0 0-10 0,1-1 1 0,2 1-4 16,-3 0 1-16,0-1 1 0,4 2 3 0,-3 0 1 15,2 0-5-15,-3 0 1 0,1 4 0 0,-1-5-9 16,0 6 9-16,2-6 4 0,-1 7-4 0,0-5 0 16,1 1 1-16,-1 0 1 0,-1 0-2 0,1 2 2 15,4-2 1-15,-4 2 0 0,-1-2-3 0,4 0 1 16,-4-1-1-16,2 1 3 0,-2-1 4 0,3-1-8 16,-3 1 2-16,0-1-2 0,2-1 2 0,-2-2 1 15,1 3 0-15,-1-3-3 0,-1 0 6 0,-1 0-4 16,2 1-5-16,0-2 12 0,-3-1-5 0,1 1 17 15,-1 0 10-15,2 0 3 0,-5-2-2 0,1 2-2 16,-2-1-3-16,-4-1-1 0,2 3-4 0,-4-4-22 16,0 1-19-16,-5 2-35 0,2-3-51 0,-6 2-64 15,3 0-59-15,-4 1-64 0,4 0-80 0,-3-2-357 16,-1 0-790-16,3-1 350 0</inkml:trace>
  <inkml:trace contextRef="#ctx0" brushRef="#br0" timeOffset="88733.45">9848 5408 220 0,'-1'-5'442'0,"1"5"14"16,0 0-9-16,0 0-5 0,0 0-25 0,0 0-24 15,0 0-26-15,0 0-28 0,0 0-33 0,-3-7-25 16,3 7-26-16,0 0-25 0,0 0-32 0,0 0-19 0,0 0-26 15,0 0-10-15,0 0-18 0,0 0-14 0,0 0-12 16,0 0-9-16,18 12-10 0,-9-7-5 16,-5 0-8-16,5 1-8 0,0-1-8 0,-2 3-4 0,2-1-5 15,0-1-7-15,-1 1-7 0,-4-1-3 0,4 0-8 16,-4-1-12-16,0 2-12 0,-3-1-9 0,2 1-2 16,-6 0-1-16,2-1 1 0,-3 1-7 0,1 3-9 15,-6-5-24-15,2 4-27 0,-3-4-26 0,2 2-37 16,2-2-33-16,0-3-27 0,2 2-31 0,-1-1-23 15,0-2-17-15,5-1-25 0,0 0-37 0,0 0-41 16,0 0-200-16,0 0-630 0,21-9 279 0</inkml:trace>
  <inkml:trace contextRef="#ctx0" brushRef="#br0" timeOffset="89078.69">10285 5060 138 0,'1'-3'294'0,"1"-2"-14"0,-2 0-14 0,2 0-3 0,-2 2-11 16,2-2-12-16,-2 5-24 0,1-5-11 0,3 2-14 16,-4 3-18-16,0-4-16 0,0 4-15 0,0 0-14 15,4-3-16-15,-4 3-11 0,0 0-13 0,0 0-13 16,0 0-8-16,0 0-9 0,0 0-8 0,0 0-6 15,0 0 0-15,3 12-9 0,-2-4-2 0,-1-3-2 16,1 3-1-16,-1 0-5 0,0 3-3 0,2 0 2 16,1 3-9-16,-1 2-1 0,1 1 3 0,-2 1-2 15,1-2 2-15,2 5 4 0,-1-5-11 0,-2 1 0 16,2 1 0-16,-2-2 0 0,2 1-19 0,-2-5-6 16,2 0-15-16,-2 1-10 0,0 0-11 0,-1-3-13 0,0 0-22 15,0 1-20-15,0-4-26 0,0 1-34 0,-1-3-34 16,2 1-28-16,-1 0-49 0,0-6-144 15,0 0-454-15,0 0 201 0</inkml:trace>
  <inkml:trace contextRef="#ctx0" brushRef="#br0" timeOffset="89375.54">10323 5055 47 0,'-3'-2'305'0,"-1"-2"1"0,1 2-11 16,3 2-7-16,-2-6-11 0,2 6-6 0,0 0-21 16,0 0-9-16,-2-5-25 0,2 5-18 0,0 0-12 15,3-6-23-15,-3 6-3 0,4-4-31 0,0 1-3 16,0 1-23-16,3-2-12 0,1 4-14 0,-1-1-15 16,-7 1-10-16,15 0-3 0,-3-2-15 0,-1 1-17 15,-4 2-12-15,2-2-20 0,4 2-13 0,-5-1-17 0,0 2-17 16,-1-1-20-16,0 3-23 0,1 0-29 0,-2-2-31 15,4 1-22-15,-6 1-35 0,6-1-14 16,-4 1-12-16,1 2-156 0,-5-4-437 0,0 4 194 0</inkml:trace>
  <inkml:trace contextRef="#ctx0" brushRef="#br0" timeOffset="89531.78">10282 5255 160 0,'-3'3'183'15,"3"1"5"-15,0-4 4 0,-1 5 4 0,1-5 1 16,3 4-1-16,-3-4-6 0,7 1-14 0,-2 0-15 16,3 0-16-16,0-1-16 0,3 1-10 0,0-1-14 15,0-1-10-15,1 0-19 0,3 0-39 0,-4-2-55 16,1 2-54-16,3-3-66 0,4 0-74 0,-5 0-140 16,-2-1-379-16,3 3 168 0</inkml:trace>
  <inkml:trace contextRef="#ctx0" brushRef="#br0" timeOffset="90000.59">10585 5088 142 0,'0'0'294'0,"-3"-4"-10"0,3 4-13 16,0 0-15-16,-1-3-14 0,1 3-22 0,0 0-20 15,0 0-20-15,0 0-17 0,0 0-14 0,0 0-21 16,0 0-16-16,0 0-8 0,0 0-11 0,0 0-11 16,0 0-5-16,0 0-11 0,0 0-10 0,0 0-5 15,0 0-3-15,0 0-6 0,6 12-2 0,-6-12-6 16,1 2-3-16,-1-2 1 0,0 0-6 0,1 4 0 16,-1-4-5-16,0 0-3 0,0 0-4 0,2 3 3 15,-2-3-3-15,0 0-1 0,0 0 4 0,0 0-7 16,0 0 0-16,0 0 2 0,0 0 6 0,0 0-5 15,0 0 1-15,0 0 6 0,0 0 2 0,5 2-5 16,-5-2 1-16,0 0 2 0,0 0-6 0,0 0 4 16,0 0-6-16,0 0-1 0,0 0-5 0,0 0 0 15,0 0 2-15,0 0 0 0,0 0 0 0,0 0-1 0,0 0-1 16,0 0-1-16,0 0-2 0,0 0 0 0,0 0-1 16,0 0-1-16,0 0 2 0,0 0-1 15,0 5-8-15,0-5 6 0,0 0-9 0,0 0-4 0,0 0-7 16,0 0-9-16,0 0-5 0,0 0 0 0,0 0-6 15,0 0-17-15,0 0-19 0,0 0-20 0,0 0-33 16,-9 4-42-16,9-4-53 0,-2 3-56 0,2-3-161 16,-4 2-477-16,4-2 211 0</inkml:trace>
  <inkml:trace contextRef="#ctx0" brushRef="#br0" timeOffset="91141.13">10592 5070 28 0,'0'-4'226'0,"0"4"-6"15,0 0-6-15,-1-7-10 0,1 7-15 0,0 0-15 16,0 0-20-16,0 0-18 0,-4-4-15 0,4 4-15 0,-6-2-7 16,6 2-15-16,0 0-7 0,-16 1-6 0,9 2-9 15,-5-2-6-15,1 3-4 0,0 0 0 0,-1 0-1 16,0 1 14-16,-6 0 4 0,-1 1 5 15,-1 1-3-15,3-1-4 0,-2 1-2 0,2 0-6 0,1 0-5 16,-2 0-4-16,5-2-7 0,1 1 2 0,0 0-3 16,2-1-4-16,-2 1-5 0,1-2-3 0,3 3-6 15,0-5-4-15,2 2 1 0,1-2 4 0,1 1-8 16,1-1-5-16,0 4 6 0,2-2 3 0,1-1 1 16,0-3-1-16,4 9-1 0,0-3 3 0,3-3 1 15,4 5-7-15,1-1 4 0,7-1-3 0,3 0 3 16,5 2-6-16,3 1 6 0,0-3-8 0,4 3 2 15,-1-4-5-15,1 1 2 0,-3 0-2 0,4-1 2 16,-1-3-3-16,3 1 0 0,-6-1-4 0,5 0 4 0,-6 0-4 16,-6-2-2-16,-1 0-1 0,-4-2 6 15,2 0-1-15,-8 1-1 0,2-1 2 0,-1-1-5 16,-7 1 13-16,2-2 15 0,-3 2 11 0,-1-4 1 0,-1-1-1 16,-2-1 12-16,-2 0 0 0,-3-3-3 0,-3-1 5 15,-2-2-9-15,-1-1-2 0,-1-1-11 0,-5 1-1 16,0-1-4-16,-3 4-5 0,-1-1-1 0,2 2-7 15,-1 0 2-15,-2 0-17 0,3 3-18 0,0-1-20 16,-1 1-13-16,3 3-29 0,1 3-23 0,-2-4-22 16,-1 5-16-16,6 4-23 0,-3-2-21 0,0 2-37 15,9 1-39-15,-8-1-239 0,4 0-540 0,0 2 240 16</inkml:trace>
  <inkml:trace contextRef="#ctx0" brushRef="#br0" timeOffset="91437.98">10555 4976 216 0,'0'0'341'0,"0"-4"-31"0,0 4-34 16,0 0-21-16,0 0-40 0,0 0-29 0,0 0-14 15,0 0-16-15,0 0-21 0,0 0-12 0,7 18-11 16,-7-5-11-16,4 5-7 0,2 0-9 0,-2 2-5 15,5-1-1-15,1 9-14 0,-3-1 1 0,2 1-7 16,2 1-4-16,0 0-11 0,1 2 0 0,0-3-3 16,-2 1-3-16,2-3-8 0,-1 3-1 0,-4-9 0 15,4 4-8-15,-3-6 7 0,0 2 2 0,-1-6-15 16,0-1-6-16,-3-2-23 0,0-1-15 0,0-1-23 16,0-3-29-16,0 1-31 0,-2-4-53 0,0-1-65 15,-2-2-246-15,0 0-516 0,0 0 228 0</inkml:trace>
  <inkml:trace contextRef="#ctx0" brushRef="#br0" timeOffset="91808.47">11084 4859 158 0,'-2'-6'306'0,"2"6"-16"0,0-5-18 0,0 5-32 16,0 0-25-16,-2-4-30 0,2 4-21 0,0 0-14 16,0 0-20-16,0 0-15 0,0 0-9 0,-5 15-10 15,1-5-12-15,3 0-3 0,-3 1-10 0,1 3-3 16,0 3-11-16,0 1-2 15,2 3-1-15,-6 7-6 0,4-3 1 0,1-4-7 16,2 7 0-16,0-8-3 0,0 7-1 0,0-6-3 16,2-1-4-16,0 1 0 0,3-2-2 0,-2 0-1 0,5-1-4 15,-1 0 3-15,1-1-1 0,3-2-1 0,0 0 3 16,2-3-8-16,3-1-4 0,-3-4-27 0,-1-1-38 16,2-1-45-16,-1-2-57 0,2-2-46 0,5 0-51 15,-6-2-207-15,-1-2-492 0,3 0 218 0</inkml:trace>
  <inkml:trace contextRef="#ctx0" brushRef="#br0" timeOffset="92136.57">11514 4948 25 0,'0'0'318'0,"0"0"-12"0,0-6-15 16,0 6-18-16,0 0-17 0,0 0-17 0,3-2-31 16,-3 2-25-16,0 0-21 0,0 0-18 0,0 0-15 15,0 0-12-15,0 0-15 0,-12 9-11 0,7-5-7 16,-2 0-5-16,4 2-9 0,-1 4-10 0,-2 2-4 16,1-1-8-16,-3 1-4 0,-3 5-1 0,3-2-11 15,-2 2 2-15,1-1-6 0,-1 0 0 0,2-1-1 16,-3 0-3-16,4 1-6 0,0-4 4 0,2 0-3 15,-2 1-9-15,3 0-15 0,0-6-22 0,-1 4-23 16,2-4-37-16,-1 1-43 0,1-1-47 0,3-5-58 0,-1 4-242 16,1-6-516-16,1 4 228 0</inkml:trace>
  <inkml:trace contextRef="#ctx0" brushRef="#br0" timeOffset="92324.05">11350 5000 140 0,'0'0'285'0,"0"0"-25"16,0 0-30-16,0 0-24 0,0 0-13 0,0 0 2 15,0 0-10-15,9 11-9 0,-5-5-12 0,0 3-16 16,1-4-13-16,0 5-14 0,4-2-6 0,-2 2-11 16,4 3-10-16,1 0-7 0,-3-2-7 0,0 0-11 15,5 2-5-15,-2 2-8 0,1-3-20 0,0 0-37 16,-5 0-50-16,4-4-71 0,-1 2-80 0,-3 0-260 15,4-2-499-15,-8-5 221 0</inkml:trace>
  <inkml:trace contextRef="#ctx0" brushRef="#br0" timeOffset="92589.66">11630 5208 83 0,'0'0'311'0,"0"0"-19"0,0 0-24 0,0 0-27 0,0 0-26 16,0 0-26-16,0 0-22 0,0 0-19 0,0 0-13 15,0 0-12-15,5 11-12 0,-3-5-11 0,-2-1-11 16,1 1-7-16,2 2-12 0,0 1-3 0,-1 1-4 16,0 1-9-16,0 1-5 0,1 2-4 0,0 1-5 15,1 2-1-15,-2 0 1 0,1 1-13 0,0-6-29 16,0 2-29-16,-2-2-42 0,3-1-51 0,-2-1-61 15,0 1-59-15,-2-3-155 0,2-3-431 0,-1-2 192 16</inkml:trace>
  <inkml:trace contextRef="#ctx0" brushRef="#br0" timeOffset="93136.49">11767 4887 182 0,'-2'-3'418'0,"2"3"-8"16,0 0-10-16,0 0-16 0,0 0-21 0,0 0-26 16,0 0-33-16,0 0-31 0,12-3-25 0,-12 3-26 0,16 4-26 15,-8-1-20-15,7 2-15 0,0 4-19 0,4-1-15 16,-1 0-16-16,0 3-9 0,-2 1-10 0,3 1-12 16,-3 2-8-16,-2 1-1 0,1 2-13 0,-3-2-6 15,3 10-4-15,0-1-4 0,-9-5-6 0,3 4-9 16,-4 2 5-16,-2-5-4 0,1 7-3 0,-7-8-7 15,2 3-12-15,-2-2-8 0,-2-3-13 0,2 2-2 16,-3-1-38-16,1-1-18 0,0 0-28 0,1-8-31 16,0 2-28-16,0 1-26 0,1-4-27 0,-2-2-48 15,3-1-50-15,-1-3-318 0,2-1-678 0,1-2 301 16</inkml:trace>
  <inkml:trace contextRef="#ctx0" brushRef="#br0" timeOffset="93636.45">12378 5118 201 0,'0'0'401'0,"0"0"13"0,0 0-3 15,0 0 1-15,0 0-10 0,0 0-7 0,0 0-27 16,0 0-14-16,0 0-22 0,0 0-22 0,0 0-25 16,0 0-22-16,0 0-24 0,0 0-23 0,0 0-21 15,12-7-21-15,-12 7-18 0,14 0-8 0,-7-2-25 16,0 2-20-16,6 0-22 0,-3 0-30 0,3 0-36 15,2-2-44-15,0 3-42 0,0-1-43 0,2 0-44 16,-3 0-34-16,4 4-30 0,-4-2-31 0,-2 2-37 16,1-2-46-16,-2 0-33 0,-1 1-301 0,-3 1-724 15,-2-3 320-15</inkml:trace>
  <inkml:trace contextRef="#ctx0" brushRef="#br0" timeOffset="93823.94">12445 5245 73 0,'-3'3'260'16,"3"-3"-8"-16,-3 2-2 0,3-2-8 0,0 0 7 15,0 0 4-15,0 0 12 0,2 6-1 0,-2-6-8 16,9 3-21-16,-1-2-20 0,2 1-25 0,-2 0-21 16,8 0-11-16,-5-1-24 0,9 0-49 0,-2 0-68 15,1-2-51-15,3 4-78 0,-4-3-94 0,1-2-92 16,1 0-189-16,-1-1-526 0,0-1 233 0</inkml:trace>
  <inkml:trace contextRef="#ctx0" brushRef="#br0" timeOffset="95840.94">13465 3954 171 0,'0'0'242'0,"3"-5"-7"0,-2 1-6 0,-1 4-8 16,-1-5-5-16,2 2-14 0,-1 3-7 16,-1-7-9-16,1 7-4 0,-2-5-16 0,2 5-13 15,-3-6-19-15,-1 3-13 0,4-1-13 0,-4 1-10 0,-1 1-10 16,-5-1-11-16,4 1-7 0,-3-1-14 0,0 2-2 16,-5-2-3-16,0 2-7 0,1 0-7 0,-1-1 0 15,0 1-5-15,0 1-5 0,-5-1-3 16,0 2-3-16,4 0-1 0,1-1-4 0,-1 2 1 0,-1-2-7 15,2 1 2-15,6-1-1 0,0 0-1 0,-3 0-2 16,3 1 1-16,1-1-6 0,0 2-1 0,7-2-2 16,-10 1 5-16,4 0-4 0,2 1-3 0,4-2-2 15,-7 2-1-15,4 1 0 0,3-3 3 0,-1 5 3 16,-2-2-1-16,3-3-2 0,0 7 0 0,0-3 0 16,-1 1 1-16,1 0 0 0,1 2 0 0,-1-1 0 15,0 0 1-15,3 5-2 0,-2-2 0 0,1 3 1 16,-1-2 0-16,3 1 1 0,0 0-1 0,-1 6-1 15,-2-1-2-15,2 1 4 0,-1 2-1 0,0 1 2 16,1-1-1-16,1 9 1 0,0-1 4 0,0-2-5 16,-3-3 3-16,-1 0 0 0,6 6-1 0,-6-1-1 15,0 0 1-15,3 2 0 0,-2-2 0 0,-1 0-1 16,0-1-2-16,4 0 3 0,-4 1-2 0,-1 0-1 0,2-6-1 16,-1-1 5-16,2 8-5 0,-2-8 4 15,0 1 1-15,2-1-2 0,-4 2-3 0,4-3 5 16,-1 1 6-16,-1 1-8 0,-1-2 4 0,2 0 2 0,2 1 3 15,-2-1 1-15,-2-1 6 0,2 2-9 0,1-4 5 16,-1 1-1-16,2 0 3 0,-3-3-6 0,0 2 3 16,0-4-2-16,4 0 2 0,-7 2 0 0,6-2-2 15,-1 5 1-15,0 0 0 0,0-3 1 0,0-1-4 16,-2 1 0-16,0 3-2 0,2-3 2 0,3 1 0 16,-4 2 1-16,2-1-4 0,-3 1 1 0,4 1-3 15,-2-6 6-15,-1 1-4 0,3 4 0 0,-4 1 1 16,3-4 4-16,-2 3 0 0,-1-1-5 0,4 1 5 15,-1 0-1-15,-2-5 10 0,1 2-5 0,0 3 0 16,-2-1-3-16,2-5 1 0,-1 3-3 0,0-1 0 16,-1-2 3-16,3 1-6 0,-2-1 4 0,-1 1-1 15,0-1-2-15,2-2 0 0,-1 1 2 0,-1 0-4 16,2-4 0-16,-1 3 8 0,-1 0-8 0,0 0 0 16,1-4 3-16,1 4 2 0,-1-1-2 0,-1-1-2 0,3 0-1 15,-3 1 0-15,3-2 4 0,-3 4 1 16,2-3-6-16,-2-1-1 0,3 2 7 0,-3-1 6 15,4 3-2-15,-3-1 6 0,2 1-4 0,-3-3-7 0,4 1 0 16,-3 1 1-16,2 1 10 0,0 0-5 0,0-2 1 16,0 5-2-16,2-6 1 0,-4 4-6 0,2-4-1 15,0 3 0-15,-1-2 0 0,0 0 3 16,2 0-5-16,-3-2-2 0,-1 3 2 0,4-1-2 0,-4-2-2 16,2 1-2-16,-2-1 4 0,1 1-1 0,0 1 1 15,1 0 10-15,-4 2-9 0,2-2-3 0,0-2-3 16,0 3 7-16,0-4 0 0,0 5-9 0,-1-4 5 15,1-1 2-15,1 4-4 0,-2-3 3 0,2 3-1 16,1-2-2-16,-2 0 0 0,1 4-1 0,-2-4 6 16,1 3-9-16,0-3 10 0,0 0-7 0,0 1 4 15,-2 2-2-15,2-2-2 0,2 5 5 0,-2-4-4 16,0 1 3-16,0 1-3 0,-2-1 1 0,1 3-4 16,0-5 2-16,1 4-5 0,-2-2 5 0,2 1 15 15,0-2-9-15,0-2 7 0,-2 1-14 0,2 0 5 16,-2-1-6-16,1 1 3 0,1-2 0 0,0 2 1 15,0-1 1-15,1 0-3 0,-1-1 4 0,0 1-4 16,0-1 18-16,0 2-15 0,0-4-8 0,0 2 5 0,-1 1-3 16,1-1 8-16,0-2-3 0,-3 2 8 0,3 1-15 15,3-4 3-15,-3 5 6 0,-3-3-14 16,3 1 26-16,0 1-20 0,0-1 0 0,3-1 3 16,-3 0-1-16,0 2-2 0,-3-1 3 0,3-1 3 0,-1 2 6 15,1-1-7-15,-2 1-2 0,2-2-2 0,-1 0 1 16,2-1 3-16,-2 1 0 0,1-1-1 0,0 1 6 15,0-5-1-15,0 9-4 0,0-5 3 0,-1-1-3 16,1-3 0-16,-2 5 4 0,2-5-3 0,0 5 13 16,0-5 0-16,0 5 0 0,0-5 4 0,-4 4 4 15,4-4 2-15,0 4-4 0,0-4-4 0,0 0 0 16,3 6 2-16,-3-6-3 0,-3 5-2 0,3-5-5 16,3 3 3-16,-3-3-3 0,-3 6 1 0,3-6 2 15,0 5-6-15,0-5 0 0,0 5 0 0,0-5 0 16,0 7 2-16,0-7-3 0,0 5-1 0,0-2 5 15,0-3-8-15,3 7 3 0,-3-3 0 0,0-4-3 16,1 6 4-16,-1-3-4 0,0 0 0 0,0-3 3 16,0 9 3-16,0-6-2 0,2 1 1 0,-2-4 0 0,0 6-3 15,1-3 21-15,2 0 9 0,1-1 6 16,-3 2 3-16,3 0 4 0,2-1-2 0,3 0-1 16,-1 0-4-16,6 1-6 0,5-1-1 0,3 0-8 0,-2-1-25 15,3-2-39-15,9-1-52 0,-2 0-57 0,1 0-62 16,-3-4-90-16,4 1-112 0,-11-4-258 0,8-3-727 15,-3-4 321-15</inkml:trace>
  <inkml:trace contextRef="#ctx0" brushRef="#br0" timeOffset="99010">13949 4033 280 0,'1'-6'397'0,"-2"1"-1"0,1-1 3 15,0-1-4-15,1 5-7 0,-1 2-17 0,-1-8-17 16,0 3-24-16,1 5-38 0,1-5-31 16,-1 5-29-16,0 0-27 0,0 0-28 0,0-3-20 0,0 3-20 15,0 0-14-15,0 0-11 0,0 0-12 0,0 17-9 16,0-12-11-16,1 4-4 0,-2 1-7 0,1 3-9 15,0-2-4-15,1 4-5 0,1-2-6 0,-4 6-20 16,2-1-39-16,0-1-55 0,3 1-48 0,1 0-34 16,-2 1-30-16,-2 2-38 0,4-1-58 0,2-2-79 15,-2 0-357-15,-2-6-772 0,0-1 342 0</inkml:trace>
  <inkml:trace contextRef="#ctx0" brushRef="#br0" timeOffset="101958.44">13816 4752 105 0,'0'0'363'15,"-6"-2"-18"-15,6 2-29 0,0 0-38 0,-4-3-28 16,4 3-29-16,0 0-25 0,0 0-15 0,0 0-23 16,-8 10-12-16,5-5-12 0,-1 1-14 0,0 1-14 15,1-1-10-15,-2 4-14 0,2-2-3 0,-2 2-6 16,2-1-7-16,0 1-8 0,3-3 0 0,0 2-10 16,-2-2 3-16,4 1 8 0,-2 0-13 0,3 0-4 15,0-2 1-15,2 1 7 0,2-3-14 0,-2-1 5 16,5 1-3-16,-2-1-2 0,4-2-1 0,-1-1 0 15,2-1-1-15,-3-1-2 0,1-3-9 0,3 0 2 16,-6 0 9-16,3-1 2 0,-6-3 6 0,5 1-8 16,-5-3 28-16,-2 4 7 0,-3-3-2 0,4 1-1 15,-4-3-5-15,0 3 4 0,-3 2-13 0,-1-1-10 16,0 1-10-16,0 0-1 0,-3 2-11 0,2 0-11 0,-1 1-11 16,1 0-6-16,-2 2-46 0,-1 0-33 0,1 1-31 15,7 1-27-15,-13 3-16 0,7-1-16 16,1 2-30-16,1-2-39 0,1 3-44 0,3-2-266 0,0 2-601 15,1 0 265-15</inkml:trace>
  <inkml:trace contextRef="#ctx0" brushRef="#br0" timeOffset="102302.22">14075 4774 185 0,'0'0'307'15,"0"0"-10"-15,0 0-17 0,0 0-15 0,0 0-27 16,3-4-21-16,-3 4-22 0,0 0-20 0,0 0-20 16,0 0-16-16,0 0-12 0,0 0-21 0,0 0-12 15,0 0-5-15,0 0-12 0,0 0-5 0,0 0-10 16,0 0-6-16,2 11-5 0,-2-11-3 0,-2 5-3 0,2-5-3 16,4 6-5-16,-4-4-3 0,0-2-4 0,2 4-1 15,-2-4-1-15,2 2-6 0,-2-2 0 16,0 0 5-16,0 0 3 0,0 0 21 0,0 0-3 0,0 0 4 15,0 0-4-15,0 0-3 0,0 0-4 0,0 0-4 16,0 0-2-16,-4-12-6 0,4 12 2 0,-4-6-17 16,4 3 4-16,0 3-11 0,-4-5-18 0,4 5-24 15,-5-5-35-15,5 5-34 0,-9 0-39 0,9 0-30 16,0 0-55-16,-6-1-55 0,6 1-216 0,0 0-540 16,0 0 240-16</inkml:trace>
  <inkml:trace contextRef="#ctx0" brushRef="#br0" timeOffset="102895.87">14278 4778 187 0,'0'0'300'0,"-3"-5"-3"0,3 5 0 15,0-8 1-15,0 5-19 0,0-2-6 16,0 0-14-16,-4-2-27 0,3 1-7 0,1 0-25 15,1-2-10-15,-2-1-16 0,1-1-17 0,0 2-22 0,1-2-11 16,-1 1-15-16,0 0 4 0,0 4-22 0,4-3-11 16,-4 2-12-16,2 2-4 0,-1-3-9 0,0 4-15 15,-1-1-10-15,0 4-16 0,3-7-18 0,0 5-9 16,-3 2-6-16,1-4-14 0,-1 4-8 0,4-2-8 16,-4 2-5-16,0 0 1 0,13 2-3 0,-13-2-1 15,6 4 1-15,-4-2 4 0,-2-2-1 0,9 6 7 16,-6-2 1-16,1 0 4 0,-4 0 5 0,6-1-1 15,-5 2 4-15,3 0 3 0,-3 1 3 0,3-2 0 16,-4 0 6-16,0 1 0 0,2 2 4 0,-2-2-2 16,-2-1 4-16,1 2 0 0,-2 0 1 0,3-1 7 15,-5 1-1-15,2-1 7 0,-1 3 3 0,-3-1 6 16,0-2 6-16,0 3 6 0,0-1 1 0,-2 1 1 16,1 2-3-16,1-3 3 0,-2 2-2 0,1-1-2 15,2 0-3-15,-1 2-2 0,4-3 1 0,0 0-2 16,0 0 5-16,3 1-6 0,0-3 3 0,0 4-1 15,1-3 5-15,1 0-2 0,4 0-2 0,1 2 4 0,3-2-4 16,3-1-2-16,1 0 2 0,-3-3-7 0,4-1 1 16,-1 0 2-16,0-1 0 0,0 0-1 15,2-1 14-15,-5 0-14 0,0-4-2 0,1 2-1 16,-5-1 6-16,1-2-6 0,-5-1-1 0,5-3 3 0,-5 5 5 16,-2-4 5-16,-1 3 5 0,0-3-3 0,-4 0 2 15,0 0-1-15,-1 0 0 0,-1 1-4 0,-1 3-7 16,2 0-3-16,-2-2-1 0,-4 1-3 0,0 2 2 15,3-1-9-15,0 4-15 0,0-1-20 0,0-1-21 16,2 3-22-16,6 0-19 0,-8-3-17 0,8 3-32 16,-7 0-31-16,7 0-41 0,0 0-38 0,0 0-197 15,0 0-496-15,0 0 220 0</inkml:trace>
  <inkml:trace contextRef="#ctx0" brushRef="#br0" timeOffset="103223.97">14541 4691 303 0,'-2'-3'334'0,"2"3"-9"0,0 0-14 0,0 0-16 16,0 0-9-16,0 0-16 0,0 0-36 0,0 0-24 0,0 0-16 16,0 0-19-16,0 0-7 0,0 0-10 0,0 0-7 15,10 11-10-15,-5-7-16 0,1 0-5 0,3 4-11 16,-2-1-15-16,4 1-6 0,-2-1-7 0,1 0-16 15,1 1 6-15,-2 0-22 0,0 0 2 0,1-1 5 16,-2 2-16-16,1-2 7 0,-5-1-17 0,0-1-5 16,0 2-1-16,1-1-11 0,-3-1-8 0,-2 2 11 15,2-5-5-15,-2 3 0 0,-2 0 5 0,0 1 9 16,-4-3-19-16,0 2 8 0,1 0-14 0,-1-1-14 16,1-2-20-16,-1 1-8 0,0 0-31 0,0 1-26 15,-1-3-29-15,2 3-26 0,-2-2-28 0,-1-1-21 16,4 1-40-16,4-2-46 0,-13-2-259 0,9 0-594 15,4 2 264-15</inkml:trace>
  <inkml:trace contextRef="#ctx0" brushRef="#br0" timeOffset="103395.84">14535 4665 321 0,'0'-5'396'0,"0"5"8"0,0-8-1 16,0 3-24-16,0 1-27 0,0 4-37 0,4-6-33 15,-1 2-27-15,4 2-27 0,-2-2-23 0,1 2-22 16,2-1-34-16,-3 2-36 0,6 0-52 0,-3 0-58 16,3 0-43-16,1 2-46 0,-5 0-55 0,1 1-74 15,-1 1-61-15,1-1-273 0,-2 3-594 0,-1-1 262 16</inkml:trace>
  <inkml:trace contextRef="#ctx0" brushRef="#br0" timeOffset="103927.04">14226 5269 363 0,'0'-5'422'0,"0"5"-1"16,0-4-6-16,0 4-23 0,-1-4-33 0,1 4-45 15,0 0-23-15,0 0-35 0,0 0-32 0,0 0-24 16,0 0-22-16,0 0-17 0,0 0-14 0,-3 12-15 15,3-6-13-15,0 0-14 0,2 3-12 0,-2-2-4 16,2 5-11-16,-2-1-7 0,2 1 1 0,1 1-10 16,-2-2-4-16,3 3-5 0,-4 0-6 0,1-2-10 15,1 1-30-15,-2-2-34 0,4 1-39 0,0-2-38 16,-2-1-42-16,5-1-54 0,-3 2-86 0,1-4-93 0,0-2-281 16,0 0-715-16,-1-3 316 0</inkml:trace>
  <inkml:trace contextRef="#ctx0" brushRef="#br0" timeOffset="105649.81">14315 5791 331 0,'0'0'391'0,"3"-3"6"0,-3 3-4 0,0 0-5 16,-3-6-25-16,3 6-30 0,0 0-35 0,0 0-30 16,0 0-35-16,0 0-24 0,0 0-25 0,0 0-19 15,0 0-18-15,3 16-10 0,-2-7-13 0,0-2-11 16,2 4-12-16,-3-1-9 0,4 8-9 0,-4-5-6 15,4 2-7-15,-2 3-9 0,-1 0-1 0,-1 0-21 16,4 2-1-16,-3-3-4 0,2 2-2 0,-2-1-21 16,-1 0-41-16,0-4-51 0,2 3-32 0,0-6-33 15,-3 2-44-15,1 0-60 0,1-5-83 0,-1 4-339 16,0-6-727-16,0 0 321 0</inkml:trace>
  <inkml:trace contextRef="#ctx0" brushRef="#br0" timeOffset="106290.39">14409 6433 284 0,'0'0'379'0,"-7"-11"-3"0,7 11-16 16,-3-4-17-16,3 4-24 0,-5-3-27 0,5 3-24 15,-6-2-33-15,6 2-25 0,-8-3-21 0,8 3-21 16,-7 4-17-16,7-4-16 0,-12 4-11 0,7 0-16 16,-1 0-5-16,1 2-18 0,-2 0-8 0,2 2-4 15,1-1 1-15,2 1-10 0,-2-2-5 0,4 2-7 16,-3 0-2-16,6 1 0 0,-2 0-4 0,4-1-4 16,-1-1-3-16,2 1 4 0,5-1-4 0,-3-2-5 15,7 1 0-15,-1-2-4 0,1-3-7 0,-3-1-3 16,-1-1-4-16,5-2-2 0,3-2-10 0,-8 1 10 15,2-1 0-15,-1-1-5 0,-3-2-3 0,1-1 0 16,-5 1-8-16,1-3 3 0,-1 1 0 0,-5-2 4 0,3 1-1 16,-6-2-3-16,0 2-5 0,-2-2 12 0,-2 0-21 15,0 0-4-15,0 3-19 0,-2-3-33 16,-2 3-28-16,-3-3-26 0,2 4-35 0,4 0-35 0,-4 1-46 16,-4 0-60-16,6 1-68 0,-5 0-211 0,6 1-625 15,-1-1 276-15</inkml:trace>
  <inkml:trace contextRef="#ctx0" brushRef="#br0" timeOffset="108431.73">14837 3792 59 0,'-4'-2'213'0,"4"2"7"0,-9-3 9 0,5 0 4 16,2 1 6-16,2 2 2 0,0 0-1 0,-5-3-12 15,5 3-11-15,-3-3-14 0,3 3-9 0,0 0-10 16,0 0-8-16,0 0 1 0,0 0-36 0,0 0-10 15,0 0-18-15,0 0-13 0,0 0-23 0,12-2 5 16,-2 3-4-16,-1 0-9 0,2 1-7 0,3-1-12 16,-2 2-8-16,1-1-2 0,1 1-7 0,-1 0-5 15,0 1-8-15,1 0-1 0,-1 0 5 0,-3 1-19 16,2 1 3-16,0 0-8 0,-4 1 1 0,-1-2-5 16,5 3 0-16,-5-2 1 0,1 2-2 0,1 1 5 15,-4 0-5-15,0 0 0 0,-5 0 2 0,4 1 0 16,-1 2-1-16,1-2 11 0,-4 3-10 0,4 0-1 0,-1 0 2 15,2 0 3-15,-2 4-8 0,0 0 2 16,1 1 1-16,1 0 5 0,0 1 0 0,-1-2-1 16,-2 2 2-16,5-1-6 0,-4 2 4 0,1 0 1 0,0 7 0 15,-1-6-1-15,0-2 4 0,1 7 0 0,-3-5-7 16,3 0 2-16,1-2 0 0,-5 1 3 16,2 3-2-16,-1-2 8 0,2 1-11 0,-2 4 14 15,1 0-10-15,-2-3-2 0,0 2 2 0,1-6 4 0,0 3 0 16,2-2-4-16,-2 1-1 0,2 1 3 0,0-4-2 15,0 2 3-15,2-1-2 0,-4 0-1 0,3 2-1 16,-4-3 4-16,2 1 1 0,-1-2 2 0,0 1-2 16,2-1-1-16,-3 0-3 0,0-3 1 0,2 2 3 15,-1 2-2-15,-1-5 4 0,1 0-6 0,-1-2 1 16,0 3-4-16,-1 2 6 0,1-3-1 0,0 0 1 16,0 0 2-16,0 0-2 0,1 5 0 0,2-7-2 15,-3 6-2-15,0-4 3 0,0 0 3 0,1 4-1 16,2-6-5-16,-3 3 0 0,0-3 9 0,0 3-5 15,2-3-3-15,-2 2 4 0,2 1 8 0,1-3-11 16,-3 2 9-16,1 0-16 0,0-2 5 0,2 3 1 16,-3 0 9-16,3 1-7 0,-2-2 4 0,1 0-6 15,-2 0 5-15,1 0-6 0,-1-1-4 0,1-1 5 0,1 0 2 16,-1 1-1-16,-1-1-9 0,2 2 6 0,-2-4 4 16,4 4-2-16,-4-3 0 0,1 2-2 15,-1-1 2-15,2-2 4 0,0 2-3 0,-2 0-6 0,2-1 7 16,1 2-6-16,-1-2 12 0,-2 3-11 0,1-3 12 15,2 1-11-15,-2 1-2 0,-1-1 2 0,0 1 3 16,3 0-4-16,-3-1-4 0,0 0 7 0,1 0-5 16,2 1 3-16,-3-1 1 0,0-1 0 0,2 1 2 15,-2 1-4-15,0 0-1 0,0 0 4 0,2 1 1 16,-4-4 1-16,4 4 11 0,-4-1-14 0,4-2-2 16,-2 3 2-16,0-3-3 0,0 2 5 0,0-3 1 15,0 3-3-15,0-2 0 0,-2 2-2 0,2 0 6 16,2-1-5-16,-2 1 1 0,0-2 3 0,0 1 0 15,3-1-2-15,-3 3 2 0,0-2-4 0,-3-1 1 16,6 0 2-16,-6 0-1 0,3 1 1 0,0-3-2 16,0 4 4-16,0-2-5 0,3 1 4 0,-3-4-2 15,-3 2-1-15,3 1 2 0,0 1-2 0,0-2 0 16,0-2-3-16,0 5 4 0,0-6 1 0,-2 3 7 0,2-2-10 16,0 1 4-16,0-1-2 0,0 0-3 15,2 0 3-15,-2 1 2 0,0 0-1 0,0-1-4 16,0-1-1-16,0 1 6 0,0-1-6 0,0 1 5 0,0-1 2 15,0 1-3-15,-2-2 9 0,2 0-10 0,2 1-5 16,-2-1 8-16,0 0-3 0,0 2 5 0,0-3-8 16,0 1 2-16,0 1 1 0,0-3-2 0,0-3 5 15,0 8-3-15,0-5-3 0,0 2 1 0,0-5-4 16,0 5 7-16,0 1-1 0,0-2 3 0,3-1-3 16,-3-3 0-16,0 5 10 0,3 1-12 0,-3-2 4 15,0-4-2-15,1 7-1 0,-2-5 2 0,2 4-1 16,-1-2-3-16,0-1 7 0,0 1-1 0,3 1-2 15,-1 0-1-15,-2-1 3 0,3 0-6 0,-2 0 3 16,1 0 1-16,1 1 1 0,-2 0-3 0,0-1 1 16,1 1 1-16,-1-1 10 0,-1 1-9 0,0-1-2 15,4 1 0-15,-4 0-2 0,0-1 0 0,4 1 4 16,-2 1-4-16,-1-1-4 0,0-2 6 0,2 1 3 16,-3 1-5-16,0 0 4 0,4-2 1 0,-4 3-3 15,1-1 1-15,2-1-5 0,-3-4 6 0,0 8 1 16,4-4-3-16,-2 1-2 0,-2-2 3 0,1 2 0 15,0-1 0-15,-1-4-1 0,3 7-1 0,-3-2 1 0,0-2 5 16,0-3-5-16,3 7 1 0,-3-3-5 0,1-1 5 16,-1-3-2-16,0 5-2 0,3-2 0 15,-3-3 2-15,0 0 0 0,0 6-3 0,0-6 8 0,0 0 2 16,-3 5 6-16,3-5-6 0,-7 2-3 0,3 0 1 16,-3-1-13-16,-1 1-35 0,-4-2-38 0,-2 0-51 15,-6 1-63-15,1-1-89 0,-3 0-331 0,-8-4-667 16,-5 1 295-16</inkml:trace>
  <inkml:trace contextRef="#ctx0" brushRef="#br0" timeOffset="124386.14">3671 8021 253 0,'1'-4'306'0,"3"0"-10"0,1 0-5 0,-5-1-11 15,4 0-9-15,-2 1-6 0,-1-1-6 0,-1 0-10 16,3-1 1-16,-2 1-9 0,-1-1-7 0,-1 1-6 16,1 5-2-16,0-7-15 0,-3 1-16 0,2 2-16 15,-1 1-21-15,-6-1-19 0,3 0-18 0,1-1-11 16,-7 3-13-16,-1 0-11 0,2-1-8 0,-4 2-5 15,0 1-13-15,-3 0-5 0,1 1-7 0,-4 1-5 16,7 1-3-16,-1-1-9 0,1 5-5 0,-1-3-5 16,4 1 0-16,-4 0-9 0,4 2 4 0,1-2-5 0,2 3 3 15,-1-2-4-15,1 2-2 0,1 1-5 0,4-3 6 16,2 2-2-16,0 2-1 0,0 0 1 16,4 1-1-16,4-1-1 0,-1 0 1 0,4 3 2 0,5 0 0 15,-1 0-2-15,3-2-6 0,-2 2 5 0,2 0 3 16,-2-1-4-16,3 1 1 0,-1 0-7 0,-2-1 5 15,2 1 2-15,-3-2-3 0,1-1-1 0,-2 2-1 16,1-1 3-16,-4 0 0 0,1-1 0 0,-1-2-2 16,-3 3-2-16,0-2-2 0,0 0 3 0,-1 3-1 15,-3-6-2-15,-1-1 1 0,1 3 0 0,2-3 0 16,-4 1 2-16,1-1-6 0,-2 1 8 0,-1-3 2 16,0-3 9-16,-8 7-12 0,4-3 3 0,-4 0 1 15,-2-3-3-15,-5 1 4 0,4 0 1 0,-10-2-4 0,4-2 2 16,-4 2 0-16,0 2 0 0,3-2-2 15,5-2-5-15,-1 1-17 0,-1 1-15 0,3-2-22 16,1-2-32-16,0 2-37 0,5-2-25 0,0 1-30 0,2 0-43 16,2-1-48-16,2 4-50 0,5-9-30 0,0 4-291 15,1-2-695-15,5-1 308 0</inkml:trace>
  <inkml:trace contextRef="#ctx0" brushRef="#br0" timeOffset="125261.08">4109 8109 111 0,'0'-3'265'0,"-2"-3"-8"0,2 6-4 0,-1-12-13 16,-5 9-12-16,2-3-12 0,-1 1-13 0,-4-1-12 15,2 0-10-15,-2 1-14 0,2 0-2 0,-1 2-10 16,-1-2-10-16,-4 1-5 0,5 2-7 0,-4 0-11 16,4 1-11-16,-3 1-16 0,2 0-9 0,-2 4-6 0,-4 0-11 15,4 2 0-15,3-1-15 0,-3 3-1 0,0 0-9 16,0 3-2-16,2-2-4 0,3 4 0 16,-3-2-4-16,3 4-1 0,2-2-14 0,-3 3 9 15,5-2-5-15,2-1 4 0,1 0-8 0,4 0-4 0,-2-2 11 16,2 4-12-16,4-4 7 0,0 2-7 0,6-4 12 15,-1 2-19-15,6-1-4 0,-1-1-8 0,0-3-13 16,2-2-4-16,3-4-6 0,-2 0-4 0,-3-4-5 16,3 2 0-16,-3-3 7 0,2 0 0 0,-3-2 7 15,0 1 0-15,-10-3 3 0,7 2 4 0,-4-2 1 16,-2 1 2-16,-2-1 2 0,0-2 5 0,-3 4 19 16,0-3 13-16,-1 2 11 0,-3-2 10 0,0 0 3 15,0 0 14-15,-1 4 12 0,-2-2-1 0,0-1-7 16,-1 3 0-16,0-1 2 0,-2 1-8 0,2 1-6 15,-1 1-6-15,1 0-10 0,1 2 8 0,-4-1-23 16,7 3-5-16,-8-4 0 0,8 4-9 0,-9 7-5 16,2-5-12-16,6 2-6 0,-4 2-15 0,4 1 0 0,1 0-19 15,0 1 8-15,0-1-23 0,1 0-18 0,5 2-5 16,-2 0-4-16,5 2-24 0,0-3-15 16,0-1-19-16,3-1-23 0,-1 1-17 0,3-1 0 15,-1-3-1-15,0-1 14 0,2 0-2 0,-3-2 3 0,1 0 10 16,1-2 17-16,-3-2 9 0,3 3 17 0,-3-4 19 15,2 0 22-15,-5-1 29 0,3-1 34 0,-4-1 22 16,1 3 34-16,-4-1 25 0,0 1 19 0,-4-2 13 16,4 2 7-16,-4 0 7 0,2-1-2 0,-2-1 3 15,-2 2 4-15,0 0-3 0,0 1 8 0,1-1-17 16,-2 1-9-16,2 0 1 0,-2 0-11 0,3 4-5 16,-7-5-16-16,7 5-8 0,-4-4-11 0,4 4-1 15,0 0-9-15,0 0-5 0,0 0-1 0,-8 11-7 16,7-8 3-16,-2 1-6 0,3 2 2 0,0-1 0 15,3 1-7-15,-2 1-2 0,-1-1 2 0,0-1 1 16,0 0-3-16,3 0-6 0,-2 2-7 0,2-4 4 16,-2 1-8-16,2 0 7 0,-2 0 0 0,-1-4-1 15,6 5 1-15,-6-5 4 0,4 1 0 0,-4-1 1 0,4 2 8 16,-4-2-14-16,0 0 15 0,0 0-15 16,8-5-3-16,-8 5 7 0,3-3-4 0,-3-1 1 15,0 4-3-15,-2-5 5 0,2 5-5 0,-1-8 1 0,0 6 0 16,1 2-1-16,-6-5-5 0,6-1 7 0,-4 4 4 15,0-2-12-15,4 4-10 0,-7-5-14 0,7 5-14 16,-5-4-18-16,5 1-25 0,0 3-30 0,-7-1-27 16,7 1-32-16,0 0-36 0,0 0-34 0,-10 0-36 15,10 0-159-15,0 0-478 0,0 0 211 0</inkml:trace>
  <inkml:trace contextRef="#ctx0" brushRef="#br0" timeOffset="125636.05">4326 8096 39 0,'-1'-6'207'0,"1"3"-1"15,0 3-1-15,-4-4-2 0,4 4-7 0,-4-7-6 16,2 3-3-16,-2 1 2 0,4 3-6 0,-5-4-7 0,2 0-12 15,0 1-11-15,-3-1-10 0,3 2-9 0,-3-1-9 16,1 0-12-16,-2 1-12 0,1 1-8 16,-3-2-12-16,1 1-6 0,1 0-6 0,-4 1-9 15,4 0-6-15,-1 1 0 0,-3 0-9 0,2 0-2 0,-2 2-11 16,1-2 4-16,1 2-9 0,2-1 3 0,-1 1-6 16,1 1-6-16,1-1 1 0,0 1-2 0,0 0-2 15,2 1-5-15,2-2 9 0,-3 2-11 0,4 1-3 16,1-3-3-16,0-2-3 0,1 10-6 0,4-6-4 15,-1 1-9-15,1-1-14 0,-1 0-17 0,3-1-21 16,1-1-22-16,0 1-31 0,5-1-31 0,-3 0-23 16,0-1-24-16,1-1-27 0,0 0-6 0,-3-1-153 15,0 1-421-15,0-2 187 0</inkml:trace>
  <inkml:trace contextRef="#ctx0" brushRef="#br0" timeOffset="126120.39">4278 8041 109 0,'0'0'176'0,"-1"-3"0"15,1 3 7-15,-4-4 1 0,4 4 2 0,-3-3-1 0,3 3-8 16,0 0-8-16,-1-4-20 0,1 4-13 16,0 0-13-16,0 0-15 0,0 0-10 0,0 0-11 15,-3-4-8-15,3 4-11 0,0 0 8 0,0 0 3 0,0 0-6 16,0 0-5-16,14 8-5 0,-9-5-3 0,2 1-12 16,0-2 3-16,0 2-7 0,-1-2-5 0,4 4-5 15,2-1-1-15,-1 0-2 0,-3 1-5 0,4 0-4 16,1-1 0-16,-4 2-7 0,2-3 2 0,0 2-4 15,-3 1-1-15,3-1-2 0,0-1-2 0,-5 0-2 16,0 0 3-16,0-1-7 0,-4 2 1 0,1-3 3 16,0 2-3-16,-2 2 0 0,-2-2-2 0,1 0-2 15,-4 0 3-15,1 2 1 0,-4-1 1 0,2 0-2 16,1-1 0-16,-6 2-1 0,3-1 2 0,-2 2-1 16,1-3-2-16,-2 2 0 0,3 0 0 0,-1-5 0 15,3 3 1-15,-3-1-1 0,2 2 1 0,1-3 3 16,-5 2-1-16,6-2-3 0,0 2-2 0,-1-2 0 15,2-2 1-15,3-1 3 0,-8 5 0 0,8-5 2 0,-4 3 8 16,1 0 10-16,3-3 5 0,0 0 11 16,-6 1 12-16,6-1-7 0,0 0-3 0,0 0 0 15,-15-1 1-15,15 1 0 0,-12-3-4 0,8 2 1 0,-4-1-7 16,2 0 3-16,-3-1 1 0,2-1 1 0,0 2 11 16,-5-2-4-16,3 1-2 0,0-1-6 0,0 1 11 15,0 1-17-15,-2-2 9 0,2 2-22 16,0 0 4-16,4-1-2 0,-1 2-1 0,-1-2-6 0,3 3-25 15,4 0-14-15,-8-5-24 0,5 3-52 0,3 2-62 16,3-7-70-16,0 5-69 0,5-2-249 0,0 0-600 16,7 0 266-16</inkml:trace>
  <inkml:trace contextRef="#ctx0" brushRef="#br0" timeOffset="126620.35">4525 8076 294 0,'0'-6'338'0,"0"6"-13"16,0 0-9-16,1-3-10 0,-1 3-15 0,1-5-25 16,-1 5-26-16,0 0-23 0,0 0-22 0,3-3-19 15,-3 3-11-15,0 0-22 0,6-2-10 0,-6 2-19 16,0 0-9-16,13 0-16 0,-13 0-10 0,12 4-4 16,-3-1-8-16,0 1-12 0,2 3 4 0,-1 0-13 15,3-1 1-15,-3 4-12 0,-4 0-2 0,7 0 9 16,-4 3-40-16,-2-2-11 0,0 0-10 0,1 1-5 15,-4-1-1-15,-1 0-4 0,-2-2 1 0,-1 1 8 16,0 1-3-16,0-4 7 0,-4 1-1 0,1-1 2 16,-1 0 0-16,-4-3 6 0,3 1 8 0,-1-1 14 15,-1 0 11-15,3-3 7 0,-4-1 25 0,8 0 6 16,-9-3 14-16,3 1 5 0,2-4 4 0,1 0-7 16,3-2-7-16,0-1-6 0,3-3-5 0,1 0-10 0,3-4-7 15,-2 1-11-15,6-2-9 0,0 3-19 16,0-1-21-16,3 2-27 0,-2 0-21 0,0 3-26 15,-1 0-27-15,-1 2-27 0,2 1-34 0,-3 1-38 0,-2 3-35 16,1 0-34-16,3 3-32 0,-5-2-204 0,-6 2-564 16,9 2 251-16</inkml:trace>
  <inkml:trace contextRef="#ctx0" brushRef="#br0" timeOffset="126949.98">4916 8100 206 0,'6'-4'200'16,"-1"-2"-7"-16,2 2-4 0,-1-1-3 0,0 0-3 0,0-2-9 15,1 3-10-15,-2-2-3 0,-1 1-4 0,-1 0-8 16,-2 1 2-16,-1-1-5 0,3 1-12 0,-3 4-10 16,-4-6-9-16,1 2-5 0,-1 1-15 0,-3 2-8 15,0 0-6-15,-2 1-3 0,-2 1-7 0,-1 2 2 16,-2-1-6-16,2 4 0 0,-7 0 7 0,7 0-10 15,-5 2-3-15,8 1-4 0,-7-1-3 0,5 4-4 16,0-4-5-16,0 6 1 0,7-2-5 0,0-1-4 16,1 2-5-16,2-1 2 0,3 1 7 0,5 3-13 15,2-1 3-15,5 0-5 0,2 1-1 0,1-4-2 16,3 1-1-16,9 3 3 0,-4 0-6 0,3-4-1 16,-5-4-20-16,-5 0-35 0,2-2-25 0,2-1-28 15,-3-1-34-15,0-3-37 0,-4 2-38 0,-3-3-31 16,2 1-28-16,-3-1-26 0,-6 1-178 0,-1 1-499 0,-4-2 221 15</inkml:trace>
  <inkml:trace contextRef="#ctx0" brushRef="#br0" timeOffset="127324.96">3533 8751 122 0,'-4'2'276'0,"-1"1"9"16,2-1 14-16,3 5 19 0,0-7 10 0,8 4 7 15,6-2-10-15,-1 1-6 0,21 2-17 0,-4-2-18 16,3 0-8-16,5 0-19 0,4-2-10 0,1 0-12 15,16 4-22-15,-2-2-14 0,3-2-19 0,1 2-6 16,2-3-18-16,-2 1-13 0,-1 1-13 0,3-1-14 16,-4-4-10-16,-3 5-13 0,1-1-8 0,-17 1-9 15,-2 0-6-15,0 0-11 0,-4-2-7 0,-3 1-19 0,-7-2-18 16,-3 1-27-16,-2 0-24 0,-5 0-32 0,-1-1-24 16,-2-2-36-16,-1 2-44 0,-5-3-39 15,-1 1-46-15,-3 1-41 0,-2-3-53 0,-5 1-60 0,-3-3-268 16,-5 0-735-16,-4 1 324 0</inkml:trace>
  <inkml:trace contextRef="#ctx0" brushRef="#br0" timeOffset="131776.6">6733 8413 163 0,'-5'-11'396'0,"5"1"0"0,-1 0-11 16,-2 0-8-16,2 2 2 0,1 2-4 0,0-2-7 15,-2 1-11-15,1 1-18 0,2 2-26 0,-2 1-31 16,1 3-26-16,-3-7-31 0,3 3-25 0,0 4-26 15,0 0-21-15,0 0-18 0,0-5-17 0,0 5-11 16,0 0-11-16,0 0-10 0,0 18-8 0,0-10-8 16,3 3-5-16,-3 2-6 0,1 0-5 0,-1 6-7 0,3-2-18 15,-3 3-1-15,3-2-2 0,2 4-6 0,-4-3-4 16,2 0-12-16,0-1-11 0,1-2-12 16,-4 2-9-16,4-2-4 0,3-1-4 0,-6 0 2 0,6-4-3 15,-3 1-5-15,-3-2-1 0,6-1-2 0,-3-3 4 16,-1-1 4-16,3 1 3 0,-1-1 8 0,7-3 4 15,-4-1-3-15,1 1 4 0,0-4 2 0,-1 0 5 16,2-2-5-16,-1 0 7 0,2-2 1 0,-3-1 2 16,2-2-4-16,-5 0 4 0,6-1 1 0,-7 1-4 15,3-1 8-15,4 0 2 0,-7 2 1 0,3-4 5 16,-3 4 5-16,1-3 3 0,3 3 1 0,-5 0 4 16,1 1 2-16,-1 1 3 0,-2 2-1 0,4-1-7 0,-4 2-5 15,2 1-9-15,-3 2-9 0,0 0 6 16,0 0 0-16,0 0 3 0,17 6-1 0,-11 1-3 15,1-1 1-15,-1 2 1 0,2 1-2 0,-1 1 5 0,4-1-2 16,-3 1 1-16,2 1-4 0,2-2 5 0,0 2 0 16,-1-1 1-16,0-2 4 0,1-2-6 0,-1 0 1 15,1 0 0-15,-1-2 5 0,0-2 0 0,1 1-1 16,-5-3 0-16,3-2-1 0,-1 0 3 0,-2-2 4 16,0-1-5-16,2-3 14 0,-2-2-2 0,-2-3 8 15,-3-4-1-15,1-1-3 0,-1-8-3 0,0 7 2 16,-5-10-4-16,0 9-2 0,0-6 0 0,-2 8-5 15,1-4 4-15,1 6-10 0,-1 5 5 0,0-6-3 16,0 5-7-16,-1 1-15 0,2 2-31 0,0 2-44 16,-2 2-60-16,5 0-70 0,-3 4-48 0,3 1-13 15,0 0-32-15,0 0-47 0,0 0-335 0,0 16-753 16,3-3 334-16</inkml:trace>
  <inkml:trace contextRef="#ctx0" brushRef="#br0" timeOffset="132198.54">7612 8478 121 0,'-4'-5'319'16,"3"2"-10"-16,1 3-8 0,-10-4-8 0,10 4-6 16,-4-2-15-16,-4-1-29 0,5 1-9 0,3 2-21 15,-4-3-16-15,4 3-27 0,0 0-10 0,-7-2-25 16,7 2-8-16,0 0-19 0,0 0-11 0,-4-3-14 0,4 3-6 16,0 0-6-16,0 0-19 0,0 0 5 0,0 0-25 15,0 0 1-15,7 11-1 0,-3-8-9 16,-1 0-4-16,2-2-10 0,2 2 0 0,-3-1 0 15,0 1-3-15,2-2-5 0,-1 1 4 0,-5-2 4 0,4 3-3 16,-4-3 5-16,8 1-2 0,-8-1 2 0,3 1-2 16,-3-1 0-16,0 0-3 0,0 0-1 0,0 0-6 15,0 0 2-15,-12-7 2 0,9 3-2 0,-2 3-3 16,5 1-2-16,-14-4-8 0,7 1-18 0,1 2-22 16,6 1-21-16,-13-1-26 0,5 1-28 0,8 0-42 15,-11 1-42-15,11-1-38 0,-4 3-34 0,4-3-196 16,0 0-519-16,0 0 230 0</inkml:trace>
  <inkml:trace contextRef="#ctx0" brushRef="#br0" timeOffset="132698.64">8314 8309 235 0,'0'0'289'16,"4"-3"-13"-16,-4 3-18 0,0-5-16 0,0 5-15 15,-1-5-16-15,1 5-21 0,-7-5-17 0,3 2-13 16,4 3-16-16,-11-2-8 0,1 2-7 0,-1-2-6 16,-2 0-5-16,-1 2-8 0,-1 1-8 0,-2 0-4 15,-5 3-8-15,3-4 3 0,0 6-8 0,0-3-5 16,1 1-5-16,-1 1-7 0,5 1-6 0,-6-1-4 15,9 1-7-15,-4-1-4 0,3 0-10 0,1 3-5 16,2-2-1-16,-1 1-1 0,3 0-2 0,3-1 0 16,2 0-3-16,0 0-1 0,5 4-1 0,0-4-1 15,6 1-3-15,2 3-1 0,8-1 4 0,0 1-8 16,11 1 0-16,4-4-5 0,-1 1-11 0,-2-1-13 0,7-1 0 16,-7-1-6-16,2 0-5 0,-2-2-6 0,0-2 1 15,-6 2 0-15,-3-3 6 0,-2-3 1 16,-1 3 3-16,-4-2 1 0,-1 0 6 0,-1 0 1 0,-3-1 3 15,1 0 2-15,-3-1 2 0,-4-2 9 0,-1 1 3 16,-1-3 4-16,-2 2 2 0,-1-6 3 0,-3 2 7 16,0-1 3-16,-10-4-2 0,2 2 2 0,-2-3 16 15,-3 4-23-15,-8-5-5 0,2-1 8 0,0 5-7 16,-3-2-10-16,7 7 6 0,0-3-4 0,1 3-15 16,3-1-19-16,-1 4-23 0,4 1-23 0,-3 0-19 15,5 1-35-15,1 1-36 0,-1 2-48 0,4-1-24 16,6 1-29-16,-9 1-23 0,9-1-164 0,-2 6-490 15,2-6 216-15</inkml:trace>
  <inkml:trace contextRef="#ctx0" brushRef="#br0" timeOffset="132995.45">8209 8206 87 0,'-1'-3'338'15,"1"3"-12"-15,-4-5-24 0,4 5-24 0,0-4-34 0,0 4-26 16,0 0-27-16,0 0-16 0,0 0-12 0,0 0-5 16,12 12-10-16,-7-2-8 0,1 2-14 0,2-1 4 15,0 6-11-15,-1 4-5 0,1 3 9 0,1 3-16 16,-2-1-9-16,3 2-18 0,-4-1 2 0,2 2-12 16,-2-2-5-16,-2 3 0 0,2-2-11 0,-1 0 0 15,1-1-14-15,-1-1 6 0,2 2-5 0,-6-8-6 16,2 2 1-16,1-3 8 0,2-1-14 0,-2-2-15 15,-3-5-21-15,6 1-28 0,-5-1-20 0,3-3-33 16,-4-3-41-16,6 1-59 0,-2-4-56 0,2 0-58 16,0-2-250-16,1-3-596 0,-1 1 264 0</inkml:trace>
  <inkml:trace contextRef="#ctx0" brushRef="#br0" timeOffset="133401.66">8805 8139 106 0,'0'0'341'0,"-3"-7"-31"0,-1 2-28 15,1 2-28-15,3 3-24 0,-8-2-27 0,8 2-18 16,-12 0-22-16,7 4-17 0,-1-1-13 0,1 5-13 16,-5 0-9-16,2 2 1 0,2 2 11 0,-1 3 1 0,-3 3-17 15,4 0 5-15,1 0-6 0,1 2-13 16,0 3-2-16,1-2-1 0,3 6-9 0,-1-5-5 15,2-2-5-15,4 1-8 0,1-2-7 0,-2 2 2 0,3-2-7 16,1-2-13-16,0 0 8 0,3 0-6 0,0-4-4 16,0-2-11-16,3 1-8 0,-1-5-37 0,-2-1-35 15,4-1-44-15,-3-2-46 0,3-2-59 0,0-1-60 16,0-1-69-16,-1-4-181 0,-1 0-556 0,6-3 247 16</inkml:trace>
  <inkml:trace contextRef="#ctx0" brushRef="#br0" timeOffset="133651.65">9202 8248 56 0,'0'0'349'0,"1"-3"-11"0,-1 3-19 0,0 0-20 0,3-6-23 16,-3 6-33-16,0 0-23 0,0 0-26 0,0 0-23 15,0 0-19-15,0 0-11 0,0 0-16 16,-15 8-13-16,11-5-10 0,-4 3-6 0,1 2-16 0,-1 0-6 15,-1 3-9-15,-4 3-3 0,-2 2-8 0,3-1-7 16,-3 2 1-16,2-1-5 0,-1 0-10 0,-1-1-3 16,4 2-17-16,-2-2-14 0,0 0-24 0,2 0-14 15,-1-1-20-15,5-2-29 0,-1-2-35 0,0 1-32 16,4-2-48-16,1-5-43 0,-1 1-222 0,1 0-506 16,2-2 225-16</inkml:trace>
  <inkml:trace contextRef="#ctx0" brushRef="#br0" timeOffset="133870.38">8957 8288 312 0,'0'0'329'0,"0"-5"-19"0,0 5-26 0,0 0-29 0,-3-5-31 16,3 5-24-16,0 0-9 0,0 0 1 0,0 0-5 15,0 0-8-15,14 13-14 0,-10-5-15 16,4 0-19-16,-1 0-3 0,0 4-17 0,8 2-5 0,-3 0-15 15,2 2-6-15,-2-2-13 0,3 1 2 0,1-2-37 16,-2 4-39-16,5-6-38 0,-4 3-48 0,3-1-31 16,-2-2-78-16,3 0-55 0,0-1-268 0,-9-2-562 15,2-3 249-15</inkml:trace>
  <inkml:trace contextRef="#ctx0" brushRef="#br0" timeOffset="134198.48">9323 8141 87 0,'0'-5'383'16,"-1"0"-8"-16,1 1-18 0,0 4-16 0,-3-4-31 0,3 4-29 16,0 0-34-16,0 0-29 0,3-5-21 0,-3 5-20 15,0 0 1-15,9 8-28 0,-2-3-19 16,1 3-13-16,3-1-4 0,-1 2-1 0,3-1 2 0,0 5-2 15,0 2-10-15,2-1-19 0,8 5 4 0,-12-1-12 16,5-5-8-16,-2 4-10 0,1 7-2 0,0-6-5 16,0 5-4-16,-7-5-6 0,3 0-1 0,-4 1-5 15,-3-2-9-15,1 4 4 0,-5-4-8 0,0 1 6 16,-4 1-18-16,0-2-33 0,-4 2-35 0,-3-1-27 16,-1-1-39-16,-6 3-28 0,-1-1-34 0,1-4-48 15,1-3-56-15,1 0-73 0,0-2-197 0,7-1-604 16,-3-3 267-16</inkml:trace>
  <inkml:trace contextRef="#ctx0" brushRef="#br0" timeOffset="135026.62">10176 8360 61 0,'0'0'371'0,"0"0"-2"16,0 0-11-16,0 0-14 0,0 0 7 0,-7-1-3 15,7 1-8-15,0 0-10 0,0 0-14 16,0 0-14-16,0 0-12 0,0 0-14 0,0 0-14 0,0 0-19 16,0 0-15-16,0 0-16 0,0 0-7 0,0 0-11 15,0 0-8-15,0 0-17 0,0 0-16 0,0 0-16 16,0 0-13-16,27 1-12 0,-13-1-12 0,-3-1-11 15,3 0-7-15,6 1-12 0,-6 0-9 0,5-3-18 16,-6 4-17-16,5-3-20 0,-2 2-23 0,-4-1-27 16,1-1-37-16,0 2-39 0,-2 2-35 0,1-4-45 15,-5 2-33-15,1-1-40 0,-2 0-38 0,-1-1-47 16,-5 2-44-16,0 0-46 0,10 2-238 0,-10-2-744 0,0 0 330 16</inkml:trace>
  <inkml:trace contextRef="#ctx0" brushRef="#br0" timeOffset="135276.6">10044 8569 155 0,'-1'3'299'0,"1"-3"5"0,0 0-2 15,8 4-6-15,-3-2-1 0,1 0 9 0,-1 2-8 16,3-2-2-16,2-1-13 0,2 2-18 0,-1-3-17 15,2 1-21-15,5 0-22 0,3 1-16 0,-4 0-22 0,2-2-16 16,3 1-12-16,-4 3-16 0,1-2-10 16,0-2-12-16,-5 1-18 0,-1 1-29 0,2-1-35 15,-1 1-42-15,-2-2-43 0,0 1-42 0,-5-1-49 0,1 1-62 16,2-1-74-16,-5 0-97 0,-5 0-210 0,8-2-653 16,-8 2 289-16</inkml:trace>
  <inkml:trace contextRef="#ctx0" brushRef="#br0" timeOffset="142223.64">12076 7908 23 0,'7'-5'319'16,"-3"-1"-11"-16,1 0-8 0,-2 4-19 0,1-4-10 15,0 1-19-15,0-1-7 0,1 2-4 0,-3 1-19 16,-2 3-8-16,4-4-24 0,-1 1 4 0,-3 3-42 16,0 0-11-16,3-2-18 0,-3 2-12 0,0 0-18 15,1-4-2-15,-1 4-17 0,0 0-13 0,0 0-11 16,0 0-4-16,0 0-10 0,0 0-1 0,-12 10-3 16,5-6-2-16,-1 2 2 0,-6 0-2 0,-1 2-7 15,-4-2-1-15,0 3-1 0,-8 0-2 0,1 4-3 16,-2-5-1-16,-1 4 2 0,-1-4 2 0,0 2 2 15,0 0-5-15,-1 3 17 0,1-4-5 0,0-2 2 16,2 0-5-16,6-1-14 0,-8 3 9 0,8-3-3 0,3 1-3 16,0-1 1-16,0-1-7 0,0 2 8 0,5-2-6 15,3 1 0-15,-2-2 15 0,6 0-21 0,-4 0-6 16,3 1 20-16,4-1-17 0,-2-2 10 0,2-1-10 16,2 4-4-16,2-5-2 0,-2 3-1 0,2-3 6 15,0 0 1-15,3 5-3 0,-3-5 9 0,12 2-7 16,2-1 0-16,0-2 9 0,6 1-3 0,3 0-6 15,-4 0 2-15,7-2-1 0,-3 1 1 0,8 1-2 16,-1-1 0-16,0 2-1 0,-8-1-2 0,8-1 4 16,-10 1 2-16,3 1-7 0,-3-1 3 0,0 0-4 15,-1 1 16-15,-6 1-13 0,-3 0-6 0,5-2 3 16,-7 1-3-16,-1 2-3 0,2-3-2 0,-3 0-4 0,2 4 4 16,-4-4 0-16,0 3-3 0,-4-3-5 0,8 2 0 15,-5-1 4-15,1 2-6 0,-4-3-1 0,1 5 8 16,1-3-4-16,-2-2 5 0,0 7-1 0,0-7-10 15,-3 8 15-15,0-2 8 0,-1-1-10 0,-4 0 5 16,1 3 2-16,-4 1 1 0,-5 1 20 0,0 1-20 16,-2 0-4-16,-4 3 11 0,-1-3-4 0,-3 3 7 15,-2 3 1-15,-3-3 1 0,3 1-1 0,1 0 5 16,-1 0 1-16,-1-1 6 0,10-2 6 0,-7 1 15 16,7-2-16-16,1-1 2 0,2-2-2 0,7-1 3 15,-5-1-6-15,7-2-3 0,3-1-2 0,-3 1 3 16,2-1 3-16,2 1 3 0,3-4 21 0,-4 3 29 15,4-3 30-15,0 0 12 0,16 4-10 0,3-8-8 0,14 3-8 16,0 0-10-16,5 1-10 0,3-5-7 16,2 5-6-16,14-1-7 0,-5 1-5 0,-11 0-6 15,0-3-2-15,-2 6-3 0,-1-2-4 0,0 3-5 0,-3-2-7 16,2-3-10-16,-15 3-12 0,1 2-23 0,-1-3-21 16,-10 1-30-16,5-3-35 0,-3 3-31 0,-4 1-30 15,-3-1-26-15,1 0-28 0,-3 1-27 0,-3 2-37 16,3-4-29-16,-2 3-57 0,-3-4-225 0,-8 7-651 15,2-3 288-15</inkml:trace>
  <inkml:trace contextRef="#ctx0" brushRef="#br0" timeOffset="145856.13">11505 9197 233 0,'0'0'359'0,"0"0"-18"0,0 0-10 16,0 0-7-16,0 0-3 0,-10-6-12 0,10 6-17 0,-2-6-20 16,2 2-14-16,0 4-20 0,1-12-25 0,-1 7-22 15,4 0-17-15,-4-1-12 0,4 1-24 0,1-5-9 16,2 0-17-16,0 4-17 0,0-4-5 0,0 3-10 16,1-2-9-16,1 2-6 0,1-3-4 0,-1 3 0 15,1 0-2-15,0 1-9 0,3-1-3 0,-3 2-10 16,-1 0 0-16,-1 1-6 0,-1 2-4 0,1-2-5 15,-1 1-2-15,-4 1-4 0,6 2-6 0,-5-1-1 0,-4 1-4 16,9 0-2-16,-9 0-1 0,8 4-1 16,-2-2-2-16,0 3-3 0,1 2 2 0,0 2 6 15,1 0-5-15,-3 2 1 0,3 5-2 0,2 0 0 0,-1 4 3 16,1-2 2-16,2 7-1 0,-3 1 0 0,4-2 1 16,-2 1-1-16,-2 0-1 0,1-1 1 0,-5-5-4 15,2 2 4-15,0-1 2 0,-3-1-5 0,0 2-2 16,0-4-1-16,-3 1 2 0,-1-2 7 0,0-4-3 15,-1 1-3-15,-3-2 5 0,1-1 0 0,-1 0 11 16,-4 0 13-16,0-4-2 0,-2-1 7 0,-2-1 14 16,-3 0 5-16,0-4 12 0,-1 0 1 0,-3-1 3 15,-2-3 2-15,1-1 3 0,2-1 6 0,1-1-6 16,0-2-2-16,2-1-6 0,3 1-5 0,4-2-5 16,1-2-4-16,0-2-12 0,5-1-13 0,0 3-28 15,4-7-36-15,3 1-46 0,5 0-44 0,6-5-56 0,4 0-41 16,2 4-38-16,5 1-52 0,-1 0-73 0,1 1-21 15,-2 1-314-15,-2-1-783 0,1 0 346 16</inkml:trace>
  <inkml:trace contextRef="#ctx0" brushRef="#br0" timeOffset="146184.23">11867 8857 25 0,'0'0'303'15,"0"0"-20"-15,0 0-24 0,0 0-27 0,0 0-20 16,0 0-25-16,0 0-20 0,0 0-17 16,0 0-17-16,0 0-12 0,0 0-12 0,0 0-13 0,0 0-8 15,0 0-11-15,-10 9-6 0,10-9-5 0,-1 4-10 16,1-4-7-16,0 0-2 0,0 0-2 0,-3 4-4 15,3-4 2-15,0 0 2 0,0 0 11 0,0 0 12 16,0 0 14-16,0 0 11 0,0 0 13 0,0 0 9 16,0 0 13-16,0 0-19 0,0 0-9 0,0 0-5 15,0 0-16-15,0 0-6 0,0 0-4 0,0 0-11 16,0 0-8-16,7-12-12 0,-7 12-31 0,0 0-34 16,0 0-43-16,0 0-50 0,0 0-33 0,0 0-37 15,0 0-43-15,0 0-62 0,-15 9-230 0,10-4-567 16,-1 0 252-16</inkml:trace>
  <inkml:trace contextRef="#ctx0" brushRef="#br0" timeOffset="146559.2">11979 9081 53 0,'0'0'274'0,"0"0"1"0,0 0-5 16,0 0-5-16,0 0-6 0,0 0-8 0,0 0-1 15,0 0-13-15,0 0 5 0,0 0-13 0,0 0 1 0,0 0-1 16,0 0-32-16,0 0-11 0,0 0-29 0,0 0-11 16,0 0-15-16,0 0-14 0,17-9-13 15,-13 6-12-15,3 3-7 0,-2 0-11 0,3-3-12 0,0 2-23 16,6-1-39-16,-3 1-37 0,1 0-31 0,-1 1-40 16,4 1-40-16,-3-1-66 0,-1 1-57 0,3-1-53 15,-7 3-224-15,2-2-592 0,-1 1 262 0</inkml:trace>
  <inkml:trace contextRef="#ctx0" brushRef="#br0" timeOffset="146746.68">11940 9260 59 0,'-7'4'315'0,"5"-1"3"0,2-3 15 0,0 0 4 15,0 0-7-15,10 3-10 0,-1-4-34 16,2 1-24-16,3 0-26 0,4-2-24 0,3-1-30 0,3 2-22 15,-1-3-54-15,-1-1-64 0,1 3-81 0,0 1-94 16,7-5-119-16,-11 2-261 0,2 2-555 0,0-4 246 16</inkml:trace>
  <inkml:trace contextRef="#ctx0" brushRef="#br0" timeOffset="147623.14">16092 4902 63 0,'-3'-5'320'0,"0"1"-16"16,0-1-29-16,2 1-24 0,-2 1-26 0,3 3-31 16,-3-5-17-16,3 5-22 0,-7 0-19 0,7 0-15 15,-10 8-12-15,4-4-13 0,-5 6-8 0,2 5-12 16,-4 1-6-16,2 2-6 0,-6 2-4 0,2 3-6 16,-1 3-6-16,2 2 0 0,-1-2-3 0,1-1-3 0,1 0-1 15,6 3-7-15,-3-2-2 0,4-6-1 0,4 8-3 16,-1-6 0-16,6 3 0 0,3 2 3 15,2-9-5-15,11 5 1 0,0 2-2 0,7-5 0 0,1-2-4 16,3-3-31-16,1-2-47 0,3 3-57 0,-2-7-82 16,3 0-67-16,-4-7-197 0,2 2-498 0,-3-3 221 15</inkml:trace>
  <inkml:trace contextRef="#ctx0" brushRef="#br0" timeOffset="147826.25">15980 5304 161 0,'-5'-2'329'0,"1"-2"-14"0,4 4-28 0,0-7-26 15,6 3-25-15,-1 1-27 0,5-3-12 0,2 1-22 16,0 0-17-16,6 0-15 0,0-2-13 0,1 2-17 16,4 0-14-16,-1-1-32 0,1-1-32 0,-2 1-42 0,9 1-50 15,-10-2-48-15,1 2-57 0,0 0-56 0,2-1-177 16,-3-3-427-16,0 1 189 0</inkml:trace>
  <inkml:trace contextRef="#ctx0" brushRef="#br0" timeOffset="148060.6">16438 4922 166 0,'0'0'341'0,"-1"-5"-14"0,1 5-21 15,0 0-25-15,0-5-29 0,0 5-25 0,0 0-28 16,0 0-22-16,0 0-21 0,0 0-8 0,0 0-22 15,0 0-16-15,0 0-7 0,0 19-10 0,0-8-13 16,2 6-4-16,1 0-5 0,1 1-10 0,-2 1-3 16,2 4-6-16,1 3-6 0,0 3 2 0,2-2-7 15,0-1 0-15,-3 1-15 0,4-1 5 0,0 0-3 16,2 0-33-16,-6-8-18 0,4 1-23 0,0-1-31 16,1-3-48-16,0 0-49 0,-1 0-54 0,3-4-40 0,-1-4-187 15,3-4-492-15,-3-1 218 0</inkml:trace>
  <inkml:trace contextRef="#ctx0" brushRef="#br0" timeOffset="148310.59">16767 4898 160 0,'0'-11'385'16,"0"4"13"-16,-1-2-20 0,2 4-16 0,-2 1-32 15,2 0-40-15,-1-1-27 0,0 5-39 0,0 0-28 16,0 0-18-16,0 0-17 0,0 0-21 0,0 0-12 15,5 21-15-15,-3-10-5 0,1 3-8 0,-1 5-14 16,2 2-4-16,3 9-17 0,-3-3 4 0,1 4-5 16,-2 1-17-16,7-2 2 0,-5-1-2 0,5 2-4 15,-2-2-48-15,-1 2-19 0,1-2-37 0,-2-1-24 16,0-3-24-16,1-5-24 0,-6 0-32 0,4-1-53 16,-3-2-44-16,1-5-45 0,1-1-210 0,-4-3-558 0,4-1 247 15</inkml:trace>
  <inkml:trace contextRef="#ctx0" brushRef="#br0" timeOffset="148748.06">16537 4951 259 0,'-8'-13'274'15,"1"-3"-9"-15,3 5-10 0,-1-2-9 0,2 0-8 16,0-1-21-16,1 4-20 0,2-3-20 0,1 1-13 15,0 4-21-15,2-4-15 0,3 1-14 0,0 3-14 16,1-1-6-16,4 1-1 0,-1 3-25 0,4-1 0 16,4-1-15-16,0 3-8 0,-1 3-1 0,4 0-4 15,1 0-6-15,-1 1-5 0,0 0-6 0,-1 2-8 16,2 2-3-16,0 0-12 0,-3 1 6 0,1 1 7 16,-1 2-9-16,3 0-3 0,-2 2 1 0,-3-2-5 15,0 3 0-15,-3-1-1 0,1 3 1 0,-3-1-1 16,-3-1 1-16,3 3-3 0,-4 0 3 0,-3-1 0 15,1-1-2-15,0 3 0 0,1 3 5 0,-3-1-3 16,-2 1-1-16,-1 0 1 0,2-2 1 0,-2 2 0 0,-1-1 2 16,0-2-3-16,0 2-2 0,0 1 3 0,0-6 1 15,0 1 0-15,0 2 4 0,0-4-1 0,4 3 4 16,-4 0 0-16,0-1 7 0,2-3-1 16,3 4 4-16,-1-2 0 0,0-1 2 0,2 2-1 0,1-3-2 15,3 0 2-15,-3 2-3 0,5 0-1 0,3-1 3 16,0-1-4-16,4 0 3 0,-1 0-2 0,1-3-7 15,3 2-25-15,-4-1-32 0,0-3-33 0,-4 1-40 16,1-2-46-16,0-1-54 0,-3-3-52 0,-4-1-164 16,1-2-476-16,0-1 211 0</inkml:trace>
  <inkml:trace contextRef="#ctx0" brushRef="#br0" timeOffset="149716.73">17277 4550 177 0,'0'-4'274'0,"0"-1"-9"0,-3 0-10 16,2 0-13-16,1 2-9 0,-4-1-15 0,1 0-27 15,-2 2-24-15,2-3-15 0,-5 0-18 0,3 4-13 16,-2 0-11-16,-3 0-15 0,1-1-11 0,-2 2-12 16,-3 0-5-16,3 3-5 0,0-2-6 0,-1 3-9 0,0 3-4 15,-3-2-4-15,5 0-6 0,-2 0-1 0,1 3-5 16,3 1-2-16,-1-2-3 0,2 1 0 16,0 1-2-16,2 0-5 0,2 0 1 0,0-1-3 15,0-1-1-15,3 1 1 0,0-1 5 0,3 0-6 0,4 2 1 16,0 0 4-16,2-2-3 0,2-1-7 0,0-1 2 15,3-1-1-15,-1-2-4 0,2 0-6 0,-1-2 2 16,1-2-6-16,-3 0 1 0,4-2-1 0,-1-4 4 16,1 0-1-16,-3 1 0 0,-1-6 0 0,0-1-1 15,-3 0 3-15,-1-3 0 0,-4-1-2 0,-3-2 9 16,-1-1 9-16,0 2 7 0,-1-2 9 0,-3 0 11 16,-2 0 15-16,2 3 10 0,-3-2 40 0,2 2-11 15,-2 0 8-15,3 7-4 0,-4-5 2 0,4 3 5 16,0 3 0-16,-1 4 4 0,2-2 10 0,0 3 0 15,0-1-2-15,2 0-10 0,-2 4-17 0,2-2-8 16,-2 0-21-16,3 4-19 0,-1-5-24 0,1 5-25 16,0 0-6-16,0 0-1 0,0 0 2 0,0 0-2 0,0 0 3 15,0 18 1-15,2-8 0 0,0 0-1 16,-1 6 6-16,3 0-2 0,-1 2-6 0,0 3-17 16,5-1-14-16,-1 9-15 0,-2-2-30 0,6 2-20 0,1-2-18 15,-4 1-16-15,3 0-18 0,-3-2-25 0,3-1-42 16,0 3-52-16,-3-10-51 0,2 3-238 0,-3-5-614 15,3 1 273-15</inkml:trace>
  <inkml:trace contextRef="#ctx0" brushRef="#br0" timeOffset="151388.48">8954 5244 67 0,'3'-6'322'0,"0"1"-2"0,0-1-10 0,-2 2-6 0,0 0-3 15,2 0-3-15,-3-1-19 0,3 3-13 0,-3 2-19 16,0 0-22-16,0-4-17 0,0 4-24 16,0 0-29-16,0 0-19 0,0 0-19 0,0 0-7 0,0 0-11 15,0 0-10-15,-19 14-12 0,8-5-5 0,1 1-8 16,-2 3 5-16,0 3-10 0,-2-2-4 0,0 2-3 16,-3 6-11-16,2-7 3 0,4 3-3 0,0 0 0 15,-2 0-8-15,5 0-2 0,-1-1 4 0,6-1-11 16,0 2-3-16,3-1 4 0,1-4 0 0,3 1 0 15,0-3-3-15,7 6 4 0,4-4-3 0,1-4-7 16,5 2-2-16,-2-2-20 0,4-3-33 0,7 2-34 16,-9-4-33-16,5 1-33 0,-5-4-40 0,-1 0-48 15,-1 1-44-15,-1-4-57 0,-5 0-273 0,-6 0-651 16,3-2 288-16</inkml:trace>
  <inkml:trace contextRef="#ctx0" brushRef="#br0" timeOffset="151575.96">8847 5451 156 0,'0'0'283'16,"-5"-4"-2"-16,2 3-13 0,3 1-29 0,0 0-16 0,0 0-18 15,0 0-18-15,5-8-21 0,1 7-7 0,0-1-26 16,3 0-11-16,-2 2-14 0,0-1-9 0,3 0-10 16,1-1-21-16,-1 0-24 0,3 1-32 0,-2-2-41 15,0 1-50-15,4 0-59 0,-3-2-54 0,3 2-209 16,-1-2-435-16,-2-1 193 0</inkml:trace>
  <inkml:trace contextRef="#ctx0" brushRef="#br0" timeOffset="151794.7">9198 5238 114 0,'1'-6'342'0,"-1"6"-10"0,0 0-15 0,0 0-19 15,0 0-30-15,0 0-27 0,0 0-24 0,0 0-32 16,0 0-28-16,0 0-10 0,0 0-13 0,0 0-15 15,0 17-8-15,3-7-16 0,-3 2-2 0,4-1-11 16,-4 7-6-16,2 0-14 0,0 0 8 0,1 1-11 16,1 3 9-16,-1-2-23 0,2 1-1 0,-2-2-2 15,1 1-15-15,-1-2-26 0,-1 0-22 0,1 0-40 0,1-1-43 16,0-3-58-16,-1-5-73 0,2 3-64 0,-2-5-179 16,-2-2-517-16,4-1 229 0</inkml:trace>
  <inkml:trace contextRef="#ctx0" brushRef="#br0" timeOffset="152091.54">9420 5176 42 0,'2'-4'346'0,"1"1"-10"16,-3 3-16-16,3-3-26 0,-3 3-22 0,1-5-24 15,-1 5-30-15,3-3-24 0,-3 3-23 0,0 0-13 16,0 0-20-16,8 11-15 0,-4-3-9 0,0 2-14 16,-1 2-10-16,4 4-8 0,1 2-5 0,-1 2-7 15,0 5-9-15,-2 5-7 0,1-4-7 0,-1 4 1 16,4-2-5-16,-5 1 8 0,1-3-18 0,0 2-2 16,-5-7-22-16,4 7-4 0,-4-7-28 0,0-2-27 15,3-1-18-15,-2-1-27 0,1-5-40 0,-2 1-44 16,1-6-47-16,-1 2-47 0,-1-3-182 0,1-1-492 15,1-3 218-15</inkml:trace>
  <inkml:trace contextRef="#ctx0" brushRef="#br0" timeOffset="152591.51">9232 5269 152 0,'-11'-10'289'0,"3"0"-15"0,1-3-10 15,3 2-12-15,0-4-13 0,0-3-10 0,1 0-18 16,3 2-13-16,4-1-6 0,0 0-20 0,-1 4-18 16,1-4-16-16,2 1-8 0,2 0-14 0,3 2-14 15,-6 2-9-15,3 2-6 0,2-3-12 0,1 6-13 16,-3-4 1-16,2 5-10 0,0-1-6 0,0 3-13 15,-1 2 1-15,5 1-8 0,-3-1-16 0,4 4-13 16,0-1-10-16,0 3-7 0,2 1-5 0,4 1-8 16,-3 6-5-16,0-3-10 0,8 6-2 0,-8-2 5 15,1 1 1-15,-3-1 4 0,-2 2 2 0,3 1 3 16,0-1 4-16,-4 1-2 0,-2-3 7 0,-2 3-3 16,0-3 4-16,-2 2 2 0,-4-4 0 0,-3 0 2 0,-2 1 3 15,2 0 1-15,-3-1 8 0,-2 0 2 0,-3-1 11 16,1 0 5-16,-7 2 13 0,4-2-7 15,2-1 2-15,-1 0 2 0,-1 0-4 0,0-3-1 16,6 2-3-16,-3 0 1 0,4-4 3 0,2 2-7 0,1 2 3 16,0-2-1-16,1 2 0 0,3 1 9 0,6 1 6 15,5 2 4-15,-1-1-3 0,-1 1 0 0,6-1-5 16,7 2-2-16,1 0 1 0,-8-5-5 0,2 3-2 16,0-1 2-16,0 0-5 0,-4-2-2 0,1 2-14 15,0-3-20-15,-6 2-23 0,-1-4-21 0,-3-1-30 16,-1 1-19-16,-2-1-14 0,-3-2-39 0,-2-2-40 15,0 0-226-15,-11 3-472 0,11-3 209 0</inkml:trace>
  <inkml:trace contextRef="#ctx0" brushRef="#br0" timeOffset="153153.97">9699 4770 176 0,'0'0'299'0,"0"-7"-19"0,-2 4-23 15,2 3-18-15,-1-8-14 0,1 8-11 0,-3-5-20 16,3 5-20-16,-4-4-19 0,4 4-20 0,-5-3-14 16,5 3-14-16,-7-1-11 0,0 1-9 0,7 0-12 15,-11 4-7-15,3 0-11 0,1 0-4 0,-2 0 3 16,0 2-15-16,1 1-6 0,0-1-1 0,-1 1-3 16,2 0-2-16,-1-1-4 0,1 2-6 0,4 0 1 15,-2-3-3-15,2 1-5 0,0 1 5 0,2-2-9 0,1 1 0 16,2 0-5-16,3 0-6 0,0-1-5 0,2-2-8 15,1 0-8-15,-1-2-4 0,0 0-9 16,4-1-1-16,-2-1-5 0,1-1 4 0,-1-1 2 0,-2-2 2 16,2 0 7-16,-2-2 2 0,0 0 10 0,-3 0 5 15,-1-5 12-15,-2 1 12 0,1 1 16 0,-4 0 10 16,1-1 26-16,-2 0 22 0,2 2 17 0,-2 0 18 16,-2-1 18-16,3 4 8 0,-5-2 14 0,5 2-8 15,-5-1-6-15,4 3-5 0,-1 0-10 0,4 1-10 16,-4-2-18-16,3 2-8 0,1 3-10 0,0 0-11 15,-3-5-13-15,3 5-9 0,0 0-22 0,0 0-8 16,7-4-6-16,-7 4 7 0,0 0-5 0,15 7-4 16,-10-4-19-16,6 4-17 0,-1-2-33 0,3 1-31 15,0 1-24-15,1-1-32 0,1 3-30 0,2 1-39 16,-1 1-52-16,0-1-71 0,-2 3-306 0,1-2-691 16,-6-1 305-16</inkml:trace>
  <inkml:trace contextRef="#ctx0" brushRef="#br0" timeOffset="154296.18">18091 5094 203 0,'0'0'383'0,"0"0"-15"0,-7-3-34 16,7 3-25-16,-3-2-33 0,3 2-34 0,0 0-23 16,0 0-22-16,0 0-30 0,0 0-16 0,0 0-16 15,0 0-17-15,0 0-13 0,0 0-5 0,0 11-9 0,0-4-8 16,4 0-12-16,-2-1-9 0,2 4-7 16,-1 0-3-16,2 0-8 0,-3 0-8 0,2 1-8 15,1 0-6-15,-1-2-5 0,-3 1-4 0,6-2-6 0,-2 0-1 16,-1 0-6-16,2-2-3 0,-1-1 1 0,-2-1-2 15,4 0-1-15,-1-2 2 0,3 1-3 0,0-2 2 16,0 0 2-16,1-3 0 0,-2-1-7 0,3 0 7 16,0-3 1-16,-1 1-3 0,3 0 4 0,-5-2 19 15,-1-1-3-15,2 4 5 0,-2-1 13 0,0 1 4 16,-1-4 5-16,-2 6 2 0,0-1 5 0,0 1-8 16,0-4-10-16,-1 4 6 0,-3 2-12 0,4-4-9 15,-4 4-3-15,3-3-1 0,-3 3-15 0,0 0-9 16,0 0-6-16,0 0 16 0,0 0-12 0,11 8 1 15,-9-3 17-15,1-2-17 0,0-1 1 0,2 3-1 16,-2 0-5-16,2-1-3 0,1 2 7 0,-2-5 3 16,-1 1 0-16,2 0 1 0,0 0 3 0,-5-2 4 15,7 0-5-15,-7 0-18 0,8-5-22 0,-3 3-23 0,-3-2-15 16,0-5-28-16,-2 2-29 0,0-2-39 16,0 2-39-16,0-5-45 0,0 1-230 0,-3-2-535 15,3-2 236-15</inkml:trace>
  <inkml:trace contextRef="#ctx0" brushRef="#br0" timeOffset="155217.99">18414 4892 112 0,'0'0'252'16,"-1"-4"-3"-16,1 4-15 0,0 0-17 0,-2-6-20 15,2 6-23-15,0 0-18 0,0 0-19 0,0 0-11 16,0 0-17-16,0 0-10 0,0 0-12 0,0 0-4 15,0 0-9-15,5 15-10 0,-4-8-7 0,3 2-5 16,0 1-6-16,0 1-4 0,0 1-2 0,3-1-4 16,-3 8-10-16,2-6 4 0,-1-2-3 0,-1 3-6 15,-1-1-1-15,2-3 0 0,-1 1-6 0,-1 0 1 0,-2-2-2 16,2-2-1-16,-3-1-3 0,3-1-1 16,-3-1 2-16,4 0-1 0,-4-4 10 0,0 5 22 15,0-5 10-15,3 1 7 0,-3-1-2 0,0 0-2 0,0 0-4 16,0 0-3-16,0 0-8 0,0 0-2 0,5-9-5 15,-5 9-3-15,0 0-6 0,5-2-1 0,-5 2-5 16,0 0-9-16,0 0-6 0,0 0 0 0,10 4-2 16,-6-2-1-16,0 1-4 0,-1 0-1 0,5 3-1 15,-4-1-2-15,2 0-3 0,-1 0-1 0,1 0 1 16,4 1-6-16,-3-1-5 0,3 1-4 0,-1-1-1 16,-1-1-4-16,2-2-9 0,-2 2 2 0,1-3-2 15,-2 0 1-15,2 1 3 0,-3-5 0 0,5 2 5 16,-5-3 4-16,3-3-1 0,-2-3 4 0,2 3 5 15,-2-2-1-15,-1-1 4 0,-1-2 0 0,-2 1 4 16,-3-3 3-16,0 1 1 0,0 0 6 0,-3 3 1 16,-1-2 1-16,1 1-1 0,-3 3-4 0,0-2 1 0,0 5 0 15,0 0-4-15,2 0 3 0,-3 2 0 0,4 1 1 16,-6 2-5-16,9 0 4 0,-10-1 2 16,10 1 0-16,-8 3-1 0,5 0 3 0,2 2 1 15,1 0-1-15,3 0 3 0,-2 0 1 0,3 0 0 0,2-1 1 16,2 5-3-16,1-5 2 0,2 0-1 0,1 1-1 15,1 1 1-15,0-2 1 0,1 0-1 16,0-4 1-16,0 6 0 0,0-3 0 0,-2-1-4 0,2-1 5 16,-2 2-2-16,2 0-2 0,-5-3 0 0,3 2 2 15,-5 0 0-15,2-1 1 0,-1 0-4 0,-2 2 2 16,1-2-1-16,-1 1 2 0,-1 0-2 0,1 0-5 16,-2 2 2-16,2-1 0 0,-2 1-1 0,1 1 3 15,-3 1 1-15,2 1-2 0,-1-4 0 0,-3 2-2 16,2 2 2-16,0-2 2 0,-2-1-3 0,2-1 2 15,-2 1 0-15,0-4 1 0,1 5 2 0,0-3 3 16,-1-2 1-16,0 0 6 0,0 0 2 0,0 0-5 16,0 0 1-16,0 0 1 0,0 0 0 0,0 0-4 0,11-8-1 15,-11 8 2-15,4-8-1 0,-2 5-4 0,3-2-2 16,-1-1-1-16,0 3-4 0,4-4-2 16,-4 2-3-16,3 0 6 0,0 1 0 0,-3 0-2 0,7 1 2 15,-3-4-3-15,0-1-2 0,2 1 4 0,-2-1 4 16,-1-1-4-16,0 5 2 0,1-4 2 0,1 0-3 15,-6 2 12-15,3-1 11 0,-2 2 10 0,-2 1 8 16,4-3 5-16,-4 3 6 0,0 1 4 0,2-1-5 16,-4 0 0-16,0 4-7 0,3-4-9 0,-3 4-9 15,0 0 0-15,0 0-5 0,0 0-1 0,0 0-2 16,0 0 3-16,-10 9-5 0,5-4 5 0,2 0-11 16,0 3-1-16,2-3 2 0,0 7-2 0,-1-5-1 15,-1 5-8-15,3-1-7 0,3 1-19 0,-1-1-18 16,3 1-35-16,4 2-57 0,4-1-55 0,4-1-64 15,-2-3-162-15,6 2-455 0,7-4 202 0</inkml:trace>
  <inkml:trace contextRef="#ctx0" brushRef="#br0" timeOffset="156061.67">20016 4975 58 0,'0'0'226'0,"5"2"2"16,-5-2 8-16,0 0-1 0,0 0-3 0,6 1-6 16,-6-1-4-16,0 0-13 0,0 0 3 0,0 0-4 15,3-8 6-15,-3 4-13 0,0 4-2 0,-3-7-11 16,3 7-13-16,-5-6-7 0,1 1-27 0,-2 1-17 15,-4 0-14-15,-3-1-12 0,-3 0-10 0,1 1-11 16,-4 0 3-16,1 4-16 0,-1-2-6 0,0-1-5 0,0 7-11 16,-1-4-4-16,6 2-6 0,-1 1-1 0,2 0-11 15,0-1-3-15,1 5-3 0,5-3-2 0,0 3-8 16,2 0-3-16,0-1-2 0,2 1 2 0,3 0 0 16,1-1 1-16,5 1-5 0,0 0-8 0,3 4-14 15,7-1-14-15,-4-2-9 0,3-2 5 0,6-1-5 16,-3 0-5-16,2-4-7 0,3 1-1 0,-3-2 4 15,-1-3-2-15,0-2 3 0,0-4 6 0,-1 3 3 16,2-6 4-16,-6-1 8 0,1-1-1 0,-3-2 4 16,0-2 6-16,-5-1 5 0,1-2 6 0,-5 1 12 15,1-7 12-15,-1 0 20 0,0 8 21 0,-3 0 22 16,0-2 22-16,0 4 10 0,-3 4 9 0,2 1 6 16,-1 0 1-16,0 5-1 0,0-3-8 0,-1 4-8 0,3-1-17 15,-1 4-6-15,-2-1-15 0,3 4-16 16,-1-8-11-16,1 8-3 0,0 0 0 0,0 0-9 15,0 0 0-15,-6 13-7 0,4-4-3 0,4 0-7 0,-2 3 4 16,0-1-6-16,0 2-1 0,2 0-1 0,-1 1 0 16,2 2-8-16,2 0-6 0,-2 0-1 0,1 1-15 15,-1 0-12-15,6-2-14 0,0 2-13 16,0-2-17-16,-3-3-33 0,4-2-25 0,1 0-39 0,-4-2-45 16,5 1-51-16,1-1-50 0,0-2-294 0,-2-1-669 15,3-1 296-15</inkml:trace>
  <inkml:trace contextRef="#ctx0" brushRef="#br0" timeOffset="156280.41">20396 4834 222 0,'0'0'336'15,"0"0"-19"-15,0-5-18 0,0 5-22 0,11-2-19 16,-7 0-25-16,1-2-13 0,2 4-29 0,3-4-7 15,-1 3-32-15,1 0-29 0,-2 1-2 0,1-2-13 16,4 1-11-16,-2 0-29 0,2 0-32 0,-2 1-46 16,1 0-44-16,-1 0-53 0,3 1-56 0,-2-1-45 0,-2 1-46 15,1 2-154-15,-4-3-442 0,0 2 196 16</inkml:trace>
  <inkml:trace contextRef="#ctx0" brushRef="#br0" timeOffset="156436.64">20429 4930 34 0,'-3'3'182'0,"3"-3"1"16,-4 2 12-16,4-2 4 0,0 0 4 0,0 0-6 15,0 0-18-15,8 5-16 0,-3-4-17 0,3 0-13 16,3-1-13-16,4 0-13 0,-1 2-18 0,2 0-37 16,2-2-47-16,5 0-37 0,-3 2-47 0,0-2-49 15,1 0-46-15,0 1-122 0,-2-3-321 0,-2 1 143 16</inkml:trace>
  <inkml:trace contextRef="#ctx0" brushRef="#br0" timeOffset="156795.99">20763 4744 320 0,'-3'-2'316'0,"3"2"-24"0,0 0-28 15,0 0-18-15,0 0-25 0,0 0-27 0,0 0-18 0,0 0-19 16,0 0-19-16,0 0-10 0,0 0-17 16,10 13-8-16,-5-8-11 0,2 1-7 0,0 2-9 15,-1 2-11-15,3 0-6 0,-2-1 3 0,1 3-12 0,2 1-7 16,-1-2-3-16,-2 1-2 0,1 0-9 0,0 2 0 16,2-3-4-16,-4 1 2 0,3-1-12 0,-4-2 3 15,2 0 3-15,-3-2-4 0,-1-1-2 16,-1 1-2-16,1-2 1 0,-3-1-2 0,3 0-2 0,-3-4 2 15,0 5-1-15,0-5 5 0,0 0-1 0,-4 5-6 16,4-5 0-16,-9 0-2 0,9 0-6 0,-9 0-12 16,9 0-19-16,-9 1-20 0,9-1-22 0,-11-2-17 15,1-2-23-15,6 3-34 0,-1-1-37 0,0-3-44 16,1 2-221-16,-1-2-483 0,0-2 214 0</inkml:trace>
  <inkml:trace contextRef="#ctx0" brushRef="#br0" timeOffset="156983.48">20861 4710 309 0,'0'-4'336'15,"0"0"4"-15,0 4 3 0,0-9 1 0,3 5-9 16,-3 1-14-16,0 3-25 0,4-7-30 0,-3 2-33 16,2 1-22-16,2 1-26 0,0 2-15 0,1 0-19 0,4-3-14 15,-2 4-20-15,3-1-13 0,5 1-41 16,3 1-33-16,2 3-42 0,-1-2-38 0,2 1-36 15,-2 1-49-15,-1 2-62 0,0 0-62 0,2-1-66 0,-2-3-214 16,-7 3-581-16,0-2 257 0</inkml:trace>
  <inkml:trace contextRef="#ctx0" brushRef="#br0" timeOffset="158999.04">12461 8998 306 0,'0'-4'407'0,"0"4"-12"0,-3-8-14 0,1 6-5 0,2 2-7 15,-2-6-26-15,2 6-29 0,0 0-38 0,0 0-31 16,0 0-25-16,0 0-29 0,0 0-19 0,0 0-17 16,0 0-13-16,0 0-14 0,0 16-5 0,2-8-18 15,1 1-9-15,2 2-11 0,-1-1-9 0,-2 5-6 16,1-3-2-16,3 5-6 0,-2-4-5 0,0 6-5 15,2-1-13-15,0-1-43 0,-3-5-56 0,2 0-55 16,-3-1-47-16,3 0-52 0,-3-3-67 0,-1 0-80 16,0-1-315-16,-2-5-733 0,1-2 324 0</inkml:trace>
  <inkml:trace contextRef="#ctx0" brushRef="#br0" timeOffset="159989.28">11911 7483 239 0,'-1'-7'294'0,"-2"2"-17"0,-2-2-18 0,4 0-5 0,-2 1-6 16,-1 0-9-16,0 0-14 0,0 1-15 0,-3-1-14 15,1 4-10-15,-4-3-15 0,0 0-7 0,3 3-18 16,-5-1-8-16,1 2-11 0,0 1-1 0,-4 2-11 16,0 2-22-16,3-1-7 0,0 1-16 0,-2 1-3 15,1 0 0-15,-2 1 3 0,2 1-15 0,-2 3-10 0,3-3-1 16,4 0-10-16,-4 2 2 0,8-1-4 0,-4 4-6 16,2-6-3-16,5 0-1 0,-2 2-2 15,2 0 2-15,2-1 0 0,2 0 1 0,2 0-8 0,3-1 3 16,3 3-17-16,0-4-10 0,5-4-5 0,1 1-10 15,3-1-2-15,-1-2-4 0,3 1 2 0,0-1-4 16,-2-3 6-16,2 1 0 0,-3-8 4 0,-1 6 2 16,-1-7 2-16,-3 2 4 0,2-1 14 0,-5-3-17 15,0 0 10-15,-3-2 22 0,2 1-2 0,-8 0 10 16,3-3 8-16,-4-3 8 0,0 1 17 0,-2 2 15 16,-2-3 15-16,-1 1 5 0,3 1 1 0,-6 1 10 15,4 1 4-15,0-1 6 0,-2 6 3 0,0 2 6 16,1-1 0-16,2 3 6 0,-1 2-8 0,2-1-11 0,0 1-9 15,-1 2-14-15,1 0-9 0,0 0-6 16,1 4-13-16,0 0-8 0,0-5-13 0,0 5-4 16,-3-2-4-16,3 2-3 0,0 0-3 0,0 0 0 0,0 0-1 15,1 15-4-15,1-7 1 0,-2 1-4 0,1 1-3 16,2 3 0-16,-2 0-2 0,0 4 3 16,2 0-3-16,-1 2 0 0,0 2 1 0,2-2-9 0,0 1-19 15,3 8-20-15,-3-7-20 0,4 6-36 0,2 0-42 16,2-3-52-16,-2-4-45 0,-1-1-40 0,2 0-65 15,3-4-77-15,-4 2-367 0,4-3-848 0,1 0 376 16</inkml:trace>
  <inkml:trace contextRef="#ctx0" brushRef="#br0" timeOffset="161207.94">13156 7984 281 0,'1'-7'305'16,"2"1"-24"-16,-3-1-23 0,0 1-13 0,2-2-13 16,-2 3-12-16,0 0-10 0,0-3-16 0,0 4-12 15,0 4-17-15,-2-6-17 0,-2 4-17 0,1-2-15 0,3 4-14 16,-12-1-6-16,1 2-13 0,0 2-15 0,0 0-5 16,-5 1-1-16,-2 0-6 0,-1 4-7 15,-1-1-2-15,1-1-5 0,-3 2-5 0,3 0 1 0,1-1-4 16,-1 0-2-16,2 1-3 0,3-2-12 0,3 1 8 15,-2-1 5-15,3 1-13 0,2-4-1 0,2 1-1 16,0 1-2-16,2-2 0 0,2 1 15 0,2-4-8 16,3 6-6-16,6-3 1 0,2-2 1 0,11 1 0 15,-1 1-9-15,11 1 3 0,1-1-5 0,2-1-7 16,2-1-8-16,1 1-6 0,0 1-5 0,0-2-2 16,-4-1-7-16,3 2-1 0,-3-1-6 0,-3-1 1 15,-8 0 1-15,-2 0 2 0,-1-1 5 0,-6-1 5 16,-1 2 6-16,-2-1 4 0,-4-2 9 0,1 1 10 15,-1 1 6-15,-4-3-1 0,1 2-4 0,-4 2 8 16,-3-9 5-16,0 4 6 0,-1 0-4 0,-4-2 5 16,-3-1 10-16,2 0-2 0,-1 1 1 0,-6-3 0 0,-2-1-4 15,3 4-3-15,-4-4-5 0,4 3 4 0,-5 0-5 16,2 0-6-16,3 0 3 0,0 3-9 0,2 0-17 16,2-1-18-16,-1 2-19 0,5 1-22 0,-3 2-32 15,3 0-31-15,-1-1-37 0,8 2-37 0,-8 0-45 16,8 0-51-16,-7 3-190 0,7-3-528 0,-8 0 234 15</inkml:trace>
  <inkml:trace contextRef="#ctx0" brushRef="#br0" timeOffset="161520.41">13172 7827 289 0,'0'-5'321'0,"0"5"-24"16,0 0-31-16,3-3-27 0,-3 3-27 0,0 0-22 15,0 0-21-15,0 0-16 0,0 0 0 0,0 0 4 16,0 18-2-16,1-13-11 0,2 5-12 0,-3 1-10 16,1 1 3-16,4 1-19 0,-4-2-11 0,2 6-9 15,1-1-13-15,-1 3 13 0,0-1-24 0,6-1-6 16,-4 2 0-16,1-1-8 0,-1 2-5 0,3-2 15 15,-4 0-24-15,2 1-3 0,-1-4-14 0,1 3-22 16,0-7-23-16,-2 4-30 0,0-4-37 0,2 1-47 16,1-1-68-16,-3-2-45 0,0 0-63 0,0-1-160 15,0-1-517-15,1-1 229 0</inkml:trace>
  <inkml:trace contextRef="#ctx0" brushRef="#br0" timeOffset="162051.62">13534 8360 146 0,'0'0'296'0,"0"0"-29"16,0 0-32-16,0 0-19 0,0 0-25 0,0 0-16 15,0 0-10-15,0 0-3 0,0 0-8 0,-8 14-7 16,8-7-7-16,0-3-6 0,0 3-9 0,0 1-10 15,-1 1-13-15,2-2-7 0,-1 2-11 0,4 0-4 16,-4 1-6-16,4-3-6 0,-1 3-8 0,-1-2-3 16,5 0-6-16,-4-2-9 0,1-1-19 0,4 0-32 15,2 2-45-15,-2-5-52 0,2 4-62 0,3-6-56 16,-2 1-251-16,0-2-512 0,1-1 227 0</inkml:trace>
  <inkml:trace contextRef="#ctx0" brushRef="#br0" timeOffset="162379.72">13623 8176 265 0,'0'0'275'0,"0"0"-19"16,0 0-25-16,0 0-21 0,0 0-20 0,0 0-21 15,0 0-19-15,0 0-14 0,-7 0-14 0,7 0-16 16,0 0-7-16,0 0-7 0,0 0-14 0,0 0-5 16,0 0-8-16,1 9-6 0,-1-9-4 0,0 0-7 15,0 0-4-15,6 5-3 0,-6-5-3 0,2 3-2 16,-2-3-2-16,0 0-3 0,0 0 1 0,0 0 0 16,0 0 11-16,0 0 8 0,0 0 0 0,11-7 6 0,-11 7-2 15,0-5-5-15,0 5-8 0,0-6 1 0,0 6-9 16,-3-7-5-16,3 7 2 0,0-5-9 15,0 5-12-15,-4-4-18 0,4 4-26 0,0 0-34 0,0 0-36 16,-5-2-35-16,5 2-52 0,0 0-57 0,0 0-202 16,0 0-486-16,0 0 216 0</inkml:trace>
  <inkml:trace contextRef="#ctx0" brushRef="#br0" timeOffset="162817.19">13870 7891 103 0,'0'0'265'0,"0"-5"-11"0,-3 0-6 0,3 0-12 0,0 5-15 16,-1-6-2-16,-2 2-14 0,3 0-5 0,0 4-12 16,-4-5-17-16,4 5-15 0,-1-4-18 0,1 4-10 15,0 0-10-15,0 0-22 0,-4-3-5 0,4 3-11 16,0 0-10-16,0 0-3 0,0 0-6 0,0 0-7 16,-10 11-5-16,5-6-1 0,2 0-9 0,-1 2-5 15,1-1 1-15,-1 2-5 0,1 3 1 0,-1 0 0 16,2 1-4-16,0 0 13 0,-3 0-6 0,5 1-4 15,-3 0-1-15,2 0-3 0,-1 3-3 0,4-3 4 16,-2 0-4-16,1-1 1 0,3 2-12 0,0-3 9 16,2 2-4-16,-1-1 3 0,3 0 1 0,1-1 1 15,3 1-4-15,1 0-3 0,1-5-14 0,-3 1-22 16,1-1-28-16,4-1-33 0,-2-1-35 0,1 2-48 0,-3-5-52 16,3-1-52-16,-3 1-261 0,-1-4-573 0,2 1 253 15</inkml:trace>
  <inkml:trace contextRef="#ctx0" brushRef="#br0" timeOffset="163145.29">14173 7951 98 0,'0'0'298'0,"5"-3"-7"0,-5 3-6 0,1-7-10 15,-1 7-8-15,0-3-18 0,4 0-5 0,-4 3-24 0,0 0-14 16,0 0-20-16,-3-7-18 0,3 7-19 0,0 0-15 16,0 0-15-16,0 0-19 0,0 0-13 15,0 0-13-15,0 0-5 0,0 0-5 0,0 0-8 0,0 0-4 16,0 0-2-16,-8 12-10 0,4-7-1 0,1-1-8 16,-1 1 1-16,1 0-5 0,-6 0-1 0,5 2-5 15,-3 1-1-15,0-2 2 0,0 0-6 0,1 1 1 16,-1-1-5-16,0 2 2 0,1-2-5 0,1 1-2 15,-2-2-7-15,-1 1-17 0,3-1-19 0,-1 0-16 16,2-1-24-16,-1 2-24 0,1-1-25 0,-2-2-38 16,2 1-40-16,1-2-41 0,2 2-41 0,-4-2-178 15,5-2-500-15,-3 5 221 0</inkml:trace>
  <inkml:trace contextRef="#ctx0" brushRef="#br0" timeOffset="163364.01">14014 7972 283 0,'-2'-4'280'0,"2"4"-13"15,0 0-19-15,-3-2-18 0,3 2-22 0,0 0-18 0,0 0-7 16,0 0-7-16,0 0-12 0,16 9-3 0,-9-5-29 16,-2-1-11-16,6 4-11 0,-1-1-10 0,-1 2-12 15,2-1-8-15,-3 3-9 0,3-2-4 0,0 3-11 16,5-1-3-16,-5-1-16 0,0 1-30 0,1 3-30 15,-5-6-37-15,3 4-51 0,-2-4-54 0,-1-3-57 16,-3 3-234-16,1-3-493 0,3-1 219 0</inkml:trace>
  <inkml:trace contextRef="#ctx0" brushRef="#br0" timeOffset="163598.38">14286 8077 98 0,'0'0'261'0,"0"0"-12"0,0 0-21 0,0 0-20 16,0 0-22-16,0 0-18 0,0 0-17 0,0 0-11 15,0 0-16-15,0 0-11 0,0 0-13 0,3 11-9 16,-3-11-6-16,1 8-7 0,1-3-8 0,0 0-7 16,1-1-4-16,0 3-6 0,1 0-2 0,3 0-9 15,0 2-5-15,-2-2-2 0,1 3-11 0,-1-5-30 16,0 1-36-16,2-1-47 0,1 3-31 0,-4-3-48 15,3-3-41-15,0 4-138 0,-2-4-376 0,-2 0 167 16</inkml:trace>
  <inkml:trace contextRef="#ctx0" brushRef="#br0" timeOffset="165395.12">9283 8552 134 0,'0'0'173'0,"1"-5"-2"0,-1 5-2 15,0-4-1-15,0 4 2 0,5-5 2 0,-5 1 5 16,0 4 3-16,3-6-3 0,-2 1-2 0,-1 1 2 0,2 1 4 15,2 1 5-15,-4 2 0 0,0-5 8 0,0 5 4 16,2-6 3-16,0 4 2 0,-2 2-9 16,0 0-5-16,1-4-10 0,-1 4-18 0,0 0-12 0,0 0-13 15,0-5-12-15,0 5-16 0,0 0-14 0,0 0-11 16,0 0-14-16,0 0-10 0,0 0-10 0,0 0-6 16,0 0-2-16,0 0-2 0,0 0-6 0,0 14-3 15,0-7-2-15,-1-2 1 0,1 2-7 0,1 0-2 16,-1 3-3-16,0 0-9 0,3 1-9 0,-2 1-10 15,3 3-22-15,-2-4-21 0,3 0-28 0,-1 4-21 16,2-4-27-16,0 2-28 0,0-2-33 0,3 1-53 16,-2-3-69-16,3 1-71 0,-3-2-215 0,-1-2-649 15,0-1 288-15</inkml:trace>
  <inkml:trace contextRef="#ctx0" brushRef="#br0" timeOffset="167832.43">9303 8619 115 0,'0'0'146'0,"0"0"-10"0,0 0-21 0,0 0-8 15,0 0-15-15,0 0-9 0,0 0-5 0,0 0-9 0,-4 2 0 16,4-2-14-16,0 0 3 0,0 0-9 16,0 0-2-16,0 0-8 0,8 6-1 0,-8-6-4 15,7 1-4-15,-7-1-2 0,0 0 0 0,0 0-4 0,8 1 2 16,-8-1 0-16,0 0-2 0,0 0-5 0,0 0 4 16,5-5-9-16,-5 5-4 0,0 0 6 0,2-4-1 15,-2 4-2-15,1-5 0 0,-1 5 13 0,1-6-2 16,-1 6 2-16,-1-7 12 0,1 7 2 0,-3-6 13 15,-1 2-5-15,3 2 4 0,1 2 6 0,-10-6-1 16,5 5-2-16,2-4-5 0,-1 3-3 0,-1 0-5 16,5 2-6-16,-7-1-2 0,7 1-3 0,-7-3-5 15,7 3-7-15,0 0 3 0,0 0-7 0,-11 2 1 16,11-2 3-16,0 4-9 0,0-4 8 0,4 8-2 16,2-4-2-16,0-1-1 0,3 0-1 0,-3 2-3 15,5-2-4-15,0 1-13 0,0-1-8 0,0-2-4 16,1 0-9-16,-2 3 3 0,3-3-7 0,-5 0 2 0,3-1 9 15,-4 0 3-15,1-1 6 0,-2-4 2 16,-2 4 11-16,0-2 1 0,0-1 4 0,-4 4 4 16,0-9 8-16,0 5 7 0,-3 0 6 0,-1-2 1 0,-1 0 10 15,1 2-1-15,-4 2 2 0,4-3 1 0,-2 2-8 16,1 0-6-16,-2 0-3 0,3 0-3 0,4 3-2 16,-11-1-3-16,11 1-4 0,-8 1-12 0,8-1-18 15,-7 4-17-15,7-4-34 0,-2 6-40 0,4-2-45 16,0 0-59-16,3 2-158 0,0-1-398 0,2 2 177 15</inkml:trace>
  <inkml:trace contextRef="#ctx0" brushRef="#br0" timeOffset="169717.65">14172 7850 101 0,'0'0'205'0,"0"0"-1"0,0 0-6 0,0 0-5 0,0 0-8 15,0 0-8-15,0 0-7 0,0 0-11 0,0 0-11 16,0 0-10-16,-7-2-12 0,7 2-7 0,0 0-9 16,0 0-9-16,0 0-11 0,0 0-9 0,0 0-12 15,0 0-5-15,0 0-5 0,0 0-9 0,0 0-7 16,0 0-4-16,0 0-5 0,0 0-3 0,0 0-3 15,0 0-5-15,0 0-4 0,0 0 1 0,0 0 0 16,0 0 0-16,11 9-4 0,-8-6-4 0,1-1 0 16,-2 2 0-16,3 0-5 0,-1-2-1 0,0 2 2 15,-3-1-5-15,5 1 2 0,-2-1 0 0,1 0-2 16,-1 0 0-16,0 1-1 0,0 1-3 0,-1-2 3 16,0 1-2-16,1 0 2 0,0 0-4 0,-1 1 3 15,1-1 0-15,1-1 0 0,-3 1-1 0,0 2-2 0,2-1-1 16,-1-3 3-16,0 2-1 0,-2 1-1 15,2-1 5-15,-3 0-5 0,5 1 1 0,-5 0-1 16,0-1-1-16,2 1 2 0,-2 0 0 0,1 0 5 0,0 1-2 16,1-1-4-16,-2 1-1 0,0-1 3 0,0 0 0 15,0-1 0-15,0 2 1 0,0 0-3 0,1 0 3 16,-2 0-2-16,1 0-1 0,-2 0 2 0,2 1 0 16,0-3 0-16,0 2 1 0,0 0 2 0,0 0-4 15,0-1 1-15,2 1 0 0,-2-1 1 0,0 0-2 16,0 0 4-16,0-1-3 0,0 1 1 0,0-1 0 15,0-1 1-15,0 3-4 0,0-6 2 0,0 6-2 16,0-2 2-16,0-4 2 0,1 7-1 0,-1-7-1 16,-1 3 3-16,1-3-2 0,-2 5 0 0,1-1-1 15,1-4 2-15,-1 5-2 0,1-5-2 0,0 4 2 16,0-4 0-16,-2 4-2 0,2-4 5 0,-4 4-2 16,4-4 0-16,-1 5-1 0,1-5 4 0,-3 4-2 0,3 0-3 15,0-4 2-15,-4 5-1 0,1-3-1 16,3-2 4-16,-1 7 0 0,1-7 0 0,-3 4-4 15,3 0 0-15,0-4 0 0,-2 5 1 0,0-2 0 0,2-3 0 16,-4 6 0-16,4-6 2 0,-3 5 2 0,3-5-6 16,-5 4 5-16,5-1-2 0,0-3-1 0,-1 4 1 15,1-4-1-15,0 0 2 0,0 0-1 0,-3 2 2 16,3-2-1-16,-4 4 4 0,4-4-2 0,0 0-2 16,0 0 2-16,0 0 3 0,0 0-4 0,0 0 1 15,0 0-3-15,0 0 3 0,0 0 2 0,0 0-4 16,0 0 3-16,0 0-10 0,0 0-24 0,0 0-38 15,0 0-74-15,0 0-80 0,0 0-236 0,0 0-493 16,17-4 219-16</inkml:trace>
  <inkml:trace contextRef="#ctx0" brushRef="#br0" timeOffset="172589.24">13402 8556 115 0,'0'0'128'0,"0"0"-3"15,0 0-6-15,0 0-2 0,0 0 2 0,0 0 3 16,0 0-1-16,0 0-2 0,0 0 1 0,0 0 1 15,0 0 1-15,0 0-1 0,0 0 4 0,0 0 1 16,0 0 0-16,0 0 3 0,0 0 0 0,0 0 4 16,0 0-1-16,-1-4 5 0,1 4-7 0,0 0-3 15,0 0-15-15,0 0-12 0,1-5-8 0,-1 5-8 16,3-4-4-16,-3 0-15 0,1 1-7 0,2-2-1 0,1 2-9 16,0-1-6-16,0-1-6 0,-1 2-4 0,0-2 1 15,4 2-5-15,-3-3 2 0,-2 1-4 16,4 0-6-16,-1 1 0 0,-1 0-2 0,-1 0-4 0,1 1-1 15,0 0-3-15,-1 1-1 0,-2-4 3 0,2 2 3 16,2 2-5-16,-5-2-1 0,4-1 5 0,-4 5 4 16,4-2-2-16,-2-3 3 0,-2 5-6 0,4-5 5 15,-4 0-3-15,1 2 0 0,-1 3 3 0,4-6-2 16,-4 6 0-16,3-4 1 0,-1 1-7 0,-1-1 3 16,-1 4 1-16,5-5-10 0,-5 5-2 0,6-1 4 15,-4-2-5-15,-2 3 5 0,6-6-3 0,-2 3 0 16,0 1 2-16,-4 2-1 0,8-3-3 0,-4 2 0 15,-4 1 2-15,7-1-3 0,-3-4 2 0,-4 5 2 0,6-1-3 16,-6 1 0-16,0 0 1 0,5-1-2 16,-5 1 1-16,5-3-4 0,-5 3 3 0,0 0 0 15,0 0-1-15,0 0 0 0,0 0 0 0,0 0 8 0,0 0-17 16,0 0 8-16,0 0-4 0,0 0 7 0,0 0-9 16,0 0 3-16,0 0 1 0,0 0 1 15,0 0 0-15,0 0 2 0,0 0-1 0,0 0-3 0,0 0 0 16,0 0-1-16,0 0 0 0,0 0 2 0,0 0 10 15,0 0-12-15,7 10 4 0,-8-8-3 0,1 2 2 16,0-4 1-16,0 7 3 0,-2 0-4 0,2-2 3 16,0 4-3-16,-1-2 3 0,1 0-1 0,0 2 1 15,-1 1-2-15,-1 2-1 0,2-1 2 0,0 1-3 16,0 2 4-16,0-3 12 0,0 2-15 0,0 1 7 16,2-2-5-16,-2 5 3 0,0-3 2 0,1-1-3 15,2 4 8-15,-2-4-9 0,2-2-1 0,1 2 3 0,-4 0 0 16,4-1-1-16,-2-1 1 0,-1 1-1 0,2-1-1 15,-2-1-1-15,4 1 6 0,-2-1-6 0,-3 0 6 16,3-1-3-16,-2-2 1 0,2 1-3 0,1-1-2 16,-4-2-3-16,0 3 5 0,0-2-5 0,3 1 5 15,-2-2 0-15,-1 1 2 0,0-1-2 0,0 0 3 16,0-1-1-16,-1 1 2 0,1 1-4 0,-3-3 12 16,3 2-3-16,-1-1 7 0,-2 0 7 0,2 0 7 15,-2 0 5-15,0 0-2 0,0-2 21 0,3-2 8 16,-6 7 11-16,2-3 3 0,-1-2 8 0,1-1 2 15,-1 2 1-15,-1-2-1 0,1 0 6 0,-2 2 0 16,0-3 3-16,7 0-2 0,-16 0 4 0,12-2 3 0,-5 1 4 16,0 0 3-16,1-1 6 0,1-1 0 0,1-1 1 15,-1 0-1-15,1-1-2 0,0-1-5 16,0-3-9-16,-1 0-5 0,6-3-7 0,-2 0-10 0,3-3-8 16,-1-4-7-16,2-3-14 0,3 2-16 0,6-10-24 15,2 5-30-15,-1 1-33 0,4 1-34 0,-1-3-40 16,-1 11-47-16,5-6-58 0,-1 5-68 0,-3 1-60 15,2 1-84-15,-2 4-404 0,-3 1-923 0,1 3 408 16</inkml:trace>
  <inkml:trace contextRef="#ctx0" brushRef="#br0" timeOffset="173573.54">14621 7997 265 0,'0'0'305'0,"-3"-3"-26"0,3 3-28 0,0 0-30 15,-4-3-22-15,4 3-22 0,0 0-17 0,0 0-17 16,0 0-11-16,0 0-10 0,0 0-12 0,0 12-8 0,1-8-5 16,2-2-3-16,1 2-3 0,0 1-7 0,2-2-5 15,-2-1-11-15,0 2 5 0,3-1 7 16,-5 0-5-16,2-2 3 0,-4-1 15 0,7 2 6 0,-7-2 23 15,7 2-22-15,-7-2 6 0,0 0 0 0,0 0 3 16,12-5 3-16,-8 0-10 0,-4 3-3 0,0 2-14 16,0-6 7-16,0 6-21 0,-4-11-7 0,-1 7-10 15,4 1-4-15,-2-1-12 0,-1 0-19 0,1 1-23 16,-1 1-21-16,0-1-36 0,4 3-43 0,-7-4-31 16,7 4-23-16,0 0-29 0,0 0-41 0,-11 5-47 15,11-5-47-15,2 8-230 0,0-4-597 0,6-1 265 16</inkml:trace>
  <inkml:trace contextRef="#ctx0" brushRef="#br0" timeOffset="174526.59">14901 7783 225 0,'4'-5'374'16,"-4"-1"-13"-16,4 0-14 0,-4 1 0 0,2-1-15 15,0 0-1-15,0 3-14 0,1-1-13 0,-3-2-24 16,0 6-19-16,1-6-21 0,0 5-32 0,-1 1-18 15,3-6-23-15,-3 6-22 0,1-4-14 0,-1 4-21 16,0 0-20-16,0 0-12 0,0 0-5 0,0 0-11 16,0 12-16-16,0-5-13 0,-1 3-12 0,1 1-15 15,0-2-14-15,0 7-9 0,2 1-9 0,0-1-16 0,-1 1-11 16,3 1-6-16,-1 0-6 0,1 0-13 0,-2-2 6 16,4 0-6-16,-3-4 4 0,2 1 2 15,-2 0 5-15,1-3-3 0,-2 1 7 0,0-4 7 0,1 0 7 16,0-2 6-16,1 0 3 0,0-3 4 0,0 1 4 15,3-2 7-15,-7-1 0 0,9-1 6 0,-2-3 2 16,-4 0 4-16,3-1 4 0,7-1 1 0,-9-3 17 16,6 1 7-16,-2-1 22 0,0-3 3 0,-3 1 7 15,2-1 17-15,1-4 4 0,-1 5 12 0,-2-1 0 16,0 2 8-16,-1-2-13 0,-2 2 0 0,6 0 2 16,-5 3-5-16,0-1-9 0,-2 2-3 0,2 1-10 15,-2 1-9-15,1 0-6 0,-2 0-15 0,0 4-12 16,0 0-15-16,5-2 2 0,-5 2 1 0,0 0 1 0,6 9 0 15,0-4-2-15,-3 1 6 0,3 4-6 16,-1-2-8-16,1 3 3 0,-1-2 7 0,4 2-4 16,-3-1 2-16,2-2-2 0,0 2 3 0,0-2-5 0,2 1 5 15,-2-3 6-15,1-2-7 0,1 3 4 0,-2-4 2 16,2 2 0-16,-2-3-2 0,0-1 7 0,2-4 2 16,-5 2-10-16,4 0 7 0,1-3 8 0,-3-1-1 15,1-2 17-15,-4-1 1 0,3-3 14 0,-2 1-2 16,0 0 10-16,-3-3 8 0,-2-1-4 0,4-3-5 15,-1 1-6-15,-3-1-3 0,0 1-4 0,-3-1-5 16,-1 5-7-16,4-3-14 0,-2 6-19 0,0-3-15 16,1 4-49-16,-1-1-40 0,1 3-47 0,-2 3-41 15,3-2-56-15,0 5-35 0,-5-3-48 0,5 3-58 16,0 0-222-16,-7 8-668 0,6-5 296 0</inkml:trace>
  <inkml:trace contextRef="#ctx0" brushRef="#br0" timeOffset="175651.51">15453 8119 34 0,'0'0'322'0,"0"0"-3"0,-5 2-9 16,5-2-6-16,0 0-8 0,0 0-15 0,0 0-14 15,0 0-9-15,0 0-42 0,0 0-17 16,0 0-21-16,15-8-22 0,-10 4-13 0,2 0-19 0,1 2-10 16,-1-2-12-16,-2-1-8 0,5 1-13 0,1 0-11 15,-3-1 1-15,2-1-9 0,-4 3-7 0,1-1 11 16,3-2-30-16,-2 1 3 0,0 0-10 0,-3 2 2 15,2-3-4-15,-1 2 2 0,-2 0 5 0,2 2-3 16,-3-3-6-16,1 2 0 0,-2 0-2 0,-2 3 5 16,5-2-7-16,-5 2-5 0,0 0 9 0,1-4-26 15,-1 4-2-15,0 0-1 0,0 0-1 0,0 0-4 16,6 7 0-16,-5-2 3 0,-1 2 0 0,3-1-2 16,2 7 6-16,-2-3-3 0,1 1-3 0,0 2 8 15,3 4-3-15,-3 0 27 0,4-2-33 0,-1 3 5 16,1-1 7-16,-1-1-5 0,4 1 0 0,-3 0-1 15,-1-2 1-15,1 2-4 0,-1 1-3 0,1 1 7 0,-4-6-3 16,0-3-2-16,2-1 5 0,-2 0-4 0,-3 1 1 16,3-1-3-16,-3-2 6 0,2-1 5 15,-6 1-7-15,3-2 3 0,-1-2 8 0,-3 1 16 0,2 2 15 16,-3-4 18-16,-3-1 14 0,3 2 11 0,-5-3 4 16,2 0 9-16,1-1 1 0,-5 1 4 0,1-2 0 15,0-1-4-15,3-1-10 0,-5 1-3 0,2-1-9 16,2 2-3-16,0-1-3 0,2-3 5 0,-1 2 0 15,2 0-5-15,0-2 6 0,3-1-19 0,0 1-4 16,1-4-8-16,0 3-7 0,2-1-23 0,2 0-29 16,0-3-37-16,4 1-42 0,3-5-48 0,2-1-46 15,0 1-39-15,3-1-50 0,-3 1-63 0,3-3-55 16,-5 3-332-16,2-2-789 0,1 2 349 0</inkml:trace>
  <inkml:trace contextRef="#ctx0" brushRef="#br0" timeOffset="176010.85">15641 7867 155 0,'-4'-4'337'0,"4"4"-12"16,0 0-18-16,0 0-23 0,-2-3-8 0,2 3-21 15,0 0-20-15,0 0-20 0,0 0-22 0,0 0-22 16,0 0-10-16,0 0-20 0,0 0-13 0,0 0-4 16,0 0-22-16,0 0 2 0,0 0-20 0,0 0-15 15,0 0-5-15,0 0 1 0,0 0-6 0,0 0-2 16,0 0-6-16,0 0 30 0,0 0-10 0,0 0 7 0,6-4-10 16,-6 4-5-16,3-4-2 0,-3 4-7 15,5-4 15-15,-5 1-12 0,2 0-3 0,0-1 4 16,0 0-3-16,-1 0-2 0,0 0 2 0,-1 4-15 0,2-6 2 15,0 3-5-15,-2 3-6 0,0-5-11 0,0 5-27 16,0 0-37-16,3-4-45 0,-3 4-46 0,0 0-17 16,0 0-19-16,0 0-32 0,-11 9-55 0,7-4-75 15,-1 0-271-15,1 2-652 0,1-1 289 0</inkml:trace>
  <inkml:trace contextRef="#ctx0" brushRef="#br0" timeOffset="179475.77">16755 7886 124 0,'-3'-5'341'0,"3"5"3"0,0 0 11 0,0 0 10 15,0 0 7-15,0-5 5 0,0 5 0 0,0 0-5 16,0 0-9-16,-1-4-9 0,1 4-22 0,0 0-13 15,0 0-26-15,0 0-14 0,0 0-28 0,0 0-21 16,0 0-19-16,0 0-15 0,0 0-17 0,0 0-16 16,0 0-17-16,0 0-13 0,0 0-13 0,0 0-15 0,8-4-11 15,-8 4-21-15,12-1-7 0,-4 1-25 0,3 0-25 16,3-1-25-16,-2 1-26 0,4 0-28 0,4 0-26 16,1 0-32-16,1 1-32 0,-4-1-30 0,1 0-32 15,-1 0-25-15,-4 1-11 0,0 1-12 0,2-4-16 16,-8 4-32-16,3-1-8 0,-3-1-17 0,-1 0-27 15,-1 1-265-15,-2 1-678 0,-4-2 300 0</inkml:trace>
  <inkml:trace contextRef="#ctx0" brushRef="#br0" timeOffset="179741.38">16749 8093 118 0,'-2'3'329'0,"2"-3"1"16,0 0-3-16,0 0 3 0,0 0-29 0,0 0-10 15,0 0-18-15,0 0-20 0,0 0-21 0,19-3-24 16,-11 2-25-16,-1 1-10 0,5 0-19 0,1 1-17 16,0-2-16-16,0 1-7 0,9 1-12 0,-4 0-13 15,3 1-10-15,-3-2-13 0,3 2-39 0,-3 0-32 16,-4 1-43-16,1-2-37 0,0 1-42 0,-4 1-47 15,4 1-59-15,-3-3-56 0,-1 3-257 0,-1-3-592 16,-1 1 262-16</inkml:trace>
  <inkml:trace contextRef="#ctx0" brushRef="#br0" timeOffset="181914.61">18168 7862 9 0,'0'0'345'0,"3"-4"-15"0,-3 4-13 15,1-5-9-15,-1 5-13 0,2-4-27 0,-2 4 3 16,-2-5-28-16,2 5-10 0,-4-4-23 0,4 4-18 0,-3-5-28 15,1 2-10-15,2 3-27 0,-10-2-7 0,3-1-2 16,-1 2-36-16,1 2 2 0,-5-1-11 0,-3-1-4 16,3 1-14-16,-6 0-2 0,-1 3-3 0,-1-1 2 15,2 1 0-15,4 0-21 0,-2-1-5 0,2 1-4 16,1 2-9-16,1-2 5 0,0 2-3 0,3-2-4 16,0 4 1-16,5-4-7 0,-3 1-2 0,3 2-2 15,1-1 3-15,5 2-2 0,2 0 4 0,4 1-11 16,5 3 12-16,6 1 15 0,10 1-25 0,5 0-4 15,1-3-7-15,2 1-4 0,4-1-13 0,0-2-13 16,-1 1 4-16,1-3-3 0,-1-1-4 0,-2 3-4 16,-4-4 1-16,-2-1-7 0,-9 0 6 0,3-3 7 0,-6 2 3 15,-2-2 7-15,-4 0 5 0,1-2 6 0,-5-1 3 16,-1 1 1-16,-1-2 19 0,-1 0 5 0,-3-1 8 16,-1-1 4-16,-2 2 6 0,1-2 3 0,-4-2 6 15,2-1 6-15,-4-2-4 0,-1 3-5 0,-4-2 6 16,3 2-17-16,-7-4 2 0,4 6-5 0,-6-7-2 15,4 6-1-15,-6-2-3 0,1 1-5 0,-3-1 0 16,6 4-2-16,-3-2-12 0,2 3-15 0,-1 2-16 16,5-2-14-16,-1 0-20 0,2 3-13 0,4-2-24 15,-2 2-18-15,1 0-17 0,6 1-34 0,-9-3-39 16,6 2-48-16,3 1-199 0,-7-4-505 0,6 2 223 16</inkml:trace>
  <inkml:trace contextRef="#ctx0" brushRef="#br0" timeOffset="182227.09">18315 7670 253 0,'-3'-3'334'15,"3"3"-13"-15,0-5-21 0,0 5-27 0,0 0-23 0,-1-5-33 16,1 5-21-16,0 0-23 0,0 0-15 0,0 0-18 15,0 0-15-15,0 0-13 0,1 18-8 0,-1-9-11 16,3 3-12-16,0 4-4 0,2 2-7 0,-2 1-7 16,2 0-2-16,1 11-7 0,-1-3-8 0,2 1-2 15,-2-1-5-15,-2-6 1 0,4 6-4 0,-7-5-5 16,6-1-5-16,-3 1-1 0,-1-2-2 0,0 1 1 16,0-1-4-16,-1 0 0 0,1-2-14 0,0-1-18 15,1 2-22-15,-2-2-14 0,1 0-22 0,-1-4-37 16,3-1-45-16,-1 1-51 0,4-4-57 0,-2 1-232 15,2-1-532-15,1 0 235 0</inkml:trace>
  <inkml:trace contextRef="#ctx0" brushRef="#br0" timeOffset="182602.06">18592 8261 2 0,'0'0'398'16,"0"-8"7"-16,0 8 25 0,-1-6-1 0,1 6-2 15,0 0-23-15,0-4-27 0,0 4-36 0,0 0-42 16,-1-4-28-16,1 4-34 0,0 0-27 0,0 0-25 16,0 0-18-16,0 0-23 0,0 0-7 0,-2 16-14 0,4-10-13 15,-1 1-9-15,0-2-11 0,1 3-8 0,-1 2-9 16,-1 1-15-16,3 2-21 0,0-1-18 16,-1 1-25-16,1 0-20 0,0-1-36 0,-2-1-42 0,2-2-28 15,-2 0-31-15,3 2-22 0,-3-6-33 0,2 3-41 16,-1-1-49-16,-1-2-48 0,-1-3-268 0,4 0-674 15,0 1 299-15</inkml:trace>
  <inkml:trace contextRef="#ctx0" brushRef="#br0" timeOffset="183055.15">18875 7773 90 0,'0'0'349'0,"0"-5"-6"15,0 5-10-15,0-5-14 0,0 5-20 0,-2-3-21 16,2 3-13-16,0 0-50 0,0 0-25 0,-6-1-17 16,6 1-23-16,0 0-24 0,0 0-3 0,-13 8-15 15,9-5-12-15,-2 4-7 0,-1 0-17 0,1 2 1 16,0 1-6-16,-1 6-11 0,2-5 3 0,-1 1-5 15,3 1-5-15,0 0-5 0,1 0 18 0,1 4-19 16,1 0-10-16,-1 0 12 0,2-3-16 0,2 6 5 16,2-7-15-16,0 3 16 0,4-1-8 0,-4-3-17 0,7 2-29 15,-1-1-32-15,0-3-38 0,3 0-47 0,1 3-51 16,-3-7-59-16,1 0-53 0,1 1-256 16,-2-4-602-16,1-2 266 0</inkml:trace>
  <inkml:trace contextRef="#ctx0" brushRef="#br0" timeOffset="183320.75">19199 7777 201 0,'0'0'314'0,"5"-5"-21"0,-5 5-26 15,0-4-22-15,0 4-30 0,0 0-20 0,0 0-24 16,0 0-21-16,0 0-19 0,0 0-13 0,0 0-8 15,0 0-14-15,-12 10-10 0,7-5-8 0,1 1-9 16,-2 3-7-16,-2 1-3 0,1 2-8 0,-2 0-6 16,3 0-2-16,-7 4-3 0,6 0-2 0,-5-1-6 0,2 2-4 15,1 0-1-15,-1-3-2 0,-1 1-4 0,0-2-1 16,3 0-21-16,1-4-22 0,-1 1-21 16,0 0-32-16,3 1-30 0,-1-4-42 0,2 0-38 0,-1-3-47 15,-1 1-170-15,2-3-435 0,3 2 193 0</inkml:trace>
  <inkml:trace contextRef="#ctx0" brushRef="#br0" timeOffset="183539.49">19007 7852 170 0,'-1'-3'217'15,"1"3"-27"-15,0 0-19 0,0 0 0 0,0 0-7 16,5 12-9-16,-3-8-11 0,1 2-11 0,2 2-15 15,0 1-10-15,2 0-9 0,0 2-9 0,0 0-8 16,2-2-8-16,2 4-6 0,-1-3-6 0,5 3-9 16,-3-1-5-16,1 1-26 0,1-3-52 0,-1-2-53 0,1-2-56 15,-3-1-55-15,1 0-122 0,1-1-342 0,-3-1 151 16</inkml:trace>
  <inkml:trace contextRef="#ctx0" brushRef="#br0" timeOffset="183805.14">19282 7703 259 0,'0'-3'306'16,"0"3"-27"-16,0-4-26 0,0 4-28 0,0 0-19 16,0 0-17-16,0 0-12 0,15 5-13 0,-11 0-15 15,1 0-11-15,4 2-15 0,-2 3-12 0,2-2-10 16,0 2-16-16,0-1-1 0,0 3-5 0,1 2-13 15,-1 2-6-15,-2-2-4 0,2 1-4 0,-3-2-13 16,1 3-1-16,-3-1-3 0,-1 3 0 0,-1-2-5 16,4-1-6-16,-5 1-20 0,-1-5-18 0,0 4-20 0,-1-2-18 15,-6-2-29-15,4 1-28 0,-5-2-55 0,3-1-30 16,-1 1-48-16,-2-2-172 0,4 1-447 16,1-3 199-16</inkml:trace>
  <inkml:trace contextRef="#ctx0" brushRef="#br0" timeOffset="184112.12">19583 7910 130 0,'0'0'150'0,"0"0"-8"0,0 0-21 15,0 0-8-15,0 0-9 0,0 0-11 0,0 0-12 16,0 0-2-16,0 0-4 0,2 15-9 0,-2-15-1 16,0 3-5-16,0-3-2 0,3 4-10 0,-3-4-8 15,0 0 23-15,0 0 19 0,0 0 6 0,0 0 15 0,0 0 14 16,0 0 12-16,0 0 4 0,0 0-10 16,0 0-6-16,0 0-19 0,0 0-11 0,-3-11-7 15,3 11-11-15,0-7-11 0,-2 2-18 0,2 5-23 0,-5-2-29 31,5 2-33-31,-2-4-41 0,2 4-49 0,-2-4-46 16,2 4-214-16,0 0-429 0,0 0 190 0</inkml:trace>
  <inkml:trace contextRef="#ctx0" brushRef="#br0" timeOffset="184705.84">19811 7697 159 0,'0'0'285'0,"-3"-4"-29"0,3 0-29 15,0 4-25-15,0 0-28 0,0 0-13 0,0 0-17 16,0 0-15-16,0 0-14 0,-4 12-7 0,4-7-11 15,0 1-13-15,-2 1-5 0,2 3-8 0,0-1-6 16,2 2-8-16,-2 3-7 0,0-2-2 0,0 1-3 16,3 0-5-16,-2-1-3 0,2 0-5 0,1 1-3 15,-2-1-1-15,1 0-2 0,0-3-4 0,0 0-3 16,-2-1-4-16,2-4-2 0,1 3-2 0,-4-1-1 16,2-3 0-16,0-1 2 0,1 2 1 0,-3-4 0 0,0 0-3 15,12 0-4-15,-12 0 3 0,7-6 0 0,0 5-2 16,-2-5 1-16,0 2 0 0,1-3 9 0,2 1 4 15,-1-2 8-15,-3-2 8 0,3 1 2 0,1-1-3 16,-1 2 12-16,-4 1 4 0,2 1 5 0,1 0 6 16,-5 1-14-16,4 1-2 0,-1 0-5 0,-4 0-6 15,0 4-5-15,4-6-15 0,-4 6-9 0,3-1-2 16,-3 1 1-16,0 0 0 0,9 7 1 0,-5-2-5 16,1 2 6-16,0 0-8 0,-1 1 4 0,3 2-3 15,-1-1 0-15,1-1 3 0,-1 1-3 0,1-3 2 16,3 3-3-16,-2-1 3 0,5 0-1 0,-6 0 4 15,5-4-3-15,-5 1 2 0,1-3 3 0,-1 1 1 16,5-2 0-16,-5-1-1 0,0-1 8 0,1-3-5 16,0-1 13-16,-1 3 1 0,1-8 6 0,-1 1-1 15,-3 0 3-15,3-3 2 0,-2 0 0 0,-3-1 1 16,-1 0-5-16,1-5-4 0,-2 5-3 0,2-3-9 16,-2 1-20-16,0 4-7 0,-2-2-13 0,2-1-27 0,-2 7-32 15,2-2-37-15,-1 3-45 0,-2 1-51 0,0 0-37 16,-1 3-50-16,4 2-164 0,-8-2-506 0,8 2 224 15</inkml:trace>
  <inkml:trace contextRef="#ctx0" brushRef="#br0" timeOffset="184955.82">20310 7971 59 0,'0'4'216'0,"0"0"7"0,0-4-9 0,0 7-16 16,0-2-9-16,0 2-8 0,0 0-17 0,0 1-13 0,-1 2-15 15,1 2-10-15,0 2-13 0,0-2-11 16,0 1-9-16,1 3-8 0,3 2-7 0,-2 0-10 16,-1-2 0-16,0 1-7 0,1 1-16 0,2-1-52 0,-4 0-62 15,-3-4-69-15,7-1-88 0,-4 0-129 0,0-1-386 16,0-5 171-16</inkml:trace>
  <inkml:trace contextRef="#ctx0" brushRef="#br0" timeOffset="185674.51">20883 7871 84 0,'0'0'394'0,"0"0"-2"16,-1-5-1-16,1 5 4 0,-2-5-10 0,2 5-18 16,-3-6-18-16,3 6-18 0,-1-3-19 0,1 3-17 15,-3-4-15-15,3 4-20 0,0 0-13 0,0 0-20 16,0 0-17-16,3-6-19 0,-3 6-23 0,0 0-18 15,6-3-18-15,-6 3-26 0,13-1-24 0,2 1-27 16,5 0-26-16,0 0-25 0,3-1-23 0,1-1-35 0,-1 1-25 16,6 1-28-16,-6-2-23 0,-1-1-30 15,-1 1-28-15,0 1-18 0,-6 0-28 0,-2-2-36 16,2 1-22-16,-5-3-29 0,0-1-25 0,-4 3-226 16,-2-2-620-16,0 0 275 0</inkml:trace>
  <inkml:trace contextRef="#ctx0" brushRef="#br0" timeOffset="185862">21039 7708 95 0,'0'0'155'0,"-4"-2"3"0,4 2 14 0,0 0 2 15,0 0 6-15,-4 6-8 0,4-6-9 0,0 7-11 16,0 0-6-16,4-2-8 0,-4 5-16 0,2-3-10 16,0 4-13-16,0-2-7 0,0 4-11 0,1 0-3 15,-3 2-7-15,5 2-8 0,-5 0-5 0,3 0-5 16,-2-3-5-16,2 0-1 0,0 2-38 0,1 0-43 15,-1-4-55-15,1 0-62 0,2 0-73 0,0-2-133 16,0-1-387-16,6 0 171 0</inkml:trace>
  <inkml:trace contextRef="#ctx0" brushRef="#br0" timeOffset="186379.1">21576 7628 170 0,'2'-4'327'0,"-1"1"-28"0,-1 3-27 15,0 0-30-15,4-2-18 0,-4 2-25 0,0 0-18 16,10 0-15-16,-10 0-19 0,8 4-20 0,-1-1-12 16,-3 1-9-16,3 1-13 0,0-1-9 0,3 4-9 15,-4 2-5-15,3-2-8 0,1 1-6 0,1-1-2 16,-3 0-9-16,2 3 0 0,-1-4-9 0,0 3-3 15,1 1-1-15,-2-6-3 0,2 3-6 0,-5-2 3 16,3-2-8-16,-1 3 0 0,1-5 3 0,-1 0-4 16,-3 0-1-16,2-1 0 0,1 0 1 0,-7-1-1 15,0 0-5-15,14-2 3 0,-10 0-3 0,-1-1-3 16,1 0-1-16,-1-2-5 0,-2 1 4 0,1 0-6 16,0-3 6-16,-4 0-5 0,0 0 3 0,-2-2 1 0,3 3-4 15,-5-1 5-15,-2-2 0 0,1 2-2 0,-5 1 0 16,3-2-2-16,-5 2 1 0,3 0-3 0,-3-2 6 15,-3 0-4-15,-2 0 1 0,7 3 0 16,-1 0-2-16,0 0 1 0,2 0 1 0,3 2-1 0,0 2-1 16,4-2 0-16,-2 3 0 0,6 0-1 0,-7-2 1 15,7 2 1-15,0 0-1 0,0 0 1 0,0 0 2 16,25 2-3-16,-13 1 2 0,8 1-5 0,-2-1 5 16,2 0-2-16,-2 2 1 0,1 0-1 0,3-2-1 15,-4 2-1-15,1-1 1 0,-6 0 0 0,2-3-3 16,-4 2-6-16,0-1-2 0,-4-1-6 0,0 1-5 15,-2-2-15-15,-1 1-19 0,1 2-20 0,-5-3-35 0,6 2-42 16,-6-2-53-16,0 0-19 0,0 0-225 16,0 0-486-16,0 0 215 0</inkml:trace>
  <inkml:trace contextRef="#ctx0" brushRef="#br0" timeOffset="186941.56">21752 7633 104 0,'0'0'233'0,"-1"-8"-13"0,-3 7-14 0,2-3-21 16,-2 2-13-16,4 2-20 0,-10-7-11 0,5 7-14 16,1-3-12-16,4 3-13 0,-14 0-9 0,5 0-6 15,-2 0-6-15,2 4-7 0,0-1-9 0,-4 1-4 16,3 0-2-16,-1 2-8 0,-2-1-1 0,2 2-7 15,0-1-2-15,0 1 0 0,0 1-7 0,-1 0-1 16,4 0-5-16,0 2 1 0,2-1-1 0,1 2-3 16,-1 0 2-16,9-1 2 0,-3 3-3 0,4-3-4 15,4 3 4-15,3 0-4 0,5-1 0 0,6 4-4 16,4 0 0-16,0 0-5 0,4-4-8 0,1 0-13 16,5-2-12-16,-4-3-6 0,2 0-7 0,0-2-5 15,1-2 0-15,-2 0-6 0,-4-4 7 0,-6 1 9 16,-3-4 4-16,-1 1 1 0,-1-3-6 0,-3 1 14 0,-4-3 13 15,-3-1 1-15,1-3 5 0,-5 1 7 0,-1-2 8 16,-6 0 9-16,1-3 4 0,-9 0 6 16,3-1-1-16,-6 1-6 0,-12-2-6 0,3-1 6 15,-3 1-10-15,2 5-2 0,6 1 1 0,-2 4-6 0,-2 1 0 16,4 2-3-16,2 4-1 0,1-1-9 0,0 1-20 16,7 0-12-16,-2 3-20 0,1 0-28 0,2 1-28 15,3 1-31-15,3 0-37 0,1 0-47 0,1 2-126 16,1-1-377-16,2 2 167 0</inkml:trace>
  <inkml:trace contextRef="#ctx0" brushRef="#br0" timeOffset="187238.41">21802 7563 73 0,'0'0'211'0,"0"0"-21"0,0 0-14 0,-7 6 10 16,7-4-3-16,0 4-3 0,-1 0-3 0,2 5-6 15,-1 1-9-15,5 5-17 0,-3 1-9 0,2 1-8 0,2 0-16 16,-1 7-12-16,2-1-12 0,-2 5-3 0,2-2-9 16,-1-3-7-16,1 4-7 0,2-1-3 0,-5-1-5 15,6 1-5-15,-5-3-10 0,3 1-11 0,-5-7-40 16,0-1-43-16,-2 0-61 0,0-4-64 0,2-1-78 15,1-1-129-15,-4 1-419 0,4-3 187 0</inkml:trace>
  <inkml:trace contextRef="#ctx0" brushRef="#br0" timeOffset="187691.5">22062 8054 2 0,'-4'-2'416'0,"4"2"-13"0,0 0-9 16,0-6-13-16,0 6-27 0,0 0-32 0,0 0-34 16,0 0-33-16,0 0-25 0,0 0-24 0,0 0-25 15,15 7-18-15,-8-3-16 0,0 0-16 0,-2 2-21 16,4-1-11-16,-4 2-5 0,1-1-13 0,-1-1-12 16,0 3-5-16,-1-2-12 0,1 0-8 0,-2 1 1 15,0-2-6-15,0 1-13 0,-3 0-1 0,0 0-10 16,0-1-1-16,0-1-2 0,0-4 5 0,-2 6 4 15,2-2-5-15,0-4 2 0,2 5-1 0,-2-5 4 0,-2 4 0 16,2-4-6-16,0 0 6 0,0 0-2 16,0 0 7-16,4 4 0 0,-4-4-7 0,0 0-22 15,0 0-28-15,13-7-27 0,-4 5-33 0,1-2-33 0,-1 0-24 16,3 1-33-16,3-3-43 0,3 0-48 0,-2-2-43 16,2-1-264-16,1-1-627 0,0-2 277 15</inkml:trace>
  <inkml:trace contextRef="#ctx0" brushRef="#br0" timeOffset="187972.73">22331 7506 31 0,'0'0'287'0,"0"0"-20"0,-6-2-22 16,6 2-23-16,-5-3-25 0,5 3-25 0,0 0-16 15,0 0-13-15,0 0-16 0,-5 9-7 0,4-4-12 0,1 2-9 16,-3-1 7-16,2 4-2 0,-1 0-11 16,-2 1-5-16,4 0-7 0,0 3-5 0,-2 1-10 15,0 1-2-15,-1-3-7 0,2 3-2 0,1 2-7 0,-1 0-1 16,2-1-2-16,-1-3-11 0,3 4 3 0,1-1-2 16,3-2 1-16,1 2-7 0,1-4-2 15,0 2-4-15,0-4-15 0,5 2-29 0,-1-3-41 16,6 2-41-16,-1-2-48 0,-2-2-40 0,2 0-44 0,0-3-194 15,-5-2-464-15,5-1 206 0</inkml:trace>
  <inkml:trace contextRef="#ctx0" brushRef="#br0" timeOffset="188207.09">22708 7637 55 0,'-5'0'198'15,"5"0"-13"-15,0 0-15 0,-11 4-9 0,5-2-10 0,1 2-13 16,-2 1-14-16,2 2-9 0,-4 1-10 16,4 2-11-16,-4-2-9 0,3 4-5 0,-3-1-8 15,4 2-7-15,-5 2-5 0,0-2-4 0,3 4-3 16,2-2-7-16,-2 1-5 0,-1-1-2 0,2-3-4 0,1-2-31 16,1 0-40-16,-3-1-41 0,5-1-36 0,-4-3-39 15,6 0-141-15,-4 0-316 0,3-1 140 16</inkml:trace>
  <inkml:trace contextRef="#ctx0" brushRef="#br0" timeOffset="188410.2">22555 7675 141 0,'2'-3'303'16,"-2"3"-20"-16,0-5-27 0,0 5-31 0,0 0-21 15,0-5-23-15,0 5-23 0,0 0-17 0,0 0-14 16,0 0-9-16,3 15-12 0,-2-9-10 0,0 1-9 15,2 4-5-15,1-2-11 0,2 2-7 0,-2 2-7 16,4 1-1-16,3 3-8 0,-1-3-12 0,2 1-30 16,-1-1-31-16,2 0-54 0,-1-1-50 0,-1-3-42 15,3 1-53-15,-2-2-146 0,1-4-400 0,-3-1 176 16</inkml:trace>
  <inkml:trace contextRef="#ctx0" brushRef="#br0" timeOffset="188675.8">22809 7524 275 0,'0'0'271'16,"0"0"-29"-16,-3-6-25 0,3 6-24 0,0 0-19 16,0 0-20-16,0 0-11 0,0 0 1 0,5 17-5 15,-2-10 0-15,1 2 2 0,0 3-11 0,2-1 1 16,3 2-15-16,-2 2-5 0,1 1-10 0,2 1-10 15,1 0-5-15,0 1-9 0,-2 0-8 0,2 0 0 16,-4-1-10-16,1 2-6 0,-2-4-8 0,-1 1-3 16,0-3-2-16,-2 2 4 0,-3 1-11 0,1-3-23 15,-2 0-23-15,0 0-22 0,-6 5-33 0,0-2-36 16,-1 2-60-16,1-6-76 0,-6 3-247 0,4-5-525 0,-2-2 233 16</inkml:trace>
  <inkml:trace contextRef="#ctx0" brushRef="#br0" timeOffset="189738.22">23180 7785 298 0,'0'0'295'0,"0"0"-24"0,0 0-26 0,0 0-24 16,0 0-19-16,0 0-27 0,0 0-16 0,0 0-19 0,-12-2-14 15,12 2-14-15,0 0-6 0,0 0-15 0,0 0-5 16,0 0-9-16,11 10-6 0,-9-9-7 0,1 3-5 16,1-1-2-16,0 0-9 0,2 0-7 0,-3-1-3 15,1 1-5-15,-4-3-7 0,9 3-7 0,-6-2 1 16,-3-1-17-16,5 1-24 0,-5-1-26 0,0 0-34 15,6-5-41-15,-5 1-38 0,1 0-55 0,-1-1-192 16,-1 0-440-16,-1 0 195 0</inkml:trace>
  <inkml:trace contextRef="#ctx0" brushRef="#br0" timeOffset="190316.3">23443 7602 171 0,'-3'-8'338'0,"0"2"-1"0,3 1-36 0,0-1-15 16,-1 0-24-16,-1 4-26 0,1-2-28 0,1 4-24 15,-1-6-25-15,1 6-23 0,0 0-36 0,0 0-9 16,0 0-10-16,0 0-4 0,0 0-10 0,-4 12-3 15,2-4-13-15,1 0-3 0,-1-1-7 0,2 4-5 16,0-3-10-16,0 4-4 0,-1-2 1 0,1 1-9 16,-4-3-7-16,8 0-4 0,-4 0 1 0,0-3-6 15,1 0 1-15,-1-1 1 0,2 1 4 0,-2-5 0 16,1 5 0-16,2-2-1 0,-3-3 3 0,7 0-2 16,-7 0-3-16,9-5 4 0,-1 1-8 0,-1 1 4 15,0 0 1-15,3-4-2 0,0 2 0 0,0-1 3 0,0-2 0 16,-1 3-1-16,-1 0-3 0,0 0 1 0,-1 1 4 15,-3 1-3-15,3 0-2 0,0 1 0 16,-7 2-3-16,7-1-2 0,-7 1 1 0,9 3-1 0,-5 0 2 16,2 1-2-16,-1 0 0 0,-1 2 1 0,0 0 1 15,5 4 0-15,-3-2 2 0,2 2 7 0,-1 0-7 16,0-1 4-16,2 1-2 0,-2-2 0 0,2 2 3 16,0-5 1-16,0 4-2 0,1-4 3 0,0 0 2 15,0-1 6-15,-1-1 2 0,-1-2 3 0,1-1 6 16,1-4 5-16,-2 0 0 0,3 1 3 0,-2-3 3 15,-2-1 0-15,0-1-1 0,2-1 2 0,-6-1-5 16,4-2-2-16,-6-1-7 0,2-3 5 0,-1 3-7 16,0-5-7-16,-6 6-3 0,4-2-13 0,-3 3-11 15,2-2-11-15,-3 2-20 0,3 4-24 0,-4 2-39 16,2-1-36-16,0 0-40 0,-3 3-53 0,2 1-52 16,4 2-165-16,-8 0-490 0,8 0 217 0</inkml:trace>
  <inkml:trace contextRef="#ctx0" brushRef="#br0" timeOffset="190701.44">24042 7799 136 0,'0'0'280'0,"0"0"-14"0,0 0-21 15,0 0-16-15,4-6-25 0,-4 6-16 0,0 0-19 16,0 0-17-16,6 6-16 0,-5-3-10 0,2-1-16 16,-3 2-14-16,4 0-9 0,-2 3-11 0,0-2-3 15,0 0-11-15,-2 1-8 0,0 1-4 0,-2-1-4 16,0 2-2-16,0-2-8 0,-1-1-3 0,2 2-3 15,-3-1 0-15,0 0 5 0,-2-2 14 0,2 2 14 16,0-3 2-16,-1 2 3 0,2-2-4 0,0-2 1 16,1 3-11-16,2-4 6 0,-2 4-2 0,2-4 4 15,-1 5 13-15,1-5-12 0,0 0-3 0,0 0-4 16,0 0 0-16,5 4-4 0,1-3-11 0,7-1-14 16,1 2-36-16,4 0-43 0,5-1-44 0,-1 3-65 0,9-2-75 15,3-1-76-15,-3-2-216 0,3-1-571 16,-1-3 252-16</inkml:trace>
  <inkml:trace contextRef="#ctx0" brushRef="#br0" timeOffset="191232.65">24339 7710 292 0,'0'0'344'0,"0"0"-25"0,9-9-19 0,-5 8-17 15,-1-2-18-15,5 2-16 0,-1-2-15 0,3 2-30 0,3-1-12 16,0 0-25-16,6 1-14 0,2-2-20 0,-1 1-13 16,4 0-14-16,0 4-7 0,5-4-12 0,-6 4-8 15,-2-2-18-15,3 1-29 0,-4-1-25 0,0 0-24 16,-3 2-31-16,1 0-26 0,-7-1-30 0,2 0-31 15,-1-1-41-15,-5-1-31 0,0 0-38 0,0-2-209 16,-7 3-491-16,5-4 218 0</inkml:trace>
  <inkml:trace contextRef="#ctx0" brushRef="#br0" timeOffset="191435.75">24610 7556 174 0,'-4'-5'225'0,"4"5"-15"16,0 0-14-16,-7 0-22 0,7 0-15 0,0 0-22 15,0 0-13-15,-6 3 5 0,6-3-5 0,-4 12-5 0,2-7-10 16,0 5-6-16,2-2-8 0,-1 5-8 16,-2 0-7-16,3 3-7 0,0 4-1 0,0-2-14 15,0 1-3-15,0 1-4 0,0 1-1 0,3-1-8 0,0 3-28 16,-1 3-33-16,2-4-54 0,0-3-61 0,3-1-70 16,-3-1-168-16,3-2-403 0,4-3 178 0</inkml:trace>
  <inkml:trace contextRef="#ctx0" brushRef="#br0" timeOffset="191951.34">25229 7550 171 0,'0'3'306'0,"0"-3"-6"16,0 0-8-16,0 0-10 0,0 0-6 0,0 0-24 16,0 0-21-16,0 0-16 0,0 0-24 0,0 0-19 15,0 0-17-15,-10-11-22 0,6 10-15 0,-5-3-13 16,0 2-13-16,-2-1-9 0,-4 1-6 0,-4 1-14 15,2 0-4-15,-4 0-4 0,1 1-5 0,-2 1-3 16,2 1-10-16,2 2-5 0,-4 0-5 0,4 1 0 16,4 0 0-16,1-3-8 0,1 2-5 0,1 2 0 15,4-1 0-15,-1 0-2 0,4 0-3 0,2 3 2 16,2-3-2-16,1 1 3 0,7 3-3 0,4 5-2 16,8-5-11-16,5 4-8 0,5-3-14 0,7 2-15 0,-2-3-10 15,-1 1-13-15,4-2-6 0,0 0-8 0,0-3-4 16,-4 0 0-16,4-3 4 0,-8 0 8 0,-7-2 6 15,1-2 7-15,-5-1 2 0,-6-1 7 0,2 0 5 16,-4-1 4-16,-2-2 5 0,-3 0 0 0,-3-1 3 16,-3-2 3-16,-3 1 2 0,-3 0 5 0,-3-2 1 15,-2 3 2-15,-4-7 7 0,-2 8 0 0,-2-6-1 16,-1 4-3-16,1-1 5 0,-2 6-1 0,3-2 0 16,-2 0 2-16,6 5 1 0,-1-1 0 0,1 2-15 15,1 0-29-15,3-2-34 0,-1 4-34 0,3-2-39 16,8 0-27-16,-11 0-164 0,7 2-379 0,0 0 168 15</inkml:trace>
  <inkml:trace contextRef="#ctx0" brushRef="#br0" timeOffset="192185.7">25219 7364 86 0,'0'0'271'0,"-3"-4"-29"0,3 4-26 15,-5-3-24-15,5 3-23 0,0 0-16 0,-7 11-3 16,7-5-4-16,-3 5-1 0,3-1-5 0,0 6-6 16,0 1-8-16,0 6-5 0,8 4-6 0,-4 2-15 15,2 1-8-15,1 3-12 0,2 2 1 0,-1-3-13 16,2 3-5-16,2 12-5 0,-1-13-5 0,-3 3-27 16,2-3-52-16,-1-2-65 0,1-2-84 0,-2-2-99 15,0-7-137-15,0-3-444 0,-4-5 197 0</inkml:trace>
  <inkml:trace contextRef="#ctx0" brushRef="#br0" timeOffset="193421.41">25529 7938 73 0,'7'-1'239'0,"-7"1"-15"0,5-2-16 16,-5 2-16-16,8-3-13 0,-8 3-17 0,6-1-14 0,-6 1-14 16,7-1-18-16,-7 1-12 0,0 0-8 0,13 2-10 15,-10 1-7-15,-3-3-10 0,8 3-8 0,-4-1-5 16,0-1-7-16,-4-1-7 0,6 5-3 0,-3-3-11 16,-1 0 4-16,2 1-4 0,-4-3-3 0,4 5-4 15,-4-2-4-15,0-3-4 0,2 3 2 0,-2-3-2 16,-2 5-2-16,2-5 0 0,-4 6-3 0,4-2 1 15,-5-2-3-15,2 1 1 0,3-3-5 0,-3 3 3 16,3-3-2-16,-4 4-2 0,4-4-2 0,-4 6 3 16,4-4 1-16,0-2 3 0,0 6-3 0,0-6-2 15,2 7 6-15,-2-3 0 0,2 1 7 0,0-1 2 16,-1-1 3-16,3 3 1 0,0-2 3 0,0 1 0 16,0-2 0-16,-1 3 0 0,1-2-1 0,0-1-6 0,0 3-2 15,-1-3 0-15,0 1-3 0,0 0 1 16,0 1-3-16,-1-1 1 0,-1-2 1 0,-1-2-2 15,4 6-4-15,-4-3 1 0,0-3 0 0,0 4-1 0,0-4 0 16,0 0-1-16,0 5 3 0,0-5-2 0,0 4 1 16,0-4-2-16,0 0-1 0,-4 4 3 0,1-1-15 15,-4 0-8-15,2-1-13 0,5-2-21 0,-13 2-22 16,3-3-26-16,1 1-50 0,-1-1-33 0,-1-1-215 16,0 2-430-16,3-2 191 0</inkml:trace>
  <inkml:trace contextRef="#ctx0" brushRef="#br0" timeOffset="194202.6">25859 7504 316 0,'0'-7'348'0,"0"7"-12"0,0-5-26 0,0 5-24 16,0 0-29-16,-1-4-23 0,1 4-24 0,0 0-24 15,0 0-20-15,0 0-14 0,0 0-22 0,-15 9-12 16,11-4-10-16,-1 0-13 0,-1 3-9 0,-2 1-12 16,0 1-7-16,3 3 1 0,-4 3-6 0,1-2-8 15,0 1 0-15,3 1-7 0,-4 4-7 0,5-2-2 0,-2 0 1 16,3 0-6-16,0 1-5 0,3 0-7 16,0-2 5-16,2 1-1 0,-1 0-6 0,3 0-20 15,1-1-25-15,3 0-22 0,-1-2-33 0,3 1-44 0,2-2-64 16,0-3-42-16,5-2-52 0,-1-1-226 0,-1-2-550 15,1-2 244-15</inkml:trace>
  <inkml:trace contextRef="#ctx0" brushRef="#br0" timeOffset="194468.2">26142 7563 93 0,'0'0'285'0,"-1"-9"-27"0,1 9-24 16,-3-2-26-16,3 2-31 0,0 0-20 0,0 0-14 16,0 0-15-16,0 0-12 0,-9 11-12 0,6-9-11 15,-4 2-11-15,3 4-6 0,-3-1-8 0,-1 1-6 0,2 3-6 16,-1-2-5-16,-3 2-4 0,-1-1-2 16,0 3-8-16,2-3-1 0,-3 3-1 0,2-2-4 15,3-1-1-15,-3 2-16 0,1-2-26 0,1 1-26 0,1-2-33 16,-2 2-46-16,5-6-41 0,-2-1-34 0,5 1-155 15,-3 0-375-15,2-2 166 0</inkml:trace>
  <inkml:trace contextRef="#ctx0" brushRef="#br0" timeOffset="194655.69">25960 7654 137 0,'0'0'282'0,"-3"-6"-7"0,3 6-13 0,-1-2-19 16,1 2-19-16,0 0-17 0,-1-4-19 0,1 4-20 15,0 0-20-15,0 0-11 0,0 0-15 0,0 0-12 16,0 0-3-16,13 11-12 0,-3-3-13 0,-2-2-9 16,0 2-15-16,5 1-25 0,1 1-21 0,2 1-33 15,-6-4-34-15,9 4-43 0,-4-2-48 0,3 2-33 0,-2-5-47 16,-2 2-147-16,2 0-405 0,-1-5 179 16</inkml:trace>
  <inkml:trace contextRef="#ctx0" brushRef="#br0" timeOffset="194921.29">26292 7500 97 0,'0'-3'359'0,"0"-1"-8"0,0 4-1 16,0-5-43-16,0 5-30 0,1-4-26 0,-1 4-25 15,0 0-29-15,0 0-19 0,0 0-23 0,0 0-16 16,0 0-9-16,11 15-17 0,-6-8-10 0,0 3-8 15,0 2-16-15,1 1-6 0,1 4-7 0,-1-1-7 16,5 0-3-16,-5 2-9 0,2 2 0 0,-3-1-15 16,1-1-8-16,2 1-21 0,-3-1-16 0,-1 0-18 15,0 0-16-15,-1-1-20 0,-3-4-16 0,0 0-10 16,-1 0-24-16,-2-3-27 0,-4 1-34 0,4-2-28 16,-7-4-43-16,4 1-182 0,-1-3-468 0,-1-1 208 15</inkml:trace>
  <inkml:trace contextRef="#ctx0" brushRef="#br0" timeOffset="195546.24">26621 7547 347 0,'0'0'389'0,"0"0"-17"16,0 0-25-16,0 0-31 0,0 0-36 0,-4-6-28 15,4 6-42-15,0 0-16 0,0 0-25 0,0 0-35 16,0 0-7-16,0 0-19 0,0 0 8 0,0 15-34 15,0-6-5-15,0-4-11 0,0 4-11 0,2 0-8 0,0 3-10 16,0-4-5-16,0 4-7 0,1-2-6 16,-2 1-9-16,3-3-9 0,-4 3-2 0,3-1-12 15,-1-3 1-15,2 0-9 0,-3-1 0 0,2-2 6 0,-2 3 1 16,2-5 0-16,-2 3 12 0,1-3-11 0,-2-2 7 16,10 1 1-16,-10-1 2 0,7-5 0 0,-1 2-2 15,-2 0 7-15,1-1-3 0,3-4 5 0,-2 2 7 16,-1 1-6-16,4-5 4 0,-2 3 7 0,0-2-3 15,0 2 11-15,1 0 11 0,-2 1-5 0,-1 0-5 16,1 1 2-16,-2 3 2 0,-2-4-10 0,1 2-2 16,0 2-6-16,-2-1-3 0,-1 3-17 0,0 0 7 15,0 0 1-15,0 0 1 0,11 8-6 0,-10-4 0 16,3 1 1-16,-1 3 2 0,-1-1-11 0,0 0 8 16,2 3-3-16,-1-1 6 0,1 0-15 0,4 0 11 15,-1 0 1-15,1-1 5 0,-5-1 0 0,6-2 3 16,-2 0-1-16,0 1-1 0,1-2 4 0,-1-1 1 0,1-1-2 15,-2-4 3-15,6 1-1 0,-1-4 5 0,-2 3 5 16,1-5 13-16,-6 2-12 0,7-3 2 16,-4-1 1-16,0 0-4 0,-2-2-4 0,0 1 1 15,-1-3-7-15,-4-2-8 0,2 3-7 0,-4-5-11 0,2 1-15 16,-5-1-29-16,1 2-45 0,-1-1-44 0,-1 0-60 16,1 0-41-16,0 4-272 0,-4 2-570 0,2 0 252 15</inkml:trace>
  <inkml:trace contextRef="#ctx0" brushRef="#br0" timeOffset="196712.88">27194 7744 118 0,'0'0'312'16,"0"0"-11"-16,0 0-9 0,0 0-7 0,0 0-12 16,0 0-12-16,0 0-12 0,0 0-11 0,0 0-20 15,0 0-26-15,0 0-11 0,0 0-20 0,9-7-13 16,-9 7-12-16,8 0-21 0,-8 0-13 0,13 4-10 16,-5-4-6-16,-2 1-11 0,3 0-13 0,-4 0-20 15,4 1-8-15,-3-1-10 0,2 0-13 0,-2 0-6 16,-1 2-9-16,-1 0-10 0,3 1 1 0,-4-3-11 15,-3-1-15-15,5 2-1 0,-1 1-3 0,-4-3 6 0,0 3 5 16,0 1 1-16,0-4 4 0,-2 6 0 0,2-6 2 16,-6 5 3-16,6-2 2 0,-4 1 2 15,0 0 1-15,1 0 4 0,-1-1 2 0,4-3-2 0,-4 5 3 16,4-2 1-16,-4 1-2 0,3 0 4 0,1 0 3 16,1 1 1-16,2-1 6 0,-2 0 0 0,2 1 1 15,1 0-2-15,-1-1 1 0,2 3 2 0,-1-1-2 16,2-1 1-16,-2 1-2 0,1 0 2 0,-1-3-2 15,-1 4 2-15,1-5-3 0,-1 2 0 0,2-2-2 16,-2 0 1-16,-2 3 0 0,-1-5-3 0,0 5 0 16,0-5 3-16,4 2-2 0,-4-2-1 0,-1 5 3 15,1-5 2-15,-3 5-6 0,3-5 7 0,-1 5-1 16,-2-3 1-16,3-2-1 0,-5 1-10 0,5-1-15 16,-7 4-11-16,4 1-22 0,-1-4-17 0,4-1-14 15,-7 1-27-15,7-1-32 0,0 0-33 0,-10 0-30 16,10 0-45-16,-9-2-139 0,8-4-424 0,-3 3 187 0</inkml:trace>
  <inkml:trace contextRef="#ctx0" brushRef="#br0" timeOffset="196994.1">27554 7643 67 0,'2'-4'346'0,"0"-1"10"0,-2 5-10 0,0-6 0 15,2 2-2-15,-1 0-22 0,-1 4-14 0,1-8-18 16,-1 8-31-16,2-4-22 0,-2 4-26 0,1-2-25 16,-1-2-16-16,0 4-26 0,7-1-25 0,-7 1-29 15,9-1-33-15,-2 1-23 0,-7 0-18 0,14 0-35 16,-5 1-27-16,-2 1-24 0,6 0-16 0,-7 0-25 15,4-1-29-15,-3 3-22 0,-1-1-27 0,3 0-19 0,-1-2-22 16,-2 1-17-16,1-2-22 0,-7 0-144 0,7 2-445 16,-7-2 198-16</inkml:trace>
  <inkml:trace contextRef="#ctx0" brushRef="#br0" timeOffset="197197.21">27693 7542 57 0,'0'0'214'0,"0"0"-6"0,0-5-13 0,0 5-16 15,0 0-23-15,0 0-20 0,-3-3-14 0,3 3-15 16,0 0-15-16,0 0-9 0,0 0-4 0,-7 13-10 16,7-7-7-16,-2 1-4 0,0 1-5 0,-2 1-6 15,4 2 1-15,-3 1-10 0,0-1-3 0,1 2 0 16,1 1 0-16,0-1-3 0,1 1-1 0,0 3-6 16,2-2-22-16,0 1-38 0,1-1-54 0,0-6-60 15,1 2-172-15,2 1-348 0,2-4 154 0</inkml:trace>
  <inkml:trace contextRef="#ctx0" brushRef="#br0" timeOffset="197462.82">27992 7644 45 0,'0'0'340'0,"0"0"-30"15,0 0-29-15,8-2-27 0,-3-1-12 0,-5 3-28 16,6-5-22-16,-5 2-16 0,6 3-17 0,-7 0-10 16,6-2-26-16,-6 2-26 0,7-3-38 0,0 2-37 15,-7 1-43-15,12 1-47 0,-12-1-45 0,9 2-48 16,0-2-56-16,-9 0-131 0,14 1-376 0,-5-2 167 15</inkml:trace>
  <inkml:trace contextRef="#ctx0" brushRef="#br0" timeOffset="197650.3">28361 7570 181 0,'3'-4'256'0,"1"3"-22"15,0-1-13-15,-4 2-23 0,10-5-19 0,-5 3-17 16,-1-1-15-16,-4 3-20 0,11-2-13 0,-6 1-16 16,4 1-34-16,-9 0-46 0,14 1-41 0,-7-1-50 15,5 1-43-15,1 0-43 0,-4 5-113 0,6-5-293 16,-3 4 129-16</inkml:trace>
  <inkml:trace contextRef="#ctx0" brushRef="#br0" timeOffset="197869.03">28774 7631 134 0,'0'0'263'16,"0"0"-13"-16,0 0-11 0,0 0-11 0,2-7-11 0,-2 7-22 16,0 0-21-16,5-3-22 0,-5 3-32 0,0 0-32 15,15 0-40-15,-8-1-37 0,-2 4-44 0,2-2-27 16,1 0-33-16,2 0-20 0,2 2-12 15,-1-2 1-15,-4 2-11 0,6 1-8 0,-5-2-73 0,-1 2-233 16,0-3 103-16</inkml:trace>
  <inkml:trace contextRef="#ctx0" brushRef="#br0" timeOffset="198667.38">29391 7639 216 0,'0'0'393'15,"0"0"17"-15,-6-2-25 0,6 2-7 0,0 0-9 16,-3-3-8-16,3 3-10 0,0 0-14 0,0 0-15 15,0 0-23-15,0 0-27 0,0 0-34 0,11-5-22 16,0 4-26-16,1-2-32 0,6 2-25 0,1-2-24 16,3 3-26-16,1-1-30 0,8 0-29 0,-9 0-22 15,-2 1-52-15,5 0-31 0,-5-3-39 0,-1 1-37 0,2 0-29 16,-8 3-44-16,2-2-25 0,-4 2-33 16,-3-2-32-16,0-2-33 0,-2 2-191 0,-2-3-588 15,-3 1 260-15</inkml:trace>
  <inkml:trace contextRef="#ctx0" brushRef="#br0" timeOffset="198854.86">29588 7509 29 0,'-5'-3'179'15,"5"3"-5"-15,0 0-19 0,0 0-8 0,0 0-12 16,-10 0 18-16,10 0-3 0,-2 8-8 0,-2-4-11 16,4 1-9-16,-2 0-9 0,2 2-12 0,-2 5-5 15,2-3-11-15,0 4-8 0,2 0-7 0,0 2-4 16,0-1-4-16,0 4-6 0,5 2-22 0,1 1-39 15,-2-2-52-15,2 0-79 0,2 2-211 0,-3-2-375 16,3-1 166-16</inkml:trace>
  <inkml:trace contextRef="#ctx0" brushRef="#br0" timeOffset="199714.17">30256 7500 67 0,'3'-4'378'16,"-1"0"-13"-16,-2 4-18 0,0 0-19 0,4-3-31 15,-4 3-28-15,0 0-23 0,0-3-24 0,0 3-24 0,-4-5-27 16,4 5-10-16,-9-2-21 0,3-1-18 16,-2 3-8-16,-4-1-15 0,-1 1-11 0,-2-1-6 15,-4 0 6-15,0 2-20 0,0-2-12 0,0 2-9 0,-1 1-3 16,-1 0-5-16,2-2-3 0,6 3-9 0,-2-1 4 15,5-1-11-15,1 1 2 0,-1-1-3 0,3 3-6 16,2-3-8-16,-2 0-6 0,3 2-6 16,-1 0-2-16,3-1 2 0,-2 1 2 0,4-3-5 0,0 6 4 15,0-1 0-15,4 3 2 0,3-3 0 0,1 2-6 16,3 1-1-16,5 1-10 0,2-1-5 0,4 1-2 16,6 1-5-16,0-1-7 0,4 2-9 0,0 2-6 15,-3-4-3-15,1-1-6 0,-1 1 1 0,-1 0 2 16,-4-4 3-16,-2 0 6 0,-4 0 5 0,-4-2 8 15,0-3 4-15,-3 2 6 0,2-3 8 0,-3 1 11 16,-4-2 5-16,1-2 5 0,-1 0-2 0,-2-3 2 16,-2 1 3-16,-4-2 6 0,2-2 5 0,-3 0 0 15,-2-3-1-15,-1-1 2 0,-5-2-4 0,-2 4-5 16,0 0 5-16,-3-4-4 0,1 0-8 0,-2 4 5 16,1-1-12-16,-4 1-17 0,-3-3-10 0,4 3-18 15,4 3-18-15,0 0-21 0,2 3-26 0,2 1-31 0,2-1-27 16,1 1-33-16,3 2-33 0,1 2-136 0,1-2-408 15,3 3 182-15</inkml:trace>
  <inkml:trace contextRef="#ctx0" brushRef="#br0" timeOffset="199948.53">30287 7324 183 0,'0'0'218'0,"0"0"-25"0,-3-2-22 15,3 2-19-15,0 0-16 0,0 0-12 0,0 0 14 16,-11 12-6-16,8-5-13 0,-1 2 3 0,0 1-3 16,1 3-3-16,-2 5-6 0,3 0-10 0,2 2-5 15,0 2-7-15,0 6-8 0,2-1-10 0,-2 2-3 16,5 2-6-16,0 0-6 0,0 0-2 0,1 0-4 16,2-1-8-16,-3 0-28 0,3 0-36 0,0 1-54 15,-1-3-61-15,0-2-71 0,-2-5-184 0,-1-2-426 16,-2-4 188-16</inkml:trace>
  <inkml:trace contextRef="#ctx0" brushRef="#br0" timeOffset="200557.86">30594 8057 243 0,'0'0'254'0,"-2"-8"-24"16,0 3-22-16,-2 0-8 0,0 1-12 0,-2 0-19 15,2-1-17-15,-1 1-15 0,-3 2-15 0,2 0-14 16,0 1-14-16,-3 0-9 0,9 1-6 0,-17 2-9 0,6 1-5 16,0 1-12-16,-1 1-3 0,1 0-5 0,1 0-2 15,-1 1-3-15,3 2-3 0,-3-1-4 16,5 0-4-16,-1 1-1 0,1-1-4 0,3-2-1 0,-2 7 0 15,3-4 0-15,2-2-3 0,0 2-2 0,1-2 1 16,0 1 1-16,6-2-2 0,-3 0-4 0,1-1-1 16,2 0-4-16,0 0-3 0,3-3-3 0,-2 0 0 15,0-1-2-15,0-2 4 0,4-1-1 0,-1-2-3 16,-1-2 2-16,-1 0-3 0,-1-1 4 0,2-1-2 16,-3-3 1-16,2-2 8 0,-2 3 10 0,0-2 19 15,-2-3 11-15,-1 4 14 0,2 0 17 0,-3 2 19 16,-1-1-2-16,1 1 0 0,-2-1 8 0,2 4 9 15,-3 0-30-15,-3 2-6 0,3 0-4 0,3 1-18 16,-3 4-10-16,2-5-14 0,-2 5-20 0,0-4-6 16,0 4-13-16,0 0-3 0,0 0-2 0,0 0-9 15,0 0-4-15,-7 12-1 0,7-7 2 0,-2 1-12 16,1-1-5-16,1 3-8 0,1-2-6 0,-2 3-8 16,2 0-16-16,-1 3-7 0,3 0-23 0,1-2-35 0,0 1-39 15,7-1-41-15,-1 0-27 0,-1-2-220 16,2-2-507-16,0 0 225 0</inkml:trace>
  <inkml:trace contextRef="#ctx0" brushRef="#br0" timeOffset="201151.56">30691 7392 301 0,'2'-4'299'16,"-2"4"-7"-16,-2-3-8 0,2 3-8 0,2-5-9 16,-2 5-32-16,0 0-27 0,-5-5-26 0,5 5-21 0,0 0-17 15,0 0-17-15,0 0-19 0,0 0-5 0,-14 12-10 16,9-9-12-16,-1 3-5 0,0 3-11 0,-2-2-7 16,-1 7-4-16,2-5-5 0,-2 3-4 15,2 5-2-15,2-2 4 0,-1 2-12 0,2-4-1 0,4 3 1 16,-1 1-7-16,1-3 2 0,1-1-3 0,-1 1-4 15,3-2-6-15,1 1-12 0,0-1-16 0,3-1-16 16,0-1-28-16,2-2-39 0,0 2-50 0,0-3-49 16,3-1-45-16,-1 1-59 0,3-3-166 0,-3-3-500 15,4 0 221-15</inkml:trace>
  <inkml:trace contextRef="#ctx0" brushRef="#br0" timeOffset="201401.54">30919 7512 37 0,'0'0'233'0,"0"0"-13"0,0 0-19 16,0 0-20-16,0 0-21 0,0 0-18 0,0 0-13 0,0 0-12 16,0 0-17-16,-8 8-3 0,8-8-12 15,-7 8-8-15,5-2-5 0,0 0-6 0,-2 2-9 16,1-3-5-16,-2 1-4 0,-1 3-2 0,0-3-4 15,-2 4-3-15,1-2-7 0,1 2 2 0,1-1 0 0,-3 0-4 16,2 0-6-16,-1-1-23 0,2 1-31 0,-1-2-27 16,2 1-31-16,-1-3-38 0,2 0-43 15,-1-1-146-15,3 0-341 0,-2-1 152 0</inkml:trace>
  <inkml:trace contextRef="#ctx0" brushRef="#br0" timeOffset="201604.65">30816 7559 188 0,'0'0'258'16,"-2"-6"-12"-16,2 6-11 0,-2-3-28 0,2 3-22 15,0 0-21-15,0 0-13 0,0 0-17 0,0 0-17 16,0 0-10-16,9 13-13 0,-2-8-7 0,-4-2-8 16,2 7-9-16,1-3-6 0,0 0-5 0,-1 4-29 15,1-2-28-15,1 0-36 0,0 1-43 0,1 0-56 16,0-1-45-16,-1 0-165 0,-1-4-371 0,3 2 164 15</inkml:trace>
  <inkml:trace contextRef="#ctx0" brushRef="#br0" timeOffset="201854.63">31039 7453 33 0,'0'0'241'0,"-4"-3"-22"16,4 3-23-16,0 0-18 0,0 0-20 0,0 0 5 0,0 0 0 16,5 15-9-16,-1-6-11 0,1 3-9 0,-3 1-15 15,9 2-7-15,-3 1-15 0,0 2-7 0,-1 3-12 16,1-4-5-16,-2 0-8 0,1 1 1 0,-2 0-7 16,-1 0-4-16,3-1-5 0,-3-4-5 0,-3 1-5 15,1-2-27-15,-2 3-31 0,-2-2-28 0,-1-4-38 16,-2 4-53-16,-2-4-53 0,1 0-189 0,-4-2-409 15,-2-1 181-15</inkml:trace>
  <inkml:trace contextRef="#ctx0" brushRef="#br0" timeOffset="202917.2">31418 7387 298 0,'0'0'294'0,"0"-5"-31"16,0 5-26-16,0 0-23 0,0 0-24 0,0 0-25 0,0 0-21 15,0 0-13-15,0 0-14 0,0 0-9 16,-4 15-14-16,3-7-6 0,1-2-7 0,0 4-8 16,-1-2-10-16,2 5-5 0,-1-2-7 0,1 2 0 0,2 0-4 15,-2-1-7-15,2 1-2 0,-3-1-6 0,2 1-2 16,0-1-1-16,1 1-1 0,2-1-4 0,-2-3-2 16,0 2-3-16,1-2 0 0,-3-1 2 15,3 0-8-15,-1-1-9 0,-1-1-5 0,0-1-5 0,3 0-2 16,-5-1 3-16,5 0 0 0,-3-2 0 0,2 2 0 15,-1-3 1-15,-3-1 3 0,10 3-2 0,-10-3 1 16,5 0 2-16,-5 0 2 0,11-4-1 0,-6 2 0 16,-2 0 3-16,5-1 5 0,-1-3 12 0,0 2 8 15,2-1 4-15,-2 2 9 0,0-2 12 0,-3-1 0 16,3 0 4-16,-3 2 8 0,2 1-2 0,-4-2 10 16,5 1 0-16,-4 2-9 0,1 0 2 0,-4 2-15 15,5-5-7-15,-1 1-2 0,-4 4-15 0,0 0 0 16,4-2-5-16,-4 2-14 0,0 0-10 0,0 0-1 15,0 0 4-15,6 7 1 0,-5-3-4 0,4-2 3 16,0 2 0-16,-1 3-5 0,1 0 1 0,1 0-7 16,1 3-2-16,3-2-8 0,0 2-2 0,0-3-1 15,0 1-4-15,4 0 13 0,-2-2-1 0,0 2-2 0,1-3 5 16,-1 0-1-16,-3-3 3 0,5 1 6 16,-6-3-5-16,-1 1 4 0,-2-1 7 0,4-2-1 15,-3-1 5-15,-2-3 11 0,0 1 11 0,-1-4 11 0,-1-1 5 16,-1 2 6-16,-1-4-4 0,-1-1 1 0,-1-5 6 15,-1 7-5-15,1-5-6 0,-4-5-1 0,3 4-5 16,0 3-5-16,-3-1 1 0,3 1-17 0,-1 2-6 16,2 3-33-16,-1-1-25 0,0 4-20 0,0-1-39 15,2 2-45-15,0 1-63 0,1 4-67 0,-2-5-39 16,2 5-210-16,0 0-573 0,0 0 254 0</inkml:trace>
  <inkml:trace contextRef="#ctx0" brushRef="#br0" timeOffset="203589.02">32165 7819 221 0,'0'0'260'15,"-2"-7"-9"-15,-3 2-16 0,5 1-17 0,-4 2-19 0,4 2-24 16,-5-7-14-16,1 6-20 0,-1-2-15 15,-1 1-14-15,6 2-15 0,-14 1-7 0,9 0-10 16,-5 2-11-16,2 0-5 0,-1-1-5 0,-1 2-6 16,-1 1-6-16,2-1 0 0,-2 2-10 0,1 1-3 0,1-1-4 15,0 3-4-15,0-3 6 0,1 4-8 0,2-3-1 16,2 2-2-16,0 0-3 0,0 0 5 0,0-4-3 16,4 2 5-16,0 0-7 0,0-3 4 0,5 4-5 15,0-3 1-15,0-2-3 0,2 1 1 0,0 1 0 16,2-3-3-16,1-1-2 0,-2 0 1 0,4-1-1 15,0-1-1-15,-1-2 0 0,0-2-2 0,1 1 1 16,-2-1-3-16,-1-3 0 0,1 1 4 0,-2-4-3 16,1 2 6-16,0-4 5 0,-1 1 9 0,-2-1 12 15,4-2 10-15,-6-1 19 0,2 0 14 0,-2 2 10 16,0-3 9-16,-3 6 4 0,-1-2 9 0,0 2 0 16,3 0 3-16,-4 1 1 0,-1 0-7 0,2 2 9 15,0 2-9-15,-1 1-5 0,1 0-6 0,0-2-9 16,0 2-3-16,0 1-12 0,0 4-13 0,0 0-8 15,0-6-6-15,0 6-13 0,-3-4-11 0,3 4-21 16,0 0-11-16,0 0 0 0,0 0-4 0,0 0 5 16,-8 9-6-16,5-3 4 0,1 2 3 0,-1 1-3 15,-2 4 2-15,3-2 3 0,0 2 2 0,0-1 7 16,4 6-7-16,-2 0-2 0,2 2 3 0,6 2-8 16,0 2-15-16,5 0-22 0,0 2-38 0,5-1-61 15,1 0-58-15,0-1-68 0,4-3-73 0,-4-1-350 16,3-1-750-16,1-2 331 0</inkml:trace>
  <inkml:trace contextRef="#ctx0" brushRef="#br0" timeOffset="213225.24">2895 8301 121 0,'-8'-4'362'0,"-4"1"-14"0,2 0-13 0,1-4-4 16,-2 5-7-16,1-2-8 0,2 2-4 0,1-3-9 15,-2 4-7-15,3-4-6 0,1 4-14 0,-2 0-15 16,7 1-18-16,-5-2-17 0,5 2-16 0,0 0-27 16,-11-1-15-16,11 1-16 0,0 0-12 0,0 0-13 15,0 0-17-15,0 0-3 0,0 0-15 0,0 0-11 16,0 0-9-16,20 6-2 0,-10-2-7 0,6-3-8 15,1 5-5-15,-3-4-6 0,4 3-5 0,2-1-14 16,-1 3-17-16,-5-3-33 0,0-1-8 0,-1 2 2 16,5 3 5-16,-6-4 4 0,2 0 5 0,-1 1-27 15,0-1-11-15,-2-1-7 0,1-1-2 0,-4-1-10 0,0 1-13 16,3-1-12-16,-3 0-10 0,-1-1-8 0,-7 0 3 16,9 0-8-16,-5-2-24 0,-4 2-28 15,5-4-29-15,-5 4-23 0,1-5-26 0,-1 5-22 0,-3-6-19 16,3 6-26-16,-5-3-207 0,-2 0-569 0,4 1 252 15</inkml:trace>
  <inkml:trace contextRef="#ctx0" brushRef="#br0" timeOffset="213568.97">3038 8230 31 0,'0'0'334'0,"-3"-2"-13"0,3 2-25 0,-5-4-25 16,5 4-26-16,0 0-25 0,0 0-27 0,-5-2-18 15,5 2-21-15,0 0-15 0,0 0-7 0,0 0-23 16,0 0-10-16,0 0-8 0,0 0-8 0,0 0-14 0,14 9 1 16,-5-6-11-16,-4 0-4 0,7 2-6 15,0 0 5-15,-3 0-16 0,1-1-3 0,0 3-1 16,1-2-8-16,1 0 1 0,-2 1-2 0,-2-1-3 0,3-1-3 15,-5 2 0-15,0-4-1 0,-2 1-8 0,0-1-2 16,-1 1-1-16,-3-3-2 0,3 3 3 0,-3-3 1 16,-2 7 4-16,2-2 21 0,-1 1 14 0,-3 1 3 15,-2-1 3-15,-2 3-5 0,-1-1-11 0,-1 1 0 16,-4 3 1-16,-2 1-4 0,1-3-6 0,-1 4 1 16,1-2-35-16,-1 0-40 0,-1 0-54 0,1 0-52 15,5 0-73-15,2-2-97 0,3 0-208 0,2-1-573 16,1-2 254-16</inkml:trace>
  <inkml:trace contextRef="#ctx0" brushRef="#br0" timeOffset="-206893.64">10331 10813 73 0,'0'0'371'0,"0"0"-5"0,-5-1 2 0,5 1-15 0,0 0-9 15,-3-4-11-15,3 4-16 0,0 0-10 0,0 0-8 16,-4-3-22-16,4 3-15 0,0 0-19 0,0 0-19 16,0 0-17-16,-3-6-18 0,3 6-17 0,0 0-15 15,0 0-16-15,0 0-11 0,0 0-12 0,10-1-14 16,-10 1-8-16,14 4-12 0,-3-3-6 0,3-2-10 16,0 2-5-16,-2 1-10 0,10-1-7 0,-3-1-20 15,1-1-21-15,-1 2-37 0,0-1-38 0,2 0-27 0,-2 0-34 16,-3 1-32-16,-1 0-32 0,-4-1-32 0,2 0-50 15,-3 2-38-15,-3-2-43 0,2-2-311 0,-9 2-723 16,10 0 320-16</inkml:trace>
  <inkml:trace contextRef="#ctx0" brushRef="#br0" timeOffset="-206659.28">10320 10986 283 0,'0'0'297'0,"-3"4"2"0,3-4-1 16,0 0 9-16,0 0 20 0,-1 1 7 0,1-1 3 0,0 0-18 15,0 0-27-15,0 0-31 0,18-2-26 0,-10 1-26 16,4-1-20-16,3 0-18 0,-1 1-11 16,1 1-24-16,0 0-28 0,4-2-37 0,-4 2-53 0,4 0-52 15,-1 0-61-15,-5 4-51 0,-1-3-69 0,-2 2-74 16,-1-2-70-16,-2 0-227 0,0 2-635 0,-2 0 282 15</inkml:trace>
  <inkml:trace contextRef="#ctx0" brushRef="#br0" timeOffset="-201737.9">11294 10575 200 0,'7'-6'365'0,"-3"-1"-5"0,-3 3-9 0,1-2-14 0,-1 3-15 16,0 0-19-16,-1 3-23 0,5-8-16 0,-5 5-35 15,0 3-25-15,2-3-25 0,-2 3-15 0,0 0-29 16,0 0-18-16,-1-5-13 0,1 5-7 0,0 0-21 16,0 0-6-16,0 0-6 0,-6 12-6 0,4-6-5 15,0 1-4-15,1 1-6 0,-2 2-5 0,-1 0 0 16,-1 3-7-16,0-1-5 0,0 7 0 0,1-8-3 15,0 5-3-15,1-1 2 0,-1 0-5 0,0 3-2 16,0 1 1-16,1-6 1 0,1 2-7 0,0-4 5 0,2 3-6 16,0-4 4-16,2 4-5 0,1-1 2 15,-1 0 1-15,2-3 2 0,0 3 0 0,2-4-3 16,3 0 3-16,-1 1-3 0,3-2 1 0,2-2-3 0,-1-1-2 16,1 0 1-16,6 0 7 0,3-4-15 0,-4 1 3 15,1-2 2-15,-7-1 1 0,4-1-5 0,-3-1 2 16,-1-4 2-16,1 2-1 0,-3-1 4 0,1-1-4 15,-2 0 7-15,-2-2 32 0,3 0 21 0,-4 1 15 16,-2-2 17-16,2 6 9 0,-5-4 1 0,3 1 7 16,-1 3-4-16,-1-1-3 0,2 0-6 0,-4 1-8 15,1 0-14-15,-1 2-13 0,0 2-9 0,4-4-10 16,-4 4-9-16,0 0-9 0,0 0-5 0,0 0 1 0,0 0-3 16,0 0-4-16,1 11 1 0,-1-2-1 15,0-2-2-15,0 3 1 0,0 0-1 0,0 3-3 16,3-2 0-16,-3 2-2 0,1-2-17 0,2 1-39 0,0 1-29 15,0 0-30-15,1-2-51 0,0 1-37 0,-1-1-20 16,5 1-28-16,-4-2-39 0,-2 2-52 0,4-6-58 16,-2-2-339-16,0 4-790 0,7-2 349 0</inkml:trace>
  <inkml:trace contextRef="#ctx0" brushRef="#br0" timeOffset="-201409.71">11826 10780 112 0,'0'0'275'0,"-3"-4"-26"0,3 4-27 0,0 0-21 16,-4-4-22-16,4 4-23 0,0 0-16 0,-3-2-13 16,3 2-15-16,0 0-8 0,0 0-12 15,0 0-3-15,0 0-13 0,0 0-6 0,0 0-4 0,0 11-10 16,0-5-3-16,3-4-6 0,-3-2-3 0,1 5-6 15,-1-5 1-15,0 4-7 0,0-4 3 0,4 4 6 16,-4-4 24-16,0 0 21 0,0 0 23 0,0 0 16 16,0 0 16-16,0 0-17 0,0 0-18 0,0 0 2 15,0 0-11-15,3-12-7 0,-3 12-9 0,-1-5-14 16,1 5-4-16,-3-9-4 0,0 4-6 0,-1 4-13 16,4 1-5-16,-4-5-5 0,4 5-28 0,-4-7-30 15,4 7-37-15,-4-2-41 0,4 2-38 0,0 0-34 16,0 0-50-16,0 0-50 0,0 0-241 0,0 0-561 0,-7 8 249 15</inkml:trace>
  <inkml:trace contextRef="#ctx0" brushRef="#br0" timeOffset="-201019.11">12046 10627 166 0,'-1'-6'431'16,"1"6"-10"-16,-3-5-26 0,3 5-30 0,0 0-29 16,0 0-34-16,-3-2-35 0,3 2-26 0,0 0-28 15,0 0-17-15,0 0-29 0,0 0-16 0,0 0-13 16,0 0-13-16,0 0-4 0,3 15-6 0,0-9-9 16,0 1-10-16,5 1-5 0,-3 2-8 0,0 0-10 15,4 1-4-15,-4 1-9 0,4 0-7 0,0 0-7 0,-1-1-4 16,-1 0-6-16,2 3-3 0,-2-1 0 15,1 1-2-15,-4-2-6 0,2 1 0 0,-1-3-4 16,-1 1-4-16,-2-1 0 0,0 1-2 0,-2-1-6 0,2-2 1 16,-4-1 0-16,2 1 0 0,-2 1-3 0,0-3 3 15,2 2-1-15,-4-3-3 0,-2 1 0 0,-1-1 1 16,1 1-2-16,1-2-3 0,-2-1-9 0,-1 1-1 16,1-1-7-16,0-2-12 0,-1-1-15 0,8 0-21 15,-15-3-17-15,5 1-25 0,4-1-19 0,-4 1-24 16,2-3-26-16,-3-2-31 0,0 0-40 0,3-2-48 15,3 0-53-15,-2 0-210 0,3-2-601 0,1-2 266 16</inkml:trace>
  <inkml:trace contextRef="#ctx0" brushRef="#br0" timeOffset="-200816.01">12053 10591 260 0,'-3'-4'340'0,"3"4"-4"0,0 0-5 0,3-7-10 0,-3 7-27 16,1-4-34-16,-1 4-27 0,7-3-23 0,-3 1-17 16,2 1-24-16,-1-1-31 0,3 1-25 0,2-1-37 15,-1 0-39-15,2 2-50 0,3 0-53 0,-1-1-55 16,2 1-62-16,3 1-48 0,1-2-219 0,-4 2-487 16,0-2 216-16</inkml:trace>
  <inkml:trace contextRef="#ctx0" brushRef="#br0" timeOffset="-200597.27">12503 10500 115 0,'0'0'345'0,"0"0"-14"0,0 0-24 16,0 0-28-16,0 0-23 0,0 0-30 0,0 0-20 0,0 0-28 16,6 8-3-16,-8-5 10 0,2 2 7 0,0 3 10 15,0 1-8-15,-1 1-4 0,-2 2-25 0,3 4-17 16,-1 1-8-16,-2 2-10 0,3-1-12 0,-1 3-13 15,-1-1-10-15,-2 8-9 0,4-2-4 0,-3-6-10 16,3 7-22-16,-2-5-49 0,-1-5-37 0,3 3-51 16,0-3-33-16,0 2-56 0,0-6-79 0,0 0-96 15,-4-2-241-15,4-2-640 0,3 1 283 0</inkml:trace>
  <inkml:trace contextRef="#ctx0" brushRef="#br0" timeOffset="-175997.3">11305 11376 20 0,'-7'-2'297'0,"3"1"-1"16,4 1-8-16,-8-3-16 0,5 1-14 0,3 2-25 15,0 0-31-15,0 0-19 0,19-5-13 0,-4 4-21 16,7-2-14-16,13 2-14 0,7 0-9 0,-2 2-10 16,2 0 3-16,15 3-9 0,2-1-5 0,-2-1-3 15,1 0-6-15,1-1-6 0,-2 4-12 0,-15-4 1 16,-1-1-9-16,2 2 1 0,-6 0-9 0,-3-1-2 15,-1-1-2-15,-5 1-5 0,-6-1 2 0,-3 1 0 0,1-1-3 16,-6 2 0-16,0-2 1 0,-2 0 12 0,-4 0-1 16,-1 0 20-16,-2 0-10 0,-5 0 6 0,11-3-2 15,-11 3 0-15,8 0-1 0,-8 0 2 0,4 1-1 16,-4-1-12-16,0 0 6 0,0 0 6 0,0 0-24 16,0 0-4-16,10 0-2 0,-10 0-1 0,0 0-7 15,0 0-6-15,0 0 3 0,0 0-9 0,0 0 0 16,0 0-2-16,0 0-3 0,0 0 5 0,4 2-10 15,-4-2-2-15,0 0 0 0,0 0-3 0,0 0 4 16,0 0-5-16,0 0 9 0,0 0-6 0,0 0 4 16,0 0-6-16,0 0 5 0,0 0-2 0,0 0 0 0,0 0 4 15,0 0-5-15,0 0 6 0,0 0-3 0,0 0-1 16,0 0-2-16,0 0 7 0,0 0-12 16,0 0 6-16,-16-7 1 0,9 6-2 0,-1-1 4 0,1-1-1 15,-6 0-7-15,-1-1 4 0,0 1 1 0,-6-2-1 16,-2-1 1-16,3 4-1 0,-4-3-2 0,1 2 3 15,-4 2-10-15,7-4-17 0,-4 0-27 0,3 2-28 16,-1 1-33-16,2 0-39 0,0 1-44 0,6 1-49 16,-1 1-48-16,6-1-77 0,1 0-230 0,7 0-650 15,-8-1 288-15</inkml:trace>
  <inkml:trace contextRef="#ctx0" brushRef="#br0" timeOffset="-134230.98">13948 10601 242 0,'2'-4'396'0,"1"1"-9"0,0 1-31 0,-3 2-34 16,4-3-27-16,-4 3-37 0,4-2-28 0,-4 2-25 16,0 0 3-16,0 0-26 0,9 6-28 0,-7 0-13 15,-1 4-11-15,3-2-22 0,2 4-1 0,-4 2-13 16,5 1-10-16,0 3-9 0,0 1-9 0,-2-3-7 15,1 3-3-15,4 0-3 0,0 2-12 0,-2-2 3 16,-1-2-8-16,1-7 5 0,0 3-8 0,-1-2-5 16,1-2 0-16,-5-3-4 0,2-1 6 0,-2 1 9 15,1-2 38-15,-1-1 41 0,1-1 6 0,-4-2-7 0,0 0-9 16,8-9-4-16,0 2 5 0,-5-1-1 16,1-1-7-16,3-7-8 0,-3 0-10 0,3-2-9 0,1 2-8 15,-4-1-4-15,0-1-9 0,4 3-5 0,-3 4-5 16,2-5-4-16,-2 5-3 0,-1-1-10 0,0 2-21 15,-3 1-24-15,3 2-50 0,0 0-50 0,-1 1-52 16,1 2-56-16,-1 1-38 0,2 2-37 0,-5 1-32 16,0 0-37-16,14 4-44 0,-10 0-228 0,4 1-696 15,2 1 309-15</inkml:trace>
  <inkml:trace contextRef="#ctx0" brushRef="#br0" timeOffset="-133043.6">14569 10741 114 0,'4'-5'319'0,"-2"-1"-4"16,-1 0 14-16,-1-1-16 0,3 1 10 0,-6 0-26 15,3-2-8-15,0 2-22 0,-1-1-24 0,-1 2-21 16,1 0-15-16,-3 0-32 0,1 1-18 0,-4 1-18 16,3 1-16-16,4 2-19 0,-15-2-14 0,10 2-4 15,-9 3-10-15,6 0-5 0,-3 2-3 0,-2 0-11 16,2 2-16-16,1 1-7 0,-2 0-8 0,1 1-12 15,3 0-11-15,-3 0-9 0,6 1-12 0,-4 2-9 16,5-4 4-16,0 2-10 0,1-3 5 0,2 1-2 16,-3 0 6-16,4-6 2 0,0 3 13 0,0-5-5 15,5 8 3-15,-1-5 2 0,2-3 0 0,-6 0-2 16,19-3 7-16,-8-2-2 0,-1-2 2 0,2 4-1 0,-3-5 3 16,2 0 9-16,-4 1 11 0,2-1 13 0,0 0 8 15,-4 3 9-15,-1 0 8 0,-1 0 0 16,2 1-5-16,-2 0-6 0,-2 2 1 0,-1 2-18 0,3-5-12 15,-3 5-13-15,4-2-31 0,-4 2 2 0,0 0 4 16,0 0 1-16,4 10-2 0,-4-3 9 0,3-2-8 16,0 3-7-16,2 3 3 0,-1-2-5 0,2 1 1 15,3 3 0-15,-2-5-2 0,5 2-1 0,-2-4-5 16,2 2-6-16,0-1-6 0,6-1-2 0,-2-3 1 16,-2-1 4-16,1-1 1 0,0-2 3 0,1-1 5 15,-4-5 4-15,2 5-2 0,1-13-5 0,0 4-1 16,-3-4-12-16,-1-2-3 0,5-10 9 0,-7 1-4 0,4 2 7 15,-5-3 11-15,-2 8 17 0,-2-1 28 0,-3-2 15 16,3 3 33-16,-4 1-1 0,0 1-3 16,0 4-11-16,-4 1 12 0,4 0 11 0,-4 1-5 0,4 4-7 15,-1 1-5-15,-1 0-16 0,1 1-6 0,1 1-14 16,0 4-2-16,-7-1 3 0,7 1-8 0,-5 9-10 16,-1 1-1-16,2 0 0 0,0 3-10 0,0 3 1 15,1 1-4-15,2 1 2 0,-2 1-2 0,3 0 0 16,3 3-3-16,-2-3 2 0,2 0-6 0,0 0-2 15,-2-1-1-15,3 0-3 0,2 0-1 0,-2-5 0 16,-2-2-1-16,2-2 6 0,2 0 1 0,-2-1 1 16,0-6 3-16,0 1 3 0,3-2-1 0,0-2 5 15,-7 1 5-15,15-5-3 0,-9-3 5 0,4 2 13 16,0-2 8-16,-3-1 17 0,2-2 3 0,-1 0 7 16,0 2 6-16,2-1-1 0,-1 1-6 0,-3 0 2 0,2-1 4 15,-4 5 4-15,1-2 1 0,1 1 0 0,-4 1-5 16,1 0-13-16,1 1-4 0,-2 0-14 0,-2 4-1 15,5-1-2-15,-5 1-5 0,8 7 0 0,-4-3 1 16,-4 3-6-16,7 2 3 0,-4-3-9 0,1 4-7 16,2 1-2-16,0 1 1 0,-2 0 6 0,7 3-6 15,-4-1 4-15,2-2-6 0,-2-2 2 0,1 0 3 16,-2-1-2-16,-2 0 8 0,3-5-7 0,-2 2 4 16,-1 0 6-16,3-4-2 0,-3-2 0 0,3 0 4 15,-7 0-2-15,11-8 11 0,-6 3 9 0,-1 0 8 16,1-4 8-16,0 0 21 0,0-1 0 0,1 0 10 15,-2-3 2-15,0 2 0 0,0 0 4 0,0 1 6 16,-2-3-8-16,0 3-5 0,1-1-5 0,-2 0-2 0,-1 6 1 16,1-2 10-16,2-1-8 0,-6 0-7 0,6 4-12 15,-6 1-6-15,3 3-10 0,3-8-8 16,-3 8-36-16,-4-4-28 0,4 4-38 0,0 0 11 0,0 0-1 16,0 0 5-16,0 0 5 0,-4 14 6 0,4-9-2 15,0 4 5-15,3-1-2 0,-2 1 7 0,3 1-4 16,-1-3 14-16,0 0-3 0,4 2 3 0,-2 0 2 15,7-1 0-15,-1 2 1 0,0-4-1 0,4-2 2 16,-3 1-1-16,3-2 3 0,0-2 5 0,0 0 6 16,0-2-1-16,1-2 6 0,1 0 3 0,-2-2-1 15,-2-2-1-15,-2-1 4 0,4-2 4 0,-2-1-1 16,-3 1 12-16,0 1-3 0,-2-2 23 0,1 0 17 0,-3 0 35 16,-1 1 10-16,-3-3 10 0,0 5-4 0,0-2 1 15,-2 3-13-15,-2 0-4 0,2 1-12 16,-1-2-12-16,-2 3-2 0,2 1-11 0,-2 0-8 0,-1 2-10 15,-1 1 0-15,5 1-8 0,-12 0-3 0,12 0 4 16,-13 5-4-16,6 0-6 0,1 0 1 0,0 0 0 16,1 4-4-16,2-1-6 0,0 1 18 0,3 2-18 15,0 2 2-15,2 0 1 0,0-3 2 0,5 2 12 16,-1-1-13-16,7 4-9 0,1-3-7 0,2-2-18 16,2 2-30-16,1-3-33 0,1-2-34 0,-2 1-22 15,2 0-32-15,-2-4-40 0,1-1-64 0,0-1-72 16,-4-4-205-16,1 1-614 0,-5 0 271 0</inkml:trace>
  <inkml:trace contextRef="#ctx0" brushRef="#br0" timeOffset="-132159.14">16188 10527 3 0,'-3'-6'337'0,"0"1"-6"16,3 0-17-16,0 2-30 0,0 3-19 0,0-8-31 15,6 5-23-15,-6 3-17 0,5-4-24 0,-5 4-16 16,12 0-17-16,-1 3-21 0,3 2-5 0,-2 2-13 16,6-1-11-16,-3 6-12 0,2-3-8 0,-3 5-5 15,2-2-7-15,-2 1-4 0,-2 2-2 0,-1-1-11 0,0 0-4 16,-6-2-3-16,-1 1-3 0,2-2-8 0,-5 0-1 15,2-1-2-15,-3-5-2 0,0 2 3 16,0-2 0-16,0-2 8 0,-3 1 21 0,3-4 34 0,0 0 9 16,-8 0 17-16,8 0 14 0,0 0 4 0,-7-7 2 15,1 0-6-15,4-1-10 0,1-3-11 0,2-3-15 16,1 3-10-16,4 0-16 0,-2-2-18 0,0 0-14 16,6 2-11-16,-2 0-12 0,0 1-32 0,5 1-20 15,-4 2-25-15,3 1-21 0,-1 0-17 0,-1 2-19 16,2 2-12-16,-4 0-12 0,2 1-9 0,0 1-1 15,0 3-10-15,-2 0-5 0,2 2 4 0,-1 0 0 16,1 1 3-16,1-2 3 0,-2 1 17 0,1 1 4 0,0-1 14 16,0 0 7-16,0 0 18 0,0-2 7 15,-1 1 19-15,3-1 1 0,-5-3 13 0,2 0 23 16,4 0 20-16,-4 0 16 0,2-3 19 0,-6 1 20 0,8-2 16 16,-5-2 18-16,-2 0 9 0,1-1 21 0,0 1 11 15,-4 0 22-15,1-1 7 0,-3 1 2 0,-1-2-11 16,0 2-13-16,-1-1-6 0,-3 1-15 0,0 0-9 15,-2 2-8-15,1 0-12 0,-3 3-7 0,-3-2-2 16,0 5-8-16,-4-1-9 0,6 4-1 0,-4-1-7 16,1 2-4-16,1 0 4 0,0 4-2 0,-1-2-8 15,5 3 2-15,-1 3-2 0,2 2 0 0,5-4-1 16,1 0-2-16,1 0-2 0,5 1-2 0,6 2-3 16,3-4-13-16,0 1-24 0,4-1-22 0,3-3-32 15,0-1-30-15,6-1-33 0,2-1-24 0,3-3-31 16,0-3-21-16,-1-1-11 0,-3-5-168 0,-8 1-435 0,2-2 193 15</inkml:trace>
  <inkml:trace contextRef="#ctx0" brushRef="#br0" timeOffset="-131924.79">16984 10651 1200 0,'16'-9'-83'16,"-5"-1"47"-16,-1 2 41 0,-3-2 46 0,-1 1 36 16,-3 2 37-16,-1 1 17 0,1 0 11 0,-2 0 5 15,3 1-10-15,-4 1-14 0,0 4-17 0,0-4-15 16,0 4-12-16,0 0-13 0,0 0-5 0,0 0-6 16,0 0-7-16,-5 16-4 0,2-5-3 0,3 9 11 15,3-1 5-15,-3 12-5 0,1-3-2 0,6 4-4 16,-4 3-4-16,5 4 2 0,-3 11-10 0,-2-13-6 15,3-1-2-15,-3 13-3 0,0-11-3 0,1 10-2 16,-2-13-4-16,-2 0 0 0,4-2 0 0,-4-4-3 16,-3-1-1-16,3-7-4 0,0-3 0 0,0-1 2 15,0-4-18-15,0-6-16 0,0 0-1 0,3-2-20 0,-3-5-28 16,1 1-30-16,-1-1-33 0,0 0-41 16,0-24-52-16,4 5-51 0,-1-9-149 0,1-3-456 15,4-3 202-15</inkml:trace>
  <inkml:trace contextRef="#ctx0" brushRef="#br0" timeOffset="-131674.81">17117 10632 33 0,'-6'-8'316'15,"2"-1"-2"-15,0 4 0 0,1-2-5 0,2 2-7 16,-2 0-5-16,-1 1-17 0,4 1-18 0,0 3-20 16,-4-6-25-16,4 6-28 0,-1-4-15 0,1 4-25 15,0 0-7-15,0 0-8 0,0 0-22 0,16 4-7 16,-8 0-14-16,0-2-8 0,3 0-5 0,1 3-11 15,-1 1-11-15,3-2-4 0,-3 3-10 0,0-2-18 16,1 0-5-16,-3 2-14 0,1-2-21 0,-6 0-13 16,2 3-17-16,-1-5-10 0,-4 1 0 0,2 4 1 0,-4-3-10 15,-2 0-3-15,-2 1-4 0,-2-1-7 0,-3 2-6 16,-1-2-5-16,-8 2-21 0,-1-2-20 0,2 0-22 16,1-3-18-16,-4 2-17 0,2-3-23 0,6 0-22 15,-1-1-183-15,0 0-450 0,4-1 199 0</inkml:trace>
  <inkml:trace contextRef="#ctx0" brushRef="#br0" timeOffset="-130237.45">17220 10589 113 0,'4'-2'222'0,"-4"2"-21"16,6-3-19-16,-3 0-16 0,-3 3-17 0,0 0-17 15,9 0-14-15,-9 0-9 0,8 5-12 0,-2-2-8 0,-2 1-10 16,4 1-9-16,1 2-3 0,1 2-12 15,-2-2-2-15,1 1-6 0,2 2-4 0,-4-2-3 16,4 1-4-16,-3 0-4 0,6 0-3 0,-8-2-5 0,4 1-1 16,-3 0-5-16,-3-1 0 0,1-2 0 0,-1-1-3 15,-1 1-1-15,-3 0 0 0,3-2-1 0,-3-3 1 16,0 0-1-16,-7 3-1 0,7-3 4 0,0 0 11 16,-15-3 12-16,15 3 3 0,-7-6 4 0,3 2-2 15,4 0 1-15,-4-2-2 0,4 0-2 0,0 0-4 16,0-4-4-16,4 1-4 0,3-2-4 0,1-1-5 15,3 3-1-15,4-4-7 0,1 2-5 0,2 1-10 16,2-3-3-16,-1 3 0 0,3 0-3 0,-3 3 1 16,-1-1-1-16,-2 0 5 0,-2 4-1 0,-2-2 1 15,-1 2 3-15,-1 0 3 0,-4 2 7 0,1-2 9 16,-1 3 6-16,-2-1-3 0,-4 2-2 0,5-2-4 0,-5 2-5 16,0 0-1-16,0 0-1 0,-7-6-2 0,7 6 2 15,-11 1-4-15,11-1 1 0,-14 2-3 0,5-1-1 16,1 3 2-16,1-2-1 0,-2-1 1 0,2 2 0 15,3-1-3-15,-3 2 1 0,4-2 1 0,-2 3 5 16,2-1-5-16,3-1-2 0,0-3 7 0,3 8-6 16,0-5-1-16,3 2 1 0,1-3-1 0,6 1 1 15,-1-1-3-15,0 1 2 0,4-1-5 0,-2 2-1 16,5-1-3-16,-5-2 4 0,-1 0-1 0,-2 1 1 16,1 0 2-16,0 1-2 0,-2-1-1 0,0-1 0 15,-4 1-1-15,1-1-2 0,-3 0 2 0,0 3 0 16,-4-4 0-16,7 3 1 0,-5-2-1 0,0 2-2 15,-2-3 3-15,3 7 0 0,-3 0 1 0,0-5 2 0,-3 3-1 16,3 2-2-16,-2-1 4 0,0-1-1 0,-2 2 2 16,1-1 0-16,1-2-3 0,-3 1 1 15,4-1 1-15,-4 0 2 0,-1-1 1 0,2-1-1 0,0-1 0 16,-4 1 2-16,8-2 0 0,-12 0 8 0,12 0-8 16,-14-3 7-16,10 2 0 0,-3-3 6 0,2 1 0 15,-2 1 1-15,3-1-1 0,3-2-1 0,-2 4 0 16,3 1-4-16,-1-9-3 0,3 5-2 0,4-1-7 15,2 4-13-15,1-4-10 0,5 0-14 0,1 2-11 16,3-1-11-16,3 0-11 0,9 3-12 0,-5-2-12 16,-4-1-11-16,11 2-11 0,-5-1 1 0,-5-1 0 15,1 2 0-15,-3-5 14 0,-2 5 12 0,-3-2 13 0,-1-1 14 16,-5 0 14-16,3-1 32 0,-5 0 19 16,-1 1 13-16,-1-2 22 0,0 2 22 0,-5-1 8 15,0 0 4-15,0-1 4 0,-2 2 0 0,-1 0-5 0,2 2-6 16,-5-3-9-16,2 2-5 0,-3 2-4 0,0 2-8 15,7 0-4-15,-14 1-6 0,14-1 0 0,-13 3-4 16,5 0-1-16,4 3-2 0,-3 0 2 0,2 1-5 16,-1 2 1-16,1 0-2 0,2 2-2 0,2-1 0 15,0 0-1-15,2 2-1 0,3-2 1 0,-1 0 1 16,3 1-3-16,0-1-1 0,2-2 1 0,1 0-4 16,1-1-2-16,1-3-4 0,1 0 1 0,0-2-3 15,-2-2 1-15,5-1 0 0,-5-3-2 0,3 0 1 16,-2-2 5-16,-3-2-4 0,4 2 8 0,-5-6 10 15,3 5 18-15,-5-4 17 0,2 4 13 0,-3-5 12 16,0 3 8-16,-1 1 6 0,-2-1 2 0,3 3-2 16,-2 1 1-16,-2 0-8 0,0 1-10 0,1 0-17 0,-1 4-8 15,1-5-9-15,-1 5-24 0,0 0-23 0,0 0 0 16,0 0 4-16,0 0-6 0,0 0 1 16,0 0 5-16,-1 18-5 0,2-10 1 0,2-1-3 0,0 2-9 15,2 1-4-15,-2 1-4 0,2-1-2 0,1 0-1 16,-1-1-7-16,1 2 3 0,0-5-6 0,1 0-4 15,-3 2 5-15,3-4 0 0,-3-3 6 0,2 3 2 16,2-4 5-16,-8 0 2 0,11-4 3 0,-3 3 4 16,-3-3 4-16,3-4 2 0,-1 1 4 0,-3 0 10 15,5-3 11-15,-1 2 13 0,0-3 9 0,-3 0 5 16,2 1 1-16,1 1 11 0,-4 0 1 0,0 3 4 16,0-1-1-16,-1 1 2 0,1 1 4 0,-4 0-14 0,3 1-6 15,0 0-8-15,2 1-12 0,-5 3-11 0,3-2-13 16,-3 2-1-16,0 0 2 0,0 0-1 15,9 10-1-15,-4-4 0 0,-1 0-11 0,3 2-4 0,-1 2-4 16,1 0-6-16,1 0-10 0,-1-1-8 0,5 0 0 16,-1 0-9-16,-1 0-6 0,0-1-9 0,1 1-5 15,-1-5-4-15,2 2-7 0,-4-2-4 0,3-4-9 16,0 1-18-16,-3-5-13 0,2-1-9 0,-4-1-9 16,5-6 2-16,-4-2-7 0,4-4-4 0,-1-1-3 15,-2-7 14-15,-3 1 9 0,5-2 10 0,-5-3 14 16,-1-2 14-16,3 3 24 0,-3-1 30 0,-1 4 31 15,-2 4 25-15,6 3 24 0,-4-1 16 0,-1 2 29 16,-2 4 33-16,3 3 11 0,-3-1 18 0,4 2-2 16,-4 2-11-16,2 3-13 0,-2 2-16 0,2-1-17 15,-2 4-11-15,0 0-8 0,0 0-5 0,0 0-7 16,0 0-8-16,-2 15 2 0,2-5-9 0,0 7-5 0,0-3-3 16,2 5 2-16,-2 2-5 0,-2 6-5 0,2-1 0 15,2 2-2-15,-2-7-3 0,0 5 0 0,-4 0-1 16,4-5-18-16,0-2-20 0,-4 0-15 0,3-2-14 15,-1 1-20-15,1-6-21 0,0-1-23 0,1-1-26 16,-2-2-23-16,1-2-15 0,1 1-1 0,0-5-126 16,1 2-330-16,-1-4 146 0</inkml:trace>
  <inkml:trace contextRef="#ctx0" brushRef="#br0" timeOffset="-129924.98">18640 10459 81 0,'1'-4'168'0,"1"1"-5"0,-1 1-14 15,-1 2-12-15,5-7-19 0,2 6-12 0,-1 1-8 0,-6 0-12 16,17 5-7-16,1-1-10 0,1 1-9 0,0 3-3 16,-1-2-7-16,1 3-4 0,-1-1-1 15,-1 0-5-15,1 0-8 0,1 0-1 0,-4 0-4 0,-3-3-4 16,-1 0-4-16,-4-2 1 0,2-1-1 0,-5 1 3 16,2-2 14-16,-1 0 7 0,-5-1-1 0,7 0-5 15,-7 0-5-15,0 0-5 0,0 0 3 0,0 0-1 16,0 0 5-16,-8-11-3 0,3 10-2 0,2-2-2 15,3 3-1-15,-6-3-8 0,6 3 2 0,0 0-8 16,-8-1-1-16,8 1 4 0,0 0-9 0,-6 7 2 16,4-3-2-16,2 0 2 0,0 3-1 0,0 0 0 15,0-1 0-15,2 4-6 0,-1-2 3 0,0 2 1 0,-1-1 0 16,3 1 1-16,0 0 0 0,-3 2 1 16,5-3-1-16,-4 3 0 0,-1-4-11 0,0 1-32 15,0-2-41-15,0-1-45 0,-1-2-71 0,-4 0-123 0,1-1-344 16,4-3 152-16</inkml:trace>
  <inkml:trace contextRef="#ctx0" brushRef="#br0" timeOffset="-124494.79">19694 10490 8 0,'0'0'310'0,"0"-4"-4"16,0-2-5-16,0 6-6 0,-4-6-16 0,3 4-14 16,1 2-14-16,-4-4-21 0,-2 1-15 0,6 3-26 15,-7-4-23-15,3 2-11 0,-4-1-15 0,0 3-15 16,0 0-8-16,-2 0-17 0,-5 3-2 0,4-1-19 15,-1 1-3-15,1 0-8 0,-3 0-11 0,1 1-3 16,2 2-9-16,-4-2 0 0,6 2-7 0,-1-1-9 16,1 1-1-16,-1-1-11 0,6 2-2 0,-3-2-6 15,2 1-11-15,4 1-1 0,-1-3 4 0,2 1 1 0,2 2-5 16,-1-2-4-16,7 1 0 0,0-2 0 0,3-1-4 16,1 1-9-16,1-3-9 0,3-1-3 15,-2 0 10-15,4-2-7 0,-4-1 1 0,5-4 10 0,-2-1-8 16,-1-3 3-16,-2 0 5 0,0-3-1 0,-3-2 5 15,0-2 2-15,3 0 8 0,-6-2 9 0,0-1 23 16,1-4 15-16,-4 7 29 0,-1-2 33 0,-3 0 4 16,2 2 10-16,-2 6 2 0,1-6-3 0,-2 4 9 15,1 2 7-15,-1 3-4 0,0 3-11 0,0-2-7 16,0 2-19-16,0 2-14 0,0 0-20 0,0 4-36 16,-1-7-36-16,1 7-56 0,0 0-46 0,0 0 0 15,0 0 9-15,0 0 10 0,-9 21 15 0,7-11 8 0,0 3 6 16,-1 4 11-16,-2 3 3 0,1-2 2 15,3 3 7-15,-1-2-2 0,1 0 4 0,0-1 2 16,1 0 5-16,-2-1 3 0,2 2 2 0,3-7 6 0,-2 0-4 16,2 1 0-16,2-2 10 0,1 0-1 0,-1-2 0 15,2-1 1-15,0-3 5 0,4-2-2 0,-2 2 0 16,2-4 10-16,4 1-3 0,-1-4-1 0,-1 1 6 16,0-3-5-16,0 1 18 0,1-2 1 0,-4-1 14 15,0 0 20-15,1 0 14 0,-4-2 14 0,2-2 12 16,-2 3 3-16,-3-3-5 0,2 3 14 0,-2-1 7 15,-1 1-10-15,-2 1-8 0,-1-1-6 0,0 1-13 16,0 2-14-16,0-2-6 0,-3 2-8 0,1 0-7 0,-3 0-8 16,1 2-8-16,-1 1-17 0,5 1-18 0,-11 0-37 15,11 0-37-15,-8 1-24 0,5 1-2 16,-2 1 1-16,5-3 0 0,-6 6 6 0,6-2 12 0,0 1 10 16,0 0 8-16,4 0 6 0,3 2 12 0,1-1 2 15,7-1 1-15,3 5-7 0,2-7-9 0,3 2-3 16,2-2-1-16,5-2 4 0,0 0 3 0,1-2-2 15,-4-3 0-15,2-2-1 0,-7 2-4 0,-2-5 3 16,1 2 10-16,-1-3 10 0,-3 2 15 0,-3-2 30 16,-4 2 34-16,-1-2 12 0,-1 2 11 0,-4-3 9 15,-1 2 5-15,-1 1 4 0,-2-3-4 0,0 4 5 16,-2 0-3-16,1 1-5 0,-2 0-8 0,0 1-11 16,1 2-4-16,-1 0-6 0,-4 2-7 0,7 1-1 15,-8-1-3-15,8 1-9 0,-11 5-12 0,8 0-3 16,-4 0 1-16,3 5 2 0,2-1 3 0,-1 2 0 15,2 4-1-15,2 1-2 0,0 2 6 0,5 0 2 0,-1 3-1 16,-1-2 0-16,2 0-3 0,3 1 1 0,-2-1 2 16,0-1 1-16,0 2-2 0,-2-1 1 0,2-1-1 15,-2 0-1-15,-2-4 1 0,1 2-3 0,-1-2 4 16,-2 2-1-16,-1-5-7 0,0-2 1 0,0 1 3 16,0-4 3-16,-1-1 1 0,-2 2 14 0,0-2 15 15,1-3 16-15,0 1 11 0,-6-1 2 0,8-2-1 16,-11 0-2-16,11 0-1 0,-12-5-8 0,5 0-5 15,-1 0-14-15,3 0-17 0,-1-6-33 0,1 1-37 16,-1-1-39-16,4-1-46 0,0-2-66 0,5-6-86 16,0-2-239-16,6 1-579 0,1-4 256 0</inkml:trace>
  <inkml:trace contextRef="#ctx0" brushRef="#br0" timeOffset="-123776.11">20396 10378 266 0,'0'0'281'0,"0"0"-3"0,0 0-14 0,0-5-6 16,0 5-18-16,0 0-19 0,4-2-19 0,-4 2-22 16,0 0-19-16,0 0-16 0,0 0-17 0,0 0-12 15,0 0-13-15,19 6-14 0,-15-5 5 0,2 3-21 16,0-2-5-16,2 5-9 0,-1-2-16 0,0 0-10 16,-1-1-7-16,0 5-12 0,0-4-11 0,-1-1-14 15,-1 2-3-15,-1 1-10 0,1-2-3 0,-2 0-2 16,1-2 1-16,0-1 1 0,-1 1-2 0,-2-3 7 15,0 0 2-15,-2 7 6 0,2-7 2 0,0 0 6 16,0 0 6-16,0 0 8 0,0 0 10 0,-16-10 3 16,15 8 2-16,-2-5-2 0,0 2 1 0,0 0-1 15,3-2-5-15,-2 1 1 0,2 0-3 0,2-2-4 16,1 0-9-16,3 2-9 0,3-1-12 0,3 0-17 0,6-1-10 16,1-1-6-16,3 5-10 0,-2 1 4 0,9-2-14 15,-7 0 2-15,3 5 4 0,-2-2-4 16,-3 2 9-16,1-1 1 0,-7-1 10 0,-3 2 2 0,1 0 8 15,-4-1 7-15,0 1 7 0,-1 1 15 0,-7-1 11 16,8-2 17-16,-8 2 8 0,5-1 8 0,-5 1 0 16,1-5-5-16,-1 5-5 0,0 0-4 0,-6-7 1 15,6 7-4-15,-8-3-3 0,4 2-1 0,4 1-4 16,-12 0 1-16,4 1-2 0,8-1 3 0,-15 3-6 16,8-2-3-16,0 2-1 0,2 0 1 0,-1-1 4 15,-2 2-6-15,3 1 2 0,-1 0 3 0,2 2 0 16,1-1 1-16,1 0 0 0,0 2-1 0,4-2 2 15,-1 4-5-15,3-1-5 0,3 0-4 0,0-1-14 16,4 0-8-16,0 0-13 0,2-2-15 0,5 0-6 16,-1 0-7-16,4-5-16 0,-2 0 2 0,-5-1 1 15,6-1 8-15,-1-2 8 0,-5-3 6 0,3-1 1 0,0-2 16 16,-5 3 4-16,0-5 21 0,-2 0 24 0,0 1 22 16,-3-5 42-16,-1 4 31 0,-1 0 24 15,-3 1 20-15,0 0 3 0,-2-1 11 0,0 0 2 0,0 0-6 16,0 4-14-16,-2-2-5 0,0 2-10 0,0 2-9 15,0 0-9-15,-1 0-22 0,2 2-9 0,-2 0-11 16,3 3-12-16,-5-4-9 0,5 4-4 0,0 0-22 16,0 0-7-16,-16 4-12 0,11-1 4 0,3 2-6 15,-2 3-4-15,1-1 5 0,0 3 0 0,0 1 0 16,3 1-3-16,0-2 6 0,2 1-1 0,0 0 2 16,3 1-1-16,0-3 4 0,3 2-11 0,0-1-15 15,-1-1-20-15,1 0-27 0,3-1-31 0,0-2-39 16,-1-1-43-16,3-1-48 0,-3 1-257 0,-3-5-529 0,5 0 235 15</inkml:trace>
  <inkml:trace contextRef="#ctx0" brushRef="#br0" timeOffset="-120940.28">21529 9889 207 0,'-3'-10'378'16,"2"-2"-20"-16,-2 5-2 0,2 0-28 0,1 2-37 15,-2 0-27-15,2 1-28 0,0 4-33 0,-4-4-22 16,4 4-24-16,0 0-18 0,0 0-8 0,7 10-15 0,-4-2-11 15,1 4-20-15,1 3 3 0,2 3-14 16,-2 2-8-16,6 7-5 0,-8-1-8 0,4 2-15 16,-4 0-2-16,1-2-25 0,-3-4-15 0,-5-1-16 0,3 0-19 15,1 6-11-15,-3-8-35 0,0-1-21 0,3-1-30 16,-4 1-33-16,3-7-45 0,1 0-31 0,0-3-238 16,0-1-523-16,0-2 233 0</inkml:trace>
  <inkml:trace contextRef="#ctx0" brushRef="#br0" timeOffset="-120533.99">21491 10113 132 0,'-8'-4'234'16,"2"0"-8"-16,1-1-8 0,-3 3-4 0,2-2-15 16,-1 1-10-16,2 2-15 0,2-2-17 0,-1 1-14 0,4 2-16 15,-7-4-10-15,7 4-6 0,0 0-5 0,-2-3-5 16,2 3-7-16,0 0-9 0,0 0-10 15,0 0-5-15,0 0-7 0,0 0-4 0,17-1-5 0,-5 4-9 16,-2-3-3-16,1 0-5 0,1 0-2 0,-2 0-4 16,-2 1-5-16,3 0-4 0,-6-1-5 0,2 3-3 15,-1 2-1-15,0-1-3 0,0 1 2 0,0 1-9 16,0 0 1-16,-2 0 2 0,4 3 5 0,-4-1-9 16,0 0 3-16,2-1-2 0,-1 3 0 0,1-1 1 15,-3-1 3-15,2 0-2 0,0 2-2 0,1-3-2 16,-2 3 4-16,3-4 0 0,-1-1 7 0,2 2-6 15,2-4 1-15,0 2 0 0,2-2-1 0,0-1 0 0,4-1 0 16,-3-1-2-16,-4 0 15 0,3-2 27 16,1-2 20-16,-4 0 20 0,-2 1 22 0,-2-2 3 15,0 2 21-15,-1-6 4 0,0 2 4 0,-1 1-29 0,-3 1-13 16,-2-1-15-16,1-2-8 0,-5 0-14 0,1 0-6 16,-1 5-17-16,-2-4-35 0,0 1-37 0,1 4-50 15,-1-1-51-15,0 1-55 0,1 4-36 0,-2-1-48 16,4 0-59-16,-3 2-245 0,3 2-626 0,4 0 277 15</inkml:trace>
  <inkml:trace contextRef="#ctx0" brushRef="#br0" timeOffset="-120016.79">22266 10163 36 0,'0'-4'361'0,"3"0"-22"0,-3 4-34 16,1-6-35-16,-1 6-32 0,-1-4-29 15,1 4-23-15,0 0-36 0,0 0-15 0,0 0-14 0,0 0-13 16,4 14-10-16,-3-8-8 0,1 2-11 0,-1 2-8 16,1 1-16-16,0 0-13 0,-2 1-4 0,4 0-7 0,-3-1-11 15,2 0-9-15,0 1-3 0,-2-6-3 16,2 3 0-16,-2 0-6 0,1-4-8 0,-1 0 5 15,1 0 4-15,-1-2 9 0,-1-3-4 0,5 3-1 0,-5-3 2 16,0 0-3-16,11-7 5 0,-5 1 12 0,-2 1 6 16,4-2 20-16,-4 1 0 0,4-2 4 0,-1-1-2 15,0 2 2-15,1-1 16 0,-1-1 4 0,-1 4-7 16,0-1-1-16,-2 3-6 0,0-2-4 0,-1 2-11 16,3 1-7-16,-3-1-4 0,-3 3-2 0,8 0-8 15,-8 0 8-15,14 4-8 0,-6 0-4 0,-1-1-1 16,3 4-2-16,-2-1-6 0,2 1 3 0,0 0-3 15,1 2 3-15,5 4-3 0,-2-5-5 0,-2 1-1 16,-1-3 1-16,2-2-2 0,0 2 2 0,-1-2-1 16,-1-1-1-16,-1 0 1 0,-2-2 6 0,1 1-4 15,-2-4 0-15,1-1 6 0,-2 2 0 0,2-6 5 16,-6 0-3-16,2-2 0 0,-1-4-3 0,-1 0-1 0,-4 0-7 16,-1 1 1-16,2-1-9 0,-4-3-14 0,-2 3-22 15,0-3-27-15,-1 1-30 0,2 2-32 16,-4 4-37-16,2-3-48 0,1 2-38 0,1 1-42 0,0 5-160 15,-1-6-495-15,4 5 219 0</inkml:trace>
  <inkml:trace contextRef="#ctx0" brushRef="#br0" timeOffset="-119501.21">22774 9971 215 0,'0'0'254'0,"3"-3"-31"15,-3 3-26-15,0 0-22 0,0 0-24 0,0 0-19 0,0 0-12 16,0 0-11-16,0 0-7 0,0 17-12 16,2-7-7-16,-1 2-6 0,-1-1-8 0,8 6-8 15,-3-3-2-15,-1 2-6 0,3 4-8 0,-1 0-2 0,2-1-5 16,-2-2-3-16,1 0-4 0,1-2-1 0,-3-2-4 16,-1-1-1-16,3-1-2 0,-4-2-3 0,0-2 0 15,-1 0-1-15,5-2 4 0,-6 0 15 0,-1 0 41 16,4-3 40-16,-4-2 8 0,0 0-8 0,0 0 9 15,0 0-4-15,14-11 3 0,-12 6 5 0,0-3 4 16,2 2-4-16,0-1-3 0,0-3-13 0,0 4 6 16,-1-1-8-16,3 0-15 0,-4 2-11 0,1-1-4 15,4 2-15-15,-3 0-6 0,0 0-6 0,-4 4-11 16,4-4-13-16,-3 1-9 0,-1 3-12 0,9 0-7 16,-9 0-10-16,9 5-7 0,-4-2-10 0,1 0-11 15,-2 2-6-15,2 2-1 0,-2-4 1 0,1 3-4 0,0 1 2 16,0 1 0-16,-3-2 4 0,2 0-2 0,-1-1 4 15,1-3 8-15,0 2 7 0,-4-1 0 0,0-3 13 16,6 5 33-16,-6-5 45 0,0 0 11 0,0 0-9 16,0 0-1-16,9-11-10 0,-9 6-6 0,4 0 1 15,-1-2 18-15,1 1 4 0,0-1-4 0,-1 0 1 16,1 1-8-16,-1 0-4 0,-1-1-8 0,1 1-7 16,1-2-4-16,-2 4-1 0,0 0-14 0,0 2-11 15,-2 2-23-15,0 0-37 0,4-5-54 0,-4 5-48 16,4-2-21-16,-4 2-4 0,0 0-21 0,8 10-26 15,-1-5-38-15,-3 2-26 0,1-3-23 0,6 2-32 16,-3 2-227-16,3 0-607 0,3-1 269 0</inkml:trace>
  <inkml:trace contextRef="#ctx0" brushRef="#br0" timeOffset="-119251.23">23417 10106 76 0,'-3'-10'275'0,"2"4"-16"15,-5 1-19-15,2-2-23 0,0 4-17 0,-1-1-27 16,-3 3-23-16,2-2-15 0,6 3-17 0,-11-2-11 16,4 7-13-16,-1-3-7 0,0 2-10 0,-2 2-8 15,1 2-8-15,-2 0-4 0,4 2-6 0,0-1-1 16,2 2-5-16,1 1-4 0,-3-3-5 0,3 2 1 16,3 2 1-16,2-2-9 0,-1 1 2 0,4 3-5 15,3-4-3-15,4 2-1 0,1-3-16 0,-1-2-22 16,8-2-22-16,-4-1-20 0,3-1-22 0,-3-3-19 15,4-1-16-15,1-5-19 0,-2 0-17 0,2-5-13 16,-1-2-15-16,-4-2-121 0,4 0-324 0,-4-9 144 0</inkml:trace>
  <inkml:trace contextRef="#ctx0" brushRef="#br0" timeOffset="-118897.08">23595 10062 139 0,'1'-27'91'0,"2"9"44"0,-3 0 20 0,0 1 18 16,0 4 29-16,-3 1 12 0,3 4-1 0,0-3-1 16,-1 4-11-16,-2 1-17 0,3 1-18 0,-1 1-21 15,1 0-21-15,0 4-22 0,-3-4-22 0,3 4-10 16,0 0-3-16,0 0-9 0,-7 9-7 0,7-4-2 15,0 7-6-15,0 0-4 0,0 3-2 0,4 3-2 16,2 2-5-16,-2-1-3 0,-3 1-3 0,4-1-4 16,2 0 0-16,0-1-2 0,0 1-4 0,1-1-1 15,2-2-8-15,-2 0-5 0,-1-1 0 0,-2-6 0 16,-2 2 1-16,1-4-2 0,1-1 2 0,-2-1 10 16,0-3 16-16,1-1 3 0,2 0 0 0,-6-1 3 0,0 0 12 15,13-2 18-15,-8-3 18 0,0 1 8 16,-1 0 8-16,1-2 17 0,1 1-6 0,0-2-8 0,0 1-1 15,-2 0-12-15,0 2 2 0,1-2-11 0,-2 4-10 32,1-2-4-32,0 0-3 0,-1 1-12 0,1 0-12 0,-4 3-4 15,4-3-9-15,-4 3-5 0,6-1 1 0,-6 1-6 16,9 4-5-16,-2 1-10 0,0-1-10 0,-2 0-9 0,1 1-13 0,2 0 3 16,-2 0-12-16,3 1-5 0,-4 0-9 0,1-2-11 15,2-1-8-15,-3 0-8 0,-1-1-22 0,2 1-21 16,-1-2-32-16,-5-1-50 0,12-5-56 0,-8 1-62 15,-2 1-188-15,-2-6-558 0,-2 0 247 0</inkml:trace>
  <inkml:trace contextRef="#ctx0" brushRef="#br0" timeOffset="-118522.11">23093 9793 285 0,'-4'-2'329'0,"4"2"-24"0,0 0-22 0,-6-2-24 0,6 2-28 15,0 0-26-15,0 0-24 0,0 0-21 0,0 0-14 16,0 0-17-16,-8 0-15 0,8 0-16 0,0 0-8 15,0 7-5-15,0-7-13 0,0 0-4 0,2 6-9 16,-2-6-8-16,0 5-3 0,0-5-11 0,0 0-8 16,1 2-4-16,-1-2-2 0,0 0-3 0,0 0 1 15,0 0 2-15,0 0 0 0,0 0-1 0,0 0 9 16,0 0 16-16,0 0 27 0,0 0 2 0,0 0-9 16,0 0-7-16,0 0-11 0,0 0-12 0,0 0-15 0,0 0-14 15,0 0-23-15,0-15-22 0,0 15-40 0,-1-5-39 16,1 5-54-16,0 0-63 0,0 0-77 0,0 0-179 15,0 0-530-15,0 0 234 0</inkml:trace>
  <inkml:trace contextRef="#ctx0" brushRef="#br0" timeOffset="-101339.83">19413 10520 193 0,'-6'-2'296'0,"6"2"-7"0,-7-2 4 0,7 2 0 15,-4-2-12-15,4 2-4 0,0 0-10 0,0 0-10 16,-7-1-9-16,7 1-17 0,0 0-11 0,0 0-18 0,0 0-14 15,0 0-16-15,0 0-13 0,0 0-18 0,0 0-18 16,0 0-11-16,0 0-12 0,22-2-10 0,-7 4-5 16,8-1-13-16,11 1-6 0,7 1-8 0,15 5-3 15,6-4-6-15,2-1-4 0,6 2-7 0,25 5-7 16,-27-3-1-16,31 2 1 0,-34-1-4 0,2-1-7 16,1 1 0-16,0 0-3 0,-8-1-1 0,1 0-4 15,-4-2 1-15,-16-3 4 0,-1 2-6 0,-4-1 2 16,-4-2-2-16,-7 2-2 0,-5-2 8 0,0-1-9 15,-5 0 1-15,-4 0 2 0,-2 0 3 0,-3 0-2 16,0 0-7-16,-6 0 0 0,9-1-10 0,-9 1-25 16,4-4-39-16,-3 0-46 0,-1 4-36 0,0 0-31 0,-7-8-31 15,4 6-48-15,-2-1-50 0,-2-2-61 0,-1-1-220 16,1 1-641-16,3-2 284 0</inkml:trace>
  <inkml:trace contextRef="#ctx0" brushRef="#br0" timeOffset="-100230.49">19694 9414 200 0,'7'-10'246'0,"-2"-2"-6"0,-1 2-6 16,2-1 6-16,-2 0-10 0,-3-3 3 0,1 2-3 15,-1 1 1-15,-1-1-8 0,-1 2-5 0,-3-3-9 0,-2 6-18 16,3-4-24-16,1 5-12 0,-7-3-24 16,-1 3-15-16,-3 0-11 0,-3 0-13 0,-2 2-5 15,2 3-4-15,-2 1-11 0,-2 2-7 0,-4 3-10 0,4 0-13 16,1 3-12-16,2 0-10 0,0 1-4 0,3 4-19 15,1-3-2-15,5 3 0 0,1-2-1 0,-1 6 5 16,8-5-1-16,0 5-3 0,4 1 3 0,7-4 2 16,-3 3-2-16,6 0 0 0,2-2 1 0,2-3-7 15,0 2-10-15,-1-2-9 0,5-2-1 0,-3-1-3 16,1-2 3-16,0 3-6 0,-2-5 7 0,-4-3-2 16,-2 1 9-16,1-3 0 0,-5 1 5 0,1 0 1 15,-3-1 6-15,-1 2 10 0,2-2-7 0,-7 0 1 16,8 2-3-16,-8-2-1 0,5 1 5 0,-5-1-5 15,0 0 4-15,9 2-7 0,-5-1-2 0,-4-1 1 16,11 3 4-16,-5 0-1 0,4 0-19 0,2 0-14 0,0 1-7 16,-1-1-7-16,3 1 0 0,-2 0 1 0,2-1 3 15,1 1 0-15,-4 1 3 0,2-2 4 0,-2 2 4 16,0-2 5-16,0-2 5 0,-6 0 10 0,1-1 8 16,-6 0 7-16,8 0 4 0,-8 0 6 0,5-7 4 15,-3 3 5-15,-4-3 3 0,-2 0 6 0,3 1 14 16,-3-3 7-16,1 2 13 0,-2-2 7 0,2-1-2 15,-4 1-5-15,6 1-2 0,-2-1 2 0,-4 4 2 16,6-1-1-16,-2-1-5 0,3 2 0 0,-1 0-9 16,1 2-15-16,0-2-8 0,0 5-12 0,1-3-9 15,-1 3-12-15,12 0-5 0,-12 0-9 0,13 2-8 16,-4-1-12-16,-1 3-9 0,0-1-5 0,2-1-5 0,-2 7-5 16,2-2-7-16,-3-1-7 0,-1 1-4 0,3-1-5 15,-3 0-1-15,-2 0 2 0,2-1 3 16,-3 0-1-16,-1-1 7 0,2 1 10 0,-1-1 9 0,0-2 6 15,-1 1 10-15,-2-3 29 0,3 3 33 0,-3-3 36 16,0 0 24-16,4 3-3 0,-4-3-7 0,0 0 6 16,7-6 8-16,-6 2 4 0,2-1-2 0,1-1 4 15,1 1-4-15,-2 0-2 0,3-1-15 0,-1-1 0 16,2 1-2-16,-3 1 1 0,3-2 10 0,-2 2-17 16,1-1-3-16,2 2-8 0,-4-1-2 0,2 2-5 15,0 1-5-15,1-1 2 0,-1 2-10 0,-1 0-13 16,-5 1 5-16,14 0-14 0,-9 0-20 0,-5 0-10 15,11 2-18-15,-7 2-19 0,0-1-15 0,3-2-15 0,-2 1-17 16,-2 2-11-16,5 2-20 0,-1-4-27 16,4 2-9-16,-3-2-20 0,0 0-10 0,3-1-12 15,-3 0-146-15,1-1-399 0,0-2 177 0</inkml:trace>
  <inkml:trace contextRef="#ctx0" brushRef="#br0" timeOffset="-100025.91">20435 9296 76 0,'4'-11'283'0,"-4"-1"10"15,0 3-8-15,0 0-5 0,2 3-25 0,-2 1-27 16,0 0-18-16,0 5-33 0,0-7-27 0,0 7-17 0,0 0-17 16,0 0-5-16,0 0-19 0,-11 17-4 15,8-7-13-15,-1 5-5 0,0 3-5 0,1 4-6 16,3 5-5-16,0 0-4 0,0 1-5 0,4 1-2 0,1-4-5 16,-1 4-3-16,2-2-1 0,0-5-12 0,-2 3-16 15,0-4-14-15,3 5-24 0,-2-8-24 0,-2-6-31 16,2 2-36-16,-1-2-35 0,-4-4-40 0,3-1-40 15,-1 0-175-15,-1-2-446 0,-2-1 198 0</inkml:trace>
  <inkml:trace contextRef="#ctx0" brushRef="#br0" timeOffset="-99750.3">20439 9446 187 0,'10'-4'201'0,"1"0"-1"0,2 1-8 15,-7 1-11-15,2 1-13 0,1-2-11 0,-2 3-13 16,0-1-13-16,-1 0-16 0,-6 1-9 0,9 0-9 16,-9 0-12-16,7-2-11 0,-7 2-10 0,0 0-4 0,9 0-10 15,-9 0-6-15,0 0-6 0,9 2-2 16,-9-2-5-16,5 2-2 0,0-1-3 0,-3 3-2 16,1 0-2-16,1 3-1 0,-2-4-3 0,1 4-1 0,1 3-1 15,3-1 2-15,-2 0-3 0,-1 1 1 0,3-1-1 16,0 1-3-16,-3-2-11 0,6 1-23 0,-5-1-23 15,3 0-20-15,-2-4-33 0,3 3-34 0,-2-3-35 16,0-2-180-16,1 1-377 0,-1-2 167 0</inkml:trace>
  <inkml:trace contextRef="#ctx0" brushRef="#br0" timeOffset="-98750.33">20843 9414 42 0,'0'0'245'0,"0"0"-11"0,0-8-16 0,0 8-12 16,-1-5-18-16,1 5-18 0,-4-2-17 0,1-3-17 0,3 5-15 16,-8-1-13-16,8 1-12 0,-12 1 0 0,4 1-11 15,1 1-9-15,-3-1-6 0,2 2-6 16,-4 0-9-16,1 1-5 0,1 0 0 0,1 4-10 0,0-4-3 16,0 4 2-16,1-3-10 0,0 5 0 0,3-2-6 15,-2-2 0-15,1 1-3 0,4-2-9 0,-3 2 3 16,5-1-2-16,0-2-5 0,3 1-8 0,0-1-6 15,2 0-15-15,2-1-8 0,3-2 6 0,3 0-8 16,-2-2 2-16,-1-3-1 0,3 0 7 0,-2-2-2 16,1-3 3-16,2-4 3 0,2 1-5 0,-2-5 0 15,-4 0 2-15,0-2 3 0,0-3 9 0,-5 1 9 16,1 0 16-16,-2 0 23 0,0 0 27 0,-3 1 18 16,-1-2 8-16,-1 1 3 0,1 3 2 0,-1-1 7 15,-1 4 10-15,-1 3 9 0,3-1 12 0,-2-1-9 16,-1 5 8-16,3 2-9 0,-3 1-7 0,2 0-14 15,1 0-17-15,0 5-10 0,0-7-26 0,0 7-36 0,-1-5-20 16,1 5 0-16,0 0 1 0,0 0-1 0,0 19 4 16,0-10 2-16,0 1-1 0,0 5 0 15,1 4-4-15,0-1-9 0,2 3-17 0,2 0-1 0,-2 6-7 16,1-8-8-16,0 1-10 0,3 1-6 0,-1-2-8 16,-1-1-5-16,2 1-10 0,1-3-4 0,-1 0-3 15,0-7-2-15,1 3-5 0,0-5 6 0,0 1 1 16,-2-3 1-16,3-2 4 0,-2-2 10 0,5-1 6 15,-2-2 10-15,-1-2 5 0,2-3 9 0,-2 1 8 16,4-4 7-16,-2-3 14 0,-2 2 14 0,2-1 13 16,-3-2 23-16,2 2 14 0,-5 0 8 0,3 0 9 15,-3 2 10-15,-3 0 10 0,1 3 10 0,-2-1-4 0,2 3 2 16,0 0-12-16,-3 0-12 0,0 1-15 0,0 4 0 16,-3-6-13-16,3 6-2 0,-7 0-5 15,7 0-4-15,-11 3-2 0,6 2-5 0,-3 0-5 0,1 1-1 16,0 2 0-16,3-1-9 0,-3 2-1 0,4 2-4 15,-2-3-8-15,4 2 4 0,-1-2-3 0,2 3 1 16,2-4-5-16,-1-1-2 0,4 5-12 0,-1-6-7 16,5 2-13-16,-1-2-5 0,3-2-2 0,-4 0-1 15,5-3 1-15,1 0 5 0,-2-1 6 0,-1-3 5 16,2-1 9-16,0-1 0 0,-3 1 13 0,1-5 11 16,-1 4 12-16,-3-1 4 0,0 0 3 0,-1-2 8 15,-1 3 8-15,0-1 9 0,-4 0 3 0,3 3 0 16,-2-1-3-16,-1 5-6 0,2-6-7 0,1 2-6 0,-3 4-7 15,0 0-11-15,0-5-11 0,0 5 5 16,0 0-5-16,0 0 1 0,0 0 0 0,0 0 2 16,-3 16 0-16,1-11-3 0,4 1-6 0,-2 1-3 0,1-1-2 15,1 1-3-15,-1 0 3 0,3 2-2 0,-4-4 0 16,4 3 0-16,1-3 7 0,-2-1-4 0,1-2 3 16,3 4-1-16,-4-4 4 0,2-1 2 0,-5-1 6 15,12-1-2-15,-6-1 2 0,-1-3-1 0,2 0 4 16,-1 2 3-16,0-7 10 0,3 4 5 0,-4-4 7 15,-1 1 4-15,3 0 8 0,-2 1 3 0,-1 0 12 16,-1 1 10-16,3 0 2 0,-4 1 1 0,1 1 3 16,0 0-4-16,-2 1-12 0,3-1-3 0,-1 3-7 15,-2-2-6-15,-1 4-9 0,3-4-9 0,-3 4-10 16,0 0 1-16,0 0-8 0,0 0 5 0,11 6-4 16,-7-1-9-16,0 0-12 0,0 2-8 0,1-1-11 0,2 2-13 15,0 1-12-15,-3-2-10 0,3 2-15 0,1-2-17 16,-5 2-16-16,5-1-25 0,0-1-29 15,2-3-30-15,-4-2-40 0,1 4-141 0,0-4-420 0,3 1 186 16</inkml:trace>
  <inkml:trace contextRef="#ctx0" brushRef="#br0" timeOffset="-98187.87">21603 9296 23 0,'-2'-4'306'16,"-2"2"-15"-16,1 0-22 0,3 2-29 0,-4-3-24 15,4 3-26-15,-7-2-20 0,3-1-17 0,4 3-12 16,0 0-14-16,-9 6-11 0,6-2-8 0,0 3-10 16,-1-1-8-16,3 0-7 0,-1 6-6 0,1-5-8 15,1 5-4-15,0-1-5 0,3 1-3 0,-2-1-8 16,3 1-7-16,6 0-1 0,-5 0-5 0,3-3-11 15,1 1-9-15,0-1-10 0,-1 1-10 0,5-5-7 16,-3 2-3-16,0-2-9 0,-2-5-1 0,2 1 4 0,0-1 3 16,-1 0 1-16,0-2 6 0,2-2-3 15,-6-3 4-15,4 2 0 0,-4-2 8 0,-1-1 19 16,-1 2 12-16,-1-2 26 0,3 0 22 0,-5 2 17 0,0-1 14 16,1 0 4-16,-1 1 4 0,0 1-7 0,-1-1-6 15,1 2-5-15,0-1-12 0,-2 2-18 0,2 3-15 16,-4-6-2-16,4 6-9 0,-4-2-7 0,4 2-7 15,0 0-5-15,0 0-11 0,0 0 4 0,-5 9-6 16,2-4 3-16,3 0-1 0,3 2 0 0,-2 0 6 16,3 2-12-16,4 1 8 0,-1 0-10 0,4 1-25 15,4-1-15-15,-3 1-32 0,7-1-38 0,-1-2-45 16,2 1-53-16,1-1-65 0,1-2-72 0,-2-2-203 0,2-1-587 16,1 0 259-16</inkml:trace>
  <inkml:trace contextRef="#ctx0" brushRef="#br0" timeOffset="-96797.54">21683 10131 309 0,'0'0'316'0,"0"0"-21"16,-6-1-22-16,6 1-16 0,0 0-27 0,0 0-22 0,0 0-19 15,26 0-22-15,-7 0-14 0,15 2-17 0,8 1-11 16,19 1-17-16,7 1-4 0,35 0-12 16,0 3-11-16,-4 3-9 0,6-2-5 0,2-3-8 0,-2 5-6 15,2-3-2-15,-2 2-5 0,-5-2-10 0,-34 2 2 16,6-3-5-16,-4 2-5 0,-1-2-1 0,-6 0-2 15,-1 2 1-15,-6-5-4 0,-16 0-2 0,-2-2 0 16,-6 2 2-16,-10-4-5 0,-5 1 0 0,-3 1 3 16,-1-1-6-16,-3 1 0 0,0-2 0 0,-8 0-3 15,9-2-11-15,-9 2-13 0,7-1-10 0,-7 1-20 16,0 0-20-16,0 0-21 0,6 3-20 0,-6-3-29 16,0 0-35-16,3 2-30 0,-3-2-46 0,12 3-210 0,-4-2-491 15,7 4 216-15</inkml:trace>
  <inkml:trace contextRef="#ctx0" brushRef="#br0" timeOffset="-95938.24">24263 10007 74 0,'-7'-3'312'16,"0"1"-33"-16,-4-1-26 0,4 2-25 0,-5 0-23 16,0-1-24-16,2 1-19 0,3 1-13 0,7 0-17 15,-12 3-15-15,7-2-11 0,1 1-10 0,1 2-8 16,0-1-7-16,3 2-7 0,0 0-7 0,2 1 3 15,3 2-7-15,2 0-6 0,4 0-5 0,7 2-6 0,-3-4-4 16,5 2 0-16,-2 1-8 0,-1-4-3 16,-3 0-4-16,-2-4 2 0,2 2-2 0,-3-3-1 0,-3 0-3 15,0-1-3-15,-1-2-11 0,-2-2 0 0,-3 0-8 16,-2-3-6-16,0-2-1 0,-2-3-2 0,-5-3 4 16,-1-2 0-16,-1 0 4 0,-4 1-2 0,-1-7 1 15,4 7 0-15,-1-1-2 0,4 1 7 0,-1-1 5 16,4 1 1-16,1 1 4 0,-2 0-4 0,5-1-2 15,1 4-1-15,6-5 6 0,-3 7 6 0,4-1 3 16,3-4-2-16,-1 6 0 0,1-3 0 0,2 6 2 16,-2-1-1-16,0 3-6 0,0-1-1 0,-2 3-2 0,2 3-5 15,0 0 5-15,-3 2-6 0,-1 0-5 0,5 4 1 16,-3 2-3-16,-3 2 1 0,3 2-3 16,1 7 1-16,-4 0 0 0,2 8 6 0,-2 1-4 0,-3 1-1 15,3 0 1-15,-6 5-1 0,1-1 2 0,-1 0 1 16,0 3-1-16,0-3 1 0,-1 3 5 0,-2 0-9 15,-2-2 2-15,-1-3-2 0,2 3 0 0,0-3-1 16,1-1 2-16,-1-1-1 0,-3-2 0 0,2 0 1 16,3-7 2-16,-1-2 0 0,1 0-1 0,2 3 2 15,-2-9-1-15,2 0 4 0,2 2-2 0,1-6 3 16,1 2 6-16,4-2 7 0,-2 0 15 0,6-2-2 16,0-2 5-16,0-1-2 0,2-3 14 0,2 0 5 15,-2-2 3-15,4-4 8 0,-1-3 9 0,1 1-4 16,-2-2 7-16,-2-4-9 0,-1-2-3 0,-4-2-3 15,0-5-2-15,-3 3-3 0,-2 0-4 0,-2-9 11 16,-2 4 0-16,-2 2 4 0,-1 3 2 0,-4 0 1 0,0-7-11 16,-1 7-2-16,-4 1-11 0,4 3-8 0,-2-1-10 15,-2 2-18-15,1-1-18 0,0 4-24 0,1 1-24 16,5 3-17-16,1 0-29 0,-3 1-46 0,5 4-55 16,0 0-84-16,2-1-116 0,0 4-221 0,7-5-674 15,1 4 298-15</inkml:trace>
  <inkml:trace contextRef="#ctx0" brushRef="#br0" timeOffset="-94202.52">25250 9903 75 0,'0'-4'283'0,"0"-1"-29"0,0 1-16 15,-3 0-12-15,-1 0-18 0,2 2-17 0,2 2-22 16,-6-5-14-16,4 4-17 0,-5-2-17 16,7 3-14-16,-13 0-11 0,4 2-6 0,-3 1-12 0,2 1-7 15,-5 2-6-15,-3 1-8 0,2 3-6 0,4-4-2 16,-4 5-5-16,6-1-3 0,-3 4-4 0,2-1 0 15,1 4-4-15,5-2-2 0,-2 1-5 0,4-3-2 16,2 0-4-16,4 0 3 0,-1 0-2 0,6 0-1 16,5-1-2-16,-1 0-12 0,7-3-7 0,0-1-8 15,0-1-7-15,4-2-8 0,0-2 4 0,-3-2-6 16,5-4 2-16,-2-3 0 0,6-1 1 0,-1-4-4 16,-10 1 1-16,5-9-4 0,3-1-10 0,-6-4-8 0,0 1 3 15,-1-2 6-15,-6-5 7 0,2 4 21 16,-4 1 28-16,-7 5 26 0,0-1 27 0,0 2 15 15,0 1 4-15,-4 0 7 0,0 1 5 0,-3 3-4 0,2 3-8 16,-3 0-7-16,3 1-15 0,-2 2-4 0,3 2-3 16,-3 2-20-16,2 1-10 0,-2 0-9 0,3 3-7 15,0 0-8-15,-12 5-1 0,6 0-5 0,3 6 1 16,1-3 2-16,-2 6 0 0,3 3-2 0,1 4 1 16,0 0-6-16,1 6-11 0,3-2-1 0,1 2-11 15,1-2-11-15,-2-5-7 0,0 2-19 0,6-1-12 16,-5-1-13-16,6-1-11 0,-3-2-16 0,3 0-7 15,3-1-13-15,-5-3-4 0,6-1-16 0,-3-4-7 16,3-3-2-16,0-2 5 0,4-1 13 0,-2-2 11 0,2-3 16 16,-1-1 13-16,-1-2 11 0,1-3 27 0,-2-2 21 15,-5 1 20-15,3 1 35 0,-3-1 32 0,-1-3 22 16,-2-2 20-16,-2 5 3 0,-3-1-1 0,-2 1-7 16,3 0-8-16,-4 1-5 0,-1 1-10 0,-2 1-6 15,2 0-6-15,-2 2-9 0,-3 1-3 0,1 0-4 16,-2 1 0-16,-1 1-5 0,0 4-1 0,-2-1-4 15,0 0 2-15,1 4-6 0,0-1-2 0,-2 3 6 16,6 3-2-16,-4-4-5 0,5 6-2 0,0-2 2 16,-2-1-2-16,4-1-3 0,2 2-13 0,0-3 1 15,0-1-3-15,2 0-2 0,3 0 1 0,-1-3-5 16,1 1-6-16,2-1 4 0,0-2 1 0,4-1-1 16,-2-1 4-16,2-3-6 0,1-2 12 0,-3 1 0 0,2-1 4 15,-2-1 15-15,-1 2 9 0,-1-2 5 0,1 0 3 16,2 1 10-16,-5 2 9 0,-1-2 10 15,2 0-2-15,-5 0-6 0,5 4-7 0,-6 2-5 0,3-7-9 16,-3 7-5-16,0 0-5 0,0 0 1 0,0 0 1 16,0 0-7-16,2 14 1 0,-4-7-2 0,2 0-1 15,0 1-1-15,0 4 0 0,2-3-1 0,-2 4 0 16,3-1-9-16,-2-1-2 0,0 0-8 0,3-2-7 16,-1 1-2-16,1-5-2 0,-4 3 0 0,4-7 7 15,2 3 2-15,0-1-6 0,-1-3 2 0,-5 0-1 16,11-5 1-16,-5 2 4 0,2-7 7 0,-1 2-5 15,-1-2 2-15,-1 0 7 0,1-7-4 0,2 0 16 16,-1 1 6-16,1-2-1 0,-3 2 16 0,-1 2 8 0,6-1 3 16,-5 4-4-16,-2-1 17 0,-2 0-1 15,6 3 5-15,-4 1-7 0,2 3-5 0,-1 1-7 16,-2-2-5-16,-1 3-4 0,2 1-6 0,-3 2-1 0,5-3-4 16,-5 3-3-16,0 0-4 0,15 7 0 0,-7-4-4 15,-1 3 0-15,1 0 1 0,2 3-3 0,-1-2 2 16,1 3-2-16,-2 1 1 0,3 2-1 0,-6-1-6 15,4-1 2-15,-4 1-8 0,2-2-5 0,-3 2-6 16,-1-2-1-16,-1-3 0 0,1 3-2 0,-6-4 0 16,3 1 1-16,0-2 2 0,-2-1 1 0,-3 0 5 15,-3 0 1-15,3 0-1 0,-3-5 5 0,-1 1 0 16,3-3 3-16,-4 2 7 0,5-3-5 0,1 0 3 16,-2 1-2-16,2-4 1 0,3 0 1 0,1 1-3 15,0-1-1-15,4-1-7 0,3-1-13 0,2 1-7 16,3 1-16-16,2-4-9 0,4 5-13 0,-5 0 4 15,6-1-1-15,-1-1 14 0,-6 1-5 0,3 4 10 0,4-1 4 16,-8-1 5-16,1 4 16 0,-1-2 0 0,-4 2 9 16,0-1 4-16,2-1 5 0,-5 3-2 15,-4 0 0-15,0 0 0 0,10 0-3 0,-10 0-5 0,0 0 7 16,3 3-3-16,-3-3 2 0,-3 7 0 0,0-1 4 16,-1 0-1-16,1 1 1 0,-2 2 1 0,-2 2 0 15,3-3 5-15,0 2-2 0,0 0 0 0,1-2 1 16,2-1-3-16,0-1 4 0,1 1-2 0,0-2 1 15,2 1 4-15,2 0-8 0,3-1 2 0,-1-3-9 16,2 1-7-16,3-1-2 0,3-2 0 0,-3 0 0 16,2-1 4-16,2-3 2 0,-2 1 4 0,2-2 1 15,0-4 1-15,0 3 6 0,-1-5 12 0,-5 3 19 16,2 0 11-16,-3 1 22 0,1 0 11 0,-3-1 12 16,0 2 3-16,-2 1 1 0,0 0 4 0,-3 2 1 15,3-1-8-15,-1 3-10 0,0-3-7 0,-3 4-14 16,3-5-9-16,-3 5-11 0,0 0-4 0,0 0-3 0,0 0-6 15,0 0-3-15,0 0-1 0,8 10 0 0,-6-5-4 16,0 2-12-16,0-1-16 0,3 4-19 0,1-2-30 16,-3 3-32-16,4 0-30 0,0 0-37 0,1-3-41 15,0 0-53-15,0 2-151 0,0-4-436 0,3 1 193 16</inkml:trace>
  <inkml:trace contextRef="#ctx0" brushRef="#br0" timeOffset="-93921.29">26799 9732 2 0,'0'-10'336'0,"0"2"-21"0,-2 0-20 0,0 2-27 0,2 1-18 16,-2-1-31-16,2 2-28 0,0 4-26 0,-5-3-18 16,5 3-11-16,0 0-17 0,0 0-14 15,-12 13-7-15,7-5-5 0,-1 4-16 0,2 4-8 16,0 3-8-16,0 9 0 0,-1 2-4 0,-1 1-8 0,4 1-5 15,2 1-10-15,2 4 3 0,-2 2-3 0,6 12-3 16,-4-12 0-16,2 0-7 0,1 9-12 0,0-12-6 16,-1 0-3-16,-1-4-12 0,-2-1-12 0,-1 0-7 15,0-4-17-15,-1-9-18 0,1-1-23 0,-3-4-21 16,2-1-21-16,-2-4-23 0,2-3-22 0,-1-1-29 16,0-2-30-16,2-2-122 0,0 0-384 0,-15-13 170 15</inkml:trace>
  <inkml:trace contextRef="#ctx0" brushRef="#br0" timeOffset="-93671.31">26726 10025 1 0,'7'-9'182'0,"0"1"-6"0,2 0 1 0,1 2 1 0,2 1-6 16,1 0-14-16,0 1-5 0,4 1-8 0,-2 2-9 16,0-3-10-16,0 1-6 0,0 3-9 15,-5-1-6-15,2 2-10 0,-3-1-5 0,-2 0-16 0,2 0-9 16,-3 2-9-16,4-1-6 0,-3 3-7 0,-2-1-5 15,-1 0-5-15,2-1 0 0,-4 3-8 0,2 0 0 16,0 0-3-16,-2 1-1 0,0 2-2 0,-2 0-6 16,2 2 5-16,-2 0-3 0,1 3-1 0,2-2 1 15,2 2-8-15,-2-1-17 0,3 4-24 0,-1-4-23 16,0 0-17-16,-1 2-21 0,6-1-12 0,-1-3-22 16,-2-2-22-16,4-1-21 0,-4-2-142 0,4 1-340 15,1-4 150-15</inkml:trace>
  <inkml:trace contextRef="#ctx0" brushRef="#br0" timeOffset="-93483.83">27127 9806 216 0,'-1'-8'220'0,"-2"0"-24"0,-1 3-18 16,0-2-20-16,0 3-25 0,-3 0-7 0,4 4-14 15,3 0-11-15,-11 0-13 0,5 2-9 0,0 4-7 16,-1 1-3-16,-1 1-4 0,5 3-6 0,-3 1-6 15,3 1-4-15,-1 2-17 0,3 2-25 0,1 1-44 16,1 1-42-16,3-1-37 0,4 2-43 0,2 6-112 16,-1-9-293-16,10 3 130 0</inkml:trace>
  <inkml:trace contextRef="#ctx0" brushRef="#br0" timeOffset="-93077.62">27501 9994 199 0,'-7'-8'259'0,"0"1"-6"0,-2-3-17 16,-2 4-16-16,3 0-19 0,-3 2-22 0,2 0-16 0,-2 1-18 15,1 2-20-15,3 0-7 0,-4 3-13 0,2 0-11 16,2-1-10-16,-1 4-9 0,-2 3-8 16,3-1-5-16,1 3-10 0,2 0-6 0,-2-1-8 0,5 1-8 15,1 0-12-15,1 0-17 0,4 2-15 0,-1-1-16 16,1 0-21-16,6-2-6 0,-2-2-7 0,0 0-7 15,3-2-8-15,-3 0 13 0,2-2 8 0,1 0-2 16,-2-3 10-16,0-1 3 0,0-3 16 0,-1-1-1 16,0-3 10-16,-5 2 5 0,1-4 11 0,2 1 8 15,-4 3 6-15,-2-5 5 0,-1 4 11 0,0-4-3 16,0 4-1-16,0 0-8 0,-1 2-2 0,-2 0-1 16,1 1-4-16,-1 2-1 0,3 2-3 0,-5-4 3 15,5 4 1-15,0 0-3 0,0 0-3 0,-7 8-3 0,4-3-9 16,3 0-7-16,3 3 2 0,-2-2-3 15,3-1 4-15,1 4-3 0,2 0 0 0,0 0-5 16,1-4-2-16,-1 2 13 0,4 0-7 0,-3-4 1 16,1 0 3-16,1 0 6 0,-2-3-4 0,-1-1 2 0,2-2-11 15,-2-1-8-15,2-1-17 0,-1-3-11 0,1-1-20 16,-2-2-16-16,3 0-30 0,-3 0-9 16,1 0-75-16,-2-1-227 0,3 1 101 0</inkml:trace>
  <inkml:trace contextRef="#ctx0" brushRef="#br0" timeOffset="-92671.41">27822 9669 132 0,'-4'-10'299'16,"0"3"-15"-16,1 1-20 0,1 1-27 0,-1 0-25 15,1-1-22-15,1 4-25 0,1 2-23 0,-4-3-25 16,4 3-12-16,0 0-8 0,0 0-10 0,-8 16-8 15,5-8-8-15,-1 8-4 0,4 2-8 0,0 2-3 16,0 1-8-16,-3 5-3 0,6 0-4 0,-3 2-3 16,2-1-6-16,2 2-9 0,-2-10-4 0,5 9-3 0,-2-1-2 15,0-7-3-15,-3 0 4 0,1 0-6 0,-2-2-3 16,2-1-5-16,0-6-6 0,-3 0 0 16,0-5 1-16,1 0 4 0,-1-1 8 0,0 0 26 0,0-2 24 15,0-3 25-15,0 5 26 0,0-5 17 0,2 4-12 16,-2-4 2-16,0 0 12 0,0 0-8 0,0 0-5 15,6-10-8-15,-6 10 2 0,3-4-7 0,-3 4-13 16,1-4-12-16,-1 4-7 0,7-3-12 0,-7 3-11 16,13 0-13-16,-13 0-6 0,17 3-12 0,-7 1-20 15,3-2-11-15,0 3-19 0,4 0-7 0,0 2-19 16,2-6-18-16,-2 6-19 0,2-2-23 0,0 1-24 16,-4-3-22-16,0-2-32 0,0 0-36 0,0-1-36 15,0-1-53-15,-1-3-166 0,-5-2-529 0,6-4 234 16</inkml:trace>
  <inkml:trace contextRef="#ctx0" brushRef="#br0" timeOffset="-92515.17">27885 9819 146 0,'-4'-2'222'0,"4"2"-5"16,-7 0-11-16,7 0-4 0,0 0-13 0,-7-2-10 0,7 2-14 15,0 0-18-15,0 0-16 0,0 0-14 0,0 0-11 16,0 0-37-16,19 10-57 0,-11-8-67 0,7 4-72 15,-3-2-194-15,1-1-348 0,2 0 154 0</inkml:trace>
  <inkml:trace contextRef="#ctx0" brushRef="#br0" timeOffset="-91671.5">28848 9927 148 0,'-4'-6'258'0,"2"2"-23"0,-6-3-23 0,3 2-23 15,-4-1-12-15,3 3-23 0,-6-3-17 0,2 1-17 0,-1 2-10 16,-1 0-13-16,1 0-9 0,-1 3-9 0,-2 0-11 16,-1 0-6-16,4 3-7 0,-2-1-3 0,-1 2-9 15,0 1-1-15,2 3-2 0,1-1-2 0,0 1-4 16,2 1-4-16,2 0 0 0,3 4-2 0,-1-4-3 16,2 2-1-16,1-4-3 0,4 4-4 0,-1 0-1 15,2-1-3-15,2-2-2 0,0-2-6 0,5-2-5 16,-3 1-2-16,4-3 2 0,-3-1 0 0,4-2 2 15,1 0-2-15,2-1 2 0,-6-3 0 0,2-3-2 16,7-1 1-16,-3 0 3 0,1 0 14 0,-4 0 5 16,-1 1 12-16,-1-1 15 0,-1-1 13 0,1 5 8 15,-1-3 1-15,-5 3 14 0,2 2-1 0,-1-3-5 0,-1 2-9 16,-2 1-8-16,0 0-9 0,-2 3-12 0,4-4-4 16,-4 4-11-16,0 0-4 0,0 0-2 0,0 0-2 15,0 0-4-15,6 10-1 0,-5-5-1 0,-1 2 2 16,0-1-8-16,0 3-8 0,2-2-1 0,0 4-4 15,1-2-6-15,0 1-4 0,3-3-7 0,-6 2-5 16,5-3-6-16,-1 1-8 0,5 0-6 0,-5-2-6 16,2-1 1-16,3 0-4 0,-1-4 1 0,-1 0 4 15,5-2 3-15,-5 0 6 0,0-3 4 0,4-1 4 16,0-1 5-16,-3-2 6 0,2 1 6 0,0-2 12 16,-1-1 7-16,0 2 20 0,1-3 11 0,-2 3 11 15,0-1 5-15,0 2 10 0,0 1 4 0,-2 3 6 16,-1-3 12-16,-2 2-11 0,0 3-6 0,1-3-7 0,0 2-15 15,-4 3-4-15,6-1-3 0,-6 1-6 0,11 1-3 16,-6 2-1-16,0 2-2 0,4 0-7 0,-3 2 1 16,4 1-4-16,-4 4 0 0,5-3 0 0,-3 1 0 15,3 4 2-15,1 0-2 0,-6-4-1 0,2 2-15 16,-2-2-21-16,0 1-9 0,-2-3-33 0,-1 0-17 16,-2-2-35-16,1-1-23 0,-4 1-38 0,1-3-45 15,1-3-61-15,-6 1-165 0,6-1-490 0,-9 1 217 16</inkml:trace>
  <inkml:trace contextRef="#ctx0" brushRef="#br0" timeOffset="-91067.6">29741 9858 318 0,'4'-3'360'0,"-4"3"-33"16,0 0-28-16,5-3-30 0,-5 3-27 0,0 0-28 15,0 0-22-15,2-3-28 0,-2 3-14 0,0 0-22 16,0 0-12-16,0 0-17 0,0 0-6 0,0 0-8 16,0 0-10-16,-2 12-10 0,2-12-11 0,-2 5-16 15,2-5-11-15,-1 5-11 0,1-5 0 0,1 5-1 0,1-2-1 16,-2-3 1-16,4 3-2 0,1-1-2 15,-5-2-4-15,8 0 0 0,-8 0 0 0,12-3-2 16,-3 2 1-16,-2-3 3 0,2 2-10 0,3-3-1 0,0 1 1 16,-2-3 2-16,2 2-1 0,0 0-1 0,2-1 6 15,-4 1 9-15,0-1 8 0,1 2 12 0,-1 1 3 16,-2-1 6-16,-3 3 2 0,2-2 8 0,-1 1-5 16,-2-1-8-16,-4 3-1 0,8-2-14 0,-8 2-9 15,0 0-1-15,8 7 2 0,-5-2-3 0,-2 0-1 31,3 6-3-31,0 0 3 0,-2 2-6 0,-1 2-2 0,4 5 4 16,2 6-1-16,-4 1-8 0,2 1 9 0,2 2-1 16,-3 2-4-16,4 1 1 0,-1 1 0 0,1 0-2 0,-2-2-1 15,1-2-2-15,-6 3 5 0,3-5 1 0,0-1-10 0,-4-8 5 16,3 2-3-16,-2-2 2 0,-1-3-3 0,0-6-2 16,-1 0 5-16,-2-3 10 0,-1-1 36 0,-1-2 53 15,-1 1 42-15,-1-4 27 0,-4-2 8 0,-3-4-2 16,-3-2-6-16,-2-4-4 0,3-1 1 0,-2-1-7 15,4-2-11-15,-2 1-11 0,4-4-13 0,-3-4-11 16,4 4-12-16,4-8-7 0,1 7-14 0,4-2-8 16,5-4-11-16,2-2-19 0,2 7-26 0,8-8-42 15,1-1-49-15,7 1-57 0,2 1-59 0,5 2-67 16,1-3-70-16,2 7-78 0,16-11-67 0,-16 9-288 0,3 3-824 16,2 2 364-16</inkml:trace>
  <inkml:trace contextRef="#ctx0" brushRef="#br0" timeOffset="-90802">30416 9776 336 0,'0'0'369'0,"0"0"-3"15,0 0 0-15,0 0 1 0,0 0 3 0,0 0-7 16,0 0-9-16,0 0-21 0,0 0-29 0,0 0-30 16,1-5-27-16,-1 5-28 0,10-1-22 0,-10 1-22 15,12 0-17-15,-2 0-31 0,-1 1-34 0,4 0-46 16,-1 1-47-16,1 0-44 0,2 1-56 0,-3 1-42 0,5-1-45 16,-5 0-52-16,-1 2-51 0,2 2-48 15,-2-1-284-15,-4-4-672 0,4 6 298 0</inkml:trace>
  <inkml:trace contextRef="#ctx0" brushRef="#br0" timeOffset="-90614.52">30398 9957 163 0,'0'0'272'0,"0"0"6"0,0 0 17 0,-4 2-4 15,4-2-19-15,0 0-23 0,0 0-22 0,0 0-24 16,23 3-22-16,-12-3-20 0,2 0-11 0,0 0-18 15,5 1-15-15,1 2-15 0,4-1-34 0,-5-1-39 16,3 1-49-16,-2 3-44 0,1-2-52 0,-6-1-59 16,4-3-60-16,-2 2-195 0,0-1-467 0,2 1 207 15</inkml:trace>
  <inkml:trace contextRef="#ctx0" brushRef="#br0" timeOffset="-90380.16">30789 9865 280 0,'-5'-4'356'0,"5"4"-8"0,0 0-20 15,0 0-17-15,0 0-15 0,0 0-18 16,0 0-9-16,0 0-34 0,0 0-25 0,0 0-27 0,0 0-17 16,0 0-18-16,20 2-3 0,-8 2-21 0,-1 2-30 15,-2-3-19-15,6 2-36 0,-2 1-20 0,1-1-24 16,3 2-29-16,-2-2-27 0,-2 0-27 0,3-1-31 15,1-1-38-15,-4 2-34 0,1-4-39 0,-1-1-16 16,0-1-15-16,-3 0-158 0,-2-3-454 0,-2 1 202 16</inkml:trace>
  <inkml:trace contextRef="#ctx0" brushRef="#br0" timeOffset="-90192.68">31039 9783 155 0,'-2'-5'192'0,"2"1"10"15,-2 0 4-15,2 4-6 0,-2-4-15 0,2 4-20 16,0-5-25-16,0 5-14 0,0 0-20 0,0 0-12 15,0 0-7-15,0 0-9 0,0 0-8 0,-10 9-7 0,4-3-4 16,3 6-11-16,-2-1-1 0,-1-1-6 0,-1 5 1 16,1 1-3-16,-1 5-5 0,-1 4-1 15,1 2-4-15,1 1 0 0,1 0-2 0,1 0-3 16,3-7-28-16,0 5-36 0,1-6-44 0,0-2-36 0,2-1-50 16,2 0-181-16,1-3-379 0,2-4 167 0</inkml:trace>
  <inkml:trace contextRef="#ctx0" brushRef="#br0" timeOffset="-89927.08">31334 9785 38 0,'0'0'336'0,"-5"-2"-25"0,5 2-28 0,0 0-27 15,-4-5-28-15,4 5-28 0,0 0-19 0,0 0-21 16,0 0-11-16,0 0-18 0,0 0-11 0,1 15-9 16,3-5-14-16,-3 3-10 0,2-2-9 0,2 7-7 15,1 0-11-15,-1 8 0 0,0 0-7 0,0 5-5 16,-2-6-4-16,0 3-1 0,0 0-10 0,-3-1-33 16,-3 1-38-16,3-1-37 0,-6-2-48 0,2-5-53 0,0-2-64 15,-3 0-181-15,-4-3-457 0,6-3 202 0</inkml:trace>
  <inkml:trace contextRef="#ctx0" brushRef="#br0" timeOffset="-88704.57">30964 9934 131 0,'0'0'208'0,"0"-4"-7"16,0 4-12-16,0 0 2 0,4-5-5 0,-4 5-12 15,0 0-8-15,0-4-8 0,0 4-13 0,0 0-11 16,0 0-14-16,4-4-9 0,-4 4-16 0,0 0-9 16,0 0-7-16,0 0-9 0,0 0-6 0,0 0-8 15,3-2-3-15,-3 2-7 0,0 0-1 0,0 0-8 16,0 0 0-16,0 0-7 0,7 0-1 0,-7 0-3 16,9 3-2-16,-9-3 1 0,12 2-2 0,-5-1-8 15,0 0 1-15,5 4-2 0,-2-2 1 0,0-3-5 16,3 3 1-16,-2-2-2 0,1 0 0 0,0 0-1 15,1 1-3-15,-1-1 1 0,0-2-1 0,-4 1-1 0,-1-2 2 16,3 2-1-16,-4 0 1 0,-6 0 3 16,11-1-7-16,-11 1 1 0,7 0-9 0,-7 0-14 15,0 0-21-15,5-2-25 0,-5 2-32 0,0 0-37 0,0 0-50 16,0 0-240-16,-18-3-459 0,18 3 203 0</inkml:trace>
  <inkml:trace contextRef="#ctx0" brushRef="#br0" timeOffset="-1019.76">3053 5263 40 0,'-1'-13'326'0,"-2"1"-5"0,2 1-23 0,-2 4-28 0,0-3-16 15,0 3-1-15,2 1-24 0,1 0-17 16,-1 2-24-16,-1 3-22 0,2 1-28 0,0 0-13 16,-2-7-16-16,2 7-13 0,0 0-7 0,0 16-8 0,4-4-6 15,-3-1-7-15,0 6-9 0,2 1-7 0,-3 1-3 16,4 1-6-16,-2 1-1 0,-1-1-10 0,-1-1-1 16,0 4-3-16,3-2 1 0,-6-3-2 0,3 0-6 15,-1-1 0-15,1-1-4 0,-3-6 0 0,0 2 0 16,0-6 0-16,2 2-2 0,1-2 4 0,0-2 26 15,0-4 42-15,0 6 36 0,0-6 12 0,0 0-14 16,0 0-13-16,0 0-12 0,1-21-7 0,5 8-12 16,-2-3-5-16,3-5-7 0,3-7-12 0,0-3-1 15,1 1-9-15,4 1 7 0,-4-1-11 0,5 0-5 16,-6 3 7-16,1 1 4 0,-3 5 22 0,1 1 10 16,-5 4 7-16,3-1-3 0,-3 6-1 0,-1-2 4 15,1 3-3-15,-3 2-2 0,2-2-6 0,-3 2-5 0,3 3-7 16,-1 1-8-16,-2-1-16 0,3 4-6 15,-3 1-10-15,0 0-8 0,0 0 1 0,0 0 3 16,4 9-6-16,0 1 3 0,-1 3-5 0,5 6-1 0,-5 0-5 16,5 8-11-16,2 1-10 0,-3 3-9 0,-1 0-13 15,5 0-4-15,-3-1-13 0,2 3-22 0,-2-5-12 16,-1 1-21-16,0-2-11 0,1-2-13 0,-2-5-11 16,0-2-8-16,-3 2-6 0,1-5-6 0,0-2-14 15,-4-2-11-15,4 0-14 0,-4-5-7 0,0-1 1 16,0 1-2-16,0-6-20 0,-4 3-28 0,4-3 1 15,0 0-6-15,-8-9 1 0,1 4-141 0,1-2-442 16,-3-3 196-16</inkml:trace>
  <inkml:trace contextRef="#ctx0" brushRef="#br0" timeOffset="-863.51">3163 5419 60 0,'-5'-5'168'0,"-2"0"22"0,3 1 14 16,0-1 11-16,-2 1 6 0,5 1-7 0,-3-2-18 0,4 5-20 15,-2-2-16-15,2 2-14 0,0 0-16 0,-1-4-13 16,1 4-15-16,7-3-7 0,1 2-9 0,-2 0-7 15,7-1-9-15,-2 0-7 0,1 1-15 0,5 1-28 16,-4-2-41-16,9 0-41 0,-2 1-39 0,1-4-56 16,2-2-41-16,1 3-173 0,-5-3-401 0,2-1 178 15</inkml:trace>
  <inkml:trace contextRef="#ctx0" brushRef="#br0" timeOffset="-455.83">3562 5253 10 0,'0'0'285'0,"0"0"-5"15,0-5-10-15,0 5-10 0,0 0-3 0,0 0-13 16,-6-4-6-16,6 4-13 0,0 0-13 16,0 0-22-16,0 0-18 0,-8-1-21 0,8 1-10 0,0 0-19 15,0 0-7-15,-11 1-17 0,11-1-8 0,-5 4-12 16,2-2-5-16,3-2-12 0,-5 6-8 0,2-2 2 16,2 0-8-16,-2 0-3 0,0 0-3 0,3-1-2 15,-1 2-10-15,-2 0 10 0,3 0-13 0,0 0 2 16,3 0-9-16,-2 0-5 0,2 0 1 0,1 0 0 15,4 0-13-15,0 3 3 0,0-4 0 0,3 1-3 16,0 2-4-16,1-4 2 0,0 2-16 0,2-1 0 16,-4 3 2-16,0-2 2 0,0-1-3 0,-3-1-3 15,-1 1 8-15,0 0-7 0,0-1 4 0,-2-1-2 16,0 2 1-16,-3 0 3 0,-1 0 4 0,-1 1-3 16,1-5 4-16,-7 6 1 0,4-2 4 0,-5-1-5 15,-3 2 4-15,2-1 2 0,-1-2 6 0,-3 1-1 16,3-1-2-16,3 1 1 0,-4-2 2 0,-1-1 0 15,7 1 1-15,-3-1 1 0,2 2-2 0,6-2-3 16,0 0-21-16,-8-4-23 0,5 1-27 0,3 3-32 16,3-6-34-16,0 1-31 0,5-2-23 0,1 0-9 15,2-1-17-15,4-1-8 0,-1 2-1 0,-1-3 2 0,5 3-130 16,-7-1-379-16,4 0 167 0</inkml:trace>
  <inkml:trace contextRef="#ctx0" brushRef="#br0" timeOffset="757.53">3706 5328 934 0,'9'-5'-64'0,"-1"2"33"15,-2 1 42-15,0-2 25 0,-1 1 22 16,-1 1 25-16,-3-3 20 0,2 4 22 0,1-2 13 0,-4 3 14 15,0 0 3-15,4-4 5 0,-4 4 5 0,0 0 0 16,3-3 0-16,-3 3-6 0,0 0-8 0,0 0-4 16,0 0-13-16,0 0-10 0,3-2-4 0,-3 2-12 15,0 0-16-15,0 0-13 0,0 0-1 0,0 0-13 16,0 0-9-16,0 0-11 0,0 0-3 0,0 0-2 16,0 0-3-16,0 0-2 0,-3 13-6 0,3-13 2 15,0 6-5-15,-1-3-9 0,1-3 4 0,0 7 0 16,1-1-5-16,2-1 7 0,-2-2-11 0,3 4 2 15,3-1-3-15,-3-1-2 0,1 0 1 0,1 2-1 16,3-2-3-16,1 3 2 0,-5-3-3 0,3 0-2 16,-1 1-2-16,0-1 1 0,-2 0 1 0,1-2-7 15,-2 1 3-15,0 1-5 0,-2-2 2 0,0 0-1 16,-2 0 1-16,2 1 0 0,-2-4-1 0,-4 7 9 16,-1-4-5-16,0-2 1 0,-2 2 2 0,-1 0 3 15,0-1-3-15,-5 0-6 0,4-1 7 0,1 0 4 16,-3 1-7-16,3-2 4 0,0 0 5 0,8 0-3 15,-13-1-3-15,13 1 3 0,-9-1-5 0,9 1-15 0,-5-2-31 16,5 2-26-16,1-5-22 0,-1 5-25 0,11-7-17 16,-6 2-24-16,2 1-17 0,4-1-18 15,0-2-7-15,0 2-3 0,1-1-8 0,0-1 6 16,-1 1 15-16,1 0 11 0,-1 1 18 0,1-3 19 0,-4 3 15 16,2-1 27-16,-3-1 37 0,1 3 32 0,-4 0 37 15,0-2 28-15,0 1 33 0,-1 0 21 0,1 2 22 16,-4-2 16-16,3 1 11 0,-2 0 8 0,2 2 7 15,-3 2 4-15,1-4-6 0,6 2-3 0,-7 2-23 16,0 0-13-16,3-3-15 0,-3 3-7 0,0 0-11 16,0 0-8-16,0 0-9 0,0 0-2 0,0 0 0 15,0 0-15-15,5 7-2 0,-2-4-8 0,0 1-1 16,-1 0-1-16,1 2-6 0,0-2-1 0,2 0-4 16,-1-1-6-16,0 4-7 0,-1-4-11 0,1-1-9 15,2 2-7-15,-2-2-8 0,0 3-1 0,-3-3 4 16,-1-2 4-16,8 0 1 0,-8 0 3 0,0 0 0 15,8-7 1-15,-6 5 5 0,-1-3 1 0,2 1 6 16,-2-3 7-16,1 1 21 0,-1 1 12 0,-1-1 12 16,0-1 5-16,1 1 11 0,2 1 8 0,-2-2 7 0,-1 2-7 15,-1 2 2-15,1 3-8 0,1-7-4 16,-1 7-13-16,0-5-1 0,0 5-5 0,0 0-3 16,0 0-18-16,3-3 0 0,-3 3-1 0,0 0-13 0,4 10-9 15,-1-5-13-15,0-1 3 0,-1 1-12 0,1 1-10 16,0 0-13-16,2-1-1 0,1 2-5 0,-1-1-5 15,-1-1-3-15,0 1-4 0,0 1 1 0,1-3 2 16,0 0 4-16,0-1 9 0,-2 2 4 0,0-4 8 16,-3-1 3-16,0 0 4 0,0 0 4 0,0 0 14 15,12-6 17-15,-12 3 11 0,0 3 16 0,3-7 10 16,-2 1 6-16,1-1 9 0,-1 2 9 0,-1-1 7 16,4 1-4-16,-3 0-2 0,-1-1 10 0,0-1-6 15,0 3-8-15,0 0-9 0,0 4-9 0,0-6-6 16,0 6-1-16,0-4-7 0,0 4-8 0,0 0-5 15,6-2-4-15,-6 2-7 0,0 0-13 0,8 7-11 16,-8-7-5-16,4 5-10 0,0-1-2 0,-2 0-4 16,4 0-6-16,-2 0-3 0,-1 1-8 0,2-2 0 0,0 1-4 15,0-1 2-15,-1 2 3 0,1-4 2 16,-2 1 8-16,1 0 11 0,-4-2-5 0,7 3 7 16,-7-3 4-16,7 0 6 0,-7 0 2 0,4-4 3 15,1 1 11-15,-5 3 5 0,0-3 11 0,3-1 7 0,-3 4 6 16,1-6 6-16,1 1 3 0,-1 3 0 0,-1 2 5 15,1-6-5-15,2 3-4 0,-3 3-1 16,0 0-7-16,2-4 0 16,-2 4-10-16,0 0-3 0,0 0 1 0,0 0-1 15,0 0 0-15,0 0-6 0,0 0-4 0,12 6 2 16,-12-6-13-16,8 2 4 0,-3 1-6 0,1-1 0 0,-2-1-9 16,3 2 0-16,1-2 0 0,-8-1 3 0,14 1-1 0,-5-1 2 15,-1 0 2-15,-1-2 2 0,1-1-5 0,2 2 9 16,-4-3 1-16,1 1-3 0,0-3 8 15,-1 1 2-15,3 0 4 0,-8-2 21 0,3 3 16 0,-1-2 5 16,-3 1 16-16,0-1 6 0,0 1 7 0,0-2-3 16,-4 2 4-16,0 1 8 0,-1 0-21 0,1 2-3 15,-2-2-1-15,-2 4-8 0,8 0-2 0,-15 0-8 16,8 3-4-16,0-2-2 0,0 3-4 0,1-1-1 16,2 2-2-16,-2-2-3 0,4 2-1 0,-1 0 1 15,0 2-2-15,4 1-3 0,2-2 2 0,1 1 1 16,3 0-6-16,4-1-8 0,-2 1-28 0,4 0-43 15,3-3-30-15,2 4-32 0,-2-2-30 0,2 1-36 16,-5-4-40-16,-2 4-37 0,8-3-41 0,-4 0-267 16,-4-1-627-16,-4 3 278 0</inkml:trace>
  <inkml:trace contextRef="#ctx0" brushRef="#br0" timeOffset="1070">3269 5956 265 0,'-5'1'387'0,"1"0"-9"0,4-1 5 16,-7 2-1-16,7-2-18 0,0 0-23 0,-3-5-25 15,3 5-15-15,15-6-11 0,4 1-14 0,10-2-29 16,3 0-19-16,9-1-14 0,16-1-10 0,3 2-11 16,0-5-18-16,2 4-17 0,1 0-15 0,0-2-16 15,-2 9-12-15,0-6-14 0,-1-4-11 0,-7 10-13 16,-11-2-35-16,-1 1-33 0,4 4-52 0,-7-4-47 16,0 2-56-16,-1 2-60 0,-6 1-63 0,-8-3-81 15,7 0-93-15,-11 1-268 0,-1-1-768 0,-2 0 340 16</inkml:trace>
  <inkml:trace contextRef="#ctx0" brushRef="#br0" timeOffset="10190.84">8555 3093 41 0,'-11'-10'190'15,"-4"0"-7"-15,-3 0-6 0,2 2-8 0,-2 3-6 16,-1-1-2-16,-4 3-18 0,-1 2-1 0,-6 0-1 15,1 3-1-15,-5 2-10 0,0 3-7 0,0 0-8 16,-1 1-5-16,1 1-6 0,-3 3-6 0,3-1 2 16,0 4-5-16,3 0-5 0,-1-1-6 0,4 4-7 15,-1 0-7-15,1 0-3 0,3 0-7 0,-1 2-3 16,5 0-4-16,-2 1-4 0,3-1-4 0,0-1 2 16,6 7 3-16,0-3-11 0,5-4-9 0,-3 1 5 15,5-1-6-15,-1 6 0 0,3-4-2 0,-1-1-5 16,5 1 1-16,-3 0 5 0,4 0-7 0,0 1-3 15,-1-2-4-15,1 1-1 0,1-1-3 0,4-1 5 16,-1-1-2-16,-2 0-4 0,2 1-3 0,0 1 5 16,-3-4-2-16,2-3 4 0,0 0-2 0,-3-3-3 15,1 0-4-15,0 1 0 0,1-4-3 0,-1 1 16 0,2 1-14 16,-3-5-6-16,1 1-23 0,-1 2-16 16,0-7-18-16,-1 6-22 0,1-6-20 0,0 2-45 15,0-2-69-15,0 0-41 0,0 0-211 0,0 0-505 16,0 0 225-16</inkml:trace>
  <inkml:trace contextRef="#ctx0" brushRef="#br0" timeOffset="10440.82">7903 3754 135 0,'0'0'289'0,"0"0"-19"0,3-2-8 0,-3 2-33 16,0 0-23-16,0 0-18 0,0 0-27 0,0 0-14 15,0 0-18-15,0 0-14 0,0 0-13 0,0 0-10 16,-2 10-10-16,0-5-9 0,-2 2-2 0,1-1-12 16,-1 1-2-16,0-1-10 0,-3 3 9 0,0 0-16 15,-1 1-3-15,3-1-1 0,-4 4-2 0,1-6-3 16,-1 4-16-16,2-2-19 0,-4 0-30 0,-1-2-33 16,4 0-32-16,-2-2-47 0,1 0-39 0,-2-1-44 15,1 0-138-15,1-3-397 0,-1-1 176 0</inkml:trace>
  <inkml:trace contextRef="#ctx0" brushRef="#br0" timeOffset="10659.55">7607 3776 60 0,'-4'-4'278'0,"4"4"-12"15,0 0-17-15,0 0-22 0,-2-2-19 0,2 2-29 0,0 0-17 16,0 0-19-16,0 0-12 0,0 0-9 15,7 10-13-15,-3-7-12 0,0 2 1 0,6 2-17 16,-5 0-8-16,3 0-6 0,-1 3-5 0,4-2-8 16,-3 3-8-16,2-4-4 0,-2 3-2 0,3-2-16 0,-3 1-29 15,3 2-46-15,0-4-43 0,-3 2-39 16,3-1-42-16,-3-2-59 0,0 1-121 0,-1-2-384 16,-3-1 171-16</inkml:trace>
  <inkml:trace contextRef="#ctx0" brushRef="#br0" timeOffset="10893.9">7604 3808 270 0,'0'0'340'0,"0"0"-18"0,0 0-18 0,0 0-12 15,-3-2-13-15,3 2-23 0,0 0-25 0,0 0-25 16,10-6-17-16,-10 6-6 0,12-2-34 0,0-2-8 15,-2 3-20-15,5-2-12 0,4 2-12 0,0-1-11 16,1 0-24-16,-1 0-37 0,3-2-49 0,-2 3-50 16,4 2-68-16,-3-2-85 0,4-1-78 0,3 4-177 15,-2-4-522-15,-4 1 231 0</inkml:trace>
  <inkml:trace contextRef="#ctx0" brushRef="#br0" timeOffset="119800.59">6582 3850 81 0,'0'0'247'0,"0"0"-12"16,0 0-10-16,0 0-6 0,0 0-6 0,0 0-9 16,0 0-7-16,0 0-10 0,0 0-13 0,0 0-11 15,0 0-14-15,0 0-11 0,0 0-14 0,0 0-6 16,0 0-6-16,0 0-18 0,0 0-10 0,0 0-8 15,0 0-9-15,0 0-15 0,16-7 3 0,-10 6-8 16,6 0-6-16,2-2 1 0,6-3-5 0,2 4-7 16,14-1-3-16,-1 1-5 0,0-2 1 0,5-1-1 15,-4 3 1-15,3 1-6 0,-4-1-1 0,0 2-2 16,2-2-1-16,-3 2-6 0,-1 0 3 0,2-1-3 16,-5 2-16-16,-8-1 1 0,0 0 2 0,-2 0-2 15,-5-1-3-15,-2 1 2 0,1 0 4 0,-6 1 5 16,0-1-1-16,-1 0 2 0,0 0-3 0,-7 0 4 15,11 0 9-15,-11 0 2 0,7-2-1 0,-7 2 2 16,4-2 2-16,-3-3 1 0,-1 0 6 0,0 0-6 16,-1-1-1-16,-1 0 1 0,1-1 3 0,-3 0-7 15,1-3 6-15,2 0 7 0,-3-1 2 0,3-1-1 16,-2-4-6-16,3 0 1 0,-2-1-6 0,0-1 5 0,3-1-2 16,0 1-2-16,2-2 1 0,0-6 1 15,4 1 1-15,-2-4-7 0,-1 3 0 0,3-2 1 16,-3 7 2-16,3-7-6 0,-1 2 10 0,-1 6 8 15,-1-2 14-15,-4 3-1 0,5-1-5 0,-2 0 1 0,-3 1 1 16,0 1-1-16,1-1-12 0,-2 0-4 0,1-1 1 16,0 1-2-16,0-1-8 0,-3 2 5 0,3 0-5 15,0 0 0-15,-4 1 8 0,4 1-6 16,-1 3-2-16,1 0-3 0,0 1 0 0,0 0-2 0,1 0-4 16,-1 0 3-16,4 1 0 0,-4 1-4 0,0 3 5 15,0 0-4-15,3 1-5 0,-3-1 5 0,1-1-7 16,-1 5 11-16,2-2-9 0,-1 0-1 0,-1 2 10 15,0 3-7-15,0-5-2 0,0 5 0 0,0-5 4 16,0 5 1-16,0 0-8 0,1-5 7 0,-1 5-5 16,0 0-2-16,0 0-1 0,0 0-3 0,2-3 3 15,-2 3 0-15,0 0-2 0,0 0 2 0,0 0-4 16,0 0-3-16,0 0-4 0,0 0-1 0,0 0-1 16,0 0-3-16,0 0-3 0,0 0 9 0,0 0-6 15,0 0 2-15,0 0-1 0,0 0 0 0,0 0 2 16,0 0 1-16,-14 0 1 0,7-2-2 0,-2 1-4 15,-1 0 2-15,-3 1 6 0,-8-1-2 0,-2-1 0 16,2 1 3-16,-12 0 1 0,2 0-11 0,-3-2 4 16,-5 2 4-16,1-1-2 0,0-2 3 0,-1 1 0 15,-5-1 3-15,6 1 1 0,-5 0-4 0,-13-2 2 16,15 2-1-16,3-2 3 0,-5-1 5 0,3 1-4 16,-1 0 1-16,-13 2-3 0,16-1 7 0,-2 0-4 15,1 1 5-15,-2-2-3 0,4 3 1 0,-3-2 8 16,0 0-10-16,3 2 2 0,2 0 1 0,-2-1-1 15,2 1-3-15,1-2 2 0,0 3 4 0,4-2-1 16,-1 5 3-16,-2-4-2 0,3 4 0 0,2-2 0 16,-1 0 3-16,7 0-1 0,-4 1-4 0,-2 3 5 15,3-3-4-15,5 0 10 0,-2 0-15 0,-1 2 5 0,1-1 1 16,3 1-2-16,-4 0-4 0,1 1 6 0,3-2-2 16,-4 2 16-16,3-3-17 0,2 0 3 15,-4 2 0-15,5 0 3 0,-1-1-4 0,-4 1-1 16,3-2 6-16,1 0-1 0,-2-1-3 0,1 1 0 0,-4 1 1 15,4-2-1-15,-4 1 0 0,5 0 2 0,-5 0-3 16,0-1 2-16,0 0 3 0,0 4-1 0,0-3-2 16,0 0 2-16,-1 0 0 0,-6 2-5 0,0-3 4 15,9 0 3-15,-5 1-2 0,4 1-1 0,-9 0 1 16,9-1 5-16,-1 1-5 0,-7 1-1 0,1-1 1 16,-2-1-3-16,11 1 0 0,-4 1 4 0,-5-2-1 15,0 2-3-15,5 0 3 0,-6-1 0 0,-2 0-3 16,4 2 3-16,-2 0-3 0,0-1 1 0,-1 0-1 15,9 0 11-15,-11 1-8 0,4-3 1 0,-3 2-3 16,13 1-3-16,-7-2 5 0,-1 2 1 0,3-3-1 16,2 2 2-16,0 1-5 0,2-2 1 0,-2 1 5 15,1-2-4-15,-2 2 2 0,-1-2 3 0,2 1-6 16,0 1 4-16,2 0-4 0,-3-1 7 0,2 0-3 16,-2 0-3-16,0-1 2 0,0 2 0 0,-7-1-2 15,11 2 0-15,-7 0 7 0,-1-2-5 0,3 0-5 16,-8 1 6-16,2 3 2 0,-1-4-5 0,0 1 3 15,1 1-5-15,0 2 2 0,-3-1 3 0,3-1-2 16,1 0 1-16,-3 2-4 0,4-1 2 0,0 0-4 16,-4 0 5-16,4-2 0 0,5 1-3 0,-5 1 0 15,-2 1 3-15,1 0 0 0,1 0-2 0,3-3 4 16,-3 1 1-16,-2 1-5 0,5-1 15 0,-2-1-12 16,1 0 1-16,3 1-2 0,0 0 1 0,1 0 2 15,-8-1-3-15,6 0 0 0,2 1-3 0,-1-1 4 16,1-1 2-16,-8 2 1 0,7 0-3 0,-7-3-2 15,6 1 4-15,3 0-3 0,-5 1 3 0,-2-1-2 16,5-1-2-16,1 1 11 0,-1-2-11 0,1 1 1 16,1 1-5-16,0 0 4 0,-2-2-1 0,4 0 2 15,0 1 0-15,0-1 1 0,-1-1 10 0,0 2-18 16,4-1 5-16,2 0-3 0,1 0 5 0,1 1-3 0,0-1 1 16,-1 0 3-16,5-1-2 0,1 2-1 15,-1-1 0-15,0 0 0 0,8 0 3 0,-10-1-6 16,1 1 8-16,9 0-5 0,-6 1-3 0,6-1 2 15,-8 0 0-15,8 0-3 0,-8 0 6 0,8 0-8 0,-8 3 0 16,1-1-1-16,7-2-2 0,-8 2-7 0,1 0 0 16,3 0-2-16,0-1 0 0,-1 1 0 15,5-2 8-15,-7 4-13 0,4 0 0 0,-3-1 3 16,5 2 2-16,-3-1 1 0,1 0-1 0,1 3 3 0,-1-2-1 16,3 3 4-16,-3 2-1 0,2 0 1 0,1 3 1 15,4 4 8-15,-1-1-4 0,-1 6 0 0,2 5 3 16,3 2 2-16,-4 1 0 0,1 2-3 0,-4 0 3 15,3 3-1-15,5-1 2 0,-4 0 0 0,0 4 2 16,0-4 0-16,2 0 0 0,-2 1 0 0,0-3-4 16,4 1 3-16,-7-4 1 0,2-3-1 0,1 3 2 15,0-10 2-15,-1 0-1 0,-2-2-1 0,2 0-3 16,-2-5 2-16,2 1 2 0,0 0-3 0,-3-3-3 16,0 2 6-16,5-4 3 0,-5-2-2 0,0 2-4 15,1-1 2-15,1-2 11 0,-2 1-9 0,3 1 1 16,-2-3-6-16,0 1 9 0,2 3-5 0,0-3-1 15,0-3 0-15,-2 6 0 0,0-1 2 0,2 0 1 16,0 4 0-16,2-1 1 0,2 0-3 0,-2 3-36 16,2-2-22-16,0 2-34 0,5 2-41 0,-2-1-49 15,3-3-50-15,1 1-205 0,5-1-470 0,11-5 208 16</inkml:trace>
  <inkml:trace contextRef="#ctx0" brushRef="#br0" timeOffset="128572.09">2441 12041 102 0,'0'-4'205'0,"0"1"-12"15,0 3-21-15,0-5-15 0,0 5-21 0,0 0-17 16,0-6-10-16,0 6-12 0,0 0-7 0,0 0-12 0,0 0-7 15,0 0 3-15,0 0 1 0,3 14-2 16,-3-9-6-16,0 3 4 0,0 2-1 0,0 3-2 16,-2-1 2-16,1 4-4 0,-2 2-2 0,2 2-5 15,0 0-3-15,-4 0-5 0,3 6-4 0,-1 2-6 0,-4-2-3 16,7-1-5-16,-2 3 1 0,-1 1-9 16,3-2 2-16,0-2-5 0,0 1 3 0,0 1-5 15,3-1 0-15,-1-6-6 0,-2-1 5 0,6 8-5 0,-2-8 0 16,0-1-2-16,0 0 0 0,0 0-1 0,4-1-11 15,0-3 14-15,0 0-5 0,2-1 3 0,-1 0 1 16,1-5-1-16,1 2 1 0,5 0 1 0,-5-4 0 16,9 1 0-16,2-4-5 0,-1 2 3 0,2-3 1 15,1-2-6-15,6-3 3 0,-8 2-3 0,8-2 0 16,-6 0-12-16,-2 0-15 0,-3-2-22 0,-1 1-20 16,2 0-29-16,-7 0-30 0,0-1-31 0,1-1-42 15,-3 2-33-15,-1-1-122 0,0-3-376 0,-5 5 167 16</inkml:trace>
  <inkml:trace contextRef="#ctx0" brushRef="#br0" timeOffset="128837.7">2993 12497 184 0,'-3'-5'238'15,"3"5"-21"-15,0 0-22 0,0-4-21 0,0 4-24 0,0 0-16 16,0 0-14-16,0 0-14 0,0 0-8 0,0 0-9 16,-1 20-13-16,1-16-7 0,0 10-5 0,0-3-7 15,0 0-7-15,0 2-7 0,0 4-2 0,0-1-3 16,0-1 1-16,1 0-4 0,4 1-3 0,-5-3-4 16,1 2-2-16,3-1-1 0,0-4-19 0,1 1-29 15,-1-1-43-15,1 0-39 0,-1-4-31 0,1-1-41 16,1-1-128-16,-1-2-330 0,5 0 146 0</inkml:trace>
  <inkml:trace contextRef="#ctx0" brushRef="#br0" timeOffset="130072.04">3144 12553 88 0,'-1'-3'194'0,"1"3"-25"0,0 0-18 0,0 0-12 16,0 0-19-16,0 0-6 0,0 0-18 0,0 0-8 15,0 0-7-15,8 12-10 0,-4-6-5 0,4 1-7 16,-2 2-5-16,-2-1-8 0,1 1-6 0,2 0 1 16,1 0-3-16,-4 1-5 0,0-1-9 0,0 1 1 0,0-5-3 15,-2 3-5-15,2-1-1 0,-4-3 0 16,5 1 0-16,-5 1 3 0,0-3-1 0,0-3 17 16,3 3 28-16,0-2 3 0,-3-1-3 0,0 0 0 0,0 0 11 15,4-8 3-15,-3 2-1 0,3 0 5 0,-1 1 7 16,3-2 2-16,-5 0-8 0,7-2-6 0,-7 1-6 15,9 1-3-15,-6 0-4 0,4-1-9 0,0 2-3 16,-4-1 2-16,3 4-13 0,-1-1-10 0,-1 0 2 16,3 2-7-16,-3-1-1 0,2 3-6 0,2 0-1 15,0 1-5-15,1 3-1 0,-1 0 1 0,3 1-2 16,-4 3-3-16,2-2-2 0,1 0 3 0,-2 4 0 16,1 0-2-16,2 3-1 0,-1-5 0 0,-1 4 2 15,0-5-3-15,3 4 0 0,-4-1 3 0,3 0-8 16,-2-2 6-16,1-1-9 0,1-2 0 0,-1 0-2 15,1-2-5-15,3 0-1 0,-2-3 4 0,1-1-3 16,-1-2 4-16,6-1-1 0,-7-1 4 0,4 0-2 16,-2-5 0-16,-1 1 1 0,2-3 4 0,-5-2 1 15,3 1-2-15,-6 1-1 0,2 1 3 0,0-2-2 16,-4 1 4-16,-2 1-2 0,0-1 8 0,-3 4-2 16,0-1 2-16,-1 0 1 0,-2 3 0 0,0-1-7 15,-4 2-1-15,2 2-2 0,-2-2-3 0,-1 5 3 0,-2 0-1 16,1 3 1-16,-2 1-3 0,-1 2 2 15,1 1-2-15,3 1 2 0,1 0-3 0,0 0 3 16,0 2-3-16,6 1-2 0,-2-1 4 0,6 2-4 0,0-2 3 16,5 3 4-16,1 0 0 0,5-1-3 0,2 1 0 15,2-7-6-15,2 5-7 0,5-4-9 0,3-1-9 16,5-1-3-16,-3-5-8 0,-2 0-4 0,2-5 4 16,-8 3 0-16,8-3 9 0,-5 0 2 0,2-8 6 15,-7 6 3-15,-2-3 2 0,-2 0 1 0,-3-3 5 16,1 3 10-16,-4-1 11 0,-2-4 14 0,0 5 15 15,-8 0 4-15,1 1 4 0,-1-3 2 0,-1 4-5 16,-5-2-8-16,0 2 0 0,2 1-4 0,-7-1-4 16,0 3-2-16,0 1-3 0,2 2-4 0,-2-1-3 15,0 3 0-15,-1 0-2 0,1 3-1 0,0 1-3 16,0 0-1-16,3 3 1 0,0 1-1 0,0 0-1 16,2 2-1-16,0 1 2 0,0 0 0 0,1 1-1 15,2 0-1-15,0 1-2 0,3 0-1 0,0 0-2 16,0-4-4-16,0 2-1 0,4 1-3 0,-1-4 0 15,4 1-7-15,-3-2-6 0,5-2-1 0,-2-3-12 16,3 2-4-16,-1-4-2 0,1-1-5 0,-2 1 4 16,5-4 2-16,-3 0 3 0,0-4 5 0,3 1 1 0,-3 3 12 15,-1-3-3-15,0-1 5 0,-3 3 1 0,-3-3 3 16,2 3 3-16,-2 0 0 0,-2-4 6 0,2 4-7 16,-3-2 5-16,0 1 2 0,0-2-2 15,-3 6 2-15,2-3-1 0,1 1 0 0,0 4 2 0,-3-8 1 16,3 5-8-16,0 3 2 0,-1-3-3 0,1 3 0 15,0 0 0-15,-3-4 4 0,3 4 0 0,0 0-1 16,0 0-2-16,0 0 7 0,0 0 1 0,0 0-3 16,12 7 4-16,-7-4-3 0,0 1 5 0,-3-1 0 15,4-1 2-15,1-1-4 0,-2 2 2 0,6-3 0 16,-4 4 3-16,-2-4 0 0,8 2-6 0,-5-1 6 16,0 2-2-16,0-3 1 0,-1 1 4 0,2-1-4 15,0 2 1-15,-1-1 1 0,-1 0 2 0,-1 1-2 16,3-1-5-16,-4 0 4 0,2 0 1 0,-1 2-4 15,0-2 2-15,-1 0-2 0,1 2-2 0,-2-1 6 16,2 1-1-16,-1 0-4 0,0 2-3 0,-1-4 4 16,0 3-1-16,-1 1 2 0,1 2 2 0,2-4-4 15,-6 2 1-15,5 1 0 0,-4 0 0 0,1-2 0 0,-1 1 5 16,1 0-5-16,-1 0 1 0,-1-5-2 0,-1 6 4 16,1-6 0-16,1 4 3 0,-1-4 15 15,0 0 22-15,0 6 18 0,0-6 15 0,0 0-5 16,0 0-2-16,0 0 1 0,0 0-6 0,0 0 0 0,-1-16-5 15,2 12 4-15,-1-2 3 0,1-1-3 0,2 1-9 16,0-6-2-16,-2 8-1 0,2-6 7 0,0 3-14 16,1-4-4-16,1 1-2 0,0 1-12 0,0 4 4 15,0-2-2-15,-5 2-7 0,4-3-18 0,0 3-18 16,0 0-27-16,3-1-35 0,-3 2-49 0,0 2-53 16,0-2-58-16,-4 4-246 0,6-2-525 0,-6 2 233 15</inkml:trace>
  <inkml:trace contextRef="#ctx0" brushRef="#br0" timeOffset="130275.15">3551 12220 72 0,'-12'-6'215'16,"-2"0"-21"-16,-2 0-22 0,-2 0-20 0,3 1-45 16,3 4-56-16,5 1-59 0,0-1-70 0,7 1-69 15,-11 1-158-15,11-1 71 0</inkml:trace>
  <inkml:trace contextRef="#ctx0" brushRef="#br0" timeOffset="130821.96">4825 12230 72 0,'0'-5'339'0,"0"2"-25"0,0 3-21 0,1-8-20 0,2 6-32 16,-3-2-15-16,0 4-26 0,0 0-22 0,2-7-18 16,-2 7-21-16,2-2-18 0,-2 2-14 0,0 0-15 15,0 0-7-15,3 13-12 0,0-7-4 0,-2 1-3 16,2 5-13-16,3 1-4 0,-5 4-6 0,7 8-1 15,-7-5 0-15,2 5-9 0,2-6-4 0,0 11-1 16,-4-2 0-16,3-1-4 0,3 0 0 0,-3 1-3 16,0 0 0-16,-3-6-3 0,5 3-1 0,-4-5 5 15,3-1-35-15,-1-1-14 0,-1-1-24 0,2-5-23 16,-3 1-33-16,1-1-30 0,1-4-29 0,3-4-30 16,-1 2-34-16,-1-3-194 0,0-1-459 0,-5-2 203 15</inkml:trace>
  <inkml:trace contextRef="#ctx0" brushRef="#br0" timeOffset="131118.82">4816 12121 188 0,'-10'-18'269'0,"5"-2"-6"16,-4 4-6-16,4-2-11 0,0 2-5 0,1 4-7 15,2-1-18-15,4 0-22 0,-2 0-22 0,2 3-16 16,4 1-16-16,-1-1-22 0,2 2-6 0,4 2-14 15,1 1-11-15,0 1-7 0,-1 1-8 0,4 2-10 16,3 1-8-16,1 2-7 0,-2 3-9 0,3 1-3 16,-4 1-4-16,0 4-8 0,1 2 4 0,-1-3-1 15,0 4-9-15,-3 3-1 0,0-1-2 0,-2 2-5 16,0-1-3-16,-2 1 2 0,0 2-3 0,-4-3 1 16,-1 1-5-16,-1-1 5 0,0 2-3 0,-3-1-4 15,-4-6 3-15,2 6 1 0,-3-1 0 0,-4-5-19 16,1 1-1-16,-4 2-6 0,-3-1-15 0,-4-2-15 15,-8 3-17-15,3-1-26 0,-5-1-31 0,6 0-45 16,1-3-56-16,3-3-230 0,0 1-495 0,0-2 219 16</inkml:trace>
  <inkml:trace contextRef="#ctx0" brushRef="#br0" timeOffset="132415.57">5167 12470 78 0,'4'-2'153'0,"1"1"-18"15,-5 1-6-15,14 3-9 0,-8-3-17 0,1 2-10 16,0 3-11-16,4-1-10 0,-2 3-1 0,1 0-9 16,-2 3-4-16,0-4-6 0,-1 5-8 0,0 1-5 15,0-1-4-15,-3 0-3 0,1 1-1 0,-3-2-1 0,-1 0-2 16,0-2 0-16,-1 0 12 0,0-3 5 0,-1 1 12 16,-2-1 15-16,-2 0 10 0,1-1 16 15,-2-3 11-15,1 1 10 0,5-2 7 0,-12-2 6 0,5-1-1 16,0-3-8-16,3 0-10 0,1-3-6 0,-1 2-16 15,4-4-7-15,0-1-16 0,4 1-19 0,0-4-14 16,3 3-20-16,5-2-17 0,2 0-17 0,2 2-13 16,-1 5-20-16,4-3-13 0,-1 3-23 0,1 3-18 15,0-1-15-15,-4 2-8 0,4 2-9 0,-1 2-8 16,-2 1 1-16,-1 2 6 0,0 0 9 0,-4 1 5 16,4-2 14-16,-6 2 8 0,1 0 11 0,2-3 5 15,-7 2 14-15,4-1 8 0,-5 2 5 0,1-1 15 16,2-3 25-16,-7-1 26 0,4 1 33 0,0 0 20 15,-4-1 6-15,0 0-6 0,0 0 3 0,0 0 9 16,6-6 12-16,-6-1 4 0,0 7 1 0,0-6-3 16,0 4 2-16,0 2-7 0,-3-10-5 0,0 7-7 0,3-2-5 15,-3 1-8-15,3 4-7 0,-5-7-11 0,1 6-4 16,4 1-4-16,-11 0-3 0,11 0-5 0,-14 1-1 16,5 0-4-16,2 5-5 0,-2-1 1 15,-2-1 1-15,4 4-5 0,-4-2 1 0,1 1 1 0,3 4-4 16,1-4 2-16,2 6-1 0,0-3 1 0,4-1 2 15,0 3-1-15,4-3 3 0,0 0-2 0,6 0 1 16,7 1 1-16,-1-1-3 0,8-3-10 0,-1 1-21 16,5-3-16-16,4-2-15 0,0 0-9 0,-2-2-16 15,1-4-11-15,-1 1-11 0,0-2-8 0,-8 1-1 16,4-1 8-16,-7-3 2 0,1 2 11 0,-2-3-1 16,-4 2 35-16,-5 0 20 0,1-1 23 0,-4 2 3 15,0-3 9-15,-8 1 18 0,2 0 6 0,-4 4 14 16,-5-6 12-16,-3 2 9 0,-1-1 8 0,0 6 2 15,0-1 2-15,-5 2-2 0,1-1-2 0,2 1-6 16,2-2-1-16,-1 4-5 0,2 6-5 0,-3-3-10 16,3-1-3-16,1 2-1 0,0 4-5 0,1-2-7 0,2 0-7 15,0 4 5-15,3-6 0 0,2 6-3 0,-4 0 2 16,6 0-1-16,-1 3 1 0,2-3-4 0,3 0-1 16,0-1 0-16,1-1 0 0,1-1 0 0,3 1-1 15,1-1-1-15,-1-1 0 0,3-2-1 0,2 0-2 16,0-2-6-16,-1-4-3 0,1-1-6 0,2 0-4 15,-1-4-1-15,2-2-2 0,-5 0-2 0,0-4-11 16,4-1-6-16,0-9-10 0,1 0-8 0,-5-4-7 16,-1 2-8-16,0-5 9 0,-4 3 6 0,-2-1 6 15,2 1 31-15,-4 9 31 0,-2-1 23 0,2-1 14 16,-2 3 19-16,-3 0 15 0,2 3 12 0,-1 1 6 16,-1 2 3-16,3 0 3 0,-1 3-4 0,1 0-2 15,-3 1-7-15,1 2-6 0,0 0-18 0,-1 2-12 16,2 0-11-16,1 3-14 0,0 0-9 0,0 0-6 15,0 0-2-15,0 0 8 0,-4 14-12 0,4-7-4 16,3 4-3-16,-1 1 2 0,3 3-6 0,-3 1 4 16,2 2-1-16,1 2-2 0,0 0-2 0,3-1-4 0,-3 9-4 15,4-7-3-15,-5 6 0 0,4-8-4 0,0-1-10 16,-2 1 1-16,3-3-4 0,-1 4 0 0,-1-5-4 16,1-2-2-16,0-3 4 0,-1 1-1 0,1-4 5 15,-1 1 1-15,0-2 0 0,0-1 9 0,2-2-6 16,-1-1 4-16,-2-2 1 0,5 0 3 0,-2-1 1 15,4-1-1-15,-1-2 1 0,-3 1 1 0,1-2-2 16,1-1 11-16,-2-2-9 0,2-1 0 0,-3 1-1 16,2 1 3-16,-2-2-4 0,0 1 4 0,3-1-5 15,-7 0 9-15,1 0 0 0,4 0 11 0,-3 1 5 16,-4 1 6-16,0 1 1 0,2 1-3 0,-2 0 4 16,1 0 1-16,-2 3 20 0,-1-3-21 0,0 5-3 15,1-5-6-15,-1 5-7 0,0 0 0 0,3-3-9 0,-3 3-4 16,0 0 2-16,0 0-2 0,0 0 2 15,0 0 3-15,-3 14-3 0,6-6 2 0,-3-2-2 16,0 1-4-16,2 1 4 0,0-1-1 0,1 5-8 0,0-5-8 16,-1 6-6-16,1-5-11 0,2 2-11 0,0-1-19 15,-1-2-24-15,1-1-26 0,2 1-34 0,1 0-37 16,-1-4-46-16,0 0-48 0,-2-1-171 0,2-2-487 16,-7 0 216-16</inkml:trace>
  <inkml:trace contextRef="#ctx0" brushRef="#br0" timeOffset="132603.06">6282 12320 86 0,'-1'-3'183'0,"-5"0"-14"0,2 1-17 0,4 2-13 15,-3-5-20-15,3 5-18 0,-6-2-9 0,6 2-4 0,0 0-9 16,0 0-33-16,0 0-51 0,-6 8-65 15,6-4-127-15,0-4-213 0,4 7 95 0</inkml:trace>
  <inkml:trace contextRef="#ctx0" brushRef="#br0" timeOffset="132915.53">6535 12382 152 0,'-3'-4'231'0,"0"1"-4"16,-2 2-12-16,-2-3-16 0,7 4-18 0,-11-1-17 15,6-1-19-15,-2 2-14 0,7 0-14 0,-13 1-11 16,7 0-12-16,-1 3-12 0,3 0-5 0,-1 1-10 16,-1 3-6-16,-2 0-4 0,4 0-7 0,-1 2-2 15,0 0-5-15,4 0 4 0,1 0-12 0,0 1 1 0,0 0-4 16,4 0 0-16,-1 0 1 0,5-4-4 15,0 4 0-15,3-5-4 0,2 2-2 0,-1-1 2 16,5-2-8-16,2-1-18 0,2-2-28 0,-3 0-25 0,2-2-23 16,0-4-24-16,2-2-32 0,0 1-16 0,1-2-31 15,-5-3-26-15,1-3-108 0,-3 1-339 16,11-8 150-16</inkml:trace>
  <inkml:trace contextRef="#ctx0" brushRef="#br0" timeOffset="133165.5">6766 12095 78 0,'-3'-10'228'0,"1"-2"2"16,-1 6-9-16,2-2-1 0,-2 2-6 0,3-1-7 16,-1 2-18-16,-1 1-18 0,2 4-18 0,0-7-20 15,0 7-18-15,0 0-14 0,0 0-11 0,0 0-8 16,0 0-4-16,0 0-12 0,7 12-7 0,-3-5-11 16,-1 2-3-16,-2 1-3 0,3 2-5 0,-2 2-3 15,-1 1-1-15,2 3-2 0,-2 3-7 0,2-1 0 0,-2 1 1 16,-1 0-4-16,3 6-1 0,1 0-3 15,-3 1 1-15,3-1-6 0,2 2 1 0,-5-9-5 16,3 8-9-16,2-6-13 0,-1-2-16 0,3 1-17 0,-2-1-14 16,0-1-21-16,1-1-20 0,-3-4-18 0,4-1-27 15,-2-1-14-15,2-2-18 0,-2-2-22 0,-1-1-123 16,2-3-351-16,-5-1 155 0</inkml:trace>
  <inkml:trace contextRef="#ctx0" brushRef="#br0" timeOffset="133759.2">6860 12410 77 0,'-3'-9'214'16,"-1"3"-2"-16,-1 1 0 0,2 0-2 0,0-2 2 15,-1 2 1-15,1 0-7 0,-1-1-12 0,3 3-10 16,-2-2-14-16,2 2-19 0,1 3-16 0,0 0-14 16,4-3-14-16,0-1-5 0,-4 4-16 0,12-1-7 15,-1 2-15-15,-4 1-3 0,4-2-5 0,2 3-14 0,4-2-14 16,-1 3-10-16,2 1-13 0,1 0-14 15,1 0-15-15,-2-1-14 0,-2 2-11 0,3 0-7 16,-5-3-4-16,-3 2-7 0,0-2 1 0,0 1 1 0,-2-2-5 16,-3 1 9-16,-1 0-2 0,0-1 7 0,-1 1 2 15,-1-2 7-15,-3-1 1 0,2 4 14 0,-2-4 11 16,0 0 5-16,-9 3 2 0,9-3 5 16,-10 3 2-16,4 0-1 0,2-1 0 0,-4 1 6 0,2-2 1 15,1 3 0-15,0-2-4 0,-1 1 3 0,2 1 0 16,1-3 4-16,0 3-3 0,1 1 7 0,2-5-6 15,-3 6 0-15,1-3 6 0,2-3-2 0,3 8 3 16,-1-4 1-16,2-2-4 0,1 0-1 0,1 2 1 16,2-1 2-16,0-1-2 0,0-1-5 0,2-1-2 15,-2 0-7-15,4 0-2 0,-1-1 3 0,1 1-9 16,-2-5-6-16,1 1 21 0,-3 1-5 0,0 2 1 16,-1-6 2-16,1 4 0 0,-4-3 6 0,6 2 0 15,-6 2 4-15,1-2 2 0,1 0 4 0,-2 0 3 0,1 2 0 16,-1-1 0-16,-4 3-2 0,7-4 2 15,-7 4-6-15,4 0 2 0,-4 0-3 0,0 0-1 16,14 3-5-16,-9-1 3 0,1 2 1 0,-1 2-1 0,2 1 2 16,1-1-6-16,0 2 2 0,0 0 2 0,1 1-5 15,-2-1 4-15,2 2 0 0,-1-3-3 0,-5 1 0 16,1-1 1-16,0-4-1 0,1 2 5 0,-1-1 22 16,-2-1 32-16,-1 1 35 0,-1-4 28 0,0 0-11 15,0 0-12-15,0 0 0 0,4-14 8 0,-1 8 0 16,-3-6-1-16,0 3-10 0,1-4-10 0,-1-1-6 15,0 1 8-15,3-1-29 0,1-1-12 0,3 2-33 16,-2-2-19-16,2-2-36 0,0 5-39 0,-3 0-54 16,5-1-57-16,-2 3-60 0,0 1-251 0,0 2-543 15,-3 0 241-15</inkml:trace>
  <inkml:trace contextRef="#ctx0" brushRef="#br0" timeOffset="135540.28">2639 13032 70 0,'0'0'166'0,"-12"0"-2"0,7 0-2 0,5 0-1 15,-11 1-2-15,5-1-7 0,6 0-6 0,-9 0-5 16,9 0-9-16,-5 5-8 0,5-5-9 0,0 0-11 16,0 0-15-16,-9 0-2 0,9 0-8 0,0 0-7 15,0 0-7-15,0 0-4 0,0 0-7 0,0 0-5 0,0 0-5 16,0 0-3-16,0 0-9 0,0 0 2 15,0 0-5-15,0 0-5 0,29 0 0 0,-17 0-1 16,2 2-5-16,-2-1 1 0,2 1-4 0,2 0-1 0,3 1-4 16,0-2 2-16,3 0-4 0,-2 3 0 0,-2-2 0 15,4 0-1-15,-5 1-1 0,5-1-1 0,-7-1 1 16,6 2-2-16,-3-1 0 0,5 0 0 0,-5 0 1 16,1 1-3-16,-1-2 2 0,1 1-2 0,0-4 1 15,0 4-1-15,2-1 1 0,-3 0 1 0,2 0 0 16,0-1-2-16,-1 0 0 0,-1 0-2 0,-2-1 3 15,6 2 0-15,-5-1-3 0,1-1 3 0,-3 2 0 16,4-1-3-16,-1-1 0 0,2 1 2 0,-3 0-2 16,3 0 0-16,-5-1 0 0,5 1 0 0,-1 0 0 15,-1 0 3-15,2-3-4 0,5 5 0 0,-6-1 0 16,1-1 2-16,3 0-1 0,-2 1 3 0,1 0-4 16,-2 1 1-16,4-1-2 0,-4 0 1 0,1 2 0 15,1-2 2-15,0 3 2 0,0-2-3 0,9 1 1 16,-1-2-1-16,-7 1 0 0,-1 0 2 0,7 1-2 15,-6-1 0-15,8-1-2 0,0 2 4 0,0-1-2 16,1 1 2-16,-1-1-1 0,-1-1-1 0,4 1 0 0,-1 1 0 16,3-2 3-16,-2-1-3 0,0 0-2 0,0 0 4 15,0 0-2-15,0 0 1 0,0-1-2 0,0 1 1 16,0 1-2-16,0-2 6 0,0 1-4 0,-4-1-2 16,0-1 6-16,1 2-2 0,-9 0 0 0,3-2-3 15,-4 1 2-15,2-2-2 0,-1 1-1 0,0 0 3 16,-3 1-1-16,3-1 0 0,-2 1 0 0,-6 0 2 15,6 0 0-15,-1-1 2 0,-5 1-3 0,2 0-2 16,-1-2 1-16,0 3-3 0,4-1 4 0,-1 2-2 16,-3-2-2-16,4 0 5 0,1 1-1 0,-2-2 2 15,2 2-1-15,-2 0-4 0,2 0 5 0,2 2-5 16,-5-2 1-16,1 0 3 0,4 0-1 0,-4 1-1 16,2 0-1-16,2-1 0 0,-4 2 2 0,2-4-3 15,-2 2 1-15,2-1 1 0,1 1-1 0,-4 1-1 16,5-2 4-16,-3 1-2 0,-4 1 1 0,4-2-1 15,0 2 2-15,0-1-3 0,1 0 4 0,1 3-3 16,-2-3 0-16,-1 0 0 0,2 1 0 0,-1-2-3 0,2 2 2 16,-1-1 1-16,2 0 2 0,-3 1-2 0,4 2 2 15,-1-3-5-15,1 0 3 0,0 1 0 0,7-2 0 16,0 2 1-16,-8-2-4 0,9 1 2 0,-1-1 4 16,-7 2-3-16,7-2-1 0,-7 1 3 0,7-2 0 15,0 1-1-15,3 1 0 0,-2-1-2 0,-1 0 2 16,0-1-1-16,-9 0-2 0,2 0 4 0,2 1-3 15,-5 0-1-15,5-1 5 0,-1 2-3 0,-2-1-2 16,-3 0 1-16,3-2 2 0,-1 2-1 0,-3 0 0 16,3 1 1-16,-1 0-4 0,-1-1 2 0,-4 1 0 15,4-2 1-15,0 2 0 0,-1 2 2 0,1-1-1 16,1 0 0-16,1-1-2 0,-1 0 1 0,0 1 0 16,1 2-2-16,3-2 2 0,5 0-1 0,-9-1 5 15,3 2-4-15,6-1 0 0,-6-1-1 0,0 1 0 16,-1 1 3-16,1-4-2 0,6 1 0 0,-6 4 0 15,-3-3 0-15,2 0 0 0,-2-2 0 0,1 4 3 16,-6-2-3-16,0 0 1 0,-3-2 0 0,0 1-1 0,0 0 3 16,-3-1-2-16,-2 1 3 0,0 1 13 0,0-1 6 15,-7 1 1-15,10 0 0 0,-10 0-1 0,7-1-3 16,-7 1-4-16,6-2 2 0,-6 2-2 0,0 0-5 16,0 0-5-16,10 0 0 0,-10 0-1 0,0 0 0 15,0 0-2-15,4 3-2 0,-4-3 1 0,0 0 1 16,0 0 0-16,0 0 2 0,7 1-3 0,-3 0-10 15,-4-1-10-15,11 0-7 0,-3 2-14 0,-2-2-10 16,3-2-8-16,-1 2-8 0,3 0-11 0,-4 2-18 16,4-2-19-16,0 0-23 0,-3-2-28 0,3 1-36 15,-6 0-139-15,7-2-366 0,-1 0 163 0</inkml:trace>
  <inkml:trace contextRef="#ctx0" brushRef="#br0" timeOffset="138083.82">8148 12927 48 0,'0'0'295'0,"0"-6"-24"15,0 6-27-15,0-5-24 0,0 5-24 0,0 0-18 16,0-4-27-16,0 4-19 0,0 0-17 0,0 0-12 16,0 0-9-16,0 0-10 0,1 14-8 0,1-6-7 15,0 1-9-15,-2 1-6 0,3 3-5 0,0 0-3 16,-2 2-8-16,-1 1-1 0,4 0-2 0,-2 1-6 15,-1-1-2-15,2 1-2 0,0-1 1 0,-2 1-5 16,4-3-2-16,-1-1-2 0,-2-3 0 0,0 2-3 0,1-1 4 16,0-5-5-16,1 5 1 0,-1-6-3 0,1 0 1 15,1 0 5-15,-1-1 2 0,0-3-2 16,2 1 6-16,2-2 12 0,-8 0 7 0,11-3-1 0,-3-1 5 16,-1-1-4-16,0 0 14 0,2-1 0 0,-1-4-2 15,1 3 7-15,0-3-1 0,-2 2 1 0,1-2-1 16,0 0-4-16,-1 1 7 0,1 1 3 15,-4 2-8-15,2-1 0 0,-2 2 1 0,-3 0-16 0,3 1 0 16,0 0-5-16,-1 1-10 0,-1 0-11 0,-2 3-14 16,5-3 1-16,-5 3 6 0,0 0-8 0,9 6-4 15,-5-4-1-15,2 3 2 0,0-1-4 0,0 1 5 16,4 2-2-16,-4 0 5 0,5 1 0 0,-3 0-4 16,2-2 4-16,-1 1-2 0,-1-1 1 0,1 0 0 15,0-1 5-15,-1-2-5 0,-1 1 3 0,-3-4 4 16,5 1-2-16,-7 0 3 0,-2-1-1 0,14-2 3 15,-14 2 1-15,8-7 15 0,-5 2 11 0,2-2 6 16,-3-4 4-16,-1 1-4 0,-1-2 8 0,4 0-8 0,-3-2-2 16,-1-3-6-16,0 0 1 0,0-1-6 0,-1 7-5 15,1-3-3-15,0 1-8 0,0 2-4 16,0 0-24-16,0 4-25 0,1-1-33 0,-1 1-29 0,-1 1-36 16,-3 2-55-16,4 4-44 0,0 0-20 0,5-3-25 15,-5 3-15-15,0 0-223 0,10 12-560 0,-8-4 249 16</inkml:trace>
  <inkml:trace contextRef="#ctx0" brushRef="#br0" timeOffset="138911.87">8756 13099 137 0,'0'0'197'0,"4"-5"-11"15,0 3-17-15,-4 2-11 0,0 0-12 16,3-5-19-16,0 4-11 0,-3 1-10 0,8-2-14 15,-8 2-13-15,7 0-4 0,-2-2-9 0,-5 2-4 0,0 0-6 16,15 2-5-16,-15-2-5 0,11 1-6 0,-6-1-4 16,-5 0-5-16,11 0-3 0,-5 1 1 0,-6-1 0 15,6 0-8-15,-6 0 2 0,11-1-1 16,-11 1-5-16,6-3 0 0,-2 2 6 0,-4 1 7 0,5-7-6 16,-2 4 2-16,-2-1-3 0,1 0 0 0,-2-3-1 15,0 1 7-15,-2 1 2 0,0-1-6 0,0-2 0 16,-3 3-2-16,1-2 1 0,-1 0-2 0,-1 2-1 15,0-1-1-15,1 0-6 0,-2 2 1 0,0 2-6 16,-1-1-4-16,4 1 0 0,-4 2 0 0,8 0-1 16,-13 1-3-16,4 0 1 0,4 3-1 0,-5 0 3 15,2 3-4-15,3-1-3 0,-1-1 6 0,-1 4-4 16,3-2 2-16,-1 3-4 0,0 1 1 0,2-2 3 16,0 2-5-16,0 0 6 0,2-1-3 0,0-1 5 15,1-1-3-15,1 2 2 0,-1-2-3 0,4-2 2 16,-1 1 4-16,0-1 2 0,2 0-2 0,-1-1 2 15,1-1 1-15,4 0 0 0,-1 0 2 0,0-3-2 0,4-2 1 16,-1 1-1-16,1-4 8 0,-1 2 8 0,0-2 5 16,-2-1 8-16,2 3 8 0,0-5 6 15,-4 2 7-15,1-2 14 0,-1 2 2 0,-1-1 2 0,-1-1 1 16,-1 2 5-16,0 1 1 0,0-1-4 0,-4 0 0 16,6 1-1-16,-4 0-12 0,0 0-6 0,-1 2 3 15,-1 2-11-15,3-4 7 0,-3 4-23 0,5-4-12 16,-5 4-14-16,4-3-13 0,-4 3 1 0,0 0 0 15,0 0 1-15,11 8-6 0,-7-4-7 0,2-1-12 16,2 0 14-16,-1 1-7 0,2 1-13 0,3 1-5 16,-1-1-14-16,3 0-12 0,-1 0-8 0,7-1-21 15,-3 0-10-15,2-1-18 0,-1 0-3 0,1-1-3 16,0-1-4-16,-4-1 3 0,-1-1 3 0,1-1 9 0,-2-1 4 16,2-2 5-16,0 0 8 0,-4 0 11 15,1-1 7-15,-2-2 14 0,-1 0 9 0,-2 1 21 16,0-3 27-16,-3 4 23 0,2-4 18 0,-3 2 21 0,-1 2 16 15,-2-3 14-15,0 4 3 0,0-2 3 0,-2-1 0 16,0 3-4-16,1 0-2 0,-2 1-10 0,0-2-7 16,0 3-8-16,-1 1-8 0,4 2-4 15,-4-4-5-15,4 4-9 0,0 0-7 0,-12 0 0 0,12 0-7 16,-10 5-3-16,6-1-1 0,0 2-1 0,0 3-5 16,0 0 1-16,-3 2-1 0,3 2 1 0,0-1 1 15,1 1-2-15,1 5-4 0,0 1 1 0,2 2-3 16,0-3 3-16,2 5 1 0,0 1 0 0,5 3-2 15,1 0 3-15,-1 0 1 0,-2-8 0 0,2-1-1 16,5 6-2-16,-2-6 0 0,-2 1 1 0,1-3-1 16,0-5 3-16,-4 1-1 0,2-3-16 0,0-2-18 15,-3 0-27-15,3-2-21 0,-6-1-29 0,5 0-40 16,-4-3-49-16,-2-1-52 0,0 0-183 0,7-6-460 0,-5-1 204 16</inkml:trace>
  <inkml:trace contextRef="#ctx0" brushRef="#br0" timeOffset="139333.7">9418 12850 84 0,'0'-4'261'0,"0"4"-33"15,0-7-27-15,0 7-14 0,0 0-19 0,0 0-19 16,0 0-20-16,7 15-9 0,-3-4-13 0,-1 0-10 15,3 6-10-15,0-2-11 0,-2 3-7 0,0 1-8 16,2 2-5-16,-2-2-8 0,0 1-2 0,1 1-3 16,1-2-4-16,-2 0-7 0,-3-1-2 0,2-1-3 15,1-4-3-15,0 0 1 0,-2-4-4 0,-1 2-1 16,2-5-3-16,-3 2-1 0,1-4 8 0,-1 1 33 0,5-3 3 16,-2-2 0-16,-3 0-9 0,0 0-4 15,7-6 6-15,-4 0-2 0,-2 0 1 0,3-2-5 16,3-2 7-16,1 2 2 0,-3-4-5 0,1 1-1 0,1 0 6 15,1 1 1-15,-1 0-9 0,-2 1 0 0,1 1 0 16,-2 2-7-16,1 1-1 0,-1 0-7 0,-1-1-5 16,0 4-7-16,-1 1-7 0,-2 1-5 0,0 0-2 15,0 0-5-15,10 2 1 0,-6 4-13 0,-1-3-2 16,2 2 1-16,-1 2-11 0,0 2-9 0,2 0-8 16,-1 0-18-16,-2-2-21 0,2 2-17 0,2-2-24 15,-2 0-31-15,5 1-9 0,-3-3-27 0,4 0-40 16,-6-2-182-16,5-1-440 0,-2-3 196 0</inkml:trace>
  <inkml:trace contextRef="#ctx0" brushRef="#br0" timeOffset="139568.06">9764 12720 90 0,'-2'-4'261'0,"0"1"-30"0,2 3-30 0,-2-5-24 0,2 5-20 15,0 0-14-15,0 0-15 0,-1 12-13 0,1-4-11 16,1 2-11-16,1 3-8 0,2 3-9 0,0 4-9 16,0 0-3-16,-1 1-5 0,2-1-6 15,3 7-9-15,-1-1 4 0,0 0-8 0,1-5-4 0,-3-2-2 16,2 3-6-16,-1-4-28 0,2 1-35 0,-1-4-46 16,-2-3-45-16,2-1-55 0,-3 1-138 0,-3-6-345 15,4 2 153-15</inkml:trace>
  <inkml:trace contextRef="#ctx0" brushRef="#br0" timeOffset="139739.92">9688 12960 255 0,'0'0'268'16,"4"-6"-26"-16,-4 6-23 0,9-4-24 0,-2 3-19 15,5-1-19-15,-2 0-16 0,2 2-15 0,2-1-10 16,-1 1-12-16,2 0-12 0,0 1-8 0,4 1-34 15,-5-1-48-15,1 0-53 0,-3-1-58 0,3 1-49 0,-8-1-161 16,1 0-344-16,0 0 152 0</inkml:trace>
  <inkml:trace contextRef="#ctx0" brushRef="#br0" timeOffset="139896.15">9228 12621 118 0,'-8'-5'222'16,"1"1"-27"-16,2 2-19 0,0-2-18 0,1 2-39 15,4 2-54-15,-5-5-77 0,1 3-162 0,4 2-188 16,-3-3 84-16</inkml:trace>
  <inkml:trace contextRef="#ctx0" brushRef="#br0" timeOffset="140599.2">10312 12805 225 0,'-3'-3'281'0,"3"3"-30"0,0 0-30 15,0 0-25-15,0 0-22 0,0 0-16 0,0 0-19 16,13 16-11-16,-8-4-12 0,3 1-16 0,2-1-6 16,-1 4-14-16,3 2-7 0,-4-1-8 0,2 2-5 15,-2-1-6-15,4 0-4 0,-2 0-8 0,-2-2-4 0,2-1-1 16,-5-3-6-16,-1-2-1 0,2 2-4 0,-4-6-2 16,1 2-4-16,-3-2-2 0,3-2 1 15,-1 0 3-15,2 3 32 0,-2-5 42 0,-2-2 48 16,4 1 15-16,-4-1-16 0,0 0-10 0,4-10-19 0,0 1-3 15,0-1-12-15,1-2-11 0,1-4 1 0,0-4-16 16,0 0 9-16,1-7-9 0,0 3-1 0,1-3-2 16,-1 1-13-16,0 7-8 0,-4-2 0 0,2 3-5 15,0 1-12-15,-2 5-19 0,1 2-17 0,0 0-16 16,-2 3-33-16,-1 1-43 0,0 1-48 0,1 2-53 16,-2 3 2-16,0 0 10 0,0 0-21 0,0 0-17 15,2 18-1-15,0-9 4 0,-1 3 12 0,2-1 3 16,2 0 5-16,-4 5 2 0,2-3 10 0,3 4 7 15,2-1-98-15,-1-2-301 0,1-1 134 0</inkml:trace>
  <inkml:trace contextRef="#ctx0" brushRef="#br0" timeOffset="140880.44">10694 12971 401 0,'7'2'-68'0,"5"-2"76"15,-1 0-4-15,-3 0 23 0,2-1 11 0,-2-3 14 16,0 2 24-16,-1-2 10 0,1 0 9 0,-3-1 13 16,1 0 9-16,1-3-2 0,-2 2 2 0,-1-1 10 15,2 1 13-15,-5-1 3 0,0 1-6 0,2-1-3 16,-3 0-2-16,4 1-4 0,-4-1 1 0,0 1-6 15,0 1-11-15,-2 0-10 0,0 0-13 0,2-2-7 16,-4 4-10-16,3 0-7 0,-3-3-8 0,-1 2-8 16,0 1-5-16,-2 1-5 0,2 0-5 0,-2 2-5 15,7 0-2-15,-13 1-6 0,6 0-3 0,0 2-2 16,0-2-7-16,0 4 3 0,1 0-3 0,-3-1-5 16,2 6 2-16,-2-2-2 0,5 0 3 0,0 2-5 15,1 0 2-15,-1 3 5 0,4 0-2 0,0-1 0 0,0 1 2 16,1 0 1-16,8 1-1 0,-4-2 3 15,4-2-15-15,5 4-13 0,1-1-27 0,1-3-39 16,6 0-39-16,-4-3-53 0,9 1-29 0,3-2-54 0,-7-2-151 16,13-3-442-16,-5-1 196 0</inkml:trace>
  <inkml:trace contextRef="#ctx0" brushRef="#br0" timeOffset="141114.79">11143 12904 63 0,'-3'-3'254'0,"-2"-2"-9"0,-2 2-17 0,0-1-16 16,0 1-21-16,3 1-19 0,-5 2-20 0,4-1-16 16,5 1-15-16,-10 1-14 0,2 1-11 0,1 1-10 15,-1 1-7-15,1 1-12 0,3 1-4 0,-3 1-3 16,4 2-8-16,-5 0-1 0,4 2-5 0,0-1-3 16,3 1-1-16,1 1-4 0,1 0-3 0,0-2 1 15,4 2-4-15,0-2 0 0,4 1-6 0,1 0-14 0,0-2-20 16,6-2-26-16,0 0-27 0,-1-1-34 15,0-3-16-15,4-2-32 0,0 0-15 0,-4-3-23 16,0-2-16-16,3-2-102 0,-5-2-323 0,2-4 144 0</inkml:trace>
  <inkml:trace contextRef="#ctx0" brushRef="#br0" timeOffset="141317.89">11261 12683 109 0,'-3'-13'241'0,"-3"-5"-4"15,3 8-3-15,-1-3 0 0,3 7-13 0,-1 0-20 16,1 1-23-16,0 2-24 0,1 3-17 0,-2-5-18 15,2 5-12-15,0 0-10 0,0 0-11 0,6 16-7 16,-1-6-7-16,1 2-10 0,2 4-4 0,1 2-6 16,-2 3-8-16,2 5-2 0,1-1-2 0,-2 1-6 15,-4-6 1-15,7 6-5 0,-5 1-6 0,2-2 1 16,-4-3-4-16,0-2-19 0,3-2-25 0,-3 2-22 16,0-2-30-16,-3-5-40 0,-1-1-38 0,4 2-29 0,-2-4-19 15,-1-2-163-15,-2 3-394 0,1-6 174 0</inkml:trace>
  <inkml:trace contextRef="#ctx0" brushRef="#br0" timeOffset="141833.46">11286 12891 72 0,'0'-6'246'16,"-3"1"1"-16,-1-3-4 0,3 6-6 0,-1-3-6 15,1 0-13-15,1 5-21 0,-1-8-22 0,1 5-20 16,0 3-19-16,0 0-14 0,0 0-14 0,0 0-10 15,12 1-16-15,-12-1-16 0,12 5-13 0,-4 2-14 16,3-2-11-16,3-1-16 0,2 5-19 0,3-3-6 0,0 3-10 16,-4-2-12-16,3 0-6 0,-2 0-4 15,-2-1-2-15,-3 1 0 0,-5-5-2 0,4 2 5 16,-3-2 2-16,-2 1 4 0,-1 0 7 0,0-2 10 16,1 0 5-16,-5-1 10 0,0 0-5 0,6 2 6 0,-6-2 13 15,0 0 12-15,0 0 2 0,0 0 6 0,0 0 3 16,-8-11 16-16,8 11 4 0,-3-4 5 15,3 4-1-15,0 0 1 0,-1-5-2 0,1 5 2 0,0 0-5 16,0 0-7-16,0 0-6 0,6-2-2 0,-6 2-7 16,10 0-5-16,-10 0-1 0,11 4-5 0,-4-3 0 15,-3 3 2-15,4-2-6 0,-1 2-2 0,1 0-7 16,-2 1 1-16,0 0-3 0,1 3-1 0,3 0-2 16,-5-1-10-16,5 1 3 0,-5-1-1 0,1 5-1 15,-1-4-1-15,-1 1 3 0,0 0-2 0,3-4 1 16,-4 3 1-16,1-2 2 0,-3 0-2 0,5-2 2 15,-5 3 2-15,2-5-1 0,-2 1 5 0,-1-3 6 0,1 3 17 16,-1-3 33-16,2 5 35 0,-2-5 14 0,0 0 2 16,0 0 4-16,0 0-4 0,0 0 11 15,1-13 12-15,-1 8-3 0,-1-2-5 0,1 1 12 0,0-1-5 16,-2-2-7-16,2 0-17 0,2-1-12 0,-2-1-27 16,1 0-28-16,2 1-40 0,2-3-37 0,1 2-39 15,-1 1-40-15,3 0-55 0,2 2-59 0,-1-3-66 16,2 2-78-16,1 3-204 0,-1-1-628 0,3 1 278 15</inkml:trace>
  <inkml:trace contextRef="#ctx0" brushRef="#br0" timeOffset="142630.27">12416 12774 140 0,'0'-7'322'0,"0"2"-9"0,0 0-19 0,0 1-23 0,0-2-29 16,0 6-28-16,0-4-24 0,0 4-28 0,0 0-15 16,0 0-18-16,0 0-19 0,0 0-8 15,0 0-8-15,-5 16-11 0,3-5-8 0,2-1-7 0,-1 7-7 16,-2-3-7-16,3 4 1 0,2 0-6 0,-1-2-7 16,-1 1-2-16,3-3-6 0,-2 3-3 0,3-4 0 15,0-2-3-15,-2 2-2 0,2-1-6 0,1-2 1 16,-1-1-5-16,0-3 0 0,2-1-1 0,2 0-4 15,-3-1-4-15,2-1-4 0,1-3-4 0,-1 2-6 16,2-5-2-16,4 0 1 0,-4-4-3 0,3 1-1 16,-1-2 6-16,0-2 0 0,3-3 0 0,0 1-3 15,-5 1 6-15,2-4 11 0,0 2-8 0,-2 3 1 0,-1-6 5 16,-1 6 9-16,-1-2 8 0,-1 6 6 16,0 0 4-16,0-2 5 0,-3 3 1 0,1-1 0 15,0 2-11-15,1 0 3 0,-4 4-17 0,1-3-1 0,2 1-4 16,-3 2 3-16,0 0-1 0,12 12-5 0,-8-5 4 15,2 4-7-15,2-2 6 0,0 4-7 16,3 2 6-16,1 0-2 0,0-1 1 0,2 3 1 0,2-5-4 16,-2 2-2-16,1-1 0 0,0 0-1 0,1 0 7 15,-5-7-2-15,0 4 6 0,1-5-6 0,-1-1 1 16,-1 3 1-16,0-5 17 0,-1-2 26 0,-1-1 0 16,-3-4 2-16,6 1-2 0,-5-1-1 0,-4-7 7 15,2 1-8-15,-1-2 5 0,-3 2-5 0,0-6 13 16,0 0-19-16,0-1-10 0,0 2-2 0,-1-5-7 15,1 10-30-15,0-7-17 0,-2 3-31 0,-2 0-25 16,4 3-20-16,0 0-38 0,-2 0-42 0,0 4-55 16,2-3-61-16,-3 5-286 0,2 0-627 0,1-1 278 0</inkml:trace>
  <inkml:trace contextRef="#ctx0" brushRef="#br0" timeOffset="143114.59">13572 12718 107 0,'3'-6'304'0,"-3"1"-9"0,0-3-12 0,-2 1-19 16,1 2-21-16,-2-2-18 0,1-1-26 0,-1 5-12 15,-4-3-12-15,3 1-22 0,0 1-21 0,1 2-13 16,-4 1-21-16,7 1-5 0,-13 1-9 0,6 0-8 16,0 4-10-16,-2 2-5 0,-2 0-7 0,0 7-5 15,-2-2-2-15,3 1-8 0,-2 2-2 0,2 1-1 16,1 1-4-16,3 1 0 0,-2-1-4 0,4 1-3 16,0 0 0-16,4-1 4 0,0-3-3 0,4 3-4 15,4 0 0-15,0 0 2 0,6-2-4 0,1-2-16 16,3 0-20-16,1-1-33 0,8-1-30 0,-6-3-49 15,1-2-55-15,7-1-48 0,-6-2-63 0,0-2-163 16,1-2-493-16,-3-2 219 0</inkml:trace>
  <inkml:trace contextRef="#ctx0" brushRef="#br0" timeOffset="143270.83">13497 12860 121 0,'-5'-2'247'0,"-1"-1"-7"0,6 3-1 15,-8-2 2-15,3 1-6 0,5 1-14 0,0 0-23 16,0 0-20-16,0 0-18 0,0 0-22 0,0 0-36 16,26-2-34-16,-13 2-41 0,1-1-43 0,6 1-43 15,-6 0-44-15,9 0-44 0,2-1-46 0,-4-1-124 16,10 0-342-16,-9 1 152 0</inkml:trace>
  <inkml:trace contextRef="#ctx0" brushRef="#br0" timeOffset="143536.44">13863 12629 109 0,'0'-2'319'0,"-1"-2"-15"0,1 4-26 0,-3-4-38 0,3 4-23 16,0 0-30-16,0 0-15 0,0 0-21 16,0 0-5-16,0 0-12 0,-5 18-13 0,5-9-8 15,0 2-14-15,-2 2-5 0,2 6-10 0,0 0-6 0,2 3-3 16,-1-1-14-16,2-2-2 0,-2 3-9 0,-1 3-1 15,4 2-5-15,0-6-2 0,-1-5-11 0,-1 2-12 16,3-4-17-16,-4-1-25 0,3-2-35 0,-1 0-44 16,2-1-41-16,-2-2-34 0,0-2-34 0,2-1-42 15,2-2-133-15,-3 0-417 0,3-1 185 0</inkml:trace>
  <inkml:trace contextRef="#ctx0" brushRef="#br0" timeOffset="143755.26">14078 12642 11 0,'0'-4'278'0,"-3"0"-25"15,2 0-28-15,1 4-31 0,0-5-15 0,0 5-20 0,0 0-13 16,0 0-8-16,-7 13-4 0,7-3-7 16,0 0-12-16,-3 3-8 0,5 5-6 0,-2 1-7 15,0 2-9-15,1 1-6 0,3 3-10 0,-1 2-4 0,-2-6-5 16,4 5-7-16,-3-6-3 0,4 0 2 0,-1 1-11 15,-1-2-4-15,-3-2-2 0,2-1-3 0,3-3-15 16,-5 0-34-16,-1-3-37 0,4-1-46 0,-1-3-41 16,0 1-30-16,1-2-52 0,-2-3-149 0,-2-2-403 15,2 3 178-15</inkml:trace>
  <inkml:trace contextRef="#ctx0" brushRef="#br0" timeOffset="144208.33">13892 12627 47 0,'-6'-17'271'0,"5"5"2"15,1 1-15-15,0-1-19 0,0-1-20 0,3 3-21 0,1 4-23 16,0-1-16-16,4-2-19 0,3 3-15 16,0 1-11-16,1 2-10 0,2 2-13 0,-2 0-10 15,8 1-8-15,-1 5-8 0,-1-3-7 0,1 4-3 0,1 1-11 16,-2-1-1-16,1 2-3 0,-1 2-9 0,2 1-2 15,-1 0-1-15,-2 1-5 0,-1 0-3 0,0 1-4 16,-1 0 2-16,-1 0-5 0,-3 0 0 0,2 1-3 16,-4-4-1-16,1 0-3 0,-6 0-2 0,3 0-4 15,-4-2-2-15,0 2-2 0,-1-3 3 0,0 1-4 16,-4-2 5-16,-2 1-3 0,3 1 1 0,-6-2 2 16,0 0 0-16,-2 1-2 0,-1-1 3 0,2 3-1 15,-3-4 1-15,5-1-2 0,-3 2-2 0,-3-2 2 16,7 2-3-16,-2 0 7 0,0-3-7 0,1 2 3 15,1 2 0-15,4-2 3 0,0-1-1 0,2 4 5 16,3-2-3-16,1 3 6 0,3 0 1 0,3 2-4 16,7 4 3-16,-1-2 1 0,4 3-1 0,1-3-2 15,2 4-1-15,1-3-2 0,-1 1-1 0,-2-4 4 0,0 0-4 16,-3-1 1-16,-1 0 1 0,-2-2-2 16,-3-2 0-16,1 1-17 0,-5-2-24 0,-2-3-22 15,0 0-48-15,-4-2-51 0,-3 0-43 0,7-4-40 0,-7 4-150 16,-4-11-425-16,1 5 189 0</inkml:trace>
  <inkml:trace contextRef="#ctx0" brushRef="#br0" timeOffset="144802.05">14589 12420 211 0,'0'0'191'16,"-4"-7"-16"-16,-1 2-6 0,0 0-9 0,-1 2-8 0,1-1-12 15,-5-1-3-15,-2 0-5 0,1 1-6 0,-1 0-3 16,-2 1-6-16,-3 2-5 0,-1 0-4 16,-2-2-8-16,0 3-3 0,0 3-5 0,1-2-5 0,5 0-8 15,-6 4-9-15,8-2-7 0,-2 2-9 0,3 0-6 16,2 2-4-16,1 1-4 0,1 0-1 0,1 0-2 16,2 2-2-16,4 1-1 0,0 0-3 0,3 0-1 15,1 1 2-15,7 2-6 0,-2-2 1 0,5 2-5 16,4-3 0-16,0-1-3 0,2-2 0 0,-1-1-4 15,0-1 2-15,-4-3 1 0,4-2-4 0,-1-1 2 16,-3-1-3-16,-2-5 1 0,5-2-3 0,-3-4-1 16,-1-5 1-16,-4 2-3 0,-3-4-2 0,1-3-1 15,-2-4-1-15,-6 0-2 0,0 0 4 0,-3-4-5 0,-4 4 15 16,3 4 14-16,-3-6 7 0,-3 0 3 16,-1 3-2-16,1 7 3 0,2-2 4 0,-4 2 0 15,3 1 4-15,-1 2 23 0,6 5 17 0,-2-1 6 0,1 5-7 16,2-1-1-16,0 1-26 0,0 2-19 0,2 2-37 15,1 2-16-15,0 0-3 0,0 0 10 0,-8 12 5 16,8 0-6-16,1 5 4 0,3 1 1 0,-1 2-4 16,5 8-8-16,2 3 0 0,-5-2-9 0,5 2-14 15,2 7-18-15,-1-6-32 0,1 3-32 0,-1 1-50 16,1-2-68-16,-1-2-60 0,-3 3-236 0,2-4-574 16,-5 0 255-16</inkml:trace>
  <inkml:trace contextRef="#ctx0" brushRef="#br0" timeOffset="145989.41">8522 13926 184 0,'4'-11'236'0,"-4"0"5"15,4-1-4-15,-4 1 8 0,0 0 0 0,0-2 0 16,0 2-18-16,0 1-1 0,-1-1-24 0,-2 4-11 16,2 0-32-16,-5 0-12 0,3 1-13 0,-2 1-24 15,0 1-11-15,1 1-16 0,0 1-6 0,4 2-8 16,-14 1-3-16,7 3-19 0,-2 3-5 0,0 0-7 15,0 5 4-15,2-2-7 0,-2 6-8 0,3 2 14 16,-2 3-17-16,1 3 2 0,3-5-2 0,0 3-3 16,0 5-5-16,0 2 1 0,-3 1-10 0,6-1 9 0,-2-3 0 15,6 2-1-15,-3 1-4 0,1-1 2 16,4 0-5-16,-3-7 8 0,-1 7-4 0,2-9-4 16,0 1 4-16,-2 1-5 0,5-3-5 0,-2 0-7 0,1-2-17 15,3 1-14-15,-5-3-19 0,1-5-20 0,0 2-24 16,3-2-23-16,-3 2-18 0,3-6-17 0,-5 1-17 15,2-1-8-15,-1 0-16 0,-1-2-16 0,0-1-179 16,-2-2-429-16,0 0 189 0</inkml:trace>
  <inkml:trace contextRef="#ctx0" brushRef="#br0" timeOffset="146833.17">8375 13593 123 0,'226'507'1925'219,"-226"-507"-1914"-219,-5-4-2 0,2 3-1 0,3 1-1 16,-7-1 2-16,7 1-3 0,-11-1-2 0,4-1 0 15,7 2-2-15,-8 0 2 0,1-1-2 0,7 1-2 16,-12 3 3-16,5-2-8 0,3 0 9 0,0 3-7 16,4-4 4-16,-12 2-6 0,8 1 2 0,-2 1 1 15,2 0 2-15,2-2-3 0,0 3 2 0,1-1 1 16,-2 2 3-16,3-1 1 0,3 1 0 0,-2 1-1 16,5-2 1-16,2 2 1 0,1 2 1 0,2-1 5 15,7 3-6-15,-2-4-7 0,3-1 2 0,0 2-8 0,0-4-4 16,4 3-17-16,-1-3-9 0,7 0-15 0,-7-1-10 15,-1-2-2-15,1-2-8 0,-1-1 3 0,-3 0 2 16,-1-1-3-16,-5 0 12 0,2-3 10 16,-3 2 13-16,-2-1 14 0,2-1 13 0,-3-2 15 0,-1 1 11 15,-2 0 8-15,1-2 4 0,-5 2 9 0,5 1 2 16,-4-4 11-16,0 2 5 0,-1 2 8 0,-1 1-2 16,0 0-7-16,2-3-5 0,-5 4-6 0,3-1-6 15,-2 1-7-15,0 0-11 0,2 4-2 0,-6-3 2 16,6 3-11-16,-7-2 1 0,7 2 4 0,0 0-4 15,-16 4 0-15,9 0-2 0,2 1-2 0,-2 2 2 16,-4-1-6-16,4 1 7 0,0 3-1 0,2-1-5 16,-2-2-2-16,2 1 5 0,1-3-10 0,-3 3 8 15,6-2 2-15,-1 0-8 0,-1 1 4 0,2-5-6 16,1 3 3-16,4-2 1 0,-1 1-5 0,5-3-5 16,-1 1-7-16,1-4 2 0,4 1-1 0,-2-4 8 15,2 0-7-15,0 1 3 0,2-3 3 0,-3 0 4 0,-2 2 2 16,2-3 13-16,-3 3 14 0,2-3 12 0,-3 0 7 15,1 1 5-15,-3 4 2 0,-2-3 1 0,0 3-5 16,2-1-3-16,-5 1-7 0,3 0-7 16,-3 3-9-16,1-4-6 0,-1 4 0 0,0 0-5 0,0 0-3 15,0 0 1-15,0 0 0 0,3 12 0 0,-3-9-1 16,0 3-2-16,3 0-3 0,-1 0 5 0,-2 1-5 16,3-1 7-16,1 0-6 0,-1 4-9 0,1-5-14 15,0 0-18-15,3 1-25 0,0-2-32 0,1 1-33 16,-3-2-21-16,8 0-41 0,-1-1-127 0,-4-2-343 15,3-4 152-15</inkml:trace>
  <inkml:trace contextRef="#ctx0" brushRef="#br0" timeOffset="147114.39">9118 13848 266 0,'-3'-4'245'0,"3"4"-27"0,-1-4-27 15,1 4-22-15,0 0-20 0,0 0-13 0,0 0-15 16,0 0-14-16,0 0-12 0,2 13-9 16,0-7-7-16,1 4-9 0,-1-4-7 0,0 6-3 15,0 0-8-15,4 0-5 0,-4 0-3 0,-2 1-4 0,4 5-3 16,1 0-5-16,-4 0-2 0,3 3-2 0,0-1-6 16,-2-2 1-16,0 1 1 0,1 1-3 0,1-4-1 15,0 2-8-15,-4-2-19 0,1-4-19 0,1-1-20 16,-2 0-28-16,1-4-27 0,1 3-26 0,-1-5-19 15,0 1-14-15,-1 2-6 0,2-6-107 0,-1 1-295 16,-1-3 131-16</inkml:trace>
  <inkml:trace contextRef="#ctx0" brushRef="#br0" timeOffset="147504.98">9157 14160 132 0,'0'-5'166'0,"-1"0"-2"0,0 0-12 0,1 5 4 15,0-8-8-15,0 2 1 0,0 2 0 0,0-1-3 16,1 1-9-16,-1 4-15 0,3-7-16 0,-1 3-10 15,2 1-8-15,-4 3-11 0,9-3-9 0,-1 3-4 0,-3-1-6 16,6 1-4-16,-3 0-10 0,-1 1-3 16,5 2-7-16,-1 0-3 0,-3 1-4 0,4-2-4 15,-2 1-2-15,-2 0-3 0,2 2-2 0,-1 3-4 0,-2-2-5 16,0 4 1-16,1-2-2 0,-1 2 1 0,-3-3-6 16,0 3-3-16,0-1 4 0,-1-1 1 0,-2 2 0 15,1-1-3-15,3 0 1 0,-5-4-2 0,4 3 1 16,-3-3 0-16,1 0 4 0,-1-1 0 0,0-1 2 15,-1-3 14-15,0 0 9 0,4 3 1 0,-4-3 2 16,0 0-1-16,11-5 4 0,-5 2 4 0,-1-2 1 16,2 0 5-16,-1 0 6 0,3-3 16 0,-1-2-3 15,-2 0 8-15,0 4 1 0,1-4-4 0,0 0-8 16,1 2-3-16,-4-1-8 0,0 1-10 0,0 3 5 16,1 0-8-16,-4 1-3 0,3-1 6 0,-3 0-17 15,3 2-9-15,-2 1-24 0,-2 2-26 0,1-4-11 16,-1 4 0-16,0 0-9 0,0 0-20 0,0 0-11 15,4 12-12-15,-5-8-18 0,1-4-19 0,0 8-15 16,1-3-15-16,1 0-16 0,-1 2-3 0,0-1-10 16,2-2 3-16,-2 1-120 0,4 2-336 0,0-5 150 15</inkml:trace>
  <inkml:trace contextRef="#ctx0" brushRef="#br0" timeOffset="147875">9546 14205 268 0,'13'0'22'16,"-7"-3"16"-16,1 0 8 0,0-1 11 0,-2 0 1 15,5-3 7-15,-2 1 17 0,-3 2 17 16,1 1-12-16,1-2 8 0,-1-1-4 0,0 4-6 0,-1-3 1 15,1 2-8-15,-3 1-12 0,-1-1-7 0,-2 3-8 16,11-4-5-16,-11 4-6 0,4-1-5 0,-4 1-2 16,0 0-7-16,0 0-5 0,8 2 2 0,-8-2-9 15,3 5 0-15,-3-5-3 0,-3 5-1 0,3-5 1 16,-2 4-3-16,0 0 1 0,-2 0 1 0,4-4 0 0,-4 7 1 0,3-5-3 0,1-2-1 16,-6 4-1-16,6-4-1 0,-4 2 2 0,4-2 5 15,0 0 1-15,0 0-1 0,0 0-2 0,0 0-2 16,0 0 1-16,0 0-2 0,0 0 3 0,22-8-5 15,-14 3 3-15,3-2-2 0,-1 1-1 0,1-4 4 16,-1 2 8-16,1 0 13 0,-3-1 10 0,3 2 16 16,-4-1 20-16,-2 3 9 0,1 0 7 0,-5-2 6 15,5 2 1-15,-5 1 0 0,3 0-1 0,-4 1-13 16,0 3-7-16,3-7-15 0,-3 7-7 0,1-3-13 16,-1 3-5-16,0 0-5 0,0 0-1 0,0 0-8 15,0 0 3-15,0 0-10 0,0 0 0 0,-1 15-5 16,-2-8-10-16,6 0-6 0,-2 0-14 0,3 4-24 0,2-2-34 15,-1 1-43-15,2 0-52 0,8 2-59 16,-1-1-199-16,2 1-463 0,4-5 205 0</inkml:trace>
  <inkml:trace contextRef="#ctx0" brushRef="#br0" timeOffset="148640.55">10502 13897 22 0,'0'0'280'0,"2"-5"-31"16,-2 5-26-16,0 0-24 0,0 0-24 0,0 0-19 15,0 0-19-15,-3-3-16 0,3 3-14 0,0 0-11 16,0 0-9-16,0 13-11 0,-1-8-7 0,1 1-8 16,1 2-5-16,-1 2-5 0,1 0-3 0,1 2-6 15,1-1-3-15,-2 2-2 0,2 0-1 0,1 0-7 16,1 3-1-16,-2-3-3 0,2 2-2 0,-2-3 0 15,2 0-4-15,1-2-2 0,-2 0 1 0,1-1-1 16,-1-4-1-16,2 1 2 0,-3 0 5 0,1-4 31 0,-2 2 22 16,4-3 4-16,-6-1 2 0,6 0-7 15,-6 0-3-15,9-3 2 0,-4-2 5 0,-2 0-3 16,1-2 8-16,4-2-5 0,-4 0 2 0,0-1-3 0,-1-2-1 16,3 0-1-16,-1 2-7 0,-1-1-10 0,3-1 0 15,-3 2-14-15,-3-1-4 0,6 1-1 0,-4-1-10 16,0 5 0-16,-2-1-16 0,2 0-23 0,-2 2-24 15,-1-1-24-15,5 1-27 0,-5 3-39 0,0 2-47 16,3-4-39-16,-3 4-19 0,0 0-31 0,0 0-31 16,11 8-159-16,-7-5-486 0,3 3 215 0</inkml:trace>
  <inkml:trace contextRef="#ctx0" brushRef="#br0" timeOffset="148953.01">10844 14071 51 0,'1'-3'270'0,"-1"3"-11"0,0-9-14 0,0 3-3 0,2 2-9 16,-1-3-15-16,0 1-15 0,1 0-15 15,-2-2-8-15,1 3-5 0,-1-1-12 0,0 1-18 16,0 0 0-16,3 2-26 0,-3-2-8 0,0 5-22 0,0-5-9 16,0 5-9-16,0 0-17 0,0 0-11 0,-6-5-2 15,6 5-3-15,0 0-6 0,0 0-6 0,0 0-7 16,-16 10-1-16,13-7 1 0,-5 2-5 0,3 0-3 15,1 1 11-15,-2-1-19 0,-1 4 0 0,3-4-3 16,0 5-3-16,-3-1-8 0,5 0 6 0,0-1-4 16,1 0 4-16,4 2-3 0,-1-1-1 0,5-3-5 15,1 2-15-15,3 0-23 0,0-3-25 0,3-2-24 16,7 3-26-16,-3-2-26 0,5-1-25 0,0-3-26 16,-1 0-16-16,1-1-168 0,0 1-420 0,0-2 186 15</inkml:trace>
  <inkml:trace contextRef="#ctx0" brushRef="#br0" timeOffset="149171.74">11219 13999 198 0,'-4'-4'205'0,"-1"2"-6"0,-1-2-5 16,-1 4-8-16,2-1-10 0,5 1-13 0,-12-3-13 0,5 3-14 16,7 0-18-16,-16 0-10 0,9 3-11 0,-1-1-11 15,2 1-8-15,-3 0-7 0,2 2-4 0,-3 0-7 16,1 6-4-16,2-2-3 0,0-1-8 0,0 2 0 15,3-4-6-15,3 6 1 0,-3-4-4 0,8 0-6 16,-3 0-6-16,5 1-10 0,1 3-13 0,0-3-21 16,3-1-22-16,7 2-23 0,-3-4-30 0,2 1-25 15,4-2-24-15,1-2-27 0,-1-2-30 0,1-2-103 16,1 0-327-16,-3-3 145 0</inkml:trace>
  <inkml:trace contextRef="#ctx0" brushRef="#br0" timeOffset="149421.71">11459 13787 71 0,'-2'-7'243'0,"-1"-2"-6"0,2 3-16 16,-3 1-22-16,3 0-26 0,-1 2-23 15,2 3-17-15,0 0-9 0,0 0-9 0,0 0-8 16,0 0-5-16,6 22-13 0,-5-12-6 0,3 3-9 0,-1 5-7 16,2 0-6-16,1 1-7 0,2 1-5 0,0 7-2 15,-2-1-5-15,-1 0-3 0,-1-6-2 0,1-1-7 16,5 7-2-16,-6-6-2 0,0-1-2 0,2 4-2 15,-2-6-10-15,-2-3-18 0,0-1-21 0,-1-1-26 16,0-3-18-16,1 1-25 0,1-3-12 0,-3-1-11 16,-3-1-14-16,1-3-12 0,2-2-22 0,-4 1-5 15,4-1-89-15,0 0-282 0,-14-7 125 0</inkml:trace>
  <inkml:trace contextRef="#ctx0" brushRef="#br0" timeOffset="149921.67">11467 14042 108 0,'-2'-7'144'0,"1"1"17"0,1-1 6 0,0 1 4 15,-5 1 2-15,3 3-2 0,1-4-5 0,1 6-10 0,-4-7-16 16,4 7-15-16,0-3-13 0,0 3-14 0,0-4-14 16,0 4-8-16,0 0-7 0,0 0-4 15,0 0-7-15,0 0-10 0,13 7-8 0,-8-3-7 0,4-1-13 16,-1 3-14-16,3-1-10 0,-2 0-17 0,2 2-8 16,3-1-14-16,1-1-7 0,-3 0-5 0,3 0 2 15,-4-2-10-15,3 0 14 0,-3 2 0 0,-2-1-5 16,0-2 9-16,-2-1 3 0,-1-1 10 0,-1 2 10 15,-5-2 0-15,0 0 8 0,9-4 2 0,-9 4 9 16,0-4 11-16,0 4 10 0,-3-9-2 0,0 6 3 16,0-3 4-16,1 0 10 0,0 2 5 0,-2-1 9 15,1 0 14-15,2 0 5 0,0 1 1 0,1-3 7 16,0 7-1-16,-2-7-8 0,2 3-5 0,0 0-6 16,0 4-7-16,6-2-5 0,-6 2-6 0,5-3-4 15,-5 3-6-15,8-2-4 0,-8 2-2 0,12 6-2 16,-6-3-8-16,2 0-1 0,-1 1-8 0,5 2-5 15,-4 2-4-15,1 0-5 0,4 1-6 0,-5 0-2 0,6 4-9 16,-6-2 2-16,4 2 1 0,-2-3 2 0,1 0-1 16,-3 2 2-16,-3-2 2 0,6-1 0 15,-7 1 0-15,0-4 0 0,2 1 1 0,-2-1 3 0,-3-1 4 16,2-2 4-16,1 1 2 0,-2 0 9 0,-2-4 14 16,2 2 8-16,-2-2 10 0,0 0 18 0,0 0 11 15,0 0 14-15,0 0 6 0,0 0 4 0,-8-15 12 16,8 9 4-16,0 0 10 0,0-4 4 0,0 0 4 15,4-1-14-15,0 0 0 0,0 0-19 0,0-1-6 16,2 1-8-16,-1-1 2 0,2 2-30 0,1-2-14 16,-1 5-23-16,1-4-22 0,-1 4-46 0,2 0-48 15,1 2-65-15,0-1-74 0,0 1-67 0,-3 1-187 16,3 2-542-16,-5 0 239 0</inkml:trace>
  <inkml:trace contextRef="#ctx0" brushRef="#br0" timeOffset="151109.05">12665 13989 16 0,'0'0'273'15,"4"-3"-17"-15,-4 3-17 0,0 0-7 0,8-3-12 0,-8 3-14 16,0 0-11-16,3-3-12 0,-3 3-14 0,0 0-14 16,0 0-14-16,0 0-11 0,0 0-11 15,0 0-16-15,0 0-8 0,0 0-8 0,0 0-11 0,0 0-1 16,0 0-10-16,0 0-8 0,-18-3-2 0,10 3-1 16,-3 0-2-16,-2 1-3 0,-1-1 8 0,-6 2-10 15,-2-2-2-15,1 1-4 0,0 1 3 0,-2 1-6 16,6 0-3-16,-5-2 1 0,8-1-7 0,0 0-2 15,4 3-6-15,-2-2 3 0,5 1-6 0,2 0-5 16,-2-2 5-16,7 0-1 0,-9 1 0 0,9-1 4 16,0 0 2-16,0 0-2 0,15 7-4 0,-2-2-4 15,8 0 1-15,3 0-2 0,4 3-3 0,1-2 2 16,2 4 0-16,1-5-3 0,-2 3-4 0,-1 1 3 16,1-3 9-16,-3 4-12 0,-6-2-6 0,2 0 1 15,-1-2 0-15,-4 2 0 0,1-2-5 0,-7-1 3 16,3-2 1-16,-3 0 3 0,-6-1 5 0,4 0-5 0,-4 0 2 15,-1-1-2-15,-5-1 14 0,11-2-12 0,-5 1 1 16,-1-2 0-16,-4-1 0 0,2 0 1 16,-3 4 1-16,0-9 4 0,0 3 2 0,-3-1 2 0,2 1 0 15,-6-1 1-15,3-3-6 0,0 3 0 0,-3 0 2 16,0-3-4-16,-2 4 1 0,0-3-1 0,-1 2-8 16,-1 2-4-16,2-1-11 0,-2 2-5 0,0 0-15 15,0 2-15-15,4-3-20 0,-1 4-26 0,-1 0-26 16,-1 0-25-16,0 2-23 0,0-1-38 0,1 0-42 15,4 1-245-15,-3-1-537 0,1 1 238 0</inkml:trace>
  <inkml:trace contextRef="#ctx0" brushRef="#br0" timeOffset="151454.29">12665 13887 27 0,'0'0'372'0,"-3"-5"-14"16,3 5-6-16,0 0-22 0,0 0-27 0,0 0-30 16,0-6-23-16,0 6-27 0,0 0-18 0,0 0-26 15,0 0-24-15,0 0-18 0,0 0-15 0,0 0-16 16,0 0 5-16,0 0-25 0,0 0-12 0,0 0-13 15,-7 16-4-15,9-9 2 0,-2 2-10 0,0 3-4 16,1 1-7-16,-1 3-3 0,3 0 5 0,1 2-7 0,0 3-5 16,1-1-9-16,2 6 6 0,0 2-10 15,1-3 1-15,-1-4-11 0,1 5-7 0,3-2-17 16,-4-4-10-16,1-1-20 0,0-1-20 0,-1 2-21 0,0 0-28 16,1-4-27-16,-3-1-54 0,2-4-48 0,-1-1-54 15,-5 0-186-15,5-4-527 0,0 1 232 0</inkml:trace>
  <inkml:trace contextRef="#ctx0" brushRef="#br0" timeOffset="151922.99">13240 13832 101 0,'0'0'284'15,"-4"-5"-22"-15,4 5-20 0,-7 0-28 0,7 0-19 16,0 0-23-16,-16 5-15 0,12-4-13 0,-2 1-6 16,1 3-11-16,-3 1-13 0,4 0-3 0,-3 3-6 15,0 0-8-15,-1 1 0 0,1 0-10 0,2 2-5 16,-2 3-5-16,3-2-9 0,1 0-6 0,-2 5-5 15,4-4-5-15,-2-1-4 0,3 3-4 0,1-2 0 16,2 2-8-16,2 0-1 0,-1-2-2 0,2-1-8 16,2-1-23-16,0-3-26 0,0 1-28 0,5-1-45 0,-4-2-42 15,2-1-38-15,-1-2-45 0,-1-1-212 16,5 0-470-16,-1-3 208 0</inkml:trace>
  <inkml:trace contextRef="#ctx0" brushRef="#br0" timeOffset="152157.33">13508 13866 196 0,'3'-5'284'0,"-2"0"-13"15,-1 5-18-15,-1-4-32 0,1 4-22 0,0 0-22 16,-3-4-24-16,3 4-13 0,0 0-15 0,0 0-13 16,-11 6-12-16,6-2-6 0,2 4-14 0,-4-2-8 15,2 4-4-15,-3 0-9 0,-2 2-4 0,3 0-3 16,-6 2-8-16,5 1-1 0,-2-4-5 0,-2 3-5 15,4-1 0-15,-2 2-5 0,2-2-9 0,0-6-19 16,1 4-25-16,0-5-22 0,3 1-32 0,0-1-36 16,0-2-34-16,0-1-20 0,3 1-35 0,1-4-157 0,-4 3-389 15,4-3 172-15</inkml:trace>
  <inkml:trace contextRef="#ctx0" brushRef="#br0" timeOffset="152329.2">13359 13917 177 0,'0'-6'236'15,"-2"3"1"-15,2-2-8 0,0 5-12 16,0-5-15-16,0 5-21 0,-3-5-20 0,3 5-19 0,0 0-13 16,0 0-12-16,0 0-14 0,0 0-8 0,13 10-12 15,-9-5-7-15,-3 2-6 0,6 0-11 0,1 4-19 16,-1-3-18-16,1 4-19 0,3 0-32 0,1 1-27 16,1 1-45-16,0-3-34 0,-2-2-45 0,5 1-167 15,-3-1-375-15,-2-3 166 0</inkml:trace>
  <inkml:trace contextRef="#ctx0" brushRef="#br0" timeOffset="152594.8">13599 13801 187 0,'-1'-4'299'0,"1"4"-27"0,0-5-34 0,0 5-25 16,0 0-20-16,0 0-21 0,0 0-15 0,0 0-12 15,8 9 1-15,-2-2-9 0,-1 2-7 16,3 0-3-16,3 1-4 0,0 5-2 0,2-2-12 0,1 2-6 16,-3-1-9-16,3 1-11 0,-6 0-10 0,0 0-6 15,1 0-9-15,-2-4-8 0,-1 2-2 0,-2 3-2 16,0-4-5-16,-3 0-4 0,1-2-21 0,-4 0-27 16,0 3-28-16,-4-3-36 0,2 0-42 0,-6-2-56 15,4 0-65-15,-4 0-234 0,2-3-512 0,1-3 227 16</inkml:trace>
  <inkml:trace contextRef="#ctx0" brushRef="#br0" timeOffset="153047.88">14173 13758 143 0,'-2'-5'307'0,"-4"-3"-23"16,2 3-18-16,-1 0-25 0,-5 0-21 0,6 1-14 15,-5 0-15-15,0 2-18 0,0-1-17 0,-2 3-16 16,0 2-7-16,2 0-9 0,-1 3-5 0,-1-1-4 16,-4 8-9-16,3-1-4 0,-3 1-3 0,4 1-15 15,1-2-6-15,1 4-4 0,1 1-8 0,1 0-6 16,0 0-3-16,3 3-6 0,4-1-4 0,-1-2 2 15,2-1-6-15,3-2-1 0,3 2-6 0,1 1-2 16,3 0-8-16,3-3-17 0,-2-2-18 0,4-2-36 16,5 0-43-16,-1 0-45 0,-1-3-58 0,-1-2-62 15,4-1-56-15,-9-2-167 0,2-1-515 0,0-3 228 16</inkml:trace>
  <inkml:trace contextRef="#ctx0" brushRef="#br0" timeOffset="153219.73">14060 13916 109 0,'-6'-3'268'0,"0"2"-14"16,6 1-13-16,-11-1-15 0,7 0-12 0,4 1-10 15,0 0-14-15,-8-2-12 0,8 2-10 0,0 0-13 16,0 0-15-16,0 0-14 0,0 0-11 0,0 0-31 16,30 4-41-16,-16-3-44 0,5-1-50 0,4 0-59 15,-1-1-66-15,2 0-221 0,-5 0-428 0,4-1 189 16</inkml:trace>
  <inkml:trace contextRef="#ctx0" brushRef="#br0" timeOffset="153797.8">14594 13721 144 0,'4'-6'352'0,"-4"-1"-6"0,0 2-17 0,2-1-9 16,-2 2-20-16,0 4-21 0,2-7-42 0,-2 7-20 0,-2-5-29 16,2 5-23-16,0 0-15 0,0 0-15 0,3 13-19 15,-3-5-10-15,3 2-10 0,-3 3-7 0,0 1-14 16,1-1-3-16,2 8-13 0,-3-3 1 0,1-1-8 15,2 2-1-15,-3 0-2 0,1 1-7 0,1 0-11 16,-1-2 5-16,2 0-2 0,-2 0-29 0,3-5-27 16,0-1-26-16,-1 1-28 0,0 1-36 0,1-3-43 15,-3-2-54-15,6-3-50 0,-2 2-60 0,-2-4-171 16,1-2-529-16,2 1 234 0</inkml:trace>
  <inkml:trace contextRef="#ctx0" brushRef="#br0" timeOffset="154047.78">14788 13647 79 0,'0'-10'340'0,"0"2"-14"16,-3 2-8-16,3 1-22 0,0 1-30 0,0 4-27 0,0-8-30 16,0 8-30-16,0 0-12 0,0 0-16 0,0 0-16 15,10 18-13-15,-5-5-13 0,2 2-12 0,0 5-5 16,-1-1-9-16,4 1-14 0,-3 7-3 0,0 0-5 15,4-1-13-15,-5 1-3 0,0-6-4 0,2 6-3 16,-5-6 0-16,0 0-5 0,2 6 0 0,2-10-19 16,-5 1-15-16,0-6-27 0,-2 1-25 0,0 1-30 15,0-4-35-15,-2 0-41 0,1-5-31 0,0 2-51 16,-3-4-230-16,1 0-509 0,-1-2 226 0</inkml:trace>
  <inkml:trace contextRef="#ctx0" brushRef="#br0" timeOffset="154453.98">14594 13534 15 0,'-5'-9'255'15,"4"0"-9"-15,1 4-25 0,0-4-25 0,4 4-20 16,2 2-16-16,3-1-16 0,6 2-17 0,3 1-12 15,4 2-13-15,1 3-10 0,5 3-11 0,2 1-10 16,-1 1-7-16,-1 5-6 0,2 0-8 0,-2-2-3 16,-3 3-5-16,1-1-4 0,-8-1-5 0,4 5-7 15,-5-4-1-15,4 5-4 0,-8-5 1 0,2 1-4 16,-4 0-4-16,-3 0-2 0,-1-2-3 0,1-1-1 16,-4-1-3-16,3 2 2 0,-4 0-5 0,-2-2 2 15,-2 1-1-15,-2 0-5 0,3 0 1 0,-1 0 3 16,-1 0 3-16,-2 0-4 0,0 1 0 0,0-3 1 15,2 4 1-15,-2-1 3 0,1-1-1 0,3-1 2 16,-2 2 0-16,4 0 3 0,2 0 8 0,-3 2 6 16,3-2 2-16,0-2 0 0,6 3-1 0,-2 2-1 15,4 0-1-15,2-3-2 0,3 0-1 0,0-3 2 16,3 2-5-16,-1-5-4 0,3 0-23 0,-3-2-27 0,0-1-34 16,2-2-44-16,-3-3-56 0,2 0-231 0,-7 1-435 15,2-3 192-15</inkml:trace>
  <inkml:trace contextRef="#ctx0" brushRef="#br0" timeOffset="155078.92">15338 13336 137 0,'-2'-6'209'16,"-2"0"-20"-16,0 0-9 0,0-1-12 0,-7 1-6 16,6 1-5-16,-5 0-9 0,-2 1-12 0,1 1-4 15,-3 1-8-15,-2 2-1 0,2 0-11 0,0 1-10 16,1 2-8-16,-3-1-11 0,-2 5 1 0,3-3-12 16,0 2-6-16,2 1-6 0,3 0-2 0,3 2-9 15,-2-1-5-15,4 2-2 0,-1-2-4 0,6 4-2 16,-1-1-1-16,1 1-3 0,2 1 0 0,5-1-2 15,0-1-2-15,5-2-3 0,2 4 0 0,1-3-1 16,0 0-6-16,2-2 0 0,-6-3-4 0,4-2 2 16,-2 0 1-16,1-3-1 0,0 0-3 0,0-2-2 15,-1-2-3-15,-2-1-5 0,1-3-1 0,1 0 2 16,-1-7-2-16,-1 0-3 0,-2-3 2 0,-2-1-3 16,0 0 2-16,-2-5 0 0,-2 4 0 0,0-1 2 0,-3 0 7 15,-3 2 16-15,3-2 15 0,-3 2 2 0,-1 3 6 16,0 3-8-16,0 0 4 0,2 2-4 15,0 2-9-15,-1 2 0 0,1 1-6 0,-1 1-10 0,0 1-5 16,2 1-19-16,1 3 1 0,0 0 0 0,0 0 2 16,-8 10 2-16,8-1 15 0,-3 4-15 0,3 3 0 15,-1 7 0-15,5 3 3 0,-4 1 5 0,4 2-5 16,0 3 1-16,0 1-3 0,1-1-4 0,1-2-19 16,2 3-28-16,-3-3-39 0,4 0-45 0,-5 0-58 15,4-4-51-15,-2 0-217 0,0-10-501 0,2 0 221 16</inkml:trace>
  <inkml:trace contextRef="#ctx0" brushRef="#br0" timeOffset="169429.88">5002 15231 67 0,'2'-5'295'0,"1"-3"-17"16,-3 4-16-16,2 1-21 0,-1 1-24 0,-1 2-23 15,0-6-28-15,0 6-21 0,0 0-20 0,0 0-9 16,0 0-13-16,0 0-12 0,1 13-11 0,-1-5-5 15,3 1-12-15,-3 5-4 0,3-1-1 0,-2 0-7 0,2 5-5 16,-3 0 2-16,3 1 0 0,0 1-9 16,-3 2 1-16,-2-3-5 0,2 1-3 0,2-1-3 15,-4-1-2-15,-1 0-3 0,2-2-1 0,1-3-21 0,-4-1-28 16,1-1-32-16,-4-1-44 0,-1 1-46 16,7-4-50-16,-3 0-48 0,0-1-138 0,0-2-415 15,2-1 183-15</inkml:trace>
  <inkml:trace contextRef="#ctx0" brushRef="#br0" timeOffset="169711.11">4844 15226 84 0,'-1'-8'357'0,"-2"3"-21"15,3 1-12-15,-1-4-29 0,2 3-26 0,-1 0-34 16,3 0-24-16,3 0-20 0,0 0-18 0,2 1-22 16,2-1-14-16,6 2-11 0,-4-1-12 0,10 1-20 15,-4 0-1-15,5 1-17 0,-3 2-9 0,3 2-10 16,-3 0-7-16,4 1-33 0,-4 1-28 0,1 1-26 16,1 0-27-16,-4 2-32 0,0 0-29 0,-1 1-36 15,-4-3-40-15,-2 3-27 0,3-3-25 0,-6 3-128 16,0 2-411-16,0-4 182 0</inkml:trace>
  <inkml:trace contextRef="#ctx0" brushRef="#br0" timeOffset="170393.38">5353 15411 106 0,'4'-4'181'16,"-1"-1"-4"-16,0-1-2 0,-2 1 0 0,-1 1-4 16,3-4-2-16,-3 2-9 0,-3 2-8 0,2-2-16 15,-2 1-14-15,-4 1-12 0,0 1-13 0,-4-1-9 0,4 3-10 16,-5 1-9-16,-3 0-4 0,4 1-7 0,-3 3-8 16,0 1-5-16,-5 2-6 0,5 1-2 15,-1-1-2-15,4 3-8 0,-2-1-1 0,-1 5-7 0,6-5 3 16,1 1-3-16,1 2-3 0,3 0 3 0,0-2-7 15,3 0 4-15,3 0-4 0,0-1-2 0,3-1 1 16,0-2 0-16,3 0 3 0,1-3-6 0,2 1-4 16,2-3 3-16,0 1 1 0,0-5-4 0,1 1 1 15,-1-2-3-15,5-2 1 0,-3-2 3 0,-4 1 3 16,0 1-4-16,2-6-4 0,-3 4 6 0,-4 1-4 16,0-2-2-16,-2 1 7 0,2-3 4 0,-5 6 8 15,1-3-3-15,-1 2-6 0,-1 2 1 0,-1-3-3 16,0 2-4-16,0 5-5 0,0 0 1 0,-3-5-3 15,3 5 1-15,0 0 1 0,0 0 5 0,0 0-7 16,-12 12-1-16,8-7 1 0,3-1-1 0,-2 5 0 16,3-3 0-16,0 2 0 0,0-1 0 0,0-1 6 15,3 1-5-15,-2-1 1 0,2 1-2 0,1-2 1 16,-2 0 3-16,2-1 5 0,1 0-4 0,0-4 1 16,2 1-2-16,1-1 0 0,-8 0 0 0,19-4 3 15,-9 0 0-15,2 1-2 0,-3-4 0 0,3 1 6 16,2 0-4-16,-3-1 3 0,0 0 0 0,1 1 3 0,-1-2 3 0,4 3 1 0,-7-1 2 15,3-2-3-15,0 4-3 0,-7-1 1 0,4 2-8 16,0 0 3-16,-2 2-3 0,-1 0-3 0,-5 1-2 16,11 1 0-16,-4 0-2 0,-2 5 1 0,-2-3 0 15,5 2-2-15,-5-1 1 0,1 4 1 0,-1-1 2 0,2 0-2 16,-1 3 1-16,-4-2-1 0,3-1 1 16,-2-1 0-16,-1 4 3 0,0-4-2 0,0 1 1 15,0 1 1-15,-2-1 5 0,0-1-10 0,-4-1-6 16,2-1-7-16,-3 0-16 0,0-2-16 0,0 1-26 0,-1 0-18 15,0-3-31-15,-2-3-34 0,-1 2-33 0,2-2-29 16,-1-1-117-16,2-1-364 0,-1 2 162 16</inkml:trace>
  <inkml:trace contextRef="#ctx0" brushRef="#br0" timeOffset="170643.36">5726 15138 6 0,'0'0'188'0,"0"0"-15"0,0 0-18 0,0 0-11 15,-2 18 8-15,4-10-8 0,-1 5-5 0,0 1-8 16,2 3-10-16,0 1-12 0,1 0-7 0,0 2-11 16,5 4-7-16,-6 4-6 0,0-11-10 0,1 4-7 15,0-1-6-15,-1 8-1 0,1-10-8 0,1 2-4 16,-3-1-5-16,2-3-4 0,-2-2-2 0,1-2-19 15,-1 0-33-15,-1-2-18 0,-1-1-46 0,1-4-50 16,2 0-32-16,-2-1-135 0,5 1-327 0,-5-5 145 16</inkml:trace>
  <inkml:trace contextRef="#ctx0" brushRef="#br0" timeOffset="170893.33">5958 15292 120 0,'-8'0'181'16,"8"0"3"-16,-15 6-13 0,6-3-11 0,-1 1 2 0,0 2-9 15,0 1-15-15,0 0-13 0,2 0-7 0,1-1-11 16,-1 2-9-16,1-3-6 0,2 3-7 16,-1 2-6-16,1-2-8 0,2-2-4 0,1 2-1 15,-1 1-5-15,4 0-4 0,3 0-4 0,0 0-2 0,3 0-6 16,1-2-4-16,2 3-3 0,6-3-2 0,-5 0-4 15,8 0-2-15,-7-2-27 0,7 3-41 0,-6-3-51 16,1 0-66-16,0-2-52 0,1 2-150 0,1-3-385 16,-4 2 172-16</inkml:trace>
  <inkml:trace contextRef="#ctx0" brushRef="#br0" timeOffset="171299.54">6370 15529 138 0,'-8'-3'244'0,"2"1"-9"0,-3 1-16 0,5-1-28 16,-3 1-14-16,7 1-23 0,0 0-20 0,-12 0-13 15,12 0-11-15,-7 3-11 0,7-3-9 0,-4 3-7 16,4-3-7-16,-1 7-5 0,1-2-5 0,3-1-4 16,-1 0-6-16,1 1 1 0,0-1-8 0,1 1-1 0,2 0-5 15,0-3-4-15,2 1-3 0,-4-1 2 16,3-1-4-16,-7-1 2 0,11 1 5 0,-7-1 5 15,-4 0 3-15,0 0-7 0,11-2-6 0,-8 0-5 16,1-2-3-16,-4 4-14 0,1-9-17 0,-1 9-22 0,-7-8-24 16,5 1-24-16,-1-1-37 0,-4 3-42 0,4-1-46 15,-1-1-200-15,-4-1-430 0,3 3 191 0</inkml:trace>
  <inkml:trace contextRef="#ctx0" brushRef="#br0" timeOffset="171596.39">6263 15304 119 0,'0'0'211'0,"-3"-3"-16"0,3 3-20 0,0 0-20 15,0 0-10-15,0 0 0 0,0 0-2 0,0 0-10 16,0 0-9-16,11 15-9 0,-4-13-13 0,0 2-9 15,-2-1-6-15,9 1-9 0,-5 0-6 0,2-1-8 16,0 1-9-16,-3-3 0 0,0 1-6 0,-1 1 19 16,-2-3 12-16,0 2 16 0,-5-2 11 0,0 0-6 15,0 0-10-15,0 0-11 0,4-6-11 0,-4 6-7 16,-10-6-8-16,4 2-5 0,-3-3-2 0,0 4-6 16,-1-1-16-16,1 0-22 0,-1 0-28 0,0 0-37 15,1 2-47-15,1-1-53 0,4 2-77 0,4 1-210 16,-12 0-486-16,12 0 215 0</inkml:trace>
  <inkml:trace contextRef="#ctx0" brushRef="#br0" timeOffset="172143.2">6905 15125 351 0,'0'-4'350'0,"0"0"-15"0,0 4-13 16,0-6-13-16,0 6-28 0,0 0-39 0,0-4-25 15,0 4-28-15,0 0-26 0,0 0-11 0,0 0-18 16,0 0-5-16,0 15-17 0,4-4-6 0,-4 0-19 16,0 3-9-16,0 3-6 0,4-1-5 0,-7 3-7 15,3-1-10-15,6 1-3 0,-5-1-9 0,3 0-16 16,0-1-24-16,-4 0-15 0,2-5-17 0,0 1-19 15,2-1-24-15,1-1-26 0,-4 0-27 0,3-1-31 16,-4-4-32-16,5-1-32 0,-2 2-33 0,0-2-186 16,-2-3-480-16,2 0 213 0</inkml:trace>
  <inkml:trace contextRef="#ctx0" brushRef="#br0" timeOffset="172675.96">6920 15089 192 0,'-7'-9'248'16,"3"0"1"-16,0 2 1 0,1 0 2 0,-1 1-8 0,3 0-14 15,-1 0-8-15,1-1-17 0,1 5-22 16,1-6-23-16,1 3-13 0,3 2-15 0,2-1-16 16,4 1-18-16,-2 0-9 0,5 2-12 0,-2 0-7 0,2 1-7 15,1 1-8-15,-3 1-9 0,4 1-4 0,-5-1-5 16,5 2-4-16,-3 3-7 0,-1 2-9 0,0-3-6 15,-4 4-5-15,2-1-2 0,-2 3-3 0,-4 0 3 16,0-2-5-16,-4 0 1 0,0 1 0 0,2 2 4 16,-5-1-4-16,-1-2 1 0,-3 2-4 0,0-2 4 15,-1 0-1-15,-2 0 5 0,-2-2-6 0,3-2 2 16,-4 3 1-16,0-3 0 0,3 1-1 0,1-3-1 16,-2-2 4-16,7 0-1 0,-3 2-2 0,3-3 5 15,4-1 1-15,-8 4 1 0,4-2 3 0,4-2-5 16,0 0-1-16,0 0-4 0,16 4 1 0,-5-1 4 0,1-1 0 15,0-1 9-15,7 5-4 0,-5-4-1 0,4 2-1 16,-2 2 0-16,-1 0-1 0,4 0-3 16,-4-2-1-16,-1 1-3 0,-5 0 1 0,3 1-4 0,1 1 6 15,-4 0-7-15,-2-1 4 0,0-1-5 0,-3 0 1 16,-1 0-2-16,-1 1 0 0,1-1 4 0,-1 1 0 16,-2-1 5-16,-2 0 19 0,-2 1 7 0,-3-3 8 15,2 2 9-15,-2-2 1 0,-4-1-4 0,0 2-1 16,2-3-6-16,-5 0 8 0,0-1-9 0,0 2-4 15,0-4-5-15,2 2-5 0,-5 0-4 0,4-1-1 16,2 0-1-16,0 0 7 0,2 1-30 0,-1 0-13 16,4-3-27-16,1 2-23 0,5 1-25 0,-8-1-21 15,8 1-28-15,-8 0-28 0,8 0-24 0,0 0-41 16,0 0-45-16,0 0-186 0,0 0-507 0,20 5 224 0</inkml:trace>
  <inkml:trace contextRef="#ctx0" brushRef="#br0" timeOffset="172925.9">7382 15286 39 0,'0'0'322'0,"3"-4"-23"15,-3 4-35-15,3-4-26 0,-3 4-31 0,0 0-22 16,0 0-23-16,0 0-16 0,0 0-14 0,0 0-12 15,11 9-13-15,-10-5-10 0,0 3-10 0,4-3-9 16,0 3-5-16,-3 0-6 0,1 0-7 0,0 2 2 16,1 1-13-16,3-1-7 0,-3 0-23 0,1 1-43 15,-1-1-46-15,-1-1-45 0,1-3-45 0,-1 0-51 16,-2 3-169-16,2-4-411 0,0-2 183 0</inkml:trace>
  <inkml:trace contextRef="#ctx0" brushRef="#br0" timeOffset="173347.73">7511 15160 112 0,'0'0'164'0,"0"0"-21"0,0 0-15 15,0 0-12-15,3 16-14 0,-3-11-5 0,2 2-13 16,-1 4-8-16,0 1-5 0,2 1-3 0,1-1-11 15,-2 2-5-15,3-1-2 0,-1 1-8 0,0-2-3 16,0 1-4-16,-3-1 0 0,2-2-5 0,1 2-4 16,-1-5-1-16,1 0-3 0,0-2-3 0,-4 0 1 0,1 0 4 15,2 0 24-15,-1-4 24 0,-2-1-8 0,0 0-2 16,0 0 0-16,0 0-2 0,9-6 8 16,-5 2 2-16,-1-1 4 0,1-1-1 0,0-1-3 15,1-1 11-15,4-3 4 0,-4 4-1 0,-2-3-5 0,6 1 5 16,-6-1 5-16,2 3-3 0,0-1 4 0,3 2-9 15,-4-1-5-15,2 1-5 0,-1 3-9 0,-4 1-6 16,3-1-11-16,0-1-5 0,2 3-7 0,-6 1 2 16,0 0-8-16,13 4-3 0,-9 0-4 0,2-2-5 15,2 6-1-15,-1 0-11 0,2 1-11 0,-3-2-9 16,1 4-10-16,2-1-17 0,0 0-16 0,4 3-21 16,2 0-25-16,-3-2-22 0,6 1-20 0,-5-2-20 15,6-1-13-15,-2 0-16 0,0-4 1 0,-3-1-5 16,4 2 2-16,-5-2-115 0,1-3-339 0,-3-1 151 15</inkml:trace>
  <inkml:trace contextRef="#ctx0" brushRef="#br0" timeOffset="173707.07">7988 15406 850 0,'5'-4'-71'0,"-1"-3"25"0,0 3 19 0,0-5 27 16,-4 0 18-16,3 0 18 0,-2-1 26 0,-2-1 17 15,0 0 20-15,-1-1 8 0,-2 3 5 0,0-1-6 16,1 1-12-16,-1 1-5 0,-1 1-9 0,-1 0-7 0,0 1-10 16,-1 1-9-16,-1 0-3 0,2 2-5 15,-3 2-4-15,0 1-8 0,-1-1-2 0,0 2-5 16,0 0 1-16,1 5-7 0,1 0 0 0,1 0-4 0,0 0-2 15,-1 3 4-15,3 1-5 0,1 0 2 0,-1 2-5 16,0-3 1-16,5 3-3 0,-3-3 4 0,3 1-6 16,0 3 4-16,3-6-2 0,-2-1-1 0,3 3 2 15,-1-5-1-15,0 0 0 0,3 2-1 0,-4-5 1 16,6 0 2-16,-8-1 3 0,11-2-3 0,-4-1 11 16,-3 0 14-16,3-4 14 0,0 1 11 0,-2-3 12 15,1 2 15-15,-1-3 13 0,-1 1 10 0,1-1 6 16,-2-1 3-16,1 5 3 0,-2-1 6 0,-1-1-5 15,3 1-14-15,-4 1-15 0,0 1 0 0,4 1-17 16,-4-1-11-16,0 1-14 0,0 4-13 0,0 0-15 16,0 0 0-16,0 0-5 0,0 0-17 0,0 0-11 15,11 9-15-15,-10-4-14 0,2 1-13 0,0 1-10 16,1-1-13-16,1 3-19 0,-2-1-24 0,1-1-31 16,3 0-33-16,-3-1-22 0,0 0-30 0,3-1-32 15,-3 0-170-15,3 0-471 0,-4-3 209 0</inkml:trace>
  <inkml:trace contextRef="#ctx0" brushRef="#br0" timeOffset="174441.37">8092 15237 148 0,'0'0'221'0,"2"-6"-4"0,-2 6-8 16,0-4-16-16,0 4-21 0,1-3-21 0,-1 3-14 15,0 0-14-15,0 0-15 0,0 0-12 0,0 0-5 16,15 7-12-16,-11-3-6 0,3 2-8 15,-3-1-5-15,0 0-7 0,1 4-8 0,0-2-1 0,-1 1-4 16,2 0-6-16,-3 0-3 0,0 0-6 0,-2-1 3 16,2 0-5-16,-2-1-2 0,-1 2-1 0,3-2-3 15,-3-1 1-15,-3 0-3 0,3 0-3 0,-1-2 1 16,-2 1 0-16,3-4-1 0,-5 5 1 0,5-5 2 16,-8 1-2-16,8-1-2 0,-6 0-1 0,6 0 2 15,0 0-3-15,-4-7-5 0,3 1-8 0,1 6-11 16,2-10-9-16,3 4-5 0,0-2 0 0,6 1-6 15,-3 0-10-15,3-2-4 0,2 2 7 0,3-3 6 16,1 3 5-16,-6 0-1 0,2 0 9 0,-2 2 1 16,1-2 5-16,0 5 6 0,-6 0 5 0,1-1 1 15,-1 1-2-15,-1 0-1 0,-1-1 2 0,-4 3-5 16,7-1 3-16,-7 1-1 0,0 0 4 0,5 5 1 16,-5-5 0-16,3 6 0 0,-6-2 0 0,3 2 2 0,0 0 0 15,0 0 0-15,0 1 6 0,3-1-4 16,-3 0-2-16,0 1 4 0,2-1 1 0,2 2-3 15,-2-3 0-15,2 0 2 0,0 0-9 0,-1-1-10 16,4 0-8-16,-3-1-8 0,3-2-8 0,1 1 6 0,0-2-1 16,2 0 3-16,-1 0 5 0,-2-2 3 0,0 1 2 15,0-2 1-15,2-4 5 0,-2 2 8 0,-3 2 18 16,0-4 11-16,2 1 5 0,-2-2 13 0,0 1 17 16,1 1 16-16,-4-1 2 0,3 1 12 0,-1 0 10 15,0 1 1-15,0-3 2 0,1 4 3 0,-3 1 1 16,2-1-5-16,-3 0-10 0,0 4-16 0,3-4-8 15,-3 4-10-15,0 0 2 0,0 0-11 0,0 0-8 16,13 10-3-16,-9-3-2 0,2 2-5 0,-1 3 0 16,3 5-5-16,-1 1-2 0,0 1-4 0,9 8 2 15,-4 0-6-15,-2 2 2 0,6 0-5 0,-2 0 1 16,1-1 0-16,0 3 0 0,1-1-2 0,-1 0-1 16,-1 1 0-16,-3 1-1 0,0 0 0 0,2 0-3 15,-7-5 2-15,-1 1-1 0,-1-9 1 0,-1 0 2 0,-4-1 0 16,1-4 26-16,-2-2 32 0,-2-4 24 15,1-2 31-15,-2-1 1 0,-2-2-2 0,-5-1-10 16,-2-3-9-16,-3-3-15 0,-4-2-3 0,-2-1-6 16,-8-3-12-16,2-5-13 0,-2 1-24 0,-2-3-17 0,3 1-37 15,0-2-40-15,2 4-42 0,-1-3-42 0,-2 0-44 16,1 0-54-16,3 2-64 0,1-2-272 16,0 1-634-16,2-1 280 0</inkml:trace>
  <inkml:trace contextRef="#ctx0" brushRef="#br0" timeOffset="175050.69">7396 14955 89 0,'0'0'282'15,"0"0"-27"-15,0 0-13 0,0 0-18 0,0 0-3 16,-1-4-20-16,1 4-16 0,0 0-11 0,0 0-13 16,0 0-19-16,0 0-13 0,0 0-11 0,0 0-15 15,0 0-11-15,0 0-9 0,0 0-7 0,0 0-10 16,0 0-4-16,0 0-5 0,0 0-5 0,0 0-7 16,0 0-2-16,0 0-3 0,0 0-4 0,1-4-4 15,-1 4 0-15,0 0-2 0,0 0-5 0,0 0-2 16,0 0-1-16,0 0-3 0,0 0 1 0,0 0 4 15,0 0 6-15,0 0 0 0,0 0-7 0,0-5-1 16,0 5-4-16,-3-7-4 0,0 4-1 0,3 3-7 16,0 0-14-16,-4-3-10 0,4 3-14 0,-1-4-19 15,1 4-31-15,-3-3-41 0,3 3-56 0,0 0-69 16,0 0-222-16,0 0-510 0,0 0 226 0</inkml:trace>
  <inkml:trace contextRef="#ctx0" brushRef="#br0" timeOffset="177078.08">9270 15017 156 0,'-4'-12'193'16,"1"2"-8"-16,-1 1-8 0,-1-1-18 0,-1 2-13 16,2 2-13-16,0 1-17 0,-1 1-10 0,-2 0-13 15,-1 3-11-15,0-2-7 0,-2 3-10 0,-2 3-3 16,-2 0-10-16,3 3-3 0,-5 4-6 0,1 1-4 16,-1 0 0-16,2 2-3 0,-3-3 2 0,1 5-1 15,2 1 7-15,0 0-7 0,-1 4 5 0,5-2-9 16,1-1 2-16,-2 2-3 0,4 7-5 0,2-7 0 15,1 2 1-15,4 6-1 0,4-7-3 0,0 2 6 16,0-3-1-16,7 0-4 0,5 4 2 0,6-2-5 0,-3-1-5 16,7-3 4-16,1-2-3 0,-3-3-4 15,5-1-2-15,-10-1 1 0,11-3-4 0,-7-2-8 16,7-3-7-16,-7 0-11 0,7-2-8 0,-12-3-12 16,4-2-7-16,-1-1-4 0,-3-2 0 0,0-2-1 0,-2-2 5 15,-1-3 3-15,-4 0 5 0,-2-4 8 0,1-2 0 16,-5 2 0-16,4-10 8 0,-5 3 0 15,1-2 7-15,-4 2 3 0,-1-1 12 0,-1 1 8 0,-3 6 12 16,0 0 0-16,3 2-2 0,-3 0 1 0,-2 0-3 16,3 6-5-16,1 1 1 0,-1 3-1 0,-1 0 0 15,2 0-1-15,-2 3-6 0,3 2-5 0,0-1-2 16,-2 1 1-16,3 3-2 0,0 0 5 0,0 0-3 16,0 0-1-16,-7 10-3 0,7-3 2 0,0 1 3 15,0 3-1-15,0 1-2 0,1-1 4 0,1 2 0 16,-2 1-2-16,0 2 4 0,3 2-4 0,-3 0-1 15,1 0 2-15,-2-1-1 0,2 2 0 0,-1 0-3 16,0 1 2-16,4-2 2 0,-4-2-1 0,5 3 1 16,-3-2-1-16,3 0 4 0,-1 0-11 0,0-1-8 15,3-3-8-15,0-1 1 0,5 1-3 0,3-2-17 16,-4-1-10-16,0-2-15 0,1-1-7 0,3-2-5 16,0 1 11-16,-1-1 4 0,-1-3 5 0,4 1 4 15,0-1 9-15,-2-3-1 0,-1 0 11 0,2-2 1 0,-2 1 4 16,-5-3 3-16,2-2 8 0,2 0 14 15,-6-1 18-15,3 0 16 0,-3-3 6 0,-3 2 8 16,0-4 3-16,0 0 17 0,-4 0-5 0,0 1 0 0,0-5-5 16,-1 3-2-16,-3-3-6 0,1 5 1 0,-1 1 2 15,-2-2-3-15,2 3-1 0,-4 0-1 0,3 0-4 16,-1 2-8-16,1 4 1 0,-5-2-8 0,1 3-4 16,4 1-4-16,-4 2-1 0,9 0-1 0,-12 5-1 15,4 0-1-15,1-2 0 0,2 5-1 0,-4 2-3 16,7 2 2-16,-5-2 1 0,3 3-1 0,1 0-1 15,3-1-2-15,-4 5 0 0,4-4-2 0,-1-2-1 16,2 2 3-16,3-1-2 0,-4-4 3 0,4 0-2 16,-2 0 1-16,6 0 0 0,-3-4 3 0,-1 0 0 15,3-2-3-15,-3 1-1 0,3-3 0 0,-7 0 0 16,16-3 0-16,-6 0 1 0,-1-4-3 0,-2-2 2 16,1 2 1-16,2-4-1 0,-1 1 3 0,-2 0-2 15,-3-2 4-15,4 1-3 0,-2 0 10 0,-2 1 0 16,0 1 2-16,-1-1-2 0,-3 4 4 0,1 2 0 15,0-1-5-15,-1 0-8 0,2 0-4 0,-2 5 1 16,0 0-1-16,0 0-4 0,0 0 3 0,0 0-3 16,0 0 0-16,-6 16 3 0,5-8-2 0,-2-2 1 0,3 4 0 15,-1 0-2-15,1-1 3 0,0 3-2 0,1-2-2 16,-1-2 4-16,0 1 5 0,3 1-8 0,0-1-7 16,-2-4-2-16,2 0 1 0,1 2 1 15,0-2-7-15,0-2-4 0,1-1-5 0,1-1 1 0,1 1-4 16,-7-2 0-16,12-3 0 0,-4 1 7 0,-1-3-7 15,1-1 0-15,0 0 1 0,0-5-5 0,-1 3 5 16,0-3 2-16,-1-1 2 0,-1 0 5 0,4 0 0 16,-5 0 2-16,2 0 2 0,-2 1 4 0,0-1-1 15,3 0 6-15,-3 4 8 0,-1-1 8 0,-2 3 3 16,3 0 4-16,-3 0 1 0,-1 0-2 0,3 4-3 16,-3-4-4-16,0 6-3 0,3-3 0 0,-3 3-2 15,0 0-3-15,0 0 0 0,0 0-1 0,12 10-1 16,-8-6 0-16,-1 3-2 0,1 1 2 0,-1 3 1 15,0-1 2-15,2-1-2 0,1 2 0 0,-3 2-6 16,4-1 6-16,0 4-3 0,-3-4 0 0,2 0 0 16,-1 0 0-16,-2 0 0 0,1-1-3 0,-2-2 3 15,0 0-6-15,-1-2 2 0,1 2-3 0,-2-3 1 16,-3-2 5-16,0 1 1 0,-1-2-4 0,0-1 1 16,-3-1 4-16,-1-1 2 0,8 0-1 0,-14 0 0 15,6-1 2-15,0-1 3 0,3-1 0 0,-1-1 4 16,-2 0 4-16,4 3-5 0,0-4 1 0,1 0-2 0,3-1 0 15,3 1 1-15,0 2-7 0,1-5 1 0,5 1-5 16,-2-1-3-16,4 1-3 0,1 1-5 0,2-2-8 16,-1 2-5-16,4-3-1 0,0 1-4 15,0 0-4-15,0 1 0 0,-3 2 3 0,-1-2 5 0,0 2 4 16,-2-1 2-16,2 1 0 0,-5-2 7 0,2 1 2 16,-3 1 8-16,-3-2 0 0,1 3 3 0,-2-2 11 15,-2 1 3-15,2 0-2 0,-1 2 1 0,-2-1 9 16,-2-2-10-16,2 6 3 0,-4-7-5 0,1 6 0 15,-1-1-4-15,3-2 0 0,1 4-2 0,-4-3 2 16,4 3-6-16,0 0 0 0,0 0 2 0,-14 4 1 16,14-4-5-16,-3 6 3 0,1-3 1 0,0 2 1 15,2 3 2-15,2-2-4 0,-2 3 0 0,2 0 1 16,0 3 0-16,2-2 2 0,0 0-5 0,-3 1 2 16,6 0 3-16,-3 0-1 0,0 0-3 0,-1-1 11 15,1-1-11-15,-2 0-1 0,0-1 2 0,0-1 0 16,-1-1 0-16,-1 0-3 0,0 0-1 0,0-2-2 15,0 0 5-15,-1 0 7 0,-1 1 11 0,2-5 10 0,-8 4 1 16,5-3 1-16,3-1 3 0,-8 1-6 0,8-1-2 16,-11-1-2-16,11 1-1 0,-7-3 1 15,7 3-3-15,-8-2 1 0,8 2-3 0,-1-5-11 16,1 5-19-16,0-5-18 0,0 5-19 0,1-6-17 0,2 3-24 16,2-2-30-16,1 2-19 0,-1 1-16 0,6-3-4 15,-4 4-10-15,4-5-113 0,0 2-305 0,1 2 135 16</inkml:trace>
  <inkml:trace contextRef="#ctx0" brushRef="#br0" timeOffset="177249.99">10292 15341 639 0,'9'-1'-9'0,"-2"-3"32"0,-2 3 45 16,-1-4 24-16,1 3 22 0,-3-2 11 0,-2 4 19 16,6-5 5-16,-5 3 14 0,-1 2 7 0,3-7 3 15,-3 7 2-15,0-4 2 0,0 4-10 0,0 0-12 16,2-4-13-16,-2 4-14 0,0 0-12 0,0 0-12 16,0 0-15-16,3-2-12 0,-3 2-3 0,0 0-7 15,0 0-6-15,7 6-9 0,-3-2-2 0,-3-1-15 16,2 1-15-16,3-1-26 0,0 1-34 0,1 0-47 15,-1 0-53-15,-1 0-67 0,9 0-66 0,-9-1-192 16,6 0-503-16,-3-2 222 0</inkml:trace>
  <inkml:trace contextRef="#ctx0" brushRef="#br0" timeOffset="177859.26">10634 15097 90 0,'14'-16'184'0,"-3"-1"-2"0,-2 1-4 16,2-2-3-16,-7-3 6 0,0 1-4 0,1-7-3 15,-4 8-6-15,-4 1-17 0,-1 0-15 0,1 0-11 0,-4 1-9 16,-1 5 0-16,2 1-17 0,-4 2-11 16,2 0-7-16,-6 3-9 0,3 0-10 0,1 3-2 15,-3 1-11-15,2 4-3 0,-2 3-6 0,3 0-5 0,1 5-2 16,2 2-4-16,-4 3 24 0,7 7 8 0,1 4 0 15,-1 5 8-15,3 0-4 0,2 1-3 0,5 2-6 16,-1 1-3-16,1 0-8 0,7 14-4 0,-3-2-2 16,-1-10-3-16,3 10-3 0,-2-11-1 0,-2 2-3 15,8 10-2-15,-10-12-4 0,-1-1-5 0,-1-2-1 16,7 0-4-16,-8-1-4 0,1-4 7 0,-3-2-2 16,-1-5-1-16,3-3 2 0,-6-2-9 0,2-3-9 15,1 1-23-15,0-3-19 0,-3-5-17 0,3 0-8 16,-1 0-1-16,1-3-27 0,0-3-40 0,0 0-25 15,0 0-41-15,0 0-48 0,0 0-186 0,4-13-473 16,-3 10 211-16</inkml:trace>
  <inkml:trace contextRef="#ctx0" brushRef="#br0" timeOffset="178218.58">10599 15442 92 0,'1'-6'217'0,"1"-1"-12"16,1 2-19-16,3-5-17 0,2 5-19 0,1-4-9 16,0 1-11-16,3 2-20 0,1-3-6 0,4 2-8 15,-2-2-11-15,0 4-7 0,0-4-6 0,0 4 4 16,1-1-4-16,-2 0-3 0,-3 4-5 0,1-2-6 16,-5 2-6-16,1 0-6 0,-4 1-7 0,0 0-3 15,0-1-6-15,-4 2-4 0,8-2-5 0,-8 2-6 16,0 0 1-16,4-3-2 0,-4 3 0 0,0 0-3 15,0 0-3-15,0 0-2 0,0 0 0 0,0 0 0 16,0 0-1-16,0 0 0 0,0 9 4 0,0-9-3 16,0 7 0-16,0-4 0 0,0-3-1 0,2 8 2 15,1-4 1-15,1 2-2 0,-3-1 1 0,3 0 2 16,-1-2-1-16,1 2-2 0,3 0-5 0,-2 0-22 16,-1 0-23-16,3-3-25 0,0 3-32 0,1-2-27 15,-1-3-38-15,0 1-22 0,-2-1-129 0,-5 0-342 16,8-1 152-16</inkml:trace>
  <inkml:trace contextRef="#ctx0" brushRef="#br0" timeOffset="178390.45">10909 15140 135 0,'-3'-5'263'15,"3"5"-28"-15,-1-4-24 0,1 4-24 0,0 0-21 16,0 0-17-16,0 0-18 0,0 0-12 15,0 0-14-15,0 0-27 0,0 0-50 0,0 0-64 0,0 0-77 16,0 0-164-16,0 14-299 0,3-9 133 0</inkml:trace>
  <inkml:trace contextRef="#ctx0" brushRef="#br0" timeOffset="179218.59">11105 15151 56 0,'1'-6'251'0,"-1"2"-23"0,0-1-26 16,-5 1-17-16,2 0-19 0,-1 1-16 0,0 0-17 15,4 3-12-15,-14-1-13 0,5 2-8 0,-1 3-13 0,1 1-6 16,-2 0-7-16,1 1-7 0,2 3-7 0,0-1-7 16,0 1-5-16,3 1-1 0,0 3-5 0,1-3-3 15,4 2-3-15,0 2-5 0,4 1 11 0,6 1-5 16,1-1-6-16,5-1 0 0,7 0-3 0,3-1-3 15,4 0-1-15,-2-2-3 0,2-2-1 0,0-2-3 16,3-2 5-16,0-4-6 0,-2 2-2 0,0-5 1 16,-9 1-7-16,1-4 3 0,-1-2-1 0,0-1-1 15,-5-2-3-15,0-1 1 0,-4-3 2 0,-1 1-6 16,-2-2-3-16,-5 0 0 0,-2-2 2 0,-3 3-2 16,-1 1 6-16,-2 0 8 0,-2 0-4 0,-1 3-3 15,-2 0-3-15,-1 0 2 0,-1 2-2 0,-6-1-2 16,3 4 5-16,0 1-6 0,2 3-2 0,0-2 1 15,-1 3 1-15,0 0-3 0,5 3 1 0,-3 1-1 16,5-1 1-16,-2 2 0 0,2-1 1 0,-1 3 0 16,2-1 5-16,3 2-2 0,1 0-1 0,1-1-1 15,-1-1 11-15,4 2-10 0,0 1 3 0,0-2-2 16,2-1-1-16,-2-1 3 0,1-1 1 0,6 0-2 0,-5 0 0 16,3-3 3-16,-5 0-1 0,7-2 0 0,-4-3-3 15,1 3 3-15,-1-3 0 0,4 0 1 16,-3-1 8-16,-3 0 20 0,1 0 12 0,-1 0 5 15,3 0-2-15,-4 1 14 0,-1-2 7 0,1 1-1 0,-1 2 2 16,1 0-7-16,-2-1-6 0,3 2-10 0,-5 2-11 16,4-3-9-16,-4 3-4 0,0 0-3 0,0 0 1 15,0 0 0-15,12 7-8 0,-9-4 4 0,1 5-2 16,0-3-8-16,3 2-13 0,-2 1-7 0,2-1-6 16,4 3-17-16,-3-2-17 0,0 3-21 0,3-1-21 15,0-4-32-15,-3 0-27 0,-1 2-27 0,5-3-22 16,-1-1-27-16,-1-1-25 0,0 0-143 0,-3-3-428 15,2-3 190-15</inkml:trace>
  <inkml:trace contextRef="#ctx0" brushRef="#br0" timeOffset="179735.7">11676 14824 160 0,'-4'-4'222'0,"4"0"-30"15,0 4-20-15,0 0-23 0,0 0-16 0,0 0-10 16,0 0-15-16,0 0-8 0,0 15-4 0,0-3-9 16,4 0 5-16,-4 4-4 0,4 4-6 0,0 0-8 0,2 7-10 15,-1-7-1-15,2 9-5 0,1-1-4 0,-1 2-7 16,2-4-4-16,0 1-4 0,3 1-4 16,-4-2-4-16,2 0 0 0,-4-5-1 0,1-3-4 15,1 2-2-15,-1-3-4 0,-3-3-2 0,3-1-2 0,-3-2-2 16,0-2-3-16,-1 0-14 0,-2-2-14 0,-1-2-5 15,0 0-1-15,0-2-10 0,0-3-9 0,0 0-3 16,0 0-2-16,-8 0-9 0,8 0 0 0,0 0 4 16,-8-10-1-16,4 3 5 0,0 0 11 0,-2 0 6 15,2-3 8-15,-1-1 10 0,-1 0 19 0,2-2 12 16,0 1 16-16,0-1 14 0,0 1 12 0,1-2 21 0,-1 2 6 16,3 1 13-16,1-1 14 0,-3 2 12 15,6-1-1-15,-2 3 2 0,2 0-4 0,0 2-13 16,1 1-11-16,0 1-8 0,0-1-11 0,0 2-9 15,3-1-8-15,-1 2-5 0,4 2-10 0,-3 0-4 0,3 1-4 16,3 0-3-16,-2 2-9 0,0 0 1 0,0 1-4 16,1 3-2-16,-1-2-1 0,-2 1-4 15,1 3-2-15,1-1-5 0,0 1 3 0,-3 1-3 0,4 0 3 16,-7 3-12-16,4-3-4 0,-2 2-9 0,-2-1-12 16,0 0-10-16,-2 3-7 0,-2-3-7 0,3 0-19 15,-1 0-13-15,-1-1-22 0,-1 0-20 0,-2-1-26 16,1-2-19-16,0 0-23 0,0-2-17 0,0 2-12 15,1-3 1-15,-1-4-156 0,0 5-405 0,0-5 179 16</inkml:trace>
  <inkml:trace contextRef="#ctx0" brushRef="#br0" timeOffset="180292.57">12080 15251 126 0,'0'-4'192'15,"-4"2"-5"-15,4 2-3 0,-3-9-17 0,-1 6-11 16,0 1-14-16,4 2-16 0,-4 0-16 0,4 0-11 15,0 0-6-15,0 0-9 0,0 0-9 0,-7 10-4 16,9-6-5-16,3 1-7 0,-1 3-6 0,3-1-3 16,0 1-7-16,1 0-1 0,0 0-6 0,3 1-1 0,0-2-10 15,1-1 9-15,-2 1-9 0,-1-2 1 16,-1-1-4-16,-1-2 0 0,0 1-1 0,-2-2-2 16,2 1-1-16,-7-2-2 0,0 0-2 0,8-10-5 15,-8 5 2-15,0-1-5 0,0-2 5 0,0-3 10 0,-3 0 10 16,2-2 3-16,-3 1 0 0,3-5 3 0,-3 4 5 15,1-5 8-15,0 5-4 0,2 0-3 16,1 0-4-16,-3 0 0 0,2 1-2 0,2 1-3 0,-2 3 0 16,1 1-3-16,1 0-1 0,-1 2-7 0,3 1-7 15,-3 4-1-15,0-3-1 0,0 3-5 0,0 0 2 16,0 0-4-16,16 11-2 0,-10-3 2 0,-1 0-4 16,2 2 0-16,1 1 0 0,-1 2-3 0,0 1 0 15,4 1-1-15,-3 2-2 0,1-2 0 0,-1-2 0 16,2-1 1-16,-2-2 0 0,2 0 2 0,-5-2 0 15,2-2-1-15,-3-2 6 0,0 1 16 0,0-2 10 16,-4-3-1-16,7 0 12 0,-7 0 13 0,4-6 10 16,0 1 13-16,3 1 2 0,-3-6 0 0,0 4 0 15,0-6 2-15,0 5 2 0,2-5-2 0,-1 3-3 16,3-1-9-16,-4 1-4 0,3 0-3 0,-3 1 0 16,0 2-6-16,0 1-5 0,0 0-10 0,-1 2-6 15,0-1-8-15,-3 4-7 0,7-1-1 0,-7 1-2 16,0 0-7-16,7 9 3 0,-5-4-5 0,1 0-1 0,5 4-13 15,-4 2-9-15,-3-3-16 0,5 4-18 16,-3-4-19-16,-2 3-14 0,3-2-24 0,0 2-20 16,-4-5-29-1,2 1-41-15,0-1-29 0,-1-3-39 0,4 1-27 16,-5-1-216-16,0-3-546 0,0 0 242 0</inkml:trace>
  <inkml:trace contextRef="#ctx0" brushRef="#br0" timeOffset="180464.43">12083 14847 149 0,'-4'-2'165'0,"0"0"-19"15,4 2-33-15,-10-1-48 0,10 1-56 0,-7 1-71 16,7-1-36-16,-10 1-106 0,4 0 47 0</inkml:trace>
  <inkml:trace contextRef="#ctx0" brushRef="#br0" timeOffset="-187826.27">18300 8771 101 0,'0'0'140'0,"-7"-2"-11"0,7 2 1 16,-5-4-3-16,-1 4-6 0,6 0-2 0,-9-4-11 16,2 1 3-16,7 3-8 0,-7-2-5 0,7 2-3 15,-5-2-9-15,5 2-11 0,0 0-5 0,-6-1-11 16,6 1-3-16,0 0-5 0,0 0-5 0,-9-1 0 16,9 1-8-16,0 0-5 0,0 0-2 0,-6-2-4 15,6 2-2-15,0 0-1 0,0 0-5 0,0 0 1 16,0 0-1-16,0 0 2 0,0 0-1 0,0 0-1 0,0 0-4 15,0 0 6-15,0 0-6 0,0 0 10 0,0 0 7 16,26 2 1-16,-13-2 1 0,-1 0-2 16,0 0-1-16,7 0 0 0,0 0-5 0,4 1-4 0,7 0-1 15,0-2-3-15,0 1 0 0,1-2 0 0,-1 3-4 16,-6 0-5-16,6-1 3 0,2-1 0 0,-2 2 0 16,2 0-1-16,-2-1-1 0,-8 0-3 0,3 2 1 15,-4-1-5-15,2 0 3 0,1-1-2 0,-3-1 1 16,2 1 1-16,-2 0-3 0,-2-1-1 0,0 2 3 15,0-1 0-15,-3 1-3 0,3-1 0 0,0 0 1 16,-4 3-1-16,4-7 0 0,-4 4 0 0,4-3 0 16,0 2-1-16,2 1 2 0,-3 0-3 0,2-2 2 0,0 2-2 15,-1-1-1-15,2 1-2 0,0-3 4 16,-1 2-1-16,0-2 4 0,-1 1-4 0,4 1-1 16,-1 0 0-16,-2 0 2 0,2-2-1 0,1 1-1 0,-3 1 4 15,2-1-4-15,0 1 2 0,1-3 0 0,-5 2 0 16,6 0-1-16,-3-1-1 0,-1 2-1 0,-1-1 4 15,0 1-2-15,-1-1 1 0,-3 0-2 0,-3 2 0 16,3-1 2-16,-4-1-2 0,-3 2 3 0,3 0-2 16,-6-1 0-16,4 0 0 0,-9 1 2 0,9 0-2 15,-9 0 1-15,11 0 1 0,-11 0-1 0,5 0 1 16,-5 0-2-16,7-2 2 0,-7 2-2 0,0 0-3 16,7 0 0-16,-7 0 3 0,8-1 1 0,-8 1-3 15,0 0 1-15,11-1 1 0,-5 2-1 0,2-1 2 16,0 0-2-16,-1 0 2 0,2 1-1 0,3-1 0 15,1 2-2-15,6-2 2 0,-6 1 0 0,6-1 0 16,-4 0 2-16,4 1 0 0,3 1-3 0,-4-1 5 0,2 0-4 16,2 0-1-16,-2-2 1 0,2 1 0 0,0 0-2 15,-2 0 4-15,3-1-2 0,-2 1 1 16,-1 0-3-16,3 1 3 0,2-1-3 0,-5-1 0 0,5 1 0 16,3 0 2-16,2 1 3 0,-7-1-2 0,7 0-3 15,1 3 0-15,-2-3 0 0,1 1 2 0,0 1-3 16,0 1-1-16,2 0-4 0,2 1 3 0,-1-2 4 15,0-1-4-15,-1 2 1 0,-2-1 2 0,2 1-2 16,-2 2 4-16,1-1-2 0,-1-1 1 0,-2-1-2 16,-3 0 0-16,3 2 2 0,4 0 0 0,-4-1-4 15,3-1 3-15,-9 0 0 0,0-1 1 0,4-1-2 16,-6 2 0-16,11-2 1 0,-10 3 3 0,9 1-1 0,-6-3-1 16,-1 0 2-16,0 0-1 0,7 1-1 0,-6 1 1 15,-3-3-2-15,12 0 2 0,-10 2 3 16,7-2-4-16,0 4 5 0,-2-3-4 0,-6 0-2 0,4 1 2 15,-3 0 0-15,0-1-3 0,2 1-1 0,2-2 4 16,-4 3 2-16,0-1-2 0,7-1-2 0,-7 1 3 16,-1 0-2-16,3-1-2 0,3 1 3 0,-3 0 0 15,-1-1 0-15,-2-1-3 0,1 3 3 0,0-3-3 16,2 1 4-16,4-2 0 0,-8 2 2 0,1-1-2 16,1 2-2-16,-3-1 3 0,2 0 1 0,1-1-2 15,-1 2 2-15,-3-2-3 0,1 0 0 0,3-2-2 16,-3 2 4-16,0 0-3 0,0 0 2 0,-1-1 0 15,2 1-2-15,-3 0 0 0,2 1 3 0,0-1-4 16,1 0 2-16,0-1-3 0,4 0 2 0,-3 1 2 16,-2 0-5-16,2 1 5 0,2-1 3 0,-3 0-4 15,-1 1 1-15,10 2-4 0,-10-3-2 0,5 1 5 0,-5 2 1 16,6-3-3-16,4 0 0 0,-3 1 1 0,3 0 1 16,0 0 0-16,-7-1-3 0,8 2 0 0,-1-2-1 15,0 1-3-15,-1 0-3 0,2-2-3 0,-6 2 3 16,6 0-2-16,0 1 5 0,-1-1-5 0,3-1 4 15,-6 2-1-15,4-1 0 0,-5-1 3 0,1 0-3 16,3 1-1-16,2-1 0 0,0 1-1 0,0-1 2 16,0 2-3-16,2-1 4 0,-4-2-3 0,1 2 4 15,-1 0 3-15,0-1-2 0,-1 0 2 0,-1 0 2 16,2 0-6-16,-7 0 2 0,1 0 0 0,4 1 4 16,-3 1-2-16,6-2 0 0,0 0 0 0,-2 1 0 15,-5-1 3-15,6 0-2 0,1 1 0 0,-1-2 2 0,-7 1-2 16,1 1 1-16,4-1 0 0,1 1 1 0,2-1-1 15,-2 0-1-15,-1 0 3 0,3 3-2 16,1-4 2-16,0 1 1 0,0 0 0 0,2 1-3 0,-2-1 1 16,-2 0 2-16,3 2-1 0,-2-2 2 0,3 1-2 15,-1 0-5-15,-1 0 4 0,2 1 0 0,0-1 1 16,-1 1-5-16,1 0 8 0,1-1-5 0,-1 0 4 16,-1 0-1-16,4-1 3 0,-2 3-6 0,0-2 4 15,1 2-2-15,-2 0-2 0,-3-1 2 0,5 1-5 16,-2-2 5-16,3 0 1 0,0 0-2 0,-1-1 0 15,2 0 5-15,-3 1-5 0,1 1 3 0,1-1-4 16,0 0 0-16,-1 0 2 0,-1-1 1 0,0 2-2 0,6 0 0 16,-6-2 1-16,4 2-5 0,0-1 6 0,2-1 0 15,-6 0-1-15,3 0 1 0,0 1 1 16,2-1-3-16,-4 0-3 0,0-1 6 0,-2 0-2 0,1 1-1 16,-1-2 0-16,0-2-2 0,0 4 3 0,4 0 0 15,-1-2 5-15,-2 2-4 0,-2-1-4 0,1-1 3 16,-3 0 1-16,5 2 0 0,-2-1-3 0,0 0 2 15,-2 1 6-15,2-2-6 0,2 1-2 0,0 0 1 16,0 1-2-16,1 0 3 0,-5 0-5 0,5 0 6 16,-2 0-2-16,1-1 2 0,-2-1-2 0,1 1-2 15,-1 0 1-15,0-1 2 0,0 2 1 0,1-1-1 16,-3 2-2-16,0-1-1 0,5-3-4 0,-2 2 10 16,-1 1-1-16,1-1 1 0,0 1 2 0,-4 0-3 15,6-1-3-15,-2 0 2 0,-1 1-1 0,2-2-2 16,0 4 1-16,0-4 1 0,0 2-3 0,0 0 6 15,0-1-3-15,1 1 1 0,-1-1-2 0,0 0 2 0,-1-1 1 16,2 1-1-16,-3 2-1 0,0-1-1 0,3-2-7 16,-3 2 10-16,0 0-2 0,1-1 1 0,-1 1-1 15,-1-2 0-15,1 2 1 0,-1-1 0 0,-1 2 0 16,2-1-4-16,-4-1 4 0,3-1-1 0,-2 4-2 16,1-2 3-16,0 1 1 0,-1-1-7 0,2 0 5 15,1 0-1-15,-4 2 0 0,5-4 0 0,-1 2 4 16,-3 0-5-16,2 2 2 0,1-2-1 0,-1 0-1 15,1 0 4-15,1 1-3 0,-3-2 1 0,3 1-4 16,-4-2 4-16,3 2-1 0,0-1 0 0,1 1 0 16,-2-2 3-16,1 1 1 0,0 1-3 0,-3-1-3 15,1 1 8-15,0-3-4 0,1 2-3 0,0-1 3 0,-1-1 0 16,0-1-1-16,0 1 2 0,2-2-1 0,-1 2-4 16,-2-1 6-16,7 1-3 0,-5 1-3 0,1-1 2 15,-3-2 3-15,5 1 0 0,-2 2-2 0,-4-2 0 16,2 0-1-16,1-1 1 0,0-2 0 0,-1 4 1 15,1-3-5-15,3 4-1 0,-3-6 5 0,1 4-2 16,-3 0 2-16,5-2 3 0,0 1-3 0,-3 3 3 16,1-5 2-16,0 0-4 0,0 3-1 0,1 1-5 15,3-5 2-15,1 3 2 0,0 1-2 0,3-1 5 16,-4 1-3-16,0-1 1 0,1 4 0 0,4-4-2 16,-3 0 4-16,-4-1-5 0,3 3-1 0,-2 0 3 15,1-1-1-15,2 2 5 0,-1-2-3 0,-2 0-3 16,3 0 6-16,-4-1-2 0,2 3 0 0,3-2-1 0,-3 1 1 15,-1 0-4-15,-2 0 3 0,5-2-2 16,-4 1-2-16,4 1 4 0,-2 0-8 0,1 1 2 16,-2-1 4-16,1 1 4 0,-2-2-2 0,2 2 2 0,-2 2-2 15,0-3 0-15,-1 1 1 0,-2-3-5 0,-2 2 6 16,0-1-4-16,8 2 1 0,-8 2-4 0,1-4 1 16,1-2 4-16,-2 4 1 0,3 2 1 15,-3-3-4-15,2 2 1 0,-3-1 2 0,1 0-2 0,1 1 1 16,-1 0 0-16,0-2-1 0,2 1-1 0,-1 0-1 15,2 1 2-15,-1-1 0 0,-3 0 1 0,1 0-10 16,3 0 11-16,0 2 0 0,-4-1-2 0,0-1 10 16,2 0-8-16,-3-1 0 0,-6 1 2 0,1 1 0 15,-2-2-1-15,1 1-2 0,-3-1 3 0,-1 1-2 16,4-2 2-16,-4 1-1 0,0 0 0 0,0-2 0 16,-5 2 3-16,-1-2 0 0,0 0 4 0,-1 4 1 15,0-3 1-15,1-1-4 0,-3 2 2 0,-3 0-4 16,5-1-1-16,-1 0 2 0,-1 0-1 0,-3 1 2 0,0 0-5 15,2 0 2-15,0-1 2 0,2 1-7 16,-3 0 2-16,3 1-2 0,-4-1 7 0,0 1-8 16,1 0 2-16,-3-1 0 0,4 1 0 0,-4-1 2 0,5 2-1 15,-5 0-3-15,2-2 4 0,-7 3-5 0,10-2 6 16,-8 1 17-16,-2 1 12 0,10-3 10 0,-8 1 9 16,-2 2 7-16,4-1 7 0,-4 1 5 0,0 0-4 15,6-4-4-15,-6 4-7 0,0-6-7 0,0 6-4 16,0-6-7-16,1 5-5 0,-1-6-3 0,-1 2-3 15,-2 0-1-15,0-3-4 0,2 1-2 0,0-3-3 16,-2 3-5-16,0-3 0 0,0-1 0 0,-2 1 2 16,4 0 1-16,-3-2 0 0,1 0-3 0,2 0-5 15,-2-5 4-15,0 4-4 0,3-4 1 0,-3 0 2 16,2 4-4-16,-2-4 2 0,3 1-1 0,0-1-3 16,0-1 1-16,0 0-2 0,0-1 7 0,0 0-6 15,0-1-8-15,3 0-2 0,-2 1 7 0,2-1-4 0,-1-1 0 16,-1-1 12-16,0-5 7 0,3 7 1 0,-2-1 15 15,1-7-14-15,-1 8 3 0,3-1-2 16,-3 0-3-16,2 0-9 0,-1-7 14 0,-1 8-17 0,-2 0 2 16,6 0 2-16,-3 0-4 0,1 1 4 0,2 0-3 15,-2 2-2-15,-2 0 2 0,-1 0-1 0,2 0 1 16,-2 2-4-16,2 4 2 0,1-2-5 0,0 0 1 16,-1 0-1-16,1 1 1 0,-1-2-1 0,-1 3-4 15,3-2 4-15,-4 2-1 0,2-1-2 0,-1 1 0 16,1-1-5-16,-1 0-11 0,0 4-1 0,0-4 3 15,0 2 1-15,4-1-3 0,-4 1-3 0,2 0 1 16,-4-1 2-16,3 0 3 0,-1 1 1 0,-2 2-1 16,2 1 3-16,0-4 3 0,-1 5 2 0,0-1-2 15,2-3 2-15,-3 5-2 0,4-2 9 0,-4-1-5 16,4 4 0-16,-4-4 0 0,1 3 3 0,-1 0-2 16,0-1 0-16,3 2 4 0,-3-1-1 0,2-2 0 15,-2 2-1-15,2 0 1 0,-2 0 3 0,0 0 0 0,0 0 0 16,0-1 4-16,0 6-2 0,3-7-2 0,-3 4 1 15,1 0 2-15,-1 3-1 0,0 0 0 16,0-8-1-16,0 8-1 0,0-4 1 0,0 4 1 0,0 0-1 16,-1-5 1-16,1 5-2 0,0 0 0 0,0 0-3 15,0-6 0-15,0 6-1 0,0 0-2 0,0 0-1 16,0 0-4-16,0 0-3 0,-5-2 0 0,5 2-4 16,0 0 2-16,0 0 2 0,-15 1 0 0,7-1 3 15,-1 0-1-15,-3-1 4 0,-1 2-2 0,-8-1 4 16,7-1 6-16,-9 2-6 0,2-1 1 0,-1-1 2 15,-3 2 3-15,2 0-3 0,0-1 3 0,-7 0-3 16,8 0-1-16,-8 0 2 0,7 2 2 0,-5-2-1 16,5 0-1-16,-2-2 3 0,6 4 1 0,-2-2-4 15,0-2 3-15,1 4 3 0,-1-4-2 0,2 2-4 16,6 0-1-16,-1-1 5 0,-5 1 0 0,3-1-1 16,2 1 0-16,0-1 2 0,1 1 0 0,-2-2 1 15,0 2-4-15,3 0 1 0,0-1 2 0,2 1-1 16,-2-1 2-16,1 0-3 0,1-1 3 0,-3 0-5 15,1 0 4-15,-2 0 1 0,0-1-2 0,-5-1 1 16,-1 1 1-16,0-2 1 0,2 2 0 0,-7 0-1 16,4-4-2-16,1 1 3 0,-10-1-1 0,7-1-1 15,-5 1-1-15,-1 0 0 0,8 1 0 0,-9 1 3 0,1-1-4 16,3-2-1-16,-7 0 4 0,3 1 1 0,-2 0-3 16,0 2 1-16,0-2 0 0,5 2-1 0,-3-1-2 15,1 0 4-15,-1 0-3 0,2 2 1 16,-4-1 4-16,1 1-3 0,4 0-1 0,-4 1 2 0,-2-2-2 15,3 1 6-15,0-1-5 0,-1 1-3 0,0 0 4 16,-1-2-5-16,0 2 3 0,0-2 3 0,1 3 0 16,1-1-1-16,-4-1-2 0,3 3 1 0,-4-5 0 15,4 2 0-15,-2 0 0 0,-1-2 1 0,-4 1 2 16,2 1-3-16,2-3-3 0,-3 3 5 0,1-1-3 16,-4-1 2-16,4 1 1 0,0-1-5 0,-1 0 13 15,-3 0-8-15,2 2-3 0,1-2-3 0,-3 0 5 16,4 2-3-16,-2-2 0 0,4 0 0 0,-2 1 2 15,0-1-4-15,2 2 5 0,-2-4-2 0,2 4 0 16,0-2 3-16,2 0-4 0,-4 1 3 0,5-4-1 16,-2 7-1-16,-1-4 6 0,-1 1-7 0,4 1 5 15,-1 0-6-15,0 0-1 0,0-1 2 0,2 4 0 16,-5-5 9-16,1 2-11 0,0 1 5 0,3 0-2 16,-3 2-1-16,0-3 1 0,-1 2 1 0,0-1-1 15,1 0-1-15,2 1 1 0,-5 3-1 0,3-4 0 16,2 0-1-16,-2 1 4 0,-2 1-2 0,2 0-1 15,1-1 1-15,-1 0 1 0,3 2-2 0,-3 0 1 16,-4-3 0-16,3 4 2 0,-2-4-3 0,2 4 0 16,-2-2 3-16,-4 0-2 0,3 0-1 0,0 2 2 0,-2 0-2 15,0-3 2-15,0 2 1 0,1 0-2 16,-5-2 0-16,6 1 1 0,-4 2-1 0,1-2 0 16,3 1 1-16,-3 1 1 0,5-1-2 0,-4 2-1 15,2-2 1-15,3-1-1 0,-3 4 0 0,-2-2-1 0,2 0 4 16,1 1-1-16,2 0-2 0,-2 3 0 0,-1-3-1 15,3 2 2-15,2-1-3 0,-1 1 0 16,0-1 2-16,0 4 0 0,-1-1-2 0,-1-2 0 16,0 0 1-16,-1 1 2 0,3 0 0 0,-4 1-1 0,1-4-4 15,2 2 7-15,-6 3 0 0,4-3-5 0,-1-2 0 16,-1 4-1-16,0-1 6 0,-4 0-1 0,2-2 4 16,-2 2-1-16,-11-1-2 0,0-2-2 15,12 2 3-15,0-1-4 0,-12 3-1 0,0-1 3 0,11 0 1 16,-14-3-4-16,15 2 2 0,-14-2-1 0,0 3 3 15,2 1-1-15,13-4-3 0,0 2-3 0,-1 0 5 16,-19-1-2-16,8 1 3 0,-6-2 1 0,2 3-5 16,0-4 6-16,0 5-6 0,3-2 12 0,-2 0-9 15,-3 0 2-15,1-3-5 0,1 1 1 0,1 3 1 16,0-4-1-16,-1 1-1 0,4-5 3 0,10 8-2 16,-16-5 4-16,3 2 1 0,2-1-3 0,-2 0 0 15,14 0 0-15,-3 1 1 0,-9-1 0 0,-1-1-3 16,12 1 2-16,1-1 6 0,-13-4-6 0,12 6 0 15,-1 0 2-15,-8-2-4 0,10 1-1 0,0 1 2 16,1-1-1-16,-3-1 3 0,4 2 0 0,-5-1 1 16,4 0-4-16,-16-1 0 0,3 0 2 0,12 0-1 15,2 2 1-15,-14-2-1 0,14 1 0 0,-2 1 0 16,1 0 2-16,-2-1 0 0,1 0-4 0,-12 0 4 16,0 0-2-16,12 0 1 0,1 1-3 0,2 2 3 15,-2-3-3-15,2 1 3 0,-1-6-1 0,1 9-1 16,-1-4 2-16,-2 2-3 0,3 1 3 0,-5-1 2 15,2-1-2-15,2-1 2 0,-3 0-1 0,5 2-3 16,-3 0 2-16,-1-1 1 0,1 3-2 0,-1-3 0 0,-14 3 0 16,14-2 3-16,0 1-5 0,-14-3 4 15,15 0-3-15,-14 1 1 0,14-1 0 0,-3 4-1 16,2-1 0-16,-12-1 2 0,11-1 0 0,-14-1 3 16,3-1-4-16,12 1-1 0,-14-1 0 0,-4 2 2 0,6-1 4 15,-5 0-4-15,5 0-1 0,-1-1-4 0,13 0 5 16,-12 4 0-16,9-5 0 0,-10-1 1 0,12 6-2 15,1-4-2-15,-14-2 3 0,15 3 0 16,-16-4 1-16,0 2-1 0,16 2 1 0,-1-2 0 0,-15 0-5 16,16 0 3-16,0 1 3 0,-13 0-2 0,10 0-3 15,-10-3 2-15,12 3 0 0,1-3 1 0,0 0 1 16,-1 0 0-16,-15-2-1 0,15 4 0 0,-14 0 0 16,15-1 0-16,3 0 0 0,-18-3 1 0,16 4-2 15,-4 0 0-15,-8-4 2 0,9 2-2 0,2 1 2 16,-2 0-1-16,-13-4-2 0,12 5-1 0,5-1 1 15,-20-3 4-15,5 3-5 0,-2 1 2 0,15 2-1 16,1-4 2-16,-2 1 0 0,-1 0 0 0,-12-2 0 16,12 3 3-16,-10-6-3 0,12 7-1 0,-16-3 2 15,18 1-2-15,-6-2 2 0,3 5 3 0,2-2-4 16,-3-3-1-16,1 1 0 0,2 2 3 0,-16 0-1 16,15 2-2-16,1-3 0 0,0 0 3 0,0 0-4 15,-1 1 4-15,1 2 0 0,4-3-1 0,-1 1-1 16,2 1-1-16,-1-2 1 0,2 1 0 0,2 2 2 15,-1-2-4-15,3 1-2 0,0 1 4 0,0-2 1 16,0 2 1-16,0 0-2 0,7 0 0 0,3 2 0 16,-2-4-3-16,2 1 2 0,1 1 3 0,0 1-8 15,3-2 7-15,4 1 0 0,0 0-2 0,1 0 2 16,3 1-1-16,0-1-1 0,1 0 1 0,-1 0-2 0,1 2-1 16,7-2 0-16,-11 1 3 0,4 0-2 15,2 0-3-15,0 1 4 0,5-2 3 0,-11 2-4 16,2-1 1-16,4 0 4 0,-3 1-4 0,1-2-2 15,-1 4 3-15,-3-1-2 0,-1-1 3 0,-2 0-1 0,-1 0-2 16,-5-1 1-16,1 3-4 0,-6-1 3 0,-3 4 4 16,3-3-3-16,-4-4-1 0,-3 2 8 15,2 1-6-15,0 2 1 0,2-2-2 0,-2-1 1 16,2 3 1-16,5-2-3 0,0-1 0 0,2 1 2 0,-3 0 0 16,1 2-3-16,-7-3 1 0,7 1-1 0,0-2 1 15,1 3 3-15,2 0-1 0,-2-3-1 0,7 3 1 16,2-1-1-16,-1 0-2 0,-1 0 1 15,2 2-2-15,3 2 2 0,-2-4 0 0,1 0-1 0,5 2 2 16,-4-1-4-16,0 1 9 0,5 0-6 0,-2 2-1 16,3-5-1-16,-2 6-3 0,2-4-5 0,0 2-3 15,-1 1 1-15,2-3 3 0,-1 3-4 0,1 1 4 16,0-3 1-16,1 3-1 0,-1-1 2 0,2 1 2 16,-2-2 3-16,3 2-3 0,0-1 0 0,0 4-2 15,0-1 4-15,0 0 0 0,-1 5-2 0,2-7 2 16,-2 4 0-16,1 4 0 0,-2-2-1 0,2 4 1 15,0 3 0-15,-2-1 3 0,-3 1-4 0,4 9 1 16,-2-4 1-16,-2 5-1 0,-2-2 6 0,3 4-3 16,1-4-1-16,-2 4-1 0,-1 3 1 0,-2-4 0 15,6 4-2-15,-4-1 3 0,2 3 0 0,0 10 1 16,-3-10 3-16,4 12 1 0,-1-13 0 0,-1 3-4 16,0 9-1-16,-1-11 9 0,3 1-6 0,2 12-1 15,-2-16 2-15,0 2 5 0,2-2-3 0,-2 1-3 16,-2-2 6-16,5 2-1 0,-3-4 8 0,3 0 3 15,0-1 6-15,0 0-3 0,0-2-1 0,-1-2-1 16,-2 0-2-16,3-7 1 0,3 8-1 0,-2-3-2 16,-1-3 1-16,0-2-3 0,3-1-1 0,0-2-2 15,-1 2 3-15,-2-3-1 0,0 5-2 0,2-9 0 0,-1 2 1 16,0-2-7-16,1 0-1 0,-1 0 1 0,2 0 1 16,-3 1 2-16,1-1-2 0,-1-1 1 15,3 1 2-15,-2 1-3 0,2-2 0 0,-3-1 0 16,0 2 0-16,2 0 0 0,-1-4-5 0,2 4 10 0,-2-2-6 15,-1 1-2-15,0 0 0 0,0 1-1 0,0-2 3 16,4 0-3-16,-3 1 3 0,-1 1-1 0,0 0 0 16,0-2 4-16,3 2-2 0,-2-4 5 15,-1 4 24-15,0-5 1 0,3 2-3 0,-3-2-1 0,4 0-6 16,-2-2 0-16,-1 0 22 0,0-2 17 0,3 4 12 16,-1-2-6-16,1-1 3 0,0 0 2 0,0-1 18 15,3 1-5-15,0-1-17 0,0-2 3 0,2 2-3 16,-1-1-9-16,1 0-7 0,3-1-4 0,-1-1-7 15,1 2-3-15,3-2-7 0,-1 0 1 0,6-1-2 16,-5 2 7-16,5-2-14 0,6 1 1 0,-3-1-8 16,7 0 1-16,-8-1 0 0,8 1-19 0,-6 1-35 15,5-3-37-15,-5 2-48 0,-1-2-59 0,7 1-72 16,3-2-73-16,-5-1-250 0,-3-2-623 0,0 2 276 16</inkml:trace>
  <inkml:trace contextRef="#ctx0" brushRef="#br0" timeOffset="-146038.51">15039 15077 108 0,'2'-10'292'0,"2"-4"0"0,0 4-15 16,0-1-20-16,0 5-25 0,-1 0-19 0,0 0-15 15,-2 1-30-15,2 3-22 0,-3 2-14 0,0 0-17 16,0 0-8-16,6 8-10 0,-5 0-6 0,3 2-12 15,-3 5-13-15,2 1-5 0,-2 4-6 0,2 5-3 16,0-5-8-16,-1 8 2 0,1 1-7 0,-1-2-2 0,-2 0-4 16,0-7-1-16,1 1-4 0,0-2-6 15,-2 0 0-15,1 0 1 0,0-1-6 0,1-4-1 16,-1-2 2-16,-1 0-4 0,1-1 0 0,-1-5 2 0,1 2-1 16,-2-3 20-16,2 1 29 0,2-1 26 0,-2-5 9 15,1 2-10-15,-1-2-11 0,0 0-1 0,0 0-9 16,8-10-3-16,-4 5-6 0,3-6-12 0,-2 5 0 15,2-4 0-15,3 3-10 0,-1-3-8 0,1 3 12 16,2-1-25-16,-1 0 7 0,1 1-8 0,0 4-2 16,-1-2-2-16,0 2 1 0,1 2-10 0,2 1 9 15,-2 1-2-15,-1 0-5 0,1 2 13 0,-1 1-16 16,0 1-3-16,0 0 4 0,0 3-1 0,-3 0-1 16,0-2 0-16,-1 4-3 0,0-2 2 0,-2 1-1 15,-1-2 3-15,-1 5-12 0,-2-5 5 0,-1 1 4 16,-2 0 20-16,-2-1-19 0,-2 0 6 0,-1 0 9 15,-3 1-16-15,-7 1 4 0,2-5-6 0,-3 3 6 0,-1-1 2 16,-1 0-4-16,2-3 4 0,-2 1-3 0,1 0 1 16,-2-3-8-16,7 0 9 0,1-1-15 15,0 0 1-15,1-1-25 0,3-2-27 0,2 2-29 0,-1-1-28 16,6-3-39-16,-4 2-38 0,6-4-27 0,3 2-31 16,1-3-25-16,8 2-25 0,-4 0-170 0,2-2-513 15,5-1 227-15</inkml:trace>
  <inkml:trace contextRef="#ctx0" brushRef="#br0" timeOffset="-145622.18">15505 15267 67 0,'5'-3'223'0,"-5"3"-18"16,0 0-16-16,7-1-26 0,-7 1-17 0,0 0-14 15,0 0 7-15,4 7 7 0,-1-2-14 0,-2 2-10 16,2-1-13-16,1 5-8 0,-1-3-11 0,1 4-6 16,0-1-8-16,-3 1-7 0,3 0-9 0,-1 0-5 15,3 4-3-15,1 1-8 0,-5-5-4 0,3 2-2 16,1 2-6-16,-2-4 0 0,2-3-3 0,-4 2-3 16,1-1-3-16,3-1-4 0,-3-3-1 0,0 1-2 15,-2-2-2-15,4 0-5 0,-5-2 0 0,0-3-22 16,5 1-16-16,-5-1-13 0,0 0-8 0,0 0-14 15,3-11-10-15,-2 6-1 0,-1-1-2 0,2-4 2 16,-2 1 10-16,1-3 4 0,-1 2 10 0,1 0 5 0,1-1 4 16,1 0 8-16,0 0-2 0,-3-2 5 0,2 4 7 15,-1-4-4-15,2 1 1 0,0 4 4 16,-2 0 1-16,0-1 3 0,1 0 2 0,-1 2 5 0,3 1-3 16,-4 0 2-1,4 0-3-15,-4 1 6 0,2 2 2 0,-1-1-9 16,0 0-9-16,-1 4-36 0,4-4-5 15,-4 4 4-15,4-3-6 0,-4 3 6 0,0 0-6 0,0 0-9 0,0 0 4 0,0 0-13 16,0 0-70-16,0 0-168 0,-6 15 75 0</inkml:trace>
  <inkml:trace contextRef="#ctx0" brushRef="#br0" timeOffset="-144184.56">15703 15313 129 0,'0'0'199'0,"3"-6"-11"0,-3 6-9 0,2-2-13 16,-2 2-9-16,5-4-8 0,-5 4-11 0,4-2-6 16,-1-1-4-16,-3 3-7 0,5-4-7 0,-1 1-7 0,-4 3-10 15,3-3-7-15,-3 3-6 0,6-3-13 0,-6 3-3 16,6-1-7-16,-6 1-8 0,0 0-7 15,11 2-1-15,-11-2-7 0,4 4-4 0,0-3 0 16,-1 4-6-16,1 0-4 0,-1 0 0 0,2 0-6 0,-2 2 0 16,1-3-2-16,0 6-3 0,-3 0 1 0,4-2-1 15,-3 0 1-15,1 1-3 0,1 2-2 0,-4-4 1 16,4 1-1-16,-2-2-3 0,-1 2-2 0,3-2-2 16,-3 1 4-16,-1-1-2 0,3 2 1 0,-3-3-1 15,3-1 2-15,-3-2-1 0,0-2 1 0,1 5 2 16,-2 0 1-16,1-5 19 0,0 0 14 0,0 0 9 15,0 0-3-15,0 0-4 0,5 2-6 0,-5-2 1 16,0 0-2-16,0 0-4 0,2-14-5 0,2 10 0 16,-3-3-7-16,2 2 1 0,0-1 1 0,3-2-7 15,-2 3-1-15,-1-2 0 0,1 0 3 0,2 1-5 16,-4-2-1-16,3 1-6 0,-1 1 1 0,-1 1-3 16,2 0 2-16,0 1-5 0,-1 0 4 0,0 2-1 0,0-1-6 15,-4 3 1-15,11-1 0 0,-11 1-1 0,0 0 3 16,11 5-4-16,-4-1-21 0,-3 1-13 15,0 0-12-15,4 1-9 0,-1 1-1 0,3 1-20 16,-2 2-8-16,3-1-9 0,-5 2-8 0,8-2-11 0,-5 0-4 16,1-1 1-16,4 1-11 0,-3-1-2 0,-2-2-3 15,6 0 9-15,-3 1 6 0,0-2-5 0,2-1 7 16,-4-3 11-16,3 1 17 0,-2-2 11 0,0-2 8 16,-2 1 17-16,-2-2 19 0,0-1 13 0,0-1 20 15,0-1 13-15,-5 0 28 0,1-4 4 0,1 3 29 16,-4-4 11-16,0 1 4 0,0 0 1 0,-4 0 2 15,4 2-3-15,-4-1-9 0,0 0-3 0,-3 0-3 16,3 4-5-16,-1-1-8 0,1 2-8 0,-2 1-3 16,3 1-7-16,-3-1-2 0,0 2-5 0,6 1-5 15,-12 0-1-15,5 4-5 0,0-1-3 0,-1 4-1 16,0-2-2-16,1 4-2 0,4-4-2 0,-3 2-1 16,2 0-2-16,0-1 1 0,2-1-2 0,2 2 0 15,0 0 0-15,0-1 1 0,3-1-3 0,0 0-1 0,-1-2 2 16,6 1-3-16,-4-2 1 0,3 0-1 15,4-2 2-15,0-3-2 0,-1 1 1 0,-1-1-8 16,1-4 6-16,-4 4-1 0,1-1 3 0,0-3 1 0,0 3 7 16,1-4 11-16,-1 0 12 0,-4 3 6 0,2-2 1 15,-1 1 3-15,-2 2-7 0,0-2-2 0,-2 1-2 16,4 1-1-16,-4 4-8 0,4-4-3 0,-4 4-3 16,2-3-7-16,-2 3 0 0,0 0-3 0,0 0 2 15,0 0 4-15,1 11-9 0,-1-8 1 0,3 2-6 16,-3 0-15-16,1 1-12 0,2-1-8 0,-2 0-7 15,2-1-3-15,1 0-7 0,-1 0-2 0,2 1-7 16,1-2-2-16,2-1 1 0,-3 0 0 0,5-2 1 16,-2 0 8-16,0 0 5 0,0 0 5 0,3-1-7 15,-1-3 16-15,-1 0 5 0,3 1 4 0,-6-1 5 16,3 0-5-16,-2-1 7 0,1-2 14 0,0 1 2 16,-1 3 14-16,0-3 5 0,-3 3 7 0,4 0-2 15,-4 0-1-15,0-1-3 0,2 0-4 0,-2 4-3 16,-4 0-2-16,0 0-2 0,14 3 0 0,-12 0 0 15,2-1-2-15,3 2-1 0,-1 0-1 0,0 2-2 16,-3-1 0-16,3 0 1 0,-1 3-1 0,-1-4 1 0,2 2-4 16,-2 2 2-16,2-3 0 0,-2-1 0 0,1 2-3 15,-1-1 0-15,0-1 2 0,1-1 1 0,-2 1 0 16,-2 0 0-16,5-3 1 0,-6-1-1 0,5 1 0 16,-5-1 0-16,0 0 1 0,0 0 1 0,0 0-4 15,4-7 0-15,-2 2 1 0,-2 5 0 0,1-7-1 16,0 3 1-16,1-2-1 0,-1 3 0 0,2-2 1 15,0-1-2-15,2 1-1 0,-2 0 2 0,2 2-3 16,-1-4 3-16,2 2-3 0,2 2 3 0,-2-2 0 16,1 2 5-16,0-1-1 0,0 0 2 0,2 2 3 15,-5 0-3-15,3-1 1 0,0 2 3 0,0 0 0 16,-7 1-1-16,14 0-1 0,-9 0-1 0,3 2 3 16,-4 0 7-16,4 2 3 0,-1 1 2 0,-3 0-2 15,3 4 1-15,0 4-4 0,2 1-1 0,-2 1-1 16,1 5-1-16,2 5-6 0,-5-5 0 0,2 7 1 15,0 2 0-15,1 0-1 0,-3-2-2 0,2 1 2 16,-1 0-1-16,-1-1-5 0,2-6 2 0,0-3-2 0,-3 2 2 16,0-1-4-16,-3-1 2 0,2-7-7 0,-3 0-27 15,1-4-6-15,1 0-16 0,-4-3-46 0,1-2-53 16,1-2-60-16,0 0-48 0,-14-13-137 0,5 4-429 16,1-7 189-16</inkml:trace>
  <inkml:trace contextRef="#ctx0" brushRef="#br0" timeOffset="-144028.32">16106 14995 159 0,'0'-1'178'0,"0"1"-26"15,-3-4-20-15,3 4-54 0,0 0-60 0,0 0-74 16,0 0-55-16,3 13-119 0,-2-8 54 0</inkml:trace>
  <inkml:trace contextRef="#ctx0" brushRef="#br0" timeOffset="-142230">17313 15071 83 0,'14'-14'266'0,"-1"3"2"0,-5 0 0 0,1 1-1 15,-2-2-9-15,0-3-17 0,0 3 2 0,-3 0-17 16,3 3-13-16,-5 1-10 0,1-1-14 0,-3 1-19 16,0 0-17-16,0 3-17 0,0 0-18 0,-1 2-11 15,1 3-10-15,-11 0-13 0,0 3-18 0,1 2 4 16,-2 3-7-16,0 2-9 0,-3 5-6 0,0-2-5 16,3 4-3-16,0 1-6 0,2 0-1 0,-3 7-1 15,7-5-8-15,-1 0 0 0,5 2-1 0,2 0 13 16,1 3-20-16,3-5-2 0,6 4 3 0,3-4-4 15,2 2 9-15,8-1-14 0,-1-4 24 0,5-1-24 16,2-2 0-16,0-1-2 0,3-5-11 0,-2-3-10 16,2-3-7-16,0-1-6 0,0-3 6 0,-10-2-10 0,7-4 3 15,-2-2-4-15,-5 0-2 0,3-7-5 0,0-2 0 16,-7-3-5-16,2-2-4 0,-5-3-1 16,-3-1 1-16,-2 1 2 0,-5-4 6 0,-3 4 10 15,-1-3 2-15,-4 3 3 0,-1-1 7 0,-1 8 1 0,-5-5 5 16,2 8 5-16,-1 2 0 0,-1-1 6 0,2 6-4 15,0-1 2-15,2 1 1 0,-1 3-2 0,3 1-3 16,-2 1 1-16,2 5 1 0,-2-2-1 0,6 2 4 16,0 0-4-16,-7 5 1 0,6 2 3 0,1-2 0 15,0 6 2-15,1-1 2 0,-1 3 2 0,3 2-4 16,0 1 0-16,-2 2-1 0,3 2 1 0,2-1 2 16,-1-2-1-16,-4-1-1 0,6 0 0 0,-4 4 0 15,2-4 1-15,1 2-2 0,-3 2 5 0,-1-8-4 16,4 6-1-16,-2-1 1 0,1-2-7 0,-3-5-7 15,2 2 2-15,1 1-4 0,4-2-3 0,-3-2 2 16,2 1-6-16,-1-3 3 0,2 3-3 0,2-5 1 16,-4 2 1-16,7-3 2 0,-5-2-2 0,5 0-1 0,-2 0 3 15,-1-2 1-15,5-2-1 0,-5 0 7 0,0-2 0 16,1-1 2-16,-1 0-1 0,-1-1 7 16,-1-4-3-16,1 4 2 0,-2-3 4 0,-2 1-2 0,3-2-1 15,-4 1 5-15,-2 0 0 0,-2 0 12 0,-1 2-1 16,0-2-1-16,-1 1-3 0,1 0 1 0,-4-1 1 15,0 3-4-15,-2 1 1 0,1 1 0 0,0 0-1 16,-2 0-3-16,0 3-1 0,-4 0 0 0,3 1 1 16,1 1-1-16,0 0-2 0,-2 2 1 0,2 1-2 15,-4 2 3-15,6-1 0 0,-3 1-3 0,2 1 2 16,2 1 2-16,3 1-1 0,-1-2 1 0,2 1-2 16,2 0 0-16,-1 3 0 0,3-3-3 0,0 1-5 15,4-1 2-15,-2-1-10 0,1-2 0 0,1-1 0 0,1-3-1 16,-1 4-2-16,2-5 0 0,1 0 0 15,0-6 5-15,1 5-1 0,-3-4 1 0,1 0 3 16,-3-3 0-16,1 3 1 0,1-4 4 0,-3 0 2 16,-2 0 3-16,0 0 11 0,-2 1 5 0,0 1 4 0,-2-2 1 15,3 2-1-15,-2-1 1 0,1 3-4 0,-1 0-1 16,-1 2-1-16,4-1-4 0,-4 4-1 16,0 0-5-16,0 0 2 0,0 0-1 0,0 0 0 0,0 0-1 15,0 0-1-15,-5 16 4 0,6-8-6 0,-2-2 1 16,1 5 1-16,1 0-1 0,-1-2 2 0,0 3-4 15,4-3 2-15,-4 2 0 0,1-2 0 0,-1 0 2 16,0-4-4-16,0 3-4 0,3-3 2 0,-3 0 5 16,1 1-1-16,2-4-1 0,-3-2 1 0,0 0 0 15,0 0 0-15,0 0 2 0,15-9-2 0,-10 4 3 16,0-4-4-16,-3 1 2 0,2-3-3 0,1 0-1 16,-1-2 0-16,0 2 0 0,-3-1-3 0,6 0 7 15,-2-1-7-15,-1 0 7 0,-1 2 0 0,3-1-3 0,-4 2-1 16,3 0 3-16,-3 2 1 0,3-1-2 15,0 3-1-15,-3 2-1 0,1-2-2 0,1 3 0 16,0 1 0-16,-4 2-1 0,9 0 2 0,-9 0-3 0,10 3 1 16,-6 2 1-16,0 0 2 0,5 3 0 0,-3-1 1 15,1 1-4-15,-1 1 0 0,2 2 3 0,-3-1-1 16,2 0-1-16,0 1 2 0,-2 0-2 16,-2 0 5-16,4 2-3 0,-4-4 1 0,0 1 1 0,0-1-3 15,-1 1 3-15,0-4-5 0,-2 3 3 0,0-3-3 16,0-2 1-16,-2 2 0 0,2-2 4 0,-2 0-5 15,-3-2 4-15,5-2 1 0,-5 1 1 0,-2 1-1 16,7-2 1-16,-13-3-3 0,5 1 5 0,4-1-4 16,-3 0 3-16,3 0 0 0,0-2-1 0,0 2 1 15,-1-2 5-15,2 0-4 0,2 0 1 0,2 0-2 16,0 0-3-16,3-3-1 0,2 1-2 0,-1 0-8 16,5-1-4-16,-1 0-1 0,2 0-2 0,4-3 1 15,-3 4 7-15,-1-1-3 0,3 0 1 0,-2 1-3 0,6-3 7 16,-9 2 0-16,4 1 2 0,-3 2-3 15,-1-1 5-15,-3 1 6 0,1 0 11 0,1 3 1 16,-4-2-1-16,2 3-2 0,-3-3 0 0,-3 4-2 16,5-2-6-16,-5 2 1 0,0 0-5 0,0 0 8 0,8 4-4 15,-8-4 1-15,2 6-1 0,-4-1-1 0,1 0 4 16,1 2-1-16,0 0 1 0,-3 2-3 16,3 1-3-16,0 1 4 0,-3-1-2 0,3 0 2 0,0 2-1 15,3-1-2-15,-1 0-2 0,-1-4-5 0,0 1-10 16,1 0-12-16,3-1-8 0,-4-2-9 0,3 2 2 15,1-3-2-15,-3-1-5 0,2 0-1 0,-1-2 0 16,3 0 11-16,-6-1 4 0,10-1 1 0,-10 1 5 16,9-4 3-16,-4 1 4 0,-1-1 0 0,0-3 6 15,-1 3 16-15,-1-1 19 0,3-1 11 0,-4 1 12 16,0 0 7-16,2-2 11 0,-3 2 4 0,4 2-4 0,-4 1 0 16,2-3 4-16,-2 5-13 0,2-4 0 15,-2 4-16-15,0 0-5 0,0 0 0 0,6-1-2 16,-6 1-3-16,0 0-1 0,6 11-5 0,-6-5 1 0,0 1-2 15,3 1-3-15,1 0-6 0,-2 2-34 0,0 0-22 16,1 0-20-16,0 3-26 0,2-4-31 0,1 2-38 16,-1-1-28-16,1-4-40 0,-1 1-168 15,-1 0-430-15,3-3 190 0</inkml:trace>
  <inkml:trace contextRef="#ctx0" brushRef="#br0" timeOffset="-141886.26">18743 14857 97 0,'0'-5'292'0,"0"-3"-11"0,0 3-15 16,0 1-15-16,2 0-28 0,-2 4-25 0,0-6-19 0,0 6-23 15,0 0-16-15,0 0-12 0,0 0-17 16,2 14-8-16,0-8-9 0,-1 6-11 0,2 4-8 15,-2 5-4-15,2 2-9 0,-2 5-6 0,2 1-8 16,4 1-3-16,-7 2-8 0,5 1 1 0,-1 0 2 0,2 0-9 16,-2 0 0-16,-1 0-3 0,-3 1-5 0,1 0 1 15,6-3-4-15,-2-2-3 0,-2 0 0 16,1-9-3-16,-1 1-2 0,2 0-3 0,-2-3 1 0,0 0 0 16,-2-5-4-16,3 0-27 0,0-3-22 0,-1-1-13 15,1 0-18-15,-1-3-18 0,-1-1-29 0,3-2-28 16,-1-2-34-16,-4-1-31 0,0 0-182 0,12-6-428 15,-10 0 189-15</inkml:trace>
  <inkml:trace contextRef="#ctx0" brushRef="#br0" timeOffset="-141235.09">18772 15264 39 0,'-5'-13'225'0,"2"2"7"16,0-2 4-16,3 2-5 0,3-1-17 0,1 1-8 15,4 3-12-15,0-1-17 0,0 1-12 0,11-2-7 16,-1 3-15-16,0 1-8 0,2 1-11 0,-2-2-13 15,2 3-10-15,-3 1 1 0,2-1-3 0,-6 2-7 16,4-2-8-16,-4 2-10 0,2 1-8 0,-3-2-11 16,-2 2 1-16,-2 1-8 0,-1 0-7 0,-7 0-3 0,13 2-8 15,-7 0-5 1,-1 1 0-16,-2-1-1 0,1 1-7 0,-1 2 3 16,-3 0-3-16,0 0-6 0,0 1 3 0,0 1-2 15,0 0 0-15,0 0-5 0,0-1 3 0,1 2 1 0,1 0-7 16,0 0 2-16,0 0 0 0,2 2-1 0,0-3 4 15,1 2-5-15,1-4 1 0,-1 0-1 0,2 0 2 16,2-2-6-16,-2-1-13 0,3 0 2 0,0-2 3 0,2 0-11 16,-3-4 0-16,3-1-2 0,-2-2 3 15,-1 2-10-15,5-5 0 0,-6 2-1 0,3-4 1 16,-2-3 5-16,-3 2 3 0,-1 1 4 0,-2-1-1 0,-1 0 0 16,0 2 3-16,0-1 13 0,-2 2 2 0,-2 0-1 15,-2 0 3-15,4 2 2 0,-3 3-7 0,2-3 3 16,-3 4-7-16,0 1 5 0,-2 1-2 0,6 2 2 15,-9 1 0-15,9-1 1 0,-7 5-1 0,4-1 1 16,-1 4 0-16,3-3 2 0,1 5-3 0,0-1 3 16,1 3 1-16,2-2 5 0,-2 0-8 0,3-1 0 15,3 1 0-15,1-2 3 0,0 0 1 0,-1-1 1 16,6-2-3-16,-3 2 1 0,0-2-3 0,1-2 4 16,0-1 1-16,0-1 1 0,1-1-4 0,-3 0 1 15,4-1 0-15,-1 0 2 0,-1-2 13 0,-3 2 12 16,1-1 11-16,-2 0-4 0,3 0 5 0,-5-1-6 15,1 3 1-15,3-3-10 0,-5 3 2 0,-4 0-5 16,15 0-5-16,-10 2-4 0,4-1 0 0,-4 1-2 0,1 0 3 16,-2 2-12-16,2-2 5 0,0 3-1 15,-1-1 3-15,-2 2-8 0,1-1 3 0,0 0-1 16,1-2-5-16,-4 0 3 0,4 1 3 0,-2 1 2 0,-3-5 1 16,3 4 4-16,-3-4 3 0,2 2-6 0,-2-2-1 15,0 0-4-15,0 0 6 0,7-12-2 0,-5 6-4 16,0-2 1-16,-2 0 0 0,3-2-30 15,0-2-31-15,1 1-38 0,-2-1-54 0,0-2-62 0,2-4-72 16,-1 5-254-16,-3-5-579 0,2 2 257 0</inkml:trace>
  <inkml:trace contextRef="#ctx0" brushRef="#br0" timeOffset="-141078.84">18440 14729 160 0,'-19'-13'211'0,"5"3"-19"15,-2-1-20-15,5 6-20 0,1-2-34 0,0 1-61 16,4 3-75-16,1 1-156 0,-1 1-189 0,6 1 83 16</inkml:trace>
  <inkml:trace contextRef="#ctx0" brushRef="#br0" timeOffset="-140297.62">14667 15087 270 0,'-3'-5'355'0,"1"0"-23"0,-1 0-20 16,0 4-18-16,3 1-36 0,0 0-32 0,0-5-4 15,0 5-24-15,0 0 8 0,15 11-1 0,-3-6-12 16,3 6-26-16,7 7-7 0,1-1-20 0,-1 1-11 15,1 1-27-15,2 2 2 0,-5 4-10 0,-1-4-8 16,0 5-6-16,-5-3-11 0,2 1-6 0,-8-4-9 0,-4 6-3 16,-2 1-20-16,-6-5 14 0,-6 2-5 15,-8 1-10-15,-1 5-37 0,-8-7-30 0,-7 0-23 16,-12 4-51-16,-7-4-42 0,0 0-48 0,-2-1-60 0,14-10-61 16,-16 4-239-16,3-3-608 0,16-3 269 0</inkml:trace>
  <inkml:trace contextRef="#ctx0" brushRef="#br0" timeOffset="-139438.19">12921 15241 244 0,'-4'-12'249'0,"2"1"-4"0,0 3-8 0,0-1-12 15,2 4-12-15,0 0-19 0,-1 0-22 0,-2 0-19 16,3 5-16-16,0 0-16 0,-4-3-8 0,4 3 5 16,-7 14 4-16,3-5-4 0,-3 3 2 0,1 6 7 15,0 0-4-15,-4 2 2 0,-2 6-7 0,1 2-2 16,0-1 12-16,-1 0-27 0,0 3-7 0,4 0-3 15,-3-2-11-15,1 2-3 0,2-2-12 0,2 1 0 16,2 1-15-16,4-1 3 0,4-1 0 0,1-1-9 16,3-1-5-16,-1-7 1 0,12 4-4 0,0-2-8 15,7-2-25-15,-2-2-41 0,6-5-15 0,0-3-44 16,-3-1-33-16,5-5-43 0,-4-1-37 0,2-2-45 16,-1-3-42-16,-9 1-234 0,1-6-575 0,-1-1 254 15</inkml:trace>
  <inkml:trace contextRef="#ctx0" brushRef="#br0" timeOffset="-137889.85">13164 15395 2 0,'-4'-4'235'0,"1"-4"-4"16,2 4-3-16,-2-1-3 0,-1 1-6 0,1-1-5 15,2 0-11-15,0 1-12 0,1 4-15 0,-2-5-7 16,2 5-18-16,0-5-16 0,0 5-15 0,0 0-14 16,0 0-12-16,0 0-10 0,0 0-9 0,0 0-9 15,0 0-6-15,0 0-4 0,0 0-1 0,6 15-9 16,-6-10-3-16,1 3-1 0,2-1-11 0,-2 1-3 0,-1 2-2 16,2 1-2-16,-1-1-1 0,-1 2-3 15,0-1 1-15,0 1 0 0,0-1-3 0,0 1 3 16,0-1-5-16,1 0-3 0,-2 0 5 0,2 1-2 0,2-1 0 15,-1-2-1-15,0-1-9 0,3 2 7 0,-2-2-1 16,4 0 1-16,0-1 0 0,1-2-7 0,1-1 9 16,-2 0-12-16,6-1 3 0,-1-2-9 0,0-1-11 15,2-1-6-15,-1-2-7 0,0-2-4 0,0 1-3 16,-2-2-2-16,7-3 5 0,-3 1 2 0,-2-1 0 16,-6 1 5-16,3-1 4 0,-1-1 0 0,-1 1 3 15,-1 2 2-15,-4 0 2 0,1 1 0 0,-4-2 2 16,1 1 4-16,-1 1-4 0,0 2 8 0,0-1 2 15,0 1 0-15,-1 0-1 0,1 4 0 0,-3-3 0 16,3 3-4-16,0 0 6 0,0 0 2 0,0 0-3 16,0 0 1-16,0 0 1 0,-7 8-2 0,6-2 1 15,1-6-1-15,0 9 4 0,0-4 0 0,1 1 0 0,2 1 1 16,-2-1-3-16,2 1-1 0,0-1 3 0,-3 0-3 16,4 1 1-16,0-2 0 0,0 1 0 15,-1 0 1-15,1-1-2 0,-3-2 7 0,2 1-2 16,3 0 1-16,-2-2-1 0,-4-2 3 0,8 3-6 0,-3-1 2 15,-5-2 2-15,8-5-1 0,-4 3 1 0,1-2-4 16,-3 0 4-16,1-1 3 0,1 1-3 0,-3-2-1 16,3 0 2-16,-1 2 2 0,-2-3 4 0,1 2 1 15,-1 1 1-15,1 1-1 0,-1 0-1 0,-1 3-3 16,4-7 1-16,-3 5 1 0,-1 2-7 0,0 0-4 16,2-4 1-16,-2 4-2 0,0 0 0 0,0 0 3 15,0 0-2-15,0 0 1 0,8 8 1 0,-7-5-3 16,3 2 0-16,-2-2 1 0,0 2 1 0,1 0-2 15,0-2 0-15,0 2 3 0,2-1 0 0,-1 1-3 16,-1 0 0-16,1-2 2 0,1 0-1 0,-2 0 3 16,1 0 1-16,0 1 1 0,-4-4-1 0,10 1 2 15,-5 0-5-15,-5-1 2 0,0 0 0 0,12-6-2 0,-7 3 2 16,0 0-1-16,3 0 1 0,-2-4 8 16,-1 4 2-16,-1-2-5 0,2 1 0 0,0-3 1 15,1 2-2-15,-3 0-2 0,3 0 6 0,0 0-7 16,-4 1 3-16,3 0-6 0,-2 2 1 0,-1 0-2 0,-3 2-3 15,8-4-2-15,-8 4 5 0,6-1-4 0,-6 1 1 16,0 0 0-16,10 4 0 0,-10-4-3 0,6 4 3 16,-3 0 1-16,1-1-3 0,0 2 4 0,3 0 2 15,-1 0-2-15,1-2 1 0,3 4 0 0,-2-3 1 16,4 1 4-16,-2-1-6 0,3-1 0 0,-2 1-6 16,3-1-8-16,-3-3-4 0,2 1-6 0,2-1-1 15,-4 0 5-15,0-1-4 0,1-2 0 0,-1-2 6 16,-4 3 0-16,2-1 3 0,-3-2 2 0,-2-2 0 15,3 2-2-15,-4 0 3 0,1-3 3 0,-3 2 1 16,-1 0-1-16,0-1 0 0,-1 2 3 0,-2-2 2 16,2 3 1-16,-3-2-1 0,-2 1 0 0,2 3 0 15,0 0 2-15,-6 0-1 0,5 0-2 0,5 2 0 16,-11 1 1-16,11-1 2 0,-13 4-5 0,7-2 6 16,3 3-1-16,-1 1-1 0,-1-1 4 0,3 1-1 15,-2 3 2-15,1-1-1 0,6 2 1 0,-3-2 1 16,2-1-2-16,3 2 3 0,2 1-2 0,1-2 1 0,3-1-1 15,0 0 3-15,-3-1-2 0,7-3-1 0,-1 4-13 16,2-5-11-16,-4 1-15 0,4-3-11 0,2-2-1 16,-3 1 1-16,-1-1 2 0,1-3 6 0,-4 1 5 15,3-2 4-15,-5-1 3 0,4 1 4 0,-2-2-1 16,-3 0 6-16,-5 2 6 0,4-3 16 0,-3 1 14 16,-1-1 12-16,-3 3 14 0,4-2 6 0,-4 1 4 15,1 2 4-15,-1-1 0 0,0 1-1 0,0 0-2 16,0 1-5-16,-1-1-8 0,1 5-8 0,-4-4-2 15,4 4-2-15,0 0-7 0,0 0 4 0,0 0-10 16,-14 5 5-16,11 0-6 0,-1-1-1 0,0 1-1 0,0 0-2 16,-1 2 1-16,1 1-2 0,-2-1-4 0,6 1 2 15,-3-2-2-15,1 2 3 0,2-2-3 16,-2 1 0-16,4-1-2 0,-2-1 4 0,2 1-5 0,1-1 3 16,-2-2 0-16,2 0-2 0,1 1 3 0,-4-4-2 15,11 0 3-15,-11 0-4 0,15-5-3 0,-7 2 2 16,4-1 1-16,-3 0-4 0,0-2 0 15,2 0 6-15,-3-1-6 0,-1 2 3 0,0-3 5 0,1 2-10 16,-1-2 2-16,-2 2 2 0,3-1-1 0,-5 2-2 16,1 0 0-16,2 0 2 0,-2 0-1 0,-3 0-2 15,2 2 4-15,0 0-5 0,-3 3 6 0,5-4-6 16,-1 1-3-16,-4 3 0 0,9-2 1 0,-9 2 2 16,10 2 2-16,-4 1-3 0,0-2 4 0,1 2 0 15,1 0-3-15,-2 1 1 0,5 1 2 0,-3 0 2 16,-1 0-5-16,2 2-1 0,-2-1 1 0,2 1 1 15,1-1-2-15,-6 1 4 0,4-1-1 0,-3-1-1 16,-2 0 1-16,1 0-3 0,-1-1 5 0,0 0 1 16,-2 0-3-16,1-1 5 0,-2-3 13 0,1 5 17 15,-1-5 12-15,0 0 19 0,0 0 11 0,0 0 7 16,0 0 3-16,0 0 12 0,0 0-23 0,0 0-9 16,-11-13-5-16,11 8-9 0,0 1 0 0,1-3-7 0,-1 0-10 15,3 0-4-15,1-3-37 0,2-1-47 0,-1 1-28 16,4 0-55-16,-3-1-47 0,2-1-55 0,3-3-68 15,-4 3-287-15,0-3-643 0,-2 1 284 0</inkml:trace>
  <inkml:trace contextRef="#ctx0" brushRef="#br0" timeOffset="-137717.98">13946 15236 64 0,'-13'-4'359'0,"0"1"-13"15,5-2 0-15,-3 0-37 0,6-1-22 0,-1 3-29 16,1-2-24-16,2 3-27 0,-1-1-22 0,1 1-21 16,3 2-52-16,-5-5-70 0,5 5-78 0,0 0-83 15,0 0-86-15,0 0-221 0,0 0-461 0,11 11 205 16</inkml:trace>
  <inkml:trace contextRef="#ctx0" brushRef="#br0" timeOffset="-136389.9">15507 15041 75 0,'-2'-3'237'0,"2"-2"-18"15,0 5-20-15,-1-6-23 0,1 6-21 0,-2-4-15 0,2 4-12 16,0 0-17-16,0 0-9 0,0 0-9 0,2 13-6 15,-1-9-8-15,-1 4-8 0,5-3-1 0,-3 4-11 16,4-3-8-16,-3 3-4 0,1-4-5 0,5 3-2 16,-3 0-4-16,1-3 1 0,0 1-8 0,-3-2-1 15,3 0 3-15,1-1-5 0,-3-1 0 0,-1-1 10 16,-4-1 1-16,10 0-2 0,-10 0-4 0,9-5-3 16,-6 0-3-16,-2 0-1 0,-1-1-5 0,0-1-1 15,-1 2-2-15,0 0-5 0,-1-3-13 0,-3 2-25 16,1 1-49-16,1-2-38 0,1 3-59 0,-3 2-208 15,5 2-412-15,-8-2 183 0</inkml:trace>
  <inkml:trace contextRef="#ctx0" brushRef="#br0" timeOffset="-129409.24">11816 16548 104 0,'-1'-6'121'0,"-2"3"3"16,1-2-10-16,0 1-1 0,1-1-3 0,1 5-5 15,0-9-7-15,0 5-4 0,-3-1-10 0,6 0-7 16,-3-1-7-16,0-1-3 0,0 2-4 0,3-1-11 16,-3-1-1-16,2 1-3 0,-2-2-8 0,3 2 1 15,-2 0 4-15,-1-6 0 0,0 7-8 0,0-4 0 16,3 1-3-16,-6 1-1 0,3-1-3 0,-1 3 0 15,-2-3-5-15,-2 2 0 0,2-1 1 0,-1 2 1 16,0-1-7-16,0 1-1 0,-5 1-6 0,3 0 2 16,-1 0-5-16,0 1 0 0,-1 1-4 0,0-1 6 15,0 2 0-15,0 0-9 0,2 0 4 0,-6 1-3 16,5 1-2-16,-2-1 6 0,2 1-5 0,-3 2-1 0,6-2 4 16,-4 3-6-16,1-1-3 0,1 0 3 15,1 1 4-15,0 1-3 0,1 1 2 0,0-1 6 16,1 0 1-16,0 2 6 0,2 0 0 0,-1 0 10 0,1 0 8 15,1 3 0-15,0-3-6 0,0 4 4 0,0-1 6 16,3 0 0-16,0 2 2 0,-2-1 3 0,2 2-3 16,1 1 8-16,-1-1-10 0,2 4 3 15,-1 0 3-15,4-1-5 0,-1-1-2 0,-3 3-5 0,2 0 1 16,-2 0-3-16,4 0-3 0,-3-1-12 0,3-2 3 16,-1 3-3-16,0-1-3 0,2 1 2 0,-2-2-1 15,0 2-3-15,1 0 1 0,-1-1 7 0,1-2-7 16,-2 3-2-16,1-3 0 0,-1 3-2 0,0-2-2 15,-2-2-1-15,-3 0 5 0,3 2-3 0,-1-2-4 16,-2 2 7-16,2 1-6 0,-3-5 5 0,0 3-4 16,0 1-4-16,3-3 7 0,-2 1-1 0,-2 0 0 15,1-1-2-15,0-1 4 0,0 2 0 0,-3-2-4 16,6 1 1-16,-3 0-3 0,0 0 3 0,1-2-1 16,-2 2-1-16,2-1-1 0,-2-1 0 0,2-1 1 15,1 2-2-15,-2-2 4 0,2-1-2 0,1-1-1 16,-2 0-1-16,-1-1-1 0,0 1 2 0,3-4 0 15,-6 1 3-15,3 2 0 0,0-2-3 0,0-2 3 16,4 2-4-16,-4-5 0 0,-1 4 2 0,1-4-1 16,0 6 3-16,0-6-3 0,1 5 5 0,-1-5-2 15,0 0-1-15,0 0 4 0,0 0-6 0,0 0-8 16,0 0-21-16,0 0-24 0,0 0-25 0,0 0-32 16,0 0-26-16,-1-16-32 0,1 11-33 0,0 5-28 15,0-9-150-15,0 3-409 0,-3 2 182 0</inkml:trace>
  <inkml:trace contextRef="#ctx0" brushRef="#br0" timeOffset="-128721.76">11611 16903 21 0,'-6'-2'187'0,"2"-1"-4"16,0 0-2-16,4 3-1 0,-8-5-15 0,8 5-13 16,-4-2-9-16,4 2-15 0,0 0-19 0,0 0-7 0,0 0-5 15,0 0-3-15,0 0 2 0,0 0 0 0,18 5-12 16,-6-4-9-16,0 0-5 0,2 2-7 16,0-2-6-16,7 1-7 0,0 0-3 0,-1 1-6 15,0-3 2-15,2 2-8 0,1-2-6 0,-5 0-3 16,6 0-1-16,-13 1 0 0,4 0-7 0,-2-1-3 0,0 0 2 15,-2 0-2-15,-3 0 3 0,-1-1-3 0,1 1-4 16,-8 0 1-16,11-1 0 0,-11 1 0 16,8-2 0-16,-4 0 2 0,-4 2-3 0,0 0-1 15,4-2 1-15,-4 2-1 0,0 0-1 0,0 0 2 0,0 0-5 16,-9-8 0-16,9 8 0 0,-8-4 1 0,4 3-4 16,-5-2 4-16,0 2-1 0,-1 0 2 0,-2-2-1 15,-3 2 3-15,3 1-3 0,-3 0 3 0,1 0-1 16,-2 0 0-16,4 0-2 0,-2 1-1 0,2 1-2 15,1-2 0-15,0 0 0 0,4 2-1 0,1-2-4 16,6 0 4-16,-10 3-3 0,10-3 2 0,-7 2 1 16,7-2-2-16,0 3 4 0,0-3 2 0,0 0-2 15,8 4-2-15,-8-4 1 0,11 1 4 0,-8 0-6 16,-3-1 0-16,11 2 0 0,-6-1-4 0,-5-1 2 16,11-1 0-16,-11 1 0 0,8 0 2 0,-2 0 0 15,-6 0 1-15,9 1 0 0,-9-1-3 0,7-3 2 16,-7 3 4-16,0 0-8 0,0 0 1 0,7 3-7 15,-7-3-14-15,0 0-11 0,0 0-8 0,0 0-14 16,0 0-15-16,0 0-29 0,0 0-19 0,0 0-37 16,0 0-30-16,0 0-33 0,0 0-120 0,0 0-364 15,0 0 162-15</inkml:trace>
  <inkml:trace contextRef="#ctx0" brushRef="#br0" timeOffset="-128034.28">13973 5491 33 0,'27'-106'86'0,"0"3"-13"15,6 8-8-15,0-1-20 0,9 3-10 0,3 5-21 16,-19 30-73-16,20-29-63 0,-12 3 28 0</inkml:trace>
  <inkml:trace contextRef="#ctx0" brushRef="#br0" timeOffset="-124347.26">14667 949 19 0,'-3'-4'319'0,"1"-7"-1"16,0 0 1-16,-2 4 0 0,3 1-2 15,-1-2-17-15,1 0-5 0,0 1-12 0,1 2-18 16,0 2-26-16,0 3-26 0,-2-5-18 0,2 5-29 16,0-6-20-16,0 6-21 0,0 0-14 0,0 0-16 0,0 0-12 15,0 0-4-15,2 14-11 0,-1-7-5 0,2 6-7 16,-2 3-1-16,3-1-8 0,0 4 11 16,-1 3-25-16,1-2-6 0,-1 7 12 0,6-2 0 15,-3 2-9-15,3 3 3 0,3 1-37 0,0-6 1 0,-3-7-8 16,-5 0-20-16,3-1-29 0,-2-1-17 0,-2-3 14 15,-3-3-28-15,3 2-35 0,-2-6-43 0,-1 1-56 16,0-1-50-16,2-2-43 0,-2-4-233 16,0 3-596-16,0-3 264 0</inkml:trace>
  <inkml:trace contextRef="#ctx0" brushRef="#br0" timeOffset="-124112.9">14679 796 177 0,'0'-10'174'0,"4"9"-13"0,-4 1-23 0,0-6-14 16,0 6-10-16,4-5-22 0,-2 2-31 0,-2 3-47 15,8-5-51-15,-4 5-55 0,0-3-63 0,4 0-167 16,-4-2 74-16</inkml:trace>
  <inkml:trace contextRef="#ctx0" brushRef="#br0" timeOffset="-123331.68">14674 864 117 0,'0'-4'237'0,"0"4"-8"16,-1-4-5-16,1 4-15 0,-3-5-1 0,3 5-12 15,0-5-14-15,0 5-6 0,0 0-14 0,0-7-14 16,0 7-9-16,0 0-13 0,1-4-13 0,-1 4-11 16,3-3-14-16,-3-2-10 0,0 5-4 0,12-2-13 15,-6 1-7-15,0-1-1 0,4 0-4 0,-2 1-11 16,3 1-3-16,1 0-3 0,-1 0-4 0,4 0-11 15,-3 0-21-15,2 1-19 0,-2 0-10 0,3-1-14 16,-3 0-13-16,-1 3-8 0,0-3-17 0,-4 2-19 16,2-1-11-16,-5 1-24 0,5-2-22 0,-4 3-23 15,2-2-9-15,-3 0-134 0,-4-1-353 0,3 4 156 16</inkml:trace>
  <inkml:trace contextRef="#ctx0" brushRef="#br0" timeOffset="-122985">14694 1117 84 0,'0'0'188'0,"4"2"2"16,2 2-6-16,-1-3-11 0,2 1-10 0,0-1-12 0,1 2-15 16,4-1 0-16,1 0-22 0,1-1-13 0,-3-1-7 15,3 0-9-15,2 0-14 0,-5-1-1 16,4 2-10-16,-4-1 0 0,4-3-10 0,-3 3-19 15,-1 0-26-15,-2-3-23 0,-3 1-28 0,2 2-29 16,-1-1-29-16,0-1-18 0,-2 1-30 0,-5 1-120 0,6-2-294 16,-6 2 130-16</inkml:trace>
  <inkml:trace contextRef="#ctx0" brushRef="#br0" timeOffset="-122460.2">15201 1071 164 0,'0'-8'241'0,"-1"3"-15"15,1 5-18-15,-4-5-17 0,2 1-11 0,2 4-24 16,-6-3-13-16,-1 2-17 0,7 1-15 0,-9 0-12 16,9 0-13-16,-14 4-10 0,3 0-6 0,4 2-8 15,-3 2-7-15,-3 1 2 0,6 1-10 0,-2 0-6 16,-2 5-2-16,3 0 1 0,-1 3-8 0,-1-4-3 16,6 3-2-16,-2 1 1 0,2-2-4 0,4-2 6 15,0 1-9-15,0-2-2 0,4 2 5 0,2-5-4 16,-1 1-2-16,10 4 2 0,-3-5-2 0,5-2 0 15,-1 0-1-15,4-3-1 0,1-2-2 0,-1-1-8 16,-1-2-8-16,1-2 1 0,1 1-2 0,-2-3-2 0,-4-4 1 16,0 3 1-16,-3-1 0 0,-2-2 0 15,1 0 0-15,-6-2 4 0,3 0 11 0,-3 1 7 16,-3-2 7-16,-2 4 6 0,-1-2 5 0,0-1 2 16,-2 3 6-16,-1 1-10 0,-3-3-3 0,4 3-5 15,-6 1 3-15,2 3-7 0,-3-3-5 0,3 1 0 0,-2 2-4 16,2 0 1-16,-1 2-5 0,-2-3 2 15,4 2-1-15,6 1-5 0,-14 0 0 0,6-1 0 16,8 1-2-16,-9 1-4 0,9-1-8 0,-10 0-23 16,10 0-23-16,0 0-21 0,0 0-20 0,-7-1-29 0,7 1-78 15,0 0-59-15,0 0-139 0,14-9-434 0,-9 4 192 16</inkml:trace>
  <inkml:trace contextRef="#ctx0" brushRef="#br0" timeOffset="-121694.6">15770 1075 140 0,'-4'-5'251'0,"4"0"-7"16,0 5-13-16,-4-7-19 0,1 4-14 0,-1 1-28 0,-2-2-14 16,-1 4-16-16,7 0-18 0,-18-3-11 0,7 5-9 15,0 1-9-15,-4-2-3 0,0 1-4 0,-4 4-7 16,3 1-2-16,-2 2-8 0,2 0-5 0,0-1-5 16,3 2-4-16,-3-1-6 0,5 2-4 15,-2 3-3-15,3-4-5 0,2 0 2 0,-1 1-8 0,4-1-2 16,0 1-2-16,1 0-1 0,2 1-4 0,4-2 1 15,0 0 4-15,5-1-3 0,1 0 0 0,3 0-2 16,7-2 0-16,1 0-2 0,1-1-3 16,3 0-7-16,-1-4-15 0,0 0-20 0,1-2-19 0,-2-2-12 15,2 1-9-15,0 0-7 0,-3-5-7 0,3 0 0 16,-5 1 3-16,-2-2 5 0,1-1 7 0,-6 1 8 16,2-1 8-16,-3 0 6 0,-1 0 5 0,3 0 16 15,-6-1 19-15,-1 3 25 0,-1 1 16 0,-1-1 23 16,4-1 12-16,-6 1 2 0,-1 1 14 0,3 0 8 15,-2 0 9-15,-1 2 7 0,2-2 7 0,0 0 13 16,-2 2-4-16,0 3-5 0,0 0-2 0,3-8-7 16,-3 8-2-16,1-2-16 0,-1 2-10 0,0 0-15 15,0 0-4-15,0 0-13 0,3-4-9 0,-3 4-5 16,0 0-9-16,0 0 2 0,0 0-26 0,3 10 27 16,-2-5-16-16,-1 0 2 0,0 3-2 0,0-2 0 15,3 2-10-15,-1 2 8 0,4 1-4 0,-3 0-1 16,-2-1 12-16,3 0-29 0,0-1 13 0,2 1 2 15,-2 0-2-15,5 0 0 0,-2-2-13 0,0 0 18 16,1-2-9-16,3 0-10 0,1-1-6 0,1 0-15 16,0-4 10-16,2-1-4 0,-1 0 4 0,4-1-10 15,-4-1 7-15,0-2 9 0,1-4-5 0,1 2-4 16,1-6 4-16,-1 1 5 0,-1-4 2 0,-1 3-1 16,-2-4 2-16,-3 0-1 0,0-1 5 0,-3-1 1 15,-2 1 16-15,0 0 8 0,-2 5 6 0,-6-2 2 16,4 1 6-16,-2-1-11 0,1 2 1 0,-2 1 4 15,1 1-14-15,-1 2 2 0,0 1 4 0,-1 1-7 16,1 3-9-16,-1-1-6 0,0 1-4 0,4 3-16 16,-11 0-34-16,11 0-36 0,-7 4-27 0,3 1-20 15,2 0-17-15,0 2-22 0,1 0-24 0,-2 1-29 16,7 0-29-16,-4-1-27 0,7 4-233 0,-3 0-561 16,0-7 249-16</inkml:trace>
  <inkml:trace contextRef="#ctx0" brushRef="#br0" timeOffset="-121319.61">16635 1053 30 0,'3'-2'324'0,"-3"2"-17"0,0-6-20 16,0 6-29-16,0-6-24 0,-3 2-19 0,3 4-23 15,-4-5-24-15,-3 4-15 0,7 1-14 0,-7-3-15 0,7 3-11 16,-12 1-15-16,4 1-5 0,4 0-14 15,-3 1-9-15,-1-1-1 0,1 2-9 0,3-2-6 16,-3 2-3-16,3 3-5 0,-1-1-4 0,1-1-1 16,1 6-3-16,2-1-5 0,1-1 2 0,1 2-1 15,2 0-12-15,1 0 9 0,4 3-4 0,0-3 0 0,6 4 2 16,-1-1-9-16,2-1-9 0,2 1 9 16,-1-2-3-16,0 0 0 0,-2-2 1 0,5 2 2 15,-8-3-6-15,1-3 0 0,-4 1 1 0,3-1-7 16,-3-2 2-16,-2 0-3 0,-2 0 5 0,0-1 1 0,-1 0 5 15,-3-3 3-15,5 4 7 0,-5-4-9 0,0 0-3 16,-15 1 2-16,3-2-4 0,-2-1 0 0,2 2-2 16,-3-1-2-16,-1 0 0 0,2 1-2 15,-1-1-33-15,0-2-44 0,1 3-53 0,2-2-59 16,6 2-74-16,0-4-58 0,1 4-181 0,-1-3-535 0,6 3 236 16</inkml:trace>
  <inkml:trace contextRef="#ctx0" brushRef="#br0" timeOffset="-120835.26">17166 843 261 0,'-3'-5'375'0,"3"1"11"0,0 4-26 0,3-8-22 16,-3 6-20-16,0 2-34 0,0-5-24 0,0 5-44 0,0 0-22 16,0 0-21-16,0 0-22 0,0 0-18 0,0 0-14 15,4 20-1-15,1-9-10 0,-2 6-11 0,2 1-13 16,-2 0-10-16,4 6-1 0,-3-3-8 16,5 7-9-16,-3 0-5 0,1 1 0 0,0-3-12 0,0 1 3 15,0 3 2-15,0-4-12 0,2 0 1 0,-4-5-1 16,0-1-4-16,2-2-6 0,0-2 2 0,-3-1-36 15,0-4-23-15,-1 1-26 0,-2-6-24 0,2 3-17 16,-2-3-7-16,0-1-1 0,2-4-16 16,-3-1-50-16,0 0-65 0,0 0-58 0,0 0-249 0,7-9-593 15,-10-3 263-15</inkml:trace>
  <inkml:trace contextRef="#ctx0" brushRef="#br0" timeOffset="-120599.44">17172 846 10 0,'-5'-2'339'0,"4"-2"8"15,-2 2-5-15,3 2-9 0,-4-5 2 0,4 5-21 16,-1-7-10-16,1 7-35 0,1-5-30 0,-1 5-20 16,4-4-14-16,0 1-32 0,1-2-21 0,2 4-13 15,0-1-19-15,4 0-4 0,-2 1-15 0,5-1-17 16,1 2-23-16,-1-2-46 0,0 2-28 0,6 0-24 0,-1 2-34 15,-6 0-30-15,5-1-30 0,-4 1-28 16,-1 1-26-16,1 0-47 0,-1 2-28 0,-3-1-20 16,-1 0-178-16,-4 0-497 0,-3 0 220 0</inkml:trace>
  <inkml:trace contextRef="#ctx0" brushRef="#br0" timeOffset="-120380.7">17212 995 3 0,'-3'3'289'16,"0"-1"8"-16,-1 1 0 0,4-3-3 0,0 0-9 0,-5 3-16 16,5-3-14-16,0 0-13 0,0 5-32 0,0-5-24 15,0 0-7-15,0 0-37 0,0 0 2 16,12 4-13-16,-6-2-13 0,5-1-10 0,2 2-5 16,-2 2-20-16,9-2-4 0,-2 1-23 0,5-1-31 0,-1 0-37 15,4 0-22-15,-6 0-33 0,5 0-31 0,-5 0-29 16,1-1-32-16,-1 3-23 0,0-3-47 0,-2 2-36 15,-3 0-172-15,-8-2-474 0,5-1 209 16</inkml:trace>
  <inkml:trace contextRef="#ctx0" brushRef="#br0" timeOffset="-118818.25">17378 797 107 0,'0'0'134'0,"0"0"-1"0,0 0-5 0,0 0-3 16,0 0-6-16,1-4-6 0,-1 4-13 0,3-4-6 15,-3 4-6-15,0 0-9 0,0 0-9 0,4-4 0 16,-4 4-8-16,0 0-10 0,0 0-3 0,0 0 0 16,0 0-8-16,0 0 1 0,0 0-11 0,1-2-4 15,-1 2 0-15,0 0-5 0,0 0-2 0,0 0-3 16,0 0-3-16,0 0 0 0,0 0 3 0,0 0-7 16,-19 2-3-16,19-2 1 0,-9 0 0 0,2 0-4 15,7 0 3-15,-12 3-1 0,2-2-6 0,6 3 4 16,-7-3 0-16,3 3-5 0,0-3 2 0,0 3 5 15,-2-1-5-15,3 0-1 0,1 2 1 0,-2 0 0 16,2-3 2-16,-2 3-3 0,1-1 5 0,1 1 1 16,0 0-5-16,-2 3 4 0,2-1-5 0,2-2-3 15,-3 2 4-15,2 0 1 0,2-2 3 0,-2 3-3 16,2-1-3-16,0 1 4 0,2 2 10 0,-2 0-11 16,0-3-1-16,1 3 2 0,0-4 5 0,0 3 27 15,-1-1 1-15,6 1 0 0,-6 1-6 0,6-2 3 16,-6 2 7-16,6 1 4 0,-6-4-1 0,3 3-2 15,3 2-5-15,-1-2 2 0,-2 0 16 0,3-2-1 16,-2 3-3-16,-1 1-5 0,3-1-2 0,-1-4-4 16,-1 4-5-16,0-3-3 0,-1 1 0 0,6 2 1 15,-5 0 13-15,1-4 4 0,2 4-6 0,-3-1 2 16,4-1-3-16,-1 3-5 0,-4-5 1 0,3 3-3 16,1 1-2-16,-1-3 2 0,1 2 14 0,-1 3-3 15,1-8-4-15,-1 6 0 0,3-3-6 0,-3 1-5 16,0-1 0-16,1 0-2 0,0-1-1 0,0 1-5 15,0 1-3-15,-1-2-2 0,2 1-8 0,-1-2 6 16,0 1 0-16,-1 0-2 0,1 1-1 0,2 0 0 16,-5-2-3-16,6 2-1 0,-5-2-4 0,3 0 6 15,0 4-2-15,-4-4 8 0,4 1-12 0,-1 0-2 16,0-1-5-16,-3 3 4 0,4-3 3 0,-2 1-3 16,0-2-1-16,1 2 5 0,0 2-6 0,-1-3 3 15,1 3 5-15,0-3-7 0,0 1 6 0,0-1-4 16,-3 0-5-16,2 1 9 0,1-1-1 0,-1 1-6 15,0-1 1-15,-2-1 3 0,3 0-2 0,-4-1-3 16,3-1 4-16,-3-3-3 0,4 5 4 0,-3-2 1 16,-1-3-5-16,3 5-17 0,-3-5-20 0,0 0-23 15,0 0-23-15,0 0-42 0,0 0-71 0,0 0-70 16,0 0-238-16,0 0-545 0,1-16 241 0</inkml:trace>
  <inkml:trace contextRef="#ctx0" brushRef="#br0" timeOffset="-118255.77">17049 1091 159 0,'0'0'201'0,"-11"0"-10"0,11 0-9 0,-6 3-13 0,6-3-14 16,0 0-12-16,-8 1-14 0,8-1-14 0,-5 1-11 15,5-1-8-15,0 0-11 0,0 0-3 16,1 7 7-16,-1-7 35 0,4 4-3 0,2 0-9 16,6-3-10-16,0 4-7 0,2-3-11 0,5 1-7 15,4-1-9-15,-3-2-5 0,6 2-5 0,-3-2-5 0,0 0-7 16,-2-2-4-16,1 2-3 0,-6-2-6 15,0-2 2-15,-2 3-4 0,-1-5 0 0,-4 2-1 16,-4 1-9-16,3-1 0 0,-4-2-2 0,0 1-7 16,-1 2-5-16,-6-5 1 0,2 3 1 0,-5 2-7 0,1-4-1 15,-6 2 5-15,2 2-6 0,-5-1-1 0,3 1 2 16,-6-1-3-16,3 1 3 0,-4 3 1 16,3-1-4-16,-1 1 1 0,2 1-1 0,1 0-2 15,1-1 4-15,-1 2-5 0,1-1-13 0,2 2-25 16,2 0-32-16,3-1-28 0,-5-1-31 0,6 0-39 0,0 2-43 15,4-3-197-15,-4 6-447 0,4-3 198 0</inkml:trace>
  <inkml:trace contextRef="#ctx0" brushRef="#br0" timeOffset="-117448.33">15045 1944 274 0,'-9'0'294'0,"3"1"-7"0,6-1 2 0,-9 0-4 16,9 0 6-16,0 0-17 0,0 0-5 0,0 0-10 16,0 0-2-16,32-5-26 0,9 3-17 15,22-2-17-15,36 4-22 0,7-5-18 0,3 0-14 16,5 0-10-16,7 2 6 0,3-4 1 0,0 6-4 0,5-1-6 16,4 4-4-16,1-7-2 0,-1 0-6 0,-2-4-6 15,-9 4-12-15,-2 0 0 0,-5-3 0 16,-10 5-2-16,1-11-11 0,-38 12-9 0,4-1-3 0,-5-2-12 15,-6-4-7-15,-8 4-2 0,-12-1-6 0,-5-1-6 16,-2 0-6-16,-4 2-22 0,-7 0-36 0,-5 2-44 16,0-4-40-16,-6 4-58 0,-1-2-60 0,-3 3-64 15,-7-2-91-15,2 3-92 0,-3 1-244 0,-11-8-773 16,-1 2 342-16</inkml:trace>
  <inkml:trace contextRef="#ctx0" brushRef="#br0" timeOffset="-115415.64">12238 16672 78 0,'0'0'175'0,"0"-6"-1"0,1 4 2 16,-1 2-1-16,4-5 0 0,-2 2-5 0,0-1-5 16,-2 4-4-16,0-6-8 0,0 2-10 0,0 4-8 15,0-6-11-15,0 6-9 0,-2-5-10 0,2 5-7 16,-2-3-5-16,2 3-5 0,0 0-9 0,-4-5-4 16,4 5-5-16,0 0-12 0,-1-4-5 0,1 4-5 15,0 0-6-15,0 0-8 0,0 0-4 0,-12 3 2 0,12-3-8 16,-7 4 2-16,1 0-6 0,1 1-1 0,-2 1-1 15,-1 1 3-15,5 2 1 0,-6-1 3 16,1 1 0-16,-1 1-11 0,1-1 3 0,4 3-1 0,-7-1 20 16,7 1-3-16,-4 1-1 0,5-1 0 0,-1 1-4 15,0 1 1-15,3-3-1 0,-2 4 2 0,6-2 7 16,-2 0 10-16,3 0-5 0,0 0-7 0,2 2-1 16,-1-2-4-16,-1 0-2 0,3 2 2 0,4 2-2 15,-4-5-4-15,-2-2 0 0,2 0-8 0,2 2 2 16,3 2 10-16,-3-4-18 0,-1 0 5 0,2 1-5 15,-1-3 4-15,1 2 2 0,-1-3 0 0,4 2-9 16,-4-2-5-16,0-2 4 0,1 1 4 0,-1-3-6 16,-2 1 3-16,3-2 10 0,-3 1-11 0,2 0-3 15,-1-2-8-15,1 1-15 0,0-4-18 0,0 2-16 16,-3-1-18-16,2-2-20 0,-2 3-19 0,2-3-19 16,-3 2-29-16,1-2-18 0,-1 1-27 0,-1-1-21 15,0-1-23-15,4 2-177 0,-5-2-461 0,-2 0 205 16</inkml:trace>
  <inkml:trace contextRef="#ctx0" brushRef="#br0" timeOffset="-114775.03">12608 16750 183 0,'1'-3'194'0,"-1"3"-3"0,7-5-1 15,-6 1-3-15,-1 4-4 0,3-4-2 0,0 1-9 16,-3 3-7-16,0 0-11 0,4-1-9 0,-4 1 5 15,0 0-10-15,1-6-11 0,-1 6-12 0,0 0-4 0,3-4-4 16,-3 4-11-16,0 0-7 0,3-3-3 0,-3 3-12 16,0 0-7-16,0 0-6 0,0 0 3 15,0 0-20-15,0 0-2 0,0 0-6 0,0 0-6 16,0 0-6-16,0 0 2 0,0 0-5 0,0 0 0 0,0 0-6 16,-11 13-1-16,4-9-1 0,0 1 1 0,1 0 4 15,-3 3 0-15,1-1-1 0,-4 1-1 0,4-2-3 16,-2 6 5-16,-2-6-2 0,1 5-7 0,0-2 2 15,0 0 1-15,-1 0-7 0,2 0 1 0,1 0 6 16,-2-1-5-16,3 2-3 0,1-2-3 0,2 0 2 16,-2 1 0-16,1-4-1 0,2 1-3 0,3-1 2 15,-7 1-5-15,7-4-9 0,-1 3-19 0,0-2-20 16,2-3-12-16,-2 5-12 0,2-5-21 0,0 4-23 16,0-4-27-16,0 0-28 0,0 0-23 0,0 0-24 15,0 0-4-15,0 0-14 0,0 0-125 0,0 0-392 16,16-6 174-16</inkml:trace>
  <inkml:trace contextRef="#ctx0" brushRef="#br0" timeOffset="-114337.55">12420 16775 90 0,'0'0'194'0,"0"-3"0"15,0 3-3-15,0 0-5 0,0 0-9 0,0 0-10 16,0-5-9-16,0 5-17 0,0 0-9 0,0 0-18 16,0 0-11-16,0 0-16 0,0 0 17 0,0 0-5 15,0 0 1-15,11 12-3 0,-10-8-7 0,2-1-6 16,1 1 6-16,-1 1 3 0,4 1-7 0,-3 0-6 15,4 0-6-15,0 1-7 0,3 0-4 0,1-2-5 16,-1 5-9-16,0-3 4 0,1-1-15 0,3 4-4 16,-1-2-3-16,-1 0-2 0,-2 0 2 0,0 0-11 15,4 3-1-15,-4-5 9 0,1 1-13 0,-5 0-2 16,1-2 4-16,0 4-4 0,-5-5-3 0,4 0 1 16,-3 0-2-16,-3 1-1 0,2-2 2 0,-1-1-3 15,1 1-1-15,-3-3-1 0,0 0 0 0,6 4 2 0,-5-2-7 16,-1-2-5-16,0 0-8 0,0 0-18 0,0 0-17 15,0 0-23-15,0 0-20 0,0 0-19 16,0 0-28-16,0 0-26 0,0 0-18 0,-12-11-21 16,9 7-11-16,2-1-173 0,1 5-418 0,-3-5 186 0</inkml:trace>
  <inkml:trace contextRef="#ctx0" brushRef="#br0" timeOffset="-113821.94">12738 16644 229 0,'0'0'314'0,"0"0"-14"0,0 0-3 16,4-2-13-16,-4 2-11 0,0 0-11 0,6-1 0 16,-6 1-32-16,0 0-17 0,5-2-18 0,-5 2-12 15,10-3-18-15,-10 3-25 0,16 5 10 0,-10-4-27 16,2 0-12-16,3 3-5 0,-2-2-6 0,2 2 3 15,0 3-5-15,0-1-11 0,2 0-8 0,-3 2-4 16,1 0-10-16,1 1-4 0,-4 0-3 0,3 1-18 16,-1 0 8-16,-1 0-8 0,1 2-1 0,-2 0-5 15,1-1 0-15,-2 1-2 0,-1-1-3 0,1 1-3 16,-5-1-7-16,3 1 1 0,0-1-3 0,0 1 0 16,-5-2-1-16,3 1-4 0,-6 0 2 0,3-1-2 15,0 2 1-15,-1-4 0 0,-2 4-2 0,0-5-9 16,-1 2 11-16,0-2-3 0,2 1-2 0,-7-1-1 15,5 0 0-15,0-1 1 0,-3-2 3 0,-1 1-8 16,4-2-5-16,-3 0-26 0,3 0-17 0,0 1-23 16,-1-3-28-16,5-1-21 0,-10 3-28 0,9-2-35 15,1-1-40-15,-8 0-50 0,8 0-51 0,0 0-284 16,-14-4-654-16,14 4 289 0</inkml:trace>
  <inkml:trace contextRef="#ctx0" brushRef="#br0" timeOffset="-89418.61">12008 17407 42 0,'0'0'188'0,"4"-5"-8"0,-2 3 1 0,-2 2-1 16,2-5 0-16,-2 5 3 0,4-7-1 0,-4 7-6 15,2-2-2-15,-2 2-8 0,0 0-8 0,1-4-7 16,-1 4-9-16,0 0-11 0,0-4-14 0,0 4-8 15,0 0-10-15,4-2-14 0,-4 2-8 0,0 0-6 16,0 0-7-16,0 0-12 0,0 0-3 0,0 0-7 16,0 0-4-16,0 0-6 0,0 0-5 0,0 0-1 15,0 0-4-15,0 0 2 0,0 0-5 0,-4 12-4 16,3-8 0-16,1-4 1 0,-2 8-3 0,0-2-3 16,0 1 1-16,2-3 2 0,-2 3-5 0,0 1 1 15,2 2-3-15,-3-2-3 0,2-2 6 0,1 4-3 16,0 2 4-16,0-5-7 0,1 3 8 0,-1 0-8 15,3-2-3-15,-3 2 31 0,4-4 21 0,-2 2-26 16,3 1-1-16,3-3-4 0,-4 1 3 0,2-3-5 0,-1 0-3 16,2 2-1-16,1-5 4 0,3 0-6 0,-4 1-4 15,3-2 1-15,-4-2 1 0,6 0-4 16,-2-2 1-16,1-3 4 0,-2 2-7 0,0-1 4 16,1-2-6-16,-2-2 2 0,-2 2 1 0,1-1 5 0,-2 1-7 15,0 0 1-15,0 0-5 0,-3 0 3 0,0 1-1 16,1 2-3-16,-3-3 8 0,2-1 4 0,1 4-11 15,-3-2 2-15,-3 0-1 0,3 3-1 16,0 0-5-16,-2-3 0 0,2 7 5 0,0-7-1 16,0 5-4-16,-2-4 4 0,2 6-6 0,0 0 0 0,2-5-4 15,-2 5 5-15,0 0-3 0,0 0 6 0,0 0-3 16,0 0 8-16,0 0-3 0,-2 13-2 0,2-13 1 16,0 7-4-16,0 1 2 0,2-5 1 15,-2 2 3-15,2 1 6 0,1 2-8 0,-2-4 1 0,2 1-1 16,1 1 2-16,0 0-3 0,0-1 6 0,0 0 2 15,0 1-4-15,2-1-1 0,-2-1-1 0,1 0 1 16,-1-2 1-16,3 3-4 0,-4-3-2 0,2 3 6 16,1-2-4-16,2-1 5 0,-4 1-1 0,3-1 0 15,-3 1 2-15,-4-3 0 0,10 3-5 0,-5-3 0 16,-5 0 4-16,8 0 1 0,-4 1-1 0,-4-1 4 16,0 0 1-16,10 0-3 0,-10 0-1 0,5-6 0 15,-1 4 2-15,0-1 1 0,-4 3-6 0,2-7 13 16,-1 1-1-16,-2 0-4 0,-1-1 4 0,1 2 11 15,-2-2-13-15,-1 1 3 0,0 1 1 0,0-3-4 16,1-1-8-16,-1 0 9 0,0 0-1 0,-3 1 3 16,2 0-5-16,0 2-1 0,0 1 1 0,4-1 1 15,-5-1-6-15,4 4-1 0,-2-2-1 0,1 2-26 16,-1-1-35-16,4 4-41 0,-5-4-49 0,2 2-47 16,3 2-36-16,0 0-46 0,0 0-225 0,0 0-546 15,0 0 241-15</inkml:trace>
  <inkml:trace contextRef="#ctx0" brushRef="#br0" timeOffset="-68056.88">13765 16661 103 0,'-2'-2'235'0,"2"2"-8"0,-6-5-5 0,6 5-15 15,-1-5-5-15,-1 3-8 0,2 2-11 0,0 0-14 16,0 0-11-16,0 0-10 0,0 0-6 0,0 0-12 16,-6-3-9-16,6 3-6 0,0 0 2 0,0 0-8 15,0 0-3-15,0 0 3 0,0 0 1 0,13-2-8 16,-13 2-8-16,10-1-4 0,-3 1-6 0,-1-2-11 16,0 1-2-16,1-2-5 0,-1 2-11 0,5 0-2 15,-3-3-13-15,3 1 1 0,0 2-1 0,-1-1-10 16,2-1 0-16,3 0-4 0,-3-1 0 0,3 3-3 15,-4-1-7-15,4-2 5 0,0 3-6 0,-4-2-6 16,2-1-3-16,-2 3-18 0,0-1-18 0,-3 0-10 16,-1 1-15-16,0 1-13 0,-7 0-11 0,10-1-16 15,-10 1-16-15,8-3-14 0,-8 3-17 0,0 0-14 16,0 0-16-16,0 0-18 0,5 4-18 0,-5-4-23 16,0 0-170-16,-11 5-435 0,11-5 193 0</inkml:trace>
  <inkml:trace contextRef="#ctx0" brushRef="#br0" timeOffset="-67744.39">13805 16791 135 0,'0'0'178'0,"0"0"-2"0,0 0-5 16,0 6 5-16,0-6 1 0,0 0 2 0,0 0 4 0,5 5 3 16,-1-4-10-16,-4-1-15 0,8 1-9 0,-1 2-15 15,-1-2-10-15,3-1-12 0,-1 1-11 0,2 1-9 16,0 0-11-16,3-2 2 0,-2-1-17 0,5 2-8 16,-5-2-5-16,0 1-7 0,5 0-2 0,-3-1-10 15,0 1-1-15,-1 0-5 0,3 0-8 0,-4-2-29 16,0 1-28-16,1 0-20 0,-5 1-23 0,0 0-26 15,-7 0-43-15,12-3-39 0,-8 3-52 0,-4 0-158 16,7-2-427-16,-3-1 190 0</inkml:trace>
  <inkml:trace contextRef="#ctx0" brushRef="#br0" timeOffset="-66596.26">16389 16466 176 0,'0'0'164'0,"0"0"-11"0,-3-2-16 0,3 2-7 0,-8-4-6 16,3 4-3-16,5 0-3 0,-14 2 0 0,7-2-9 0,-4 2 0 15,-1-1-5-15,-3 3-3 0,0-2-3 0,-4 2 0 16,0 0-4-16,-4-1-1 0,1 2-5 15,-4 0-2-15,-5-1-3 0,1-1-4 0,2 3-2 0,-2-2-6 16,1 1-3-16,6-2-1 0,4 2-7 0,-1-2-6 16,2 2-4-16,4-1-4 0,2-1-8 0,1 3 0 15,4-1-8-15,3-1-1 0,0 0-4 0,-1 0 1 16,4 1 6-16,2 1-5 0,8 0-5 0,2 3-1 16,3-3-4-16,6-1 1 0,7 5-2 0,5-4 0 15,2 1-3-15,1-1 1 0,7 1-3 0,-4-4 2 16,-1 3-3-16,1-4 0 0,0 1-4 0,-1-2 1 15,-2 0-2-15,-2 1 3 0,-6-1-3 0,-2-1-4 16,-5-1 6-16,-1-1-3 0,-5 1 1 0,-2 0 1 16,0-2 1-16,2 2 0 0,-7 0 1 0,-1-2-2 15,0 0 11-15,-1 0 7 0,2 1-3 0,-6-4 2 16,2 4-3-16,-2-5 0 0,-1-1-6 0,-2 2 0 16,-2-2-1-16,-2 3-2 0,0-3-2 0,-4-2 3 15,-1 3-4-15,-5-4-8 0,-2 1 3 0,2 0 3 16,-3 1 0-16,0 0-7 0,-3 0 8 0,0 1-8 15,2 1 0-15,-1 2-12 0,5 1-18 0,2 0-29 16,-2-3-23-16,5 5-30 0,0 1-39 0,2 1-38 16,2-3-33-16,0 3-25 0,7 0-168 0,-9 1-451 0,9-1 199 15</inkml:trace>
  <inkml:trace contextRef="#ctx0" brushRef="#br0" timeOffset="-66221.27">16196 16386 258 0,'1'-3'275'0,"-1"3"-18"0,7-4-17 0,-4 2-17 16,-3 2-25-16,0 0-25 0,0 0-12 0,10 1-11 0,-10-1 15 15,6 5-8-15,-2-1-15 0,0 2-10 0,-1 1-5 16,1 4 9-16,0 0-7 0,0-1-10 0,0 6-2 16,0 1-18-16,-1-4-10 0,0 5-7 0,1 2-6 15,3 1-8-15,1 3-2 0,-3 4-10 0,2-7-4 16,1 3-10-16,2 2-2 0,-4-6-3 0,4 0-18 16,-3-1-8-16,4 1-2 0,-2-2 5 0,0 1 2 15,3-1-4-15,-4-3 0 0,1 1 0 0,5-2 1 16,-6 0-5-16,3 0-4 0,0-3 1 0,-3-4-4 15,-2 2-26-15,2-1-32 0,-2-2-30 0,0-1-24 16,-2-1-32-16,-1-1-24 0,-2 2-33 0,3-3-33 16,-4-2-52-16,0 0-164 0,0 0-487 0,0 0 215 15</inkml:trace>
  <inkml:trace contextRef="#ctx0" brushRef="#br0" timeOffset="-65752.54">16759 16406 186 0,'0'-3'236'16,"0"3"-17"-16,-1-6-14 0,1 6-15 0,-9-1-7 15,9 1-8-15,0 0 8 0,-17 5-11 16,10 0-8-16,0-1-2 0,-1 1-7 0,-1 7-3 15,0-5-9-15,1 5-2 0,-4-2-9 0,8 3-9 0,-3-1-9 16,0 5-5-16,3 0-4 0,3 1-15 0,-4 1-8 16,5-1-3-16,0-4-9 0,5-3-2 0,2 7-6 15,-3 0-10-15,5-2-8 0,-2 1-3 16,1-6-7-16,3 4 1 0,-1-4-6 0,2-2-3 0,0 2-5 16,-1-2-31-16,0-5-25 0,1 3-30 0,2-1-18 15,-3-4-28-15,-2-1-22 0,2 1-25 0,-2-2-35 16,6-3-38-16,-2 1-32 0,-4-3-187 0,-1 1-488 15,2-3 216-15</inkml:trace>
  <inkml:trace contextRef="#ctx0" brushRef="#br0" timeOffset="-65486.92">17087 16448 94 0,'0'0'192'0,"-2"-4"-23"0,2 4-14 0,0 0-14 0,0 0 2 16,0 0-3-16,-13 8-14 0,7-4-2 0,1 3-9 15,-5-2-9-15,1 2-6 0,-1 4-10 0,-1 1-10 16,-1 1-5-16,1 1-11 0,-1 3-6 0,1-3-3 16,-1 3-9-16,-1-1-1 0,0 0-4 0,6-1-7 15,-5-1-6-15,1 0 2 0,4-3-2 0,5 0-6 16,-6 1-24-16,6-6-31 0,-2 1-29 0,0-1-28 15,3-1-17-15,-1-3-36 0,2 2-42 0,0-4-96 16,0 0-302-16,0 0 134 0</inkml:trace>
  <inkml:trace contextRef="#ctx0" brushRef="#br0" timeOffset="-65266.69">16869 16498 62 0,'0'0'224'16,"0"0"-9"-16,0 0 2 0,0 0 4 0,0 0-8 16,1 14-8-16,-1-14-14 0,9 11-8 0,-4-5-11 0,-1-1-14 15,7 3-14-15,-3 2-15 0,2-4-12 0,2 5-9 16,3-4-14-16,3 4-7 0,-3-5-14 0,2 5-38 16,0-4-42-16,-4 1-35 0,5-2-42 0,-6 0-44 15,0-1-53-15,3 0-53 0,-5 1-128 0,-2-4-393 16,4 1 174-16</inkml:trace>
  <inkml:trace contextRef="#ctx0" brushRef="#br0" timeOffset="-64954.17">17152 16401 287 0,'0'-4'343'0,"4"0"-11"0,-1 3-26 16,1-4-23-16,0 3-11 0,4-1-15 0,0 0-13 16,-1 3-26-16,5 0-26 0,-5 0-14 0,4 3-18 15,1 1-21-15,-1 2-6 0,0-2-14 0,0 4-16 16,-2-1-6-16,1 5-6 0,3-1-8 0,-3 5-11 16,1-2-10-16,-2 1-2 0,-3 2-5 0,1 2-11 15,-3 0 2-15,-1 0-7 0,-3-1-3 0,0 2-2 16,0-1 0-16,-2 0-3 0,-2-1-8 0,1 0-7 15,-2-1 5-15,-1-1-28 0,1-3-23 0,1-1-10 16,1-1-20-16,-1 2-30 0,0-6-25 0,1 1-25 16,-1 1-34-16,1-4-41 0,2 2-45 0,0-4-46 15,-2 1-190-15,3-4-537 0,0 5 238 0</inkml:trace>
  <inkml:trace contextRef="#ctx0" brushRef="#br0" timeOffset="-64516.68">17613 16581 187 0,'0'0'263'15,"0"0"-8"-15,-3-5-26 0,3 5-23 0,0 0-18 16,0 0-19-16,0 0-22 0,0 0-14 16,0 0-13-16,0 0-10 0,0 0-11 0,0 0-7 15,0 0-10-15,0 0 0 0,0 0-13 0,-4 13-6 0,4-13-10 16,0 4-3-16,0-4-3 0,0 0-8 0,4 4-1 15,0 0-3-15,-4-4-3 0,3 3-4 0,-3-3-1 16,0 0 2-16,3 3-4 0,-3-3-2 0,0 0 2 16,4 1 0-16,-4-1 2 0,0 0-1 0,0 0 4 15,3-7-6-15,-2 0-1 0,-1 7 1 0,0-3-6 16,0 3-2-16,0-5-3 0,0 5 0 0,-4-9-7 16,4 7 2-16,0 2-1 0,-5-4 0 0,3 2 4 15,2 2-19-15,-7-6-37 0,7 6-42 0,0 0-57 16,-10-2-64-16,10 2-248 0,-9-1-493 0,9 1 219 15</inkml:trace>
  <inkml:trace contextRef="#ctx0" brushRef="#br0" timeOffset="-63168.68">17809 16337 51 0,'0'0'309'0,"0"-8"-13"0,0 8-15 15,3-2-19-15,-3 2-20 0,3-6-22 0,-3 6-21 0,0 0-26 16,0 0-18-16,0 0-16 0,0 0 11 0,0 0-10 16,7 13-12-16,0-6-1 0,-4-3-17 0,0 6-12 15,-2-2-8-15,6 1-5 0,-2 2-15 16,-2-1-3-16,1 3-8 0,-4 0-5 0,4 0-6 0,-1 1-6 16,0-3-2-16,0 1-6 0,2 5-4 0,-5-6 1 15,7 1-5-15,-5-2-1 0,1 1 5 0,1 0-10 16,0 0-2-16,2-3 1 0,-2-3-1 0,0 1-3 15,1 2 4-15,1-1-6 0,-1-4-1 0,2-1 0 16,-1-1-1-16,2 0 3 0,3-1-5 0,-5-1 6 16,4 1 1-16,-2-3-10 0,-3 0-1 0,4-6 0 15,-4 5 1-15,2-4-2 0,1 0 2 0,-4 3 4 16,0-5-6-16,0 1 9 0,-1 1-9 0,0-2 3 16,-1 2-2-16,0 2 8 0,0-2 9 0,0 2-5 15,-2 0 7-15,2 0 10 0,0 0-3 0,-2 1-5 16,1-2 2-16,-1 2 2 0,0 5-13 0,2-4-9 15,-2 4-3-15,1-2 3 0,-1 2-1 0,0 0-2 16,0 0 3-16,0 0-5 0,8 12-3 0,-5-7 14 16,1 2-8-16,1 2-2 0,-1-2-1 0,3 3 6 0,0-1-3 15,2 0-4-15,-3 0 0 0,6 3 1 16,-2-2-4-16,1-3 7 0,1 2-2 0,0 0-4 16,-2-3-3-16,1 2 5 0,2-3-2 0,-3-2 1 0,1 0 0 15,1 0 0-15,-5-3 0 0,2 0 2 0,-1-3 3 16,0 2-1-16,-1-1 3 0,2-6-1 0,-4 1-5 15,0 1 0-15,1-2 2 0,-4-3-2 16,0 0 5-16,-2-1 3 0,0-1-2 0,-4 1 9 0,0-3-1 16,-3 0 13-16,2-2-6 0,-2 6 0 0,-2-4-3 15,1 3-3-15,-1-1-7 0,-1 3 1 0,2 4 3 16,0-5-5-16,4 6-1 0,-3-1-8 0,2 2-38 16,0 0-54-16,1 1-58 0,1 1-64 0,3 2-40 15,0 0-48-15,0 0-62 0,0 0-185 0,0 0-594 16,0 0 262-16</inkml:trace>
  <inkml:trace contextRef="#ctx0" brushRef="#br0" timeOffset="-60327.81">18338 16057 170 0,'4'-4'317'0,"-3"3"-6"0,-1 1-18 15,2-7-22-15,-1 4-32 0,-1 3-18 0,0 0-19 16,0 0 12-16,0 0-1 0,15 10 3 0,-9-7-6 15,4 4-8-15,0 2-5 0,5 2-17 0,-1 1 0 16,3 1-6-16,-2 0-13 0,8 5 5 0,-1 0-32 16,-3 2-14-16,-3-4-15 0,1 0-9 0,0 4-8 0,-3-3-6 15,4 5-7-15,-7-3-10 0,-2-1-9 16,6 6-3-16,-7-3-2 0,-4 5-6 0,-2-4 3 16,7 7-15-16,-9-3-1 0,-5 4-2 0,1-1-4 0,-2 2-4 15,-2-3 3-15,-2-1-6 0,-3 2-2 0,2-2-3 16,-4 2 3-16,0-5-5 0,-4 3-25 0,0-3 2 15,-1 2 3-15,-5-2-12 0,2-2-16 16,0-2-27-16,-4 1-24 0,1-3-23 0,0 0-47 0,-1-5-43 16,-2 1-55-16,2 3-60 0,7-9-69 0,-9 2-241 15,-1-1-675-15,-1-5 299 0</inkml:trace>
  <inkml:trace contextRef="#ctx0" brushRef="#br0" timeOffset="-59277.93">15857 16223 109 0,'0'0'183'16,"0"-4"-11"-16,0 4-10 0,4-4-15 0,-4 4-15 16,0 0-14-16,0 0-10 0,0 0-15 0,0 0-4 15,0 0 9-15,0 0 16 0,0 0 2 0,-11 11 2 16,7-5 0-16,-2-1 10 0,-1 6 3 0,-3-3-4 0,2 5-1 16,-4 0-3-16,-2 0 8 0,-1 3-4 15,6 1-3-15,-5 1 7 0,1 5 11 0,2-5 4 16,-4 9-16-16,1-2-3 0,-1 2 10 0,4 0 5 0,3 0-2 15,-1 3-10-15,7 1-8 0,2 0-3 0,2 0 0 16,7 1-32-16,1-2-10 0,1 1 0 0,3 1-11 16,4-1-5-16,1 0-4 0,4-1-9 15,1-2-5-15,3 0 5 0,0-2-13 0,-3-2-2 0,6-1-3 16,-3-3-7-16,-1-2-19 0,1 0-29 0,-6-6-50 16,-4-2-44-16,-1-2-55 0,0 1-53 0,-8-1-78 15,3-5-58-15,-4 1-284 0,-5 1-701 0,-2-4 311 16</inkml:trace>
  <inkml:trace contextRef="#ctx0" brushRef="#br0" timeOffset="-58239.19">14713 16487 110 0,'-5'-3'143'16,"-3"2"1"-16,1 0-1 0,-3 1 3 0,-2 0-2 16,1-1 4-16,3 1 1 0,-4 0-3 0,2 2-4 15,-2-2-3-15,0 3-4 0,4-1-8 0,-3 2-6 16,0-2-8-16,4 1-4 0,-1-1-8 0,2 4-8 15,1-4-3-15,0 2-13 0,1-1-2 0,2 2-9 16,0-1-4-16,2 1 2 0,2 0 4 0,0 1-3 16,2 2 1-16,5-2-9 0,-2 2-3 0,1 1-3 15,3-2-6-15,1 3-4 0,2-4 0 0,2 6-8 16,1-4-4-16,-7 3-3 0,5-2-2 0,0 2-16 16,-1-1-3-16,-4-2-1 0,0 1 1 0,-1 2 0 15,-3-3-3-15,4 3 0 0,-5-4 1 0,2 2-1 16,-6 0-1-16,2-1 1 0,-1 2 3 0,-1-2-4 15,-1-3 3-15,-1 3 5 0,-2-2 0 0,0-1 5 0,0 1 5 16,-4-2-5-16,2 1-4 0,-2-1 6 16,1 0-4-16,-3 0 2 0,0 0-1 0,-1-2-3 15,-1 0 6-15,1-1-4 0,-1 0-3 0,2 0 0 16,-4 1-5-16,3-4 3 0,2 2 0 0,3 2-1 0,-5-2 0 16,10 0 1-16,-8-3-11 0,8 3-17 0,-7 1-16 15,7-1-10-15,0 0-22 0,-8-1-13 16,8 1-33-16,0 0-25 0,-9-1-34 0,9-3-11 15,0 4-21-15,0 0-14 0,-2-7-174 0,2 7-425 0,2-7 188 16</inkml:trace>
  <inkml:trace contextRef="#ctx0" brushRef="#br0" timeOffset="-57989.2">14814 16619 67 0,'0'0'194'0,"6"-6"-4"0,-6 6-4 0,0 0-16 16,4-1-19-16,-4 1-12 0,0 0-6 0,0 0 5 16,0 0-11-16,10 5-10 0,-6 1-7 0,-1-3 3 15,0 5-9-15,-2-1-8 0,2-1-4 0,0 0-6 16,-2 5-15-16,3-1-6 0,1-1-6 0,0 2-4 16,-1 0-4-16,1-3-6 0,-1 2-6 0,0 0-5 15,-1 0-1-15,6 0-4 0,-4-3-4 0,0 4-21 16,-1-3-30-16,0-2-33 0,1 0-28 0,-3-2-36 15,3 0-30-15,0 1-36 0,-3-2-159 0,1-1-377 16,0 1 167-16</inkml:trace>
  <inkml:trace contextRef="#ctx0" brushRef="#br0" timeOffset="-57483.49">15130 16594 149 0,'0'0'160'16,"4"-6"-5"-16,-3 0-7 0,-1 0-4 0,3 1-1 16,-3 3-6-16,0-3-12 0,-3-1-12 0,3 6-3 15,-1-5-4-15,1 5-14 0,-3-5-6 0,3 5-12 16,0 0-10-16,-7-2-6 0,7 2-4 0,0 0-5 15,-12 4-8-15,9-2 1 0,-5 1 2 0,5 2 1 16,-1-1 1-16,-1 1-1 0,2 0 6 0,-1 5 0 16,1-2 3-16,0 2-7 0,1 0 0 0,1 3 2 15,-1-2 5-15,-1 1-7 0,6 0-4 0,0 0-2 16,2 1-3-16,-1 4-6 0,2-4-3 0,2 3-1 16,3 1-2-16,-2-1-5 0,2 0-1 0,4-1-5 15,-1 3 1-15,-1-2-2 0,-2-1 3 0,4 2-5 0,-3-2-1 16,-2-2-1-16,2 2-1 0,-1 1-2 0,-5-4 0 15,2 0-1-15,-2-2 4 0,-2 3-7 0,-2 0 11 16,1-3 1-16,-1 2 3 0,-3-2 3 0,-3 0 4 16,1-1 6-16,-5-4 1 0,1 4 9 0,-4-3 1 15,-1 1 2-15,0-2 3 0,-1 0 2 0,0-1 7 16,-1 0-4-16,-6 0-8 0,0-3 1 0,3 0-6 16,-2-1 0-16,10-1-5 0,-7-1-4 0,3-2-1 15,1-1-1-15,0-1-4 0,5 0-11 0,-3-2-4 16,6-2-26-16,-1 0-43 0,5-3-36 0,0 0-41 15,1-1-49-15,9-1-58 16,-1-3-51-16,2 3-178 0,1-5-510 16,-1 4 226-16</inkml:trace>
  <inkml:trace contextRef="#ctx0" brushRef="#br0" timeOffset="-56977.35">15230 16638 118 0,'4'-4'174'0,"-4"4"-17"0,0 0-15 0,0 0-10 16,7-3-13-16,-7 3-1 0,0 0-6 0,0 0-6 15,6 11 7-15,-4-6-7 0,1-1-5 0,-3 2-9 16,4 1-5-16,-4-1-12 0,5 3-2 0,-2 1-6 15,-2-2-9-15,6 1-8 0,-4 1 0 0,1 2-7 16,-4-4-4-16,4-1-6 0,-1 3-3 0,0 2 0 16,-2-6-3-16,4-1-2 0,-5 3-4 0,3-3 0 15,-3 0-3-15,1-1-2 0,2 0 1 0,-3-4 3 16,3 5 0-16,-3-5 16 0,0 0 10 0,0 0-9 16,3 1-2-16,-3-1-4 0,0 0 0 0,4-13-4 15,-3 7-6-15,-1 0-4 0,3-5 4 0,-2 4 1 16,2-6-8-16,1 2 1 0,-1 1-4 0,-2-4 8 15,3 4 12-15,0-2 2 0,-1 1 0 0,0 1-1 16,1 0 5-16,-3-1 1 0,3 0 6 0,2 2 3 16,-2 0-4-16,0 2 4 0,-1 2-5 0,1 0-4 15,-2 0-3-15,3 1-4 0,-3 0-2 0,2 2-4 16,0 1-2-16,-4 1-1 0,7-2-3 0,-7 2-4 16,0 0 0-16,12 4-3 0,-7 0 1 0,1 4-1 0,-2-2-3 15,0 2 14-15,-1-1-16 0,4 2 2 0,-3 3-3 16,1-3-16-16,2 1-6 0,-3 1-5 15,0 0-18-15,2-1-11 0,-5 0-8 0,2 2-21 16,1-1-8-16,-1-1-14 0,-3-2-19 0,0 0-26 0,0 0-18 16,0-1-36-16,-3-3-31 0,0 4-143 0,2-3-405 15,-2-3 180-15</inkml:trace>
  <inkml:trace contextRef="#ctx0" brushRef="#br0" timeOffset="-56555.44">14988 16397 2 0,'-4'-2'237'0,"4"2"-9"0,-4-3-12 15,4 3-13-15,-3-5-10 0,3 5-20 0,-1-4-18 16,1 4-16-16,0 0-8 0,-4-3-15 0,4 3-14 16,0 0-10-16,0 0 6 0,0 0-4 0,0 0-1 15,13 0-7-15,-13 0-11 0,0 0-4 0,11 3-8 16,-11-3-2-16,4 3 0 0,-4-3 5 0,7 1 0 15,-7-1-4-15,0 0-7 0,9-1-3 0,-9 1-4 16,0 0 11-16,0 0 6 0,9 1 2 0,-9-1-14 16,0 0 1-16,0 0-7 0,0 0-11 0,0 0-1 15,0 0-7-15,0 0-20 0,0 0-20 0,0 0-23 16,0-7-38-16,0 7-39 0,0 0-37 0,0 0-36 16,0 0-42-16,-18 6-223 0,13-2-487 0,-1-2 216 15</inkml:trace>
  <inkml:trace contextRef="#ctx0" brushRef="#br0" timeOffset="-54397.78">16393 17118 141 0,'0'0'183'0,"-3"-3"-2"0,3 3-16 0,0 0-10 15,0 0-10-15,0 0-8 0,0 0-7 0,0 0-6 0,0 0-6 16,0 0-7-16,14-4-10 0,-14 4-1 16,0 0-10-16,5-1-7 0,-5 1-7 0,9-1-8 15,-9 1-8-15,9-1-5 0,-2 1-3 0,-2-2-5 16,4 4-3-16,-1-4-6 0,4 2-6 0,0 0-2 0,3 0-4 15,0-1-2-15,0 1-2 0,3-1-1 0,3 1-1 16,1-4-5-16,-3 3 2 0,4 0-4 16,7-2-1-16,-12 2 0 0,7 2-2 0,-4-4 1 15,2 2 3-15,-1-2-7 0,10 2-2 0,-11-2 2 0,9-1-1 16,-8 1 0-16,-1 1 0 0,-1-1-4 0,0 1 1 16,-1 0 0-16,4 0-2 0,-4-1 9 0,0 2-7 15,-4 0-1-15,0-1-4 0,0 1 5 16,-2-1-3-16,1 0 0 0,0 1 5 0,-2-1-2 0,-2 1-4 15,2 0 2-15,3 0-1 0,-4-1-3 0,0 1 4 16,1 1-2-16,-1-1 3 0,2 1-3 0,-2 0 2 16,2-1-2-16,-1-1 3 0,2 4-3 0,-2-4 1 15,0 1-1-15,0 2 3 0,0 1-4 0,-1-4 1 16,1 2 3-16,1-1 0 0,-4 1-2 0,2 0 1 16,-1-1 0-16,-1 1-1 0,2 1-1 0,-4-1 0 15,1-1-2-15,0 0 5 0,0-1 7 0,-1 2-9 16,3-1-4-16,-3-1 3 0,1 1 2 0,0 1-2 15,-8 0 4-15,17 0-2 0,-10-1-3 0,1 0 1 16,2 1 1-16,-3-2 1 0,2 1-1 0,-3 1-3 16,-1-1 1-16,2 0 1 0,0-1-1 0,-7 2 1 15,9 0 3-15,-2-1-1 0,-7 1-1 0,11-1 1 0,-11 1-2 16,9 0 1-16,-4-1 3 0,-5 1-4 0,11 1-1 16,-5-2 1-16,1-1 2 0,-7 2 0 15,11-1-2-15,-7 1 1 0,-4 0-4 0,16-1 2 16,-9 1 3-16,-1-1-2 0,-1-1 1 0,-5 2 1 0,9-1 1 15,-3-1-1-15,-6 2 2 0,8-1-3 0,-8 1 1 16,10-2 2-16,-6 0 4 0,0 0-10 0,-4 2 3 16,11-3 6-16,-11 3-7 0,1-2 1 15,-1 2-1-15,8 0 3 0,-4-4-2 0,-4 4-1 16,0 0 0-16,8-3 0 0,-8 3-2 0,9-2 2 0,-5 0 5 16,-4 2-4-16,7-1-2 0,-7 1 1 0,8-1 1 15,-8 1-2-15,9 0 1 0,-9 0-2 0,11 0-8 16,-11 0 0-16,8 0 5 0,-1-1-1 15,-7 1-3-15,8 0-1 0,-2 1 4 0,-6-1 2 0,10 0 0 16,-3 0 1-16,-7 0-1 0,0 0 3 0,11-1 1 16,-11 1-3-16,9-2-1 0,-9 2 1 0,9-1 2 15,-9 1-3-15,5-1 8 0,-5 1-9 0,0 0 3 16,10-1-2-16,-10 1 5 0,8 0-5 0,-8 0 2 16,0 0 1-16,0 0 2 0,7-2-3 0,-7 2 0 15,0 0 0-15,0 0 0 0,5-1 2 0,-5 1-1 16,0 0 0-16,0 0 2 0,0 0-3 0,0 0 3 15,0 0 1-15,8 0-2 0,-8 0 1 0,0 0 0 16,0 0 0-16,0 0 0 0,7 3-2 0,-7-3 1 16,0 0-3-16,8 0 0 0,-8 0 5 0,0 0 0 15,0 0-4-15,7-3 5 0,-7 3-4 0,0 0 2 16,0 0 0-16,0 0 0 0,0 0 0 0,0 0-3 16,0 0 3-16,0 0-1 0,0 0 1 0,0 0-1 15,6-3 4-15,-6 3-5 0,0 0 6 0,0 0-2 16,0 0-1-16,0 0-2 0,0 0-3 0,0 0 0 15,0 0 4-15,0 0 4 0,0 0-8 0,0 0-1 16,0 0 3-16,0 0 1 0,0 0-6 0,-18-2 4 16,18 2 2-16,0 0-4 0,0 0-1 0,-8 0 6 15,8 0-5-15,0 0 5 0,-10 2-1 0,10-2-6 16,-5 3 8-16,5-3-1 0,-11 1-2 0,4 1-1 16,0-1 3-16,3 1 6 0,-5 0-10 0,2-1 2 15,-1 0 4-15,-2 2-1 0,-3-3-4 0,3 2 6 16,-5-1-3-16,2 1 0 0,-1-1-1 0,0 2-1 15,-1-3-4-15,-4 1 3 0,0 0-11 0,3 1-2 16,0-2-7-16,-2 1-2 0,2 1-3 0,-2-2-2 0,0 2-7 16,6-2-8-16,-10 1-14 0,6 0 7 15,-2-1 5-15,-1 0-7 0,0 1-1 0,0-1 3 16,0 2-16-16,0-2 6 0,3 0-5 0,-3 0 6 16,0 1-4-16,-2-1 2 0,3 2-10 0,0-2 0 0,4 0-8 15,-5 0 0-15,0 0-2 0,1-2-8 0,-1 4 1 16,4-2-2-16,0 2-67 0,2-2-171 15,-6 1 77-15</inkml:trace>
  <inkml:trace contextRef="#ctx0" brushRef="#br0" timeOffset="-53679.05">16295 17100 42 0,'0'0'155'0,"19"-3"3"16,-19 3-4-16,0 0-4 0,10 1-4 0,-10-1 0 15,12 0-8-15,-7 0-11 0,2 1-10 0,0 0-9 16,4 2-11-16,-2-3-5 0,5 1-12 0,2 0-5 16,2 0-9-16,2-1-11 0,5 2-3 0,3-1 0 15,4 0-10-15,-1 0-2 0,2-1-20 0,-1 0-26 16,-2 0-31-16,4 0-44 0,0-1-40 0,-4 1-31 16,3-2-135-16,-2 0-308 0,-1 0 136 0</inkml:trace>
  <inkml:trace contextRef="#ctx0" brushRef="#br0" timeOffset="-37251.23">16361 17299 53 0,'0'0'97'0,"0"0"-10"16,0 0 7-16,0 0-4 0,0 0 2 0,14-10 3 16,-14 10-5-16,2-2-4 0,-2 2-8 0,0 0-6 15,0 0-1-15,0 0-4 0,0 0-15 0,8 0-7 0,-8 0 2 16,0 0-6-16,0 0 2 0,12 2 9 15,-12-2-7-15,12 0 5 0,-6 0-6 0,2 2-6 16,6-5-3-16,-1 4-2 0,6 1-12 0,0-2 8 16,3 0-8-16,9 1 5 0,-1-1-9 0,0 0 4 0,4-3-3 15,3 3 0-15,2-2-4 0,4-1 0 16,11 1 14-16,3-2 16 0,0-1 15 0,3 2 11 16,0-2 3-16,1 0-4 0,2 2 9 0,-2-1 5 15,0-1-4-15,-4 2-12 0,-2-3-5 0,-13 3-4 0,1 1-5 16,-5-3-8-16,-1 4-3 0,-1-3-4 0,-4 2-3 15,-6-2-6-15,-4 2 1 0,-1 2-4 0,1-2-3 16,-3 1-3-16,-6 1 0 0,1-2-2 16,-3 2-3-16,4-1-2 0,-8 1-3 0,1 0-1 0,-8 0 0 15,12-1 0-15,-8 2-4 0,3-2 1 0,-7 1-1 16,11 1 1-16,-11-1-3 0,10-1 1 0,-10 1 2 16,9 0-3-16,-9 0 2 0,0 0-1 0,9 1 0 15,-9-1-18-15,2 1-16 0,-2-1-21 0,0 0-22 16,0 0-32-16,0 0-41 0,0 0-35 0,0 0-58 15,4 3-132-15,-4-3-401 0,0 0 177 0</inkml:trace>
  <inkml:trace contextRef="#ctx0" brushRef="#br0" timeOffset="-36313.76">16564 17443 98 0,'-1'-5'279'0,"0"2"-7"0,1 3-16 16,-2-7-15-16,2 7-25 0,0-5-23 0,0 5-22 16,-1-4-19-16,1 4-21 0,0 0-15 0,0 0-9 0,0 0-11 15,0 0-13-15,0 0-2 0,3 13-16 0,-2-8-4 16,3 4-8-16,-4-3-7 0,2 6 19 16,0-1-5-16,-2 1-4 0,4 4-9 0,-1-1-4 15,1-2-3-15,0 3-6 0,-3-3 0 0,2 0-5 0,0-2-1 16,-2 2-6-16,5-1 1 0,-3-4-6 0,-1 4 2 15,1-7-4-15,0 3 2 0,2-3-3 0,-4 0 2 16,2 0-1-16,-2 1-6 0,2-3 3 16,-1 0 1-16,0 1 1 0,1-2-3 0,-3-2 0 0,7 3 3 15,-7-3-3-15,0 0-2 0,12-3 7 0,-12 3-8 16,0 0 4-16,8-1 0 0,-8 1 5 0,7-3 8 16,-7 3 3-16,0 0 0 0,7-2 2 0,-6 1 1 15,-1 1-4-15,0 0-9 0,6-3 0 0,-6 3-3 16,0 0-1-16,0 0-5 0,8 0-6 0,-8 0-5 15,0 0 3-15,0 0-1 0,5 4-4 0,1-2 5 16,-3 2-2-16,2 0-2 0,2 0 0 0,-1 4 7 16,1-3-7-16,2 1-1 0,0 1 5 0,1-1-2 15,-1 0 1-15,0-1 0 0,2 2 1 0,0-2-3 16,-3-2 1-16,-1 1 6 0,0-1 1 0,0 1 1 16,0-3 1-16,-1-2 1 0,-6 1 1 0,11-4 1 15,-4 0 27-15,1-1 12 0,-5-1 9 0,2-4-11 16,-2-1 4-16,-1-2 3 0,3 0 10 0,-5 1 0 15,3-5 9-15,-2 3 2 0,-1 1 5 0,0-2-14 16,0 2-4-16,0 2-5 0,-1-3-4 0,-2 3-5 16,3 1-14-16,-1 0-4 0,-1 3-28 0,2 0-45 15,-2 1-60-15,0 0-56 0,1 1-74 0,2 1-100 16,-1 4-323-16,0 0-707 0,0 0 313 0</inkml:trace>
  <inkml:trace contextRef="#ctx0" brushRef="#br0" timeOffset="-35891.9">17230 17562 43 0,'0'0'266'0,"0"0"-21"16,0 0-26-16,-3-3-21 0,3 3-24 0,0 0-13 15,0 0-22-15,0 0-14 0,0 0-18 0,0 0-13 16,0 0-7-16,0 0-11 0,0 0-9 0,0 0-7 16,0 0-5-16,0 0-7 0,0 0-5 0,0 0-5 0,0 0-4 15,0 0 0-15,0 0-6 0,0 0-4 16,0 0-2-16,0 0 1 0,0 0-5 0,0 0 0 15,0 0 2-15,0 0-3 0,0 0-5 0,0 0 3 16,0 0 3-16,0 0 0 0,0 0 2 0,0 0 6 0,0 0 22 16,0 0 13-16,0 0 15 0,0 0 7 0,0 0-3 15,0 0-2-15,0 0-12 0,0 0-7 0,0 0-9 16,0 0-18-16,0 0-31 0,0 0-30 16,0 0-32-16,-7-2-38 0,7 2-42 0,0 0-45 0,-7-1-48 15,7 1-179-15,0 0-448 0,0 0 199 0</inkml:trace>
  <inkml:trace contextRef="#ctx0" brushRef="#br0" timeOffset="-35485.66">17526 17502 250 0,'-5'-2'243'0,"5"2"-33"15,0 0-23-15,0 0-13 0,-9 0-23 0,9 0-16 16,0 0-15-16,-9 3-10 0,6 1-13 0,-1-3-10 16,1 4-7-16,1-2-13 0,-2 1-6 0,-2 0-3 15,5 1-9-15,-4 0-8 0,0 2 0 0,1-2-5 16,2 1-8-16,-1-1 1 0,0 0-1 0,0 0-4 16,2 1-2-16,1-2 1 0,1 2-1 0,2-1 0 15,0-1 2-15,4-1-1 0,5 1-2 0,0-1-3 16,3-1 4-16,5 1-5 0,5 0-3 0,-2-3 1 15,-2-1 0-15,3 2-5 0,-2-2 0 0,1 1 10 16,-5 0-12-16,0-2 1 0,-4 2 0 0,2 0-1 16,-9 0 18-16,3 0 24 0,-2 0 31 0,-1 0 20 15,-7 0 14-15,5-1 12 0,-1-3 17 0,-4 4 3 16,0-7-6-16,0 4-10 0,0 3-9 0,-8-8-15 16,-3 2-12-16,0 1-8 0,0-5-11 0,-1 4-6 15,-3 0-6-15,-2-4-14 0,2 1 0 0,-3 1-12 16,7 2-6-16,-4 1-21 0,4-1-35 0,3 0-38 15,1 3-45-15,-1 2-48 0,4-3-45 0,1 2-50 16,1-1-49-16,2 3-16 0,0 0 6 0,0 0-155 16,0 0-503-16,0 0 223 0</inkml:trace>
  <inkml:trace contextRef="#ctx0" brushRef="#br0" timeOffset="-35204.42">17596 17413 138 0,'-5'-6'363'0,"4"3"1"0,-2-1-11 0,2 0-22 16,1 4-31-16,-3-4-33 0,3 4-29 0,0 0-24 15,-5-3-32-15,5 3-22 0,0 0-18 0,0 0-34 16,0 0-9-16,0 0-3 0,7 18-6 0,-5-8-13 16,-2 4-9-16,3-7-4 0,1 7-16 0,0 3 3 0,0 1-9 15,-1-3-2-15,1 6-3 0,0-2-9 16,0 0 0-16,2 0-6 0,-2 0 3 0,2 1-9 15,0 0-5-15,-1-2-26 0,5 0-5 0,-1-2-18 16,2-1-14-16,-4-5-27 0,1 0-30 0,3-1-43 0,0 1-54 16,1-3-56-16,2-2-250 0,-2 0-554 0,2 1 245 15</inkml:trace>
  <inkml:trace contextRef="#ctx0" brushRef="#br0" timeOffset="-34845.06">17936 17376 37 0,'0'0'348'0,"0"0"-27"0,-2-4-30 0,2 4-35 16,0 0-28-16,0 0-29 0,0 0-21 0,0 0-22 15,0 0-21-15,0 0-16 0,0 0-10 0,0 0-14 16,0 0-8-16,-7 15-8 0,7-5-9 16,-2-3-8-16,2 1-3 0,0 3-12 0,0-1-1 0,2 3-2 15,-2-3-6-15,0 3-1 0,2 0-9 0,0-2-3 16,0 1-2-16,1-3-1 0,2 2-10 0,-2 0-11 15,1-3-10-15,0-1-22 0,1-1-26 0,2-1-25 16,0-1-22-16,-3 3-23 0,4-6-38 0,-1 2-44 16,1-2-186-16,4-1-428 0,-4-3 190 0</inkml:trace>
  <inkml:trace contextRef="#ctx0" brushRef="#br0" timeOffset="-34610.69">18235 17443 51 0,'0'0'304'0,"1"-5"-3"0,-1 5-14 16,0 0-17-16,0 0-18 0,0-5-11 0,0 5-34 16,0 0-26-16,0 0-20 0,0 0-18 0,0 0-21 15,0 0-14-15,0 0-3 0,0 0-20 0,0 0-5 16,-15 10-9-16,8-6-9 0,3 1-7 0,-3 2-4 16,-1 0-3-16,0 2-6 0,-3 0 0 0,2 2-8 15,-1-3-5-15,-2 3-6 0,0-1-22 0,-2-1-21 16,6 1-13-16,-2-2-16 0,1 1-15 0,1 0-28 15,1-3-30-15,-3-1-37 0,5 0-41 0,-2 2-44 16,3-6-152-16,1 2-428 0,3-3 189 0</inkml:trace>
  <inkml:trace contextRef="#ctx0" brushRef="#br0" timeOffset="-34391.95">18077 17446 193 0,'0'0'300'15,"-3"-7"-22"-15,3 7-29 0,0 0-20 0,0 0-26 16,0 0-27-16,0 0-19 0,0 0-16 0,0 0-17 16,0 0-12-16,0 0-11 0,0 0-11 0,11 12-8 15,-7-11-7-15,3 6-9 0,1-2-3 0,3-2-2 16,0 3-10-16,-2 1-3 0,5 0-3 0,4-1-2 16,-2-1-5-16,4 2-3 0,2-1-7 0,1-1-40 15,-4-1-47-15,6 0-51 0,-5-3-78 0,2 3-68 16,0-1-139-16,-1-3-425 0,-5 0 188 0</inkml:trace>
  <inkml:trace contextRef="#ctx0" brushRef="#br0" timeOffset="-34126.34">18346 17327 138 0,'0'0'349'0,"0"0"-18"0,-1-4-23 0,1 4-34 15,0 0-19-15,0 0-20 0,0 0-16 0,0 0-25 16,12-1-17-16,-12 1-18 0,11 1-19 0,-3 0-8 16,-1 0-25-16,0 2-8 0,0-1-19 0,1 4-8 15,1-1-10-15,-1 1 5 0,-1 0-14 0,4 1-3 16,-4 2-4-16,1 1-6 0,-1 2-8 0,2-2 9 16,-5 3-11-16,2 4-3 0,-5-5-5 0,2 1-5 15,-3 4-19-15,-3-5-15 0,2 3-22 0,-5 0-25 16,1 1-34-16,-6-1-47 0,0-1-70 0,0 0-87 0,-5-3-177 15,0 1-520-15,-5-2 231 0</inkml:trace>
  <inkml:trace contextRef="#ctx0" brushRef="#br0" timeOffset="-5601.48">20615 12459 202 0,'-7'-2'198'0,"-4"1"-11"0,1 0-11 0,-1 1-9 16,-2 0 0-16,-6 1-6 0,0 0 1 0,0 2 0 16,0-1-9-16,-4 0-5 0,2 1-2 0,-2 2-10 0,-1-3-4 15,2 1-8-15,0 0-9 0,-1-2-11 0,4 6-10 16,2-4-18-16,2-1-6 0,4 2-8 0,1 1-10 16,-3-2-5-16,7 1-3 0,-1-3-7 0,3 0 2 15,0 2-12-15,1 2-5 0,3-5 7 0,-1 5-7 16,5-1 0-16,2-2-3 0,3 3 1 0,10 0-3 15,0 1 0-15,9 1-1 0,0 0-1 0,3-2 1 16,2-1-2-16,1 0-3 0,-3-4 3 0,2 2-2 16,-2 2-1-16,3-2-2 0,-13 0 0 0,3-1-1 15,-2 1-2-15,-6-1 0 0,0 0 2 0,-5-2 0 16,1 1-1-16,-2 0 3 0,-6 0 11 0,4-1 21 16,-8 1 13-16,10-5 4 0,-5 3-1 0,-5 2-5 15,4-5-6-15,-1 0-7 0,-3 1-2 0,0-3-3 16,0 1-13-16,-3 1-6 0,-1-3-2 0,0 1-18 15,-2 3-18-15,-3-8-25 0,0 5-29 0,-3-4-41 16,3 5-44-16,-3-1-57 0,1 0-82 0,-2 1-216 0,-5-4-558 16,2 4 248-16</inkml:trace>
  <inkml:trace contextRef="#ctx0" brushRef="#br0" timeOffset="-5304.62">20521 12315 111 0,'-5'-2'199'0,"5"2"-23"0,0 0-18 0,0 0-17 15,1 13-15-15,2-7-12 0,-2 0-13 0,3 6-10 16,-4 2-14-16,4-1-5 0,-1 7-8 0,5 1-4 15,-2 4-8-15,3 2-4 0,-2-1-7 0,-3 0-6 16,1-5-1-16,-2 7-1 0,1-1-2 0,0 0-5 16,-4-4 0-16,3 1-2 0,-3-3 2 0,-3 2 0 15,3-3-4-15,0 1 0 0,-4-1-2 0,4 0 0 16,-2-3 3-16,2 0-34 0,2-2-63 0,-2-7-64 16,2 3-158-16,0-5-321 0,6-1 141 0</inkml:trace>
  <inkml:trace contextRef="#ctx0" brushRef="#br0" timeOffset="-4898.38">20994 12386 133 0,'0'-4'365'0,"0"4"-28"0,-2-7-35 16,2 7-34-16,-2-5-33 0,2 5-23 0,0 0-26 0,-4-2-22 15,4 2-21-15,0 0-13 0,0 0-16 0,-9 9-11 16,6-3-14-16,0 3-6 0,-2 1-13 0,2 6-3 16,-5 0-6-16,3 2-9 0,0 0-4 0,1 0-3 15,2 0-7-15,-1-2-1 0,1 2-5 0,2 0-1 16,0 0 0-16,2-1-3 0,2-1-6 0,0-2 1 16,4-3-14-16,0 6-23 0,2-9-31 0,0 3-37 15,2-5-48-15,1 2-52 0,8-4-61 0,-2-2-218 16,1-3-498-16,2 0 220 0</inkml:trace>
  <inkml:trace contextRef="#ctx0" brushRef="#br0" timeOffset="-4710.89">21374 12498 217 0,'0'0'227'0,"0"0"-22"15,0 0-23-15,0 0-18 0,0 0-16 0,0 0-21 0,0 0-9 16,-15 11-11-16,8-6-13 0,2 2-9 0,-1 1-9 15,-2 2-11-15,-1-1-1 0,-2 7-6 0,1-4-6 16,-5 3-2-16,4-1-5 0,0 1-4 0,-5-1-29 16,5 0-45-16,-1-1-43 0,1-4-51 0,1 1-191 15,0-2-343-15,0-4 153 0</inkml:trace>
  <inkml:trace contextRef="#ctx0" brushRef="#br0" timeOffset="-4539.02">21197 12491 212 0,'0'0'262'0,"0"0"-29"0,0 0-28 0,0 0-19 15,0 0-22-15,0 0-15 0,0 0-12 0,6 15-16 16,0-7-14-16,-2 4-6 0,3 0-10 16,1 3-8-16,6 1-10 0,-5-1-29 0,6-1-32 0,0 2-39 15,-1-2-61-15,9 3-68 0,-7-8-163 0,2 5-344 16,1-6 152-16</inkml:trace>
  <inkml:trace contextRef="#ctx0" brushRef="#br0" timeOffset="-4304.65">21537 12457 126 0,'0'0'198'0,"0"0"-23"16,0 0-18-16,0 0-16 0,0 0 3 15,3 13 4-15,1-8-6 0,-3 0-13 0,3 3-11 16,3 1-10-16,-3 2-11 0,3-7-11 0,0 11-7 0,-2-7-7 16,-1 5-7-16,3-3-7 0,-3 2-5 0,0 1 0 15,-1-3-8-15,1 2-1 0,-1-1-5 0,-3 0-2 16,-2-1-3-16,1-2-9 0,-3 1-41 0,-3 2-65 16,2-6-70-16,-5 0-204 0,-2 0-383 0,0-3 170 15</inkml:trace>
  <inkml:trace contextRef="#ctx0" brushRef="#br0" timeOffset="-3356.51">22308 12017 4 0,'3'-6'253'0,"2"-1"-4"0,-2 0-9 15,-2 0-12-15,2-2-13 0,-3 2-22 0,2-1-13 16,-4 0-14-16,-1-1-12 0,1 1-16 0,-2 1-12 15,-6-2-4-15,3 0-12 0,-2 0-2 0,0 2-15 0,-1 1-12 16,-4-1-5-16,2 2-8 0,0 0-7 0,-2 3-7 16,1-2-6-16,3 2-5 0,-5 1-5 15,4 1-7-15,-1 1-2 0,5 1-5 0,-2 1-4 0,0-2-2 16,0 4-1-16,-1 0-1 0,5 2-4 0,1-1 0 16,0 4-4-16,-3-1 2 0,4 2 0 0,2 1-3 15,1 4-3-15,1 2 1 0,2 0-1 0,1 1-1 16,1 0 4-16,6 8-1 0,-5-1 0 0,5 0-3 15,-2 1 1-15,-1 2 0 0,2-3 0 0,2 5-1 16,-5 1-2-16,3-2 3 0,0 4-5 0,-3 0 0 16,-3 6 3-16,3-3-1 0,1 12 0 0,-1 1-1 15,-3-12 0-15,-1 15 0 0,0-2 1 0,-3-11-3 0,4 12 0 16,-4-2 0-16,2-1-8 0,1 2 7 16,-1-15 1-16,1 1-2 0,0 13 3 0,-3-1-3 15,6-12 2-15,-2 12 11 0,-3 3 23 0,3-5-11 16,-1-8 1-16,0-1-2 0,1 9-2 0,0-8-1 0,1 11-1 0,-2-2-4 0,0-11-1 15,-1-1-3-15,1 0 3 0,-3 0-1 0,2 0-1 0,-1-3-8 16,0 1 7-16,-1-5-6 0,-1 2 2 0,1 0 1 16,1-3-2-16,-2 0 11 0,1-1-11 15,-1-7 1-15,-1 0 0 0,1 0 0 0,1-1 4 0,0-1-4 16,0-4 2-16,1-1-1 0,-1-6-1 0,0 5 2 16,2 0 3-16,-4-6-1 0,4 2-5 0,-2-3 9 15,1-1 0-15,0 0-6 0,-1-1 12 0,0-3 9 16,6 4-2-16,-6-4-9 0,12-3-30 0,-4 1-46 15,-1-3-74-15,4-2-72 0,4-5-85 0,-2-1-214 16,2-1-545-16,1-3 242 0</inkml:trace>
  <inkml:trace contextRef="#ctx0" brushRef="#br0" timeOffset="-2778.4">21834 12712 62 0,'-5'-4'256'0,"5"4"-23"0,0 0-23 16,0 0-20-16,0 0-18 0,0 0-18 0,0 0-15 15,9-2-13-15,-9 2-13 0,11 0-12 0,-3 0-12 16,3 1-9-16,0 0-16 0,1-1-37 0,1 2-39 0,2-1-37 16,-1-1-58-16,-2 2-49 0,0 0-126 0,-1 0-306 15,1 1 135-15</inkml:trace>
  <inkml:trace contextRef="#ctx0" brushRef="#br0" timeOffset="-2637.78">21824 12843 14 0,'0'0'129'0,"-1"4"-13"16,1-4-18-16,4 5-4 0,-2-3-5 0,5 2-9 15,3-1-16-15,5-2-55 0,-1 0-77 0,4 2-37 16,5-1-112-16,-2 0 49 0</inkml:trace>
  <inkml:trace contextRef="#ctx0" brushRef="#br0" timeOffset="-1653.44">22727 12034 171 0,'0'-4'299'16,"0"-2"-16"-16,0 1-25 0,0 1-19 0,0 0-12 15,0 4-11-15,0-8-20 0,0 3-4 0,0 1-19 16,3 0-3-16,-3 4-15 0,4-5-14 0,-3 1-18 16,-1 4-10-16,6-5-14 0,-1 4-10 0,-5 1-9 15,8-1-10-15,-8 1-15 0,13 1-5 0,-6 0-4 0,-1 2-5 16,2 0-8-16,1 4-2 0,-2-2-6 0,2 5-3 15,0-2 2-15,-2 4-12 0,1 0 1 16,0 5-3-16,-1 0-2 0,-1 3 2 0,2-2-1 0,-3 0-3 16,-1 4-4-16,0 2 4 0,3 4 5 0,-4-1-6 15,1 2-4-15,-2-3 11 0,0 4-10 0,2 1-1 16,-1 1 1-16,1 2 0 0,-3-1 1 0,2 3-4 16,4 0-1-16,-3 1 4 0,3 11-4 0,0-10 3 15,-5-4-5-15,2 5 4 0,6 9-1 0,-6-11 0 16,1 0-1-16,4-2-2 0,-7 1 1 0,1-2 3 15,4 0-1-15,-3 0 0 0,0 1 0 0,0-3-2 16,-1 0 1-16,1 0 3 0,-1-1 9 0,-1-3-12 16,1-1 6-16,1 0 0 0,-2 0 0 0,-2-2 4 0,2-4-2 15,-2-2-3-15,2 1 9 0,0 0 2 16,-2 0-2-16,2-1 10 0,-2 1 1 0,1-1-4 16,-1-1 0-16,0 1-5 0,0-5 3 0,1 4-4 0,1 0 4 15,-4-4 9-15,6 3-19 0,-4 1 2 0,3-6-5 16,-3 2 3-16,0 1 1 0,2-2 1 0,-1-1-1 15,0 1-2-15,2 1-1 0,-2 0 1 0,2-2 8 16,1 1-5-16,-4 0 5 0,3 0-10 0,-1-1 2 16,0 1-2-16,-1-2 6 0,1 3-8 0,-2-2 5 15,1 2 18-15,0-2 15 0,2 3-4 0,-3-1 1 16,1-2 0-16,2 1-3 0,-3 4-10 0,0-3 2 16,0-2-4-16,2-1 2 0,-2 7-5 0,0-3 16 15,0-1 17-15,0 1-8 0,0-4 0 0,0 3-8 16,-2 0-7-16,4 0 0 0,-2-1-8 0,0 4 5 15,0 0-4-15,0-5 6 0,0 0-5 0,0 1-6 16,0-6 3-16,0 5 11 0,-2-2-16 0,2 0 3 0,0-3-1 16,0-2-2-16,-3 1-2 0,3-2 1 15,-1-1 4-15,1 0-3 0,0-3 3 0,-5 5 4 16,5-5-15-16,0 0-24 0,-15-5-32 0,5 0-32 0,-1 0-60 16,-5-6-53-16,-1 0-87 0,-1-1-121 0,-10-9-246 15,4 0-701-15,-2-1 310 0</inkml:trace>
  <inkml:trace contextRef="#ctx0" brushRef="#br0" timeOffset="-1276.93">23683 13311 281 0,'0'0'373'0,"-1"-6"-14"15,1 1-12-15,0 5-24 0,-3-7-12 0,3 7-16 16,-1-3-21-16,1 3-22 0,-3-4-29 0,3 4-24 16,0 0-26-16,-1-4-21 0,1 4-19 0,0 0-25 15,0 0-22-15,0 0-19 0,0 0-8 0,0 0-27 16,0 0-20-16,2 16-20 0,0-13-18 0,-1 2-29 0,1 1-28 16,-2-1-33-16,0 1-40 0,0 0-56 0,0 0-60 15,-2-1-251-15,-1 1-564 0,-1-1 250 0</inkml:trace>
  <inkml:trace contextRef="#ctx0" brushRef="#br0" timeOffset="-698.83">24211 12556 33 0,'-3'-3'219'0,"3"3"-23"16,0 0-20-16,0 0-18 0,0 0-17 0,0 0-14 16,-5 9-11-16,5-3-15 0,1 1-6 0,2 2-10 15,-2 3-9-15,-1-1-9 0,3 6-5 0,-1-1-5 16,-2 1-9-16,2 0-14 0,-2-1-9 0,0 2 4 0,-2 0-4 15,4-1-2-15,-2-3-2 0,0-2 0 0,0 2-6 16,-2-4-1-16,0 0 1 0,2-2-1 16,0-1 2-16,0-1 0 0,0 0 34 0,0-4 42 0,0-2 4 15,0 0-7-15,0 0-9 0,14-1-5 0,-5-2-9 16,1-4-7-16,0-2-6 0,0 2 6 0,0-1 5 16,3-4 0-16,-2 3 5 0,-1 0 8 0,0 1-1 15,0 2-5-15,-3 1 2 0,0 0-9 0,-2 1-10 16,0 1-2-16,-2 1-14 0,-1-1-8 0,-2 3-4 15,8-2 0-15,-8 2-5 0,0 0 0 0,9 2-5 16,-5 2-1-16,-1 1-1 0,1 1 0 0,0 2-9 16,2-1-4-16,-1 3 6 0,1 1-4 0,3-3 3 0,-2 3 1 15,3-1-5-15,0-3 3 0,0 4-2 16,-1-5 3-16,6 0 2 0,-5 1-5 0,2-5 1 16,0 1 3-16,-2-1 4 0,3-2-3 0,-2-2 4 0,-2-1 0 15,1-1 21-15,-3-6 19 0,1 3-2 0,-2-5-2 16,-1 1 0-16,1-6-3 0,-5 0-4 0,-2-1 8 15,-1-2-15-15,-2 1-6 0,0 1-16 0,0-3-8 16,1 3-29-16,-1 2-28 0,-3 4-30 0,3 1-51 16,0-2-64-16,2 3-71 0,-4 2-302 0,3 1-617 15,-1 2 273-15</inkml:trace>
  <inkml:trace contextRef="#ctx0" brushRef="#br0" timeOffset="-485.73">24825 12620 264 0,'0'0'354'0,"-2"-6"-18"0,2 6-23 0,0-5-34 16,2 1-26-1,-2 4-27-15,4-3-22 0,-4 3-27 16,8-3-20-16,1 3-20 0,-1 2-30 0,3-1-34 15,1 2-42-15,2-1-42 0,0 1-51 0,-1 1-48 0,6 2-48 0,-1-2-64 0,-3 0-170 16,-5 1-423-16,4-1 187 0</inkml:trace>
  <inkml:trace contextRef="#ctx0" brushRef="#br0" timeOffset="-329.48">24891 12697 139 0,'-4'1'185'16,"4"-1"-17"-16,-5 4-11 0,2-3-11 0,3-1 24 15,-3 4 5-15,3-4 2 0,4 8-16 0,2-5-9 16,1 2-19-16,5 1-10 0,4 1-12 0,0 0-46 16,4-1-85-16,3-2-97 0,0 0-205 0,-2-2-347 15,0-2 154-15</inkml:trace>
  <inkml:trace contextRef="#ctx0" brushRef="#br0" timeOffset="514.24">25382 11939 20 0,'2'-4'284'0,"0"0"-21"16,0-2-23-16,-1 2-17 0,-1-2-14 15,0 0-15-15,1 1-11 0,-2 1-18 0,0-1-12 0,-1-1-18 16,-2 1-11-16,0 0-18 0,-3 0-9 0,0-1-11 16,-2 1-11-16,-1 1-2 0,-2 0-11 0,-3 0-8 15,0 1-3-15,-2 0-7 0,1 2-6 0,3-1-4 16,-3 2-2-16,4-2-5 0,-1 4-3 0,-2-1-5 15,2 1-2-15,1 1 0 0,2 0-3 0,2 2-2 16,2-2-2-16,-2 4-3 0,4-2 1 0,1 3 3 16,1 2-5-16,2 1 0 0,0 2 0 0,4 4 0 15,0-1 1-15,2 1-2 0,1 2 0 0,0 0-1 0,1 7-1 16,2-6-1-16,-3 6-1 0,1 1 1 16,-3-1 1-16,0 2-2 0,0 0 1 0,3 2-1 15,-7-1 2-15,3 1-1 0,3 0-2 0,-3 4 0 0,0-1 0 16,0 1 1-16,2 3-2 0,-5 1 1 0,3-1 1 15,-4 2-2-15,4-1 1 0,1-1 0 0,-1 11 0 16,-1-9 1-16,3 10 19 0,-3-14 5 0,2 0-4 16,-1 2-2-16,2-1-4 0,-2 0-1 0,4-3 0 15,-3 1-1-15,-2 1-8 0,3-3 3 0,-2 1 2 16,1 1-6-16,0 2 3 0,-2-3 0 0,0 1-4 16,1-3 1-16,-3 3 0 0,-1 0 1 0,2-2 1 15,-1-1-6-15,1-2 4 0,-1 3 0 0,0-1-1 16,-1-1-3-16,0 3-2 0,-1-1 4 0,0-1-5 15,-1 3 6-15,1-3 6 0,-1 2-9 0,1-2 4 16,-2-1-4-16,-2 1 1 0,2 3 0 0,3-6 1 16,-4 3-2-16,2 0 22 0,-1-1 18 0,1-2 5 0,2 3-12 15,0-3-1-15,2-1-5 0,-2 1 0 0,1-7-2 16,-4-1-4-16,5-1 1 0,1-1 0 16,-1-4-3-16,-2-2-2 0,4 1 5 0,-1-5-5 0,0 0 9 15,2-1 19-15,-2-2 1 0,5-2-7 0,5 0-2 16,-2-1 2-16,10-2-28 0,-1-6-42 0,10 1-43 15,3-2-61-15,2-4-71 0,5-3-89 0,13-5-256 16,-2-1-596-16,2 2 264 0</inkml:trace>
  <inkml:trace contextRef="#ctx0" brushRef="#br0" timeOffset="1451.78">25921 12008 84 0,'-10'-2'284'0,"6"-1"3"16,0 0 4-16,-1 0-13 0,3-1-11 0,-2 1-21 15,4 3-27-15,0-10-17 0,1 6-14 0,2-1-21 16,3 2-13-16,-2-2-15 0,1 0-14 0,3 1-13 16,-1 1-12-16,1-2-5 0,2 2-17 0,-1 0-6 15,-3 2-14-15,2 0-4 0,-1-1-3 0,-1 1-14 16,3 4-7-16,-4-1-3 0,3 2-3 0,0 3-4 16,1 1-2-16,2 5-1 0,1 5 1 0,-3-4-10 15,-2 4 1-15,4 1-1 0,1 7 1 0,-2 1-6 0,-1 0 10 16,4 2-7-16,-4 2-2 0,6 1-1 15,-1 1 3-15,-5-2 1 0,6 2-5 0,0 3-1 16,1 11-2-16,-2-1 4 0,0-10-3 0,-1 13 1 0,-2-13-2 16,3 11-5-16,-5-11 1 0,6 13-1 0,-7-11-4 15,6 11 3-15,-7-11 2 0,2-2 4 0,-2 2-4 16,2-2-3-16,0 2 8 0,0-1-3 0,0-1 0 16,-2-2-4-16,0 1 2 0,0-2 3 0,1 0 2 15,3 2 2-15,-4-3 0 0,-1 0-1 0,0-1 0 16,2-1 4-16,-1 1 0 0,-3-4 2 0,3 1 9 15,-3-1 10-15,1 0-12 0,-2-6-3 0,1 5 3 16,-2-3-5-16,-1-2 2 0,0 7-5 0,-1-7 2 16,3-1 0-16,-3 1-3 0,2-1 0 0,-1 2-4 15,-1-1 3-15,-1 0 4 0,1-1-5 0,0 0-1 16,-2-2 0-16,2 0 3 0,0 0-4 0,0-4 3 16,0-1-7-16,-1 0 3 0,1 4 14 0,-2-4-3 0,2 0 4 15,-1-1 0-15,0 0-6 0,-1 1 4 0,2-2 9 16,-2 1-11-16,0-1-5 0,1 1 2 15,-3 1 3-15,3-3-6 0,-1 0 3 0,0 1 1 0,0-1-10 16,1 0 11-16,-1-1-8 0,-2 0 7 0,0-3 2 16,-1 2 7-16,-1-2-2 0,-3-1-1 0,-2 2-4 15,-4-3-15-15,-6 1-18 0,1-2-39 0,-12-1-58 16,-3-1-86-16,1 1-128 0,-9-7-241 0,2 3-620 16,-14-9 275-16</inkml:trace>
  <inkml:trace contextRef="#ctx0" brushRef="#br0" timeOffset="9175.62">10251 9869 293 0,'0'0'340'0,"0"0"-8"15,0 0-18-15,0 0-15 0,0 0-37 16,0 0-27-16,0 0-21 0,0 0-15 0,0 0-18 0,0 0-18 16,0 0-16-16,0 0-12 0,0 0-10 0,0 0-11 15,0 0-8-15,0 0-4 0,18-1-22 0,-18 1-8 16,17-1-8-16,-6 1-8 0,1-1-1 0,-1 1-8 15,4 0-6-15,0-1-11 0,0 1-14 0,-4 0-19 16,3 1-28-16,-1 0-35 0,1 0-36 0,-1 2-41 16,-2 0-46-16,0 1-47 0,3 0-54 0,-9 0-204 15,-1 2-535-15,2-1 236 0</inkml:trace>
  <inkml:trace contextRef="#ctx0" brushRef="#br0" timeOffset="9349.01">10320 10111 28 0,'0'0'309'0,"-4"2"3"0,4-2-7 16,-3 4-6-16,3-4-21 0,0 0-17 0,0 0-12 15,0 0-34-15,0 0-20 0,0 0-20 0,17-8-15 16,-8 7-21-16,3-2-18 0,3-1-28 0,-1 1-31 16,6-1-39-16,2 1-57 0,3 2-58 0,-1-2-69 15,6 3-69-15,-1 0-222 0,3 3-489 0,-12-3 217 0</inkml:trace>
  <inkml:trace contextRef="#ctx0" brushRef="#br0" timeOffset="10473.97">11373 9856 22 0,'0'0'328'0,"-1"-7"-14"0,-1 5-27 0,2 2-27 16,-3-4-23-16,3 4-29 0,-2-4-21 0,2 4-28 0,0 0-19 15,0 0-16-15,0 0-12 0,0 0-13 0,0 0-12 16,0 0-3-16,0 0-12 0,2 18-8 0,0-12-1 16,-2 2-10-16,1 2-7 0,2 1 3 0,-3 0-11 15,1 1-4-15,2 1-5 0,1 0 0 0,-1 5-3 16,-2-6-5-16,2 2 0 0,-2-1-1 0,2 4-2 16,-2-5-2-16,-1 0 0 0,4 2-2 0,-1-4-4 15,0 2 3-15,0-1-5 0,2-2 3 0,-1 1 1 16,-1-3-2-16,-1-1 0 0,1-1 1 0,-1-1-3 15,-2-1 0-15,2-1 2 0,0 3 1 0,-2-5 0 16,4 3 8-16,-4-3 10 0,0 0 0 0,5 0 3 16,-5 0-5-16,0 0-6 0,11-6 7 0,-7 2 10 0,0 0 1 15,0-4 3-15,3-1-2 0,-2 3-1 0,1-3 5 16,-2-2-9-16,3 3 4 0,-3-3-1 16,2 1-14-16,0-3 3 0,1 3-1 0,-3 1-1 0,3-1 3 15,-3 1-1-15,0 1 4 0,1 2-8 0,-2 2-2 16,3-2-3-16,-5 1-2 0,0 0-5 0,2 2-8 15,-2 0 2-15,-1 3 1 0,5-6-8 0,-5 6 2 16,0 0 5-16,13 4-10 0,-13-4 11 0,11 5-4 16,-4-2-5-16,1 2-1 0,0 5 3 0,0-2 0 15,2 0 1-15,1 3-3 0,-2-2 1 0,1-1-4 16,2 2-4-16,3-1-2 0,-3 0 6 0,-1-2-3 16,0 1 1-16,2-2 4 0,-2-1-3 0,-1-1-1 15,2 0 4-15,-5 0 3 0,1-3 1 0,-4 0 3 0,4-2 1 16,-8 1-1-16,11-5 3 0,-8 0 7 15,1 0 19-15,-1 0 12 0,-2-3-9 0,-1-1 2 16,0-3-4-16,-1 0 2 0,-5-4-3 0,5 5-12 0,-2-1 2 16,-1-1 0-16,-1 0-3 0,3 3-3 0,-6-1 0 15,6-1-13-15,-3 3-22 0,1 0-27 0,2 1-28 16,0 2-34-16,1 1-40 0,-2 3-53 0,-1-2-73 16,4 0-66-16,0 4-217 0,-4-4-604 0,4 4 267 15</inkml:trace>
  <inkml:trace contextRef="#ctx0" brushRef="#br0" timeOffset="11255.2">12095 9977 160 0,'0'-3'295'0,"0"3"-27"0,-4-5-26 0,4 5-28 0,0 0-27 15,0 0-22-15,0 0-14 0,0 0-17 0,0 0-16 16,0 0-11-16,0 0-10 0,-7 11-10 15,7-6-7-15,0-5-10 0,2 9-3 0,1-4-10 0,-1-2-3 16,-1 2-3-16,1-1-8 0,-1 1-7 0,3-1-2 16,0-2-3-16,-4-2 0 0,0 6-6 0,0-3 1 15,0-3-2-15,2 5 0 0,-2-5 17 0,0 0 19 16,2 3 20-16,-2-3 14 0,0 0-2 0,0 0-11 16,0 0-10-16,0 0-5 0,0 0-10 0,-2-16-3 15,0 14-10-15,2 2-6 0,-5-6-25 0,2 3-15 16,3 3-31-16,-3-4-37 0,0 0-44 0,3 4-56 15,-3-6-76-15,1 3-258 0,2 3-545 0,0-6 242 0</inkml:trace>
  <inkml:trace contextRef="#ctx0" brushRef="#br0" timeOffset="11723.93">12537 9915 120 0,'0'0'266'0,"0"0"-25"0,0 0-24 16,0 0-22-16,0 0-22 0,0 0-20 0,-4-2-18 16,4 2-18-16,0 0-6 0,0 0-16 0,0 0-9 15,-15 5-8-15,11-1-6 0,-3 1-7 0,-1-4 3 16,-2 2 9-16,1 1 13 0,-2 0 8 0,-2 1 3 0,-1 0 2 15,3-1 3-15,-4 0-1 0,1 2-9 0,0-2-7 16,0 0-4-16,3-1-9 0,2 2-5 16,0-3-13-16,5 1-10 0,-4-1-1 0,4 1-8 0,0 0-2 15,1-1-6-15,3-2 0 0,-1 6-1 0,4-2-2 16,5 3-1-16,4-3-3 0,6 1-2 0,3-2 3 16,9 5-5-16,0-4-12 0,0 1 1 0,0-3-5 15,1 1-8-15,-9-2-5 0,4 0-6 0,-4-1 5 16,-2 2 1-16,-1-5 1 0,-5 4 2 0,0-3 3 15,-4 1 0-15,-2-2 4 0,2 1 5 0,-6-2 13 16,4 0 8-16,-4 0 5 0,-4-2-5 0,3 1 4 16,-3-3 4-16,0 0-9 0,-3 2 2 0,-5-6-2 15,0 2-8-15,3 4 3 0,-5-4-6 0,-2 0-5 16,2 2-2-16,-5-3-14 0,-2 1-22 0,2 3-20 16,0 2-32-16,2 2-34 0,-1 0-35 0,0 1-37 15,-1 1-45-15,3-1-40 0,-2 1-218 0,2 1-528 0,2 1 235 16</inkml:trace>
  <inkml:trace contextRef="#ctx0" brushRef="#br0" timeOffset="11973.92">12509 9807 274 0,'0'0'318'0,"-2"-4"-33"16,2 4-31-16,0 0-27 0,0 0-27 0,0 0-24 15,0 0-21-15,0 0-15 0,0 0-16 0,2 16-13 16,2-9-9-16,-1 5-2 0,2 6 4 0,0-3-7 16,1 6-8-16,2 4-5 0,0 2-7 0,3-2-4 0,0 3-6 15,2-2-2-15,0 0-13 0,-2 0-2 0,3-2-5 16,-1 0-3-16,-3-6-6 0,1 0-10 16,-1-1-22-16,-1-2-30 0,1 0-42 0,-5-3-53 0,1-1-63 15,2-5-61-15,-1-1-211 0,-2-3-493 0,-2-1 218 16</inkml:trace>
  <inkml:trace contextRef="#ctx0" brushRef="#br0" timeOffset="12333.29">12893 9789 188 0,'0'0'351'0,"0"0"-18"0,0 0-20 15,-1-5-19-15,1 5-22 0,1-5-22 0,-1 5-26 16,0 0-28-16,0 0-25 0,-5-4-24 0,5 4-17 16,0 0-18-16,0 0-10 0,0 0-5 0,-4 13-16 15,3-8-11-15,-1 1-4 0,0 2-2 0,0 2-11 16,-2 2-4-16,1-2-4 0,-1 1-6 0,3 2-1 15,-2 0-10-15,0 1 1 0,3 3-2 0,-2-6-1 16,4 7-3-16,-2-5 3 0,3 7-7 0,0-3 3 16,1-4-1-16,4 3 1 0,-2-5-5 0,3-1-3 15,2-1-20-15,0-1-18 0,2-2-46 0,5 2-48 16,-4-5-57-16,-1-1-64 0,6-4-49 0,-1 0-219 16,-3 1-548-16,3-2 242 0</inkml:trace>
  <inkml:trace contextRef="#ctx0" brushRef="#br0" timeOffset="12536.46">13283 9845 281 0,'1'-5'298'0,"-1"5"-20"0,0 0-15 0,0 0-26 16,0-3-26-16,0 3-27 0,0 0-16 0,0 0-21 16,0 0-13-16,0 0-14 0,0 0-12 0,-11 12-13 15,8-6-8-15,-1-1-8 0,-1 1-11 0,-2 3-3 16,-1 0-8-16,0 3-4 0,-2 2-4 0,2-2-2 15,-3 2-7-15,1 0-1 0,1 4-5 0,-2-4-14 16,4-2-27-16,-5 3-33 0,7-3-44 0,-4 0-53 16,4-5-74-16,1-1-237 0,-1 1-484 0,2-1 214 15</inkml:trace>
  <inkml:trace contextRef="#ctx0" brushRef="#br0" timeOffset="12739.52">13133 9847 94 0,'-3'-4'313'16,"1"1"-29"-16,2 3-29 0,0 0-30 0,0 0-21 15,0 0-18-15,0 0-8 0,0 0-7 0,0 13-12 16,1-4-13-16,2-3-13 0,3 4-9 0,0-1-14 16,3 3-11-16,0 2-7 0,4 3-8 0,1-3-5 15,2 3-5-15,-1-6-14 0,3 3-22 0,-1-3-45 16,1 1-53-16,-1-1-66 0,1-4-78 0,0 1-249 15,-4-3-489-15,0-3 218 0</inkml:trace>
  <inkml:trace contextRef="#ctx0" brushRef="#br0" timeOffset="12973.89">13473 9844 30 0,'0'-5'279'16,"0"5"-25"-16,0 0-29 0,0 0-3 0,0 0-8 15,0 0-16-15,0 0-7 0,11 14-13 0,-7-7-15 16,0 1-14-16,3 2-15 0,1-1-15 0,-3 4-11 16,1-1-10-16,-1 4-10 0,2 2-8 0,-3-1-4 15,-1 1-9-15,-2-1-3 0,-2 3-6 0,-4 0-8 16,-1-1-20-16,-1 0-29 0,-5-2-36 0,-3 1-41 16,-7-2-43-16,3-3-54 0,-1-4-58 0,-10 2-176 15,-3-3-442-15,-2-5 196 0</inkml:trace>
  <inkml:trace contextRef="#ctx0" brushRef="#br0" timeOffset="13770.73">11944 9678 15 0,'-1'-4'253'0,"1"4"-1"0,0 0-7 16,-2-5-12-16,2 5-16 0,0 0-21 0,0 0-17 15,0-5-18-15,0 5-19 0,0 0-19 0,0 0-14 16,0 0-12-16,0 0-11 0,0 0-10 0,0 0-9 16,0 0-7-16,0 0-4 0,0 0-8 0,0 14-5 15,2-9-1-15,-1 0-5 0,-1 0-4 0,1 2-3 16,1-1-6-16,1 0 0 0,-2 1-1 0,2 0-3 16,-2 1-1-16,0-2-1 0,2 3-6 0,-1-3 2 15,-1 0-1-15,0 1-1 0,3 0-1 0,-3 1 2 0,2-3-1 16,-3-2-21-16,3 4-41 0,-2-3-32 0,2 1-28 15,-3-3-44-15,0-2-33 0,4 5-218 16,-4-5-437-16,6 2 195 0</inkml:trace>
  <inkml:trace contextRef="#ctx0" brushRef="#br0" timeOffset="14161.34">11834 9679 111 0,'0'0'261'0,"0"0"-12"16,0 0-15-16,0 0-11 0,0 0-22 0,0 0-13 15,0 0-8-15,0 0-16 0,9-7-7 0,-9 7-9 16,6-1-15-16,-6 1-6 0,0 0-12 0,8-1-10 16,-8 1-12-16,7-1-5 0,-7 1-9 0,12 0-5 15,-7-2-9-15,1 1 3 0,1 0-17 0,1 0-3 16,4-1-6-16,-1 0 1 0,4-1-7 0,-4 2-4 15,1 0-3-15,3-2-3 0,0 0 0 0,0 2-7 16,-3 0-25-16,-1-2-34 0,0 3-44 0,-3-1-53 16,0 0-67-16,-1 0-80 0,-1-1-160 0,-6 2-480 0,5-1 213 15</inkml:trace>
  <inkml:trace contextRef="#ctx0" brushRef="#br0" timeOffset="20106.79">14267 9849 305 0,'0'0'332'0,"0"0"-9"0,0 0-16 0,-5 3-16 16,5-3-14-16,0 0-18 0,0 0-11 0,0 0-9 15,0 0-22-15,0 0-17 0,0 0-14 16,0 0-24-16,0 0-10 0,0 0-13 0,0 0-20 0,0 0-12 16,0 0-17-16,0 0-6 0,0 0-11 0,0 0-1 15,0 0-5-15,0 0-5 0,0 0-9 0,23 0-1 16,-16 0-14-16,5-2-15 0,3 2-31 0,-1-2-33 16,0 3-32-16,4-2-40 0,-3 2-41 0,0-1-45 15,0 1-43-15,-1-2-50 0,-1 1-268 0,-2 1-606 16,-3-1 269-16</inkml:trace>
  <inkml:trace contextRef="#ctx0" brushRef="#br0" timeOffset="20263.03">14331 9961 214 0,'-4'2'240'0,"4"-2"-4"0,0 0-4 0,-4 1-8 15,4-1-10-15,0 0-14 0,0 0-15 0,0 0-13 16,0 0-19-16,0 0-16 0,0 0-16 0,0 0-7 15,16 0-14-15,-16 0-10 0,15 0-10 0,-6-1-40 16,4 1-56-16,-2-1-74 0,4-2-78 0,-3 1-245 16,3-1-448-16,-1 1 198 0</inkml:trace>
  <inkml:trace contextRef="#ctx0" brushRef="#br0" timeOffset="21247.37">14814 9598 112 0,'0'0'194'0,"-3"-4"-18"0,3 4-13 0,-7-5-3 15,3 5-18-15,4 0-8 0,-9-5-12 0,9 5-2 16,-7-4-7-16,0 3-2 0,7 1-11 0,-9-3-6 0,2 1-9 16,7 2-9-16,-8-2-7 0,8 2-10 15,-10-1-6-15,10 1-7 0,-8-1-4 0,8 1-3 16,-7-1-11-16,7 1 2 0,0 0-1 0,0 0-5 0,-11 2-6 15,11-2 2-15,0 0-6 0,0 0-2 0,-4 0 0 16,4 0 0-16,-5 3-6 0,5-3 2 0,-4 4-1 16,4-4-2-16,-3 5-1 0,2-1 1 0,1-4-1 15,-2 3 0-15,1 1-3 0,1-4 1 0,0 9-2 16,0-4 2-16,0-2-1 0,0 2 1 0,0 2 0 16,1-1 1-16,-1 1-1 0,2-1 0 0,-1 0 1 15,1 2 0-15,-1 0-3 0,4 0-3 0,-1 4 5 16,-2-1-3-16,0-1 3 0,1 1 1 0,0 0-1 15,1 0-4-15,0 0 4 0,0 2-2 0,-1-1 0 16,-1 2 1-16,1-3 1 0,1-1 0 0,-1 3-1 16,0-1 1-16,-2 1-4 0,2-2 3 0,1-2 1 15,-4 3-2-15,3-2 3 0,-2 0-1 0,-1-2 2 0,3 0 6 16,-3-1 20-16,0 2 5 0,2-1-5 0,-2 1-1 16,0-5-5-16,0 1-1 0,0 2-3 15,0-4 1-15,2 2-6 0,-2 2-2 0,0-2 4 0,0-2-3 16,0 2-3-16,0-5-3 0,0 6 0 0,0-6 2 15,0 5-4-15,0-5 1 0,0 4-1 0,0-4 0 16,1 2 0-16,-1 2 2 0,1 0-1 0,2 0-1 16,-3-4 1-16,0 4-4 0,0-4 5 0,0 0-2 15,3 6 2-15,-2-3-2 0,2-1 1 0,-3-2 2 16,4 6-2-16,2-3 1 0,-1 1 2 0,0-1-2 16,4 1 3-16,-4-2-4 0,10 0-4 0,-3 3 0 15,4-2-31-15,-2 0-36 0,5-1-45 0,-2 1-50 16,2-3-51-16,-6 1-192 0,2-2-435 0,-1 1 193 15</inkml:trace>
  <inkml:trace contextRef="#ctx0" brushRef="#br0" timeOffset="22233.23">14950 9857 34 0,'0'0'267'0,"0"0"-7"16,0 0-9-16,0 0-13 0,0 0-10 0,0 0-11 15,0 0-9-15,0 0-19 0,0 0-16 0,0 0-15 16,0 0-16-16,0 0-13 0,0 0-16 0,0 0-5 0,0 0-12 15,0 0-12-15,0 0-4 0,0 0-13 16,0 0-7-16,0 0-3 0,26-2-5 0,-21 2-7 16,6 1-7-16,0-1-1 0,5 0-8 0,1 1 3 0,7-1-3 15,-1 3-5-15,7-5-3 0,0 4 1 0,1-1-4 16,-1-2-2-16,0 1-2 0,0-2-8 0,0 1 7 16,0 1-2-16,1 1-2 0,-1-1 3 0,-7-1-5 15,7-1 2-15,-7 2-5 0,3-3 6 0,-3 1-5 16,-1 4 0-16,1-5 5 0,-1 3-8 0,-1 0 1 15,-1-1-2-15,2 0 2 0,-3-3-4 0,1 4-2 0,-1-1-6 16,-1 1 6-16,2-2-5 0,-1 4-1 16,0-4 3-16,2 1 0 0,-5 1 2 0,0 0-1 15,-2 0 0-15,1-1-1 0,1 0-3 0,-1-1 5 0,-1 2 2 16,1-1 0-16,-2 2 0 0,2-2-1 0,-1 0 10 16,-3-1-9-16,2 1-1 0,-4 1 1 0,0-1 1 15,-4-1-1-15,5 2 1 0,0-1 1 0,-4 1 1 16,2-2-2-16,1 0 1 0,-4 1 1 0,2 0-4 15,-7 1 0-15,13-1 1 0,-6-2-1 0,0 3-1 16,1 0 4-16,-8 0-1 0,17-1-3 0,-11 1 4 16,1-1 2-16,-7 1-5 0,15-3 4 0,-9 3 2 15,4 0-3-15,-6-2 3 0,5 4-4 0,0-4 0 16,-5 2 2-16,6-1 0 0,-10 1-1 0,9-1 4 16,-2 1-3-16,-7 0 4 0,9-1-5 0,-9 1 0 15,9-2 4-15,-9 2 1 0,5-2-7 0,-5 2 4 0,6-1-1 16,-6 1 1-16,5-2 1 0,-5 2-2 0,0 0 1 15,7-1 0-15,-7 1-4 0,0 0 2 0,5-2 10 16,-5 2-3-16,0 0 1 0,0 0 4 0,0 0-10 16,6-2 1-16,-6 2-1 0,0 0 3 0,0 0-3 15,0 0-1-15,4-3 2 0,-4 3-3 0,0 0-2 16,0 0 2-16,0 0-3 0,0 0-21 0,0 0-19 16,0 0-30-16,0 0-26 0,0 0-35 0,0 0-42 15,0 0-71-15,0 0-224 0,0 0-510 0,0 0 226 16</inkml:trace>
  <inkml:trace contextRef="#ctx0" brushRef="#br0" timeOffset="22873.83">16231 9606 213 0,'0'0'247'15,"0"0"-10"-15,-4-3-15 0,4 3-19 0,0 0-16 16,0 0-18-16,0 0-19 0,0 0-12 0,0 0-12 15,0 0-14-15,0 0-11 0,10-5-7 0,-10 5-9 16,12 2-9-16,-3-2-7 0,2 1-7 0,0-1-7 16,1 0-4-16,-1-1-3 0,1 1-8 0,2 0-1 0,0 0-7 15,-2 0-1-15,3 1-2 0,-7-1-4 0,0 0-5 16,-1 0 5-16,-7 0-3 0,12-1-7 16,-5 1 4-16,-7 0 13 0,8-2 5 0,-8 2 4 0,0 0-1 15,7 0-5-15,-7 0-2 0,0 0 0 0,0 0-1 16,0 0-5-16,0 0-2 0,10 0-6 0,-10 0-1 15,0 0-5-15,0 0-4 0,0 0-3 0,2 5-5 16,-2-5-2-16,0 0 1 0,0 7-1 0,0-7 1 16,0 3 0-16,3 4 8 0,-2-2-9 0,-1 0 3 15,3 2-2-15,1 0 0 0,-2 1 0 0,2 1 1 16,0 1-2-16,1 1-2 0,-1-2 6 0,0 3-3 16,2-1 0-16,-1 0-1 0,-1 2 3 0,4-2 7 15,-2 1-8-15,1-1 0 0,0 2-4 0,-1-2 3 16,1-1 0-16,0 1 2 0,0-1-1 0,-2 0-1 15,2 0 2-15,-2-1-1 0,-1-3-1 0,-1 1-1 16,1-1 1-16,-1-1-2 0,-2 0 3 0,2 0-2 0,0 1 3 16,-2-3-2-16,-1-3 0 0,4 5 6 0,-4-5 1 15,0 3 8-15,0-3-2 0,0 0 1 16,1 3 5-16,-1-3 0 0,0 0 2 0,-5 6 9 0,5-6 6 16,-9 4-10-16,5-2-3 0,-5 1-4 0,0 2 1 15,-2-4-6-15,0 2-24 0,2 1-24 0,-2-3-38 16,-2 1-32-16,1 3-37 0,3-2-52 0,0-3-58 15,-4 3-223-15,6-3-513 0,3 1 228 0</inkml:trace>
  <inkml:trace contextRef="#ctx0" brushRef="#br0" timeOffset="24186.34">16802 9240 23 0,'0'0'185'0,"-5"-6"-14"0,2 4-8 0,3 2-18 16,-4-4-8-16,4 4-13 0,0 0-8 0,-7-2-9 16,7 2-8-16,-4-1-6 0,4 1-14 0,-4-3-7 15,4 3-10-15,0 0-14 0,-5-2 3 0,5 2-6 16,0 0-4-16,-11 0-4 0,11 0-5 0,-4 3-12 15,0 0 10-15,0-1-6 0,-2-1-1 0,1 3-2 16,1-1-1-16,-2 0-6 0,2 1 0 0,3-2 0 0,-2 2-3 16,-1-2-2-16,1 2 2 0,2 1-3 0,-3 2-1 15,3-5-4-15,-2 3 4 0,2 2-1 16,-1-1 0-16,1-1-1 0,1 3 2 0,0 0 0 0,0-1-1 16,1 1 5-16,-1 2-5 0,2-2 7 0,-1 0-1 15,3 2 3-15,-4 0 0 0,7 1-1 0,-5-2-7 16,1 2 4-16,0-1-3 0,1 0 2 0,1 2 0 15,-3 1-1-15,2-3-2 0,1 3-1 0,-1-2 2 16,0 1-4-16,1-1 3 0,-3 1 1 0,1-1-1 16,1 0-4-16,-4 1 0 0,3-1 2 0,2 0-2 15,-4-1-2-15,2 4 1 0,-1-2-3 0,0-2-1 16,-2 2 5-16,3-1 0 0,0-1-1 0,-2 1-4 16,1-1 2-16,-2 2 3 0,1-5-3 0,2 2 3 0,-2-2-2 15,-1 0 2-15,0 1 2 0,1-1-9 16,2 2 4-16,-3-2 2 0,5-1-2 0,-5 0 3 15,0 1-5-15,0 1 4 0,2-2 1 0,-1 1-5 0,-1-1 4 16,1 1-7-16,-1 0 5 0,0-1-1 0,2 2 0 16,-2-1 4-16,1-1-4 0,-2-1 1 0,2 2 0 15,-2 0 1-15,2 0-2 0,2-2 5 0,-3 2-4 16,0 0 1-16,0-2 0 0,0 0-5 0,0 2 8 16,0-1-4-16,1 0 0 0,-1 0-2 0,0 0 2 15,0 1-3-15,0 0 2 0,-1-3 5 0,1 3-2 16,0 1-2-16,1-4 0 0,-1 2 3 0,0-1-6 15,-1 0 6-15,2 0 1 0,-2 1-2 0,1-1-5 16,0-1 6-16,0 1-1 0,1 0 2 0,-1-5-4 16,0 9 2-16,0-5-1 0,0 0 1 0,0-4-2 15,0 5 2-15,0-1 1 0,0-1 0 0,0-3-5 0,3 8 4 16,-3-5 1-16,0 0-1 0,0-3 1 0,0 5 1 16,0 1 1-16,0-6 3 0,0 5 9 15,0-1 16-15,0-4-2 0,0 0-1 0,1 3-2 0,-1-3 0 16,-1 6-1-16,1-6-6 0,0 0-4 0,1 6 0 15,1-3-3-15,-2-3 2 0,1 3-4 0,-1-3 1 16,2 4-3-16,-2-4 3 0,0 0-4 0,1 4-1 16,-1-4-2-16,1 3-1 0,-1-3 2 0,3 4-1 15,-3-4-1-15,0 0-3 0,0 7 1 0,0-7 0 16,0 4 2-16,3-2-2 0,-3-2 2 0,0 0-2 16,-3 6 3-16,3-6-1 0,3 5-1 0,-1-1 0 15,-2-4-2-15,2 4 1 0,-1-2 2 0,-1-2 0 16,4 7-1-16,-1-5 1 0,-3-2 0 0,4 5-3 0,-3-2 4 15,2 0 0-15,-1 2 2 0,0-3-2 16,1 1 1-16,-3-3-1 0,9 2 1 0,-3 1 1 16,2 0 0-16,-4-2 0 0,5 0-4 0,-3 0-35 0,-1-1-45 15,4 2-74-15,-9-2-75 0,13-3-180 0,-6 1-437 16,-4-1 195-16</inkml:trace>
  <inkml:trace contextRef="#ctx0" brushRef="#br0" timeOffset="25686.23">17062 9308 233 0,'0'0'271'0,"0"0"-18"0,-1-5-20 0,1 5-17 0,0 0-12 15,0 0-15-15,0 0-13 0,0 0-11 0,0 0-18 16,0 0-11-16,5-7-17 0,-5 7-12 0,3-4-10 16,-3 4-11-16,7-2-6 0,-7 2-10 0,7 0-9 15,-7 0-7-15,8-2-1 0,-8 2-10 0,5 0-2 16,-5 0-5-16,7 0-6 0,-7 0-5 0,11-1-1 16,-11 1-4-16,5 1-3 0,-5-1 2 0,9 0-6 15,-7 3-2-15,-2-3 0 0,10 4-2 0,-6-2-1 16,0 0-3-16,-4-2 3 0,5 5-6 0,1 0 0 15,-2-3-5-15,0 2 4 0,-4-1-2 0,7 2 1 16,-3 0 0-16,-1 1-1 0,-1 1-1 0,1-1-2 16,0-1 4-16,-2 3-5 0,2 0 3 0,0 0 1 15,-2 1-3-15,3 0 4 0,-3 1-1 0,3 1-1 0,-4-1 2 16,2 0-5-16,-1 2 0 0,0-1-1 0,2 0 1 16,-1 2 3-16,-1-3 0 0,0 3-2 0,1-1 1 15,-1 0-2-15,0 1 0 0,2-1 2 0,-3 0 3 16,3 1-2-16,-3-2 1 0,3 4-1 0,0-4 2 15,-1 1-1-15,-1 1 1 0,-1-2-2 0,3 1 3 16,-2-1-2-16,1 1-2 0,1-3 2 0,-2 1 0 16,0 0 2-16,-1 0-3 0,2-2 1 0,-1 0 1 15,3-1-2-15,-2 2 0 0,-2-1 2 0,2 1 4 16,-2 0-3-16,2-4 0 0,-1 2-1 0,3 1-1 16,-3-1 1-16,1 2 0 0,0-2-1 0,1 0 2 15,-2-1 3-15,2 1-7 0,-1 1 2 0,-1-2 1 0,0 0 0 16,1 1 2-16,-1-2-1 0,3 1-3 0,-4 2 2 15,4-2 0-15,-1 0-1 0,-1-1 0 16,0 1 1-16,-1 0 0 0,3 2 0 0,-1-4 1 0,-2 2-1 16,-1 2-2-16,3-3 4 0,-1 3 1 0,0-3-1 15,0 0-4-15,-1 4 3 0,2-3-3 0,-2 0 2 16,3-1 3-16,-3 0-2 0,-1 1 1 0,0-2 3 16,3 0-1-16,-3 1-3 0,1 0 0 0,-1 2 4 15,2-4-6-15,-1 2 7 0,2-1-5 0,-3 0 2 16,0 1-2-16,1-2-1 0,-1-3 2 0,0 6-4 15,2-2 3-15,-2-4 1 0,1 5 0 0,-1 0 1 16,0-5-4-16,0 6 2 0,0-6-2 0,0 7 4 16,0-7-2-16,0 3 2 0,0-3-3 0,3 3 2 15,-3-3 0-15,0 4 2 0,0-4-1 0,0 6-2 16,0-6 1-16,0 0 1 0,1 5-1 0,-1-5 0 16,2 5 1-16,-2-2-2 0,0-3 0 0,0 8 0 0,1-5 2 15,-1-3-1-15,1 5 2 0,-1-5 0 0,0 6-2 16,0-2-1-16,0-4-1 0,0 4 2 15,3 1 2-15,-3-5-4 0,-3 5 1 0,3-5 4 0,-1 5 2 16,1-5-2-16,-3 6 4 0,-1-5-6 0,0 1 3 16,-3 0-13-16,-1-1-15 0,-1-1-25 0,-2 1-41 15,-3-2-48-15,-5-3-57 0,4 0-79 0,-7-1-155 16,2 0-462-16,0-3 205 0</inkml:trace>
  <inkml:trace contextRef="#ctx0" brushRef="#br0" timeOffset="26733.07">16979 9459 7 0,'0'0'175'0,"0"0"-11"0,0-6-10 0,0 6-5 16,0 0-10-16,0 0-11 0,0-5-13 0,0 5-20 15,0 0-1-15,0 0-9 0,0 0-12 0,0 0-10 16,0 0-3-16,0 0-7 0,0 0-10 0,0 0-4 16,0 0-11-16,0 0 1 0,0 0-2 0,0 0-4 0,0 0 0 15,0 0-2-15,0 0-4 0,0 0-3 16,-2 13-5-16,2-8 2 0,0-1 0 0,-2 1-4 16,4 1 4-16,-4-1 0 0,4 1-2 0,-2 1 1 0,0-1-2 15,1 4 4-15,0-1-4 0,1 1 2 0,1 1-3 16,-3-3-10-16,3 4 4 0,-1-3 2 15,0 1 6-15,1 0-6 0,0 2 1 0,-2-3 1 0,3 2-1 16,-1 0 2-16,1 0-1 0,-2 0 1 0,0-1 1 16,2-1-7-16,-1 0 4 0,-2 0-4 0,3-2 5 15,-1 4-2-15,-1-4-2 0,0 2-8 0,1 0 5 16,0 1 7-16,1-2-1 0,-3-2-5 0,3 1 3 16,-2-1-1-16,0 3-1 0,1-4 5 0,-2 3-2 15,2-2-5-15,0-1 1 0,-2 5 4 0,-1-4-4 16,0-1-1-16,2 2 3 0,0-1 2 0,0 0-3 15,-1 1 2-15,1-2-3 0,-1 0 2 0,2 2 1 16,-2-1-1-16,-1-1-2 0,2-2-1 0,-2 3-2 0,3-1 6 16,-3-1-5-16,0 1 6 0,0 0-2 15,0 0 3-15,0-1-2 0,0 2-1 0,0-6-2 16,0 7 1-16,0-3 1 0,0 2 2 0,0-2-3 0,0-2 3 16,0-2 1-16,2 11-3 0,-4-8-3 0,2 2 1 15,0-2-6-15,0 2 8 0,0-5-2 0,0 7 2 16,0-4-4-16,0-3 2 0,0 7 0 0,0-3 2 15,0-4 1-15,0 7-1 0,0-3-2 0,0-4 7 16,0 6-1-16,0-6-4 0,-3 5 6 0,3-5-7 16,3 3 3-16,-3 1 3 0,0-4-2 0,0 6 1 15,0-3-3-15,0-3 3 0,0 6-4 0,0-6 6 16,2 7-1-16,-2-7 5 0,-2 5-2 0,2-5-8 0,0 5 12 16,0-5-6-16,4 5-2 0,-4-2 0 15,0-3 4-15,3 5-37 0,0-2-50 0,-3-3-80 16,4 2-155-16,-4-2-340 0,4 3 151 0</inkml:trace>
  <inkml:trace contextRef="#ctx0" brushRef="#br0" timeOffset="34891.81">19188 16433 292 0,'0'0'319'0,"0"0"-21"15,-3-2-11-15,3 2-2 0,0 0-7 0,0 0-3 0,0 0-3 16,0 0-9-16,0 0-6 0,0 0-16 0,0 0-2 16,9-4-24-16,-9 4-19 0,0 0-18 15,0 0-7-15,10 0-28 0,-10 0-15 0,7-1-14 16,1 1-10-16,7 0-15 0,-4 0-6 0,2 0-8 0,0-2-29 16,-2 2-17-16,4 2-9 0,-3-2-15 0,1-2-17 15,-1 2-18-15,-6 0-30 0,3 0-34 0,-4 2-30 16,3-2-30-16,-4 2-47 0,-4-2-42 0,11 0-50 15,-11 0-44-15,4 0-222 0,-4 0-607 0,0 0 269 16</inkml:trace>
  <inkml:trace contextRef="#ctx0" brushRef="#br0" timeOffset="35079.3">19168 16553 179 0,'-3'4'253'15,"3"-4"1"-15,0 0 0 0,-3 3-1 0,3-3-10 16,0 0-8-16,0 0-14 0,0 0-15 0,0 0-29 16,0 0-14-16,19-3-17 0,-6 1-18 0,0-1-13 15,-2 3-16-15,5-2-49 0,2-1-59 0,2-1-78 16,1 0-98-16,1 0-265 0,-3 1-486 0,-1 0 215 16</inkml:trace>
  <inkml:trace contextRef="#ctx0" brushRef="#br0" timeOffset="38747.02">20204 15584 78 0,'-7'-6'164'0,"2"2"-8"16,-2 2-9-16,2-3-14 0,-1 2-14 0,1-1-14 16,-1 0-5-16,-2 3-7 0,4-2-13 0,-1 2-5 15,-1-1-14-15,6 2-6 0,-15 0-19 0,9 2 14 16,0-2-5-16,-2 1-8 0,1 2-5 0,-2-1 0 15,0 2 4-15,1 2-16 0,1 0-2 0,-5-1-3 16,5 4 1-16,-2-4-8 0,2 4 7 0,-4 0-1 16,4 0-2-16,-1-1 2 0,0 3-2 0,3 1-4 0,1-1 1 15,-2 1 2-15,-1 0-4 0,3 1 0 16,0 3 0-16,3 2-1 0,-2 0-1 0,0-5 1 16,3 4 4-16,0 1 0 0,0 0-4 0,5 0 0 0,-4 0 0 15,4-1 2-15,-1 2 3 0,2-2-5 0,-2 1-1 16,1 1 0-16,1-1-1 0,-1 0 2 0,2 0-2 15,-2 2-1-15,2-4 8 0,-1 4-8 0,-1-4-1 16,3 1 2-16,-4-7-2 0,0 7 1 0,2-3 0 16,-2 1-3-16,0-1-1 0,-2-1 5 0,1-2-10 15,-3 2 1-15,2 0 4 0,0-1 2 0,-2-1-6 16,0-2-7-16,0 4 10 0,0-2 5 0,0 0-4 16,-2-1-2-16,0 1 7 0,2-1-8 0,-5 0 6 15,2 0-4-15,2-2 2 0,-2-2 0 0,-1 2 1 16,1-2 1-16,2 0-3 0,-5 1 35 0,2-1 9 15,-1 1 7-15,1-4 2 0,-3 2 8 0,2 0 6 16,-2-3 4-16,-4 3 6 0,3-2 4 0,1-2-2 16,-1-1-3-16,-3 2-9 0,1-2 2 0,-3 0-9 15,3-2-3-15,-2 1 3 0,0 1-8 0,4-3-6 16,-5 1-1-16,1 0-6 0,3 1-5 0,-1-1-2 16,1-1 2-16,3 2-9 0,-1 0-1 0,1-1-2 15,6 2-6-15,-11-1 7 0,7-1-8 0,4 2-3 16,0 0-1-16,0 0-3 0,0 0-1 0,0 0 0 15,0 0-3-15,0 0-3 0,0 0 8 0,0 0-5 16,0 0-2-16,13 12 3 0,-7-8 0 0,1 0-2 16,-1 0-4-16,5 1 4 0,0 0 7 0,-3 0-11 15,3 2 10-15,-1-1-9 0,-1 0-1 0,3 2 3 16,-2-2-3-16,-2 0-3 0,4 1 4 0,-4 1 1 16,2 1-3-16,1-2 2 0,-3 1-6 0,2 1 6 15,-1 0-3-15,-1-1-2 0,-1 1 0 0,0-2 3 16,1 2 1-16,-3 0 0 0,1 2-1 0,1-4-1 15,-3 4 1-15,1-3 1 0,0 3-4 0,-2-3 5 16,1 3-3-16,1-2 3 0,-3-1-1 0,2 0-2 0,-4-1 2 16,3 1 4-16,-1-1-3 0,0 1-3 0,0-2 4 15,2 4-3-15,-4 0-1 0,1-4 2 16,-1 4 8-16,4 0-12 0,-3-2 4 0,1 5 2 16,-2-3 0-16,1 0-1 0,-1 4-1 0,4-2 1 0,-4 1 1 15,4 0 1-15,-4 3-3 0,0 1 1 0,2-4-2 16,-2 5 3-16,0-2-5 0,0 1 4 0,0 2-1 15,-2-1 10-15,2-1-9 0,-2 0 24 0,0 1-2 16,1-3 4-16,-1 1-7 0,2 1-5 0,-1-3 1 16,0 4 0-16,1-4-4 0,-2-2-1 0,2 4 3 15,-1-3-4-15,2 5-2 0,-1-1 0 0,-1-3 0 16,2-3 2-16,-1 6-4 0,0-5-2 0,0 0 5 16,0 6-2-16,0-6 1 0,0 6 6 0,2-2-1 15,-1 2 0-15,0 0 24 0,2-1 4 0,1 3-5 16,-1-2-3-16,1 1 2 0,-2 3-1 0,7 5 6 15,-5-8 3-15,-3 1 2 0,6 6 4 0,-1-6 3 16,-1 5 18-16,-1-5-12 0,7 6 0 0,-5-6-6 16,2 1 4-16,-3-2 0 0,3-1-1 0,-1 1 3 15,1-2-4-15,-4-2 1 0,4 2 3 0,-2-8-22 16,-1 3 17-16,2-4-4 0,-1 2-4 0,2-4 1 16,-2 0-3-16,3 1 0 0,0-2-4 0,5 0-1 15,-5-3-1-15,2 3-8 0,4-3 5 0,0-1-9 16,3-2-7-16,2 1-32 0,-1-2-30 0,13-4-58 15,-12 2-64-15,-1-2-70 0,11-4-108 0,-3-2-350 16,-6 3-753-16,7-5 333 0</inkml:trace>
  <inkml:trace contextRef="#ctx0" brushRef="#br0" timeOffset="41353.1">20487 15771 26 0,'0'-5'341'0,"0"5"-2"16,0-5 2-16,0 5 0 0,-3-5 8 0,3 5-8 0,0-5-1 15,0 5-8-15,0 0-16 0,0 0-18 0,0 0-21 16,3-6-22-16,-3 6-25 0,0 0-26 0,-4-3-21 16,4 3-20-16,0 0-16 0,0 0-18 0,0 0-16 15,0-5-14-15,0 5-10 0,0 0-8 0,0 0-11 16,0 0-4-16,0 0-6 0,15 8-7 0,-7-8-6 15,-2 5-3-15,7-3-2 0,2 2-5 0,0 0-13 16,4-1-18-16,1 0-20 0,-2 1-27 0,1-3-12 16,-4 2-23-16,4-2-21 0,-5 0-23 0,1-1-7 15,-4 0-15-15,-2 0 1 0,1-1 12 0,-5-3-20 16,2 4-9-16,-3 0-16 0,-4 0-14 0,9-2-22 16,-9 2-14-16,0-5-9 0,3 2-9 0,-3 3-8 15,-7-9-22-15,2 8-186 0,1-2-495 0,-3-1 220 0</inkml:trace>
  <inkml:trace contextRef="#ctx0" brushRef="#br0" timeOffset="41618.71">20612 15648 208 0,'0'0'234'0,"3"-4"-1"0,-3 4-9 0,0-4-6 16,0 4-10-16,0 0-19 0,-3-5-20 0,3 5-18 15,0 0-19-15,0 0-13 0,0 0-15 0,0 0-15 16,0 0-11-16,0 0-7 0,0 0-8 0,0 0-5 16,-1 15-12-16,2-7-1 0,-1 2-4 0,0 0-5 15,0 0-2-15,2 1-4 0,2 2-11 0,-4 4 7 16,2 0-5-16,-2-3-1 0,0 2 0 0,3 1 0 16,0 1-4-16,-2-1 1 0,-1-5-2 0,1 5 1 15,-1-4-1-15,3-2-4 0,1 1-21 0,-1 2-34 0,-2-8-42 16,2 5-36-16,-3-4-34 0,0 1-53 15,4-2-187-15,0 0-427 0,-1-4 190 0</inkml:trace>
  <inkml:trace contextRef="#ctx0" brushRef="#br0" timeOffset="41946.83">20815 15683 243 0,'3'-5'290'0,"-3"5"-15"0,0 0-19 16,0 0-28-16,1-3-20 0,-1 3-26 0,0 0-20 16,0 0-15-16,0 0-15 0,0 0-19 0,0 0-10 15,0 0-12-15,0 0-7 0,0 0-11 0,1 10-5 16,2-6-9-16,-2 1-7 0,-1 2-5 0,3 2-5 15,-1-3-5-15,2 5-2 0,-2 1-3 0,1 1-5 16,-2 1-3-16,3-1 1 0,0 5-4 0,1-3-4 16,-4 2 9-16,3 0-3 0,-3 1-1 0,2-1-2 15,0-4 0-15,2 4-3 0,-2-5-3 0,-2 3 3 16,3-2 3-16,1-1-31 0,-1 1-64 0,-2-1-67 16,1-4-85-16,4 3-240 0,-3-4-505 0,-1 0 224 15</inkml:trace>
  <inkml:trace contextRef="#ctx0" brushRef="#br0" timeOffset="46064.93">22505 15541 35 0,'0'0'362'0,"0"-7"-2"0,0 7-9 0,0-5-14 16,2 2-25-16,-2 3-28 0,0 0-17 0,0 0-41 15,0 0-31-15,-2-6-18 0,2 6-27 0,0 0-18 16,0 0-10-16,0 0-23 0,0 0 16 0,5 14-29 15,-5-7-5-15,0 0 8 0,0 0-23 0,1 4-10 16,-1 0-8-16,0 0-1 0,1 1-7 0,-1-1-19 16,2 2-30-16,0-3-24 0,-3 1-22 0,4 2-26 15,-2-3-30-15,1 2-41 0,-1-4-53 0,0 1-59 16,2-2-261-16,1 0-569 0,-1-6 252 0</inkml:trace>
  <inkml:trace contextRef="#ctx0" brushRef="#br0" timeOffset="46596.16">22693 15423 253 0,'0'0'281'0,"0"0"-27"0,-1-5-29 0,1 5-25 16,0 0-24-16,-2-4-22 0,2 4-14 0,0 0-17 15,0 0-12-15,0 0-11 0,0 16-10 0,0-9-7 16,2 0-10-16,-1 3-5 0,-1 2-9 0,0 1-6 15,2 5-6-15,0-1-5 0,0 1-5 0,-2 1-6 16,2 2 3-16,0 4-5 0,-2-6-6 0,0 0-3 16,0 2-1-16,1 4-2 0,-1-3-1 0,-1 5-4 15,1-6 3-15,0-1-4 0,-2 2-2 0,2-3 8 16,0 0-12-16,-2 1 1 0,2-1 4 0,2-1-3 16,-2-2 1-16,2 1-2 0,-2-5-1 0,1 0 2 15,2 1-1-15,-2-1 0 0,3-4 2 0,0 0 0 16,2 1 1-16,-1-3-1 0,2 1 5 0,0-2-2 15,4 0-3-15,-2 0 1 0,2-2-4 0,3 0 4 16,-2-3-2-16,1 0 0 0,0-2 0 0,2 1-2 16,-3-3 2-16,-2-1-2 0,4 1 3 0,-4-2 0 15,-2-2 0-15,3-1-4 0,-6-1 0 0,4-3-4 16,-4-2 9-16,-3 2-16 0,0 2-2 0,-4-5-3 0,0-2 2 16,-3 1 0-16,-4 2-2 0,0-3 1 15,-5 4 3-15,-1-1-2 0,-1 2 2 0,-2 2 1 16,-1-2 0-16,0 2 1 0,4 0 2 0,-4 7-2 15,3-4 3-15,2 2 0 0,2 1-2 0,0 1 6 0,2-1 0 16,2 2 2-16,4 1-3 0,-1 0 4 0,-1 0 2 16,6 2 2-16,-4-4-3 0,4 4 0 0,0 0 2 15,0 0 0-15,0 0 0 0,19 0 1 0,-8 0-6 16,1 1 5-16,3 2-4 0,0-1-4 0,3 0-31 16,-3-2-38-16,-1 0-40 0,0 0-53 0,1-2-47 15,0 1-192-15,-5 0-434 0,-1-2 193 0</inkml:trace>
  <inkml:trace contextRef="#ctx0" brushRef="#br0" timeOffset="46814.9">22367 15231 302 0,'0'-4'320'0,"-2"-4"-32"0,1 3-28 0,1 1-25 16,1-1-27-16,-1 5-22 0,-1-6-28 0,1 6-50 15,0 0-63-15,-1-6-55 0,1 6-43 0,0 0-79 16,0 0-188-16,1 16-346 0,0-11 154 0</inkml:trace>
  <inkml:trace contextRef="#ctx0" brushRef="#br0" timeOffset="47502.38">23316 15493 109 0,'0'0'271'0,"2"-5"-32"0,-2 5-24 16,0 0-26-16,1-4-26 0,-1 4-14 0,0 0-15 16,0 0-14-16,0 0-11 0,3 13-14 0,-3-5-9 15,0-2-10-15,0 3-10 0,1 3-1 0,-1-1-9 16,4 1-6-16,-4 5-4 0,5-4-6 0,-5 0-1 16,2 2-5-16,0-3-1 0,0 1-4 0,3 4-3 15,-2-5-1-15,1-1-4 0,0-1 2 0,-1 0-1 16,5-4-4-16,-4 1 1 0,2-2-4 0,-2-1 1 15,1-2-1-15,3 2 2 0,-4-3-2 0,3-2-2 16,0-3-3-16,-3 2 2 0,4-3-1 0,-1 1 1 0,-2-1-5 16,1-2 2-16,1 0 1 0,-1-1 19 0,0 2 11 15,1-2-5-15,0 0 4 0,-5 3 3 16,1 1-2-16,0 1 1 0,2-2-8 0,-1 2-1 0,-4 3-9 16,2-5-2-16,0 3-5 0,-2 2-3 0,0 0-1 15,0 0 2-15,11 4-4 0,-7 0-2 0,2 0 3 16,-1 1-3-16,-1-1-3 0,2 1 2 0,1 1 0 15,3 2-1-15,-3-3-1 0,1 1 1 0,1-3 0 16,-3 1-1-16,5-1 0 0,0 0 0 0,-2-1-1 16,-2-2 3-16,2-2-2 0,-3 1 2 0,-1-3 1 15,4 1-1-15,-4-5 2 0,2 0-2 0,-3-1 2 16,-1-2 3-16,-3-1 1 0,-1 0-2 0,1-3 0 16,-2-1-1-16,0 3-1 0,-3-2-4 0,1 3-2 15,0 1-14-15,0 0-24 0,-4 2-31 0,4 0-39 16,-1 4-45-16,-2-2-54 0,4 4-58 0,-1 0-165 15,4 3-461-15,-11 0 204 0</inkml:trace>
  <inkml:trace contextRef="#ctx0" brushRef="#br0" timeOffset="47840.64">23891 15624 35 0,'0'0'238'15,"0"0"-22"-15,0 0-24 0,0 0-23 0,0 0-17 0,0 0-16 16,0 0-13-16,0 0-9 0,0 0-13 0,0 0-10 16,3 11-8-16,0-7-7 0,-2-1-9 15,2 2-5-15,0-1-6 0,0 0-3 0,-1-2-6 0,2 2-6 16,0-2 0-16,0 1-3 0,-4-3 6 0,7 0 8 15,-7 0 13-15,0 0 13 0,0 0 7 0,10-3-4 16,-10 3-7-16,5-3-7 16,-2-1-6-16,-3 0-5 0,0 4-6 15,0-9-6-15,0 5-4 0,-3 0-9 0,1 1-7 0,-1-2-21 16,1 2-22-16,-2-1-26 0,0 2-30 0,3-2-33 16,-2 1-43-16,3 3-47 0,-4-4-201 0,4 4-432 15,-7-4 193-15</inkml:trace>
  <inkml:trace contextRef="#ctx0" brushRef="#br0" timeOffset="48309.37">24257 15534 319 0,'-1'-2'341'0,"1"2"-21"0,-2-6-31 15,2 6-26-15,-5-3-26 0,5 3-24 0,-4-3-22 16,4 3-19-16,-9-1-15 0,9 1-18 0,-15-1-15 16,7 2-12-16,8-1-13 0,-20 1-9 0,8 2-11 15,3-1-9-15,-5 1-8 0,3 2-6 0,0-1-7 16,-1 0-5-16,1 1-2 0,0 0-5 0,1 0-3 16,3 0-3-16,-2 0-5 0,5 1-4 0,-1-4 5 15,2 2-5-15,1 2-5 0,0-2 1 0,6 1 2 16,-1 2-6-16,4-1-1 0,5 1 2 0,7 0-2 15,9 4 0-15,-7-5 0 0,9-1-1 0,-1 3-6 16,-8-3-1-16,9 1-11 0,4-2-9 0,-5-1-3 16,-5 0-5-16,-5-1-1 0,4 0 3 0,-2-3 2 15,-6 1 2-15,0-1 3 0,-3-2 3 0,3 0 4 16,-6 1-2-16,-2-2 2 0,0 0-1 0,-3-1 4 16,1-2-2-16,-5 0-2 0,0 0 5 0,0-2-5 0,-9 0-1 15,1-2 2-15,-3-2 3 0,-7 1-1 16,5 2-2-16,-4 0 5 0,2 1-2 0,-2-1-1 15,4 5 0-15,0-2 1 0,1 2 4 0,1 2-24 16,1 0-21-16,1 2-26 0,0 0-24 0,-1-1-19 0,4 2-29 16,6 0-23-16,-11 0-27 0,11 0-27 0,-4 4-25 15,4-4-127-15,1 4-403 0,-1-4 178 0</inkml:trace>
  <inkml:trace contextRef="#ctx0" brushRef="#br0" timeOffset="48543.74">24302 15397 45 0,'0'0'222'0,"0"0"-28"0,0 0-19 0,-4-3-21 16,4 3-14-16,0 0-17 0,0 11-10 0,0-5-7 16,0 5 21-16,4 3-3 0,0 1-13 0,3 3-13 15,1 2-6-15,-1 1-9 0,1 6-8 0,4 3-9 16,-5-5-6-16,1 4-6 0,-1 0-7 0,3 0 0 15,-1 2-6-15,-3-11 0 0,-2 5 2 0,1 2-11 16,1-5-1-16,-2-4-4 0,0 0-9 0,0 0-51 16,-3-5-53-16,3-3-53 0,-2-1-55 0,-1-2-146 15,1-4-368-15,-2 1 163 0</inkml:trace>
  <inkml:trace contextRef="#ctx0" brushRef="#br0" timeOffset="48856.23">24585 15430 72 0,'0'0'352'16,"0"-6"-24"-16,0 6-34 0,0-5-32 0,0 5-28 0,0 0-28 15,0 0-25-15,-4-4-18 0,4 4-19 16,0 0-12-16,0 0-17 0,0 14-10 0,0-7-14 15,0 0-7-15,0 4-8 0,-1-1-6 0,-1 3-14 16,-2 5-2-16,3-2-6 0,-2 1-7 0,0 3-2 0,-1-2-2 16,3 0-6-16,-2-2-2 0,2 3-2 0,0-3-2 15,1 1-5-15,1-3-1 0,0 0 1 0,3-1 1 16,0 4-5-16,2-6 0 0,1 1-1 16,-2 0-9-16,7-2-36 0,-2-2-36 0,4 3-33 0,3-3-46 15,-3-2-49-15,6-3-36 0,-1-2-215 0,0-1-480 16,0-3 212-16</inkml:trace>
  <inkml:trace contextRef="#ctx0" brushRef="#br0" timeOffset="49074.97">24978 15520 122 0,'0'0'186'15,"-4"-4"-22"-15,4 4-17 0,0 0-15 0,0 0-13 16,0 0-10-16,-10 8-13 0,10-3-7 0,-5 0-9 15,1 3-7-15,1-1-3 0,-2 3-6 0,1 3-9 16,-2-2-4-16,1-1-2 0,0 7-11 0,-1-6-2 16,-1 5-2-16,0-2 0 0,1-3-5 0,-4 0-4 15,5 0-1-15,-2 1 2 0,-4 3-14 0,3-7-45 16,2 2-49-16,1-6-56 0,-1 1-131 0,-1 0-291 16,1-2 129-16</inkml:trace>
  <inkml:trace contextRef="#ctx0" brushRef="#br0" timeOffset="49278.09">24819 15557 248 0,'-3'-3'283'0,"3"3"-29"0,0 0-28 0,0 0-25 16,0 0-22-16,0 0-19 0,0 0-15 0,0 0-11 15,0 0-15-15,10 15-11 0,-6-9-10 0,2 3-8 16,1-1-10-16,2 2-6 0,0 1-9 15,3-2-3-15,2 2-9 0,2-1-5 0,-5 2-15 0,4-2-38 16,2 0-49-16,-1-1-56 0,-4-4-67 0,3 0-209 16,-3-2-418-16,-1-1 185 0</inkml:trace>
  <inkml:trace contextRef="#ctx0" brushRef="#br0" timeOffset="49512.46">25001 15480 54 0,'0'0'305'0,"-1"-3"-28"0,1 3-24 16,0 0-28-16,0 0-22 0,0 0-20 0,0 0-24 15,0 0-14-15,0 0-12 0,0 0 5 0,0 0-9 16,0 0-10-16,8 8-10 0,-4-4-15 0,2 2-4 16,0 0-12-16,-2-1-8 0,5 3-7 0,-5 1-7 15,-3 1-5-15,6 0-6 0,-2 1-3 0,-2 0-5 16,0 1-2-16,-3 2-4 0,0 2-30 0,-3 2-40 15,-4-1-54-15,-2 2-76 0,1 0-90 0,-9 5-169 16,5-6-463-16,-3 2 205 0</inkml:trace>
  <inkml:trace contextRef="#ctx0" brushRef="#br0" timeOffset="50356.18">25432 15406 155 0,'0'0'332'15,"0"0"-17"-15,-4-2-29 0,4 2-28 0,0 0-25 16,0 0-22-16,0 0-19 0,0 0-24 0,0 0-16 15,0 0-18-15,0 0-12 0,0 0-8 0,0 0-9 16,0 0-13-16,9 7-7 0,-1-3-9 0,2 1-6 16,6 3-8-16,2 0-7 0,3-2-7 0,1 0-4 15,-1 2-3-15,1-2-4 0,-1 1-1 0,-1-2-7 16,-2 1-3-16,-3-2 4 0,-3 1-8 0,0-1-4 16,-4 0 2-16,2-3-7 0,-6 2 2 0,3-2-6 15,0 2-3-15,-5-2 4 0,-2-1-2 0,7 2-3 16,-7-2-4-16,4 2 4 0,-4-2-6 0,0 0-1 15,0 0 1-15,-11 6 2 0,4-4-1 0,-2 1 6 16,-1 1-10-16,1-1 8 0,-5 1 2 0,1 1-2 16,-2 1 2-16,4 0 3 0,-9 0-2 0,3 3-3 15,2-1-3-15,-1 3 2 0,-2-2 2 0,6-4 1 16,-4 4-1-16,-1 0 4 0,4-3-5 0,0 2-5 16,2-2 5-16,-6 6-1 0,7-6-2 0,-2 1-20 15,5-1-24-15,-1-1-33 0,5-1-38 0,-1 0-44 16,-2-2-57-16,4 1-69 0,2-3-185 0,0 0-507 15,12 5 225-15</inkml:trace>
  <inkml:trace contextRef="#ctx0" brushRef="#br0" timeOffset="51060.8">26028 15453 325 0,'4'-5'313'16,"-4"5"-29"-16,-1-4-24 0,1 4-34 0,0 0-26 0,0 0-16 15,0 0-28-15,0 0-12 0,-10-1-15 0,10 1-11 16,0 0-16-16,-9 10-12 0,2-7-10 15,3 5-5-15,-3-3-13 0,3 1-4 0,0 3-2 0,-3 0-4 16,3-1-11-16,0-1-4 0,4 1 2 0,-3 1-7 16,2-1 5-16,-2-2-9 0,3 1 2 0,3-1-5 15,-2 1 0-15,2-1-2 0,0-1 5 0,1-1-4 16,-2 0-2-16,7-2-2 0,-1 1 0 0,2 1 0 16,3-4-4-16,-1-2 0 0,2 0-1 0,-2 1 2 15,-1-4-3-15,4 0 0 0,-5 0-5 0,4-3 2 16,-4 0-2-16,-2-1-1 0,3 0 1 0,-6-1-1 15,2 0 3-15,-3-1-5 0,-1 2-2 0,-1-2-1 16,-2 2 2-16,-2-2-8 0,-1 5 1 0,-1-2 1 16,-3 1-3-16,-1 1-22 0,-2 0-23 0,1 4-33 15,0-1-41-15,-6 3-54 0,1-1-72 0,2 5-222 16,-2-3-510-16,3 3 226 0</inkml:trace>
  <inkml:trace contextRef="#ctx0" brushRef="#br0" timeOffset="53329.15">20618 16824 205 0,'0'0'345'0,"0"0"-4"16,-3-5-2-16,3 5-8 0,0 0-15 0,0 0-13 15,0 0-20-15,0-7-17 0,0 7-19 0,0 0-13 16,0 0-19-16,0 0-17 0,0 0-21 0,0 0-21 15,5-3-9-15,-5 3-16 0,0 0-10 0,0 0-19 16,0 0-11-16,0 0-6 0,7-2-13 0,1 2-10 16,-1-1-22-16,8 1-11 0,-3-3-31 0,7 2-38 0,-1 0-38 15,2-1-25-15,-1 0-39 0,-1-1-42 16,-2 0-54-16,-2 2-59 0,2 0-54 0,-5-2-217 16,4 1-613-16,-8 0 272 0</inkml:trace>
  <inkml:trace contextRef="#ctx0" brushRef="#br0" timeOffset="53610.39">20959 16671 292 0,'0'0'331'0,"0"0"-17"16,1-5-21-16,-1 5-21 0,0 0-32 0,3-4-23 0,-3 4-22 15,0 0-28-15,0 0-21 0,0 0-14 0,0 0-14 16,0 0-9-16,0 0-13 0,-3 17-14 0,3-9-7 16,0-1-6-16,-1 5-6 0,-2 2-5 0,3-1-7 15,0 2-5-15,0 2-1 0,0 2-9 0,-1-1-4 16,6-1 11-16,-2 1-13 0,-2-5-7 0,1 4-27 16,2 0-27-16,0 1-35 0,-3-4-57 0,4 0-78 15,1-1-96-15,0-3-179 0,0 1-515 0,-1-3 228 16</inkml:trace>
  <inkml:trace contextRef="#ctx0" brushRef="#br0" timeOffset="54219.75">22884 16553 180 0,'-3'-5'387'0,"3"5"-13"0,0-3-12 0,0 3-30 16,0 0-34-16,0 0-25 0,0 0-32 0,0 0-22 15,0 0-10-15,0 0-41 0,0 0-14 0,0 0-22 16,0 0-9-16,0 0-16 0,0 0-11 0,-6 11-8 16,2-6-10-16,4 4-10 0,-1-4-1 0,-3 7-8 15,4-4-20-15,0 4-17 0,0-2-24 0,0 1-19 16,0-3-29-16,5 3-17 0,-5-4-21 0,4 0-19 16,-4 1-37-16,3-2-38 0,0 1-44 0,2-2-58 15,0-2-201-15,1 0-524 0,1-2 232 0</inkml:trace>
  <inkml:trace contextRef="#ctx0" brushRef="#br0" timeOffset="54547.86">23124 16391 287 0,'0'-8'303'0,"2"4"-14"0,-2-1-20 15,0 5-27-15,1-5-25 0,-1 5-24 0,0-5-28 16,0 5-13-16,0 0-21 0,0 0-12 0,0 0-12 15,-5 14-12-15,3-6-12 0,-1 2-7 0,3 3-6 16,-2 5-9-16,-1 0-6 0,1 0-8 0,2 2-1 16,2 7-5-16,2 1-6 0,-3 2-1 0,2-1-3 15,1 0-6-15,-1 1-3 0,1-1-2 0,3 2 1 16,-3 1-3-16,7-7-3 0,-6 5-2 0,4-3-1 0,-4-2 10 16,2-4-13-16,-5 0 1 0,4-4-3 15,-5 2 1-15,3-1 1 0,-2-3 7 0,-1-2-13 16,-2-2 1-16,-2 1-5 0,0-5-4 0,2 1 3 15,-2-3 2-15,-2 1-1 0,-2-2-3 0,0-1-6 0,-2-2-9 16,2-1-8-16,-4-1-20 0,-1-2-26 0,1-2-29 16,-3 0-40-16,2-4-52 0,0 1-68 0,-2-3-154 15,-1-2-450-15,3-1 199 0</inkml:trace>
  <inkml:trace contextRef="#ctx0" brushRef="#br0" timeOffset="54750.98">22912 16646 111 0,'4'-5'275'0,"-1"0"-25"0,1 3-25 16,5-3-20-16,1 2-22 0,1 0-19 0,4 2-17 16,-1-2-14-16,5 0-16 0,-2 3-10 0,2 0-11 15,-3 0-12-15,2 0-15 0,-3 0-55 0,4 0-55 16,-4-3-50-16,4 6-46 0,-4-2-182 0,-2 1-345 15,-1-2 153-15</inkml:trace>
  <inkml:trace contextRef="#ctx0" brushRef="#br0" timeOffset="54922.85">22877 16334 80 0,'0'0'150'0,"0"0"-29"16,0 0-45-16,8-1-46 0,-8 1-57 0,0 0-45 15,8 8-78-15,-6-5 35 0</inkml:trace>
  <inkml:trace contextRef="#ctx0" brushRef="#br0" timeOffset="55485.33">23562 16538 292 0,'0'0'302'16,"3"-4"-29"-16,-3 4-35 0,0 0-24 0,0 0-24 16,0 0-19-16,0 0-18 0,0 0-18 0,6 11-12 15,-5-6-9-15,0 2-15 0,3 4-10 0,-4-2-8 16,1 6-20-16,2-2-6 0,-1-2-8 0,0 8-1 0,1-6-7 16,1 1-3-16,-4 1-6 0,4-3-1 15,-1 0 0-15,3-2-3 0,-3-2-2 0,0-2-5 16,0 0 11-16,-2-1-9 0,5-2-1 0,-2 0-5 15,0-2 5-15,-4-1-6 0,13-4 1 0,-6 3-2 0,0-4 1 16,0-2-3-16,5-2 0 0,-4 0-1 0,-1 2-3 16,0-4 8-16,2 1 4 0,0 2 14 0,-2 0 8 15,-2 0 0-15,0 1-5 0,-1 2-6 16,2 0 1-16,-3 1-3 0,1 0-10 0,-3 2-8 0,3-1-2 16,-4 3 0-16,0 0 1 0,0 0-2 0,15 9-4 15,-10-2-1-15,1-2 4 0,2 2 1 0,0 1-6 16,0 1 1-16,3 0 1 0,-3 0 0 0,3 0 1 15,-1-1-3-15,-1 1 2 0,-1-4 0 16,-1 1-2-16,3-1 1 0,-2-3 9 0,-1-2-5 0,0 1 2 16,-7-1-2-16,11-3 5 0,-5-4 0 0,-2 0 20 15,0-2-2-15,-2-2-4 0,-1-1 3 0,-1-2-2 16,0-4-1-16,0 0-3 0,-4 0-6 0,3-1 2 16,-3 3-7-16,2-1-19 0,-4 5-23 0,2 1-31 15,1 1-35-15,0 3-34 0,0 1-46 0,-1-1-68 16,4 2-259-16,-5 0-546 0,0 2 241 0</inkml:trace>
  <inkml:trace contextRef="#ctx0" brushRef="#br0" timeOffset="55750.94">24188 16638 247 0,'0'0'390'0,"-3"-4"-25"0,3 4-32 0,-1-4-29 16,1 4-28-16,0 0-32 0,0-5-30 0,0 5-14 15,0 0-31-15,0 0-17 0,-6-5-20 0,6 5-27 16,0 0-29-16,0 0-19 0,0 0-5 0,0 0-18 16,0 0-7-16,0 0-9 0,0 0-21 0,7 14-22 15,-7-12-9-15,3 3-42 0,-3-5-31 0,0 6-36 16,0-6-46-16,8 2-53 0,-5 1-188 0,-3-3-465 15,0 0 206-15</inkml:trace>
  <inkml:trace contextRef="#ctx0" brushRef="#br0" timeOffset="56204.05">24514 16537 264 0,'0'-4'335'0,"3"1"-32"15,-1 0-17-15,-2 3-18 0,1-7-24 0,2 4-32 16,-3 3-24-16,-3-6-16 0,3 6-20 0,-6-6-14 16,1 6-20-16,-6-1-9 0,4 1-3 0,-4 0-22 15,-3 1-5-15,1 1-12 0,-1 1-5 0,2-1-6 16,-1 3-10-16,-2-2-7 0,4 2-3 0,1 0 1 15,-2-1-4-15,1 3-7 0,3-1-3 0,0-1-2 16,1 0-1-16,4 2-3 0,2-1 1 0,-2-1-3 16,3-1 3-16,0 3 2 0,4-1-2 0,3-1-1 0,5 3 3 15,8-2-7-15,0 2-4 0,4-3 5 16,3 1-6-16,3-2 0 0,-1 1 3 0,1-1-10 16,1-4 7-16,-6 1-3 0,5 2 5 0,-10-3-9 15,-6-1-1-15,2 2 1 0,-4-1-2 0,0-1 5 0,-3 1-2 16,-1-3 1-16,-3 1-5 0,1-1-5 0,-5-1 1 15,-2-1 6-15,-3 0-7 0,-2-2 1 16,-2 0 2-16,-4-1-3 0,-2-2 3 0,-7-1 0 16,1 1-8-16,-1 0-9 0,3 1-14 0,-4 2-16 0,0-1-25 15,7 0-23-15,-1 4-23 0,4-1-29 0,1 1-29 16,0-1-43-16,4 1-236 0,2 2-495 0,3-2 219 16</inkml:trace>
  <inkml:trace contextRef="#ctx0" brushRef="#br0" timeOffset="56438.42">24505 16400 250 0,'-2'-3'276'0,"2"3"-24"0,-2-4-25 0,2 4-16 16,0 0-32-16,-5-1-19 0,5 1-14 0,0 0-17 15,0 0-12-15,2 17-12 0,3-12-3 0,1 9-16 16,-1 2-9-16,-2 4-10 0,7-2-7 0,0 7-4 15,-1 2-5-15,-4-1-5 0,7 2-6 0,-5 1 1 16,3 2-7-16,2-2-4 0,-7 1 1 0,4-2-7 16,-4-1-17-16,2-5-33 0,-1-2-30 0,-1-2-50 15,4-1-65-15,-6-6-44 0,0 1-157 0,-1-2-403 16,1-4 178-16</inkml:trace>
  <inkml:trace contextRef="#ctx0" brushRef="#br0" timeOffset="56735.28">24903 16442 171 0,'0'0'270'15,"0"0"-30"-15,0-4-28 0,0 4-22 0,0 0-22 16,0 0-18-16,0 0-13 0,0 0-15 0,-13 12-14 15,9-6-11-15,0 1-11 0,-2 1-7 0,1 3-7 16,-1 0-6-16,1 2-9 0,1-2-3 0,2 9-5 16,-3-4-6-16,2 4-3 0,3-1-2 0,-1-5-4 15,2 2-7-15,-1 1 2 0,6 0 1 0,-4-3-6 16,1-4-2-16,3 2 1 0,2-1-3 0,-2-2-2 16,3 2 0-16,-1-3-1 0,5-3 0 0,-2 1-28 15,3-1-30-15,-2-4-42 0,3 0-50 0,0-2-40 16,4-4-52-16,-7 3-119 0,2-4-373 0,1 1 166 15</inkml:trace>
  <inkml:trace contextRef="#ctx0" brushRef="#br0" timeOffset="56954.03">25235 16497 90 0,'0'0'231'0,"-1"-5"-16"0,1 5-22 16,0 0-21-16,0 0-13 0,0 0-17 0,0 0-16 0,0 0-8 15,-14 7-15-15,10-2-4 0,-1 0-6 16,-2-2-12-16,0 5-11 0,-2 1-2 0,3 0-10 16,-7 5-7-16,-1-2 0 0,2 3-3 0,2 0-6 15,-2 2-3-15,0-3-32 0,2 0-42 0,1 1-65 16,1-2-41-16,1-1-57 0,-1 2-99 0,1-5-322 0,3 0 142 16</inkml:trace>
  <inkml:trace contextRef="#ctx0" brushRef="#br0" timeOffset="57157.14">25067 16563 298 0,'0'-3'310'16,"1"-1"-28"-16,0 0-30 0,-1 4-25 0,0 0-20 16,3-2-32-16,-3 2-15 0,0 0-20 0,0 0-11 0,18 13-14 15,-13-5-9-15,5-2-14 0,-1 5-6 0,1-2-10 16,-1 2-5-16,6 4-9 0,-5-3-7 15,3 1-14-15,-2-2-35 0,3 1-48 0,-4 2-44 16,0-4-58-16,3 0-68 0,-3-4-189 0,0 3-435 0,-2-3 192 16</inkml:trace>
  <inkml:trace contextRef="#ctx0" brushRef="#br0" timeOffset="57391.51">25333 16510 287 0,'0'0'264'0,"0"0"-30"0,0 0-26 16,0 0-22-16,0 0-20 0,0 0-16 0,0 0-15 15,0 0-17-15,6 10-9 0,-4-2-10 0,2-3-16 16,-1 4-5-16,1 1-10 0,0 1-6 0,2 0-3 16,-2 1-6-16,0-4-8 0,0 4-12 0,0-2 5 15,-3 0-4-15,2 0-1 0,-3 2-3 0,0 0-5 16,0-3-1-16,-3 4-37 0,2-3-40 0,-4 0-52 15,2 0-59-15,-3 1-217 0,-4-3-413 0,1 2 182 16</inkml:trace>
  <inkml:trace contextRef="#ctx0" brushRef="#br0" timeOffset="57922.74">25930 16428 232 0,'0'0'325'0,"4"-5"-21"16,-2-1-22-16,-2 6-18 0,0 0-28 0,1-4-28 16,-1 4-25-16,0 0-21 0,0 0-17 15,0 0-19-15,0 0-6 0,0 0-13 0,0 0-16 0,-26 9-7 16,18-3-12-16,-2 0-5 0,0 2-9 0,-3 1-2 15,2-2-9-15,-5 4-3 0,3-1 0 0,-2 2-10 16,0-2 0-16,-3 1-4 0,3 0-2 0,-3 0-6 16,3-2 1-16,3 0-4 0,1-4-3 0,-1 2 2 15,4 0-5-15,0-4-3 0,2 0 2 0,2 1 0 16,-2 1-2-16,4-4 2 0,2-1-1 0,0 5 2 16,0-5 8-16,7 5-7 0,-2 0-6 0,8 0 1 15,4 0-1-15,2 5-1 0,3-4-4 0,-2 2 14 16,12 3-15-16,-4-1 0 0,2-1 0 0,-4 2-1 15,-3-3 4-15,-2 1 0 0,8 4-4 0,-7-5 3 16,-7 1-5-16,-2-2-1 0,0-3-28 0,-2 2-22 16,-2 0-29-16,2-1-36 0,-7-2-49 0,2 1-48 15,-1-1-39-15,-2 1-209 0,0 0-499 0,-3-4 221 16</inkml:trace>
  <inkml:trace contextRef="#ctx0" brushRef="#br0" timeOffset="58313.35">26225 16499 233 0,'-5'-2'333'0,"5"2"-24"0,-1-5-34 16,1 5-27-16,0 0-30 0,-3-3-24 0,3 3-19 15,0 0-23-15,0 0-13 0,0 0-15 0,-8 10-10 16,5-5-15-16,0 1-9 0,2 0-9 0,-2 5-8 16,2-3-4-16,1 3-10 0,1 1-6 0,0 1 0 15,1 0-4-15,-1-2-6 0,3 2-1 0,1 3-7 16,1-5-1-16,2 1-1 0,-1-2 5 0,1-2-12 16,-1-3 0-16,3 1-4 0,-4 0 1 0,3-4-1 15,-4 1-1-15,4-3-4 0,-2-2-1 0,0 0 3 16,0-2-3-16,0-1 3 0,-2-2 7 0,1-1 2 15,-1-3 0-15,-3-1 0 0,0 1-7 0,-2-2 6 16,0 2-7-16,0-2 0 0,-2-1-2 0,0 4-17 0,-5-2-24 16,2 1-21-16,-4 0-35 0,0 1-28 15,-2 2-40-15,-4 2-53 0,0-1-81 0,-4 4-207 16,-2-1-529-16,0 3 233 0</inkml:trace>
  <inkml:trace contextRef="#ctx0" brushRef="#br0" timeOffset="62575.1">21005 17428 58 0,'0'0'153'0,"0"0"-4"0,0 0-5 0,0 0-1 16,0 0 4-16,-4-4-8 0,4 4-1 0,0 0-1 15,0 0-2-15,0 0-6 0,0 0-7 0,0 0-3 16,0 0-6-16,0 0-4 0,0 0-6 0,0 0-7 16,0 0-6-16,0 0-6 0,0 0-9 0,0 0-4 15,0 0-4-15,0-5-6 0,0 5-5 0,0 0-7 16,0 0-3-16,0 0-6 0,8-1-6 0,-8 1-1 15,7-1-4-15,-7 1-3 0,8-2-5 0,-8 2 0 16,15 2-3-16,-8-2-2 0,1 1 0 0,0-2-2 16,-1 2-3-16,3 0-2 0,-1-1-3 0,-2 0 0 15,1 1-2-15,-1 3-1 0,0-2 0 0,-2 1-1 16,3 1 0-16,-2 0-1 0,-2 1-2 0,3-1 3 0,-3 2-3 16,0-2-3-16,1 2 1 0,-2-1 1 0,1 1 1 15,-2 1-3-15,0 0 2 0,1-1 0 16,0 1 1-16,-1-1-4 0,-2 1 4 0,0-1 1 0,2 0-3 15,-2 1 0-15,-2-1 1 0,2 0-1 0,0 0 1 16,-2-2 0-16,-1 2 3 0,-1 0-3 0,0 1 3 16,1-3-1-16,0-1 0 0,-4 1 2 0,2 2-2 15,-4-4 0-15,2 1 2 0,-3-1 1 16,2 2-6-16,-4-1 7 0,2 0-1 0,-2-1 4 0,5 0 3 16,-4-2 5-16,3 1 0 0,-1-1 1 0,-2 0 1 15,1 0-2-15,2 0 1 0,0 0 3 0,8 0-7 16,-10 2-1-16,4-2-3 0,6 0-1 0,-10 1 1 15,10-1-1-15,-5 1-3 0,5-1-1 0,0 0 1 16,-7 1-3-16,7-1 1 0,0 0-2 0,0 0-1 16,-6 2 1-16,6-2 0 0,-1 6-3 0,1-6 3 15,-3 7 1-15,3-5-2 0,0-2 1 0,0 9 0 16,-1-4-22-16,1-1 5 0,0 1-2 0,-3 1 4 16,6 0 1-16,-3 0 2 0,0 0-1 0,1 2 1 15,2-1 4-15,-3-1-2 0,1 2 1 0,-1-3 0 16,0 2 5-16,2 0-1 0,-2-1 1 0,1 0-1 15,-1 1 0-15,0-2 5 0,2 1-2 0,-1-1-1 16,-1 3 3-16,0-4-3 0,0 0 1 0,0 1 8 16,0-1-7-16,1 0 2 0,1-2 0 0,-1 2-1 15,-1-4-10-15,0 5-18 0,0-5-31 0,0 6-31 16,0-6-39-16,3 2-47 0,-3-2-53 0,0 5-156 16,0-5-415-16,0 0 184 0</inkml:trace>
  <inkml:trace contextRef="#ctx0" brushRef="#br0" timeOffset="63028.21">20993 17988 36 0,'0'0'175'0,"-4"1"-18"0,4-1-13 0,-5 2-7 16,5-2-15-16,0 0-7 0,-4 2-14 0,4-2-11 15,0 0-3-15,0 0-14 0,0 0-4 0,0 0-6 16,0 0-7-16,0 0 2 0,6 6-7 0,-6-6 0 15,6 2-6-15,0 1-4 0,-6-3-7 0,5 2-2 16,0 0 0-16,-1-1-4 0,-4-1-4 0,9 2 0 16,-9-2-6-16,9 0 0 0,-9 0 7 0,5 1-5 15,-5-1 22-15,0 0 17 0,0 0 14 0,0 0 13 16,0 0 10-16,8 0-4 0,-8 0-10 0,0 0-2 16,0 0-8-16,0 0-6 0,0 0-6 0,0 0-5 15,-4-8-7-15,4 8-6 0,0 0-7 0,0 0-2 16,0 0-5-16,-8-5-2 0,8 5-6 0,-1-3-10 15,1 3-23-15,0 0-34 0,0 0-31 0,0 0-43 16,-10 0-70-16,10 0-240 0,0 0-466 0,-8 4 207 16</inkml:trace>
  <inkml:trace contextRef="#ctx0" brushRef="#br0" timeOffset="74296.86">23083 17521 146 0,'0'-7'295'0,"0"7"-14"0,0-7-4 16,0 5-6-16,0 2-7 0,0-7-11 15,0 7-20-15,-2-5-12 0,2 5-16 0,0 0-17 16,2-3-13-16,-2 3-24 0,0 0-13 0,0 0-15 15,0 0-12-15,0 0-13 0,0 0-16 0,0 0-2 0,0 0-15 16,0 0-9-16,0 0-7 0,0 0-4 0,0 0-6 16,0 0-9-16,0 0 2 0,0 0-5 15,0 0-5-15,0 0-3 0,-5 13 1 0,5-9-2 16,0-4 5-16,-1 7-3 0,1-2-8 0,-2-1 0 16,0 1 3-16,3 0-3 0,-2 0-7 0,-1 0 4 0,-2 0-4 15,4 1-3-15,-3-1 7 0,2 1 0 0,1 2-6 16,-3-2 0-16,3 3-3 0,-1-2 1 15,1-1-2-15,1 4 2 0,-1-5-11 0,0 4 5 16,3-2 0-16,-3-1-4 0,1 1 5 0,2 0 0 0,-3-2-2 16,4 0-5-16,-4 1 5 0,2-1-2 0,-1-2 2 15,2 2 0-15,1-2 6 0,-2-1-3 0,-2 3 5 16,3-3 0-16,-3-2 3 0,2 4-3 16,-2-4 3-16,2 2-4 0,-2-2 5 0,0 0 0 15,0 0 2-15,0 0-3 0,6 2-2 0,-6-2-1 0,0 0 2 16,0 0 13-16,0 0-19 0,0 0 3 0,0 0 0 15,7-5 1-15,-7 5-3 0,0 0 0 0,0 0-17 16,4-4-9-16,-4 4-29 0,5-3-32 0,-2 0-35 16,-3 3-46-16,2-2-64 0,-2 2-79 0,0 0-208 15,0-6-561-15,0 6 249 0</inkml:trace>
  <inkml:trace contextRef="#ctx0" brushRef="#br0" timeOffset="74734.34">23331 17407 253 0,'1'-5'291'0,"3"0"-5"0,2 0-14 0,-5 1-14 16,2 0-2-16,1-1-9 0,-2 2-8 0,0 0-7 16,-2 3-13-16,2-7-5 0,-2 7-19 0,5-3-14 15,-5 3-21-15,1-4-21 0,-1 4-17 0,0 0-12 16,0 0-25-16,0 0-10 0,0 0-20 0,0 0 7 16,0 0-3-16,0 0 3 0,7 9-21 0,-7-4-3 15,1 8-3-15,1-3-4 0,1 4-3 0,-2 4-2 16,0-2-5-16,-1 5 6 0,-1 7-15 0,1-2 3 15,0 2 1-15,-1-1-6 0,-2 0-1 0,0 0 7 16,3 3-8-16,-3-2 2 0,3-5-4 0,-4 5-1 16,4-2-2-16,-1-4 14 0,-4-1-15 0,3-1 18 15,0-2-17-15,0 0 3 0,-2 0-6 0,4-5-31 16,-3-2-14-16,3-1-14 0,-4 1-20 0,1-4-43 16,-1 0-13-16,4-4-13 0,-1 3-8 0,-3-2-24 15,4-4-30-15,-4 1-64 0,4-1-233 0,0 0-549 16,-14-5 244-16</inkml:trace>
  <inkml:trace contextRef="#ctx0" brushRef="#br0" timeOffset="74921.84">23187 17715 219 0,'0'-5'276'0,"0"5"-20"15,7-7-26-15,-2 5-23 0,3-1-15 0,0 2-15 16,3-4-14-16,1 2-11 0,1-1-17 0,6 2-18 15,0 0-16-15,-4 0-9 0,-1 1-8 0,2-1-10 16,-3 0-27-16,9-2-44 0,-7 2-53 0,1-1-73 16,-3 0-70-16,0 2-168 0,-6-3-389 0,0 0 173 15</inkml:trace>
  <inkml:trace contextRef="#ctx0" brushRef="#br0" timeOffset="75093.7">23120 17346 219 0,'0'-6'244'0,"-3"1"-22"16,3 0-23-16,0 2-16 0,0 3-23 0,0-7-18 16,0 7-45-16,0 0-50 0,0 0-71 0,0 0-50 15,-1-3-60-15,1 3-80 0,0 0-232 0,0 0 104 16</inkml:trace>
  <inkml:trace contextRef="#ctx0" brushRef="#br0" timeOffset="75703.06">23830 17480 212 0,'4'-3'320'0,"-2"-1"-25"15,-2 4-27-15,4-4-28 0,-4 4-30 0,4-3-21 16,-4 3-22-16,0 0-24 0,0 0-8 0,0 0-12 15,0 0-17-15,3 12-11 0,-3-7-8 0,2 0-10 16,0 5-10-16,-2-2-3 0,2 2-5 0,-2 0-8 16,0 0-3-16,0 1-9 0,2-1-1 0,-1 0-2 15,0 2-8-15,-1 0 5 0,3-6-12 0,-3 4 4 16,4-3-6-16,-4-2 1 0,3 4-2 0,0-4-7 16,-2-1 3-16,3 1 1 0,0-3-4 0,1 2 4 15,-2-1-3-15,3-2 1 0,-1 0-1 0,-5-1-1 16,11-1-1-16,-3 1-1 0,-1-1-2 0,0 0-2 15,-2-1 4-15,1-1-4 0,3 2-1 0,-3-1 9 16,3 0-9-16,-2 0 1 0,1-2-5 0,0 3 1 16,-2-2 1-16,2 3-3 0,-1-1-1 0,4 0-1 15,-4 1 1-15,-2-2 1 0,-5 2-2 0,13 2 5 16,-7-1-4-16,-1-1-1 0,2 1-4 0,1 2 6 16,-4-3 1-16,5 4-3 0,-4-2 3 0,1-1-1 15,0 1 2-15,-3 0 0 0,2 1 1 0,-5-3 1 16,6 1 2-16,-6-1-2 0,7 0 29 0,-7 0 16 15,0 0 16-15,9-4-4 0,-8 0 1 0,2 1-8 16,-1-1 0-16,-1-1-6 0,-2-4-13 0,1 2-6 16,-2-3 3-16,1 0-21 0,-1-2-10 0,0 5-27 15,-2-6-14-15,4 4-32 0,-3 1-45 0,3 2-53 16,0-2-63-16,0 2-74 0,-1-1-185 0,1 7-535 16,-2-8 237-16</inkml:trace>
  <inkml:trace contextRef="#ctx0" brushRef="#br0" timeOffset="76421.78">24363 17567 2 0,'0'0'290'0,"-1"-2"-18"15,1 2-26-15,0 0-21 0,-1-5-27 0,1 5-13 16,0 0-32-16,0 0-15 0,0 0-15 0,0 0-13 16,0 0-10-16,0 0-11 0,0 0-8 15,0 0-1-15,5 15-16 0,-5-11-6 0,2-2-2 0,0 5-8 16,-2-3-4-16,4-3-4 0,-4 3-7 0,4-2 11 16,-4-2-16-16,2 5 3 0,-2-5-2 0,1 5 31 15,-1-5 28-15,3 3 9 0,-3-3 23 0,0 0 8 16,0 0-12-16,0 0-15 0,0 0-9 15,0 0-14-15,0-14-16 0,1 11-19 0,-1 3-36 0,-1-5-40 16,1-2-36-16,0 3-41 0,0-1-47 0,0 5-54 16,-2-8-64-16,2 8-209 0,2-3-525 0,-2 3 232 15</inkml:trace>
  <inkml:trace contextRef="#ctx0" brushRef="#br0" timeOffset="76874.89">24759 17466 152 0,'-1'-4'241'16,"-2"1"-28"-16,-1-2-21 0,1 2-19 0,3 3-22 15,-9-4-11-15,3 4-14 0,6 0-18 0,-11 3-11 16,5-2-10-16,0 0 1 0,1 3-21 15,-5 0-5-15,3 0-1 0,-2 2-11 0,2-3-3 0,-1 4-7 16,0-2-7-16,1 1 2 0,3 0-7 0,0 0 0 16,1-2-1-16,-2 0-4 0,3 0-2 0,1 1 0 15,0-1-2-15,1-4-1 0,2 9 2 0,1-5-4 16,3 0 4-16,0 1-9 0,6-3 6 16,-2 2-3-16,4 0-4 0,6-1 5 0,0 1-6 0,1 0 2 15,-1-2 4-15,5 2-6 0,-7-7-2 0,3 6 2 16,-2-3-5-16,-4 0 3 0,0 0-4 0,-3 0 5 15,3 0-2-15,-8 0 0 0,1-3 2 0,-1 3 21 16,-7 0 15-16,12-1 6 0,-12 1-9 16,4-4-7-16,-4 4-1 0,0-4-7 0,0 4-4 0,-8-9 1 15,-1 3-7-15,2-2-1 0,-5 3 1 0,-3-2-3 16,0-3 0-16,-6 4-2 0,3-3-12 0,-2 1-9 16,0 2-21-16,2-3-15 0,-1 1-11 0,0 0-18 15,6 2-26-15,2 2-26 0,0 0-16 16,1-1-40-16,3 1-29 0,1 0-118 0,2 0-356 0,5-4 159 15</inkml:trace>
  <inkml:trace contextRef="#ctx0" brushRef="#br0" timeOffset="77093.64">24809 17345 18 0,'0'0'177'15,"-6"-3"-2"-15,0 2-6 0,6 1-10 0,-5-3-6 16,5 3-19-16,-8-1-10 0,8 1-11 0,0 0-12 15,-10 3-10-15,6-1-1 0,0 2-9 0,1 0-11 16,-1 1-4-16,3 1 0 0,-2 2-12 16,-1 2-3-16,1 7-3 0,-1 1-7 0,3 0-4 0,-2 1-2 15,3 0-6-15,3 2-1 0,-2 1-2 0,-1-2-1 16,4 1 1-16,-4 5-7 0,2-5 0 0,2 0-17 16,-2-1-38-16,1-4-47 0,1 1-49 0,2 0-51 15,-3-6-117-15,-1 1-323 0,2-4 144 0</inkml:trace>
  <inkml:trace contextRef="#ctx0" brushRef="#br0" timeOffset="77406.13">25082 17392 338 0,'1'-5'365'0,"1"0"-19"0,-2 5-16 0,2-6-31 16,-2 6-27-16,1-6-36 0,-1 6-26 0,0 0-24 16,2-5-23-16,-2 5-17 0,0 0-17 0,0 0-10 15,0 0-9-15,5 18-16 0,-1-9-5 0,-4 4-14 16,0 0-9-16,2 1 10 0,-1 0-9 0,0-1-20 16,-1 5-7-16,3-2 0 0,-1-1-8 0,-1 0-11 15,-1-2-20-15,0-1-9 0,1 1-13 0,1-1-4 16,3-2-10-16,-1 0-13 0,0-1-13 0,-1-1-14 15,2-3-22-15,-1-1-23 0,2-1-23 0,3 1-26 16,2 0-38-16,0-2-22 0,1-2-1 0,2-3-176 16,-3 2-438-16,2-3 194 0</inkml:trace>
  <inkml:trace contextRef="#ctx0" brushRef="#br0" timeOffset="77593.62">25426 17456 103 0,'1'-4'177'0,"-1"4"-5"0,0 0-27 15,-5-4-16-15,5 4-11 0,0 0-13 0,-8-1-13 16,8 1-13-16,0 0 0 0,-14 8-12 0,8-2-5 16,-2 2-4-16,0 1-8 0,1 1-5 0,0 0-1 15,-2 2-4-15,2-1-4 0,-1 4-1 0,0 0-6 16,-4-1-4-16,6-1 5 0,-1 0-8 0,3-5-7 16,-1 5-43-16,1-1-46 0,-2-3-45 0,4 0-137 15,0-1-278-15,-2-3 123 0</inkml:trace>
  <inkml:trace contextRef="#ctx0" brushRef="#br0" timeOffset="77796.74">25288 17447 193 0,'0'0'181'0,"0"0"-19"0,0 0-18 16,0 0-16-16,0 0-9 0,0 0-10 0,3 14-18 15,-3-8-1-15,4 2-12 0,-2 0-10 0,3 2-1 16,-1 0-7-16,1 0-5 0,-2 1-6 0,4 1-6 16,1-2-5-16,-1 1-37 0,4-2-62 0,-4 2-65 15,3-3-123-15,-3-1-268 0,4-1 118 0</inkml:trace>
  <inkml:trace contextRef="#ctx0" brushRef="#br0" timeOffset="78062.35">25460 17413 143 0,'0'-6'232'0,"0"6"-24"16,0 0-23-16,0 0-21 0,0 0-2 0,6 11-4 16,-1-6-8-16,1 3-12 0,1-2-13 0,-2 3-11 15,5-1-8-15,0 3 4 0,3 1-2 0,-5-1-11 16,3-1-8-16,-1 3-12 0,2 0-5 0,-5-1-10 15,-2-2-3-15,3 1-9 0,-5 1-4 0,3-1-3 16,-2 1-4-16,-2-3-5 0,-2 2-3 0,0 1-1 16,-1-3-5-16,0 2-23 0,-1 1-27 0,-2-5-16 15,-4 3-24-15,1-2-25 0,-1 0-40 0,1 0-30 16,0-1-40-16,-2 0-158 0,2-2-389 0,2-1 172 16</inkml:trace>
  <inkml:trace contextRef="#ctx0" brushRef="#br0" timeOffset="78327.97">25777 17456 257 0,'0'0'333'16,"5"-1"-24"-16,-5 1-29 0,6-1-29 0,-6 1-23 15,10-2-22-15,-10 2-17 0,14 0-19 0,-6 0-22 16,3 3-14-16,1-2-12 0,0 2-12 0,-1-2-11 16,2-1-10-16,0 0-8 0,1 0-11 0,-1 1-5 15,-2 0-8-15,0 1-28 0,-1-2-47 0,-2 1-56 16,-8-1-58-16,11 1-70 0,-7 0-65 0,1 1-156 16,-5-2-458-16,0 0 204 0</inkml:trace>
  <inkml:trace contextRef="#ctx0" brushRef="#br0" timeOffset="78499.84">25790 17570 157 0,'5'3'253'0,"0"-2"-10"16,-5-1-15-16,12 1-13 0,-4-1-25 0,4 2-12 16,1-1-21-16,1-1-15 0,-3 2-13 0,3-2-17 15,1-1-10-15,0 1-18 0,7 1-55 0,-9-3-49 16,1 1-50-16,-2-1-63 0,3 1-200 0,-5 0-361 15,3-2 160-15</inkml:trace>
  <inkml:trace contextRef="#ctx0" brushRef="#br0" timeOffset="78812.33">26152 17429 78 0,'0'0'188'0,"0"0"-14"0,-14 8-3 0,10-3-8 16,3 0-16-16,-4-1-10 0,5 1-13 0,-2 3-14 16,-2 1-7-16,4-2-9 0,-3 3-8 0,3-2-9 15,0 4-5-15,0-4-9 0,0-1-3 0,3 2-10 16,1 1 2-16,4 0-4 0,-4-2-7 0,0-1 0 16,6 1-5-16,-6-2-3 0,3-1-2 0,1-1 0 15,-3-1-4-15,1-2-4 0,-1 0 0 0,3 0-2 16,-8-1 0-16,11-3 16 0,-8-1 0 0,-1-2 1 15,3 1-6-15,-2-1-4 0,-2-5-3 0,4 3 3 16,-5-4-8-16,-2 2 0 0,2 0-1 0,-3 1-4 16,0-2 1-16,1 4-2 0,-2-1-5 0,2 2 0 15,-3 1-9-15,-1-3-29 0,2 3-26 0,-3 1-52 16,1 0-54-16,0 2-226 0,6 2-419 0,-15 0 185 16</inkml:trace>
  <inkml:trace contextRef="#ctx0" brushRef="#br0" timeOffset="79749.79">26993 17391 181 0,'-2'-5'251'15,"2"5"-26"-15,-2-4-22 0,2 4-23 0,0 0-16 16,-9-1-19-16,9 1-12 0,-11 5-16 0,2-3-9 16,4 1-13-16,-1 2-5 0,-2-1-11 0,2 2-14 15,-2 2-5-15,4-3 0 0,0 4-6 0,1-4-13 16,-1 4 2-16,4-4 0 0,-1 3-4 0,1-1-2 16,0 1-6-16,1-1-1 0,3-1 4 0,1 1-5 0,0-1-7 15,-1-1 6-15,10-1-3 0,-6 2-5 16,4-3 18-16,-1-2 3 0,1-1-7 0,-1 0-1 15,-3-1-4-15,3-2 0 0,-2-1-5 0,2 0 2 0,-2-2-7 16,-1-1-1-16,-2-1 0 0,3-1-6 0,-5-2-1 16,-3 0 3-16,-1-2 1 0,2 3 2 0,-2 1 2 15,-2 0-2-15,2-2 0 0,-3 3-3 16,1 1-3-16,-2 0-1 0,-1 0 2 0,1 2-5 16,2 1-3-16,-2-1 0 0,-2 3-12 0,2-1-27 0,4 3-15 15,-4-4-20-15,4 4-19 0,0 0-28 0,0 0-40 16,0 0-27-16,0 0-33 0,-7 8-150 15,7-8-397-15,4 8 176 0</inkml:trace>
  <inkml:trace contextRef="#ctx0" brushRef="#br0" timeOffset="80046.66">27157 17370 177 0,'0'0'220'0,"8"-1"-18"0,-8 1-13 16,9 3-15-16,-4-2-13 0,0 2-8 0,2 0-20 15,1 1-11-15,-1 1-6 0,1 2-15 0,0-1-11 16,3 3-3-16,-3 0-13 0,3 0-9 0,-4-1-6 16,0 2-3-16,0-1-10 0,1 0-2 0,-4 0-8 15,1 0-2-15,-2-1-3 0,1-3-2 0,-1 0-2 16,-2 1-5-16,-1-2 2 0,4 1 3 0,-2 0 32 16,-2-2 30-16,0-3 38 0,2 5 41 0,-2-5 33 15,2 3 9-15,-2-3-19 0,0 0-18 0,0 0-10 16,-4-15-7-16,2 9-5 0,2-4-14 0,0 0-15 15,-4-2-12-15,8 1-14 0,-4-4-15 0,4-1-18 16,-2-1-32-16,3 5-32 0,-1 0-53 0,3 0-48 16,1-1-46-16,0 3-43 0,1 3-49 0,3-3-71 15,-4 5-60-15,0 3-198 0,-2-2-615 0,-1 2 273 16</inkml:trace>
  <inkml:trace contextRef="#ctx0" brushRef="#br0" timeOffset="81046.62">28127 17157 187 0,'7'-10'345'16,"-5"4"-31"-16,2-3-21 0,-4 4-22 0,2-1-12 16,-2-2-5-16,0 3-19 0,0-3-13 0,-2 5-24 0,2-2-21 15,-4 3-24-15,4 2-17 0,-14 0-15 0,2 2-15 16,-1 3-12-16,1 2-6 0,-4 2-13 0,-2 5-6 16,-4 3-7-16,5-2-8 0,-3 6 8 0,8-5-19 15,-2 4-8-15,6-2 5 0,1 1-9 16,2 0-5-16,2 0 4 0,5 0-1 0,3 1-6 0,3 5 3 15,3-6-2-15,-3 1 1 0,13 0-9 0,-2-5-5 16,0-6 5-16,3 0 2 0,-1-4 0 0,1-2-1 16,1-2-1-16,7-1-1 0,-7-4-11 15,7-2 4-15,-3-8-9 0,-1-3 16 0,-4 1-7 16,1-6 1-16,-11 4-7 0,5-5-4 0,-8-3 4 0,1 5 1 16,-5 1 10-16,-5-7-16 0,-4 7 0 0,0-1 2 15,-5 3 0-15,-1 0-1 0,-4 2-3 0,1-1 12 16,-5 4-12-16,0 3-2 0,-2-1-9 0,-1 5-11 15,2 1-11-15,-1 4-15 0,0-1-16 16,2 6-11-16,2 0-12 0,-1 3-12 0,4 4-10 0,2 0-25 16,3 3-26-16,1 1-49 0,3 2-50 0,1 1-220 15,6-2-523-15,1 2 231 0</inkml:trace>
  <inkml:trace contextRef="#ctx0" brushRef="#br0" timeOffset="81390.36">28549 17005 2 0,'0'0'302'0,"1"-3"-30"15,-1 3-26-15,0 0-21 0,0 0-24 16,0 0-22-16,0 0-18 0,0 0-22 0,0 0-13 16,0 0-14-16,0 0-10 0,0 0-13 0,0 0-7 0,-3 16-8 15,3-8-10-15,-1 2-4 0,-1 2-6 0,2-1-5 16,0 6-6-16,0-2-5 0,2 4-5 0,-1 2-4 16,-1 0 0-16,0-1-4 0,0 7 6 15,2-7-11-15,-2 2-1 0,1 6 2 0,-1-3-7 16,0-2-1-16,4 3 4 0,2 1-5 0,-6-8-17 0,1 2-32 15,0-8-39-15,2 2-43 0,-2-1-55 0,2-6-58 16,-2-1-142-16,1-1-404 0,-1-1 179 0</inkml:trace>
  <inkml:trace contextRef="#ctx0" brushRef="#br0" timeOffset="82499.7">28690 17044 18 0,'0'0'126'0,"0"0"-6"0,-3 13 15 0,3-8-7 16,0 3-14-16,-2-2-11 0,2 5-2 0,0 1-9 16,0-1-15-16,2 2-7 0,-4 0-10 0,0 1-5 15,2 1-5-15,0 5-5 0,0-5-3 16,0-1-6-16,-2 0 0 0,0 3-4 0,2-4-6 15,-1 5-5-15,-2-2 1 0,-1-2 3 0,3-1-6 0,-1-2 0 16,2 1-5-16,0-4 3 0,0-3-5 0,0 1 3 16,-3-1 0-16,3 1 3 0,3-2 19 0,-3-2 42 15,0-2 29-15,3 5 4 0,-3-5-8 16,7 0-11-16,-7 0-10 0,0 0-7 0,16-5-10 16,-8 3-1-16,-1-2-1 0,5 0 1 0,-1-1-12 0,2 1-5 15,0 0-5-15,-1-1-9 0,0 0-1 0,-1 3-4 16,-1-1 2-16,-1 0-7 0,-2 1-5 15,1 0 0-15,-2 1-3 0,-1-1-1 0,-5 2-7 16,11 0-1-16,-7-1 6 0,-4 1-10 0,8 3 1 16,-5-2 1-16,-3-1-2 0,9 3 1 0,-6-1-2 0,-3-2-1 15,8 3 0-15,-6-1-1 0,2 1 3 0,-4-3-2 16,5 1-1-16,-5-1 2 0,0 0-12 0,10 1-6 16,-10-1-2-16,5-3 2 0,-1 0 2 15,0-1-3-15,1 2 6 0,-3-2-1 0,3-1 3 16,-3 0 0-16,3 1 0 0,-2-2 2 0,0 0 4 0,-2 0 1 15,2 2 5-15,-2-1 1 0,-1 1-2 0,0 0 2 16,0 4-6-16,0-7 2 0,0 7-1 0,-1-4-1 16,1 4-2-16,-7 0 0 0,7 0 2 15,0 0-2-15,-15 3 2 0,15-3-2 0,-9 6 1 16,5-3 0-16,2 1 3 0,-2 0-2 0,-1 3-1 0,4-2-1 16,-2 0 2-16,3 0-2 0,0 0-5 0,1 0-8 15,1 1-11-15,-1 0-6 0,5-1-10 0,1-1-11 16,0-1-3-16,-3 0 0 0,10 0 1 0,-5-1 9 15,2-2 2-15,3 0 9 0,-5 0-1 16,2-2 3-16,3-1 10 0,-2-2-1 0,0 2 6 16,-1 0 12-16,2 0 14 0,-3-2 13 0,0 0 15 0,-3 2-3 15,3 2 6-15,-5-2-3 0,0 2-1 0,-1-1-5 16,0 0-3-16,-4 2-5 0,7-1-7 0,-7 1-2 16,0 0-3-16,0 0 3 0,8 5-4 15,-8-5 0-15,1 6-2 0,-1-2 0 0,2 0-1 16,-4 3-1-16,4-1 2 0,-2 1-2 0,0-4 0 0,-2 2 0 15,2 0-2-15,-1 1 3 0,1-1-1 0,-3 0 1 16,3-5-5-16,0 5-4 0,0-1-3 0,0-4 7 16,0 4-3-16,0-4-7 0,0 0 1 15,0 0 1-15,0 0-2 0,0 0 5 0,-8-12-2 16,8 12 5-16,3-9-5 0,1 4 2 0,-3-3 3 0,2 2 0 16,0-1-2-16,5 0-2 0,-4 1 9 0,0-1-5 15,6-2 1-15,-5 4 9 0,-1-2 4 0,3 4 9 16,-3-2 5-16,0 0 14 0,3 2 1 15,-3-1 2-15,0 0-5 0,-2 3-6 0,0-3-7 16,-2 4-3-16,6-5-6 0,-6 5-2 0,0 0-2 0,0 0 0 16,0 0 0-16,5 9-2 0,-5-5-1 0,0-4 1 15,0 8-2-15,0-2 0 0,0 0 0 0,4 1-1 16,-3 0-2-16,4 2 4 0,-1-1-5 0,0 1 3 16,1 0-1-16,0-4-2 0,2 0 0 15,2 2 0-15,-4-2-1 0,3-3 1 0,-1 1 1 0,1-1-2 16,0 0-1-16,2-2 2 0,-2 0 5 0,3-5-3 15,-6 2-1-15,2-2-1 0,1 1 0 0,-2-2 1 16,2-2-1-16,-4-1 7 0,2 0 11 0,0 2 11 16,-2-1 2-16,0 1 8 0,1-1-3 15,-1 0-4-15,-3 0-4 0,0 3-3 0,-1 0-7 16,0-1 0-16,0 1-5 0,0 1-5 0,0-2-17 0,0 6-22 16,-2-5-16-16,-1 3-26 0,3 2-15 0,-6-2-23 15,6 2-29-15,-8-1-24 0,8 1-31 16,0 0-18-16,0 0-166 0,0 0-407 0,-10 3 180 15</inkml:trace>
  <inkml:trace contextRef="#ctx0" brushRef="#br0" timeOffset="82687.19">29476 17209 203 0,'6'-1'214'0,"-6"1"-15"0,0 0-24 0,0 0-20 16,2-4-13-16,-2 4-17 0,0 0-15 0,0 0-11 0,0 0-14 15,0 0-7-15,0 0-5 0,0 0-11 0,0 0-2 16,-4 15-9-16,4-12-5 0,3 1 0 0,-3-4-7 16,0 8-3-16,0-3-8 0,-1 0-2 15,3 1-9-15,-2-3-28 0,2 1-30 0,-2 0-25 16,1 1-28-16,2-2-28 0,-3-3-28 0,1 3-115 16,-1-3-285-16,0 0 126 0</inkml:trace>
  <inkml:trace contextRef="#ctx0" brushRef="#br0" timeOffset="82952.81">29601 17204 43 0,'-1'6'115'15,"-2"-2"-7"-15,2 0-15 0,1 1-7 0,0 1-7 16,-2 0-11-16,0-1-2 0,2 1-4 0,-2 1-8 16,2 0 2-16,-1-1-17 0,1 0 3 0,1-1-10 15,-2 2 0-15,1-2-8 0,0 0-31 0,0-5-28 16,1 7-29-16,-1-4-86 0,0-3-161 0,2 3 73 16</inkml:trace>
  <inkml:trace contextRef="#ctx0" brushRef="#br0" timeOffset="83447.39">29720 17205 249 0,'0'-6'243'0,"-2"3"-13"0,2 3-7 16,2-5-19-16,-2 5-17 0,0-5-18 0,0 5-20 15,-2-4-15-15,2 4-16 0,0 0-16 0,0 0-8 16,0 0-14-16,0 0-1 0,0 0-13 0,0 0-6 15,2 17-3-15,-1-11-9 0,0 0-3 0,-1 2-4 16,4-1-6-16,-1 3-1 0,-1-2-7 0,0 3-1 16,1 0-3-16,-2-2-2 0,-1 2-3 0,0-1-1 15,-1-2 0-15,-2-2-4 0,2 1-3 0,0-1 2 16,-2-1 2-16,-3 2-1 0,5-2-3 0,-3-2-3 16,0 0 2-16,0 1-2 0,-4-3 5 0,1 1-4 15,-3-2 0-15,10 0 1 0,-8-2 1 0,8 2 7 16,0 0 7-16,-11-1 4 0,9-2 0 0,2 3 0 15,-5-4-3-15,3 1-4 0,2 3 1 0,2-7-3 16,3 3-9-16,-1 2-3 0,5-1-8 0,-2 1-7 16,2-1-10-16,6-1-4 0,-2 1-5 15,6-2 1-15,-3 0-1 0,-1 2 0 0,1-2 0 16,0 3 2-16,-2-2 5 0,0 2 3 0,-2-3 3 0,-2 0 6 0,-1 1 16 0,-4 1 15 0,4-1 11 16,-5 0 6-16,1 2 4 0,-3 0 7 0,3-2 5 15,-4-1 2-15,2 2-1 0,-3-2-14 0,0 5-1 16,-1-6-7-16,1 6-2 0,-3-5-5 0,3 5-2 15,-7-2-5-15,7 2-5 0,0 0-1 0,0 0 0 16,0 0-4-16,-13 5-3 0,11-2 1 0,-1 2 0 16,2 1-12-16,-2 1-23 0,3-3-18 0,-1 7-25 15,-3-6-26-15,4 4-38 0,-1 0-49 0,1-3-52 16,-2 1-232-16,-2-2-506 0,4-5 224 0</inkml:trace>
  <inkml:trace contextRef="#ctx0" brushRef="#br0" timeOffset="83713.01">28962 17051 290 0,'-1'-6'381'0,"1"-1"-11"0,0 0-46 16,1-4-29-16,-1 0-19 0,2 2-39 0,1 1-26 16,1 1-21-16,1-2-19 0,0 2-20 0,1-1-43 15,0 0-48-15,2 5-55 0,-1 2-47 16,4-2-49-16,1 5-57 0,2-1-65 0,1 1-217 0,-1 5-464 16,-1-2 205-16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3T09:56:47.17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10111 1016 45 0,'10'-16'282'0,"0"0"2"0,-2-1-7 0,-1-4-5 16,0 9 7-16,-3-4-4 0,-1-2-3 0,-1 2-4 16,0 3-6-16,0-3-11 0,-2 6-14 0,-2-2-9 15,-1 1-14-15,2-2-11 0,-1 7-14 0,-2-4-9 16,-4 2-20-16,1-1-22 0,2 3-7 0,-2 2-14 15,-4 0-15-15,0 3-6 0,-4 0-13 0,-7 2-14 16,1 3-9-16,0-1-7 0,-6 10-5 0,0-2-5 16,1 3 1-16,3 4-15 0,-3 1 4 0,4 4-1 15,2-2-8-15,2 5-5 0,3 0-1 0,1-1 7 0,3 3-6 16,-2-3-5-16,5 2 0 0,-3 0-3 16,7 0 3-16,4-6-5 0,1 7 4 0,2-8-15 15,1 1 10-15,11 4 6 0,-2-7-2 0,3 4-4 16,-3-6 2-16,9 5 0 0,-3-9-4 0,7 3 3 15,0-6-2-15,5-2-4 0,-1-2 4 0,-1-1-3 0,3-4-6 16,-2-3 2-16,-1-3-3 0,-8 4 3 0,0-3 0 16,-1-4-1-16,1 0-1 0,-5-2 3 15,0 1 1-15,-2-1 3 0,-2 1-5 0,-2-2 6 16,-3 1 8-16,-2 3 15 0,1-3 20 0,-3 4 13 0,0 1 1 16,-2-4 8-16,1 4-5 0,1-1 8 0,-5 1 0 15,2 1-5-15,0 5-6 0,2-6-13 0,-2 6-5 16,1-6-12-16,-1 6-14 0,1-2-1 15,-1 2-2-15,0 0 0 0,0 0-1 0,6 9-2 16,-5-4-1-16,1 1 3 0,-1 1-8 0,7 4 6 0,-5-1-5 16,-1 1 2-16,4-2 1 0,-2 2-4 0,2 0-6 15,-1 2-18-15,2-5-17 0,-1 4-27 0,0-1-23 16,2-3-37-16,-6-1-30 0,2-1-40 16,2-1-41-16,-3-2-26 0,-2 1-16 0,-1-4-25 0,4 1-49 15,-4-1-52-15,0 0-269 0,6-9-724 0,-2 5 320 16</inkml:trace>
  <inkml:trace contextRef="#ctx0" brushRef="#br0" timeOffset="1078.04">10388 1173 32 0,'-4'-3'221'16,"4"3"-9"-16,0 0-13 0,0 0-10 0,0 0-17 16,0 0-17-16,4-6-17 0,-4 6-18 0,0 0-8 15,0 0-7-15,0 0-13 0,11 1-6 0,-11-1-8 16,8 0-6-16,-8 0-8 0,15 0-9 0,-1-1-3 15,-5 0-6-15,3-2-2 0,-2 1-4 0,1-3-3 16,1-1-3-16,-1 1-9 0,1-1 2 0,-1 0-3 16,-3-1-2-16,2 0-1 0,-6 0-1 0,1 1 8 15,-1-4 2-15,-1 3 13 0,0-1 17 0,-2 3 4 16,-2 0 7-16,1 0 14 0,-4 0 2 0,2 1-3 16,-3 1-6-16,-2 0 2 0,3 0-8 0,4 3-3 15,-19 0-10-15,7 0 11 0,0 6-2 0,-2-3-3 16,-1 3-6-16,3 2-7 0,0-3-2 0,2 3-2 15,3 2-16-15,-5 0 0 0,5 1-1 0,3 0 2 16,0 0-4-16,1 0-6 0,-1 1 7 0,4 1-2 16,6-1-25-16,-4 0 19 0,2-1-2 0,6-1-1 15,-2 1 3-15,3-2 0 0,1-2-2 0,6 1-2 16,-2 0-5-16,2-2-9 0,-3-4-10 0,4-2-18 16,1 0-2-16,-6-2-12 0,6-3-3 0,-5-1 1 15,10-4-4-15,-8 2 1 0,0-3 1 0,-4 0 4 16,1-1 3-16,-3 2 4 0,-2 0 3 0,0-1 11 15,-4-1-6-15,1 1 13 0,-4 4 7 0,2-4 24 16,-4 4 12-16,0-2 1 0,0 1 19 0,0 4 4 16,0-4 4-16,-1 4 8 0,1 4-6 0,0-8-12 15,0 8-5-15,1-4-25 0,-1 4 5 0,0 0-5 16,0 0 5-16,0 0-6 0,0 0-1 0,0 0-9 16,0 0 4-16,0 0 0 0,3 18-3 0,0-12 25 15,-1 0-26-15,2 3-4 0,1-3-12 0,-4 1 16 16,3 1-2-16,2 0 1 0,0 0 4 0,1-1-6 15,0 1-4-15,1-1 0 0,0-3 5 0,-1 0-2 16,1 3-1-16,0-4 2 0,3-1-1 0,-5-1-12 16,3 0 13-16,-2-1 8 0,1 0-3 0,-8 0-5 15,12-1-2-15,-6 0 5 0,-2-1 3 0,4-2-8 16,-4 1 1-16,2 0 0 0,-1 1 2 0,-1 0-2 16,-1-1-3-16,-3 3 0 0,9-4 5 0,-6 0-25 15,-3 4 19-15,4-3 11 0,0 1-12 0,-4 2 0 16,4-3-1-16,-4 3-1 0,6-3-3 0,-3 1 9 15,-3 2-1-15,5-6-3 0,0 4-3 0,-5 2-3 16,4-6 1-16,-4 6 1 0,4-1-2 0,-1-2 6 16,-3 3-8-16,0 0 12 0,6-1-10 0,-6 1 5 15,2-2 7-15,-2 2-31 0,0 0 41 0,3-4-14 16,-3 4 2-16,0 0-3 0,0 0 2 0,0 0-1 16,0 0 12-16,0 0-5 0,0 0 5 0,0 0-3 15,-1-6-5-15,1 6 13 0,0 0-6 0,0 0 5 16,-6-3-6-16,6 3 2 0,0 0-5 0,-4-3 5 15,4 3-2-15,0 0 1 0,0 0-6 0,-5-2 0 16,5 2 0-16,0 0-1 0,0 0-5 0,0 0 0 16,0 0 6-16,0 0-9 0,0 0 4 0,0 0-1 15,0 0 1-15,0 0-8 0,-10 0 4 0,10 0 5 16,0 0 4-16,0 0-23 0,0 0 13 0,0 0-3 16,0 0 6-16,0 0-7 0,0 0 11 0,0 0-1 0,0 0-11 15,0 0 5-15,0 0 1 0,0 0-3 16,0 0 2-16,0 0 5 0,0 0 4 0,0 0-3 15,0 0-1-15,0 0 9 0,0 0-7 0,0 0 3 16,0 0 2-16,0 0-6 0,0-5 11 0,0 5-9 0,0 0 5 16,-5-4-4-16,5 4-6 0,-3-4 3 0,0-1 0 15,1 1 3-15,-4 1-1 0,2-2-6 0,0-1 7 16,-4 1-4-16,4 0 3 0,-4-3-1 16,-2 3-6-16,1-1 4 0,3 0 1 0,-5 1-7 15,3 0 6-15,-1 1-1 0,3 3 4 0,-5 0-31 0,4 2 5 16,-5 0 10-16,3 3 6 0,-5 0-2 0,2 2-11 15,-1 1-19-15,1 1-17 0,0 4-11 0,-1 1-18 16,0-3-17-16,2 0-14 0,2 2-27 16,4-3-21-16,-4 1-22 0,5 1-22 0,0-1-27 0,4-3-23 15,3 0-15-15,1-1-235 0,0-1-545 0,6-3 241 16</inkml:trace>
  <inkml:trace contextRef="#ctx0" brushRef="#br0" timeOffset="2093.59">11042 1051 267 0,'-4'-3'336'0,"4"3"-10"0,0 0 0 0,0-4-18 16,0 4-14-16,0 0-20 0,0 0-21 0,0 0-27 0,0 0-21 15,0 0-34-15,0 0-16 0,0 0-22 0,0 0-12 16,0 0-16-16,0 0-7 0,0 0-11 0,15 8-10 15,-12-5 6-15,2 1-18 0,1 0 1 0,2 1-13 16,-1 3-7-16,1-3 1 0,0 3-5 0,0-4-10 16,-1 4-2-16,1-1-20 0,-1 1 1 0,0-3-9 15,-2-2-4-15,-2 2-8 0,1 0 1 0,0-2 0 16,-1 0-10-16,-2-1 20 0,-1-2 5 0,6 2 1 16,-6-2 2-16,0 0-2 0,0 0-2 0,0 0 8 15,1-10 19-15,-1 10 15 0,-4-10 7 0,4 4-29 16,-1 0 2-16,-1-3 19 0,1 0-1 0,0 1 0 15,2-1 2-15,-1-1-3 0,0 2-4 0,1 1-2 16,1-1-15-16,-2 3 6 0,1-1-3 0,-1 0-4 16,0 1-3-16,3 1-2 0,-2-1-11 0,4 3-1 15,-5 2-3-15,4-3-1 0,-4 3 1 0,0 0-2 16,11 5 1-16,-6-2-4 0,-1-1-17 0,2 3 21 16,-3 1-9-16,3 0-5 0,-1 1-12 0,3 2-6 15,-2 2 6-15,0-5-9 0,1 2-4 0,-5-1-2 16,3-2 8-16,-1 0 2 0,-1 2 5 0,0-3 7 15,-1-1 0-15,2-1 5 0,-4-2 8 0,4 4 1 16,-4-4 7-16,0 0-4 0,0 0-5 0,9-6 5 16,-9 6 6-16,4-7-10 0,0 2 8 0,-3-1-1 15,2 2-4-15,-1-5 6 0,3 4 9 0,-3-3-8 16,4 0 4-16,-5 5-1 0,2-5-3 0,-2 3 8 16,1 0-11-16,0 1-6 0,4-2-1 0,-5 4 7 15,3 0-8-15,-4 2 10 0,8-2-12 0,-8 2 2 16,10 3-2-16,-5-2 8 0,5 1-6 0,-5 1 0 15,5 0 11-15,-2 2-4 0,4 0-12 0,1-3 11 16,0 4-28-16,1-3 5 0,-1-2-8 0,9 2-8 16,-7-3-10-16,1 0 7 0,-1 0-6 0,-2-2 3 15,1 1 7-15,0-3 1 0,1-2 8 0,-4 0 1 16,-3 1 2-16,4-3-2 0,-5 0 6 0,1-2 5 16,-2 0 5-16,-1 2-4 0,0-2 0 0,-3 0 2 15,-2 4 3-15,-2-7 9 0,1 4 17 0,-4-1-3 16,2 4 18-16,-1-1-7 0,0 3 5 0,-3 0-3 15,3 1-3-15,-8 1-7 0,4 4-1 0,-5 0 13 16,3 2-16-16,0 0-9 0,-5 4 5 0,6-5-2 16,3 6 2-16,-4 0-6 0,5-2 1 0,-3 4-1 15,5-1 5-15,0-2 1 0,2 1 7 0,2 1-14 16,2-1 7-16,0 0-3 0,3 0 5 0,3 0-2 16,-4 0-6-16,4-2 1 0,3-3-1 0,0 3-9 15,0-4-4-15,3 0-10 0,-1 1 8 0,3-5-13 16,-3 1 5-16,8-1 5 0,-8-1-1 0,0-2 2 15,-1 0 1-15,0 1 5 0,-3-2 0 0,-2-2 1 16,4-1 9-16,-4 2 4 0,-2 2 17 0,-1-1 29 16,-1-1 12-16,0 1-4 0,-1 0 32 0,1 1 5 15,-1 1 2-15,-2-2 1 0,-1 0-5 0,0 5-9 16,0 0-14-16,3-5-11 0,0 3-11 0,-3 2-5 16,0 0-11-16,0 0-7 0,0 0 1 0,8 7 1 15,-3-3-2-15,1 1-3 0,3 2-8 0,-2 1 0 16,5-1-2-16,-1-1-6 0,5 5-15 0,1-3-19 0,0 2-21 15,1 0-29-15,0 0-14 0,0-4-27 0,-1 2-16 16,-3-4-17-16,2-2-14 0,-2-1-9 16,-2-1-6-16,0-3-6 0,0-2-11 0,-2-2-9 15,-2-2-6-15,0-1-7 0,-1-1-2 0,-2-6 5 16,1-1 7-16,-3-3 7 0,-2-7 5 0,-4 0-126 0,1-3-350 16,-3 2 156-16</inkml:trace>
  <inkml:trace contextRef="#ctx0" brushRef="#br0" timeOffset="2687.29">12042 740 684 0,'0'-20'-22'16,"-3"1"25"-16,1 2 75 0,-3 0 10 0,1 5 41 15,3 1 26-15,-3 1-1 0,1 2 25 0,-1 3-3 16,2-1-5-16,0-1-20 0,-1 5-18 0,2-1-16 0,1 3-15 16,0 0-10-16,0 0-16 0,0 0 1 0,-8 7-10 15,6-1-6-15,2 1-7 0,2 3 1 16,2 1-6-16,-1 2-6 0,-1 0-3 0,5 3-2 16,0 4-1-16,5-4-5 0,-5 4-2 0,4 0 5 15,-2-2-11-15,5 6 1 0,1-1-5 0,-1 1 1 16,-5-8-6-16,2 1 4 0,1-1-3 0,-2-3-2 0,3 3 2 15,-3 0-2-15,-3-4-2 0,2-3-3 0,-3 1 2 16,-2-2-1-16,1 1 2 0,-1-5 2 16,1-1 4-16,-2 2 7 0,-3-5 30 0,0 0 1 15,7 1-1-15,-7-1 8 0,0 0 6 0,0 0-6 16,0 0-2-16,-5-17-10 0,3 10 4 0,1 0-4 0,-3-1-8 16,4-1-1-16,-3-3-5 0,2 6-4 0,1-5-2 15,1 5-4-15,-2-4 0 0,1 4-2 16,1-2-16-16,2 4 2 0,-1 0-5 0,1-1 2 15,3 1-10-15,-1 2 10 0,-5 2-6 0,14-3 10 16,-14 3-12-16,19 2-4 0,-8 1 5 0,0 4-3 16,2-1 2-16,2-2-1 0,3 2-3 0,1 5 3 0,-4-1 1 15,-3-5-4-15,3 7 2 0,1-4-3 16,-7 2 11-16,0-4-2 0,2 2-10 0,-3-1-2 16,-4-2 1-16,-1 2-5 0,1-4 0 0,-4-3 7 15,4 6 0-15,-2-4 7 0,-2-2-1 0,0 0 2 16,0 0 1-16,0 0 8 0,0 0 12 0,0 0-3 0,0 0 7 15,-17-12-4-15,13 4 9 0,4 3-6 0,-3-5-1 16,3 1-2-16,3-3-6 0,-2 2-1 16,-1-3-5-16,3 7 0 0,0-6-5 0,4 3 11 15,-2 1-18-15,-1 3 4 0,3 1-6 0,-3-1-4 16,3 3 5-16,1 0-4 0,0 0-2 0,-8 2 7 0,17 4 1 16,0 2-7-16,-6 0-5 0,3 1-14 15,-1 4-15-15,-3-4-21 0,3 3-13 0,1 1-17 16,-2-1-17-16,2 1-13 0,-6-3-13 0,8 4-17 15,-9-6-16-15,4 0-16 0,1 0-13 0,-5-5-36 16,4 0-12-16,4-3-12 0,-7 0-146 0,3-2-434 16,0-2 192-16</inkml:trace>
  <inkml:trace contextRef="#ctx0" brushRef="#br0" timeOffset="2906.03">12866 822 11 0,'2'-6'180'0,"-1"-2"26"15,-1 2 12-15,-1 0 11 0,1-2-1 0,-3 5 0 16,0-2-11-16,-2 3-9 0,-5-2-5 0,-1 3 1 15,-1 2-4-15,-1 1-7 0,-1 1-10 0,-7 2-19 16,3 3-8-16,0-2-11 0,0 4-10 0,7-2-10 16,-5 5-17-16,2 0-2 0,5-3-10 0,2 0-1 15,0 2-19-15,2-1-6 0,1-1-13 0,2 2 8 16,4 1-9-16,0-2-5 0,1 3-5 0,5-2-3 16,7-2 0-16,-7 0-2 0,10-1-21 0,1-1-43 0,-1-3-33 15,4-2-23-15,2-2-33 0,5 1-40 16,-6-5-40-16,5-4-35 0,-6 1-38 0,0-3-39 15,4-4-196-15,-9 4-540 0,-2-6 239 0</inkml:trace>
  <inkml:trace contextRef="#ctx0" brushRef="#br0" timeOffset="3062.26">12651 659 164 0,'0'0'157'0,"-7"-2"-11"0,7 2-15 15,0 0-16-15,0 0-2 0,-7 4-10 0,7-4-21 16,-5 1-4-16,4 3-6 0,-2-1-27 0,3-3-54 16,-4 10-60-16,3-6-119 0,-3 1-204 0,1-1 90 15</inkml:trace>
  <inkml:trace contextRef="#ctx0" brushRef="#br0" timeOffset="3265.37">12023 962 90 0,'-14'4'424'15,"5"0"-9"-15,1-2 4 0,-2 0-17 0,6-2-31 16,4 0-29-16,-10 1-36 0,10-1-34 0,-2-5-29 16,2 5-32-16,8-9-54 0,2 2-73 0,7-3-67 15,5-1-71-15,8 0-67 0,0 1-84 0,5-4-99 16,-1 0-208-16,0 1-554 0,4 2 245 0</inkml:trace>
  <inkml:trace contextRef="#ctx0" brushRef="#br0" timeOffset="3796.59">13640 411 147 0,'-4'-10'397'0,"1"0"16"0,2 2 15 16,-2 1-6-16,-2 1-14 0,4 0-22 0,-1 2-32 16,2 1-43-16,0 3-32 0,-4-6-33 0,4 6-36 15,0 0-22-15,0 0-17 0,0 0-18 0,0 19-12 16,2-5-17-16,0 0-8 0,6 3-8 0,0 11-11 16,5 0-14-16,0 1-3 0,4-3-3 0,0 4-15 15,1-2-1-15,0-1-5 0,-2 3-4 0,3-5-18 16,0-1-30-16,-4 1-35 0,-1-7-42 0,-1 0-39 15,-3-3-51-15,3 0-44 0,-6-3-44 0,0-3-51 16,-1-5-57-16,0 2-25 0,-2-2-237 0,0-3-673 16,-4-1 297-16</inkml:trace>
  <inkml:trace contextRef="#ctx0" brushRef="#br0" timeOffset="4187.18">13934 639 141 0,'-1'-6'258'16,"-2"-1"9"-16,2 2 5 0,1 2 7 0,0-4-1 15,-2 2-3-15,2 5-19 0,0-4-26 0,0 4-25 16,-2-4-26-16,2 4-23 0,0 0-19 0,0 0-7 16,0 0-16-16,0 0-8 0,0 0-11 0,9 10-13 15,-1-2-6-15,0 0-8 0,-2 1-8 0,2 0 2 16,3 1-11-16,0 3-1 0,-2-4-9 0,3 5-1 16,-2-4-4-16,-2 0 4 0,3 1-30 0,-3-3 2 15,2 2-12-15,-2-2 2 0,-3 0 2 0,2-4-1 16,-6 2 5-16,4-3 0 0,-5-3 1 0,6 4 5 15,-6-4-3-15,0 0 10 0,0 0 19 0,0 0 15 16,3-13 3-16,1 7 8 0,-4 0 19 0,-4-2 13 16,4 0-4-16,-1-2 6 0,1-1 9 0,1 1-3 15,-2 0-3-15,1 2-4 0,1-2-5 0,-1 4-7 16,4-2-9-16,-3 3-9 0,2 0-11 0,-3 0-11 16,1 0-8-16,2 2-6 0,-3 3-6 0,11 0-4 15,-11 0-4-15,16 5 2 0,-3-2-1 0,-4 3-22 16,2 1-24-16,3-1-19 0,-2 3-21 0,0 1-37 15,1-3-25-15,0 5-35 0,-2-2-32 0,-2-3-24 16,2 2-26-16,-4-3-32 0,0-1-29 0,0-1-17 16,1-1-15-16,-4-1-209 0,-4-2-592 0,11 1 263 15</inkml:trace>
  <inkml:trace contextRef="#ctx0" brushRef="#br0" timeOffset="4437.16">14361 401 267 0,'-4'-9'283'0,"4"0"8"0,-3 2-3 0,1-1-4 16,-3 2-11-16,3 1-17 0,0 0-27 0,1 2-30 15,1 3-20-15,-3-4-17 0,3 4-29 0,0 0-9 16,0 0-21-16,-6 8-3 0,4 2-10 0,2 1-8 16,0 2-10-16,2 5-4 0,4 2-4 0,-2 1-10 15,7 4-2-15,-2 4-8 0,5 0-1 0,0 0 4 16,1 0-16-16,1 2-20 0,3-6-19 0,0 2-18 15,-1 0-22-15,2-4-21 0,-2 2-22 0,1-4-26 16,-4 1-31-16,0-4-10 0,-5-4-29 0,2-5-37 16,-5 0-23-16,-1-4-171 0,0 2-452 0,-5-2 199 15</inkml:trace>
  <inkml:trace contextRef="#ctx0" brushRef="#br0" timeOffset="4968.37">14411 652 101 0,'0'0'259'0,"-4"-3"-3"0,4 3-9 0,0 0-6 15,-4-2-17-15,4 2-20 0,0 0-11 0,0 0-18 16,0 0-15-16,0 0-17 0,0 0-18 0,8-5-11 16,2 2-5-16,2 2-17 0,-1 0-5 15,3-3-13-15,5 1-4 0,0-1-10 0,1 3-5 16,3 0-4-16,-2 0-9 0,2-1-5 0,4 2-9 0,-4 0-13 15,-1 2-13-15,-3-2-7 0,0 2-1 0,-4 3-5 16,-1-1 2-16,-3 0 1 0,2 4 1 0,-5 0 7 16,2-1-9-16,-2 2 2 0,-3-2 0 0,-1 0 2 15,0 2-2-15,-1-1 3 0,-3-1 1 16,0 1 0-16,0 1 1 0,0-1-1 0,0-1 1 0,0 0 3 16,0-1-5-16,0-2 5 0,0 1 5 0,0-1-5 15,0 1-1-15,3 0 3 0,-3-5 2 0,8 3 4 16,-4-3-2-16,-4 0 0 0,15 0-3 0,-3-5 2 15,-1 1 2-15,0 0-2 0,4 1 0 16,-4-3 2-16,2 1-6 0,-3-2 2 0,1 0 1 0,0-1 2 16,-3 0-3-16,0 2 4 0,-2 1 4 0,-2-3 7 15,2 3 11-15,-3-3 5 0,1 3 13 0,-4-2 11 16,2 2 7-16,-2-1-8 0,0 1 9 0,-2 2 6 16,2 3 1-16,-3-8-2 0,3 8-2 15,0-5-14-15,0 5-13 0,0-4-3 0,0 4-14 16,0 0-6-16,0 0-4 0,0 0-2 0,0 0 3 0,0 0 8 15,0 0-10-15,5 14-5 0,-3-8-3 0,2 1-3 16,-1-1-21-16,5 2-17 0,2 2-19 0,-1-2-30 16,-2-1-21-16,5 1-23 0,-2-2-28 0,0 1-34 15,0-2-28-15,0-2-33 0,-2-1-30 16,3-2-160-16,-11 0-476 0,15-2 211 0</inkml:trace>
  <inkml:trace contextRef="#ctx0" brushRef="#br0" timeOffset="5171.47">15162 590 239 0,'-1'-3'281'0,"1"3"5"0,-3-4-3 0,2-1-6 16,1 5-32-16,0 0-24 0,-3-3-18 0,3 3-12 15,0 0-14-15,0 0-15 0,-12 10-10 0,10-7-15 0,0 2-15 16,2 3-5-16,0 1-15 0,-3 2-9 0,6 0-13 16,-1 0-11-16,2 1 3 0,-1 0-8 0,1-1-4 15,2 0 0-15,1 1-9 0,-1-2-5 16,1 1-27-16,-1-6-50 0,-1 2-37 0,-1 1-43 15,3-5-53-15,1-3-66 0,-3 0-64 0,5 0-192 0,-10 0-525 16,16-8 232-16</inkml:trace>
  <inkml:trace contextRef="#ctx0" brushRef="#br0" timeOffset="5437.09">15368 364 364 0,'-3'-4'371'0,"3"4"1"0,-3-5 2 16,2 2-10-16,1 3-19 0,-3-3-26 0,3 3-34 16,-1-4-33-16,1 4-28 0,0 0-34 0,0 0-14 15,0 0-19-15,0 0-12 0,13 14-18 0,-7-6-13 16,3 2-7-16,1 4-15 0,1 1 1 0,-1 4-15 16,4 6-10-16,-1 3-6 0,1-1 0 0,0 1-10 15,2-1 3-15,-3 3-34 0,1 0-33 0,0-2-16 16,2 1-19-16,-2-5-27 0,2 1-31 0,-3-6-23 15,1 2-30-15,-4-2-12 0,0-7-27 0,0-1-21 16,-6-2-13-16,1-2 0 0,-1-4-23 0,1-1-18 16,-3-1-186-16,-2-1-495 0,0 0 219 0</inkml:trace>
  <inkml:trace contextRef="#ctx0" brushRef="#br0" timeOffset="5749.56">15457 542 115 0,'0'0'273'0,"0"0"-11"0,-8 0-11 16,8 0-8-16,0 0-21 0,0 0-12 0,0 0-17 15,0 0-13-15,-8 2-15 0,8-2-2 0,0 0 20 16,0 0-4-16,16 4-14 0,-7-1-18 0,0-2-13 16,6 3-12-16,-3 0-10 0,7 2-12 0,0-3-8 15,-1 1-8-15,2 5-14 0,0-4-2 0,0 1-17 16,-1 2-3-16,-1-1-4 0,-1 1-1 0,-4-1-1 15,0-2-12-15,-5 1-15 0,3 2-21 0,-1-2-15 16,-1 1 1-16,-5-1-19 0,-2 2 4 0,3-2-18 16,-2 3-13-16,-3-3-12 0,0 0-15 0,0 0-11 15,1 0-8-15,-2 0-9 0,0-3-9 0,2 2-24 16,-1-5-11-16,0 0-16 0,1 5-25 0,3-3-26 16,-4-2-133-16,10-2-396 0,-10 2 175 0</inkml:trace>
  <inkml:trace contextRef="#ctx0" brushRef="#br0" timeOffset="6265.14">15880 701 61 0,'0'0'96'0,"0"0"18"0,10-1 3 16,-5 1-8-16,-5 0-7 0,0 0-8 0,0 0-16 16,4 2 2-16,-4-2 16 0,6 5 11 0,-2-3-6 15,-3 3-5-15,3-2-12 0,-4 1-3 0,3 1-6 16,0 1-7-16,-1-3-8 0,1 4-2 0,0-1-10 16,1-1 6-16,0-1-7 0,0 1-3 0,-4-5-3 15,8 4 4-15,-4-2-4 0,-4-2 0 0,9 2 4 16,-9-2-4-16,8-2-1 0,-8 2-8 0,8-2-2 15,-5-1-1-15,-3 3-4 0,2-7 1 0,-2 2-3 16,-1-1-4-16,0 0 1 0,-1-1-4 0,1 0 13 16,-3-1 7-16,2-2 4 0,-3 1 9 0,1 0 1 15,3-1 11-15,-1 0-4 0,1 1 4 0,-3 1 4 16,4 0 3-16,0 2-1 0,-2 0 0 0,2-1-9 16,0 2-12-16,3 1-4 0,-3 4-10 0,4-6-5 15,-1 4 0-15,-3 2-7 0,9 2 1 0,-9-2-4 16,14 5-1-16,-3 1-1 0,-3-1-2 0,2 3-2 15,-4 0-3-15,5 1 5 0,-1 0-6 0,-2 0-1 16,2 0 7-16,0-1-6 0,-1 2-2 0,-3-3 0 16,2 1 4-16,1 1-5 0,-3-4 1 0,1 0 2 15,-4-1-3-15,1 0 6 0,1 0-2 0,0-2 8 16,-3-1-3-16,-2-1 13 0,7 2 27 0,-7-2 2 16,0 0 9-16,10-9 12 0,-6 6 6 0,1 0 10 15,-1-5 1-15,-2 1-7 0,3-2-5 0,2 1 1 16,-2-2-13-16,3 3-2 0,-1-2-5 0,0 1-5 15,-1 2-4-15,0 0-5 0,0 0 0 0,-2 2-11 16,1 1-13-16,1 1-10 0,-1 0 2 0,3 1-3 16,-1 4 4-16,1-1 0 0,-1 1-7 0,1 2-6 15,2 2 10-15,-2 2-10 0,0-1 5 0,3 1-11 16,-2 1-29-16,1 0-20 0,-2 2-22 0,3 1-22 16,-5-5-27-16,4 2-27 0,-6-2-27 0,0-1-28 15,3 0-15-15,-4-1-28 0,1-3-27 0,0-1-48 16,-4-2-167-16,0 0-528 0,0 0 235 0</inkml:trace>
  <inkml:trace contextRef="#ctx0" brushRef="#br0" timeOffset="6452.63">16019 446 2462 0,'-18'-3'204'0,"2"1"-134"0,2-2-30 16,4-1-30-16,-3-2 13 0,1 4 3 0,1-5-6 15,0 4-1-15,1 1-9 0,1 2-6 0,0-1-22 16,0-1-42-16,2 3-52 0,7 0-52 0,-13 4-87 16,9-3-130-16,1 3-412 0,3-4 182 0</inkml:trace>
  <inkml:trace contextRef="#ctx0" brushRef="#br0" timeOffset="7155.71">14845 501 152 0,'-1'-4'309'0,"-2"1"-19"16,0-2-18-16,-1 3-24 0,4 2-15 0,-2-5-26 16,2 5-21-16,-2-5-22 0,2 5-22 0,0 0-37 15,0 0-52-15,0 0-39 0,0 0-43 0,0 0-55 16,0 0-47-16,0 0-49 0,8 9-146 0,-3-6-352 15,-5 4 156-15</inkml:trace>
  <inkml:trace contextRef="#ctx0" brushRef="#br0" timeOffset="8189.56">13402 502 234 0,'0'0'293'0,"-1"-5"-10"16,1 5-18-16,0-3-16 0,0 3-20 0,-2-6-20 16,2 6-17-16,0 0-22 0,3-7-14 0,0 4-18 15,3-2-13-15,0 0-13 0,5 1-14 0,0-2-10 16,4-2-5-16,1 1-3 0,5-3-21 0,0 2-8 15,6-2-37-15,-7 2-28 0,0 2-34 0,0 0-29 16,0-1-38-16,-3 1-37 0,2 2-35 0,-3-1-35 16,-2 3-164-16,-2 0-418 0,-5 2 185 0</inkml:trace>
  <inkml:trace contextRef="#ctx0" brushRef="#br0" timeOffset="8548.91">13842 897 51 0,'6'5'303'0,"0"-2"-8"0,-6-3-3 0,13 0-14 0,1 0-12 16,-2-2-19-16,3-2-21 0,4-2-23 0,2 0-22 15,0 1-16-15,8-3-15 0,0 1-17 0,-1-3-15 16,1 4-11-16,-6-2-14 0,-3 3-11 0,2 0-30 15,0-1-38-15,-2 3-39 0,-8 1-50 0,-1 0-49 16,-1 1-49-16,2-2-57 0,-12 3-209 0,9 3-474 16,-9-3 210-16</inkml:trace>
  <inkml:trace contextRef="#ctx0" brushRef="#br0" timeOffset="10713.44">9934 1808 222 0,'0'0'241'0,"0"0"-3"0,0 0-6 15,0 0-5-15,-11-2-5 0,11 2-16 16,0 0-9-16,0 0-17 0,0 0-12 0,0 0-14 0,-5 2-10 16,5-2-24-16,0 0-11 0,0 0-16 0,0 0-13 15,0 0-10-15,0 0-7 0,0 0-5 0,0 0-2 16,0 0-6-16,28-1-7 0,-17 0-3 0,2 1-5 16,5-3-2-16,3 1-3 0,2 1-6 15,-1-1 2-15,9-2-3 0,-2 2-3 0,3-2-2 0,-1 3-3 16,5-3-2-16,0-2-2 0,-2 1 2 0,2 0-4 15,1-1 3-15,-1-1-5 0,5 2 1 0,-4-2 0 16,1 1-4-16,1 3 4 0,-1-6-5 0,3 1 3 16,-4 0 0-16,1 1-1 0,3 0-4 0,-3-3 1 15,-3 2 1-15,-3 2-1 0,0 2-1 0,1-4-4 16,-10 3 4-16,5-2 0 0,-6 3 0 0,0-3 0 16,0 0 5-16,1 3-2 0,-4-4-2 0,1 2 1 15,2 1-1-15,-3-1 1 0,2 0-5 0,-1 2 0 16,-1-5 0-16,0 4 1 0,4 0 1 0,-2-2 2 15,0 0-2-15,1 2 1 0,1 1-2 0,-4-4-1 16,13 2 3-16,-11 2 2 0,9-2-5 0,-7 0 5 16,11-1-6-16,-1 1 8 0,-3 0-5 0,5 0-3 15,1 0 0-15,-1-1 5 0,0 2-2 0,3-2-1 16,2 3-1-16,-2-3 6 0,2 1-8 0,-1 0 3 16,-1-2-1-16,0 1 5 0,3 4-3 0,-2-5-3 15,-2 1 3-15,0 2 0 0,2 0-1 0,3 0-1 16,-5-3 5-16,4 2-2 0,-5-2 2 0,5 1-3 15,0-1-2-15,-3-2 3 0,6 3 0 0,-9-2-3 16,22 2-2-16,-16 1 7 0,1-1-3 0,11 1 4 0,3-5-6 16,-16 2 1-16,0 4 0 0,1-4 0 15,0 2 1-15,15-4 0 0,-15 5 0 0,-1-1-1 16,12-5 2-16,-13 5 2 0,15-2-3 0,-15 3 0 16,0-2 7-16,1 2-9 0,17-2-3 0,-17 1 2 0,17 1 3 15,-17 3-1-15,16-7 0 0,-1 5-1 0,0-1-2 16,2 2 3-16,-17 4-1 0,14-4 6 0,-12 2-5 15,2 0-2-15,9-3 2 0,-11 0-1 0,-2 4-1 16,0-1 5-16,1-1-9 0,15 3 7 0,-17-2-1 16,1-1 1-16,2 0 0 0,-3 1-3 0,1 0 3 15,1 2 1-15,-1-1-6 0,1 1 4 0,-4-3-2 16,6 3 8-16,-3 0-7 0,-2-1 5 0,0-2 0 16,0 3-2-16,3-3-2 0,-7 0-2 0,4-1 3 15,-1 2-3-15,4 1 3 0,-5-4 3 0,1 2 2 16,3 1-5-16,-4-1-2 0,1-2 2 0,-3 2 5 15,1 0-8-15,1-2 0 0,-1 3 4 0,-2-1-4 16,1 3 2-16,-2-6-1 0,1 4 1 0,-2 0-1 16,2-1-1-16,-2-1 3 0,-2 3 5 0,-1-2-8 15,3 0 4-15,-11 0-2 0,4 0-1 0,5 2-1 16,-5-2 1-16,-3 3 2 0,10-2-3 0,-11 0 2 16,-5 1 0-16,4 1 3 0,2-2-2 0,-8 1-1 15,2 1 2-15,-4 0-1 0,3-2 0 0,-6 3 13 16,1-1-14-16,-4-1 3 0,-5 1 0 0,10-2-3 15,-10 2 3-15,4-2-3 0,-4 2 4 0,10 0 0 16,-10 0-5-16,7 0-1 0,-7 0 1 0,13-1-2 16,-7 0-4-16,2 0 6 0,7 1-1 0,-4-1 5 15,1 1-5-15,3 0 5 0,4 1-2 0,-1-2 0 16,2 2 0-16,-1 0-5 0,4-1 5 0,0 1 0 0,7 2 0 16,-7 0-4-16,-2-2 4 0,-1 0 1 15,5 1 0-15,-5-1-1 0,2 0-1 0,-2 3 4 16,-2-3-10-16,2 1 7 0,1 0 0 0,-3 1-2 15,2-2 0-15,-1 0 1 0,4 2 1 0,-3-1 1 0,3 1-1 16,-3-5 7-16,1 4-1 0,1 0-8 0,-3-1 2 16,2-1-3-16,-1 3 5 0,-6-3-6 15,4 0 6-15,-4 3 4 0,1-3-7 0,-1-2 5 16,-2 2-1-16,0 2-2 0,-1-2 1 0,-4-2 3 0,2 4 4 16,2-4-7-16,-4 4 4 0,0-4-2 0,0 4 1 15,-7-2 2-15,8-2 5 0,-8 2 13 0,8 0 6 16,-8 0 3-16,7-1-6 0,-7 1-1 0,0 0-3 15,0 0-1-15,0 0-2 0,0 0-6 0,7 1-2 16,-7-1 0-16,0 0-16 0,0 0-23 0,0 0-27 16,0 0-34-16,0 0-40 0,0 0-45 0,0 0-57 15,0 0-62-15,-22-4-184 0,14 3-514 0,-6-1 227 16</inkml:trace>
  <inkml:trace contextRef="#ctx0" brushRef="#br0" timeOffset="42751.11">2596 2663 160 0,'0'0'273'0,"0"0"-16"0,0 0-23 15,0 0-15-15,0 0-11 0,0 0-18 0,0 0-12 16,0 0-15-16,0 0-15 0,0 0-13 16,0 0-15-16,0 0-12 0,0 0-11 0,0 0-10 15,0 0-12-15,0 0-11 0,0 0-3 0,0 0-6 0,0 0-10 16,0 0-3-16,0 0-8 0,0 0-3 0,0 0-2 16,0 0 1-16,0 0-4 0,15-6-1 0,-5 5-1 15,4 1-5-15,6-1 0 0,0-5-2 0,1 5-2 16,0 0 0-16,2 0-4 0,-4-2-1 0,-1-1-1 15,2 1 1-15,-9 0-1 0,3 2-3 0,-9 1 0 16,3 0-1-16,-2 0-3 0,1-1 7 0,-7 1-4 16,9 1 1-16,-9-1 0 0,0 0-4 0,0 0-2 15,0 0 3-15,0 0-9 0,0 0 7 0,0 0-1 16,-22 7 0-16,14-4-3 0,0-2-25 0,0 0-31 16,1 1-41-16,2-1-59 0,-1 0-66 0,6-1-230 15,-5 3-490-15,5-3 216 0</inkml:trace>
  <inkml:trace contextRef="#ctx0" brushRef="#br0" timeOffset="45905.41">3268 2446 204 0,'1'-4'300'0,"-1"4"-19"15,3-7-21-15,-2 2-17 0,-1 5-28 0,2-5-23 16,-2 5-19-16,1-2-26 0,-1 2-17 0,0 0-12 15,0 0-13-15,0 0-15 0,0 0-9 0,0 0-12 16,0 0 3-16,8 7-11 0,-4-2-4 0,-4 1-12 16,4-1-3-16,-1 2-2 0,1 0-5 0,-1 2-4 15,2 3-3-15,1-6-4 0,-5 6 1 0,4-1-1 16,-3 0-2-16,3 2-3 0,-2-1-4 0,0 1 1 16,5 0-5-16,-5-1-24 0,1 0-18 0,1-1-20 15,-1 2-23-15,0-1-32 0,1 0-27 0,-1-1-49 16,2-3-38-16,0 1-175 0,-4-2-427 0,1-1 190 15</inkml:trace>
  <inkml:trace contextRef="#ctx0" brushRef="#br0" timeOffset="46514.74">3288 2423 80 0,'-5'-5'257'0,"1"0"-9"16,1-1-11-16,0 3-2 0,-1-2-10 0,3 1-15 15,-2 0-19-15,2 0-17 0,-1-1-19 0,1 1-10 16,1 4-17-16,3-7-19 0,-3 7-13 0,1-7-7 16,2 3-11-16,2 1-10 0,1-2-4 0,-1 3-11 15,6-2-7-15,-1 0-2 0,0 3-5 0,1-1-1 16,-1 0-9-16,2 1 1 0,0 1-7 0,-2-2 0 15,2 3-7-15,-4 0-2 0,1 0 1 0,1 2-4 16,-2-1 0-16,1 1-9 0,-2 0-1 0,1 1-1 16,-3 1-8-16,1-1-1 0,-1 3-3 0,-1-2 2 15,1 3-3-15,-2-2 1 0,0 1 3 0,-2-1 1 16,-2 4 1-16,-2-2 0 0,0 2 1 0,-2-2 1 16,1 2 1-16,-3-1-1 0,3 1 2 0,0-2 1 15,-2 0-5-15,0-3 4 0,3-1 5 0,-1 3-3 16,0-2 0-16,2 1-2 0,0 0 0 0,-1-3 1 0,3-3-2 15,0 6 2-15,0-4-2 0,0-2 4 16,3 4-1-16,-1-1 1 0,7-2 1 0,-5 2 1 16,7-2-2-16,-6 1 0 0,6 1 0 0,1-1 0 15,0 1-1-15,3-2 7 0,-4 2-8 0,2 2-1 16,-1-1 2-16,-1 0-1 0,0-1-1 0,1 7 0 0,-1-7 2 16,-2 1-2-16,2 3-1 0,-3-1 4 0,-2 0 5 15,-2-1-7-15,2 2-1 0,-2-2-2 16,1 3 2-16,0 0-3 0,-2-1 3 0,-2-1 2 15,2 2 0-15,-3 0-1 0,0-1 3 0,0-1-3 0,-4 0 4 16,1 2 2-16,0-3 1 0,-4-1 3 0,2 1 9 16,-2 0 2-16,-1 0 5 0,0-1 9 0,-4-2-5 15,2 2 8-15,-2-1-12 0,1 0-4 16,0-2 4-16,-1-1-9 0,3 1 0 0,-2-2-1 16,1 1 1-16,10 0-1 0,-13-1-2 0,7 1-12 0,6 0-13 15,-8-2-22-15,8 2-31 0,-8-3-50 0,5 1-45 16,3 2-56-16,5-8-41 0,1 5-153 0,-2-3-445 15,4 0 198-15</inkml:trace>
  <inkml:trace contextRef="#ctx0" brushRef="#br0" timeOffset="46795.96">3721 2501 67 0,'2'-2'243'0,"-2"2"-24"16,0 0-23-16,0 0-21 0,0 0-22 0,0 0-14 16,0 0-17-16,0 0-12 0,0 0-11 0,12 6-9 15,-8-1-9-15,1-2-7 0,-1 3-7 0,1-1-11 16,1 5-7-16,-2-2 4 0,4 2-8 0,0-1-3 16,3 0-5-16,-4 3-3 0,2-2-2 0,2 0-2 15,-4-1-3-15,0-1-6 0,2 2-2 0,1 0-27 16,-6-5-27-16,3 2-29 0,-2-2-27 0,-1 0-17 15,0-1-14-15,-1-3-30 0,-3-1-132 0,0 0-306 16,0 0 135-16</inkml:trace>
  <inkml:trace contextRef="#ctx0" brushRef="#br0" timeOffset="47842.76">3897 2502 73 0,'2'4'63'0,"1"0"0"0,-1-1-15 0,1 1 0 16,1 2-3-16,-1 0-11 0,1 1 2 0,3 0 2 15,-3-1-6-15,0 4-3 0,0-4-6 0,0 1-1 16,2-1 4-16,-1-1-10 0,-2 0-2 0,-2 0 3 16,4-1-3-16,-2-1 1 0,0 0 5 0,-2 0 33 15,-1-3 33-15,3 2 28 0,-3-2 21 0,0 0 6 16,0 0 3-16,0 0-4 0,10-6 3 0,-8 4 11 15,-2 2-4-15,3-8-4 0,-3 4-4 0,3-1 3 16,-2-3-4-16,2 2-7 0,-2 1 19 0,-1-2-20 16,3 2-12-16,-2 1-16 0,1-1-4 0,0 0-16 15,1 0-11-15,0 2-2 0,-2-1-12 0,3 2-10 16,3-2-3-16,-7 4-7 0,9 0-8 0,-9 0-3 16,13 3-1-16,-6-1-3 0,6 3-4 0,-5 3-10 15,7-3-22-15,-4 1-5 0,3 4-10 0,-1-4-12 16,1 2-8-16,1 2-13 0,-4-2-11 0,6 1-1 15,-4-3-9-15,-1 1-16 0,0-1-6 0,-2 0-9 16,2-3-1-16,-1 0-4 0,-1 2 9 0,-1-4-5 16,-1 1 13-16,0-4 13 0,-1 1 2 0,1-1 16 15,-2 0-5-15,-1-1 16 0,-1-1 3 0,6-3 6 16,-9-1 4-16,3 1 23 0,-4 1 1 0,4-4 15 16,-2 2 9-16,0 1 15 0,-2-1 23 0,3 1 5 15,-3-1 17-15,-3 2 10 0,3 1 2 0,0 0-7 16,-1 0-5-16,0 1-7 0,1 4-10 0,-3-6-3 15,3 6-9-15,-3-3-6 0,3 3-3 0,0 0-5 16,-15 3-1-16,15-3-1 0,-9 6-2 0,2 2-4 16,0-1 1-16,-1 2-6 0,1 0-1 0,2 1 0 15,0-3-10-15,-2 1-8 0,4-1-6 0,-3 2-1 16,5-4-2-16,0 2 1 0,2-2-4 0,0 0 5 16,1 1 0-16,-1-3 0 0,5-1 5 0,1-1-1 15,-7-1-2-15,13-1 4 0,-5-2 0 0,-1 1 3 16,5-5-6-16,-2 3 3 0,-1-1 3 0,2-4 3 15,-3 3 4-15,-4-1 2 0,2 1 16 0,3-2 15 16,-5-2 14-16,3 2 10 0,-4 3 9 0,-2 0 15 16,2 1 8-16,1-1-6 0,-4 0-7 0,1-1-10 0,-1 6-4 15,6-5-10-15,-6 3-6 0,0 2-16 16,0 0 3-16,0 0-28 0,0 0-11 0,0 0-6 16,0 0-8-16,0 0-6 0,0 0-5 0,0 0-8 15,0 14-7-15,1-10-10 0,2 0-7 0,-2-1-8 16,3 4-13-16,2-3-17 0,-1 0-11 0,-2 1-17 0,8-3-15 15,-3 1-7-15,2 0-15 0,2-2-1 16,-4 0-1-16,1 0 5 0,1-2 12 0,-3 0-81 16,1 0-253-16,-3-1 113 0,1-2 982 0,0 0-682 15,0 1 26-15,-5-1 26 0,1-2 20 0,0 3 24 16,0-2 9-16,-4 0 9 0,2-2 19 0,0 3 6 0,-1-1 12 16,0 0 1-16,1 2 4 0,-2-3 11 15,2 6 0-15,-1-7-3 0,-2 4-6 0,3 3-14 16,-4-6 2-16,4 6-9 0,0 0-7 0,0 0-8 15,4-3-8-15,-4 3-5 0,6-3-2 0,0 3-4 0,-6 0-5 16,14 0 1-16,-3 3-6 0,0-2 2 0,2 0-6 16,-2 5 1-16,3-1-5 0,-2-2-1 0,-1 2 0 15,3 4-4-15,-2-3 3 0,4 4 1 16,-5-2-4-16,0 0-1 0,4 4-2 0,-7-3 6 16,0 1-8-16,3 1-1 0,-4-2-1 0,0 1 3 0,-2-1 1 15,2 1-3-15,-4-2-2 0,2-1 1 0,-5-2-2 16,1 3 7-16,2-2-7 0,-3-2 10 0,3 3-5 15,-3-1 1-15,0-1 13 0,-1-1 13 16,-4 0 2-16,4 0 5 0,-4 0 3 0,-3-2-5 16,1 1-3-16,0-2-3 0,0 2-4 0,-2-2-12 0,-5 0-33 15,3-1-56-15,-2 0-60 0,0-2-81 0,-7-2-127 16,0 0-373-16,3-2 165 0</inkml:trace>
  <inkml:trace contextRef="#ctx0" brushRef="#br0" timeOffset="48014.62">4206 2323 229 0,'-6'-1'208'0,"6"1"-22"0,0 0-44 0,-6-4-57 15,6 4-37-15,0 0-37 0,0 0-62 0,0 0-92 16,0 0-156-16,22 4 70 0</inkml:trace>
  <inkml:trace contextRef="#ctx0" brushRef="#br0" timeOffset="49853.03">5450 2405 174 0,'0'-4'256'0,"0"4"-8"16,-5-6-9-16,4 3-5 0,1 3-10 0,-3-5-9 15,-3 2-14-15,3 1-20 0,3 2-15 0,-7-3-19 16,3 1-14-16,4 2-17 0,-8 0-12 0,2-1-12 16,6 1-10-16,-12 2-6 0,5 3-11 0,3-2-8 15,-3 2-6-15,1 0-4 0,-1 3-3 0,0-1-9 16,0 0-1-16,3 2-3 0,-3 1-6 0,2 1-4 15,4 2-4-15,-2-3-7 0,1 3-2 0,2 4-5 16,0-4-3-16,2-1-2 0,1 1-2 0,2-3-4 16,3 2-2-16,-1-3 0 0,4 1-7 0,2-3-2 15,2 2-18-15,4-4-5 0,-1-3-12 0,1 1-14 16,1-3-4-16,1 0-7 0,-1 0 0 0,2-5-9 16,-4-1 15-16,-1-2 6 0,0 0 9 0,-1-4 1 15,-5 5 10-15,2-7 9 0,-3 0 1 0,-2-1 5 0,-2-2 14 16,3 0 4-16,-7 0 13 0,0-3 7 0,0 2 7 15,-4 0 15-15,0 0 18 0,0-1 7 16,-2 3 16-16,-1-1 3 0,1-2-2 0,0 3 5 16,-2 3-2-16,2-1-6 0,1 4 4 0,-2 0-7 0,0-1 2 15,0 4-4-15,3 2-12 0,-1-1-1 0,0 1-11 16,-1 2-10-16,4 3-8 0,-1-5-21 0,1 5-4 16,0 0 2-16,0 0-5 0,0 0 2 15,-6 11-2-15,8-3 0 0,-1-1 1 0,-1 3 0 16,4 2 2-16,0 1-2 0,0 1 1 0,2 3 0 0,3 2 1 15,-5-1 2-15,3 1-5 0,4-1-6 0,-2 0 1 16,1 0-1-16,1 1 0 0,1-3-1 0,0-1 6 16,-1 0-5-16,4-1 0 0,-1-1-9 15,1-2-2-15,-6-3-2 0,6-3-5 0,-2-1 4 0,0 0 1 16,8-3-1-16,-7-2 5 0,6-2 1 0,-1-2 4 16,-7-1-2-16,1-1 5 0,2-1-2 0,-3-2 4 15,-1 4 2-15,-1-4-1 0,-2 0 4 0,-1-1 1 16,-3 0 2-16,0 2 0 0,-1-2 6 0,-2 3 2 15,-1 0-1-15,-1 0 1 0,-2 2-1 0,0 1-2 16,-2-1-1-16,1 3-2 0,-3-1-4 0,2 1-3 16,-4 2 7-16,0 0 5 0,9 1-4 0,-18 4-2 15,10-1 0-15,0 3 1 0,-1-2 0 0,3 1-3 16,-1 0 2-16,-2 3 0 0,2 0-2 0,3 2-1 16,1-3 5-16,-1 2-7 0,4-2 2 0,0 0-3 15,3-2-1-15,-2 2 4 0,2-1-2 0,1-2-9 16,-1-2 1-16,5 3 1 0,-1-4-1 0,-2-1 3 15,3 1 3-15,3-2-1 0,-1-6 1 0,-1 6 0 16,-3-3 2-16,3-2-1 0,2-2 7 0,-4 4-1 16,1-3-1-16,0 0-1 0,-2 2 1 0,2-1 13 15,-4 2 4-15,1-2 4 0,-2 3 11 0,1-2-1 16,0 1-1-16,0 1-1 0,-4 3-3 0,2-4-10 16,-1 2-2-16,-1 2-1 0,0 0-4 0,0 0 2 15,0 0-3-15,0 0-1 0,5 11 2 0,-2-6-3 16,-1 0 0-16,1 3 1 0,0 0-6 0,1-1-11 15,2 3-3-15,-5-4-4 0,3 3-3 0,2 0-2 16,-3-1-8-16,2-2-8 0,-4-1 4 0,3 2-3 16,3-2-3-16,-3-2 5 0,-1 0 2 0,1-2 8 15,-4-1 2-15,11-1-2 0,-6-2 5 0,1 1 1 16,-2 0 7-16,0-5-1 0,5-1 4 0,-6 2-3 16,0-3 2-16,2 1 3 0,-1-3 6 0,2 3 1 15,-3-1 12-15,3-1 12 0,-2 1 5 0,-1 2 14 16,-2 0 4-16,2 0 0 0,-1 1-2 0,0 1 0 15,2 0-2-15,-1-1-7 0,-3 3-2 0,3-1-4 16,1 1-5-16,-4 3-1 0,5-2-3 0,-5 2-4 16,7 0 1-16,-7 0 0 0,11 2-4 0,-5 0-1 15,3 1-1-15,-4 1-1 0,4 0 1 0,1 3 0 16,0-2-5-16,-2 2 5 0,0 0-5 0,3 0 1 16,-4 1-3-16,-3-1-5 0,3-1-1 0,-3-1-2 15,1 0-1-15,-2 3-1 0,-2-4 0 0,-1 1-3 16,0 0 13-16,-1 0-2 0,0-1-4 0,-4-2 3 0,-1 3 1 15,-1-3 1-15,2 1 0 0,-4-3 0 16,3 1 3-16,0 0 1 0,6-1 2 0,-11-2 0 16,7-1 4-16,-1 1-7 0,3-4 6 0,2 4-3 15,0-5 0-15,2-1 2 0,3 3-5 0,1-3-2 16,1-2 3-16,3 2 0 0,3 0-1 0,0-4 1 0,3 3-5 16,0-1 4-16,-4 4-3 0,0-2 5 15,-1 0-6-15,0 4 4 0,-3-3-4 0,-1 3 5 16,2 0-4-16,-5 2-1 0,2-1-2 0,-1 0 0 15,-2 2-2-15,-3 1-2 0,0 0 4 0,0 0-4 0,12 1 2 16,-12-1 2-16,1 6-7 0,-1-6 8 0,3 5 4 16,-2 0-7-16,2-2 6 0,-3 3-4 15,2-1 3-15,0 1 0 0,1 0 0 0,0 0-1 16,-2 0 0-16,2 1 2 0,-3-2-1 0,1 0 2 16,3 2-1-16,-1-2 6 0,0 1-1 0,-2-1-4 0,2-1 1 15,-3 0-2-15,1 0 1 16,-1-4-2-16,0 6 7 0,3-4-5 0,-3-2 3 15,1 3 1-15,-1-3 0 0,0 0 2 0,3 2-3 16,-3-2-2-16,0 0-10 0,0 0-9 0,0 0-12 16,0 0-6-16,0 0-8 0,0 0-2 0,0 0-10 15,0 0-3-15,0-13-37 0,3 10-7 0,-3 3-12 16,1-5-9-16,-1 5-8 0,3-4-8 0,-3 4-11 16,4 0-84-16,-4 0-253 0,0 0 113 0</inkml:trace>
  <inkml:trace contextRef="#ctx0" brushRef="#br0" timeOffset="50243.62">6569 2343 28 0,'0'0'247'0,"0"0"-21"0,0 0-30 15,0 0-19-15,0 0-18 0,0 0-18 0,0 0-18 16,0 0-9-16,0 0-16 0,11 9-6 0,-9-4-11 16,0-1-9-16,-1 1-8 0,1 2-1 0,0-1-6 15,0 1-8-15,2 2-1 0,-1 1-6 0,-1-2-3 0,2 2-2 16,2 0-3-16,-2-1-9 0,-2 2 2 16,4-1-22-16,-5-5-29 0,3 4-43 0,1-4-49 15,1 0-44-15,-2-3-154 0,0 3-338 0,-4-5 150 16</inkml:trace>
  <inkml:trace contextRef="#ctx0" brushRef="#br0" timeOffset="50571.72">6781 2157 70 0,'-5'-5'242'0,"-1"2"-18"0,2 0-23 15,-1 3-21-15,5 0-21 0,-7-1-20 0,7 1-9 16,0 0-16-16,-4 7-15 0,4 0-7 0,3 1-10 16,-1-1-8-16,5 5-5 0,-2 3-7 0,6 2-10 0,0 0 1 15,8 6-8-15,-1 1-4 0,0 0-4 0,2 5-2 16,-5-4-4-16,4 3-1 0,-1 1-3 16,2 0-2-16,-4 3-7 0,0 0 7 0,-2 0-2 15,0-1-6-15,1-1 0 0,-3-2 1 0,-4 2-3 0,2-6-3 16,-6 3 4-16,1-9-4 0,-2-1-1 0,-3-1 0 15,1-4-2-15,-1-4 0 0,0 2 1 0,0-2 0 16,0-5-3-16,-1 0-27 0,1-3-32 16,-4 2-50-16,4-2-43 0,0 0-57 0,-8-12-137 15,5 4-367-15,1-2 162 0</inkml:trace>
  <inkml:trace contextRef="#ctx0" brushRef="#br0" timeOffset="51259.17">6879 2486 127 0,'-1'-4'269'0,"1"-1"-12"0,0-2-11 15,0 2-14-15,0-2-25 0,4 0-15 0,1 2-19 16,-4-3-14-16,4 3-16 0,0-4-17 16,2 4-13-16,-2-1-11 0,6 0-9 0,-4 1-10 0,3 0-12 15,-4 3-4-15,4-2-10 0,-5 1-5 0,5 2-8 16,-2 0-5-16,3 1-3 0,-3 0-6 0,3 0-1 15,-6 2-6-15,3-1 0 0,1 2-4 0,1 0-3 16,0-2-3-16,-5 2-1 0,2 0 6 0,-1 1-12 16,0 0 0-16,0 3-3 0,-1-4 3 0,0 4-2 15,-1-1-3-15,1-1-2 0,0 3 4 0,-1-1 0 16,1-2 8-16,0 2-9 0,-4-3 0 0,2 1-2 16,1 2 0-16,0-4-9 0,0 0-8 0,0 0-5 15,2 2-1-15,2-1-5 0,-2-3-10 0,3 0-17 16,-1-1-21-16,2-1-6 0,3-2-20 0,-2-4-8 15,2 4-1-15,0-1-2 0,-2-2 30 0,1-2-8 16,2 2 12-16,-3-3 5 0,-2 1 10 0,-1-2 3 16,-2 1 11-16,2 1 11 0,-3 2 21 0,-3-1 25 15,0 1 9-15,-2 0 24 0,0-1 6 0,-1 1 4 16,-2 1-6-16,-2-1-6 0,-2 4-7 0,2-2 0 16,-1 3-5-16,-2-2-6 0,0 3 2 0,1 0-9 15,7 0 7-15,-12 1-4 0,4 1-2 0,2 0-5 16,1 1 1-16,1 0-2 0,1 1-3 0,0-1 2 15,2 1-4-15,1 1 3 0,0-1 3 0,4 0 3 16,0 1-4-16,0-3-1 0,4 3 3 0,3-2-3 16,2 0 5-16,0-1-6 0,-1 0-4 0,2 0 5 15,2-1 1-15,-2 1-7 0,1-4 5 0,-1 4-3 16,-1-2-1-16,1 1 0 0,-1-1 2 0,-2 0-1 16,0 0 1-16,1 0-5 0,-5 1 3 0,1 0-1 15,0-1-2-15,-1 3 1 0,0-1 0 0,1 1 0 16,-2 1-2-16,0-1 1 0,0-1-1 0,-2 2-2 15,1 0 4-15,-2-1 1 0,4 0-2 0,-3 2-2 16,-2-2 2-16,1-1 3 0,0 1-4 0,-3-3 4 16,4 2 24-16,-4-2 10 0,4 3 21 0,-4-3 18 15,0 0 8-15,4 3 26 0,-4-3 0 0,0 0 6 16,0 0-4-16,0 0-10 0,0 0-10 0,0 0-17 16,3-11-17-16,0 9-35 0,-3 2-33 0,0-8-42 15,-3 3-51-15,3 0-56 0,0-3-66 0,-1 0-253 16,-3-3-518-16,2 1 230 0</inkml:trace>
  <inkml:trace contextRef="#ctx0" brushRef="#br0" timeOffset="51399.78">7332 2136 84 0,'0'0'237'0,"-4"-5"-23"0,4 5-17 0,-6-1-31 16,6 1-33-16,0 0-42 0,-4-3-57 0,4 3-67 15,0 0-155-15,0 0-203 0,0 0 91 0</inkml:trace>
  <inkml:trace contextRef="#ctx0" brushRef="#br0" timeOffset="51962.24">8099 2222 159 0,'8'-6'202'0,"3"-5"-10"0,-3 1-1 16,2 1-1-16,-2-1-9 0,3-5-6 0,-6 2-6 15,2 3-6-15,-4-5-11 0,1 2 0 0,0 3-4 16,-4-1-9-16,0-1-10 0,0 2-10 0,0 0-11 16,-5-1-14-16,2 5-9 0,0-1-15 0,-1 1-6 15,0 0-3-15,-3 0-9 0,-1 3-7 0,3 0-4 16,-4 1-5-16,1 2 2 0,0 0-14 0,0 1-1 15,1 0-4-15,0 3-2 0,0 0-3 0,-2 3-5 16,1 0 4-16,2 3-4 0,-1 2-3 0,2-1-1 16,4 7 0-16,-3 0-2 0,4 4 0 0,5 2-2 15,3 4 9-15,2-2-10 0,1 2 4 0,4 2 0 16,2 0 0-16,4 3 9 0,-2-3-9 0,1 2 0 16,1-5 0-16,-1 8 2 0,0-2 6 0,-1-1-9 15,0 0 2-15,-5 0-3 0,1-6 1 0,3 0 1 16,-7 3 9-16,-5-10-13 0,1-2-3 0,0 2 7 15,0-3-5-15,-3-3 4 0,1-1 2 0,-1-2-4 16,-1-4 3-16,-2 1 1 0,2-1 1 0,0-1-1 16,-2-4-3-16,2 2-40 0,-3-3-71 0,0 0-62 15,0 0-66-15,7-8-243 0,-7 3-519 0,5-1 229 16</inkml:trace>
  <inkml:trace contextRef="#ctx0" brushRef="#br0" timeOffset="52182.49">8110 2533 108 0,'0'-4'291'0,"0"-4"-20"16,0 4-26-16,0 0-13 0,1-3-28 0,2 4-18 15,0 0-18-15,-2-2-21 0,3 0-13 0,0 2-16 16,2-1-12-16,5 2-13 0,-1-2-18 0,3 4-32 15,2-3-32-15,2 0-29 0,2 1-31 0,1 1-44 16,1-1-51-16,2 1-46 0,-1 1-133 0,-3-1-351 16,1 2 156-16</inkml:trace>
  <inkml:trace contextRef="#ctx0" brushRef="#br0" timeOffset="52818.08">8477 2600 20 0,'0'0'377'0,"0"0"-9"0,0 0-8 0,0 0-16 16,0 0-10-16,-7-8-9 0,7 8-19 0,0 0-31 15,0 0-29-15,0 0-19 0,0 0-35 0,0 0-24 16,0 0-20-16,0 0-26 0,0 0-23 0,0 0-2 16,0 0-12-16,0 0-22 0,10 14-1 0,-7-7-9 15,1 3-12-15,0-2-20 0,1 2 9 0,-2 0-9 16,1 1-2-16,3 1-2 0,-3-1-9 0,1 1 3 15,-3-2-3-15,2 0-5 0,-3-1-2 0,3 0 0 16,-1-1-6-16,0-1 11 0,-1-2-15 0,1 0 4 16,-1-2 0-16,-1 1 1 0,-1-1 5 0,0-3 13 15,0 0-8-15,5 3 0 0,-5-3 2 0,0 0 3 16,8-7-1-16,-5 2 6 0,1-1-13 0,-1 1 6 16,1-2-6-16,0 1-2 0,0-1 16 0,0 1-18 15,0-2-2-15,0 3 1 0,1-2-10 0,-4 1 17 16,3 2-5-16,-3-1 3 0,4 1-1 0,-2 0-4 15,0 2 0-15,0-2-10 0,-3 4 0 0,0 0-1 16,4-3-2-16,-4 3 1 0,0 0-1 0,11 3 4 0,-7 0-7 16,4-1 0-16,-1 1-2 0,0-1 2 15,0 1 0-15,-1 1 1 0,2-2 2 0,1 0 1 16,-2 0 3-16,0-1-1 0,0 1-1 0,0-2 13 16,0 0-7-16,-1-3 3 0,0 1 6 0,-6 2 0 0,11-5-4 15,-7-1 5-15,-1 0 3 0,0 0-3 0,-2-5 3 16,-1 4 0-16,-1-4-1 0,1-1 7 15,-6 0-10-15,3 0-3 0,-1 0-11 0,0 1-26 16,0 3-34-16,-2-3-29 0,0 2-38 0,1 3-49 16,0-1-65-16,1 1-71 0,-5 0-204 0,4 0-571 15,-1 3 254-15</inkml:trace>
  <inkml:trace contextRef="#ctx0" brushRef="#br0" timeOffset="55626.75">9458 2394 157 0,'-4'-6'273'0,"4"2"-11"0,0 4-6 16,-3-5-17-16,3 5-10 0,-3-4-12 0,2 0-15 15,1 4-21-15,-7-3-16 0,7 3-18 0,-8-3-15 16,4 2-12-16,-3 0-11 0,0 3-16 0,-3-1-10 16,1 3-2-16,-2 1-11 0,-4-1-9 0,3 3-5 15,0-1-8-15,0 2-4 0,-2 2-4 0,2-1-8 16,0 1-3-16,3-1 1 0,-3 1-7 0,7 2-1 16,-4-3-5-16,3 1 0 0,3-2-11 0,0 1 1 15,2-2-2-15,2 2-4 0,1-4 3 0,-1 1 1 16,2-3 0-16,2 1-1 0,2-2-2 0,1-2 9 15,4 0-14-15,1-2-5 0,-4 0 2 0,5 0-6 16,-3-1 1-16,1-5 6 0,-1-1 2 0,-2 2-1 16,1-4 3-16,-1 1-2 0,-2-2 0 0,1-6 3 15,1 3 0-15,-3-3-2 0,-6 0 1 0,2 0 3 16,-2 0 1-16,-2-1 8 0,-4 3 13 0,2-4 2 16,1 6 21-16,0 2 6 0,0-1 1 0,-4 0 26 15,3 1-14-15,0 2-6 0,-1 1-8 0,4 3-1 16,-2 2-11-16,1-3-4 0,2 4-13 0,-1-1-18 15,1 4-24-15,0 0-9 0,0 0-4 0,0 0 7 16,0 0 11-16,7 11 3 0,-2-3-11 0,1 5 2 16,-1-3-2-16,3 4 3 0,1 0 7 0,1 3-8 15,1 0-8-15,0-2 2 0,0 1 0 0,-6-2-4 16,6 1-3-16,3 0 1 0,-6-2-1 0,3-3 2 16,0-1 1-16,4 4-5 0,-6-6-3 0,2 0 2 15,0-2-5 1,1-1 1-16,-2 0 2 0,2-3 4 0,-2-1 5 15,-1 2 3-15,-2-5 1 0,1 0 6 0,-3 1 2 16,1-5 2-16,1 2 3 0,-3-1 5 0,3-2 5 0,-2-1 18 0,-1 1 11 16,-3 2 9-16,2-4 11 0,-3 2-2 0,2 0 7 15,-2 2 5-15,2 0 5 0,-3-1-1 0,1 1-1 16,-1 2-15-16,-1-2 3 0,2-1-3 0,-3 5-4 16,3 2-8-16,-4-5-11 0,4 5 7 0,-2-3-18 15,2 3 3-15,0 0 0 0,0 0-3 0,-14 4-8 16,9 0 2-16,5-4 4 0,-6 8-4 0,3-3-8 15,2-1-5-15,-3 0 5 0,4 1-5 0,-5 1-6 16,3-1-5-16,2 1-4 0,0 0 0 0,0-3 1 16,3 1-4-16,1 1 7 0,4-3-2 0,-2 0-28 15,6-1-19-15,4-1-25 0,-2-1-21 0,6 1-21 16,-1-4-19-16,5-1-19 0,4-2-14 0,2 0-26 16,-8 0-5-16,-1 0-4 0,0-1-130 0,-1-1-382 0,-1-1 169 15</inkml:trace>
  <inkml:trace contextRef="#ctx0" brushRef="#br0" timeOffset="55876.68">10003 2206 73 0,'2'-13'62'0,"-1"2"39"16,-4-1 30-16,-1 3 30 0,1-3 18 0,0 3 13 16,-2 1 9-16,1 3 4 0,0 0 1 0,0-1-6 0,1 2-15 15,-1 0-19-15,0 3-18 0,4 1-11 0,-4-5-25 16,4 5-13-16,0 0-11 0,0 0-9 16,-5 14-11-16,6-5-5 0,2-1 4 0,-2 5-18 15,8 4-2-15,-3 0-6 0,4 2-4 0,3 5-2 0,1-1-3 16,1 3-3-16,1 1-4 0,2-2-1 0,-3 2-4 15,4 0 1-15,-3 2-1 0,3 1-2 0,-4 1 3 16,5 1 4-16,-5-3-10 0,-4-1 1 16,2-1-2-16,0 2-5 0,-1-3-8 0,2-2 1 15,-7-4-5-15,-2-4-9 0,1 1-19 0,-4-4-10 0,0-3-13 16,-2-2-22-16,1 0-17 0,-4-2-34 0,1-2-54 16,-1-2-40-16,0 0-211 0,3-2-466 0,-12-6 207 15</inkml:trace>
  <inkml:trace contextRef="#ctx0" brushRef="#br0" timeOffset="56704.74">10010 2402 305 0,'-1'-3'297'0,"-1"-2"-24"0,4-2-22 0,-2 3-22 16,1-1-25-16,-1 2-23 0,7-3-16 0,-3 1-19 15,4 2-15-15,-1 0-15 0,2-1-13 0,3 1-10 16,-1 2-14-16,1 1-13 0,2 1-5 0,-3 3-13 16,4 0-14-16,0 1-4 0,-4 0-5 0,4 2-13 15,-4 0-6-15,5 2-2 0,-2 3-2 0,-3-3 2 16,1 0-3-16,-2-1-1 0,0 7 0 0,0-6 0 16,1 1-3-16,-5-3 6 0,3 4-1 0,-5-6 0 15,3-2 1-15,-6 4-4 0,5-3 4 0,-1-2 5 16,-4 1 10-16,2-1 27 0,-3-2 18 0,5 4 0 15,-5-4-10-15,0 0 20 0,6-7-4 0,-6 7-1 16,3-8 5-16,-1 1-6 0,0 1 10 0,2-1-8 16,-4-1 4-16,4-1-3 0,-2 2-6 0,2-4-4 15,-1 4-7-15,0-3-2 0,1 3-10 0,0 0-5 16,0 0 3-16,-2 2-6 0,3-2-5 0,-4 3-6 16,2 0-10-16,1 1 0 0,-4 3-7 0,3-3-4 15,-3 3-3-15,8-1-13 0,-8 1-7 0,0 0-6 16,12 4-1-16,-9-3-6 0,1 3 0 0,4-1-3 15,-5 2-6-15,1 0 2 0,0 0 2 0,4 0-5 16,-2-1 0-16,-1 0 3 0,-1 1-2 0,-1-3 5 16,0 2 3-16,1 0 5 0,2-1 7 0,-3-1-2 15,0 1 3-15,-3-3 3 0,0 0 4 0,8 0 1 16,-8 0 1-16,0 0 4 0,0 0 1 0,0 0-2 16,7-8 6-16,-7 4 4 0,0 4 1 0,0-9-1 15,2 3 5-15,-1 0 4 0,1 0 2 0,0 0 8 16,-2 0-9-16,0 1-4 0,1 2 3 0,-1-2-7 15,4 0 1-15,-2 2 1 0,-2 3-3 0,0-5-4 16,0 5-5-16,0 0-6 0,2-3 0 0,-2 3 3 16,0 0-5-16,11 1-11 0,-11-1-7 0,12 5-1 0,-3-3 4 15,-1 0-5-15,1 1-8 0,2 1 1 0,-1-2-6 16,3 1 4-16,2-1-2 0,-2 1 6 16,-1-2 3-16,4-1 3 0,-4 1 1 0,2-1 6 15,1-1 4-15,-3 1 2 0,-1-2 3 0,3-1 5 16,-5 1 0-16,2-3 4 0,-3 0 0 0,2 0 15 0,-2-1 4 15,-2 0 14-15,0 0 9 0,-2 1 0 0,-3-2 15 16,4-1 13-16,-5 3-2 0,1-1 5 16,-2-1 12-16,-1 2-1 0,2-1 0 0,-1-1-5 15,-1 2-8-15,1 4-3 0,-3-3-18 0,4 4-1 0,-7-4-7 16,7 4-2-16,-12 2-6 0,12-2-6 0,-10 5 1 16,5-2-6-16,-2 1-3 0,1 5-4 0,0-4 5 15,2 6-3-15,-2-5-2 0,4 5 0 16,-1-3 11-16,3 4-10 0,-4-3-2 0,4 1-1 0,5 0-1 15,-2 1 3-15,4-1 3 0,1-1-1 0,-1-2 1 16,5 1-2-16,0-1 9 0,7 3-32 0,3-8-20 16,8 2-35-16,-11-4-46 0,1-1-54 0,4-2-55 15,-4 1-76-15,-2-5-170 0,-2-1-512 16,3 0 227-16</inkml:trace>
  <inkml:trace contextRef="#ctx0" brushRef="#br0" timeOffset="56876.6">10515 2157 180 0,'-4'-1'247'0,"4"1"-30"0,-10 0-22 0,5-2-24 16,5 2-18-16,0 0-30 0,0 0-45 0,0 0-54 16,0 0-83-16,0 0-163 0,0 0-240 0,0 0 107 15</inkml:trace>
  <inkml:trace contextRef="#ctx0" brushRef="#br0" timeOffset="61627.75">11038 2290 171 0,'0'0'255'0,"4"-4"-10"0,-4 4-12 0,0 0-8 16,0 0-13-16,0 0-13 0,0 0-6 0,0 0-12 0,0 0-9 15,0 0-14-15,0 0 2 0,0 0-26 0,0 0-14 16,0 0-8-16,0 0-2 0,0 0-26 0,0 0-6 15,0 0-9-15,0 0-10 0,0 0-5 0,0 0-4 16,0 0-14-16,0 0 2 0,0 0-7 16,0 0 11-16,-9 13-17 0,9-13-3 0,4 5 1 0,-4-5-3 15,0 6-3-15,1 0-8 0,3-3 0 0,-4 2 4 16,3-2 1-16,-2 5-2 0,1-3-4 0,2-2 2 16,-3 4-4-16,2 0 3 0,-2-4-5 0,2 3 6 15,0-1-4-15,0 1 0 0,1-1 4 0,1 0-7 16,-4 0 0-16,3-1 1 0,0 0-4 0,-1 0 3 15,0-1 1-15,-2 1-2 0,2-1-1 0,-1 1 1 16,-2-4-2-16,0 5 4 0,0-5-2 0,5 4 1 16,-5-4-2-16,-3 5 1 0,3-5 0 0,-4 5-1 15,-1-2 2-15,-2-2-9 0,1 4-15 0,-4-4-22 16,4 3-26-16,-6-1-37 0,1-1-36 0,3 3-40 16,2-3-74-16,-1-1-223 0,2 0-518 0,5-1 230 15</inkml:trace>
  <inkml:trace contextRef="#ctx0" brushRef="#br0" timeOffset="62143.34">11819 2213 244 0,'-3'-4'276'0,"2"-2"-11"0,1 1-11 16,-5 0-10-16,-1-1-15 0,2 1-14 0,1 2-21 15,-1-3-18-15,-1 2-12 0,-1 3-22 0,0-3-14 16,-1 1-14-16,1 1-12 0,-5 1-10 0,11 1-12 15,-15 4-11-15,7-3-4 0,1 3-12 0,-5 2-8 16,4 2 3-16,1-1 1 0,-4 3-14 0,5-3-4 16,0 4-3-16,-1-3-8 0,2 3 1 0,1 0 2 15,1 0-13-15,2-1-3 0,1-2 1 0,0 0 2 16,3-3-8-16,2 3 4 0,-3 0-1 0,4-4-2 16,-2-1 0-16,6 2 4 0,3-3-6 0,-5-2 1 15,2-1-1-15,3 0 1 0,-3-5-1 0,2 4 3 16,-1-2-2-16,-3-1 1 0,2-2 0 0,-4 3-2 15,3-2 0-15,-4-3 4 0,-1 4 7 0,2 0 13 16,-1 1 16-16,-2 0 11 0,1 1 5 0,-3 1-14 16,3-1-4-16,-4 3 0 0,3-3-7 0,-3 3-10 0,3-4-10 15,-3 4-25-15,0 0-7 0,0 0 0 16,0 0-7-16,8 10-7 0,-1-8 7 0,-3 4-19 16,3 3-19-16,1-4-22 0,4 3-12 0,-1-2-27 15,0 0-31-15,8 2-40 0,1-2-44 0,2-1-211 16,-3 1-488-16,3-4 216 0</inkml:trace>
  <inkml:trace contextRef="#ctx0" brushRef="#br0" timeOffset="62971.41">12402 1843 270 0,'0'-4'277'0,"0"4"-30"0,0 0-29 0,3-5-24 16,-3 5-25-16,0 0-15 0,0 0-12 0,8 14-18 15,-1-5-13-15,-5 1-7 0,7 6-13 0,-5 0-8 16,4 2-9-16,3 9-4 0,0-6-10 16,-3 4-4-16,3 2-6 0,-2-1-5 0,4 0-2 0,-2-1-4 15,-5-5 9-15,8 4-17 0,-7-5-4 0,0-2-2 16,1-1-1-16,-3-5-6 0,1-2 6 0,-3-1 0 15,-1-2-6-15,2-1 4 0,0 1 4 0,-1-4 41 16,-3-2 13-16,3 2-9 0,-3-2-7 16,0 0-6-16,4-11-3 0,-3 5 6 0,2-2 2 0,0 0 6 15,1-1-9-15,-1-2 6 0,-1 1-10 0,2-2-12 16,0 2 4-16,0 0-6 0,2-1-10 0,-5 5 5 16,3 1-9-16,1-5-1 0,-3 5-12 0,2 2 1 15,0-2-10-15,0 3-12 0,-4 2-15 0,10-3-14 16,-10 3-13-16,8 4-15 0,0 0-9 0,-1 1-10 15,-3-2-19-15,3 3-18 0,1 3-3 0,0-3-7 16,-1 3-11-16,-1-1 5 0,2 1-20 0,0-2 0 16,0-1-6-16,-4-2-2 0,4 2-6 0,0-4 5 15,-4 3 4-15,5-2 6 0,-4-1 14 0,1-1 14 16,0 1 6-16,-6-2 13 0,10 0 14 0,-10 0 4 16,8-4 15-16,-4 3 1 0,2-1 13 0,-3 0 18 15,2-1 12-15,-5 3 10 0,5-3 2 0,-1-1 4 16,-4 4 0-16,6-4 7 0,-4 0 8 0,0 2-4 15,-2 2 15-15,6-4 19 0,-6 4 8 0,3-3-1 16,-3 3 9-16,0 0 4 0,3-3 18 0,-3 3 8 16,0 0 12-16,3-4 5 0,-3 4-4 0,0 0 0 15,0 0-4-15,0 0-5 0,0-6-3 0,0 6-6 16,2-2 0-16,-2 2-7 0,0 0-5 0,4-5-4 16,-1 2-6-16,0-1-4 0,0 0-7 0,1 2 0 15,1 1-3-15,-1-3-2 0,0 0 4 0,-4 4-4 16,10-4-7-16,-9 1-2 0,-1 3 0 0,10 0-8 15,-10 0 0-15,0 0-4 0,11 0-1 0,-11 0-6 16,9 4 4-16,-5-1-4 0,4 3 1 0,-1-1 0 16,1 3-4-16,2 1 1 0,2 4 1 0,2 1 0 15,-2 2-4-15,-3-1 2 0,4 0-3 0,-4 2 3 16,1-1-1-16,2 2-1 0,-3 1 2 0,1 1-3 16,0 7 5-16,-2-10 4 0,-2 2-6 0,4-1 1 15,-6 2 2-15,2-2 0 0,0 1 1 0,-2-2 6 16,-2-3 18-16,-2-3 5 0,1 0 9 0,-2-2 10 15,1 1 17-15,1-4 15 0,-4 2 18 0,2-2 17 0,-2-2 4 16,-3 0-2-16,0-2-12 0,2-2-15 16,4 0-17-16,-14-1-36 0,5-3-46 0,-2 0-58 15,1-2-63-15,-3-3-86 0,5-1-77 0,-3-5-200 16,-1-2-526-16,3 0 233 0</inkml:trace>
  <inkml:trace contextRef="#ctx0" brushRef="#br0" timeOffset="64127.57">13176 2074 61 0,'0'0'184'0,"0"0"-13"0,-1 18-19 16,-2-11-4-16,3 3 6 0,4 3-12 0,-1-3-6 0,4 4 4 15,0 6-6-15,3-3-8 0,0 3-13 0,5 4-9 16,-8-4-12-16,5 5-4 0,0-1-9 0,-1-4-11 15,2 4-4-15,-3-7-3 0,-2-1-6 16,-1-1-7-16,-1 2-3 0,2-7-5 0,-3 0-4 0,-2 0-2 16,1 0-5-16,-2-5 1 0,0 1-2 0,0 1 3 15,0-4 22-15,0-1 23 0,-2-2 30 0,0 0 1 16,0 3-6-16,0-3-9 0,0 0-4 0,0 0 6 16,0 0-3-16,0 0-10 0,-11-7-1 0,11 7-2 15,-7-4-4-15,7 4-5 0,-7-5-9 0,7 5-7 16,-4-2-1-16,4 2-5 0,-2-5-10 0,2 5 0 15,-5-3-7-15,5 3-1 0,-1-5-7 0,1 5 12 16,0 0-12-16,-3-5-2 0,3 0-2 0,0 5 1 16,0-5 3-16,0 5-12 0,0-7 3 0,-3 2 0 15,3-2-4-15,0 2-3 0,-1 0-6 0,2-3 5 16,-1-3 11-16,-1 2-26 0,1-4 4 0,-4 1-2 16,4 1 3-16,0-2 2 0,-3 0-3 0,0-1-3 15,0 2 0-15,-1-5 5 0,2 4 1 0,-2 0-1 16,3 0 2-16,-2 2 6 0,-3-2 0 0,2 0 8 15,2 2-1-15,-4 1-5 0,4-2 20 0,-4 2-10 16,2-2-3-16,1 5-1 0,-2-4 2 0,-1 4-8 16,5-1 4-16,-4 1-2 0,2 1 0 0,-4-1-3 15,4 1-2-15,2 2-6 0,0 1 14 0,1-2-18 16,0 5-5-16,-2-4-5 0,2 4-10 0,0 0-9 16,2-7-2-16,0 5-11 0,-2 2-2 0,11-2 0 15,-4 1-2-15,0 1 8 0,1 0-3 0,0 1 0 16,4 1 4-16,-3-1 0 0,2 0-1 0,-1 2 9 15,-3-1-1-15,0 1 5 0,0 1 0 0,1 0 1 16,-1-2 5-16,-2 3-1 0,1 1-7 0,-2-3 0 16,1 2 2-16,-1 2 3 0,-4-2 0 0,0 3 4 15,1-5 8-15,-2 4-1 0,-3-1-1 0,0-1 4 16,-1 5-1-16,3-5 3 0,-7 0 1 0,2 1 2 16,-1-2-3-16,1 0 8 0,0 2-5 0,-5-1 3 15,4-2 8-15,-2 2-7 0,3-3 2 0,1 0 1 16,0 0 4-16,1-1-1 0,-1 1 0 0,6-2 5 0,0 0-2 15,-5 1-4-15,5-1-8 0,0 0-8 16,0 0-7-16,8-9-23 0,0 3-15 0,3 0-3 16,-1 2-8-16,8-5-3 0,-2 0-3 0,-4 5 0 15,8-7 3-15,-4 4 4 0,2-3 9 0,-3 1 6 0,0 4 9 16,-4-3-1-16,1 1 11 0,1 1-1 0,-5-1 15 16,0 2 20-16,-3 0 20 0,2 2 18 0,-1 0 14 15,-5-1 17-15,4 1-1 0,-1 0 2 16,-4 3 0-16,3-5-6 0,-3 5-1 0,3-3-5 0,-3 3-6 15,0 0-9-15,0 0-3 0,0 0-7 0,0 0-3 16,0 0 6-16,0 0-12 0,0 0-4 0,0 0-3 16,-10 9 0-16,5-4-4 0,4 0 0 0,-3-1 1 15,1 1-1-15,0 3-4 0,0-2 3 16,2 1-4-16,-2-1 2 0,3 1-4 0,0 0 3 0,0 0-3 16,3-1 0-16,-2-2-2 0,2 0-2 0,0-1 2 15,1 2 0-15,0-2-1 0,1-3 3 0,-5 0-2 16,14 0-2-16,-6-2 3 0,0-1-1 0,2-3-1 15,2 2 0-15,-4-4 3 0,3 2 0 0,-3-1 7 16,2-1-7-16,-1-2 1 0,2 2-3 0,-5 0 0 16,3-1 1-16,1 2 1 0,-3 0 0 0,-2 3 7 15,3-2-3-15,-4 0 4 0,0 2-6 0,2 2 0 16,-1 0-2-16,-1 0-2 0,6 2 1 0,-10 0-1 16,12 3 2-16,-4 0-2 0,0 0 0 0,-1 4-3 15,4-2 3-15,-3 2-1 0,3 1 0 0,0 1 2 16,-3-2-1-16,4 3 1 0,-5-2-1 0,1 0-3 15,-4-1 4-15,2-1-1 0,-4 2-1 0,5-4 2 16,-5-2 2-16,2 2 1 0,-2 1 9 0,0-2 25 16,-2-3 19-16,4 2 7 0,-4-2-8 0,0 0-4 15,0 0-8-15,0 0 1 0,0 0-6 0,-7-15-5 16,4 10-5-16,2-2-5 0,-2 0-12 0,3-1-20 16,-3 1-14-16,3 0-24 0,3-2-30 0,-1 0-45 15,-1 1-45-15,4-8-52 0,1 5-63 0,-1 3-182 16,2-3-503-16,1 2 223 0</inkml:trace>
  <inkml:trace contextRef="#ctx0" brushRef="#br0" timeOffset="64440.04">13946 1972 33 0,'3'8'199'0,"1"-3"-4"15,2 5-3-15,-1 2 0 0,0 1-14 0,5 5-10 16,-2-1 3-16,3 2-12 0,1 7-13 0,-5-5-17 16,-1-2-7-16,4 9-10 0,1-1-9 0,-1-1-4 0,-2 0-15 15,1 0-10-15,-2-6-8 0,1 6-3 16,-1-5-6-16,1-2-5 0,-1 1-3 0,0 0-5 16,0-1-3-16,-3-2 0 0,1-2-6 0,1-2-4 15,-2-5-2-15,-3 3-3 0,2-5-1 0,-2 1 2 0,2-3-1 16,2-1-3-16,-2 0 5 0,-3-3 4 0,0 0-9 15,0 0-6-15,0 0-24 0,0 0-35 16,7-10-37-16,-7 2-44 0,0 2-57 0,1-9-61 16,-1 2-163-16,-1-5-437 0,-2 0 194 0</inkml:trace>
  <inkml:trace contextRef="#ctx0" brushRef="#br0" timeOffset="64721.27">14029 2110 195 0,'-9'-10'263'0,"1"-1"10"0,2 2 1 0,-1 0 2 15,1 0 0-15,1 2 1 0,1 1-10 0,0 0-14 16,1 1-15-16,1-1-12 0,0 2-27 0,2 1-20 16,-4-2-19-16,4 5-25 0,0-7-14 0,0 7-20 15,7-4-18-15,-1 4-16 0,-6 0-14 0,9-2-19 16,0 3 0-16,-9-1-2 0,14 0-5 0,-5 2-9 16,1 1-8-16,-2-1-5 0,-1 2-2 0,0-1-7 15,1 0 0-15,-2 0 1 0,0 1-8 0,1 0-10 16,-1 0-3-16,-5 0 3 0,3 0-1 0,0 1-1 15,0 0 7-15,-4-1-12 0,3 0-1 0,-3-4-6 16,-3 8-11-16,0-1-6 0,2-1-10 0,-2-1-12 16,2 1-20-16,-3 1-29 0,4-3-38 0,-3 3-43 15,1-1-43-15,2-2-216 0,-2 2-501 0,2 1 222 16</inkml:trace>
  <inkml:trace contextRef="#ctx0" brushRef="#br0" timeOffset="65330.61">14207 2167 36 0,'3'-4'233'0,"-1"2"-11"16,0-2-4-16,-2 4-10 0,0-9-9 0,3 4-17 16,-3-2-13-16,1-1-10 0,1 3-12 0,0-4-6 15,-2 0-6-15,2-4-4 0,-1 3-11 0,0-1-15 16,2 1-7-16,-3-2 6 0,3 1-6 0,1-2-5 15,-4 0-5-15,0-1-12 0,1-3-5 0,-1 2-5 16,2-3-8-16,-2 4-9 0,1 1-8 0,-2-1 3 16,1 2-6-16,0 1 0 0,-2-1-7 0,1 4-3 15,1-1 7-15,0 3-15 0,0 0-3 0,0 0-2 16,-4 2-6-16,4 4 0 0,-1-7-14 0,1 4-13 16,0 3-6-16,0 0 0 0,0 0 3 0,0 0 1 0,0 0-1 15,0 0 7-15,0 0-3 0,-5 13 2 16,5-8 4-16,0 0 0 0,0 1 0 0,2-1 12 15,-1 3-9-15,1-2-1 0,-1 3 1 0,3 0 1 16,-3 1-1-16,4 0 4 0,0 1-1 0,0 0 3 0,-1 2-4 16,0-4 1-16,2 3-3 0,-1-1-7 0,1-2 2 15,-2 2 0-15,1 0-3 0,-1-3 1 16,2 3-1-16,-3-1 3 0,2-1 2 0,0-3 0 16,-3 4-1-16,2-2 4 0,0-1-1 0,-3-2 2 0,2 0 2 15,1-1-2-15,-2 1 5 0,2-1-1 0,-3 1-3 16,4-2 5-16,-1-2 0 0,0 1-2 0,2 1 1 15,-1 0 1-15,2-1 0 0,1 1-3 16,-8-3 7-16,11 1-1 0,-4 0-2 0,1-1 0 0,-1 2 0 16,3-1 0-16,-2-2-4 0,1 1 5 0,1 0-1 15,-1-2-2-15,-3-3 4 0,3 3 0 0,-3 0 1 16,-1-2-2-16,3 2 7 0,-3-1-7 0,1-3 1 16,-2 4 1-16,0-4-5 0,-2 0 7 15,-2 0-3-15,1-2-2 0,-1 0 0 0,0 2 0 0,-1 0 0 16,1-1-2-16,-2 1 2 0,2 0-3 0,0 1 0 15,-4 0 3-15,4 5-3 0,-3-5-3 0,3 5-15 16,-2-4-13-16,2 4-11 0,0 0-14 0,0 0-23 16,-10 1-21-16,10-1-31 0,-2 7-34 0,2-3-21 15,0-4-28-15,2 10-119 0,-2-5-363 0,5 0 160 16</inkml:trace>
  <inkml:trace contextRef="#ctx0" brushRef="#br0" timeOffset="66424.27">14709 2017 180 0,'-1'-4'244'0,"1"-1"-18"0,0 5-6 0,-5-7-10 16,3 2-9-16,2 1-15 0,-4-2-13 0,1 3-15 16,-1 0-6-16,-1 1-22 0,3-1-13 0,-7-1-11 15,6 1-12-15,-2 2-11 0,5 1-5 0,-11-1-12 16,5 0-2-16,-3 1-10 0,9 0-4 0,-14-2-4 15,6 5-6-15,0-3-5 0,1 1-6 0,-2 2 2 16,3-1-9-16,-3 2 2 0,-1-1-5 0,5-1-5 16,-1 1 4-16,-2 1-2 0,1 0-4 0,3-1 1 15,-1 3-1-15,-1-1-3 0,5-1 1 0,-3 3-5 16,0 0 3-16,1-1-2 0,3 0 0 0,0 1 0 16,0-1-1-16,3 0 0 0,-2 1-1 0,10-2 0 15,-7 1 0-15,0-2-1 0,2 3 0 0,3-5-2 16,-3 2 0-16,-1-2-4 0,3-2-2 0,2 2 1 15,-4-1-1-15,4-1 0 0,-3-1 9 0,2-1-8 16,-2-1 4-16,1 0-4 0,-2-1 2 0,-1-1 3 16,3 1 3-16,-2 0 1 0,-2-1 13 0,0 0 17 15,-1 1 3-15,1 0 6 0,-3-1 20 0,1 2 1 16,-1-2 5-16,-1 0-1 0,0 0 4 0,5 2 3 0,-5 3-1 16,0-5 1-16,0 5-6 0,0-6-11 15,0 6-4-15,0 0-3 0,0-5-7 0,0 5-8 16,0 0-11-16,0 0-8 0,0 0-13 0,4-2-14 15,-4 2-8-15,0 0-5 0,0 0-5 0,0 0-6 0,4 12-9 16,-1-9-6-16,1 2-1 0,-1 0-4 0,3 2-6 16,0-2-3-16,-2 0-7 0,6 3-8 15,-5-2-11-15,2-1-8 0,4 0 0 0,-4 1-9 16,1-4 1-16,-1 1 6 0,-1-1-1 0,1-1 19 0,6 2 3 16,-7-3 3-16,1-1 17 0,0-3 3 0,1 1 8 15,0 0 7-15,-4-3 3 0,5 2 14 0,-5-1 22 16,1-1 17-16,-1 1 24 0,1 0 19 0,0-2-1 15,-3 4 11-15,1-3 4 0,-3 0 5 16,1 2 5-16,5-1-1 0,-6 1-1 0,1 0 1 0,2 1-7 16,-3 3-14-16,1-5-9 0,-1 5-1 0,2-5-11 15,-2 5-12-15,0 0-18 0,0 0-7 0,0 0-3 16,0 0-1-16,0 0-6 0,0 0-5 0,9 11-8 16,-6-6-9-16,0 0-7 0,1 2 0 0,1-1-9 15,-2 0-8-15,0 2-5 0,2-1-5 0,0 0-11 16,0-1 3-16,0 1 5 0,1-4 0 0,-4 2-2 15,2-3 17-15,2 1 8 0,-1-2 4 0,-5-1 4 16,4 1 7-16,-4-1 2 0,0 0 8 0,8-7 18 16,-6 2 16-16,2 0 13 0,-3 0 8 0,2 0 4 15,-2-3 13-15,2 2 4 0,-2 0 0 0,1-2 5 16,-2 1 2-16,1 0-4 0,2 0 9 0,-2 1-8 16,-1 1-7-16,1 1 3 0,2-1-11 0,-3 5-5 15,0-6-4-15,0 2-7 0,0 4-12 0,0 0-2 16,0-4-7-16,0 4 2 0,0 0-3 0,0 0-13 15,0 0-3-15,14 8-5 0,-9-4-5 0,1-1 2 16,-1 1 2-16,2 0-10 0,1 0 0 0,4 0 4 16,-5-2-2-16,6 2-3 0,0-2 4 0,-6 2 1 15,1-3 1-15,7 0 4 0,-4-2 1 0,2 1 2 16,-3-1-2-16,2-4 5 0,0 4-2 0,-2-3-1 16,0-2 11-16,0 2-5 0,-3-1-3 0,3-3 2 15,-5 2 3-15,2 1 2 0,-2-3 1 0,-2 4 1 16,-2-1 7-16,2-3 8 0,-1 5 9 0,-2-4 11 15,0 3-10-15,0-1 1 0,0 5-3 0,-2-5-1 16,-1 1-8-16,3 4 1 0,-4-3-3 0,4 3 0 16,-10 0-5-16,10 0 2 0,-11 2-2 0,11-2-1 15,-9 5 9-15,5-2-14 0,-4 0 6 0,4 1-8 16,0 3 0-16,0-3 3 0,0 2-1 0,1 3 1 16,2-4 0-16,1 4-1 0,1 1 2 0,0-2 0 15,1 0 1-15,3 0 2 0,2 2 0 0,1-3 0 0,2 1 2 16,6 1 14-16,-4-3-19 0,6 2-2 15,1-3-38-15,0-2-44 0,0 2-45 0,0-3-62 16,4-1-69-16,-4-1-257 0,0-1-554 0,-1-3 246 16</inkml:trace>
  <inkml:trace contextRef="#ctx0" brushRef="#br0" timeOffset="69742.74">15959 2013 113 0,'0'-3'326'0,"0"3"-19"15,-4-3-19-15,4 3-24 0,-1-4-23 0,1 4-30 0,0 0-24 16,0 0-24-16,0 0-18 0,0 0-19 0,0 0-6 16,-6 10-14-16,6-2-15 0,3 2-3 0,-3 3-7 15,1 0-10-15,1 3-9 0,-1 1-3 0,2 2-11 16,-3-1-4-16,0 1 0 0,1 1-5 0,1-4-3 15,-1 2-4-15,-1-1 1 0,3-1-5 0,-2-3-7 16,-1-2 0-16,5 0 2 0,-3-2-5 0,0-1 0 16,1-3-4-16,0-2 3 0,-2 0 0 0,3 0 3 15,3-3 5-15,-7 0-13 0,12-6 2 0,-5 3 9 16,0-2-15-16,3-3 2 0,-4-1-1 0,4 0-2 16,-2 1-2-16,-2-1 0 0,2 2 1 0,-2-1 1 15,0 0 1-15,-2 2 1 0,0 2-3 0,1 0-3 16,-2 0 3-16,1 1-6 0,-2 0 2 0,-2 3-9 15,5-4 5-15,-5 4 1 0,0 0-7 0,0 0 2 16,8 8 1-16,-5-3 3 0,5 0 0 0,-4 0 14 16,2 3-14-16,-1-1-1 0,3 1 2 0,3 1 1 15,-1-1 0-15,2-2-1 0,0 1 4 0,-1-1-4 16,1 1 5-16,-1-1-3 0,2-4 2 0,-1 2 3 16,0-1 0-16,-1-2-3 0,-2-1 4 0,-1 0 0 15,2-3 1-15,-2 1 3 0,-3-2-1 0,2 0 2 16,-3-2 17-16,-1-1 7 0,0 0-2 0,1-4-1 15,-4 0 1-15,-4-1-3 0,3 2-3 0,-1-1-4 16,-3-2-7-16,-1 3-2 0,1-2-1 0,-3 1 8 16,1-1-19-16,-1 5-16 0,2-3-5 0,-1 3-36 15,1 2-21-15,0 1-30 0,5-1-27 16,0 2-39-16,-2 1-28 0,3 2-19 0,0 0-12 16,0 0-24-16,8-2-178 0,-8 2-468 0,12 2 207 0</inkml:trace>
  <inkml:trace contextRef="#ctx0" brushRef="#br0" timeOffset="69961.47">16555 2041 188 0,'1'-5'292'0,"-1"5"-14"0,3-4-24 0,-3 4-28 16,0 0-25-16,0 0-24 0,0 0-19 0,0 0-18 16,0 0-13-16,0 0-14 0,0 0-15 0,3 13-7 15,-2-7-7-15,0 2-9 0,2 2-7 0,-1 1-7 16,0-1-4-16,2 0-6 0,2 2 2 0,-5 2-13 15,4-4-5-15,-2 2 1 0,1 1-17 0,2-2-25 16,-3-1-25-16,-1 0-44 0,0-2-43 0,0-2-42 16,5-1-31-16,-6 0-200 0,2-3-422 0,1 2 187 15</inkml:trace>
  <inkml:trace contextRef="#ctx0" brushRef="#br0" timeOffset="70258.33">16721 1780 212 0,'-2'-3'279'0,"1"-2"-31"0,1 5-28 16,0 0-24-16,0 0-22 0,0 0-17 0,0 0-14 16,0 0-16-16,3 15-12 0,-2-9-15 0,6 7-11 0,-3-2-7 15,3 5-6-15,0 0-9 0,-3 3-5 0,4-1-7 16,3 8-6-16,-4-6-3 0,5 8 2 15,-4-8-9-15,-3 6-4 0,-2-5-4 0,5 0-3 16,-5-2 1-16,1 1-5 0,0 0-7 0,-1-1-26 0,2-5-4 16,-5-4-17-16,2 4-22 0,0-4-24 0,1-2 0 15,-1-2-14-15,-1-2-6 0,2 1-13 0,-3-5-16 16,5 0-22-16,-5 0-4 0,0 0-3 16,16-9 5-16,-10 2-97 0,1-1-265 0,-2-2 117 15</inkml:trace>
  <inkml:trace contextRef="#ctx0" brushRef="#br0" timeOffset="70805.16">16934 2031 310 0,'3'-17'12'15,"-3"5"32"-15,2-4 21 0,-2 6 16 0,0 0 5 16,-2-4 19-16,2 6 9 0,-4-2 3 0,3 2 3 16,-2 2-7-16,0 0-4 0,-1 1-14 0,3 0-4 15,-2 3-15-15,-1-2-12 0,1 1-4 0,3 3-9 16,0 0-3-16,0 0-5 0,0 0-4 0,-12 8-9 16,11-3 4-16,-1 0-7 0,2 2-5 0,0-1 1 15,2 2-1-15,-1 5-7 0,0-6 6 0,2 4-3 16,1-1-1-16,0 1-2 0,-1-2-5 0,5 3 1 15,-4 0-3-15,3-1 5 0,-3 0-1 0,3-1-5 16,-1-2 4-16,0 1 0 0,-2-3-5 0,2 0 2 16,-2-1-4-16,-3 0 1 0,3-1-7 0,0 1 13 15,-2 0-6-15,-2-5 19 0,3 3 15 0,0-1 16 16,-1 1 4-16,-2-3 12 0,0 0-10 0,0 0-2 16,0 0-6-16,5 4-5 0,-5-4-2 0,0 0-6 15,0 2-9-15,0-2-2 0,0 0-2 0,0 0-7 16,0 5-3-16,0-5 0 0,3 3-1 0,-3-3-4 15,4 4 0-15,-4-4-1 0,3 6-3 0,-2-3 4 16,3 3-3-16,-2-5 1 0,0 3-1 0,2 0-1 16,-1-1-2-16,-3-3 1 0,5 5 6 0,0-3-8 15,-3 1 0-15,0-1 2 0,-2-2 0 0,5 4-2 16,-5-4 2-16,8 3 2 0,-8-3-2 0,0 0 2 16,0 0 1-16,0 0-1 0,0 0 8 0,0 0-7 15,0 0 3-15,0 0-2 0,6-7 0 0,-6 7 3 16,0 0-8-16,0-5 3 0,0 5-5 0,1-6-1 15,0 4 1-15,-1 2-1 0,0-8 8 0,3 5-5 16,-3-2 0-16,0 5-6 0,0-7 3 0,3 4-1 16,-3 3-2-16,0-7 0 0,0 7-1 0,1-6-2 15,-1 3 4-15,0 3 2 0,3-4-7 0,-3 4-3 0,1-3-11 16,-1 3-11-16,0 0-4 0,0 0 0 16,0 0-1-16,0 0-8 0,0 0-6 0,15 7-3 15,-11-5-5-15,2 3-1 0,-2-1-9 0,1-2-2 16,5 2-7-16,-3 1-6 0,5 2-8 0,-1-4-4 15,1 3-5-15,-1-2-27 0,5 1-16 0,-3-3-6 0,1 2-13 16,-1-3-123-16,-2 0-306 0,-1 0 136 16</inkml:trace>
  <inkml:trace contextRef="#ctx0" brushRef="#br0" timeOffset="71055.14">16635 2086 253 0,'-4'-2'267'0,"4"2"-28"0,0 0-24 16,14-7-19-16,-6 4-19 0,-1 2-12 0,5-3-22 15,0 3-13-15,-1-1-16 0,0-1-10 0,5 3-13 16,-2-1-12-16,-1 0-37 0,-3 1-47 0,3 0-48 15,1-2-61-15,-6 2-56 0,2 2-143 0,-2-1-337 16,-8-1 149-16</inkml:trace>
  <inkml:trace contextRef="#ctx0" brushRef="#br0" timeOffset="71227">16462 1945 87 0,'0'0'135'0,"-10"2"-56"0,10-2-51 0,-9 0-61 16,9 0-17-16,-4 5-53 0,4-5 23 0</inkml:trace>
  <inkml:trace contextRef="#ctx0" brushRef="#br0" timeOffset="72009.64">17927 1991 81 0,'0'0'288'0,"0"-3"-29"0,0 3-25 16,0 0-26-16,0 0-26 0,0 0-21 0,0 0-15 15,0 0-14-15,0 0-16 0,0 0-6 0,4 14-14 16,-2-9-11-16,1 1-9 0,-1 1-8 0,4 3-5 15,-4 1-6-15,4-2-4 0,-3 0-5 0,2 0-3 16,-4-1-8-16,4-2-3 0,-3 2-4 0,2-1 0 0,-3 1 1 16,1-4-8-16,-1 1-1 0,-1 2-3 15,3-3 0-15,-3-4 4 0,3 3 3 0,-3-3 19 16,1 2 3-16,-1-2-2 0,0 0 2 0,0 0-11 16,4-9 4-16,-1 2 3 0,1 0-2 0,-4-1 3 0,4-2-3 15,1 0 6-15,1-1 6 0,-2 1 10 0,0 2-8 16,0-2 0-16,3 2-2 0,-2 2-5 15,-1 0 0-15,0-1-8 0,-1 2-6 0,1 1-6 16,-1 1-5-16,1-2-1 0,0 3-7 0,-1-1-3 0,-3 3 2 16,12 0-4-16,-12 0 11 0,11 4-20 0,-4 0-4 31,2 1-12-31,-2 0-1 0,0 1-11 0,5 3-9 16,-2-1-15-16,-2 1-11 0,0 0-21 0,4-1-30 15,-5 1-34-15,3 0-52 0,3-3-31 0,-5 1-36 16,1-1-180-16,-1-2-481 0,-3 1 213 0</inkml:trace>
  <inkml:trace contextRef="#ctx0" brushRef="#br0" timeOffset="72353.53">18277 1978 273 0,'0'0'253'0,"0"0"-29"15,0 0-26-15,0 0-26 0,0 0-16 0,0 0-16 16,0 0-12-16,0 0-13 0,0 0-13 0,0 16-8 16,5-9-10-16,-5-1-5 0,4 1-8 0,0 4-8 15,-1-3-4-15,4 0-6 0,-1 1-4 0,0-1-4 16,0-2-2-16,0 1-3 0,1-1-7 0,0-1 2 16,0-1-5-16,-2 0 0 0,4-3 1 0,-4 0-6 15,4-1-2-15,-3 0-2 0,-1-2-3 0,1-2 1 16,-2 2-3-16,0-3 0 0,1-2 3 0,-1-1 14 0,-2 1-5 15,-1-2 6-15,0 1 2 0,1-2 3 0,-1-1 7 16,-1 0 0-16,3 2-5 0,-4-2 0 16,1 4-5-16,0 1-6 0,0-3-2 0,0 4-4 15,0-2-9-15,0 2-23 0,-2 3-26 0,4-2-43 0,-2 4-57 16,0 0-53-16,0 0-38 0,0 0-204 0,0 0-463 16,0 0 205-16</inkml:trace>
  <inkml:trace contextRef="#ctx0" brushRef="#br0" timeOffset="72801.42">18576 1931 109 0,'0'0'249'0,"0"0"-32"15,0 0-21-15,0 0-24 0,0 0-17 0,0 0-17 16,0 0-9-16,7 13-16 0,-6-10-9 0,2 2-12 15,0 4-9-15,-2-4-8 0,2 4-5 0,1 1-6 0,-1-1-11 16,1-1 0-16,1 0-3 0,-3 1-11 0,0-4 3 16,0 1-6-16,1-1-6 0,2 1-2 15,-1-1-1-15,-3-1-2 0,-1-4 6 0,6 4-3 16,-4-1 9-16,-2-3 2 0,0 0 2 0,0 0-1 16,9-7 4-16,-9 7 2 0,8-6 4 0,-6 1 1 0,1 1-5 15,0-3 1-15,2 3-2 0,-5-3 1 0,4 0-2 16,-1 3 1-16,0-1-3 0,-1-1 3 0,5 2-7 15,-3-1-1-15,-4 2-7 0,0 3-3 16,3-7-6-16,-2 3-2 0,-1 4-6 0,2-4 0 0,-2 4-2 16,0 0-4-16,0 0-1 0,0 0 1 0,5-2-2 15,-5 2-2-15,3-1-1 0,-3 1-1 0,0 0 13 16,0 0-14-16,0 0 1 0,0 0 1 0,0 0-3 16,0 0 13-16,0 0-9 0,7 5-3 0,-7-5-2 15,0 0-17-15,0 0-14 0,0 0-18 0,4 2-20 16,-4-2-29-16,0 0-36 0,0 0-48 0,0 0-58 15,0 0-184-15,0 0-460 0,0 0 205 0</inkml:trace>
  <inkml:trace contextRef="#ctx0" brushRef="#br0" timeOffset="74504.42">18704 1917 154 0,'0'0'201'0,"-3"-6"4"0,3 3-14 0,0 3-1 0,-7-2-14 15,7 2-8-15,-4-5-12 0,0 3-13 0,4 2-16 16,-4-4-11-16,4 4-12 0,-9-1-16 0,9 1-9 16,-10 0-5-16,10 0-10 0,-11 2-8 0,3 0-3 15,-1 2-4-15,-1 1-8 0,3-1-1 0,-1-1-4 16,-1 5-7-16,0 0-20 0,0 0-11 0,2-1-20 16,4-2-23-16,-3 6-31 0,0-6-30 0,6 1-43 15,0 3-60-15,1-4-115 0,5 3-350 0,1-4 155 16</inkml:trace>
  <inkml:trace contextRef="#ctx0" brushRef="#br0" timeOffset="74943.42">18851 1929 110 0,'0'0'231'0,"0"0"-21"16,0 0-24-16,0 0-19 0,0 0-16 0,0 0-20 16,0 0-15-16,0 0-11 0,0 0-11 0,7 9-7 15,-7-9-11-15,6 6-3 0,-2-2-5 0,1 1-7 16,0 3-10-16,2-2-3 0,-3 2-8 0,5 1-3 15,-2-1-2-15,-3-1-6 0,3 2-5 0,-3-3 0 16,-1 1-6-16,2 0 1 0,-1 0 2 0,-1 1-6 16,-2-3-1-16,2-2 2 0,0 1-1 0,0 0 9 15,-3-4 14-15,0 0 16 0,-4 5 19 0,4-5 2 0,0 0 9 16,0 0 7-16,-13-2 8 0,13 2 12 0,-6-5 1 16,2 1 1-16,2 1-4 0,-2-1-4 0,1-1-7 15,1 0-12-15,-1 0-3 0,3-1-21 0,0 0-7 16,0-1-15-16,1 1-25 0,2-2-39 0,2-2-46 15,2 3-48-15,4-4-58 0,-1 3-50 0,6-4-45 16,-4 7-215-16,-1-2-526 0,3 0 233 0</inkml:trace>
  <inkml:trace contextRef="#ctx0" brushRef="#br0" timeOffset="75490.25">19090 1907 38 0,'-3'4'148'15,"3"-4"-1"-15,0 0-14 0,0 0-19 0,0 0-9 16,0 0-8-16,0 0-6 0,2 3-16 0,-1 2-9 16,-1-5-5-16,2 7-7 0,0-4-1 0,-2 0-1 15,3 1-8-15,-2 0-2 0,1 3-2 0,1-4-7 16,-2 2-4-16,0 2 0 0,2-3 1 0,-3 0 0 16,5 4-10-16,-5-3 6 0,0-3-7 0,3 1-1 15,-2 0-3-15,-1-3-1 0,2 4 1 0,-2-4 2 16,1 4 6-16,-1-4-4 0,0 0 1 0,0 0 25 15,0 0 16-15,0 0 5 0,0 0-1 0,8-11 10 16,-6 8 5-16,0-1 1 0,3-1-4 0,0 0 0 16,-4 0 4-16,3-1-1 0,0-1-2 0,-1 2-6 15,1 1-5-15,0-4-5 0,-1 3 0 0,-1 1-6 16,3 3-7-16,-4-3-5 0,3 2-6 0,-4 2-5 16,3-7-5-16,-3 7-5 0,0 0-1 0,7 0-4 15,-7 0-6-15,0 0 0 0,12 7-1 0,-10-1-4 16,5-2 3-16,-4 4-15 0,4-1-6 0,-1-3-5 15,-1 7-5-15,3-5-6 0,-3 0-3 0,2 3 1 16,3-2 3-16,-6-1 6 0,5-1 0 0,-4 0 0 16,0 0 3-16,-1-2 6 0,0-1 5 0,1 1 0 15,-5-3 2-15,7 0 7 0,-7 0 19 0,7-4 15 16,-3 1-4-16,-4 3 12 0,6-7 11 0,-3 5 6 0,-1-5 11 16,1 1 9-16,-2 2 2 0,2-1 5 15,-2-2 6-15,2 1 3 0,-2 2-5 0,2-4-6 16,-3 3-11-16,1 1-5 0,2 2-9 0,-3 2-6 15,0-8-6-15,0 8-13 0,2-4-11 0,-2 4-31 0,0 0-19 16,0 0-7-16,0 0-16 0,9 1-10 0,-9-1-17 16,8 6-12-16,-4-1-13 0,3-1-13 0,-1-1-20 15,-1 1-19-15,7 3-18 0,-2-2-16 16,-1-1-9-16,2 1-6 0,1-2-22 0,0 0-8 16,1-1-147-16,-2-1-408 0,-2 0 181 0</inkml:trace>
  <inkml:trace contextRef="#ctx0" brushRef="#br0" timeOffset="76052.71">19550 1961 171 0,'3'-7'16'15,"-1"3"19"-15,0-2 13 0,-1 0 19 0,-2 0 7 16,1 1 17-16,-2-1 2 0,0 1 7 0,2 1 4 16,-3-1-11-16,0 1-11 0,2 0-6 0,-2 0-8 15,3 4-14-15,-5-4 0 0,5 4-6 0,-6-1-4 16,6 1-5-16,0 0-6 0,-9 1-2 0,9-1-3 16,-4 8 3-16,2-5-8 0,-2 1-5 0,4 1-8 15,-4-2-5-15,4 3-5 0,-1 0-13 0,1-2 7 16,-1 0 2-16,1-4-1 0,1 6-6 0,0-2-14 15,-1-4 29-15,3 3-8 0,-3-3 4 0,1 2 4 16,-1-2-6-16,0 0 1 0,0 0 6 0,0 0-1 16,12-2 15-16,-12 2 14 0,0 0 5 0,7-4 3 15,-7 4 4-15,0 0-2 0,6-3 0 0,-6 3-4 16,5-2-8-16,-5 2-5 0,0 0-3 0,0 0-2 16,7 0 2-16,-7 0-10 0,7 2-2 0,-7-2 1 15,7 7-4-15,-2-5 7 0,0 2-3 0,-1 3-5 16,3-4 1-16,2 1 0 0,-3 1 1 0,4 2-4 15,2-1 3-15,3-3-6 0,-7 1 5 0,7 0 0 16,-3 1 1-16,5-4-3 0,-4 0 1 0,-2-1-1 16,5-1-1-16,-2-2 4 0,0 0-2 0,-1-1-1 15,0-2-2-15,-1-1 2 0,-1-1 9 0,-2 2 12 16,3-9 8-16,-3 5 1 0,-1-1 5 0,1-4 3 16,-3 0 5-16,-1-1 0 0,-2 3-1 0,-2-7 7 15,-1 0 13-15,0-2-2 0,-4 3 3 0,0-8 16 16,-3 7-8-16,-1 1 2 0,1 0-4 0,-4-1 0 15,3 4 1-15,-1 0 4 0,1 1 4 0,-1 5-2 16,1-2 3-16,0 4-8 0,4 3-10 0,3-1-3 16,-2 1-8-16,0 2-12 0,0 1-10 0,3 2-7 0,0 0 1 15,0 0 2-15,-13 7-10 0,12-3-2 16,1 5-6-16,1 0 3 0,0 4-3 0,5 4-3 16,-2 1 0-16,1 2 4 0,-1 7 0 0,3-3-2 0,4 2 1 15,1 2-3-15,-4 0 2 0,6-2 0 0,0-1-7 16,0-1-22-16,3-1-20 0,-2 1-20 0,1 0-29 15,3-5-44-15,-4-2-47 0,4-5-78 16,-2 2-290-16,3-5-592 0,0-1 261 0</inkml:trace>
  <inkml:trace contextRef="#ctx0" brushRef="#br0" timeOffset="76677.67">20363 1743 178 0,'0'0'247'0,"0"0"-28"0,0 0-25 0,0 0-19 16,0 0-24-16,0 0-14 0,0 0-13 0,0 0-12 15,3 14-14-15,-1-6-6 0,3-3-13 0,-4 2-5 16,2 4-4-16,1 2-10 0,-3-2-7 0,6 0-2 16,-1 0-7-16,-4 1-5 0,6-1 5 0,-1 2-8 15,-3-3-4-15,3 0-4 0,0 1 0 0,-2-3-6 16,3 0 1-16,-3-1 1 0,-1-2-5 0,0-2 5 15,1 3 7-15,-2-4 19 0,2 2 13 0,1-3 5 16,-6-1 1-16,12-1-2 0,-12 1-3 0,9-6 5 16,-2 0-3-16,-1 0 8 0,2 0-7 0,-2-3 10 15,1 1-10-15,0-2-7 0,2-4 6 0,-4 1-6 16,3-3-4-16,-2 0-2 0,0-1-15 0,-1 0 3 16,-3 4 0-16,2-2-8 0,-1 3-10 0,1-1 6 15,-3 4-3-15,3 0-7 0,-4 1-7 0,3 2-17 16,-3-1-21-16,0 3-31 0,0 4-40 0,0-7-43 15,2 3-26-15,-2 4-4 0,0 0-15 0,0 0-31 16,0 0-6-16,0 0-8 0,0 0-167 0,-2 18-428 0,2-11 189 16</inkml:trace>
  <inkml:trace contextRef="#ctx0" brushRef="#br0" timeOffset="76974.52">20688 1817 235 0,'0'0'231'16,"3"-4"-7"-16,-2-1-4 0,1 3-6 0,-1-3-7 16,-1-2-6-16,0 2-12 0,3 3-10 0,-3-3-6 0,0 5-11 15,-3-8-13-15,3 4-15 0,0 4-14 0,0-5-14 16,0 0-18-16,0 5-5 0,0 0-9 0,0 0-8 16,-14 0-7-16,14 0-10 0,-9 5-5 15,4-3-8-15,-1 3 9 0,3-2-13 0,1 2-5 0,-1 2-2 16,-4-4-7-16,7 4 1 0,-4-1-7 0,4-1 2 15,3 3-1-15,-2 0-2 0,6-2 1 0,0 0-3 16,2 2-12-16,0-4-19 0,3 1-23 0,1-3-27 16,2 1-30-16,3-3-26 0,2 2-21 0,2-2-24 15,0 0-20-15,-2-3-29 0,2 0-12 0,-3-2-123 16,0 2-385-16,-8-2 170 0</inkml:trace>
  <inkml:trace contextRef="#ctx0" brushRef="#br0" timeOffset="77411.99">20980 1751 78 0,'-3'-5'153'0,"0"1"15"15,0 0 11-15,-2 0 14 0,3 1 3 0,-3-2 5 16,0 3 2-16,1-2-9 0,-2 1-5 0,6 3-12 16,-10-1-12-16,6 0-15 0,4 1-19 0,-9-2-14 15,9 2-9-15,-11 0-10 0,10 4-13 0,-3-1-10 16,4-3-3-16,-6 6-8 0,1-1-14 0,2 0 2 16,3 3-1-16,0-1-7 0,0 0 7 0,3 2-12 15,-3-2-6-15,4 4-1 0,-2-6-2 0,3 6-7 16,0-4-6-16,1 3-14 0,3-2-9 0,2 0-21 15,1 0-13-15,4-2-18 0,-3-1-18 0,4-1-18 16,5 0-22-16,-3 0-17 0,-3-4-3 0,2 0-13 16,5-3-10-16,-9-1 12 0,-2 0-6 0,3-2 2 15,-3-1 10-15,-2-1 6 0,1-5 20 0,-2 3 8 16,-2 1 14-16,-1-3 18 0,-1-5 21 0,-4 5 3 16,1-6 35-16,-2 5 10 0,0 0 25 0,1 1 23 15,1 0 27-15,-2-3 24 0,-2 4 17 0,1 0 9 16,-1 2 6-16,2 1 5 0,0-1 17 0,-4 3 6 15,3-2-4-15,-2 2-2 0,2 2 0 0,1-3-18 16,-3 3-11-16,2 1-14 0,1 3-17 0,-2-5-7 16,2 5-13-16,-2-3-9 0,2 3-9 0,0 0-1 15,0 0-4-15,0 0-9 0,0 13-1 0,2-7-6 0,-2 2 2 16,2 2-2-16,-1 0-13 0,0 3-9 0,2 1-9 16,0 3-11-16,2 1-8 0,-2 1-15 15,3-2-13-15,0 2-10 0,0-1-19 0,-1 2-19 16,2-2-24-16,2 2-19 0,-3-6-19 0,2 2-19 0,-4-5-25 15,3 0-17-15,0-2-147 0,0 0-398 0,-5-4 177 16</inkml:trace>
  <inkml:trace contextRef="#ctx0" brushRef="#br0" timeOffset="77953.53">21220 1787 64 0,'-3'-3'216'0,"-1"-1"-1"16,4-1 8-16,-4 2-9 0,4 3-12 0,-9-5-17 15,8 4-19-15,1 1-16 0,-3-4-14 0,3 4-15 16,-2-4-12-16,2 4-13 0,0 0-10 0,0 0-8 16,0 0-5-16,0 0-10 0,19 4-3 0,-12 0-5 15,0-4-8-15,2 3 0 0,2-1-8 0,-2-1 0 16,3-3-5-16,-3 4-4 0,-2 1-2 0,1-4-1 16,0 2-3-1,-8-1-2-15,14-1-3 0,-10-1 1 0,3 0-1 16,-2-1-4-16,-1 1 1 0,-1-2-3 0,0-3-4 15,-3 7 1-15,1-3-2 0,-1 3-2 0,3-8 2 0,-3 6-2 16,0 2-3-16,3-7 3 0,-3 3-3 0,0 4 4 0,0-6-3 16,1 3-4-16,-1 3 0 0,0 0 3 0,0 0-4 15,-1-6-1-15,1 6-4 0,0 0 1 0,0 0 1 16,0 0-1-16,0 0 2 0,0 0 0 16,16 6 4-16,-9-1-3 0,2 0-2 0,3 0 1 0,-2 2 3 15,1-1-3-15,1 1 2 0,-2 2-1 0,-1-3 2 16,1 0-2-16,-1 4-1 0,-3-4-3 0,2-1 1 15,0 2 1-15,-4-2 0 0,0 2 5 0,0-1-7 16,-2 0 1-16,0 0-1 0,-2 0 2 0,0-1-1 16,2 1 1-16,-2-1 3 0,0 0-3 0,3 0-3 15,-3-1 3-15,0 0 3 0,-3 0 1 0,3-4 1 16,0 6 12-16,0-6 15 0,0 0 28 0,-2 4 26 16,2-4 20-16,0 0 1 0,0 0-7 0,0 0 10 15,0 0-14-15,0 0-12 0,6-14-11 0,-5 7 11 16,2 1-19-16,2-1-5 0,-1-1-4 0,-1-3-9 15,4 1-14-15,-3 2-18 0,4-3-22 0,-3 4-23 16,5-5-42-16,1-2-43 0,-2 2-52 0,-2 3-71 16,6 0-74-16,-6 0-201 0,3-1-561 0,-3 0 248 15</inkml:trace>
  <inkml:trace contextRef="#ctx0" brushRef="#br0" timeOffset="78828.48">22137 1635 147 0,'0'-5'328'0,"0"5"-23"16,0-5-28-16,0 5-28 0,1-3-24 0,-1 3-31 0,0 0-27 16,0 0-14-16,0 0-19 0,0 0-16 0,0 0-6 15,-7 10-15-15,7 0-7 0,-2-5-13 0,-1 9-4 16,-1-1-9-16,3 0-8 0,-1 1 0 16,1-2-8-16,-2 3-3 0,3-4-2 0,0 3-7 0,0-1-3 15,2-2 0-15,0 1-3 0,-2 1-3 0,2-8-1 16,0 4-4-16,1-2 1 0,2-4 14 0,-1 2-17 15,2-2 0-15,2-3 4 0,-1-1-2 0,5-1-7 16,-2 1-4-16,-1-4 8 0,6 0 0 0,-4-2-7 16,0 0-2-16,1 1-2 0,-2-4-2 0,-1 3-1 15,-2-4 7-15,1 4 13 0,3-4 7 0,-3 3 3 16,2 3 11-16,-5-3-5 0,2 3-1 0,-2 0 5 16,-1 0 11-16,-1 2-21 0,1-1-10 0,0 1 0 15,-1 0-3-15,-1 0-8 0,-2 3-6 0,0 0-5 16,0 0 2-16,0 0-1 0,0 0-1 0,9 9 2 15,-8-3 0-15,3 0-4 0,-1 1 3 0,5 2-5 16,-4 0 6-16,7-1 2 0,-3 2 1 0,3-2-1 16,-4 1-4-16,5-2 5 0,-1 4-3 0,1-6-5 15,5 5 7-15,-5-5-1 0,0-1 0 0,3 0 1 16,0-3-3-16,-2-1 2 0,0 0 1 0,-2 0-2 16,1-1 3-16,-2-4 0 0,-1-1-1 0,0 1 0 15,-2-2-7-15,-2 1 17 0,0-5-11 0,-1 2 1 16,-4-2 4-16,4-1 1 0,-4-1-7 0,0 2 3 15,-4-1-3-15,4-2-5 0,-5 1-4 0,1-4-14 16,-1 6-17-16,0 0-24 0,-3 1-27 0,2 2-31 16,2 0-40-16,-3 2-36 0,2-2-54 0,1 4-42 15,-3 3-211-15,7 1-539 0,-8-1 238 0</inkml:trace>
  <inkml:trace contextRef="#ctx0" brushRef="#br0" timeOffset="79187.88">22938 1815 15 0,'0'0'323'16,"0"0"-27"-16,0 0-28 0,8 1-26 0,-8-1-21 15,0 0-28-15,0 0-25 0,0 0-16 0,0 0-16 16,0 0-13-16,0 0-12 0,-4 7-14 16,4-7-6-16,0 7-10 0,-3-4-8 0,3 1-8 0,0 2-6 15,0-2-2-15,0-1-7 0,3 1-2 0,-3-4-9 16,0 7 1-16,0-7-4 0,1 4 4 0,-1-4-1 16,7 2 19-16,-7-2 8 0,0 0 3 0,0 0 4 15,0 0-4-15,11-5 1 0,-10 3-8 0,3-3 0 16,-2 0-4-16,-2 5-14 0,3-7 4 0,-2 1-10 15,-2 3-4-15,1-2-19 0,1-1-28 0,-1 0-36 16,0 2-43-16,0 4-58 0,-4-7-72 0,1 3-71 16,-5 3-209-16,8 1-543 0,-14 0 239 0</inkml:trace>
  <inkml:trace contextRef="#ctx0" brushRef="#br0" timeOffset="180189.19">4435 3561 6 0,'-3'-5'332'0,"3"-1"-12"0,0 2-6 0,-1-1-1 16,1 5-15-16,0-7-5 0,0 3-18 0,-3 1-21 15,3 3-30-15,0 0-17 0,3-5-21 0,-3 5-28 16,0 0-29-16,0 0-32 0,0 0-22 0,0 0-4 16,0 0-12-16,9 10-5 0,-4-5-6 0,-4-1-5 15,7 5-3-15,-4-1-4 0,1 4-5 0,1-1 9 16,2 0-14-16,0 4 2 0,-1-4-8 0,3 4-1 16,-2-2-2-16,0-5 2 0,0 4-5 0,3 3 0 15,-3-8 0-15,0 3-9 0,-1-1 5 0,0-1-1 16,2-2 0-16,-6-2-3 0,2 1 3 0,0-2-4 15,-3 0 4-15,2 0-3 0,-4-3 7 0,7 3 16 16,-7-3-18-16,0 0 3 0,8-1 2 0,-8 1-7 16,10-7 3-16,-7 2 6 0,-2 0 3 0,3 0 9 15,-3-2 5-15,1 0-5 0,4 2-7 0,-4-2 5 16,1 1-1-16,-2 0-8 0,0 1-3 0,2-1 5 16,-2 2-9-16,2 1 5 0,-1-2-11 0,-2 5-3 15,5-5-1-15,-1 3-4 0,-1 1 4 0,-3 1-6 16,15 0-7-16,-6 1-6 0,3 0 3 0,1 1-14 15,-1 2 3-15,3 1-9 0,4-2-1 0,-3 0 1 16,3 0 2-16,-2 2 2 0,0-1-5 0,-6-2 9 16,4 0 9-16,-4-2-1 0,0 2 5 0,-2-2-1 15,-2 0 7-15,3-2 9 0,-6-1 5 0,2 0 27 16,0-5 10-16,-3 3 8 0,-1-3 10 0,0-3 10 16,-2 0 8-16,-3 2 4 0,2-6 2 0,-3 4 4 0,-3-2 2 15,3 0-4-15,0-4-5 0,-3 5-12 0,4 0-2 16,-1 0-8-16,-7-4-6 0,6 7-7 15,1-1-4-15,-3 1-15 0,4 3-36 0,-1 1-41 16,4 0-58-16,-5-1-57 0,5 2-59 0,0 4-56 0,0 0-26 16,0 0-25-16,0 0-33 0,0 0-237 0,0 0-650 15,5 16 288-15</inkml:trace>
  <inkml:trace contextRef="#ctx0" brushRef="#br0" timeOffset="180548.54">5380 3299 88 0,'1'-3'283'0,"-1"3"-9"0,2-4-15 0,-2 4-9 15,0 0-10-15,1-5-20 0,-1 5-17 0,2-2-11 16,-2 2-23-16,0 0-13 0,0 0-16 0,0 0-18 15,0 0-13-15,0 0-13 0,0 0-6 0,0 0-9 16,-14 12-5-16,10-5-7 0,0-2-6 0,-3 2-5 16,0 3-2-16,2 0-13 0,-5 1 2 0,6 2-6 15,-4 4 0-15,4-1-3 0,-4-3-10 0,8 4 2 16,0-4-5-16,4 1-1 0,1 3-2 0,2-8 0 16,4 7-3-16,1-3 2 0,6-1-1 0,6 1 1 15,4-2-3-15,3-4 0 0,0-2-20 0,3-1-27 16,-1-3-32-16,-2 1-35 0,0-2-44 0,-9 0-57 15,8-5-47-15,-10 1-248 0,1-2-533 0,-8 0 237 16</inkml:trace>
  <inkml:trace contextRef="#ctx0" brushRef="#br0" timeOffset="180736.03">5360 3475 225 0,'-10'0'228'15,"10"0"-18"-15,0 0-23 0,-5 0-21 0,5 0-15 16,0 0-14-16,0 0-11 0,0 0-11 0,16-6-16 16,-9 5-5-16,8 0-12 0,-3-1-9 0,2-1-5 15,2-1-9-15,-3 1-10 0,1 0-43 0,5-2-43 16,-1 0-45-16,1-1-55 0,0 1-167 0,-4 0-328 16,4-2 145-16</inkml:trace>
  <inkml:trace contextRef="#ctx0" brushRef="#br0" timeOffset="180970.39">5708 3255 102 0,'0'0'221'16,"0"0"-21"-16,0 0-16 0,0 0-5 0,9 5-13 0,-3-1-13 15,-3 1-2-15,2 2-21 0,2 1-4 0,-2 0-15 16,6 4-8-16,-3 4-8 0,6 0-10 15,-2 2-8-15,1-2-6 0,0 2 1 0,-2 0-14 16,6 5-6-16,-5-5-4 0,6 3 4 0,-7-4-13 0,2-1-34 16,-1-2-40-16,0 0-45 0,-1-4-46 0,-2-2-60 15,1 0-157-15,-3-5-370 0,1-1 164 0</inkml:trace>
  <inkml:trace contextRef="#ctx0" brushRef="#br0" timeOffset="181204.74">5962 3277 212 0,'0'0'305'0,"-5"-3"-32"0,5 3-31 0,-3-2-28 16,3 2-23-16,0 0-23 0,0 0-16 0,0 0-18 16,0 0-14-16,14 15-12 0,-9-8-9 0,3 4-7 15,-2-3-14-15,9 7-4 0,-7 3-9 0,8 4-6 16,-5-4-4-16,8 5-7 0,-5 0-1 0,2 0-5 15,-5-5-4-15,0 1-3 0,2-1-3 0,-3-1 2 16,-3 2-38-16,4-2-25 0,-5-2-26 0,-1-5-28 16,0 0-42-16,-4-3-47 0,2 0-38 0,-1-2-164 15,-2-2-404-15,0-3 179 0</inkml:trace>
  <inkml:trace contextRef="#ctx0" brushRef="#br0" timeOffset="181699.26">5870 3346 111 0,'-12'-5'277'0,"-1"1"7"16,5-2-5-16,0 3-6 0,0 0-17 0,1-2-15 16,0-1-26-16,2 4-14 0,-1-2-15 0,2 0-18 15,3-3-15-15,-2 2-17 0,2 0-14 0,1-1-15 16,1 1-13-16,1-2-10 0,-1 1-11 0,3-1-8 15,3 2-12-15,-2 0 1 0,3-1-8 0,2 1-5 16,0 1-1-16,0 0-8 0,7 0-11 0,-2 0 4 16,-2 3-5-16,6-2-5 0,3 2-5 0,-3 2-7 15,-4 1-3-15,-1 0-9 0,0-1-5 0,2 2-7 16,-3 1-5-16,6 1-1 0,-9 0-2 16,3 2 1-16,-2 0-1 0,4 0-1 0,-4-1 4 15,2 2 3-15,-3 2-4 0,0-2 7 0,-2 1 5 0,1-1-3 0,-2-1 4 0,0 4-1 0,-3-4 0 16,-2 2 4-16,0 1 2 0,-2-2-1 0,-1 0 3 15,-2 0 8-15,-1 2 18 0,-1-4 9 0,-2 0 11 16,1 2 4-16,-3-2-2 0,2-1 17 0,1-1-14 16,4 2 2-16,-4-3-5 0,6 0 1 0,-5-1-9 15,1 1-4-15,4-3 6 0,0 0-18 0,0 0 6 16,0 0-8-16,13 5 4 0,0-5-4 0,7 2 0 16,3-1-9-16,8 0 7 0,2-1-1 0,2 1-4 15,-1-1 2-15,-1 2 1 0,-3 0-9 0,3 2-11 16,-5-1-5-16,5 4-1 0,-13-4-21 0,-1-1-18 15,0 1-14-15,-5 2-20 0,1-1-17 0,-7-1-21 16,-1-1-23-16,0-1-12 0,-2 2-14 0,-5-3-33 16,4 2-38-16,-4-2-167 0,0 0-446 0,0 0 198 15</inkml:trace>
  <inkml:trace contextRef="#ctx0" brushRef="#br0" timeOffset="182230.47">6207 3058 268 0,'0'0'275'0,"0"-6"-27"15,0 6-26-15,1-4-21 0,-1 4-24 0,0 0-19 16,7-3-16-16,-7 3-18 0,7-1-13 0,-7 1-10 16,10 3-10-16,-10-3-13 0,10 3 1 15,-3 0-17-15,-3 1-2 0,3-1-8 0,-1 1-7 0,-1 2-5 16,0 0-6-16,-2 1-3 0,3 1 5 0,-5 0-7 16,-1-1-4-16,0-1-4 0,0 1-2 0,3 1 1 15,-3-1 0-15,-3 0 12 0,3-1 6 0,-1-4 6 16,-2 1 15-16,3-3 10 0,0 7 20 0,0-7 24 15,3 4 38-15,-3-4-6 0,0 0 9 0,0 0-21 16,0 0 0-16,0 0-17 0,0 0-17 0,17-11-13 16,-7 6-4-16,6-3-14 0,0-1-29 0,1-2-27 15,-1 4-47-15,3-2-44 0,-4-3-44 0,0 6-66 16,0-2-83-16,3-1-89 0,-7 3-201 0,1-2-610 16,0 2 270-16</inkml:trace>
  <inkml:trace contextRef="#ctx0" brushRef="#br0" timeOffset="185013.07">7159 3445 235 0,'-4'1'258'15,"4"-1"-6"-15,0 0-3 0,-4 3-9 0,4-3-16 16,0 0-14-16,0 0-17 0,0 0-15 0,0 0-19 15,0 0-15-15,0 0-15 0,0 0-11 0,0 0-15 16,0 0-4-16,0 0-12 0,20-2-7 0,-7 0-10 16,6-1-3-16,1-1-7 0,3 0-5 0,6-2-4 15,2-3-6-15,2 4-6 0,0-3-5 0,1 0 5 16,-1 0-11-16,-3 1 0 0,1 1-24 0,-2-2-34 16,-7 2-36-16,1 2-33 0,-4-1-39 0,0-2-45 15,-1 4-47-15,-6-2-41 0,-4 0-140 0,2 1-444 16,-6 1 197-16</inkml:trace>
  <inkml:trace contextRef="#ctx0" brushRef="#br0" timeOffset="185289.02">7493 3255 103 0,'0'0'185'0,"0"0"-7"0,0 0 0 0,0 0-6 15,0 0 0-15,0 0-11 0,21 4-10 0,-15-3-11 0,2-1-14 16,3 3-6-16,0-2-4 0,3 2-10 0,0-2-9 16,2 0-10-16,2 3-9 0,1-1-7 0,-1 0-9 15,2 5-3-15,-1-6-8 0,-5 1-3 16,-3 1-6-16,2 2 0 0,-2 0-6 0,1-2-6 0,-3 3 7 16,-1 0-11-16,-3-2-3 0,1 2-3 0,-4 1-1 15,0 1-5-15,-2-1 3 0,0 2 0 16,-2-1-7-16,-3 4-14 0,-2-3-14 0,2 0-29 0,-4-1-31 0,3 1-41 0,-1 1-48 0,4-5-44 15,-1-1-148-15,3 2-388 0,-1-3 172 0</inkml:trace>
  <inkml:trace contextRef="#ctx0" brushRef="#br0" timeOffset="185726.49">8382 3070 213 0,'1'-6'256'0,"-2"0"7"15,0 0-13-15,-1-1-3 0,1 2-7 0,-2-1-6 16,-1 1-2-16,1-1-14 0,0 1-10 0,1 0-20 15,-6 0-21-15,1 2-11 0,0-1-16 0,0 2-16 16,-2-1-13-16,2 2-14 0,-1 1-13 0,8 0-7 16,-15 1-9-16,8 3-11 0,0 1-4 0,-1 2-8 15,2 0-10-15,3 3 3 0,-1 2-5 0,2 1-7 16,4 4 0-16,3 0-4 0,0 2-8 0,5 0 3 16,1 5-1-16,6 3-1 0,3-2-1 0,0 1 1 15,2-1 0-15,2 3-6 0,-2-1 2 0,0 1 2 16,-1 0-5-16,0 0 2 0,-2-4 8 0,1 2-16 15,-5 0 4-15,1-2 4 0,-5-6-6 0,-1 2 1 16,2 0 1-16,-6-1-6 0,2-1-8 0,-3-3-17 16,2-3-8-16,-6 1-13 0,2-5-8 0,-2 0-11 15,1-1-19-15,-1-3-17 0,2 2-16 0,-3-2-33 16,0-4-57-16,0 0-76 0,0 0-208 0,0 0-531 16,0 0 235-16</inkml:trace>
  <inkml:trace contextRef="#ctx0" brushRef="#br0" timeOffset="186038.97">8310 3462 25 0,'0'0'130'0,"0"0"-11"0,0 0-13 15,-3 3-8-15,3-3-13 0,0 0-7 0,0 0-7 16,0 0-10-16,0 0-1 0,0 0-16 0,0 0 11 16,0 0-14-16,0 0 2 0,0 0-9 0,0 0-6 15,0 0 0-15,0 0-5 0,0 0-36 0,0 0-48 16,0 0-116-16,0 0-190 0,0 0 85 0</inkml:trace>
  <inkml:trace contextRef="#ctx0" brushRef="#br0" timeOffset="186476.44">8306 3469 143 0,'0'0'329'0,"-7"1"-8"0,7-1-19 16,0 0-18-16,-7 3-19 0,7-3-27 0,0 0-25 15,0 0-25-15,0 0-11 0,0 0-18 0,0 0-16 16,0 0-14-16,0 0 0 0,21-6-23 0,-10 1-16 16,3-1-14-16,4 1-9 0,4-1-20 0,0-1-31 15,0 1-39-15,-1 1-38 0,2-3-39 0,-6 2-61 16,3-1-66-16,-1 2-248 0,-5 1-516 0,3 0 229 16</inkml:trace>
  <inkml:trace contextRef="#ctx0" brushRef="#br0" timeOffset="187038.89">8741 3458 85 0,'0'0'239'0,"0"0"-27"16,0 0-23-16,0 0-25 0,0 0-12 0,4 7-15 15,0-3-15-15,-4 0-16 0,7 1-9 0,-3 3-8 0,3-2-14 16,0 5-5-16,-2-4-4 0,3 2-6 16,0 1-6-16,1-1-3 0,-4 1-6 0,2-1-2 15,2 2-8-15,-2-3-1 0,-1-1-5 0,-1 1 2 16,-1-2-8-16,-1-1-1 0,0-1 0 0,0 0 6 0,0-2 28 15,-3-2 37-15,0 0 5 0,0 0-14 0,0 0-1 16,0 0 2-16,0 0-1 0,2-11 7 16,-2 11 2-16,-3-10-2 0,1 3 0 0,2-1-4 15,-1 3-8-15,1-2-8 0,-2 0-6 0,2 2-1 0,0-1-10 16,2 1-6-16,-1-1-6 0,1 1-13 0,1 2-4 16,-3 3-4-16,9-4-5 0,-5 4-4 0,-4 0-10 15,15 1-10-15,-5 2-2 0,1 0-2 16,-1 1-6-16,1 1-2 0,0 1 3 0,1-3-4 15,-2 4-1-15,1-2 0 0,1 0 10 0,-5-1-6 0,-3 0 0 16,3-2 1-16,-2 1 6 0,-1 0 3 0,-4-3 13 16,7 0 12-16,-7 0-1 0,0 0-1 0,3-8 15 15,-3 4 4-15,0-4 6 0,-3-1 1 16,-2-1 6-16,1 1 17 0,1-4-18 0,-2 0-5 0,-4-2-1 16,5 3-8-16,-1-1 8 0,-1 0-28 0,1 0-29 15,1 1-36-15,1 1-46 0,3-1-64 0,-4 1-87 16,5 1-80-16,2-1-207 0,0 4-581 0,-2-1 257 15</inkml:trace>
  <inkml:trace contextRef="#ctx0" brushRef="#br0" timeOffset="187820.08">9556 3264 113 0,'0'0'299'15,"0"0"-11"-15,0 0-13 0,0 0-18 0,-7-8-19 16,7 8-19-16,-4-3-19 0,-3 0-14 0,7 3-20 15,-11-2-13-15,4 2-16 0,1 0-19 0,-3 1-10 16,0 0-15-16,2 0-4 0,-4 3-17 0,-1-1-4 16,1 0-4-16,0 4-7 0,0-1-9 0,2 2-5 15,-1 0-5-15,1-1-3 0,2 3-4 0,-1-2-4 16,2 4-3-16,2-1-4 0,-1 0-2 0,5 0-2 16,-1 2-8-16,1-3 2 0,1 0-4 0,4-2 0 0,-1-1 1 15,0-4-2-15,6 4-2 0,0-3-6 16,0-3-14-16,1 0-3 0,1-2 1 0,-1-3-2 15,3-1 0-15,0-1 3 0,-5-4 4 0,2-3 0 16,3 0 0-16,-1-2 5 0,-5 0-1 0,2-1 1 16,-7-2 0-16,-2-1 1 0,3-2 2 0,-4 3-1 0,-1-2 2 15,-2 0 5-15,0 2 11 0,-5 0 16 16,5 5 24-16,-2-3 12 0,1 2 20 0,-2 2 7 16,1 1 11-16,2 1 6 0,0 1 3 0,-1 2-7 15,3 1-17-15,-3 2-7 0,0-1-10 0,4 1-15 0,0 4-14 16,-3-4-18-16,3 4-10 0,0 0-17 0,0 0-10 15,0 0-13-15,-2 17-3 0,7-7-2 16,-2 0-2-16,2 3-1 0,2-1-4 0,1 4 2 16,-1 1 0-16,5 0 2 0,-1 1-1 0,1-2-3 0,3-2-8 15,0 0 9-15,0 1-14 0,-3-2-9 0,5 0-6 16,-2 0-2-16,2-4-3 0,0 0-6 0,-2-6-4 16,-2 1-3-16,6-2 4 0,-1-1 6 0,-6-1 1 15,-1-1 8-15,1-3 7 0,2 1 6 0,-2-4 9 16,-4 1 3-16,0-1 8 0,-2-1 25 0,-1 2 21 15,1-1 7-15,-4-1 15 0,0 0 13 0,-1 0 10 16,-4-1 12-16,2 2 5 0,0 0 2 0,-1 0-4 16,-2-1-1-16,-1 4-10 0,4-2-1 0,-2 1-10 15,-1-1-6-15,-2 4-5 0,3-1-10 0,3 3-1 16,-9-2-5-16,9 2-6 0,0 0-3 0,-11 3-14 16,8 0-9-16,3-3-11 0,-4 7 7 0,4-2-12 15,2 0-2-15,0 1-2 0,4-1-3 0,-2 3-13 16,7-1-12-16,-3 0-10 0,2-2-16 0,2 0-22 15,0-1-21-15,4 0-23 0,2-3-24 0,2-2-21 16,1 0-4-16,-1-3-7 0,2 0-4 0,-4-2-115 16,1-1-351-16,1-2 155 0</inkml:trace>
  <inkml:trace contextRef="#ctx0" brushRef="#br0" timeOffset="188101.31">10158 3075 247 0,'2'-17'27'0,"-4"4"43"0,2 0 43 0,-4 2 36 15,0-2 19-15,-1 3 9 0,-1-1-9 0,2 3-4 0,-7-1-1 16,3 3 1-16,-1 1-12 0,-1 0-18 15,-2 2-11-15,4 3-15 0,-1-2-3 0,1 4-20 16,-1-1-10-16,-1 3-7 0,3 1-6 0,1 3-11 16,-1 2-3-16,3-2-6 0,1 4-6 0,3 0 1 0,0-1-6 15,7 6-2-15,-2-4-4 0,5 2 1 0,1 3-3 16,2 0-4-16,4 5 0 0,2-2 5 16,5 0-5-16,-1 2-5 0,3-1 0 0,-3 0-1 15,2-1-3-15,-3-3 1 0,2 5-3 0,-1 3 4 16,-3-5-2-16,-2 3 0 0,3 0-2 0,-1-2 0 0,-2-2 0 15,-5-3 7-15,0 0-10 0,0 0-1 16,-2-1 0-16,3-1 0 0,-6-2 1 0,4 1 1 16,-5-4-4-16,-3-3 1 0,2 2-19 0,0-4-17 15,-2 0-11-15,0-1-17 0,-1 0-38 0,-3-4-85 0,7 0-72 16,-7 0-150-16,0 0-439 0,1-18 195 0</inkml:trace>
  <inkml:trace contextRef="#ctx0" brushRef="#br0" timeOffset="189102.76">10218 3251 42 0,'0'0'281'0,"-7"-1"-13"16,7 1-16-16,0 0-25 0,0 0-25 16,-6-2-20-16,6 2-21 0,0 0-14 0,0 0-17 0,0 0-12 15,17-4-14-15,-9 4-10 0,3-2-8 0,-3 2-7 16,5 0-10-16,1 0-5 0,0 0-9 0,5 2-6 15,-4-1 4-15,4 2-11 0,-6-2-6 0,1 1-2 16,6 1-6-16,-7 1 4 0,-2-2-18 0,1 2-11 16,-2 0-6-16,-3 1-10 0,2 0 3 0,-4-1-3 15,4 1-1-15,-8 0 1 0,3 2-2 0,0-1 1 16,-1-2 2-16,1 1 3 0,-4 0-1 0,0-5-1 16,2 7 4-16,-2-7 0 0,5 5 5 0,-5-5 1 15,0 0 3-15,1 5 9 0,-1-5 5 0,0 0 5 16,0 0 1-16,0 0 2 0,0 0 0 0,6-11 2 15,-4 5 0-15,1 0 1 0,0 1 2 0,0-1 3 16,1-2 2-16,1-1-1 0,0 2-3 0,-2 1 1 16,1-2-1-16,0 3-5 0,-2 0 0 0,2 0-6 15,-3 1-3-15,1 1-5 0,-2 3 9 0,6-5-17 16,-3 4 1-16,-3 1-3 0,0 0-1 0,0 0-4 16,12 4-6-16,-10 0-7 0,-2-4-2 0,6 6-4 15,0-1 1-15,-5 0-11 0,4 2-2 0,1-1 3 16,1-1-1-16,-3 1 3 0,2 0 1 0,0-2 0 15,-2-1 4-15,0 2-1 0,-1-2 10 0,3-1 2 16,-6-2 2-16,5 0 3 0,-5 0 0 0,9-5 4 16,-6 2 11-16,0-1 6 0,-2-1 4 0,2 0 6 15,-2 1 5-15,2-3 10 0,-3 2 11 0,0-1-3 16,1-2 0-16,2 3-3 0,-1-1-1 0,-1 0-3 16,2 3-7-16,-3-1 0 0,1-1-3 0,-1 5-6 15,0-7-7-15,5 5-4 0,-5 2-8 0,3-3-1 16,-3 3-4-16,0 0-8 0,11 3-6 0,-7 0 0 15,3 2-3-15,-3-3 6 0,4 3-14 0,2 0 3 16,2 0-6-16,0-1 1 0,0-2 4 0,2 0-3 16,-2-2 3-16,-1 0 0 0,4 1 0 0,-4-1 5 0,2-1 3 15,-3-1 2-15,4-4 2 0,-4 0 4 16,0 0-1-16,-3-1 0 0,2-1 1 0,-3 0 1 16,-3 0 0-16,2 0 3 0,-2-4 3 0,-2 3 7 0,-1-1 8 15,0 2 13-15,-1 1 11 0,-1-3 3 0,0 4 6 16,0-1 0-16,-2 1 1 0,0 1-3 0,3 0-7 15,-2-1-8-15,-4 4-2 0,3-1-5 0,4 3-3 16,-7-1-5-16,7 1 1 0,-11 2-5 0,11-2 0 16,-6 7-2-16,3-2-3 0,2 0-4 0,-1 1-3 15,2 2-1-15,0 0 0 0,3 4-6 0,4-3-1 16,-5 2-9-16,5-1-4 0,3-1-5 0,-5-1-11 16,6 2-6-16,-1-4-8 0,-1-1-4 0,5 0 0 15,-3-2-5-15,-3 1 3 0,5-3 3 0,-2-1 5 16,-1 0 1-16,-1-2 10 0,1-2 5 0,-2-1 6 15,1-2 10-15,-2 2 23 0,0 0 27 0,0-3 3 16,0 1 17-16,-3 0 4 0,1-3 2 0,2 3 6 16,-4 0-8-16,1 2 3 0,4-3 1 0,-5 2 5 15,1 0 2-15,0 1-5 0,0-1-7 0,-3 1-4 16,2 1-7-16,1 2-9 0,-1-2-2 0,2 1-1 16,-1 2-8-16,0-2-3 0,-4 3-1 0,13-1-3 15,-8 0-5-15,-5 1-1 0,11 1 1 0,-11-1 2 16,11 1-6-16,-7 1 3 0,-4-2-5 0,12 2 2 15,-8 1 1-15,3-3-10 0,-3 3 5 0,2-1-3 16,-3 1 3-16,0 0-2 0,1 1-5 0,2 0-13 16,-5 1-16-16,2-1-10 0,-3 1-20 0,0 1-27 15,-3-1-25-15,-2 1-40 0,-1 0-60 0,-2 0-64 16,-1-3-171-16,-4 3-486 0,1-2 215 0</inkml:trace>
  <inkml:trace contextRef="#ctx0" brushRef="#br0" timeOffset="189290.25">10625 2983 53 0,'-10'-1'298'0,"-2"0"-32"0,8 0-26 15,-6 1-27-15,10 0-28 0,-12-4-52 0,7 4-56 16,5 0-65-16,-10 3-84 0,5-2-163 15,5-1-253-15,0 0 112 0</inkml:trace>
  <inkml:trace contextRef="#ctx0" brushRef="#br0" timeOffset="191352.59">11890 3284 41 0,'0'0'224'0,"0"0"6"0,1 3-1 0,-1-3-1 16,0 0-3-16,0 0-6 0,0 0 5 0,0 0 14 16,0 0 3-16,0 0 9 0,0 0-1 0,0 0-14 15,11-10-9-15,-6 5-30 0,1 0-12 0,-1-4-25 16,2 0-15-16,0-3-23 0,2 2-3 0,-2-5-13 15,-1 2-5-15,-1-4-13 0,2 1-22 0,-2-3 9 16,-2-1-41-16,-2-6-1 0,-1 0-4 0,-1 0-4 16,-2-2 3-16,-1-1-11 0,-4 2-2 0,0 0-2 0,1 6-3 15,0 2-1-15,-2 0 0 0,1-1-5 0,1 5 1 16,-4-2 0-16,6 5 6 0,-2 1-11 16,0 0 6-16,1 3 6 0,-3-1 0 0,5 3-10 15,0 1 4-15,1 1-5 0,-1 0 1 0,1 0-9 0,3 4-19 16,-4-1-7-16,4 1 0 0,0 0-3 0,-3 9 7 15,2-5 5-15,2 4 3 0,1 2-1 0,-1 3-2 16,3 0 9-16,3 4-3 0,-1 1 7 16,4 2 0-16,-3 1 2 0,4 4-4 0,-1-6 3 0,3 6 2 15,-2 1 3-15,4-2 0 0,-4-5-3 0,-1-1 0 16,7 5 1-16,-6-6-9 0,1-3-4 0,-1 2 5 16,4-1-3-16,-4-4-5 0,-3 0-1 0,2-1 6 15,-1-1 1-15,-1-3 0 0,-1-1 4 0,2 0 0 16,-3-1 3-16,2-1 1 0,-2 1 3 0,-1-3-2 15,2 0 6-15,0-1-4 0,0-2 6 0,-2-1-3 16,2 1 2-16,-1-2-2 0,1-2 7 0,-1 0-2 16,-1 0 2-16,1-1-2 0,3-3-2 0,-3 3 5 15,-1-2-3-15,-1-1-1 0,-1-2-2 0,3 1 4 16,-1 1 1-16,-1 1 1 0,-3 2-2 0,3-2 1 16,-4 2 1-16,2 1 10 0,0 0-4 0,0-1-1 15,-2 4 8-15,3 0-6 0,-3 3 4 0,0-8-6 16,0 8-3-16,1-4 1 0,-1 4-6 0,0 0-8 15,0-5 12-15,0 5-26 0,0 0-7 0,0 0 2 16,0 0 3-16,0 0-3 0,0 0 4 0,0 0-2 16,9 11 5-16,-5-9 0 0,0 3 0 0,-1 0-5 15,1 0-4-15,6 3-8 0,-6-1-2 0,7 1-2 16,-3 0-1-16,2-1-7 0,0 0-4 0,-1 1 4 16,-1-2-6-16,1-1 1 0,-1 2-2 0,-1-4 2 15,-1 0 6-15,-1 1 5 0,2-1 5 0,-5-2 5 0,3 0 6 16,-5-1 6-16,0 0 0 0,0 0 5 15,9-4 2-15,-5 1 11 0,-2-2 7 0,-2-1 14 16,0 1 0-16,0-3 2 0,0 1 9 0,0-1 3 16,0 0 0-16,0-1 8 0,0-1-8 0,0 2-4 0,0 2-1 15,-2-1-3-15,4 1-1 0,-2 1-3 0,1 0-6 16,-1 1-2-16,0 4 4 0,0-5-25 16,1 1-11-16,-1 4 1 0,0 0 0 0,0 0-6 15,0 0-5-15,13 11-6 0,-9-7-2 0,1 3-3 0,2 0-5 16,1 1-1-16,-4 1 2 0,2-3 2 0,-2 1-5 15,1-1 3-15,3 1 1 0,-2-4 2 0,-2 3 6 16,-3-1 4-16,3-1 3 0,2-3 6 16,-2 0 4-16,-4-1 12 0,0 0 5 0,9-1 4 0,-9 1 15 15,7-5 4-15,-7 0 7 0,4-2 7 0,-4 2 5 16,3-1 10-16,-2-2 7 0,1 0-3 0,0 1 12 16,3-4-5-16,-4 4-7 0,0-2 3 0,3 0-3 15,-4 1 0-15,1 2-4 0,2 0-8 0,-3 1 4 16,3 1-3-16,-2 1-5 0,-1-2-4 0,0 5-10 15,2-6-5-15,-2 6-5 0,4-2-9 0,-4 2-1 16,4-2 3-16,-4 2-14 0,0 0-1 0,13 4 1 16,-7-1-6-16,2 1 1 0,-2 2 1 0,3-1 0 15,-1 0 7-15,3 2-7 0,1-1 0 0,-1 0 5 16,-1-1-6-16,3-2 6 0,-3 1-1 0,-1-3-2 16,5 4 6-16,-5-4-2 0,1 0 5 0,1 0 0 15,-2-2-1-15,0-1 0 0,-4 1 0 0,4-3 6 16,-2 1-1-16,-3-2-2 0,3 0 2 0,-4-1-2 15,5 0-1-15,-4-1 11 0,-1 0 11 0,0 1 7 16,-2-3 0-16,-1 0 6 0,0 1 18 0,3 2 4 16,-6-1 6-16,3 1 12 0,0 1-5 0,-1-1 3 15,-1 1-6-15,1 2-8 0,-1-1-8 0,2 4-5 16,-5-6-15-16,5 6-1 0,0 0-7 0,0 0-2 16,0 0-7-16,-12 6 1 0,9-1-11 0,-1 0 6 15,1 2-7-15,1 3 1 0,0-1 8 0,2 0-11 16,2 2 1-16,-2 1-6 0,2-3 5 0,1 3-2 15,5-1 3-15,0-1-6 0,2 0 1 0,2 1-4 16,3 1-9-16,-3-4-11 0,6 0-11 0,-6-2-20 16,7-2-31-16,-5-2-35 0,2-1-40 0,-1 1-40 0,0-5-52 15,4-1-64-15,-5 1-242 0,-5-2-607 0,1-5 269 16</inkml:trace>
  <inkml:trace contextRef="#ctx0" brushRef="#br0" timeOffset="191525.51">12514 2794 175 0,'-7'2'303'0,"2"-1"-11"0,-1 0-26 16,6-1-21-16,-9 0-26 0,5 3-24 0,4-3-25 16,0 0-17-16,-7 1-46 0,7-1-42 0,-1 3-51 15,1-3-75-15,0 0-86 0,5 6-186 16,-1-2-361-16,1-2 160 15</inkml:trace>
  <inkml:trace contextRef="#ctx0" brushRef="#br0" timeOffset="192612.53">13164 2819 155 0,'0'-7'272'0,"0"7"-19"0,0-3-26 0,0 3-25 16,0 0-21-16,0 0-24 0,0 0-15 0,0 0-12 16,-12 13-14-16,6-2-9 0,1 2-7 0,-4 4-9 0,3 0-6 15,-2 2-3-15,2 2-5 0,2 6-5 0,-1-7-7 16,1 6-3-16,5 3 5 0,-1-3-8 15,3-4-6-15,2-2-7 0,1 7-2 0,2-1 8 16,3-2-12-16,1-4-2 0,0-3-3 0,10 5-2 0,1-4 4 16,3-2-6-16,0 0-3 0,0-3-3 0,2-5 1 15,0 2 1-15,-5-7-8 0,6 0-4 0,-6-2-47 16,1 0-53-16,-4-2-60 0,3-1-70 16,-9-2-248-16,-2 0-501 0,2-3 222 0</inkml:trace>
  <inkml:trace contextRef="#ctx0" brushRef="#br0" timeOffset="193378.09">13425 2815 186 0,'0'0'334'0,"-1"-5"-24"0,1 5-29 16,0 0-34-16,1-6-25 0,-1 6-27 0,0 0-20 0,0 0-21 16,0 0-13-16,7 11-15 0,0-3-6 15,0 3-21-15,-1 0-10 0,4 5-6 0,1 2-8 16,5 3-7-16,-5-1-9 0,5 1-5 0,2 2-5 15,-2 0-5-15,3-3-1 0,-5 3-6 0,1-6-2 0,-4-4-5 16,1 2-4-16,0-2-3 0,-3-5 3 0,-1 2-5 16,-3-2-1-16,3-3-2 0,-4 2-1 15,-1-4 2-15,1 2 2 0,-4-4 36 0,0-1 9 16,0 0-10-16,0 0-2 0,0 0-5 0,10-9 15 16,-10 1-11-16,1 1 6 0,-2 0 1 0,1-3-4 0,0 1 18 15,1-1-26-15,-1-1-6 0,0 4 9 0,3-3-4 16,-3 2-1-16,0-2-4 0,2 3-10 15,1 1-1-15,-2-2-5 0,1 4-6 0,-1 0-6 16,2 2-4-16,1-1-3 0,2 0-3 0,-6 3-4 0,9 0-8 16,-9 0-20-16,16 3-9 0,-7 1-8 0,1 0-8 15,1 0 3-15,0 2-10 0,-1 0-13 0,-1 1-5 16,2-2-10-16,1-1-18 0,-2 3-23 16,-2-1-20-16,1-2-40 0,0-1-29 0,-1 0-33 0,0-2-42 15,0 0-151-15,-4-1-480 0,-4 0 213 0</inkml:trace>
  <inkml:trace contextRef="#ctx0" brushRef="#br0" timeOffset="193799.94">13938 2965 47 0,'0'0'95'0,"0"0"-8"0,0 0-4 0,0 0-10 16,0 0-2-16,0 0-14 0,3 15-5 0,-3-12-3 15,0-3-3-15,2 6-14 0,0 0 8 0,-1-3-13 16,1-1 8-16,-2-2-4 0,2 4-10 0,1-1 4 15,-3-3-1-15,0 0 7 0,0 0-9 0,10-2 5 16,-10 2-8-16,6-5 5 0,0 1 6 0,-2 0 9 16,0-1 7-16,1 0 16 0,0-2 7 0,2-1 13 15,-1 0-4-15,-2 3 4 0,0 0-4 0,2-1-2 16,-1 2-3-16,2-1-4 0,-3 1-5 0,4 2-10 16,-4 0-9-16,-1-1-4 0,-3 3-5 0,15 3-3 15,-8 1-2-15,2 1-6 0,2 3-5 0,3 3 1 16,1 2-7-16,0 2 4 0,-2-1-4 0,9 7 3 15,-2 1-2-15,0-1 1 0,0 1-6 0,0 0 3 16,-2 0-3-16,-3 1 1 0,0 1 29 0,-3-6 6 16,-1 0-3-16,4 0-5 0,-7 1 2 0,2-1-5 15,-5-1-2-15,3-1 0 0,-4 2 0 0,-1-6 26 16,-3-2 1-16,1 0 14 0,-1-1 21 0,-1-2 24 16,-3-1-1-16,-3-2-8 0,-1 0-2 0,-3-3-14 15,-1-1-14-15,-2-3-7 0,-2-2-36 0,2 2-41 0,-5-5-47 16,4 3-52-16,-2-5-61 0,6 0-84 15,-3-4-270-15,2-1-562 0,4-1 249 0</inkml:trace>
  <inkml:trace contextRef="#ctx0" brushRef="#br0" timeOffset="194832.54">14278 2970 44 0,'0'0'151'0,"0"0"9"0,11 11 7 0,-10-5-16 16,3 3-3-16,5 2-1 0,3 3-6 0,-3 0-6 16,6 3-11-16,-1-1-11 0,-2-1-11 15,3 2-11-15,0 5-6 0,4-1-4 0,-3 1-12 0,-2-6-6 16,0-2-5-16,-1 3-5 0,2-2-8 0,-5 0-1 16,-1-3-8-16,-3-3 0 0,2 0-1 0,-3-3-4 15,-1 1-4-15,3-2 2 0,-5-1 1 0,0-1 15 16,-2 0 0-16,0-3-6 0,0 0-2 0,0 0-1 15,0 0-5-15,-15-8-4 0,10 3-1 0,-5-3-3 16,2 0-3-16,-4-3 0 0,5 0-5 0,-4-2-9 16,2-1-11-16,-1-3-15 0,1 1-8 0,0 0-13 15,0 1-4-15,4-1-3 0,-4 0-2 0,7-1 3 16,-3 2 9-16,0 2 1 0,1 2 6 0,0-1 0 16,1-1 5-16,1 2 8 0,-4 0 6 0,6 1 8 15,-3 0 8-15,-1 0 10 0,3-1 4 0,-1 1 8 16,0 1 8-16,-3-2 11 0,0 2 4 0,4-3 7 15,-2 2 5-15,1 0 7 0,0-1 6 0,-1 3 2 16,2 0 3-16,0 0-1 0,-1-4 4 0,2 5-3 16,-1 1-8-16,-2-5-4 0,3 4 4 0,0 0-16 15,0 2 2-15,0-2-7 0,0 2-7 0,-1 0-7 16,-3 2-2-16,4 3-11 0,0-8-12 0,5 4-14 16,-5 4-3-16,4-1-7 0,-4 1-13 0,11 1 2 15,-7 2-8-15,7 2-6 0,-3 1-4 0,3 0-7 16,1 4 3-16,-3-3-5 0,0 4 4 0,6 2 3 15,-4-1-2-15,-3 0-2 0,2-1 0 0,1 2-2 16,-6 0 12-16,1-2 3 0,-2 1 6 0,-3-2 1 16,3 0 1-16,-4 1 6 0,-2-1 1 0,-3-2 4 15,1 1 3-15,-4 0-1 0,-2-3 5 0,0 1 11 16,-1-2 6-16,-2-1 11 0,1 1 0 0,1-3 5 16,-1 0 2-16,7 0 4 0,-5-1 3 0,3-1 4 15,3 1 6-15,4-1-4 0,-8 1-1 0,8-1-3 16,0 0-7-16,-7-3-2 0,7 3-7 0,0 0-16 15,18-11-17-15,-10 7-14 0,11-2-16 0,0-2-22 0,3 1-8 16,0-1-10-16,5-1-6 0,-5 0-2 16,6 0-11-16,1-1 14 0,-9 1-17 0,-2-1 10 15,1-1 6-15,-4 4-10 0,-2 1 15 0,-3-4 10 16,-2 3 7-16,0 0 8 0,-4-2 12 0,-2 3 7 0,-2-1 12 16,-2 1 13-16,0 0 19 0,0 4 11 0,-6-4 19 15,3 3 3-15,1 1 1 0,-2-2-2 16,1 3 0-16,-1 0-5 0,6 1 1 0,-10 0-2 15,10 0-5-15,-10 0 0 0,3 1-4 0,4 2 1 0,-2-1-8 16,1 2 2-16,4-1-3 0,0 2 4 0,0 0-2 16,0 1-2-16,0-1-3 0,1 0 1 0,3 2 0 15,2-2 0-15,-2 0 1 0,0 0 1 0,3-1-3 16,-3 1-4-16,0-1 1 0,5-1 0 0,-2 0 3 16,0-1-1-16,0-1 2 0,2-2 1 0,-1 1-1 15,-1-3-3-15,2 2-2 0,1-3 2 0,-4 1 10 16,2-3 18-16,0 2 5 0,-3-2 11 0,5-1 2 15,-3 1 3-15,0 1 3 0,-1-1 1 0,-3 0-6 16,1 0 0-16,0 4-7 0,0-3-8 0,1 0-5 16,0 3-4-16,0-2-3 0,-2 0-1 0,1 3-3 15,2-2-5-15,-6 3 1 0,9 0-4 0,-9 0-1 16,12 0-4-16,-5 1-1 0,0 1-3 0,-3-1 3 16,2 4-6-16,-1-2 3 0,0-1 0 0,-1 2-1 15,3-2-2-15,-3 4 1 0,-1-2-2 0,2-2 3 16,-1 1-3-16,1-2-3 0,-4 1 0 0,-1-2-3 15,4 5 1-15,-4-5-6 0,0 0-6 0,0 0-19 16,0 0-18-16,-11 2-23 0,11-2-31 0,-11-1-24 16,11 1-22-16,-6-6-33 0,1 4-33 0,4-2-146 15,0 0-393-15,-1 0 174 0</inkml:trace>
  <inkml:trace contextRef="#ctx0" brushRef="#br0" timeOffset="195082.52">15030 2755 88 0,'0'6'140'0,"4"4"26"16,3 0-9-16,0 3-9 0,1 4 15 0,-1 2-16 15,-3 4-10-15,8 4-11 0,-2 1-12 0,1 3-9 0,1-1-9 16,0 0-7-16,2-1-8 0,-3 0-8 16,0-3-8-16,3 4-4 0,0-2-1 0,-2-2-5 15,0-7-5-15,2 7-3 0,-2-8-5 0,-5-2-2 16,0 1-4-16,0-7-3 0,-1 4-3 0,1-6-1 15,-3 4-2-15,-1-7-1 0,-1-1 3 0,3 0-1 0,-2 1 8 16,-3-5-3-16,0 0-8 0,0 0-24 0,0 0-33 16,0 0-42-16,-6-20-64 0,-1 7-68 15,1-2-150-15,-8-2-385 0,3 1 171 0</inkml:trace>
  <inkml:trace contextRef="#ctx0" brushRef="#br0" timeOffset="196519.92">15082 2875 86 0,'-4'-6'246'0,"0"-1"3"0,1 2-3 0,-1-1-8 0,1 0-9 16,3 1-14-16,0 2-15 0,0 3-11 0,-1-10-20 15,1 10-18-15,-3-2-18 0,3 2-12 0,3-4-18 16,1 2-9-16,-4 2-12 0,7-2-5 0,2 0-14 16,-9 2-9-16,17 5-16 0,-5-4-7 0,0 3 1 15,2-2-19-15,2 5-6 0,-1-4-13 0,1 4-8 16,-2-1-8-16,-2-2-6 0,3 4-4 0,-3-3 4 15,-1 2 2-15,-1-1-6 0,-2 0 3 0,-1 1 3 16,-5-2 1-16,3 1 0 0,-3 0 5 0,-2 0 2 16,0-1-1-16,-4 0 7 0,0-1 1 0,-6 1 0 15,4-2 0-15,-1-1 1 0,-4 1 3 0,0-2 1 16,3 2 5-16,-4-3 9 0,6 0-1 0,-4-4 5 16,4 2 3-16,-2 0-4 0,2-2 1 0,1-1-1 15,0 0-1-15,1-4-4 0,1 1 0 0,3 0-1 16,0 0-7-16,0-4 2 0,4 2-14 0,1-2-13 15,1-2-16-15,-1 3-17 0,6-7-14 0,-3 4-23 16,0-6-10-16,0 2-5 0,8-5-13 0,-6 5-9 16,1 0-3-16,-4-1 9 0,2 1 13 0,0 2 12 15,-8-3 19-15,3 7 33 0,2-1 24 0,-6 2 15 16,1 2 20-16,-1-1 16 0,0 2 14 0,1 1 7 16,-1 1-3-16,0 2 3 0,0-1-2 0,0 5-7 15,-1-6-7-15,1 6-4 0,1-3 0 0,-1 3-6 16,0 0-1-16,0 0-4 0,0 0 3 0,2 18-4 15,-1-9-2-15,3-1 6 0,-3 1-8 0,6 4-3 16,-1-1 1-16,2 6-3 0,0 0 6 0,0 0-3 16,3 5 1-16,3 1 2 0,-3-5-2 0,6 4 0 15,-5 1 1-15,1-6 0 0,4 4 4 0,0 1-3 16,-2-6-5-16,-3 0 3 0,4-3-3 0,-1-1 0 16,-1 1-2-16,-2-1 0 0,0-5 0 0,1-2 3 15,-1-1-2-15,0-1 3 0,-4-3-1 0,-1-1-1 16,4 0 1-16,-4-2-3 0,-1-2 3 0,1 0 4 15,1-2-1-15,-4-2 12 0,1-2 16 0,-1-1 4 16,-2 2 7-16,1-2 10 0,-3 1 4 0,0-1 0 16,0 0 2-16,-3 2-1 0,1 1-7 0,-1-2-8 15,-3-1-4-15,2 6-6 0,-1-1-2 0,-2 0-5 16,-1 0-7-16,2 3-1 0,-1 1-2 0,0 1-4 16,-2 2-2-16,1-1-2 0,3 5-2 0,-3-4 5 15,1 4-7-15,1 1-4 0,2 0-1 0,0 0-5 16,4 2 2-16,-1-2-6 0,2 4-1 0,-1-4-7 15,4 3-2-15,2-1-8 0,1 0-3 0,-2-3-1 0,3-1-11 16,3 1 1-16,-1-1-3 0,2-4 2 0,0 1 5 16,-2-4 1-16,0 1 2 0,0-2-1 15,0-1 6-15,0 0 6 0,-1-1 2 0,-4-1 3 16,3 0 16-16,-6 0 14 0,3-1 4 0,-1 0 16 0,-3 3 6 16,2-2 4-16,-3-1 4 0,1 4-2 0,2-2-2 15,-3 1-7-15,0-1-5 0,0 6-5 0,0-3-5 16,2-1-4-16,-2 4-6 0,0 0 1 15,0 0-5-15,0 0 1 0,0 0-2 0,0 0-1 16,5 10-1-16,-5-6 0 0,4 1 0 0,-1 1 0 0,-2 1-6 16,3 1 2-16,3-2-5 0,-1 2-2 0,-2-2-7 15,1 0-2-15,-1 0-3 0,1-3-3 0,2 2 3 16,-1-1 4-16,-1-1 2 0,2 0 2 0,-2-2 2 16,-5-1 0-16,0 0 1 0,15-6 0 0,-12 3-3 15,4-1 5-15,-2-1 2 0,-2-1 2 0,0 0-5 16,2 0 5-16,-3-2 2 0,0 2 7 0,1-2 2 15,-3 1 1-15,3 0 7 0,-2 0 4 0,1 1 2 16,-1 0 10-16,0 2-6 0,-1-2-6 16,4 3-5-16,-4 3-2 0,0-8-8 0,0 8-4 0,2-2 0 15,-2 2-2-15,0 0 9 0,0 0-10 0,0 0-2 16,0 0-2-16,6 13-4 0,-3-9-1 0,-3 2 0 16,4 0-3-16,-1-2 1 0,1 3-3 0,-1 0 4 15,1-1-6-15,-2 0 0 0,3 1-3 0,-3-3 2 16,2 3-1-16,-2-2 1 0,3-2 6 0,-5 1 5 15,6 1 1-15,-6-5-3 0,4 1 1 0,-4-1 2 16,0 0-1-16,12-5 2 0,-8 4-1 0,0-3 2 16,3 0 3-16,-5 1 0 0,4-4 4 0,-2 5-1 15,0-2 4-15,0-2-1 0,2 2 0 0,-2 0-4 16,-4 2 1-16,4-1-2 0,-1-1 3 0,-3 4-5 16,2-5 0-16,-2 5-5 0,4-2 1 0,-4 2-1 15,0 0 9-15,7-2-9 0,-7 2 2 0,0 0 0 16,0 0-4-16,10 4 4 0,-6-3 1 0,1 2-1 15,-5-3 2-15,8 5 0 0,-1-4 1 0,-3 3-4 16,5-4 2-16,0 2-1 0,-1-2 6 0,-1 0-11 16,4 0 2-16,0 0 1 0,-3 0 1 0,3-2-2 15,-4-1 2-15,4 0 3 0,-5-2-6 0,2 0 5 16,-1 0 6-16,-1 0-4 0,-1-5-2 0,-1 6 0 16,2-1-2-16,-4-1 3 0,-2 0 10 0,4 0 8 15,-1 1 8-15,-3 1 2 0,0 1 0 0,0 3-3 16,0-7 6-16,-4 4-15 0,4 3 0 0,0 0-3 15,-9 0-4-15,9 0-1 0,0 0-4 0,-10 8-1 16,5-4 0-16,1 1 1 0,2 0-2 0,-2 2-2 16,4 0 0-16,-4 0 1 0,3 1 12 0,2 2-3 15,3-1-10-15,0 0 2 0,-1-1 4 0,4 3 0 16,-2-5 0-16,5 5-1 0,1-5 10 0,1 1-10 16,3-3-12-16,-2 0-33 0,4-1-39 0,1-3-52 15,3 0-44-15,2-5-71 0,-1 1-171 0,0-3-450 16,0 0 200-16</inkml:trace>
  <inkml:trace contextRef="#ctx0" brushRef="#br0" timeOffset="196764.49">16423 2526 146 0,'-4'-3'348'0,"-3"1"5"16,3-1-13-16,0 2-17 0,0-3-23 0,4 4-29 15,0 0-31-15,-7-3-30 0,7 3-18 0,0 0-29 16,0 0-15-16,0 0-15 0,19 8-15 0,-8-3-11 16,1 1-9-16,3 3-12 0,1 0-7 0,1 4-7 15,-1 2-12-15,6 5-2 0,-6-4-10 0,5 7-4 16,-5 4-4-16,0-3-1 0,-1 3-2 0,-3 3-4 16,-3 1-8-16,0 3-9 0,-6 2-36 0,-3 2-27 15,-4-3-24-15,-4 3-36 0,-9 9-39 0,-5 1-41 16,-5-6-59-16,-7 1-58 0,-8 0-197 0,-3-3-541 15,-1-4 241-15</inkml:trace>
  <inkml:trace contextRef="#ctx0" brushRef="#br0" timeOffset="198483.12">4861 4847 191 0,'-2'-8'282'0,"-2"2"0"0,3 1-7 15,-3-3-7-15,3 0-2 0,-2 1-6 0,1 0-4 16,1 2-5-16,1-2-13 0,0 3-6 16,-3 0-16-16,3 0-18 0,0 4-20 0,-1-5-18 15,1 5-8-15,0 0-29 0,-3-6-18 0,3 6-20 0,0 0-8 16,0 0-8-16,0 0-10 0,0 0-4 0,7 19-11 15,-4-12-4-15,5 4-27 0,-4 0-16 16,0 0-14-16,4 5-11 0,-1-1-12 0,0-1-9 16,2 1-11-16,-3-2-5 0,2 2-5 0,1-4-3 0,2 2-2 15,-3-3-8-15,-2-1-7 0,3-4-2 0,0 1 1 16,0 0 7-16,-2-3 10 0,1-1 9 0,-3-2 8 16,1 0 4-16,2-3 8 0,-3-2 6 0,-1 0 3 15,2 0 13-15,-1-4 14 0,-3 3 19 0,1-1 18 16,1 0 14-16,-3 0 1 0,4-1 1 0,-2 2 4 15,0 1 0-15,1-2-4 0,-4 2 0 0,4 2 0 16,-4 0-8-16,4-1-5 0,-4 4-8 0,0-4-7 16,0 4 1-16,7-2-5 0,-7 2 3 0,12 1-4 15,-12-1 1-15,14 4-2 0,-6-2 0 0,1 2-1 16,1-1-4-16,1 1 1 0,-3-2 1 0,3 2 1 16,-1 0-3-16,2-3 1 0,-7 2 0 0,5-2-2 15,-2 0 0-15,-3-1 3 0,2 0 6 0,-7 0-3 16,11-4 2-16,-7 2 0 0,0-2-1 0,-1-1-3 15,-2-1 3-15,-1-1-3 0,0-2 2 0,0 0 7 16,-4-4 1-16,-1 2 1 0,-2 0-7 0,0-5 1 16,0 1 0-16,-1 1-7 0,3 2-9 0,-2 0-16 15,1 2-24-15,1-1-24 0,-2 0-22 0,3 4-28 16,1 0-52-16,2 2-76 0,0 0-65 0,-2 1-164 0,3 4-513 16,3-6 227-16</inkml:trace>
  <inkml:trace contextRef="#ctx0" brushRef="#br0" timeOffset="198795.59">5732 4503 93 0,'0'-5'354'16,"-1"1"-5"-16,1-1-16 0,0 5-24 0,-3-6-21 15,1 3-30-15,2 3-27 0,-3-3-26 0,3 3-25 16,0 0-15-16,-14 8-21 0,10-4-18 0,-3 4-10 16,3 2-11-16,0 4-14 0,0-1-9 0,-2 3 1 15,1 1-17-15,3 1-7 0,0 2 0 0,2-1-8 16,-1 0-7-16,2 1-8 0,3 0-1 0,1-1-3 16,1-1-4-16,0-1-1 0,3-1 2 0,2 0-4 15,1-3-1-15,2 2-2 0,1-2-5 0,0-3-13 16,2-1-31-16,4-3-34 0,-2 0-38 0,1-2-55 15,1-2-59-15,1-4-85 0,-2 1-239 0,-2-5-581 16,-4 2 257-16</inkml:trace>
  <inkml:trace contextRef="#ctx0" brushRef="#br0" timeOffset="198984.55">5768 4755 290 0,'-10'0'358'16,"5"1"12"-16,-5-1-23 0,10 0-13 0,-9-1-38 15,9 1-13-15,0 0-30 0,0 0-25 0,-8-2-20 16,8 2-32-16,0 0-14 0,0 0-32 0,13-9-32 16,-5 7-37-16,3-5-34 0,3 2-38 0,-1-1-35 15,4-2-41-15,5-1-43 0,-1 3-43 0,0-6-34 16,6-1-37-16,-7 4-211 0,6-6-490 0,-9 2 216 16</inkml:trace>
  <inkml:trace contextRef="#ctx0" brushRef="#br0" timeOffset="199156.41">6067 4456 228 0,'0'0'231'16,"0"0"-18"-16,0 0-29 0,0 0-21 0,0 0-16 15,0 0-12-15,0 0-13 0,-1 11-10 0,3-4-5 16,3 4-7-16,0 0-9 0,3 3-7 0,0 2-7 16,0 2-6-16,4 0-4 0,2 7-7 0,0-2-4 15,1 0-6-15,-1-1-3 0,0 3 0 0,0-8-12 16,-2 1-28-16,-1-1-34 0,4-4-55 0,-4 0-68 15,-3-3-213-15,0-3-392 0,3-2 173 0</inkml:trace>
  <inkml:trace contextRef="#ctx0" brushRef="#br0" timeOffset="199390.77">6320 4418 87 0,'0'0'360'0,"0"-4"-25"0,0 4-30 0,0 0-33 16,0 0-31-16,0 0-25 0,0 0-19 0,0 0-25 16,0 0-19-16,3 18-15 0,-2-9-13 15,3 3-13-15,4 2-13 0,0 2-7 0,1 4-9 0,3 5-3 16,-4-6-15-16,4 7 0 0,3-2-9 0,-4 0-4 16,4 2-1-16,-4-4-17 0,0-3-27 0,1 0-23 15,-4-2-32-15,1-2-40 0,-2 1-43 0,0-3-49 16,-1-5-53-16,-2-2-218 0,-3 1-487 0,3-3 216 15</inkml:trace>
  <inkml:trace contextRef="#ctx0" brushRef="#br0" timeOffset="199828.24">6056 4483 182 0,'-15'-10'292'0,"7"3"-9"0,-2-1-6 16,1-2-22-16,2 3-18 0,3-2-22 0,0 0-22 16,-2 0-21-16,6 1-17 0,2 1-17 0,2-3-14 15,3 2-15-15,2-4-10 0,2 6-13 0,3-4-9 16,5 3-7-16,0 2-8 0,0-2-9 0,4 3-1 16,-1 2-6-16,8 1-2 0,1 2-10 0,-1 3-4 15,3-1-1-15,-5 3-5 0,1 0 2 0,-1 3-6 0,-6-2-8 16,5 4-1-16,-8-1-7 0,3 0-3 15,-3 0-1-15,-4-1 0 0,1 2 1 0,-6-3-1 16,1 2-1-16,1-1 3 0,-5 0-3 0,-2 0 1 16,2 0-1-16,-2 0 0 0,-3-4-2 0,-1 4 3 0,-1-2 0 15,0 4 1-15,0-4 1 0,0 4 2 0,-4-1 0 16,3-1 2-16,-2 1-3 0,3 1 2 16,-1-3 0-16,1 3 0 0,1-1-2 0,4 0 3 15,-2 0 2-15,1 2 1 0,2-1-1 0,2-3-2 0,3 2 3 16,4-1-3-16,0 1-2 0,1 1 8 0,3-4-2 15,0 1-1-15,2 0 1 0,-1-2-4 0,2-2 2 16,6 3-2-16,-9-4-9 0,0 0-32 16,-4-2-39-16,4 0-44 0,-6 1-45 0,1-4-63 0,-4 1-265 15,-3 0-532-15,-2-2 236 0</inkml:trace>
  <inkml:trace contextRef="#ctx0" brushRef="#br0" timeOffset="200343.82">6656 4140 107 0,'4'-2'110'0,"2"-3"-7"0,0 1-12 0,-2 3-10 16,3 0-14-16,-7 1-3 0,10 0 5 0,-10 0-18 15,8 2-6-15,-4 0 2 0,0 0-7 0,-3 3-4 0,2-2-4 16,-2 2-2-16,-1-1 0 0,0 2 9 15,-1 5-7-15,1-5 4 0,-3 3 2 0,2 0-3 16,0 3 6-16,-2-5-1 0,-1 2-3 0,2-1 0 16,0-1-7-16,-1 0 0 0,3-2 5 0,0 0 17 0,0 1-7 15,3-1 7-15,-1-3 3 0,2 2 12 0,1-1 18 16,0 1-8-16,2-3-4 0,0 1-6 16,2 0-1-16,2-1-9 0,0 0-4 0,3 0-5 15,-5 1-3-15,5-2-6 0,1 1-5 0,-1 0 0 0,0 0-6 16,-6-1-8-16,3 1 2 0,-3 1 1 0,-1 1-3 15,-1-2-4-15,-2 2 1 0,2-1-3 0,-1-1 0 16,-5-1 1-16,4 4 10 0,-4-4 8 16,-3 6 2-16,-3-3-4 0,-1 1 5 0,-2 3-8 0,0-3-3 15,-1 3-2-15,-5-2-8 0,3 1-22 0,-6 2-32 16,2-2-40-16,-3-1-62 0,7 1-64 0,-2-1-188 16,0-3-424-16,8 1 189 0</inkml:trace>
  <inkml:trace contextRef="#ctx0" brushRef="#br0" timeOffset="200796.92">7352 4454 247 0,'0'0'378'16,"-3"4"-14"-16,3-4-24 0,0 0-22 0,0 0-23 16,0 0-31-16,3 4-22 0,-3-4-18 0,0 0 5 0,21-3-30 15,-6 0-16-15,6 1-14 0,0-4-16 0,9-1-2 16,1 1-25-16,3-2-13 0,0 1-13 16,0 0-9-16,4-4-4 0,0 4-13 0,-2-1-7 0,-2-1-3 15,1 0-8-15,-6 5-9 0,-8 0-3 0,1-1-12 16,-7 0-29-16,0 2-23 0,-4 2-28 0,-3 0-31 15,0-2-33-15,-4 2-41 0,-1-1-66 0,-3 2-71 16,0 0-57-16,0 0-219 0,0 0-612 0,-15-4 271 16</inkml:trace>
  <inkml:trace contextRef="#ctx0" brushRef="#br0" timeOffset="201109.39">7766 4264 15 0,'0'0'359'0,"-7"3"-24"16,7-3-30-16,0 0-30 0,0 0-31 0,0 0-24 16,0 0-22-16,0 0-20 0,0 0-18 0,15 3-11 15,-3-2-15-15,1 1-13 0,-1 1-10 0,4-2-12 16,-1 0-9-16,-1 2-5 0,6-1-4 0,-2 4-10 15,1 0-8-15,-6-1-7 0,1 0-6 0,-2 1-6 16,2 1-4-16,-3 2-4 0,-2-2 1 0,2 2-3 16,-3-1-6-16,-2 4 1 0,-4-2-3 0,1 3-4 15,-3 1-2-15,0-1-17 0,-7 3-38 0,-1 2-49 16,-9 4-55-16,-1 1-95 0,0-8-304 0,-2 4-582 0,2-6 257 16</inkml:trace>
  <inkml:trace contextRef="#ctx0" brushRef="#br0" timeOffset="212907.37">9111 4327 20 0,'0'-2'298'0,"0"2"-31"0,-1-6-30 0,1 6-28 16,0 0-21-16,0 0-21 0,0 0-16 0,5 13-2 0,-1-3 11 16,2-1-9-16,2 5-9 0,0 2-9 0,4 2-20 15,0 7-7-15,2-1-13 0,-2 4-7 16,5 1-10-16,-4-3-7 0,2 2-5 0,-1-2-8 16,1-1-1-16,-6 1-8 0,0-7-4 0,1 7-3 0,0-6-4 15,-2-4-22-15,-1 2-25 0,-2-2-15 0,3 1-26 16,-5-5-28-16,1 0-35 0,-1-2-57 0,1-2-53 15,-4-1-191-15,1 1-448 0,-1-4 198 16</inkml:trace>
  <inkml:trace contextRef="#ctx0" brushRef="#br0" timeOffset="213266.72">9108 4477 149 0,'-8'-10'318'16,"-1"1"-8"-16,2-1-18 0,-1 2-7 0,1-3-17 15,1 2-15-15,4 3-23 0,-1-1-24 0,3 0-27 16,0-1-17-16,0 0-21 0,4 1-12 0,2-2-12 16,2 2-13-16,1-3-13 0,2 5-10 0,3 0-5 15,-2-1-7-15,3 1-11 0,3 2-6 0,-2 1-9 16,-2 2-2-16,0 0-7 0,3 2-6 0,-5-2-5 15,0 2-3-15,-1 1-13 0,-3 1-5 0,3 2-4 16,-7-1-5-16,6 1-2 0,-5 1 7 0,-2-2-5 16,-2 6-1-16,-1-4 3 0,0 2 0 0,-4 1 1 15,-4 0 1-15,1 1 1 0,-1-1-2 0,-2 0-9 16,1 1-15-16,-2-1-9 0,0 2-14 0,-1-1-18 0,1-4-25 16,0 2-26-16,3-2-31 0,0 1-30 15,2-3-32-15,1 0-32 0,1-4-173 0,4-1-454 16,0 0 201-16</inkml:trace>
  <inkml:trace contextRef="#ctx0" brushRef="#br0" timeOffset="214080.67">9422 4454 80 0,'6'-6'148'0,"2"1"-9"16,0-2-3-16,-1-1-7 0,0-1 1 0,1 0 0 15,-1-1-7-15,0-2 0 0,-2 2-8 0,-1-2 2 16,-2 2-4-16,3-6-5 0,-5 3-6 0,0 0 2 16,3-1-3-16,-6-4 1 0,0 4-5 0,1-4-5 15,-4 5-6-15,1-5 4 0,-4 3 5 0,0-1 0 16,2 6-9-16,0-1-6 0,-1 2-4 0,1 0-4 15,2 0-6-15,-1 2-7 0,1 2-4 0,1 0-6 16,-3 2-6-16,3-1-5 0,1 1-8 0,2 0-4 16,1 3-6-16,-5-3-7 0,5 3 1 0,0 0-3 15,0 0-5-15,0 0 1 0,-9 9 3 0,9-4-7 16,0 1 2-16,0 5-1 0,2-2-1 0,0 3 1 16,3 1-2-16,0 3 0 0,-1 2 1 0,4 0 3 15,-1-2-5-15,1 1-1 0,3 2 4 0,0-1-4 16,-2-5 0-16,6 4-4 0,-1-4-9 0,-3 0-3 15,4 2-1-15,-3-3-3 0,7-2-8 0,-1-2-6 16,2-2-6-16,1-1-14 0,-2-1-7 0,0-2-2 16,2-2-15-16,0-3-4 0,-1-1-5 0,2-1 7 15,-3 0 4-15,1-3 8 0,-2 0 4 0,-3-2 5 16,-4 2 5-16,1-5 10 0,-1 6 2 0,-4-2 15 0,1 1 26 16,-5-2 16-16,1 3 18 0,-4-1 1 15,1 2 8-15,-2-1 5 0,-1-1 1 0,-2 1 7 16,2 1-3-16,-5 1 2 0,0 0-1 0,-1 0-7 15,-2 0-1-15,0 2-7 0,0 2-5 0,-1 0-6 0,-1 0-2 16,1 1-3-16,-1 1-3 0,2 1-2 0,1 1 4 16,-2-1-12-16,6 2 1 0,-4 2-2 15,5-1 0-15,-4 1-1 0,3 1 2 0,-1 0-4 0,5-1-2 16,-2 2 3-16,0-1-1 0,3 0-1 0,-1 1-1 16,1-1 4-16,1-3-6 0,2 4 7 0,1-2-6 15,-1-2 2-15,0 0-1 0,1 3 0 0,1-5 2 16,3 1-2-16,-1-2-3 0,-3 0 2 0,4-1 6 15,-1-2-6-15,0 0 2 0,0-1-4 0,1-2 3 16,-3-1 1-16,2 2 1 0,-3-2 0 0,-1-1 21 16,2 4 19-16,1-1 20 0,-5-2 9 0,2 0 8 15,-2 2 14-15,-1 0-5 0,3 1 12 0,-3 3 28 16,1-7-26-16,1 2-13 0,-2 5-7 0,0-3-14 16,1-1-16-16,-1 4-1 0,0 0-23 0,0 0-28 15,4-3-9-15,-4 3 11 0,0 0-12 0,11 4-8 0,-4 0-8 16,-3-2-14-16,3 1-9 0,0 1-6 0,3-1-14 15,-2 0-10-15,3 3-7 0,3-4-12 0,-3 2-18 16,1-1-25-16,3-1-22 0,-1-2-21 16,-1 1-17-16,-2-1-23 0,0-1-7 0,3-1-1 0,-3-4-6 15,-1 3-118-15,-3 0-383 0,-1 0 169 0</inkml:trace>
  <inkml:trace contextRef="#ctx0" brushRef="#br0" timeOffset="214658.75">10028 4273 886 0,'0'-6'-64'16,"1"-1"25"-16,-1 4 26 0,-1-4 28 0,-2 2 29 15,0-1 26-15,3 1 15 0,-1-2 21 0,0 2 9 16,1 1 3-16,-2-1 1 0,2 5-4 0,-4-7-14 15,4 5-11-15,0 2-11 0,0 0-11 0,0-5-9 16,0 5 0-16,0 0-15 0,0 0 0 0,0 0-8 16,0 0 0-16,0 0-7 0,8 12-1 0,-4-6-4 15,-1-2-1-15,1 2-4 0,0 1-1 0,0-1 0 16,0 0 0-16,3 2-4 0,-2 1-3 0,1-4-1 16,-3 0 4-16,2 0-2 0,-3 0-6 0,2 0 5 15,-1-2-2-15,2 2-1 0,-5-2 3 0,0-3 2 16,5 2 1-16,-5-2 8 0,4 2-3 0,-4-2 13 15,0 0 3-15,7-8 6 0,-7 4 10 0,2-1 0 16,0 1-2-16,-2-1 4 0,2-2 2 0,-1 1-7 16,0 0 2-16,2 2 2 0,-3-3 1 0,2 2-3 15,0 0 1-15,-2 0-6 0,0 0-1 0,4 1-7 16,-4 4-7-16,0-5-5 0,0 5-4 0,4-2-4 16,-4 2-1-16,0 0-3 0,10 0 1 0,-10 0-6 0,9 3 0 15,-2 0 1-15,1-1-5 0,2 2 4 16,-1 0-4-16,2 0-5 0,2 1 2 0,-3-1-1 15,4-2-1-15,2 2-2 0,-1-1 2 0,-4 0-1 16,4-1 4-16,-4-1-3 0,2 2 0 0,0-4-4 0,-2 1 10 16,-1-3-8-16,0 1 5 0,1-4 0 0,-3 4 0 15,3-3 1-15,-7 0 2 0,3 0-2 16,1-2 0-16,-4 1 1 0,-3-1 3 0,2-1 8 0,-3 3-3 16,2-1 13-16,-2-2 13 0,0 3 0 0,-2 0 10 15,2-3 14-15,0 4-5 0,-4-2 15 0,1 3-5 16,3 3-5-16,-2-7-7 0,-5 4-13 0,4 2-3 15,3 1 1-15,-9-4-16 0,3 4-2 0,6 0 3 16,-15 5-12-16,11-4 2 0,0 3-6 0,-1 1 2 16,0 2-2-16,0-1-6 0,1 6 2 0,-1-5-4 15,2 5 3-15,0-2 2 0,2-2-5 0,1 1 3 16,0 1-1-16,0-1 0 0,3-1 1 0,2 1 4 16,3-3-3-16,3 1 3 0,1-1 4 0,9-1-6 15,0-1 5-15,8-1-6 0,-1-3-1 0,5-1-40 16,-2-3-41-16,-2 1-50 0,-2-1-64 0,-4 0-91 15,7-1-335-15,-8 0-668 0,1-1 296 0</inkml:trace>
  <inkml:trace contextRef="#ctx0" brushRef="#br0" timeOffset="-207215.57">3466 6167 42 0,'6'11'154'0,"-3"1"-7"0,1 1 0 16,1 0-9-16,-1 2-9 0,2-2-7 15,-1 3-6-15,-1-3-9 0,0 1-16 0,2-1-6 0,-5-1-7 16,6 0-4-16,-3 0-9 0,0-1-8 0,0 0-2 16,0-1-7-16,-2-2 2 0,0 0-13 0,0-2 5 15,-1 3-5-15,2-4-3 0,-3-2-7 0,0 3-31 16,0-2-46-16,0-4-65 0,0 0-171 0,0 0-310 15,0 0 138-15</inkml:trace>
  <inkml:trace contextRef="#ctx0" brushRef="#br0" timeOffset="-206965.59">3476 6172 44 0,'-4'-4'380'0,"-2"0"-3"16,1 0-16-16,1 1-3 0,1 0-9 0,-1-1-14 16,0 0-17-16,4 4-24 0,-4-4-22 0,3 2-28 15,1 2-27-15,0-7-27 0,1 2-18 0,0 0-31 16,6 0-27-16,0-2-26 0,2 0-35 0,4 1-21 16,-1-2-25-16,7 0-14 0,0 2-15 0,-3-2-28 15,-1 3-29-15,-1 1-37 0,5-1-34 0,-7 2-33 0,-2 3-33 16,5 0-33-16,-3 0-21 0,-6 3-18 15,3 0-165-15,-5 1-491 0,-1 1 217 0</inkml:trace>
  <inkml:trace contextRef="#ctx0" brushRef="#br0" timeOffset="-206606.24">3543 6300 5 0,'0'0'261'0,"-3"4"-4"16,3-4-9-16,0 0-11 0,0 0-12 0,-1 3-18 15,1-3-23-15,0 0-18 0,0 0-16 0,0 0-16 16,9 0-13-16,-9 0-13 0,15-3-7 0,-7 3-14 16,2-3-8-16,3 1-13 0,0-1-27 0,0 1-33 15,-2-1-29-15,0 0-34 0,5 1-33 0,-5 0-21 16,1 1-29-16,2 1-15 0,-6 0-8 0,-1 0 0 16,1 1 5-16,-1 2 17 0,-6 1 17 0,2 0 6 15,-2 0 14-15,-1-1 14 0,-1 2 15 0,-3 2 15 16,1 2 23-16,-5 0 17 0,0-1 16 0,-2 0 14 15,2 0 19-15,-4 2 16 0,1 0 6 0,0 0 4 16,2 0 13-16,-4 1 10 0,5 0-1 0,-3-3-8 16,5 2-7-16,0-3-6 0,2 0-7 0,0-1-2 15,2-1-2-15,2-1 32 0,2 0 23 0,-2-4 17 16,11 3-4-16,-2-4-8 0,8-4-8 0,3 0-8 16,6-6-14-16,3-1-9 0,-4-2-17 0,4 0-32 15,-2 3-47-15,-3-4-49 0,4-1-57 0,-4-1-64 16,-3 4-142-16,-4 0-370 0,-3 0 164 0</inkml:trace>
  <inkml:trace contextRef="#ctx0" brushRef="#br0" timeOffset="-206371.89">4017 6127 144 0,'0'0'256'0,"4"-3"-26"0,-4 3-24 0,0 0-19 16,0 0-24-16,0 0-17 0,0 0-14 0,0 0-12 15,2 12-4-15,-2-6 4 0,-2 1-6 0,4 2-10 16,-5 2-8-16,-1 1-9 0,1 1-8 0,-1 2-3 16,-1 2-6-16,1 1-9 0,-2 0-7 0,1-3-5 15,-1 3-4-15,-2-1-3 0,3-2-5 0,-4 1-7 16,3-4-12-16,2 1-24 0,0-5-25 0,-2 2-35 16,5-5-33-16,-2 3-35 0,-1-5-28 0,4 0-56 15,0-3-127-15,-7 1-373 0,7-1 165 0</inkml:trace>
  <inkml:trace contextRef="#ctx0" brushRef="#br0" timeOffset="-206184.4">3925 6265 65 0,'-4'-6'278'0,"4"6"-11"16,0-2-21-16,0 2-24 0,0 0-22 0,0 0-30 16,0 0-16-16,0 0-18 0,0 0-12 0,0 0-13 15,-3 9-11-15,3-9-8 0,7 10-9 0,-6-5-9 0,6 0-6 16,0 3-6-16,1-1-6 0,-1 1 0 15,-1 0-6-15,7-2-5 0,-2 2-5 0,2-2-11 16,1 0-16-16,5 2-51 0,-1-3-60 0,1 0-52 0,1 0-62 16,-1-2-163-16,3 0-404 0,-2-2 179 0</inkml:trace>
  <inkml:trace contextRef="#ctx0" brushRef="#br0" timeOffset="-205407.85">4378 6252 45 0,'-7'-10'292'0,"0"3"-4"16,3-1-9-16,-4 3-10 0,0-3-20 0,-2 2-12 15,6 2-22-15,-7-2-20 0,4 2-24 0,2 0-15 16,-3 2-21-16,1 2-13 0,7 0-15 0,-19 3-11 16,13 1-7-16,-3 4-6 0,0-2-17 0,0 3-1 15,1 1-9-15,3 2-9 0,-2 3-3 0,1-4-6 16,4 2-1-16,0 1-8 0,2-2 0 0,0 1-3 15,2-2-7-15,-1 0-4 0,0 0-7 0,4-1-4 16,0 0 3-16,-1-5 0 0,2 1-3 0,-1-2-2 16,5-2 0-16,1-2-12 0,-4 0-2 0,3-1 2 15,-2-2-3-15,4-4-1 0,-2 1 0 0,-2 0 6 16,2-3-4-16,-2 1 0 0,0 1 4 0,-1-3 1 16,-2 1 1-16,2-1-1 0,1 2 3 0,-5 0 0 15,1 1 1-15,0 1 0 0,-1 1 0 0,-2 2 0 16,2-2-1-16,-3 5-2 0,7-4-3 0,-6 2 4 0,-1 2-3 15,0 0 0-15,0 0 4 0,0 0-3 16,12 6 2-16,-10-1 0 0,2-1-1 0,0 0 3 16,2 0 4-16,0 2-5 0,-2-2 2 0,3 0 4 15,-1 0 1-15,0 2-5 0,2-3 2 0,-1 0 7 0,1-2-3 16,-2 0-3-16,5-2-1 0,-3 1 1 0,1-4-9 16,5 3-6-16,-7-5-6 0,2 3 1 0,-2-2 5 15,1-1 3-15,-1 0-1 0,-3 0 1 0,2 0 1 16,-1-3 3-16,-4 3 0 0,2-1 6 0,-2 0 9 15,2 2 8-15,-3 0 6 0,1-2-5 0,2 6-4 16,-1-3-2-16,-2 4-2 0,0 0-7 16,1-5 0-16,-1 5-1 0,0 0 0 0,0 0-1 0,0 0 4 15,0 0-4-15,0 0-2 0,1 17-1 0,2-12 0 0,-2-1-5 0,2 1-5 0,4 2-2 16,-3-2 1-16,-3-1-12 0,3 2-5 0,5-2-2 16,-5-1 5-16,1 1-1 0,5 0 2 0,-5-3 3 15,3 0 2-15,-1 1 2 0,-2-2 3 0,-5 0 1 16,13-3 7-16,-8 2-1 0,-1 0 3 0,2-2 0 15,-1 1 5-15,-5 2 11 0,5-6 4 0,-3 3 1 16,1 0 8-16,-3 3-9 0,5-5 3 0,-5 5-1 16,4-2-6-16,-4 2 1 0,3-3-3 0,-3 3-3 15,0 0-3-15,8-2 1 0,-8 2 2 0,0 0-5 16,0 0 1-16,12 3 1 0,-12-3-1 0,7 3 0 16,-3-2 2-16,4 0-2 0,-1-1 3 0,0 1 0 15,1-1 0-15,4 0-1 0,-1-1-1 0,4 0-1 16,-7 0-6-16,3-2-12 0,4-2-15 0,-3 3-9 0,-2-5-8 15,2 2-3-15,-5 1-18 0,3-1-9 0,-3 0-21 16,-1-1-38-16,1-1-26 0,-2 2-23 16,-2 1-18-16,3-2-116 0,-5 2-348 0,-1-1 155 15</inkml:trace>
  <inkml:trace contextRef="#ctx0" brushRef="#br0" timeOffset="-205157.86">4984 6208 22 0,'4'5'142'0,"2"4"5"0,2 0 9 16,0 4-13-16,3 2-5 0,-4 2-5 0,4 2-1 16,0-1 1-16,4 6-13 0,-3 3-11 0,0 0-9 15,3 1-7-15,-3 0-9 0,2-1 1 0,-2 1-12 16,-2-2-5-16,3 1-5 0,-6-5 0 0,3 4-5 16,-6-7-5-16,5-1-6 0,-6 0-1 0,1-5-2 15,-1-3-6-15,1 1-1 0,-3-5-3 0,-1 2 29 16,3-5 24-16,-2 0 9 0,-1-3-6 0,0 0-9 15,0 0-10-15,0 0-8 0,0 0-24 0,-7-21-24 16,3 10-33-16,-4-4-39 0,0-3-38 0,0-1-43 16,-2-6-37-16,2-1-37 0,-5-1-167 0,3 1-410 15,-5 2 181-15</inkml:trace>
  <inkml:trace contextRef="#ctx0" brushRef="#br0" timeOffset="-204517.29">5085 6439 1154 0,'-11'-17'-54'0,"-1"1"40"0,0-2 45 0,-2 6 31 16,-1-4 36-16,1 3 15 0,1-1 20 0,5 4 13 0,-1 0-2 15,0-1 0-15,1 4 0 0,1-2-2 0,0 0-9 16,2 2 1-16,2 1-3 0,-1 2-2 15,1-1-11-15,-1 0-13 0,4 1-10 0,0 4-15 16,-1-5-13-16,1 5-22 0,0-5-20 0,0 5-21 0,7-7-16 16,-3 6-14-16,-4 1-13 0,13 0-7 0,-3 1-8 15,2 1-9-15,0 2-5 0,-2 0-1 16,0-1 5-16,3 0 2 0,-3 2 3 0,2 0 3 0,-1 2 4 16,-3-1 0-16,1 2 5 0,1-2 1 0,-2 0 7 15,-1 1 5-15,-1-2 3 0,-1 1 0 0,-3 0 7 16,1-1-2-16,-2 0 3 0,2 0 3 0,-6 0 7 15,2-1-4-15,-3 1 4 0,3-3 1 0,-7 1 2 16,2-1 1-16,-2 1 4 0,2-3 3 0,6 0-4 16,-14-1 1-16,5-1 3 0,1 0 1 0,0-3 0 15,-3 0-2-15,4-2 2 0,-1-3 0 0,2 2 1 16,0-4-1-16,-1 0 0 0,3-6 2 0,0 1-2 16,1-4 1-16,3-1-1 0,2-5-13 0,-2 0-34 15,1 6-7-15,7-7 8 0,-1 3 6 0,-1 6 7 16,4 1 15-16,-3 1 21 0,-3 6 18 0,3-2 11 15,-3 5 8-15,0-1 6 0,-1 4-7 0,1 0 0 16,-1 1-7-16,-2 1-7 0,-1 3-2 0,6-3-4 16,-6 3-1-16,0 0-3 0,10 5-1 0,-3 1 1 0,-1 2-7 15,-1-1 3-15,1 4-2 0,1 1 3 16,-1 1-6-16,5 5-1 0,-3 0 3 0,3 0 2 16,-3 0-3-16,6 5-1 0,-3-4 1 0,0-1-1 15,6 4-2-15,-7-1 2 0,1-6-1 0,2-1 1 0,-3 1 0 16,3 0 0-16,-3-5-2 0,-1 0 1 0,1-3 1 15,-1 1 2-15,5-3-1 0,-3 0 1 16,0-3 2-16,-2-2-2 0,5 0 2 0,-5-4 0 0,1 0 2 16,2-2-1-16,-4 0 3 0,2-1 13 0,1 0 8 15,-3-2 15-15,-4 1 17 0,4-3 4 0,-2 5 12 16,-3-3 5-16,0 4 12 0,-3-3 12 0,0 1 7 16,0 3-12-16,-4 0-1 0,4-1-3 0,-5 2-22 15,5 3-13-15,-11-1-6 0,11 1-3 0,-8 3-7 16,2-1-11-16,1 3-3 0,0-1-4 0,2 3-5 15,1-1-1-15,-2 0-6 0,4 2 3 0,3-2 2 16,-2 2-10-16,5 1 12 0,2 0-19 0,-1 0-4 16,1-4-15-16,6 1-21 0,-2-1-25 0,0-1-26 15,3 0-37-15,-3-3-58 0,3-1-62 0,6-1-65 16,-8 0-218-16,6-4-565 0,-1-2 250 0</inkml:trace>
  <inkml:trace contextRef="#ctx0" brushRef="#br0" timeOffset="-204173.56">5845 6176 62 0,'0'0'351'0,"0"0"-12"0,0 0-20 0,0 0-22 0,-1 5-20 16,1-5-20-16,0 0-28 0,0 0-21 15,0 0-25-15,1 5-19 0,-1-5-12 0,0 0-17 0,-1 4-18 16,1-4-9-16,-3 4-7 0,3-4-16 0,0 0-4 16,0 6-8-16,0-6-7 0,0 5-6 0,0-5-4 15,0 0-9-15,0 0 0 0,0 4-8 0,0-4-2 16,0 0-1-16,0 0-5 0,0 0 0 0,0 0 3 16,0 0 12-16,0 0 3 0,0 0-7 0,0 0-3 15,0 0-5-15,-13-10-4 0,10 7-1 0,-1 0-10 16,-2-2-16-16,5 3-18 0,-3-3-28 0,1 1-28 15,-2-1-30-15,-1 1-33 0,2 1-45 0,0 0-67 16,1 0-58-16,-2-1-233 0,2 0-582 0,3 4 258 16</inkml:trace>
  <inkml:trace contextRef="#ctx0" brushRef="#br0" timeOffset="-203907.96">5731 6058 97 0,'0'0'311'0,"0"0"-21"0,0 0-30 0,-7 0-22 15,7 0-27-15,0 0-24 0,0 0-18 0,0 0-17 16,0 0-15-16,-4 4-13 0,4-4-3 16,0 0-22-16,0 0-10 0,0 0-7 0,4 6-10 15,-4-6 3-15,0 0-17 0,0 6-3 0,0-6 1 0,0 0-10 16,0 0-3-16,0 0-2 0,0 0 2 0,0 0 10 15,0 0 10-15,0 0-3 0,0 0-7 16,0 0-9-16,0 0-10 0,0 0-24 0,-8-12-28 0,8 12-29 16,-1-4-33-16,1 4-52 0,-7-5-54 0,7 5-55 15,-3-3-205-15,3 3-481 0,-4-2 214 0</inkml:trace>
  <inkml:trace contextRef="#ctx0" brushRef="#br0" timeOffset="-200433.56">6056 6857 2045 0,'0'-6'135'16,"0"-2"48"-16,0 1-4 0,0 1 0 0,0 1-20 15,-1-2-10-15,-3 1-7 0,4 2-8 0,0-1-7 16,-1 1 0-16,1 4-11 0,-2-6-7 0,2 6-16 16,0-6-6-16,0 6-17 0,0 0-13 0,0 0-10 15,0 0-1-15,0 0-7 0,0 0 3 0,0 0-11 16,8 19 0-16,-5-12-2 0,0 2-10 0,1 3 4 15,0-2-2-15,0 4-3 0,3 3-1 0,-1-2-4 16,0 3 1-16,-2 0-4 0,0-2 1 0,0 1 0 0,2 0-10 16,-3-3-10-16,4 2-14 0,-3-4-11 0,3 0 9 15,-1-2-10-15,-2 2-5 0,3-3 2 16,-2-2-1-16,-1 1 0 0,3-1 8 0,-3-2-2 16,-2-3 6-16,4 4 2 0,1-5 5 0,-4 2 3 0,2-3-2 15,-5 0 8-15,11-4 1 0,-6 0 3 0,2 1 0 16,0-5-2-16,0 3 5 0,-4-5-2 0,3-1 3 15,1 3 6-15,-3-3 4 0,-1 1 13 0,3 0 12 16,-2 0 5-16,-3-1-3 0,2 1 8 0,-1 0 12 16,-2-1 1-16,3 0 4 0,-3 4 5 0,0-2-1 15,1 2-3-15,-1 1-6 0,4 0 3 0,-4 0-10 16,0 2-6-16,0 4-9 0,2-3-20 0,-2 3-16 16,3-5-12-16,-3 5-7 0,0 0 3 0,12 3-6 15,-4-1-10-15,1 1 0 0,0 4-3 0,3-3-1 16,0 3 4-16,-2 0-2 0,2-1 0 0,3 3 0 15,-2-4 13-15,0 1-13 0,-1 0 2 0,0-1 6 16,-1-2 2-16,1 1 1 0,-2-1 9 0,-3-3-2 16,1 1 3-16,1 0 6 0,-2-1 0 0,-7 0 3 0,11-2 1 15,-5-1-1-15,-1 1 6 0,-4-3 2 16,3 0 7-16,0-2 25 0,-2-1 2 0,-1 0 5 16,-1 1 6-16,0-3-3 0,-1-3 12 0,-1 4 3 0,-2-2-1 15,0-2 0-15,4 3-5 0,-6-5-2 0,0 4 5 16,2 1-20-16,-3-2 0 0,2 2-14 0,-2 1-28 15,3 0-29-15,1 4-42 0,-4-3-42 0,3 3-42 16,3 1-48-16,-3 3-77 0,1-3-75 0,3 4-220 16,0 0-631-16,0 0 280 0</inkml:trace>
  <inkml:trace contextRef="#ctx0" brushRef="#br0" timeOffset="-200152.33">6781 6715 196 0,'0'0'330'0,"0"0"-17"0,3-1-12 15,-3 1-21-15,0 0-19 0,0 0-22 0,0 0-26 0,0 0-22 16,0 0-18-16,0 0-20 0,8-2-14 0,-8 2-16 15,7-2-3-15,-7 2-21 0,8 0-1 16,0-1-15-16,0 1-3 0,4 0-11 0,1 0-16 16,3-2-28-16,-2 1-27 0,1-1-35 0,-2 2-34 0,6 0-44 15,-5 0-40-15,-1 3-43 0,-2-4-39 0,3 2-217 16,-7 1-493-16,0-1 218 0</inkml:trace>
  <inkml:trace contextRef="#ctx0" brushRef="#br0" timeOffset="-199996.1">6909 6888 230 0,'0'0'248'0,"7"0"-8"0,-7 0-18 0,11 0-16 16,-3 0-17-16,-3-3-20 0,9 0-18 0,-2 0-13 16,3-1-11-16,-4 0-26 0,5 2-44 0,2-6-72 15,-3 4-55-15,4-2-57 0,-1 1-184 0,-5 0-338 16,2-1 150-16</inkml:trace>
  <inkml:trace contextRef="#ctx0" brushRef="#br0" timeOffset="-199355.52">7498 6543 122 0,'0'0'234'0,"-11"-4"-19"16,11 4-14-16,0 0-22 0,-11 0-15 0,4 0-15 15,7 0-12-15,-15 3-12 0,7-3-11 0,-4 1-9 16,1 2-12-16,1-2-3 0,1 1 0 0,1-1-5 16,-3 0 0-16,3 0-3 0,-3-1-6 0,4 3-4 15,2-2-4-15,-1 2-1 0,6-3 4 0,-13 0-1 16,7 0-2-16,6 0-3 0,-9 1-1 0,9-1-3 0,0 0-3 16,-10 0-5-16,10 0-4 0,0 0-6 0,0 0-5 15,0 0-3-15,-8 0-2 0,8 0-9 16,0 0-3-16,0 0 0 0,0 0-4 0,0 0-4 15,6 8 1-15,-6-8-1 0,5 6-1 0,2-1-4 0,-2 0 1 16,2 2-6-16,-2 0 3 0,6 3-2 0,-3 3 3 16,2-2 0-16,1 0-4 0,-2 4-3 15,1 0 3-15,0 1 0 0,0 2-3 0,0 2 1 0,-2-1 4 16,1-1-5-16,-2 2 1 0,4 4-1 0,-5-4-2 16,2-1 4-16,-3 1 5 0,2 0-5 0,-1-1 7 15,-1-3-3-15,2 2 5 0,-5-5 8 0,2 1 5 16,1 3 4-16,-1-7 8 0,-3 0 3 0,3-2 8 15,-2 2-3-15,3-2 4 0,-3-3 8 0,1 0 9 16,0 2 0-16,-3-6 14 0,1 3-2 0,-1-4 13 16,0 3 7-16,3 2 2 0,1-2-3 0,-4-3-4 15,0 0 1-15,0 0-3 0,10 2-7 0,-10-2-8 16,9 0-8-16,-9 0-5 0,14-4-8 0,-6 1-23 16,0-1-46-16,3 3-45 0,8-4-57 0,-11 1-55 15,3-3-70-15,0 0-81 0,0 2-96 0,-3-4-215 16,-1 0-685-16,5-2 303 0</inkml:trace>
  <inkml:trace contextRef="#ctx0" brushRef="#br0" timeOffset="-198855.56">7739 6794 103 0,'-6'1'348'0,"6"-1"-15"0,0 0-12 15,-5 2-13-15,5-2-17 0,0 0-10 0,0 0-22 16,0 0-22-16,0 0-15 0,0 0-23 0,0 0-13 16,0 0-17-16,0 0-17 0,0 0-7 0,0 0-15 15,0 0-8-15,0 0-12 0,21-8-14 0,-8 7-6 16,-1 0-12-16,3-2-12 0,0 0-24 0,4-1-31 16,0 1-32-16,-4 0-34 0,1 0-39 0,-2-1-39 15,-3 2-49-15,1-1-45 0,0 1-64 0,-5 1-259 16,1-3-595-16,-1 0 264 0</inkml:trace>
  <inkml:trace contextRef="#ctx0" brushRef="#br0" timeOffset="-198418.09">7952 6596 154 0,'0'0'274'0,"0"0"-25"0,0 0-23 0,0 0-17 16,0 0-21-16,14 1-16 0,-9 0-14 0,1 2-17 16,2-2-15-16,0 3-10 0,0-1-12 0,2-1-14 15,1 2-5-15,1 1-10 0,-3 0-7 0,6 2-8 16,-4-1-4-16,2-1-5 0,-3 2-7 0,-2-2-7 15,2 2 0-15,1 1-7 0,-6-2-3 0,3 1-3 16,-2 1-2-16,2 0-2 0,-3 2 2 0,-2 1 7 16,0-2 8-16,-2 2 10 0,-1-3 16 0,0 3 18 15,-1 1 10-15,-2-2 12 0,2 2 5 0,-3-2 7 16,-3 0 9-16,3 0 1 0,0 0-5 0,-2 0 1 16,2-4-3-16,0 3-6 0,0-1-4 0,3-4-8 0,-5 1-11 15,5-1-8-15,1-1-2 0,-3 2-2 0,3-5-4 16,-1 2 1-16,1-2-2 0,0 0 1 15,0 0-9-15,5 4-4 0,-5-4-4 0,15-1-14 0,-5-2-32 16,2 1-47-16,0-3-55 0,2-2-66 0,1 1-75 16,0-4-95-16,2-1-418 0,-3-2-806 0,1-1 357 15</inkml:trace>
  <inkml:trace contextRef="#ctx0" brushRef="#br0" timeOffset="-194858.16">7785 6711 105 0,'0'0'153'0,"0"-4"-3"31,0 4-6-31,4-5 0 0,-4 5 3 0,0-5-2 16,0 5-6-16,0 0-2 0,0-5 0 0,0 5-3 16,0 0-6-16,0-7 1 0,0 7-4 0,0 0-3 15,0 0-6-15,0 0-2 0,0 0-5 0,0 0-10 16,-4-2-9-16,4 2-4 0,0 0-11 0,0 0-7 15,0 0-10-15,0 0 2 0,0 0-15 0,0 0-4 16,-4-3-4-16,4 3-3 0,0 0-1 0,0 0-10 16,0 0-2-16,0 0-5 0,0 0-1 0,0 0-1 15,0 0-5-15,0 0-2 0,0 0 0 0,0 0-2 0,0 0 1 16,0 0 1-16,0 0 4 0,0 0-7 16,0 0-2-16,0 0 1 0,0 0-4 0,2 12 6 15,-2-12-3-15,0 0-1 0,2 4 3 0,-2-4-4 0,-3 3 1 16,3-3 2-16,0 0-2 0,1 7-2 0,-1-7 6 15,3 4-8-15,0 0 1 0,-2-2 3 0,1 3-1 16,-1-2 2-16,2 1-2 0,0 1-1 0,-2 1 0 16,2 1-3-16,-2-1 4 0,4-1 8 0,-3 2-10 15,3 0-1-15,-1 3-1 0,-1 1 2 0,1-1 4 16,0 1-1-16,2 1 0 0,-1-1-1 0,-1 0 0 16,-3 0 2-16,6 0-3 0,-4 0-7 0,1-2-21 15,3 3-31-15,-2-1-45 0,-1 1-67 0,3-3-64 0,-4-3-207 0,1 1-481 0,3-3 213 0</inkml:trace>
  <inkml:trace contextRef="#ctx0" brushRef="#br0" timeOffset="-193951.98">8965 6675 214 0,'0'0'270'0,"0"0"-11"0,0 0-11 16,0 0-13-16,0 0-17 0,0 0-13 0,0 0-14 15,0 0-9-15,0 0-11 0,0 0-7 0,0 0-10 16,3-4-13-16,-3 4-6 0,0 0 0 0,0 0-25 16,0 0-1-16,0 0 5 0,12 0-1 0,-12 0-7 15,11 2-1-15,2-5-14 0,-3 2-14 0,4 0-1 16,2-2-17-16,-2 0-1 0,5-2 0 0,-5 4-16 16,5-5-11-16,-7 1-36 0,7 3-26 0,-7-1-36 15,-1 0-37-15,-4 0-44 0,0-1-49 0,0 0-59 16,-3 2-62-16,1-3-174 0,-4 1-531 0,3-1 236 15</inkml:trace>
  <inkml:trace contextRef="#ctx0" brushRef="#br0" timeOffset="-193686.38">9284 6520 123 0,'0'0'312'16,"0"0"-23"-16,0 0-27 0,0 0-26 0,0 0-22 16,0 0-27-16,0 0-19 0,0 0-17 0,5 9-15 15,-1-5-13-15,-2 1-10 0,2 1-14 0,-2 1-9 16,4 3-12-16,-2-1-3 0,0 4-6 0,3 0-6 16,0 2-9-16,-2 2-1 0,1-1-4 0,-1 3-5 15,4-2-3-15,-5 0-4 0,5 1-2 0,-4-1-11 16,3-1-27-16,-2 2-19 0,-2-5-62 0,-1-2-78 15,2-1-48-15,-1 1-231 0,-1-4-478 0,2-2 212 16</inkml:trace>
  <inkml:trace contextRef="#ctx0" brushRef="#br0" timeOffset="-192780.2">9337 6338 234 0,'0'0'298'16,"-2"-6"-26"-16,4 2-25 0,1 0-26 0,-2 0-20 15,7-1-19-15,-3 1-20 0,2-1-17 0,3-1-14 16,3 1-14-16,-2 1-13 0,0-1-11 0,4 1-9 16,-3 1-10-16,3 0-7 0,-1 2-5 0,2-2-5 15,-5 4-10-15,4-1-8 0,-4 0-2 0,3 3-3 16,-4-2-3-16,3 1-5 0,-1 1-2 0,0-1-1 16,-6 2-5-16,-1-1 1 0,6 1-5 0,-4 0-2 15,0-1-2-15,-2 2-1 0,-1 0-1 0,4 0-2 16,-5 0 0-16,2 0 3 0,1 0-7 0,-3 0 1 15,-1 1 1-15,1-1 0 0,4 2 1 0,-5-1-4 16,1 2 2-16,1-1-3 0,3 3 0 0,-3-2 3 16,0 3-3-16,2-1 0 0,-1 0 2 0,-1 2-2 15,0-2-2-15,3 2 2 0,-4 0 2 0,1-1-4 16,1 7 2-16,2-5 0 0,0 2 1 0,0 1-2 16,1 1 0-16,-6 0 2 0,5 0 1 0,-1-1-2 0,-2 2 3 15,3-2 5-15,-3-3-1 0,0 0 1 0,0 1 3 16,1 0 1-16,0 1 8 0,-1-2 6 15,0-2-2-15,2-1-2 0,-3 1 3 0,1-1 8 16,-1 0-2-16,-2-2 4 0,3-1 4 0,2 1 12 0,-3 0-6 16,-1-3-4-16,2 0-6 0,-2 0-3 0,0 0 5 15,1 0-4-15,0-1-3 0,-2 0 0 0,2-1-2 16,-2 0-2-16,2 1-7 0,-3-4 2 0,3 5-7 16,-2-1 2-16,1 0-1 0,-1-1-8 0,0 0 6 15,-1-3 1-15,8 8-3 0,-6-3-5 0,2-2 14 16,-1 1-12-16,-1 2-5 0,1-1 0 0,1 0 0 15,-2-1 0-15,0 2-3 0,1 0 5 0,2 0 0 16,-5-1-4-16,4-1 13 0,0-1-10 0,-2 2-4 16,1 0 5-16,1-2 0 0,-3 0-7 0,3-1 2 15,-4 3 5-15,0-5-5 0,4 3 4 0,-4-3-1 16,3 4-2-16,-3-4 3 0,4 3 0 0,-4-3 1 16,0 0 0-16,0 0 0 0,0 0 0 0,-2 5-1 15,2-5 15-15,0 0-2 0,0 0 3 0,0 0 11 16,-6 5 8-16,3-2 10 0,-2-2 6 0,-5 3-10 15,2-1-1-15,-7 2-9 0,0 2 1 0,-4-1-14 16,-5 1-17-16,-6 1-36 0,-2-2-57 0,-3 4-47 16,2-2-57-16,-1 2-70 0,0-3-68 0,-3 0-251 0,10 2-627 15,7-5 278-15</inkml:trace>
  <inkml:trace contextRef="#ctx0" brushRef="#br0" timeOffset="-188344.06">6071 8122 112 0,'0'0'301'0,"0"0"-11"16,-1-5-11-16,1 5-14 0,-3-3-17 0,3 3-12 15,0 0-19-15,0 0-15 0,-1-5-15 0,1 5-17 16,0 0-28-16,0 0-12 0,-10 0-9 0,10 0-16 16,-12 5-8-16,5 0-10 0,0 0-13 0,-6 0-10 15,-2 6 2-15,-3-2-7 0,3 0-12 0,-4 2 7 16,0 2-12-16,1 0-3 0,-1-2 1 0,3 0-4 15,0 3-5-15,-1-3 0 0,4 0-10 0,5-1-4 16,-2-3 2-16,3-4-6 0,3 3 0 0,-3-1-4 16,3-1 12-16,3 0-9 0,0 0-4 0,2 1 6 15,3-2-3-15,4-3 1 0,7-2 2 0,5 0-2 16,13-4 0-16,4 0-6 0,5-3 0 0,11 0-2 0,-12-1-15 16,15-3 0-16,-17 3-7 0,14-3-8 15,-16 6-7-15,0-1 0 0,-1-1 1 0,-6 3-7 16,-1-2 5-16,-10 2 1 0,-2-1 5 0,-3 3 1 0,0 0 8 15,-5 1 9-15,-5-1-4 0,3 1 10 0,-4 1 4 16,2-1 0-16,-5 3-3 0,0 0 2 0,-9-8 1 16,-1 6 12-16,-2 1-3 0,-8-3 10 0,-2 1-8 15,0 2 0-15,-8-3 0 0,1 4-2 0,-2 0 0 16,1-1-1-16,-1-1-2 0,9 2-1 0,2-1 0 16,-3 1-3-16,6-1-14 0,-1 0-17 0,5 1-22 15,5 0-25-15,0-2-28 0,1 2-36 0,7 0-62 16,-11-1-43-16,11 1-235 0,0 0-520 0,-1-2 230 15</inkml:trace>
  <inkml:trace contextRef="#ctx0" brushRef="#br0" timeOffset="-188047.21">6017 8000 97 0,'0'0'316'15,"-2"-3"-20"-15,2 3-38 0,-4-4-31 0,4 4-24 0,0 0-24 16,0 0-21-16,0 0-14 0,11 9-17 0,-3-2-9 16,2 2-16-16,-2 1-4 0,6 3-13 0,-1 4-5 15,2-1-6-15,2 6-7 0,-1 1-7 0,0 0-5 16,-1 0-6-16,0 0-4 0,0 3-6 0,-4 0-2 16,4-1-3-16,-3-7-5 0,-1 9 0 0,1-7 0 15,-4-3-4-15,2 1 3 0,-1-1-9 0,-2-4 2 16,0-2-5-16,0-3-3 0,-3 2-22 0,3-2-28 15,-2-2-28-15,1-2-42 0,-1 0-67 0,3-6-61 16,2 1-187-16,-1-4-457 0,1-2 202 0</inkml:trace>
  <inkml:trace contextRef="#ctx0" brushRef="#br0" timeOffset="-187672.24">6666 7956 178 0,'0'0'320'0,"0"0"-27"0,0 0-26 16,0 0-26-16,0 0-23 0,0 0-24 0,0 0-22 0,0 0-12 16,0 0-17-16,-10 12-15 0,9-4-10 0,-4 0-2 15,1 1-5-15,3 1-3 0,-2 2-3 0,2 0-5 16,-4 1-5-16,5 1-9 0,2 0-11 0,-2 4-3 16,3-5-9-16,-2 5 4 0,1-4 3 0,-1-1-13 15,3 0-11-15,3-1 5 0,-3 0-2 0,2-2-5 16,3 0-4-16,-1 0-2 0,3-2-1 0,-2 0-4 15,1-1 0-15,1-4-5 0,5 3-34 0,-3-4-30 16,0-1-32-16,6 1-50 0,2-2-56 0,-6-1-56 16,4-3-58-16,0 0-218 0,-6-1-549 0,3-5 243 0</inkml:trace>
  <inkml:trace contextRef="#ctx0" brushRef="#br0" timeOffset="-187422.26">7045 8003 40 0,'0'0'297'0,"0"-5"-6"0,0 5-16 0,0 0-24 16,0 0-24-16,-2-5-25 0,2 5-23 0,0 0-20 15,0 0-19-15,0 0-13 0,0 0-14 0,0 0-11 16,-4 16-7-16,1-9-11 0,-2-1-6 0,3 5-3 16,-4-1-9-16,2 1-8 0,-3 0-3 0,-1 0-5 15,0 5-4-15,3-3-6 0,-1-1-3 0,-2 3-4 16,0-2-2-16,1-1-5 0,0 4-1 0,4-6-9 15,-1 0-21-15,-1 0-26 0,2-1-20 0,2-3-33 16,0-1-25-16,-1 0-17 0,2-1-33 0,0-4-49 16,0 0-34-16,0 0-126 0,0 0-398 0,0 0 177 15</inkml:trace>
  <inkml:trace contextRef="#ctx0" brushRef="#br0" timeOffset="-187219.15">6874 8045 6 0,'0'0'173'0,"0"0"-19"16,0 0-5-16,0 0 8 0,0 0 3 0,-3 9 6 16,3-9 5-16,5 8-2 0,1-2-8 0,3 1-13 0,-2-1-8 15,4 0-10-15,0 3-11 0,5-1-11 0,-4-2-7 16,6 5-10-16,-6-5-10 0,9 1-7 0,-2-1-4 16,-6-1-8-16,6 2-21 0,-5-2-40 0,1-2-48 15,4 1-72-15,0-3-76 0,-7 2-184 0,2-3-410 16,-2-1 181-16</inkml:trace>
  <inkml:trace contextRef="#ctx0" brushRef="#br0" timeOffset="-186937.92">7157 7971 19 0,'0'0'357'0,"-2"-3"-26"0,2 3-29 15,0 0-28-15,0 0-29 0,0 0-30 0,0 0-21 16,0 0-20-16,0 0-9 0,0 0-17 0,19 9 1 16,-8-2-20-16,0-2-7 0,1 0-13 0,-1 1-12 15,5 4-10-15,1 0-6 0,-1 0-2 0,-1 0-6 0,3 2-9 16,-1 0-3-16,-3 0-11 0,-3 0 1 0,2 1-3 16,-3-4-4-16,1 4-7 0,-6-2-1 15,1 0-4-15,1 2-4 0,-6-2 0 0,3 2 2 0,-3-1-10 16,-2-1-15-16,1 0-20 0,-4-3-27 0,1 3-35 15,-4-3-35-15,2 1-43 0,-6-2-51 0,7-2-84 16,-6 1-209-16,3-4-538 0,1-1 238 0</inkml:trace>
  <inkml:trace contextRef="#ctx0" brushRef="#br0" timeOffset="-184411.77">8055 8021 123 0,'0'0'320'0,"0"-9"-11"0,0 6 1 0,-1-2-15 16,1 5 2-16,0-7 0 0,0 3-7 0,-4 0-6 16,4-1 2-16,-1 1-4 0,1 4-7 0,-3-6-17 15,0 1-12-15,1 3-16 0,2 2-21 0,-2-4-18 16,2 4-19-16,-5-2-16 0,5 2-21 0,-12 0-15 15,12 0-10-15,-10 5-13 0,3 0-10 0,-1-1-12 16,-1 3-5-16,-1 2-10 0,0 0-5 0,-3 4-7 0,2-3-5 16,0 5-4-16,3-3-6 0,3 2-4 15,-2-1-4-15,-2 3 0 0,3-3-8 0,3 0 0 16,2-1-3-16,2 1 1 0,-1 5-2 0,3-5-1 0,5-3-1 16,-4 0 0-16,4 0-4 0,0 1 2 0,4-3-2 15,-2 0 0-15,10 0-1 0,-3-1 1 0,3 0-6 16,-1-2-3-16,2-4-23 0,-1 2-22 0,0-2-19 15,-2-2-33-15,1-1-25 0,-1 1-33 0,1-3-6 16,-5 3-27-16,-2-1-26 0,-4-1-26 0,-1 1-26 16,-2 0-37-16,0-2-25 0,0-1-33 0,-5 5-210 15,0-6-621-15,0 6 274 0</inkml:trace>
  <inkml:trace contextRef="#ctx0" brushRef="#br0" timeOffset="-184177.41">7943 8218 148 0,'0'0'314'0,"-14"0"3"0,14 0 7 0,-8 1-9 0,8-1 1 15,-7 0-4-15,7 0-6 0,0 0-11 16,-5-3-11-16,5 3-17 0,0 0-19 0,0 0-17 16,-5-3-18-16,5 3-21 0,0 0-14 0,0 0-20 0,0 0-12 15,0 0-22-15,0 0-12 0,0 0-9 0,10-5-11 16,1 1-14-16,2 0-20 0,1 2-26 15,2-3-26-15,2 0-31 0,1-1-36 0,0 1-39 0,2-1-29 16,-2 0-37-16,-1 0-37 0,-5 1-46 0,3 0-57 16,3-3-48-16,-9 2-242 0,5 0-646 0,-4-1 285 15</inkml:trace>
  <inkml:trace contextRef="#ctx0" brushRef="#br0" timeOffset="-180539.71">8707 7639 128 0,'0'-4'302'0,"-3"0"-26"0,3 4-26 0,0-5-20 0,0 5-11 16,-1-5-15-16,1 5-17 0,0-4-18 0,0 4-14 15,0 0-23-15,0 0-13 0,-7-2-17 0,7 2-9 16,0 0-10-16,-11 2-9 0,4 0-8 0,-1-1-10 16,2 2-2-16,-1-1-8 0,0 1-4 0,-3 2-5 15,1-1-4-15,-1 0-1 0,6 1-2 0,-3 0-7 16,-2 0-1-16,1 1-3 0,-2 1-4 0,5-2 0 15,-5 3-2-15,6-3-2 0,0 1-1 0,-1-1-5 16,3 2 0-16,-1-4 0 0,2 3 1 0,0 1-2 16,1 1 1-16,1-1-1 0,3-1 0 0,-2 0 2 15,6 1 1-15,0 1-4 0,4-3 3 0,-2 5 3 16,2-5-6-16,7 3-1 0,-1-1 1 0,-6 1 1 16,0-3-1-16,2 1 0 0,-2 1-2 0,0-1-2 15,-1 1 1-15,0 0-3 0,-3 1-2 0,0 0 5 0,-1-2-5 16,-1 0 0-16,-2 1-2 0,-3 2 4 15,3-5-1-15,-3 3 3 0,-1 2-1 0,0-2-1 16,-1 3 4-16,-7-3-3 0,1 4 0 0,3-4 0 0,-4 2 3 16,-1 0-2-16,0-1 0 0,1 1 4 0,-4-3-2 15,1 1-1-15,1-2 2 0,2 1-2 0,2-2 0 16,-1-1 1-16,3-1 2 0,1 0 3 0,-1 0 8 16,4-2-1-16,-6 3 9 0,6-3 1 0,0 0-6 15,0 0 0-15,0 0-1 0,0 0-5 0,14-7-1 16,-7 6-4-16,6-3 1 0,-3 1-2 0,1 2-3 15,1-1 9-15,0 2-9 0,-1 0-2 0,1 1 3 16,-2 1-5-16,2 1 2 0,-1 0-3 0,-3 3-5 16,3-1 3-16,-3 2-5 0,-1 3 4 0,1 0 4 15,2 1-4-15,-4 6 0 0,3-1 4 0,-4 0-3 16,4 9 2-16,-3-6-1 0,-2-1 1 0,3 1-3 16,0 2 5-16,-3-1-1 0,4-1 9 0,-3 2-6 0,4-2-4 15,-2 1 2-15,0-2 0 0,3 2 1 0,-2-6 3 16,2 2-2-16,-4-4 3 0,4-1 0 15,1-3 4-15,0-1-2 0,-2 2 2 0,6-7-2 16,-4 0 3-16,6-2 0 0,2-1-6 0,0 0-20 0,-3-3-39 16,0-1-49-16,-3-3-69 0,4 1-71 0,-2-6-235 15,0 2-520-15,-1-2 230 0</inkml:trace>
  <inkml:trace contextRef="#ctx0" brushRef="#br0" timeOffset="-179119.29">9256 7728 183 0,'0'-5'304'0,"0"5"-8"0,0 0-12 0,0 0-10 16,-2-5-15-16,2 5-14 0,0 0-14 0,0 0-18 0,0 0-9 16,0 0-17-16,0 0-22 0,0 0-11 0,-4-4-20 15,4 4-12-15,0 0-8 0,0 0-12 0,-14 5-19 16,10-3-15-16,-3 0 1 0,-1 1-10 0,0 0-7 15,-2-1 0-15,1 1-9 0,1 0-4 0,-3 2-5 16,4-3-3-16,-4 2 0 0,3-2-6 0,1 1 0 16,2 1-5-16,-3-2 2 0,4 0-3 0,-2-1-7 15,6-1 16-15,-5 3-16 0,5-3-1 0,-6 1-5 0,6-1-1 16,0 0 1-16,-4 2-5 0,4-2-4 16,0 0-4-16,0 0-1 0,0 0 3 0,0 0 3 15,7 7-10-15,-4-4 12 0,-3-3-4 0,8 7 2 16,-4-2-1-16,1 1-3 0,1 0 2 0,0 1 3 0,4 3 1 15,-6-3-11-15,4 2 9 0,0 1 4 16,-1 1-5-16,0 0 0 0,1 1-8 0,3-1 8 16,-5 2 20-16,2 3-19 0,-3-5 4 0,5 2-5 0,-5-2 6 15,1 1-7-15,0 1-2 0,0-2 4 0,0-1 0 16,0 0 1-16,1 1 0 0,-3-2 0 0,2 0 1 16,-1 2-1-16,-4-4-3 0,3 1 4 0,0-4 0 15,0 3-9-15,-1-1 9 0,0-1-3 0,-3-2 3 16,5 1 0-16,-3 0 1 0,-2-4 0 0,4 5-9 15,-3-3 12-15,-1-2-1 0,3 3-1 0,-3-3-1 16,4 1 4-16,-3 3 0 0,-1-4 0 0,3 3-2 16,-3-3 3-16,0 0-6 0,5 2 8 0,-5-2-3 15,6 4 2-15,-2-3 13 0,1 0-14 0,-5-1-3 16,11 0 3-16,-4 0 1 0,0 2-14 0,5-4-23 16,-1 1-31-16,1 0-41 0,0 0-47 0,2-3-35 15,-2 0-79-15,2 0-307 0,-2 0-616 0,0-1 274 0</inkml:trace>
  <inkml:trace contextRef="#ctx0" brushRef="#br0" timeOffset="-176848.43">9559 7905 96 0,'0'0'351'0,"-3"-2"-10"0,3 2-14 16,-3-6-24-16,3 6 2 0,0 0-28 0,-1-6-18 15,1 6-15-15,-3-2-27 0,3 2-18 0,0 0-18 16,0 0-22-16,0 0-23 0,0 0-12 0,0-5-14 15,0 5-11-15,0 0-6 0,12-3-13 0,-4 3-7 16,-1-1-8-16,1 0-12 0,-1 1 0 0,3 0 7 16,-1 1-22-16,1 0-9 0,-1 1-7 0,-1-1-3 15,-1 4-2-15,0-4-4 0,2 0-3 0,-2 2-8 16,-3 1 5-16,3 1 15 0,-4-3-23 0,4 1-2 16,-6 1 3-16,3 3 0 0,-4-3-3 0,3 0 4 15,-6 1-1-15,3 3 0 0,-1-2 0 0,-3 1 0 16,0 1-5-16,-2-1 1 0,-1 1 4 0,3 1-2 0,-3 0 5 15,5-3-4-15,-6 1 3 0,4-1-1 0,1-1-7 16,-3 0 1-16,4-1 2 0,-1 0 6 16,0 0-3-16,3-4-2 0,0 5 6 0,-3-2 1 0,3-3 2 15,-1 6 18-15,1-6-15 0,5 3-1 0,-5-3 20 16,14-2-20-16,-4 1 0 0,5 1-1 0,-2-6 3 16,6 2-12-16,3-1-12 0,-3-2-24 0,3 1-23 15,-2 2-36-15,1-3-36 0,-2 2-45 0,0 0-50 16,-3-1-48-16,-1 1-51 0,-5 0-198 0,-1-2-567 15,2 2 251-15</inkml:trace>
  <inkml:trace contextRef="#ctx0" brushRef="#br0" timeOffset="-176582.83">10013 7946 54 0,'0'0'255'0,"0"0"-21"16,4 3-20-16,-4-3-25 0,1 2-17 0,-1-2-11 16,2 6-5-16,-2-1-1 0,0 0 0 15,0 2-9-15,0 0-5 0,-2 3-5 0,-2 1-7 0,3 0-8 16,-2 1-14-16,-1 1-10 0,0-2-11 0,1 2 3 16,-1-1-19-16,-1 1-5 0,2-1-4 0,-2-2 0 15,3 4-13-15,-2-3-10 0,3 0-19 0,-1-4-28 16,1-1-27-16,1-1-31 0,0-1-24 0,0-4-41 15,3 4-54-15,-3-4-53 0,0 0-162 0,13-7-432 16,-5 0 192-16</inkml:trace>
  <inkml:trace contextRef="#ctx0" brushRef="#br0" timeOffset="-176254.73">10146 7862 140 0,'0'0'216'0,"0"0"-9"0,0 0-13 0,0 0 0 16,-4 8-5-16,1-4-1 0,3-4-12 0,3 9-6 16,-3-4-13-16,1-2-15 0,2 3-9 0,1 1-9 15,-1-3-1-15,1 2-11 0,-3 1-7 0,3-2-12 16,3-1 3-16,-3 3-17 0,4-3-7 0,-2 0-5 0,-1 0-4 16,2-2-6-16,-1 1-5 0,0-1-4 0,1-1-5 15,0 0 6-15,-7-1-9 0,10-2 2 16,-10 2-9-16,9-6-5 0,-5 2-3 0,-3 1-2 0,-1 3-1 15,3-8-5-15,-4 1-3 0,1 2-2 0,-2 1-3 16,-2-5 0-16,0 4-3 0,-1-2 4 0,-2 0-5 16,0 5-1-16,2-4-5 0,-6 1 4 0,0-1-20 15,0 1-14-15,3 4-22 0,0 0-23 0,-2-1-32 16,-2 2-35-16,4 0-53 0,1 0-50 0,0 2-208 16,7-2-491-16,-10 1 218 0</inkml:trace>
  <inkml:trace contextRef="#ctx0" brushRef="#br0" timeOffset="-175692.27">10192 7664 261 0,'0'0'357'0,"0"0"-18"0,0 0-22 0,3-8-27 15,-3 8-24-15,0 0-28 0,1-5-23 0,-1 5-26 16,6-5-18-16,-3 1-22 0,3 0-13 0,-2 1-12 16,0 1-17-16,2-2-4 0,-1 1-17 0,1 2-4 15,2-3-18-15,-1 2 1 0,0 1-9 0,-1 0 0 16,2-1-9-16,1-2-4 0,-1 4-6 0,0-3-3 15,-1 3-13-15,0 0 5 0,-7 0 7 0,11 0-15 16,-3 0-4-16,-8 0-4 0,12 3 0 0,-8-2-4 16,1 4 2-16,0-4-7 0,0 2 0 0,0 1-2 15,-1 0 5-15,0 1-5 0,2-1-3 0,-2 2 6 16,0 1-4-16,0-1-1 0,4 3 6 0,-5 2-5 16,1-5 3-16,2 5 0 0,-1 1-4 0,-1 1 1 15,4 2-3-15,-1 0-1 0,-3-1 5 0,3 2 3 16,-3-4 1-16,4 4-6 0,-1 1 4 0,0-2-5 15,1 1 3-15,0-4 0 0,-4-1-1 0,2 0 7 16,-1 1-6-16,1-3 6 0,-1 2 1 0,0-4 1 0,-3 2 7 16,-1-3 3-16,3 0 4 0,0-1 5 0,-1-1 7 15,0 1 13-15,-3-2-3 0,1 0 10 16,1 0 4-16,-2-3-1 0,1 4 3 0,-1-4-2 0,0 0-1 16,0 0-3-16,1 4 2 0,-1-4-10 0,0 0-2 15,0 0-8-15,-4 5 7 0,4-5-6 0,-7 6-9 16,3-3 1-16,-1 1-34 0,-2 0-42 0,2-1-48 15,1 1-41-15,-3 0-44 0,-3 1-37 0,2 0-51 16,1-1-66-16,3 2-264 0,-1-3-648 0,3 0 287 16</inkml:trace>
  <inkml:trace contextRef="#ctx0" brushRef="#br0" timeOffset="-175161.06">10845 7915 298 0,'-4'1'338'0,"4"-1"-14"0,0 0-23 15,0 0-19-15,0 0-21 0,0 0-26 0,0 0-25 16,0 0-18-16,0 0-21 0,0 0-18 0,10 5-13 16,-6-3-11-16,1 0-18 0,-1 0-10 0,2-1-13 15,-1 1 9-15,2 3-29 0,0-1 0 0,-2 0-12 16,-2 1-5-16,0 0-3 0,1 0-11 0,-2 1 1 0,1 1-4 15,-1 1-5-15,-4-1 7 0,1 1-13 0,-3 1-9 16,-3-2-12-16,0 3-23 0,-4-3-30 16,4 1-34-16,-4 0-39 0,-1-1-43 0,3-1-62 0,-1-1-74 15,-3-1-190-15,7-1-534 0,1-3 237 0</inkml:trace>
  <inkml:trace contextRef="#ctx0" brushRef="#br0" timeOffset="-174494.39">11061 7437 183 0,'0'0'233'0,"0"0"-19"0,0 0-19 16,0 0-21-16,0 0-16 0,0 0-15 0,0 0-12 16,0 0-17-16,0 0-6 0,0 0-13 0,-13 5-9 15,7-4-14-15,1 3 3 0,-2-1-5 0,0-1-1 0,-1 3 0 16,0-2-5-16,-1 1 1 0,0 1 3 0,0-3-4 16,1 1-6-16,-2 2-4 0,3-1-9 0,2-3-5 15,-2 2-1-15,3-2-2 0,0 2-10 0,4-3 0 16,-8 2-1-16,8-2-8 0,-4 4 1 0,2-1-2 15,2-3-2-15,-4 5-1 0,4-5 1 0,0 0-5 16,6 9 2-16,-5-4-2 0,2 0-1 0,1 1 1 16,0-1-2-16,1 2-4 0,1 2 5 0,-1 3-4 15,3-4 1-15,3 7 1 0,-1 0-3 0,-1-1-1 16,1 1-2-16,-2 1 1 0,1 2-2 0,2 1 3 16,-1-2 0-16,-1 1 0 0,1 0 2 0,-3-1 1 15,5 2 3-15,-7-1 11 0,2 0 5 0,0-1 3 16,-3 0 3-16,3-1 3 0,-2 0 2 0,-2-2 4 0,4-4 4 15,-3 0 9-15,-1 2-2 0,-2-5 0 16,3-2-3-16,0 3 5 0,-1-2 3 0,0-1 11 16,-2 1-9-16,-1-4 1 0,0 2 3 0,0-4 4 0,4 5-5 15,-1-1 9-15,-3-4-3 0,0 0-4 0,5 3-1 16,-5-3-11-16,7 0-10 0,-7 0-13 0,20-6-26 16,-8 1-62-16,0 3-48 0,1-3-55 15,-1-2-62-15,6-2-68 0,1 0-292 0,-1-1-634 0,-2-2 281 16</inkml:trace>
  <inkml:trace contextRef="#ctx0" brushRef="#br0" timeOffset="-173931.94">11302 7665 273 0,'-7'-3'273'16,"7"3"-16"-16,0 0-20 0,0 0-19 0,0 0-12 15,0 0-26-15,0 0-15 0,-7 0-20 0,7 0-5 16,-6 3-15-16,6-3-8 0,0 0-11 0,-7 1-9 15,4 3-9-15,3-4-9 0,-3 4-5 0,3-4-11 16,-1 3-4-16,1-3-3 0,-5 5-5 0,3-3 0 16,2-2-8-16,-1 4-1 0,1-4-3 0,-3 6-5 15,3-3 1-15,0-3-7 0,-2 5 3 0,2-5 0 16,-2 6-1-16,2-3-9 0,0-3 3 0,0 7 5 16,0-4-9-16,0 4 0 0,2-5-2 0,0 2-3 15,-2-4 4-15,3 8-2 0,-3-3 8 0,3-3-14 16,-2 2 3-16,3 0 2 0,-3-1-2 0,4-1-7 15,-1 2 4-15,1-2 0 0,0 0 1 0,2 1 2 16,0-1-9-16,-1-2 4 0,3 0-1 0,-1 0-5 16,2 0-7-16,-2-2-1 0,4-1-2 0,-2 1-2 15,-2-1-3-15,1-1 4 0,-2 2-3 0,0-5 3 0,0 3 0 16,-3-2 4-16,3 0-1 0,-5-1 5 0,2 1 2 16,-2-4-6-16,-2 5 0 0,-3-2-4 15,2-1 6-15,-2-1-3 0,-5 2-2 0,5-3 4 0,-2 5-3 16,-1-1 3-16,1 1 1 0,-2 1-10 0,-4-2-7 15,0 2-15-15,3 2-20 0,-4 1-28 0,4 1-27 16,-2 1-35-16,-5-1-36 0,7 0-46 0,1 2-230 16,-1-1-493-16,0 2 218 0</inkml:trace>
  <inkml:trace contextRef="#ctx0" brushRef="#br0" timeOffset="-172107.75">11691 7802 109 0,'0'0'408'0,"0"0"-5"0,-3-4-20 0,3 4-20 0,0 0-15 0,0 0-44 0,0 0-31 0,0 0-29 15,0 0-29-15,0 0-13 0,0 0-36 0,0 0-14 16,0 0-15-16,0 0-12 0,0 0-15 0,7 11-12 15,-4-5-13-15,0-1-4 0,1 0-17 0,1 1 2 16,-2 1-14-16,1 2-19 0,1 0-23 0,-1-3-15 16,-1 0-26-16,1 2-14 0,-2-1-19 0,-1 0-16 15,-2 0-7-15,1 0-9 0,-2-3-14 0,2 3-21 16,-4 0-21-16,-3-1-22 0,-2-2-35 0,2 2-31 16,0-4-53-16,0-2-160 0,-1 0-490 0,2 0 217 0</inkml:trace>
  <inkml:trace contextRef="#ctx0" brushRef="#br0" timeOffset="-171748.4">11777 7608 131 0,'0'0'311'15,"0"0"-21"-15,0 0-26 0,0-3-22 0,0 3-27 16,6-3-20-16,-6 3-16 0,13-1-22 0,-13 1-15 16,14 1-16-16,-8-1-10 0,2 1-13 0,-1 1-12 15,0 0-10-15,1 2-8 0,-1 0-8 0,1 0-9 16,-1-2-3-16,-2 2-9 0,1 2-2 0,-2 1-6 16,0-2-1-16,-1 3-5 0,-1-2-5 0,0 1-2 15,-2-1 4-15,0 2-5 0,-2-2-1 0,2 2 9 0,-1-2-9 16,0 1 1-16,-1-2 1 0,1-1 6 15,0 3 0-15,1-2 7 0,-2-2 2 0,2 0 13 16,0-3-4-16,0 6 6 0,0-6 4 0,0 0-3 0,0 5 0 16,0-5-8-16,7 1 2 0,-7-1 0 0,0 0-13 15,23-6 2-15,-12 0-13 0,1 4-19 0,2-2-30 16,-2-1-32-16,3 0-40 0,-4 0-52 0,8-3-69 16,-4-1-60-16,0 3-249 0,-5-2-570 0,7-3 252 15</inkml:trace>
  <inkml:trace contextRef="#ctx0" brushRef="#br0" timeOffset="-171232.82">11967 7411 9 0,'0'0'312'0,"-6"-1"-11"0,6 1-11 16,-5-1-18-16,5 1-20 0,0 0-16 0,-1-4-28 16,1 4-24-16,0-6-22 0,0 6-9 0,6-8-19 0,-1 5-12 15,0 2-15-15,2-4-11 0,-1 0-12 0,-1 2-3 16,4-1-10-16,2 2-7 0,-2-2-6 16,4 0-10-16,-6 1 0 0,1 1 2 0,-1 1-16 15,1-1-4-15,-3 0-1 0,4-1-6 0,-4 3 0 0,2-2-5 16,1 1-2-16,-8 1-2 0,11-2-5 0,-7 2 0 15,-4 0 0-15,11 3-4 0,-7-1 1 0,0 2-6 16,4 0 3-16,-4 1 0 0,7 3 1 0,-5 1-3 16,-1 1-4-16,2-1 2 0,-2 4 1 0,2 2-3 15,3 1 5-15,-3 1 0 0,2 0-6 0,-2-2 2 16,1 5 0-16,-1-2 5 0,1 2-4 0,1-1 2 16,-2 1-1-16,0-3 0 0,3 1-1 0,-2 2 2 15,-2-2-5-15,0-2 3 0,4 2 0 0,-1-3-2 16,-1 2 7-16,-1-5-8 0,-3-1 8 0,4 1-3 15,-1-4 4-15,-6 1 5 0,3-2 9 0,-2-1-2 16,1 1 2-16,-2-3 6 0,3 1 8 0,-4 0 9 16,3 0 14-16,-3-5 14 0,0 8 5 0,0-3 10 15,-3-2 3-15,2 4-9 0,-5-3-14 0,2 1-5 16,-3 0-1-16,-1 2-4 0,0 0-11 0,1 1-12 16,-4-2-48-16,3 2-52 0,0 0-55 0,0-1-56 15,-4-1-63-15,5 0-80 0,0-1-271 0,4-1-641 0,0-2 283 16</inkml:trace>
  <inkml:trace contextRef="#ctx0" brushRef="#br0" timeOffset="-170857.85">12699 7762 54 0,'0'0'361'0,"0"0"-13"16,0 0-33-16,-8 0-28 0,8 0-28 0,0 0-25 15,0 0-26-15,0 0-19 0,0 0-20 0,0 0-20 16,0 6-10-16,0-6-14 0,4 7-13 16,-4-3 6-16,0 0-29 0,4 1-13 0,-4 1 0 0,0-1-11 15,2 3 5-15,-2 2-24 0,0-2-2 0,-2 1-12 16,-2 1-10-16,0 2-26 0,0-2-22 0,-2 2-30 16,-1-1-39-16,-1-3-34 0,3 2-46 0,-5-5-61 15,2 4-242-15,2-4-517 0,0-3 228 0</inkml:trace>
  <inkml:trace contextRef="#ctx0" brushRef="#br0" timeOffset="-170170.4">12902 7246 53 0,'0'0'256'0,"5"-3"-19"16,-5 3-12-16,3-7-11 0,-3 7-11 0,1-4-21 15,-1 4-18-15,0 0-12 0,0 0-20 0,0 0-13 0,0 0-17 16,0 0-8-16,0 0-8 0,0 0-9 16,0 0-8-16,0 0-10 0,0 0-3 0,-26 6-7 15,21-1-4-15,-2-4-6 0,-1 3-3 0,0-3 1 0,-2 0-9 16,2 1 2-16,0 2-4 0,-3-1-6 0,3-1 1 15,1 0-5-15,0 1-1 0,2-2-2 0,-2 0-1 16,3-1-3-16,0 4-2 0,4-4 1 0,0 0-2 16,-7 3-2-16,7-3 0 0,-3 4 2 0,3-4-1 15,3 6 1-15,-3-6-8 0,4 6 8 0,0-1-1 16,-1-1 0-16,1 1-2 0,4 1-3 0,2 1 0 16,-2 1-3-16,0-1 6 0,0 4-2 0,0-3-1 15,1 3-1-15,-1 0 2 0,1 2-2 0,2 1-4 16,-5-4 4-16,2 7 2 0,1 0-1 0,-3-1-1 15,2-1 3-15,-3 2 8 0,1 0 1 0,-1-2 6 16,1 3-3-16,-2-5 1 0,1 2 1 0,-1 2 7 16,-1-3 3-16,5-1-2 0,-7 0 9 0,2 0-4 15,1-1 8-15,-1 1 12 0,2 0-4 0,0-2 1 0,-4 1-3 16,4-2-4-16,1 1 6 0,-2-2-3 16,-3 0 1-16,3-2 5 0,-1-2-1 0,3 3-1 15,-4-4 1-15,2-1 2 0,0 2 1 0,2 0-1 0,-1-2 0 16,2 0-9-16,0-2-1 0,2 0-2 0,1-2-10 15,3 1 0-15,-3-1-19 0,2-2-33 16,0 2-49-16,-1-2-53 0,0-2-72 0,1-2-80 16,1 1-289-16,-4-3-613 0,2 3 272 0</inkml:trace>
  <inkml:trace contextRef="#ctx0" brushRef="#br0" timeOffset="-167349.45">13146 7428 117 0,'0'0'371'16,"0"0"-9"-16,-5 0-11 0,5 0-13 0,0 0-9 0,0 0-15 15,0 0-23-15,0 0-16 0,0 0-24 0,0 0-27 16,0 0-20-16,0 0-19 0,0 0-15 16,0 0-22-16,0 0-13 0,0 0-17 0,0 0-11 0,0 0-4 15,19-2-24-15,-19 2-9 0,11 0-8 0,-11 0-4 16,8 1-6-16,-2 1-6 0,-1 2-11 0,-1 0-3 16,0-1-7-16,3-1 1 0,-3 3-8 0,-3-2-4 15,4 3 6-15,-1-1-4 0,-2 3-5 0,1-1-2 16,-3 0 0-16,0-1 2 0,0 2-4 0,4-1 2 15,-8 3-2-15,4-4 1 0,0 2-6 0,-1-2 2 16,-1 0-7-16,1 1 8 0,0-3-5 0,1-2 3 16,0-2 4-16,-2 10-5 0,0-7-1 0,2-3 1 0,-2 3 0 15,2-3 2-15,0 0 1 0,0 0-3 16,2 5 2-16,-2-5-7 0,0 0 6 0,4 5-1 16,-2-3-12-16,-2-2-15 0,8 2-26 0,-2-2-29 0,1 0-41 15,2 0-42-15,2 0-48 0,0 0-70 0,3 0-83 16,-1-1-262-16,0 0-678 0,8-1 300 0</inkml:trace>
  <inkml:trace contextRef="#ctx0" brushRef="#br0" timeOffset="-167120.58">13537 7608 123 0,'0'4'206'0,"0"-4"-4"0,-3 7 1 0,1-3-11 16,2 1-9-16,-2 0-9 0,-2 0-13 0,4 0-9 0,-3 3-9 16,2-3-12-16,-3 3-12 0,1-1-11 0,-1 2-12 15,0-1-6-15,-1 1-12 0,-1 2-3 0,1-3-8 16,0 2-10-16,1-6-16 0,0 3-36 0,-2-1-41 16,2-1-51-16,2-1-62 0,1 3-45 0,-2-5-163 15,0 0-387-15,3-2 171 0</inkml:trace>
  <inkml:trace contextRef="#ctx0" brushRef="#br0" timeOffset="-166604.99">13616 7359 11 0,'-4'-3'284'16,"4"3"-11"-16,0 0-16 0,0 0-16 0,-6-4-21 16,6 4-19-16,0 0-17 0,0 0-16 0,0 0-22 15,0 0-15-15,0 0-15 0,0 0-13 0,0 0-11 16,0 0-12-16,0 0-5 0,-4 12-11 0,4-8-7 16,0 1-1-16,0 0-4 0,0 4-1 0,0-4-7 15,0 2 3-15,-3 2-8 0,3-3 1 0,0 6-1 16,0-5-8-16,3 2 3 0,-3-1-6 0,3 2 0 15,-2-1 0-15,2-2 0 0,1 1-1 0,0 0-2 0,0 0-3 16,-2-3 1-16,4 0 12 0,-2-1-10 0,5 0-2 16,0-2-6-16,-3 1 1 0,3-2 0 15,-1-1-3-15,0-1 2 0,0-2 0 0,2 1-7 0,-2-4-3 16,2 3-1-16,-5-2 0 0,5-3-5 0,-5 4 4 16,2-2 3-16,1-1-3 0,-4 2 11 0,0-1 15 15,-2 1 22-15,0-1 13 0,1 2 3 0,0 1 21 16,-2 0 8-16,-1 3-3 0,4-2 3 0,-4 2-12 15,4-4-9-15,-4 4-14 0,3-4-14 0,-3 4 2 16,0 0-19-16,0 0 3 0,0 0-2 0,0 0-5 16,4 9-24-16,-3-4 18 0,1 0 0 0,-1 0 0 15,0 0-5-15,2 4 6 0,0-1-11 0,0 1-1 16,-1 0-4-16,4 1-20 0,-1-1-24 0,1 0-32 16,-1 0-19-16,-1-2-24 0,2-2-30 0,-2 3-35 15,2-2-46-15,1-1-57 0,0-3-59 0,-3 1-213 16,3 0-597-16,1-3 264 0</inkml:trace>
  <inkml:trace contextRef="#ctx0" brushRef="#br0" timeOffset="-165839.43">13761 7181 340 0,'-7'-5'358'16,"7"5"-9"-16,-5-5-29 0,5 2-34 0,0 3-28 15,0 0-31-15,4-10-17 0,0 6-19 0,2-2-22 16,2 1-22-16,1-2-10 0,2 2-15 0,1 1-9 15,1 1-12-15,0-2-20 0,2 3 0 0,-1-1-10 16,-2 1-11-16,0 0 6 0,2 2-21 0,-1 2-4 16,-6-1-8-16,4-1-1 0,-4 2-6 0,2 2-5 15,-2 2-6-15,0-1-5 0,-1 0 5 0,0 4 2 16,-2-2-9-16,0 4 0 0,2-2 1 0,-2 2-9 16,0 1 0-16,-2 1 0 0,-1-3 3 0,3 4 2 15,-2-1-2-15,1-1 2 0,0 2-4 0,0 2-3 16,0-2 2-16,1 1 3 0,-2 3 5 0,3-1-6 15,-1-2-2-15,2 1 1 0,1 4 4 0,1-5-9 0,-1 2 2 16,-2-4 6-16,-1 2 1 0,3 0-6 16,-4 2 5-16,5-1-6 0,-1-3 2 0,-3-2 3 15,1-1 1-15,1 1 2 0,-2 1 2 0,0-3 6 0,0 3 5 16,4-2 1-16,-5-1 3 0,3-3 0 0,-1 1-9 16,-1-1 3-16,-1-1-4 0,-2 2-1 0,2-2 8 15,2 0-7-15,-3 0-2 0,-1 0 0 0,2 2 1 16,-2-4 0-16,2 4-3 0,-2-2 3 0,-1 1-6 15,4-1 3-15,-1 1 3 0,-2 0-12 0,2-2 2 16,-1 1-1-16,-1 0 7 0,0 0-3 0,-1 0-1 16,0-2 1-16,3 0-2 0,-3 3 2 0,1-1 1 15,-1-1-8-15,0-4 7 0,1 6 4 0,-2-2 4 16,1-4-4-16,0 8 13 0,0-5 6 0,-1 1-11 16,-2 1 14-16,1-1 3 0,-3 0 1 0,0 0-7 15,-3 4-2-15,-3-4-8 0,0 1-30 0,-1 1-54 16,-7 1-63-16,-2 0-76 0,-7 2-99 0,5-4-347 15,-6 2-705-15,-1-2 312 0</inkml:trace>
  <inkml:trace contextRef="#ctx0" brushRef="#br0" timeOffset="-162674.46">8607 6905 219 0,'0'0'254'0,"0"0"-7"0,0 0-10 0,0 0-2 0,0 0-8 0,0 0-7 16,0 0-11-16,0 0-5 0,0 0-8 0,0 0-9 16,0 0-1-16,0 0-14 0,0 0-5 0,-6-4-18 15,6 4-8-15,0 0-10 0,0 0-13 0,0 0-16 16,0 0-6-16,0 0-24 0,0 0-1 0,0 0-5 15,0 0-3-15,0 0-9 0,0 0-8 0,0 0-13 16,0 0 6-16,0 0-8 0,0 0 0 0,0 0-5 0,0 0-7 16,0 0 4-16,0 0-17 0,0 0 10 0,0 0 6 15,16 6-10-15,-13-5 9 0,-3-1-9 16,0 0-6-16,10 4-1 0,-9-1-4 0,3-1 2 0,-4-2 3 16,5 4-14-16,-3 0 6 0,2-1 3 0,-3 0-2 15,0 1 17-15,-1 1-25 0,0 1 3 0,-1 1 3 16,0 2-2-16,-2 1 1 0,-2 0-33 0,-2 1-29 15,0 4-34-15,0 1-38 0,0-5-40 0,-2 6-57 16,4-3-80-16,-2-2-234 0,5-1-594 0,2 3 262 16</inkml:trace>
  <inkml:trace contextRef="#ctx0" brushRef="#br0" timeOffset="-158324.37">14192 6968 167 0,'-1'-2'331'0,"1"2"-5"0,0-6-23 15,0 6-14-15,-1-6-8 0,1 6-22 0,0-5-16 16,0 5-15-16,1-5-26 0,-1 5-10 0,3-3-23 15,-3 3-20-15,4-4-8 0,-4 4-17 0,1-2-20 16,-1 2-8-16,11-2-8 0,-4 0-11 0,0 2-11 16,-7 0-5-16,13 3 5 0,-1-3-19 0,1 2-5 15,0 1-16-15,-2 0 8 0,0 2-6 0,1 1-9 16,2 0 4-16,1 2-5 0,-1 1-1 0,2 0-2 0,-4 4-4 16,3-3-2-16,-3 0-3 0,-2 1-5 15,-2-3-2-15,1 3-6 0,0-1 1 0,0 0-8 16,-3 1 5-16,0-1 6 0,-2 0-13 0,1 0 1 0,-4 0-6 15,0-1 12-15,-1 0-1 0,0-2 5 0,-1 3-3 16,-2-2 1-16,2-1-6 0,-2 3 7 0,-2 0 3 16,-2-2 0-16,2-1 0 0,-1-1-1 0,1 1 5 15,-4 4-3-15,4-7-4 0,0 5 2 0,-4-2 2 16,4-3 0-16,-1 3-1 0,1-2 11 0,0-1-9 16,1 2-1-16,-2-1-6 0,3 2 7 0,-1-3-3 15,1 1 4-15,1-2-2 0,-3 2-4 0,3-2 2 16,2 1-7-16,-3 0-2 0,3-4 2 0,0 5-2 15,0-5 13-15,3 8-8 0,-3-6 2 0,7 2 9 16,-5 0-9-16,4-1 5 0,-2-1-4 0,4 0 0 16,-1 0 3-16,4 1-2 0,-3-2-1 0,2 1 0 15,0 1 4-15,-1-1-2 0,0 1 0 0,-3-1 1 0,3 0 2 16,-2 2-6-16,0-2 0 0,-2 1 6 0,2-1-4 16,-3 3-2-16,1-3 2 0,0 3-4 15,0-2-2-15,-1-1 1 0,-1 2 0 0,-2 1 1 0,3 2 0 16,-2-5-5-16,-1 0 2 0,-1 5 3 0,0-2 0 15,0-1 0-15,0-4 2 0,-1 7 4 0,-2-1-2 16,0-1 2-16,2 1-5 0,-2-2 6 0,2 1-3 16,-2-1-2-16,0 0 0 0,2 0 6 0,0 1-6 15,-1-1 1-15,2-4 5 16,-3 6-4-16,3-2 3 0,0-4-1 0,3 9-1 0,-3-4 3 16,2 1 0-16,-1-2 0 0,3 3-1 0,3-2-5 15,0 2-1-15,2 3 8 0,-2-3-3 0,5 4 1 16,-5-3 2-16,1 4-2 0,6-5-1 0,-5 5-1 15,2 1 6-15,3 1-3 0,-2-1-4 0,-1 2 3 16,1-2 3-16,-2 0-3 0,-1 2-4 0,3-1 3 16,-6 3-1-16,2-2 2 0,-5-4 5 0,5 4-10 15,-3 3 6-15,-1-5 0 0,1-2 0 0,0 2-3 16,-4 0 2-16,2-2 3 0,1 2 0 0,-4-1-4 16,4 0-2-16,-1-4 8 0,1 1 2 0,-3-3-2 0,-1 4-3 15,3-3-4-15,-3-2 6 0,0 1 1 0,0-2-1 16,0 0 1-16,0-4-1 0,-4 9-20 15,-3-6-27-15,-1 1-59 0,0-2-50 0,-2-2-92 16,-5 3-289-16,3-2-577 0,-1-1 257 0</inkml:trace>
  <inkml:trace contextRef="#ctx0" brushRef="#br0" timeOffset="-102394.47">23562 3807 56 0,'0'0'152'0,"0"-5"3"0,0 5-6 0,0 0 2 16,0 0-1-16,0-6-3 0,0 6-9 0,0 0-6 15,0 0-11-15,0 0-6 0,0 0-9 0,0 0-6 16,0 0-11-16,0 0-9 0,0 0-8 0,0 0-6 16,0 0-9-16,0 0-7 0,0 0-2 0,0 0-8 15,0 0-7-15,0 0 0 0,0 0-4 0,0 0-1 16,0 0-5-16,0 0-5 0,3 11-2 0,-2-7 1 16,-1-4-1-16,2 8-2 0,-2-2-5 0,0-2 5 15,3-1-6-15,-2 6 5 0,-1-3-5 0,1 0-1 16,3 1 2-16,-4 0 2 0,0 1-8 0,4 2 3 15,-4-2-1-15,2 0 2 0,0 2-2 0,-2-1-2 16,3 1 0-16,-3-2-1 0,0 1 3 0,4-1-4 16,-4 4 3-16,0-3 1 0,0 2 2 0,0-1-7 15,0-2 2-15,3-1-1 0,-3 4 1 0,0-3-1 0,0 0-1 16,1-1 0-16,-1 4 0 0,0-4 1 0,0 0 0 16,0 1-1-16,0-2 1 0,0 0-2 0,0 1 2 15,0-1-1-15,0 0-1 0,0 1 2 16,0-1 1-16,3-1 1 0,-3 3-2 0,0-1 0 0,0-3 0 15,0 5 2-15,2-3 6 0,-1-1-8 0,-1 0 0 16,3 1 2-16,-1-1 0 0,-2-1-2 0,0 4 1 16,1-4 2-16,-1 2-5 0,0-2-1 0,0 1 2 15,2 0 1-15,-1 0 3 0,-1 0-5 0,0 2 2 16,0-1-2-16,3-1 3 0,-3 1-1 0,0 0 4 16,-3-1-5-16,3 0 4 0,0 1-2 0,0-1 2 0,0 1-4 15,0-1 1-15,0 0 0 0,0 3 2 0,0-3-2 16,0 2-1-16,0-3 1 0,0 3 1 15,-1 0 5-15,1-4-4 0,0 3-3 0,-2-1 0 16,4 2 1-16,-4-1 1 0,2-1-2 0,2 1 0 0,-2-2 0 16,0 2 1-16,-2-2 4 0,2-1-2 0,0 3-1 15,2-2-2-15,-2-4 1 0,-2 8 4 0,2-3-5 16,0 0 3-16,0 0-1 0,0-2 0 0,0-3-1 16,0 7 4-16,2-3-4 0,-2 0-4 0,0-4 6 15,0 7-3-15,0-5 0 0,1 3 3 0,-1-5 3 16,0 5-5-16,0 0 3 0,0-5-3 0,0 7 2 15,0-4-2-15,0 1 0 0,0-4 1 0,0 7-4 16,0-4 4-16,0-3 1 0,0 6 0 0,0-3 0 16,0 2 0-16,0-5 1 0,0 6 1 0,0-1 0 15,0-5-3-15,0 8 1 0,3-3 1 0,-2-2-2 16,-1 5 1-16,0-4-1 0,0-1 1 0,0 3 2 16,0-1-1-16,-1 0-4 0,1-5 3 0,0 9-1 15,-3-4 0-15,3 0 0 0,0-1-2 0,0 3 3 0,0-4-2 16,0 2 2-16,0 0 2 0,0-1-4 15,0 2 5-15,3-3-3 0,-3 2-3 0,0-5 5 16,1 8-4-16,-2-5 2 0,2 1 3 0,-1-4-5 16,0 7 6-16,0-3-7 0,0-4 0 0,0 7 2 0,0-5-1 15,0-2 1-15,0 7 0 0,0-3-1 0,0-4 2 16,0 6-3-16,0-6 0 0,2 6 3 16,-2-6-1-16,0 6 2 0,2-3-1 0,-2-3-2 0,0 4 0 15,0 1 1-15,0-5-3 0,0 5 6 0,0-1-4 16,0-4-3-16,2 3 3 0,-2 2-2 0,0-5 1 15,1 6 3-15,-1-1 0 0,0-2-1 0,2 2 2 16,-2-5-5-16,0 6 0 0,0-6 1 0,0 8-1 16,1-5 1-16,-1 0 3 0,1 1-1 0,-1 0 0 15,0 1-2-15,0-5 2 0,2 7 0 0,-2-4 0 16,1 1-4-16,-1 1 6 0,0-1-2 0,0 0-2 16,1 0 3-16,-1-1-1 0,0 2-4 0,3 0 0 15,-3-2 4-15,0 2-2 0,0 2 0 0,2-4 1 16,1 2-1-16,-3-2-1 0,0 4 3 0,2-3-2 15,-1 0 0-15,-1-1 2 0,1 2-1 0,1 0 0 16,-2 0-2-16,1 0 1 0,-1 0 0 0,0 1 0 16,0-3 0-16,0 2 0 0,3 0 3 0,-2 0-2 15,-1-1 0-15,0 0 3 0,-1 1-3 0,1-5 0 0,1 7-1 16,-1-1 0-16,0-4 0 0,3 2 1 16,-3 0 0-16,0-4 0 0,1 7 0 0,-1-7-4 15,2 5 4-15,-2-5 1 0,0 3-2 0,0-3 0 16,0 5-2-16,0-5 0 0,0 0 2 0,3 5 1 0,-3 0 1 15,0-5-2-15,0 0 0 0,0 3 2 0,0-3-1 16,1 4 0-16,-1-4-1 0,0 0-1 0,0 6 7 16,0-6-1-16,3 3 1 0,-3-3-8 0,1 5 1 15,-1-5 3-15,0 4-3 0,0-4 0 0,0 0 1 16,-1 5 0-16,1-5 0 0,1 8-3 0,-1-7 3 16,0-1-3-16,0 6 1 0,3 1 0 0,-3-2 1 15,0-5 3-15,-3 5-4 0,6 1 4 0,-2-1-2 16,-1 1-2-16,0-2 3 0,0-1 1 0,5 2-2 15,-5 1 0-15,2-1 1 0,-2 1 1 0,0-1-2 16,0 1 2-16,0-1-2 0,1 0-1 0,0 1 0 16,-1 1 1-16,2-2 0 0,-2 1 0 0,-2-2 0 15,2 2 3-15,2 2-1 0,-4-1-2 0,4 0-1 16,-2-2 2-16,0 2 2 0,0-2-2 0,0 1-3 16,0 1 3-16,0-2 4 0,1 3-6 0,-1-1-1 15,0-2 0-15,2 1 3 0,-4 1 0 0,2-2-2 16,2 1 3-16,-1 1-2 0,-1-2 1 0,1 1-2 15,-1-1-2-15,0 1 4 0,0 0 1 0,0 0-1 0,3 0 2 16,-1 1-4-16,-2-2-2 0,1 0 2 0,-1 2 2 16,1-1-1-16,1-1 0 0,-1 3 1 15,-1-2 0-15,1 1-1 0,1 2 1 0,-4-4 1 16,2 2 0-16,0 4-1 0,0-4-3 0,0 3-1 0,0-3 4 16,2 4 0-16,-2-1-1 0,0 0-1 0,1-1 2 15,-1 3-3-15,0-1 1 0,0-2 2 0,4 0-3 16,-1 2 1-16,-3-1 0 0,0 2 0 15,2-3 0-15,-2 3 4 0,0-1 2 0,0-1-7 0,3 3 3 16,-3-1-2-16,2-2 2 0,-1 1-2 0,0 0 1 16,-2 0-2-16,2-1 4 0,1 0-2 0,-2 2 1 15,2 0 0-15,1 0-1 0,-3 1 0 0,0-3-2 16,2 2 2-16,0 0 0 0,-2 0 1 0,0 0-2 16,3-1 1-16,-2 1 1 0,3 0-1 0,-4 0 1 15,2-1 1-15,0 1-1 0,-2 0 0 0,0 1 0 16,0 1-1-16,0-1 0 0,2-3 3 0,0 3-3 15,-2 0-1-15,0 1 2 0,2-3 1 0,-2 2-1 16,1-1-1-16,1 1-1 0,-2 0 0 0,1 0 4 16,-2 1-2-16,2-1 0 0,0 4 2 0,-1-3-2 15,0-1 0-15,2-2 0 0,0 5 0 0,-2 2-2 16,3-4 4-16,-3 3-1 0,0-3-1 0,2 3-1 16,-2-3-1-16,2 3 3 0,-2-4-2 0,0 2 2 0,3 2-3 15,-2-1 2-15,-1-1 1 0,3-2-1 0,-2 3 0 16,-1-2 0-16,3-1 2 0,-2 3 0 15,-1-2 4-15,0 2-7 0,0-2 48 0,0 1 1 16,3-2-7-16,-3 5-3 0,0 0-4 0,0 0-2 0,1 0-4 16,-1-3-3-16,0 5 3 0,0-3-9 0,-1 2 3 15,4-2-6-15,-3 3 0 0,1 2 1 0,-1-3-4 16,0 2-3-16,3-1-1 0,-3 8 0 16,0-8-1-16,1-1 0 0,-1 3 0 0,3 5-5 0,0-1 3 15,-3-5 4-15,1-2-8 0,-1 3 2 0,0 8-1 16,2-11 1-16,-2 1-1 0,3 2 0 0,-3 3 0 15,0-4 1-15,0 1-1 0,2 0-4 0,-2-2 2 16,0 0-2-16,0 0 3 0,1-2-2 0,1 2 0 16,-1-2 2-16,3 2 4 0,-5-3-5 0,2 0 1 15,-1-1-2-15,0 5-1 0,0-4-1 0,1 1 3 16,-1-2 0-16,0-2-4 0,0 3 2 0,0-4 3 16,0 6-3-16,3-7 0 0,-3 8 3 0,2-4 0 15,-2-1-1-15,2-4 2 0,-2 2-2 0,2 4 0 16,-2-3-1-16,0 0-1 0,2 2 4 0,0 0-2 15,-1 2-3-15,-1-4 2 0,0 0-1 0,0-3 7 16,3 7-8-16,-3-1 0 0,0-4 1 0,0 5 4 16,2-5-4-16,-2 3-2 0,3 2 4 0,-3-5 0 15,1 5 0-15,-1-2-4 0,0-1 2 0,3-1 0 0,-3 2-3 16,0 1 6-16,2 0-1 0,0-1-3 16,-2-1 3-16,2-3 0 0,-2 2 3 0,0 1-1 15,1-4-4-15,-1 3 0 0,0-1 1 0,1-1 1 0,1-1-2 16,-2 2 0-16,1-2 1 0,-1 1-3 0,3-1 6 15,-3-2-2-15,0 1-1 0,0-2 1 0,0 3 1 16,1-2 2-16,-1-1-6 0,0 0 1 16,0 0 4-16,0-2-1 0,0-1-2 0,0 0-2 0,0 0 2 15,0-1 1-15,0 0-2 0,2 0 1 0,-2 1-2 16,2-1 7-16,-2-4-9 0,0 5 3 0,-2-1 3 16,2-4 0-16,0 0 1 0,0 6-4 0,0-6 2 15,0 4 0-15,0-4-3 0,0 0 2 0,0 4-1 16,0-4 3-16,0 0 1 0,2 5-8 0,-2-5 7 15,0 0-2-15,0 0 2 0,0 4-1 0,0-4 1 16,0 0-1-16,0 0 3 0,0 6-3 0,0-6-1 16,0 0-8-16,2 3-19 0,-2-3-18 0,0 0-23 15,0 0-53-15,0 0-83 0,0 0-73 0,10-10-207 16,-1 2-523-16,-4-1 233 0</inkml:trace>
  <inkml:trace contextRef="#ctx0" brushRef="#br0" timeOffset="-100097.72">20325 6194 126 0,'0'0'193'0,"-8"-1"-5"16,8 1-8-16,0 0-12 0,0 0-4 0,0 0-16 16,0 0-13-16,0 0-11 0,0 0-10 0,0 0-12 15,0 0-4-15,0 0-10 0,0 0-8 0,0 0-11 16,0 0-8-16,0 0-5 0,0 0-5 0,0 0-1 15,0 0-7-15,0 0-6 0,0 0-3 0,23-2-4 16,-23 2-1-16,12-1-6 0,-2 1-1 0,1 0-1 16,-2 0-2-16,4 0-3 0,0-2-2 0,-1 1-2 15,1 1 1-15,2-1-1 0,5-2-4 0,-6 2-1 16,5 0 3-16,1-2-3 0,-1 2 0 0,1-1 0 16,0 0 0-16,1-1-1 0,0 2-3 0,-4 0 1 15,0 0-6-15,2-2 5 0,1 1 0 0,-5 0 0 16,0 1 0-16,-1 0 0 0,1-2-2 0,1 2 1 15,-4 0-1-15,-1-1 2 0,3 1 0 0,-3 0-1 0,-2-1 0 16,-1 0 0-16,0 1-2 0,1-1 3 0,-4 1-3 16,4 1 2-16,-3-1-3 0,-6 1 3 15,10-1 1-15,-5-1-3 0,-1 1 0 0,-4 1 0 0,15-1 1 16,-11 1-3-16,-4 0 2 0,14 0-2 0,-5 0-1 16,-2 0 2-16,1 0 2 0,0 0 0 0,0 1 1 15,1-1-2-15,0 0 4 0,2 0-5 0,-3 0 0 16,3 0 2-16,-2 0 2 0,0 0-3 0,2 0-1 15,-3 0 4-15,4 0-4 0,-4 0 1 0,-2-1 1 16,4 1-3-16,-3 0 2 0,0-1 1 0,0 2 0 16,4-2 0-16,-3 1-1 0,0 0-1 0,-1 0 3 15,6-1 1-15,-3-1-5 0,2 2 1 0,-1-2 0 16,2 1 3-16,-1 1-2 0,-1-1 0 0,0 1 0 16,3-1 1-16,1-1 2 0,0 2-2 0,7 0 2 15,-8 0-4-15,6-2 3 0,-2 2 0 0,-2 0-4 16,3 0 3-16,0 0-2 0,1 1 1 0,-2 0 0 15,1-1 2-15,-4 0-3 0,6 2 3 0,0-2 0 0,-1-2-2 16,0 4 0-16,0-4 0 0,2 4 0 16,3-2-1-16,3 0 1 0,-3 0-1 0,4-3 2 15,1 2-5-15,0 0 4 0,0 1-1 0,0-1-4 0,1-1 6 16,2 0 1-16,-2-1-2 0,-1 3 0 0,0-2 1 16,0 0 0-16,0 2-1 0,-2-1 2 0,2-1 0 15,-8 2 1-15,8-1-5 0,-8 1 5 0,2 0-5 16,-1-1 5-16,7 0-3 0,-1 0 1 0,-7 1 2 15,-2 0-3-15,3 0 2 0,-1-2-1 0,1 4 1 16,-2-2-2-16,-1-2 1 0,2 4-2 0,-1-1 1 16,0-1-2-16,1 0 4 0,-1-1-2 0,1 2 3 15,-3 0-3-15,3-1-1 0,1 1 3 0,-4-1-3 16,6 0 3-16,-4 1-2 0,1 1-2 0,8-1 6 16,-7-1-2-16,0 1-4 0,2-1 0 0,6 0 3 15,-2 1 1-15,2-1-4 0,-10 0 1 0,2 2 3 16,0-4-4-16,-2 2 5 0,3 0-2 0,0 0 1 15,-4-1-5-15,1 0 5 0,-1 0-1 0,-1-1-1 0,-1 2 1 16,2-1-1-16,-6 1 2 0,-2-1-2 16,2 0 2-16,2-2-1 0,-5 3-1 0,4-1 0 15,-4 0 1-15,1 0 0 0,0-2 2 0,-2 2-3 0,2-2-1 16,0-1-1-16,-3 3 4 0,5 0-2 0,-3-3-5 16,0 1 9-16,4 2-5 0,-4-1-1 0,5-3 4 15,-3 4-1-15,3 0-5 0,-4-2 2 0,4 1 5 16,2-1-4-16,1 1 5 0,0-2-2 0,2 1 0 15,-1 1-1-15,2 0-1 0,1 0 0 0,-3 1-3 16,6-2 6-16,-4 1-3 0,1-1 2 0,2 0-3 16,-2 3 0-16,1-1 0 0,6-2 1 0,-1 2-4 15,-1 1 4-15,-5-2-1 0,0-2 2 0,6 3-1 16,-7-1 2-16,2 2 0 0,-1-1-2 0,0 0-2 16,-1-2 2-16,1 0-2 0,7 1 1 0,-7-1 1 15,7 2 1-15,0-3 0 0,0 3 1 0,1-3-4 16,1 3 3-16,-4-2-6 0,2-1 8 0,3 2-4 15,-2-2 3-15,3 3-3 0,-1-3 1 0,2 1 3 0,1 1-2 16,0 0-2-16,2 0 3 0,0-1-1 16,1 2-2-16,-1-1 1 0,4 2 0 0,-7-1-3 15,6 1 3-15,-3-4-1 0,3 4 0 0,-3-1 0 16,0-1 1-16,5-1 1 0,-2 2 0 0,0 0-1 0,1-1-1 16,-1 1 1-16,1-1-1 0,0 2 2 0,1 0-2 15,12-3 1-15,-14 5 0 0,3-2-1 16,-5 0 1-16,17-2 1 0,-17 4 2 0,2-2-5 0,1 1 1 15,-4-1 2-15,5-3-1 0,-3 3 0 0,1 0 0 16,1 2-1-16,0-4-1 0,14 1 3 0,-18 1 1 16,2-1-2-16,1 1 1 0,-1-1-3 0,12 3 2 15,-8-2 3-15,-6 0-1 0,4 1-3 0,-1-1-1 16,1-1 3-16,-3 1 0 0,5-1 0 0,-3 2 0 16,0 0 2-16,-1-2-7 0,2 0 5 0,-5 1-1 15,5-3-2-15,-6 3 5 0,0-2-4 0,3 4 0 16,-3-2 1-16,2-2 1 0,-2 2 1 0,-1 0-3 15,0-1 3-15,1 1-2 0,-6-1 0 0,1-1 2 16,0 0-1-16,1 0-1 0,-1 1 1 0,-1-1-1 16,1 0 1-16,-1 2-2 0,-7-1 3 0,0-1-2 15,7 1 2-15,-6 0-2 0,-3-2 1 0,1 2-2 16,-2-2-5-16,-1 3 6 0,0 0 1 0,-4-2-1 0,0 0 4 16,-3 1-3-16,0-1-1 0,1 0-1 0,-8 2 2 15,4 0 0-15,-9 0 10 0,12 0 12 16,-12 0 2-16,9-1 7 0,-5 0 4 0,-4 1 2 0,0 0-4 15,11 0 5-15,-11 0-8 0,0 0 0 0,0 0 0 16,4-1-3-16,-4 1-7 0,0 0 4 0,0 0-3 16,0 0 1-16,8-2-1 0,-8 2 0 0,0 0-3 15,0 0 1-15,0 0 0 0,0 0 1 0,2-4-5 16,-2 4 0-16,0 0-3 0,0 0 2 0,0 0-6 16,0 0 1-16,0 0-1 0,0 0-2 0,0 0-1 15,0 0-7-15,0 0-24 0,0 0-31 0,0 0-46 16,0 0-60-16,0 0-75 0,0 0-228 0,0 0-503 15,0 0 222-15</inkml:trace>
  <inkml:trace contextRef="#ctx0" brushRef="#br0" timeOffset="-94163.87">27440 5809 89 0,'-1'-2'229'0,"1"2"-12"0,-4-6-11 15,1 5-10-15,3 1-10 0,-2-6-11 0,2 6-12 16,0-4-14-16,0 4-10 0,0 0-8 0,-2-4-8 16,2 4-12-16,0 0-10 0,0 0-7 0,-2-4-9 15,2 4-10-15,0 0 1 0,0 0-15 0,0 0-5 16,0 0-3-16,-2-4-2 0,2 4-2 0,0 0-7 16,0 0-1-16,0 0-1 0,0 0-4 0,0 0 0 0,0 0 0 15,0 0 0-15,0 0-2 0,0 0 6 0,0 0-7 16,0 0 1-16,0 0-4 0,0 0-3 0,0 0-4 15,0 0 3-15,0 0-5 0,0 0 1 0,0 0-6 16,6-5-1-16,-6 5-3 0,0 0-4 0,0 0 0 16,0 0 4-16,0 0-8 0,0 0 3 0,0 0-1 15,0 0-1-15,11 9-2 0,-8-7 0 0,1 0 0 16,-1 2 0-16,1 0 2 0,4 0 6 0,-4 1-12 16,3-2 3-16,1 3-1 0,2 2 1 0,-1-2-1 15,-3 0 0-15,2 0 2 0,0 3-3 0,2-4 3 16,-4 1-2-16,5 3-2 0,-5-5 2 0,0 3-2 15,0-2 4-15,-1 0-2 0,2-2-2 0,-3 4 2 16,-1-3 8-16,0-2-10 0,1 2 1 0,-3 0-1 0,-1-4-1 16,4 4 2-16,-4-4-2 0,0 3 3 15,0-3 3-15,3 2-3 0,-3-2 6 0,0 0 11 16,0 0 4-16,0 0 5 0,0 0 0 0,0 0 2 0,-4 5-2 16,4-5-2-16,0 0 3 0,-8 3 20 0,8-3-22 15,-6 3-3-15,-2 2-13 0,1-3-13 0,0 1-1 16,-1-1-5-16,5 2-17 0,-4 1 3 0,-2-1 0 15,4 1-11-15,-5 2-14 0,2 0-19 0,-3 1-29 16,2-2-29-16,-1 3-46 0,1 0-52 0,0-1-69 16,3 2-157-16,-1-4-486 0,2 3 215 0</inkml:trace>
  <inkml:trace contextRef="#ctx0" brushRef="#br0" timeOffset="-92730.48">23500 3816 39 0,'-3'-4'224'0,"3"4"-9"0,0 0-10 16,-3-5-10-16,3 5-11 0,0 0-8 0,0 0-18 0,-2-1-12 15,2 1-13-15,0 0-12 0,0 0-14 0,0 0-12 16,0 0-7-16,0 0-12 0,0 0-7 0,-2-5-10 16,2 5-10-16,0 0-4 0,0 0-9 15,0 0-4-15,0 0-6 0,0 0-2 0,0 0 0 0,0 0-3 16,-5 11-2-16,1-7-3 0,4 1-2 0,-3-1 0 16,2 2-2-16,-3-2 1 0,1 4-4 0,-1-4 7 15,0 3-7-15,-2 1-2 0,1 0 0 0,1-2-1 16,0 1-1-16,-2 0 2 0,3 1-3 0,-2-2 2 15,1 1-5-15,-3-1 6 0,3 1-1 0,3-2-5 16,-3 1 4-16,2-1-2 0,-2-2-2 0,1 1-1 16,3-1 0-16,0-3 3 0,-2 4 4 0,2-4 7 15,-3 3 11-15,3-3 24 0,0 0 23 0,0 0 22 16,0 0-10-16,0 0-10 0,8-10-3 0,-6 2-11 16,4 0-4-16,0-2-8 0,0 0-2 0,-1-2-4 15,1 1-5-15,0-1 0 0,1 2-5 0,-1-2-3 16,0 3-1-16,-1-1 15 0,-2 2 6 0,3 4 1 15,-4-3 1-15,1 2-2 0,1 1-9 0,-1 2 0 16,-1-3-9-16,-2 5-5 0,3-6-5 0,-3 6-4 0,3-2-9 16,-3 2-3-16,0 0-3 0,10 4 2 15,-4 2 2-15,5 0 6 0,1 0-7 0,-1 4 0 16,6-2 1-16,1 5-3 0,3-1-9 0,6 4-18 16,3 1-22-16,2-1-30 0,0 0-37 0,2-1-59 0,0 0-73 15,1 0-82-15,-2-1-192 0,-2 2-560 0,-5-5 248 16</inkml:trace>
  <inkml:trace contextRef="#ctx0" brushRef="#br0" timeOffset="-91704.44">27962 6177 160 0,'-2'-4'267'0,"2"4"-7"16,0 0-4-16,0 0-10 0,-2-6-10 0,2 6-13 15,0 0-19-15,0 0-18 0,0 0-16 16,0-4-24-16,0 4-14 0,0 0-17 0,0 0-14 0,0 0-13 15,0 0-15-15,0 0-5 0,0 0-13 0,0 0-2 16,0 0-9-16,-9 13-2 0,5-7 6 0,2 0-15 16,-2 1-1-16,0 3-6 0,0-2 1 0,-3 2-5 15,-1-1-2-15,1 1 1 0,3 1-2 0,-4-2-4 16,2 1-1-16,0-1-4 0,0-1-4 0,1 2-3 16,2-2-5-16,-2 0-13 0,2-1-16 0,-1-1-16 15,-1 1-15-15,3-2-16 0,-2-2-31 0,3 2-37 16,-2 0-35-16,2-3-28 0,1-2-39 0,0 0-135 15,-3 5-414-15,3-5 184 0</inkml:trace>
  <inkml:trace contextRef="#ctx0" brushRef="#br0" timeOffset="-91407.59">27799 6216 188 0,'0'0'199'0,"0"0"-15"0,0 0-16 15,0 0-22-15,0 0-12 0,0 0-13 0,0 0-15 16,0 0-7-16,0 0-11 0,0 0-11 0,14 10-2 16,-12-8-12-16,5 2-2 0,0 3-8 0,-2-2-7 15,2-2-2-15,3 4-2 0,-1-1-8 0,-1-1-1 16,1 2-2-16,0-1-7 0,-1 0-5 0,0 1 0 15,1-1 4-15,0 2-5 0,-2-1 0 0,1-1 0 16,2 1-7-16,-1 0-1 0,-3 1-26 0,0-2-38 16,5 1-38-16,0-1-43 0,-5-1-175 0,2-1-334 15,2-1 148-15</inkml:trace>
  <inkml:trace contextRef="#ctx0" brushRef="#br0" timeOffset="-91188.86">28192 6369 88 0,'0'0'213'0,"0"0"-19"0,0 0-19 0,0 0-20 16,0 0-21-16,0 0-12 0,0 0-15 0,-13 12-6 16,13-10-4-16,0-2-4 0,0 7-9 0,1-1-6 15,-1-1-8-15,1 0-2 0,2 2-8 0,-3 0-5 16,1 1-1-16,2 2-6 0,1-1-3 0,3 0-18 15,-2 0-28-15,-1 1-59 0,3-1-89 0,-1 0-161 16,2 0-335-16,0-1 147 0</inkml:trace>
  <inkml:trace contextRef="#ctx0" brushRef="#br0" timeOffset="-90282.7">23044 3415 9 0,'0'0'137'15,"-9"9"-13"-15,7-4-5 0,-1 0-13 0,-1 2-13 16,0-1 6-16,2 1-7 0,0-1-7 0,0 2-3 16,0-2-10-16,-2 6-16 0,1-6 4 0,-1 5-6 15,0-2 2-15,1 1 1 0,-2-2-3 0,0 3-3 16,-1-1-8-16,1-1 4 0,1 0-3 0,-2 0-7 15,-2 0-5-15,3 0-4 0,-4-1-3 0,4 0 0 16,-1-3-9-16,-1 2-34 0,4-3-28 0,-3 0-37 16,2-1-35-16,1 0-122 0,-2 0-260 0,2-1 115 15</inkml:trace>
  <inkml:trace contextRef="#ctx0" brushRef="#br0" timeOffset="-90062.46">22935 3524 95 0,'0'0'224'0,"0"0"-21"15,0 0-24-15,0 0-15 0,0 0-20 0,0 0-17 16,0 0-14-16,0 0-13 0,0 0-7 0,0 0-9 16,7 10-8-16,-6-6-4 0,4 0-9 0,-1 1-6 15,0-1-4-15,5 3-6 0,-3-1 0 0,-1 3-6 16,3-3-5-16,0 1-1 0,1-1-4 0,-1 2-4 15,1-1-10-15,1 0-17 0,-2-1-23 0,3 1-41 16,-2-2-37-16,-1 1-44 0,-1 1-155 0,0-5-324 16,-2 1 144-16</inkml:trace>
  <inkml:trace contextRef="#ctx0" brushRef="#br0" timeOffset="-89692.93">23120 3591 107 0,'0'0'206'0,"0"0"-20"16,0 0-16-16,0 0-13 0,0 0-15 0,0 0-15 15,0 0-11-15,0 0-14 0,0 0-10 0,0 0-7 16,0 0-9-16,0 0-8 0,0 0-6 0,0 0-7 15,0 0-2-15,7 10-9 0,-7-10-4 0,4 5-4 16,-4-1-5-16,3 1 0 0,-3-2-4 0,1 2 0 16,-1 0-1-16,0 0-1 0,0-2 0 0,3 6 19 15,-3-4 0-15,0-2 1 0,0 4-5 0,0-2-4 16,0-3-2-16,-3 2-1 0,3 1 8 0,0-5 5 16,-1 8-8-16,1-8-2 0,0 3-2 0,0-3-1 15,0 6 9-15,0-6 5 0,0 0 2 0,0 0 2 16,0 0 3-16,0 4 2 0,0-4 0 0,0 0-3 0,0 0-6 15,0 0-3-15,20-8-10 0,-7 6-15 16,4-3-55-16,1 0-76 0,11-5-97 0,-1 3-261 16,2-2-508-16,3 1 225 0</inkml:trace>
  <inkml:trace contextRef="#ctx0" brushRef="#br0" timeOffset="-84563.5">28113 6098 107 0,'0'0'110'0,"0"0"-12"16,0 0-8-16,0 0-5 0,0 0-9 0,-5-3-1 15,5 3 4-15,0 0-11 0,0 0-3 0,0 0-1 16,0 0 0-16,0 0 0 0,-14 3-4 0,14-3 0 16,-7 2 0-16,2-2-4 0,5 0-3 0,-7 2 0 15,7-2-6-15,-11 3-4 0,7-2 1 0,4-1-3 16,-11 3-1-16,6-2-3 0,-2 0-1 0,0 3-6 16,2-3 1-16,-1 0-2 0,-1 0-7 0,0 1-3 15,0 0 2-15,1 2-3 0,1-2-5 0,-5 1 1 16,5 0-8-16,-3 0 6 0,2 0-3 0,-2 1-5 15,1 1 5-15,2-1-1 0,-2 0-1 0,2-1-4 16,-1 1 5-16,-2 1-2 0,1-1-2 0,2 1-2 16,-1 0 3-16,3 0-2 0,-6 0-2 0,6 0 4 15,-1 1-4-15,0-2 6 0,-3 1-4 0,3 1 0 16,1-1-3-16,-3-1 1 0,3 0 2 0,-1 1 1 16,0 0-4-16,-2-1 2 0,5-3-3 0,-2 6 1 15,-1-3 0-15,2 1 2 0,-1-2-4 0,0 0 6 0,0 3-6 16,1-4 1-16,0 2 2 0,2-4-3 0,-2 5 3 15,0-2-4-15,2-3 3 0,-3 4 0 16,3-4 3-16,-4 3-9 0,4-3 4 0,0 4 1 0,0-4 5 16,0 0-5-16,-1 4 4 0,1-4-4 0,0 0 1 15,-3 5 5-15,3-5-7 0,0 0 4 0,0 0-6 16,3 5 4-16,-3-5-1 0,0 0 6 0,0 0-4 16,1 4 4-16,-1-4-1 0,3 4-1 0,-3-4 4 15,0 0 0-15,6 2 8 0,-4 1 6 0,-2-3 6 16,10 0 5-16,-3 0-4 0,-7 0 2 0,15 0-1 0,-4 0 1 0,2-2-8 0,1 2 5 15,2-1-1-15,-2-1-4 0,2-1 1 0,-2 2-4 16,7-2 1-16,-10 1-2 0,7 1-2 0,-6-2-2 16,0 0-3-16,3 1 1 0,-1 0 0 0,-2 1-7 15,1-1 4-15,-3-1 0 0,-2 1 0 0,2-1-2 16,2 0 2-16,-8 2 9 0,5-2 13 0,-3 2 9 16,2-1 3-16,-4-1 7 0,1 1 0 0,-5 2 5 15,6-4-2-15,-1 2 8 0,-1 0-4 0,-4 2 3 16,5-5-5-16,0 2 9 0,-3 1 0 0,0-2 1 15,-2 0 12-15,3 0-3 0,-1-1-1 0,-1 1-6 16,0-2-8-16,-1 2-7 0,0-1 1 0,-1-1 0 16,0 0 12-16,-1 2-14 0,-1-2-15 0,1 2 1 15,-2-1-8-15,-2 1 6 0,2 0-21 0,-3-1-5 16,2 2 3-16,-1 0-2 0,0-1 1 0,-2 1-4 0,1 0 1 16,-2 0-3-16,0 1-14 0,4-1-6 0,1 2-20 15,-1-2-14-15,5 3-12 0,-8-3-22 16,8 3-25-16,-5-1-26 0,5 1-45 0,-5-2-76 15,5 2-47-15,0 0-181 0,0 0-521 0,0-5 231 0</inkml:trace>
  <inkml:trace contextRef="#ctx0" brushRef="#br0" timeOffset="-84126.03">27966 6068 84 0,'0'-5'250'0,"0"5"-11"0,-1-4-6 0,1 4-9 15,1-6-11-15,-1 6-18 0,0 0-17 0,0-4-12 16,0 4-12-16,0 0-15 0,0 0-12 0,0 0-16 15,0 0-12-15,0 0-8 0,0 0-12 0,0 0-9 16,0 0-11-16,0 0-7 0,0 0-5 0,0 0-11 16,0 0-3-16,0 0-2 0,0 0-4 0,-4 13-2 0,4-8 1 15,0 2-5-15,0-1-6 0,0 4 2 16,2 0-1-16,-1 1-4 0,0 2-1 0,5 0 0 16,-5 1-1-16,2-1-4 0,1 4 2 0,-1-4-1 0,3 1-1 15,-3 0-4-15,1-1 5 0,2 4 1 0,-2-6-5 16,1 2 2-16,1-1-2 0,-1 0 0 0,-1 1 0 15,0-3 0-15,2 0 1 0,-3-1-2 16,0 2 3-16,-1-5-1 0,-1 3-3 0,1-3 5 0,0 2-3 16,0-2 1-16,-2 0-3 0,1 1 5 0,0-1-3 15,-1 0-13-15,-1-1-17 0,1 0-8 0,-3 0-31 16,1-1-31-16,2 2-37 0,0-6-57 0,2 5-39 16,-2-5-173-16,2 4-436 0,-2-4 194 0</inkml:trace>
  <inkml:trace contextRef="#ctx0" brushRef="#br0" timeOffset="-83360.48">28176 6408 180 0,'0'0'212'0,"0"0"-5"0,0 0-3 0,0 0-5 16,0 0-8-16,1-3-13 0,-1 3-14 0,0 0-15 0,0 0-12 15,0 0-21-15,0 0-11 0,0 0-10 0,0 0-13 16,0 0-12-16,0 0-6 0,0 0-7 0,0 0-1 15,0 0-8-15,-3 13-6 0,5-7-4 16,-1 1-3-16,1-1-4 0,0 1-5 0,2 0-1 0,-1 1-2 16,1 2-4-16,0 0 4 0,3 1-8 0,-3-1 1 15,0 0-3-15,3-1 1 0,-3 1 0 0,6 0-7 16,-4 1-6-16,-1-1-4 0,3-2-23 0,-2-1-31 16,-2-2-40-16,3 0-45 0,-1-2-50 0,-1 2-199 15,-1-3-421-15,-4-2 187 0</inkml:trace>
  <inkml:trace contextRef="#ctx0" brushRef="#br0" timeOffset="-82969.89">28429 6093 135 0,'-3'-6'247'16,"3"6"-21"-16,0 0-20 0,0 0-23 0,0 0-20 15,0 0-17-15,0 0-16 0,0 0-19 16,0 0-11-16,0 0-7 0,0 0-12 0,-10 10-8 0,10-5-5 15,0 2-9-15,-4 0-7 0,3 0 1 0,-3 4-6 16,1-3-4-16,3 4-9 0,0-2 4 0,-2 1 1 16,0 0-1-16,0-2-7 0,0 4 0 0,2-3-3 15,-3 0-3-15,3 1-3 0,-1-3-3 0,1 0 5 16,1 0-2-16,-1-1-2 0,3 0-2 0,1 0-1 16,-2 3 1-16,0-4-2 0,3 1 2 0,2 0-3 15,-2-2-4-15,4 1-9 0,-2 0-19 0,5-1-50 16,1-1-56-16,-4-3-56 0,6 0-207 0,-3 0-419 15,2-1 186-15</inkml:trace>
  <inkml:trace contextRef="#ctx0" brushRef="#br0" timeOffset="-82719.92">28668 6205 229 0,'0'-5'277'0,"0"5"-19"0,0 0-20 0,-3-4-24 15,3 4-25-15,0 0-19 0,0 0-21 0,0 0-18 16,0 0-15-16,0 0-12 0,0 0-9 0,0 0-9 0,-12 10-9 16,12-6-11-16,-4 2-3 0,0 1-3 0,1-2-10 15,-1 3-4-15,0-2-4 0,-1 5-5 16,3-2-4-16,-7-1-3 0,3 4-1 0,1-1-3 16,-1-3-3-16,2 3-13 0,-1-4-16 0,-2 2-21 0,3-2-23 15,1 1-30-15,-2-3-38 0,4 0-38 0,-2 1-34 16,1-5-181-16,2-1-401 0,0 0 178 0</inkml:trace>
  <inkml:trace contextRef="#ctx0" brushRef="#br0" timeOffset="-82515.31">28557 6237 122 0,'0'0'150'0,"0"0"-12"0,0 0-10 0,0 0-11 15,0 0-8-15,-4 9-5 0,4-9-4 0,5 9-5 0,-1-5-9 16,3 1-8-16,2 1-10 0,-2 1-3 16,5-2-5-16,-1 1-5 0,3 0-6 0,0 0-7 15,5-1-17-15,-2 2-52 0,1-2-55 0,1 0-165 16,-4-3-269-16,1 1 119 0</inkml:trace>
  <inkml:trace contextRef="#ctx0" brushRef="#br0" timeOffset="-82296.58">28845 6200 165 0,'-3'-2'257'15,"3"2"-23"-15,0 0-23 0,0 0-26 0,0 0-17 16,0 0-20-16,0 0-13 0,0 0-8 0,0 0-17 16,4 16-8-16,-1-9-7 0,1 0-11 0,0 4-9 15,0-3-5-15,2 7-9 0,0-4-5 0,-3 0-5 16,-1 4 2-16,2 1-8 0,-2 2 0 0,0 0-11 15,-4 0 0-15,2 1-14 0,-6-1-26 0,-1 0-41 16,-3-1-64-16,2-2-72 0,-7 0-187 0,2-2-400 16,-4-2 176-16</inkml:trace>
  <inkml:trace contextRef="#ctx0" brushRef="#br0" timeOffset="-80624.86">22190 3476 44 0,'0'0'223'0,"1"-3"-6"0,2-1-10 0,-3 4-12 0,1-4-12 16,-1 1-11-16,0 3-14 0,0 0-14 15,0 0-15-15,0 0-14 0,0 0-15 0,0 0-12 0,0 0-10 16,0 0-8-16,0 0-10 0,0 0-7 0,0 0-3 16,-16 8-5-16,11-3 3 0,-4 2-5 0,-1-2-5 15,0 5-2-15,-6-1-4 0,2 0-1 0,-5 1-5 16,3 0-1-16,-2 0-2 0,3-3-3 0,-2 2-4 16,6-2 1-16,-2-1 4 0,3 2-6 0,0-2-3 15,2-2 2-15,1 0-10 0,2 1 2 0,-1-1 1 16,3 0-2-16,-1-1 1 0,4 1 2 0,0-4 5 15,6 7-6-15,1-3 1 0,5-2 2 0,1 1-4 16,6-1 1-16,3 0 1 0,5 0 3 0,3-2-6 16,-1 3 0-16,-5-1 1 0,6-4-1 0,-7 2-1 15,-1 2-1-15,3-2 0 0,-2-2-2 0,-3 1-1 16,-3 1 0-16,-1-2 0 0,-1 2 0 0,-3 0 4 16,-5 2-4-16,-2-2 1 0,-5 0 5 0,10 0 0 15,-5-2 0-15,-5 2-1 0,4-4-2 0,-4 4-2 16,0 0 0-16,-6-7 0 0,1 3-1 0,-1-1 1 15,0 2 0-15,-2-3 1 0,-3 1-1 0,0 1 0 16,2 0-2-16,-2-3 3 0,3 0-1 0,-2 1 0 16,-1 0-3-16,3 0 3 0,-2 0-3 0,4 1 1 0,0 2-6 15,0-1-8-15,0-1-24 0,3 1-39 0,-2 0-43 16,3-2-42-16,1 3-56 0,-3 1-162 16,4 2-412-16,-4-7 182 0</inkml:trace>
  <inkml:trace contextRef="#ctx0" brushRef="#br0" timeOffset="-80359.26">22111 3405 45 0,'0'0'153'15,"7"13"-7"-15,-4-4-7 0,-2 1-6 0,2-1-8 16,-2 1-7-16,2 3-9 0,1 5-13 0,-2 0-10 15,1 0-8-15,4 1-3 0,-3 0-12 0,0 1-5 16,-2-1 2-16,4 1-10 0,-2 0-2 0,2 1-11 16,1 0 1-16,-2-3-3 0,2-1-1 0,-2 2-4 15,4-2-2-15,-1 1 1 0,-3-2-1 0,5-5 2 16,-5 0-7-16,5 3-5 0,-3-6-13 0,0 3-39 16,3-6-51-16,1-2-68 0,-2 4-122 0,-3-4-297 15,1-1 132-15</inkml:trace>
  <inkml:trace contextRef="#ctx0" brushRef="#br0" timeOffset="-79921.8">22451 3749 138 0,'0'0'152'0,"8"-3"-14"0,-8 3-6 0,7 0-19 0,-7 0-9 15,12 1-10-15,-12-1-7 0,7 1-12 0,-1 3-6 16,-2-2-7-16,-3 3-5 0,4-2-10 16,-1 2-1-16,-2 2 14 0,-2-2 0 0,1 3-7 15,-1-1 2-15,-1 0 0 0,-1 0 9 0,2-1-8 0,-4 4-2 16,-1-5-4-16,5 0-2 0,-3 3-5 0,3-5-9 16,-2 0 2-16,-2-1-2 0,4 3 5 0,0-5 1 15,0 0 7-15,-2 6 5 0,2-6-2 16,0 0 1-16,0 0 2 0,6 2-3 0,-6-2-6 0,0 0-3 15,21-6-9-15,-8 3-12 0,1-1-40 0,-1 1-47 16,2-3-59-16,3-4-65 0,-1 3-165 0,3-4-385 16,-2 4 171-16</inkml:trace>
  <inkml:trace contextRef="#ctx0" brushRef="#br0" timeOffset="-79552.12">22669 3328 54 0,'0'0'222'0,"0"0"-23"16,0 0-25-16,0 0-20 0,0 0-16 0,0 0-13 15,-6 10-14-15,6-4-10 0,-3-1-9 0,3 3-10 16,0 0-11-16,-1 6-1 0,2 3-5 0,-2 0-6 16,1 2-5-16,0 0-4 0,0 0-5 0,0 1-1 15,0 2-3-15,1 5-7 0,2-8-2 0,-1-1 0 16,2 2 0-16,0-1-5 0,1-2 0 0,3 2 0 15,1-1 2-15,3 0-3 0,3-2 1 0,-2-2-4 16,10 3-1-16,-2-5 3 0,4 1-21 0,-5-6-54 16,11 1-87-16,-1-3-219 0,-10-4-385 0,12 2 171 15</inkml:trace>
  <inkml:trace contextRef="#ctx0" brushRef="#br0" timeOffset="-78427.22">22962 3347 121 0,'0'0'123'0,"0"0"0"16,0 0-12-16,0 0-1 0,0 0-6 0,0 0 0 16,18 4-9-16,-18-4-8 0,9 3-11 0,-6-1-8 15,1-1-7-15,1 3-6 0,-1-1 2 0,1 0-9 16,-1 0 0-16,0 1-9 0,3-1-2 0,-7-3-1 15,8 3-5-15,-4 3-3 0,0-2 0 0,2 1-4 16,-3 1-8-16,2 1 2 0,-1-2-6 0,0 0 9 16,0 0-9-16,0 1 1 0,-1 1-2 0,1-2-1 15,1 1 0-15,0 1 1 0,-1-1-2 0,1 1-3 16,-1-1 2-16,-2 6-5 0,0-5 5 0,3 4 0 16,0-5 1-16,-3 5-4 0,1-4-2 0,-1 0 4 15,0 1-3-15,0 0 8 0,-1-1-4 0,3 2 17 16,-4-1 13-16,3-1-2 0,-3 0-2 0,1 1-1 15,-1-2-6-15,0 2-4 0,0-3 1 0,0 2-5 16,0 0 1-16,0-2 0 0,0 2-2 0,-1-1-2 0,1-2 0 16,0 3-1-16,0-2-6 0,0-5-1 15,0 6 0-15,-3-3-2 0,6 2 2 0,-6 1-5 16,6-2 2-16,-3-4-1 0,0 6-1 0,-3-2 1 16,3-4-1-16,0 6 0 0,0-6 1 0,-1 7 0 0,1-7-1 15,0 6 1-15,0-1-3 0,-3-2 0 0,3-3 1 16,-1 7-1-16,1-4 1 0,0-3-1 15,-2 7 2-15,2-4-1 0,0 1 1 0,-2 0 1 16,2-4-3-16,-2 7 1 0,2-4-1 0,-3 1 3 0,3-4-2 16,-1 6 2-16,0 0-2 0,-2-2 1 0,1-1-2 15,0 2 0-15,-1-1 2 0,3 0 0 0,0-4-1 16,-4 9 2-16,3-8-2 0,-2 3 1 0,2 0 0 16,1-4 0-16,-6 8 1 0,5-6 1 0,1-2 1 15,-3 3-3-15,3-3 2 0,-3 2-3 0,3 2 3 16,0-4 5-16,0 0 13 0,0 0 4 0,0 0 4 15,-5 6 0-15,5-6 1 0,0 0 4 0,0 0 3 16,0 0 4-16,0 0 2 0,0 0 4 0,0 0 3 16,0 0 3-16,0 0 4 0,0 0-1 0,0 0 1 15,0 0-6-15,0 0-6 0,0 0-4 0,0 0-5 16,0 0-3-16,0 0-1 0,8-14-7 0,-8 14-4 16,3-2-3-16,-2-2-3 0,-1 4-3 0,2-5-1 15,2 2-2-15,-3-1-6 0,2 2-11 0,-2-3-2 16,1 1-12-16,0 0-10 0,1 0-10 0,-1 1-31 15,0-2-25-15,2-1-32 0,-3 1-42 0,-1-2-38 16,5-1-46-16,-3 1-142 0,-2 2-428 0,3 0 189 16</inkml:trace>
  <inkml:trace contextRef="#ctx0" brushRef="#br0" timeOffset="-67618.05">24236 5964 101 0,'0'0'245'16,"-2"-3"-2"-16,2 3-6 0,0 0-7 0,0 0-5 15,0 0-12-15,0-4-8 0,0 4-12 0,0 0-8 16,0 0-12-16,0 0-16 0,0 0-13 0,0 0-7 15,6-2-15-15,-6 2-10 0,0 0-14 0,0 0-13 16,0 0-7-16,0 0-14 0,0 0-6 0,0 0-8 16,0 0-7-16,0 0-3 0,0 0 4 0,0 0-10 15,-4 12-5-15,2-8-1 0,2 2-6 0,-3-1 0 16,3 2 2-16,-4 1-4 0,3-2-2 0,1 1-1 0,-3 3-13 16,1 0-38-16,2 1-44 0,0-2-49 0,0 4-67 15,4-4-80-15,-2 1-226 0,2 1-539 16,1-1 238-16</inkml:trace>
  <inkml:trace contextRef="#ctx0" brushRef="#br0" timeOffset="-66596.71">24876 5911 59 0,'0'0'256'0,"-1"-5"-6"0,1 5-7 0,0 0-9 0,0 0-7 16,0 0-12-16,0-5-9 0,0 5-13 16,0 0-13-16,0 0-19 0,0 0-13 0,0 0-14 15,0 0-14-15,0 0-15 0,0 0-15 0,0 0-11 0,0 0-8 16,0 0-11-16,0 0 0 0,0 0-9 0,7 14-3 16,-5-8 1-16,1 0-14 0,0 5-1 0,0-1-42 15,-2 3-23-15,2-1-37 0,-2 5-40 0,2 1-40 16,-1 1-55-16,-2 2-254 0,2-3-496 0,-2 1 220 15</inkml:trace>
  <inkml:trace contextRef="#ctx0" brushRef="#br0" timeOffset="-65659.29">23509 6281 135 0,'-4'-4'225'16,"4"4"-11"-16,-4-5-5 0,3 2-14 0,-3 0-7 0,1 1-3 15,3 2-5-15,-6-5-7 0,6 5-11 0,-5-2-12 16,5 2-11-16,-5-2-15 0,5 2-13 0,0 0-17 16,0 0-18-16,-14 5-18 0,7-1-17 0,1 0-9 15,0 0-8-15,-1 1 0 0,4 0-5 0,1 0-1 16,-2 1-1-16,2 0-4 0,-1 1-1 0,2 0-1 15,-3 0-1-15,4 0-1 0,0-1-2 0,0-1 6 16,4 0-7-16,-3 0 0 0,4 0 2 0,-3 0-2 16,4-3 1-16,-1 2-1 0,4-3 1 0,4-1 1 15,-1 0-2-15,3-4 1 0,-1 2-3 0,3-4-2 16,1 0 2-16,-4 1-1 0,4-4-1 0,-8 1 1 16,1 1-3-16,-1-4 0 0,2 3 2 0,-5-4-1 15,0 3 2-15,-2-3 5 0,-3 1-5 0,3 0 4 16,-4-1-2-16,-1 4 6 0,-3-3-7 0,-2 6-5 0,2-3 3 15,-2 2-2-15,-1 0-1 0,-2 1-4 16,2 3-1-16,-7-1-12 0,4 2-16 0,-1 1-26 16,1 3-27-16,-1 0-39 0,3 1-38 0,2 2-56 0,-2 0-160 15,4 0-411-15,5-1 182 0</inkml:trace>
  <inkml:trace contextRef="#ctx0" brushRef="#br0" timeOffset="-63909.45">25726 5891 299 0,'0'0'295'0,"0"0"4"0,0 0 1 0,0 0-2 0,0-3-2 15,0 3 8-15,0 0-10 0,0 0-11 0,0 0-15 16,0-5-16-16,0 5-19 0,0 0-21 0,0 0-23 16,0 0-19-16,0 0-18 0,0 0-18 0,0 0-26 15,0 0-7-15,0 0-21 0,0 0-45 0,0 0-27 16,0 0 1-16,0 0-2 0,-2 18-3 0,2-12-1 15,1 0-33-15,0 3-5 0,2 2-18 0,-3 0-19 16,4 1-7-16,-3-2-20 0,3 3-14 0,1-1-21 16,0 1-36-16,-1-1-67 0,3-1-55 0,-2-2-262 15,3 0-599-15,-1-1 266 0</inkml:trace>
  <inkml:trace contextRef="#ctx0" brushRef="#br0" timeOffset="-63300.13">26482 5850 56 0,'0'0'269'0,"0"0"-18"16,0 0-19-16,0 0-18 0,0 0-23 0,0 0-25 0,0 0-17 16,0 0-16-16,0 0-12 0,0 0-14 15,0 0-11-15,5 13-9 0,-4-9-6 0,0 1-8 16,-1 3-8-16,4 0-5 0,-4 2-5 0,3-1-4 0,0 1-8 15,2 2-2-15,-2 1-3 0,2-2-22 0,-2 2-35 16,3-2-68-16,1 1-77 0,-2 1-224 0,-1-3-420 16,1 1 186-16</inkml:trace>
  <inkml:trace contextRef="#ctx0" brushRef="#br0" timeOffset="-61961.63">24272 6269 20 0,'0'-5'281'0,"0"5"-19"0,0 0-15 0,0 0-18 0,0 0-24 15,0 0-20-15,0 0-15 0,0 0-21 0,0 0-13 16,0 0-13-16,0 0-13 0,0 0-17 0,0 0-9 16,0 0-11-16,0 0-8 0,0 0-4 0,0 0-8 15,0 0-4-15,0 0-6 0,0 15-4 0,2-11-3 16,-2 1-4-16,2 0-4 0,0 1-2 0,-1 0-3 16,-1 0 1-16,0 0-1 0,3 1-4 0,-2 1-1 15,3-3-5-15,-4 3-21 0,4 0-20 0,0-1-37 16,-1 1-42-16,1-2-51 0,2 1-59 0,2-1-173 15,-3-5-422-15,1 5 187 0</inkml:trace>
  <inkml:trace contextRef="#ctx0" brushRef="#br0" timeOffset="-61258.57">24877 6247 109 0,'0'-5'230'15,"0"5"-9"-15,0 0-18 0,0 0-18 0,0 0-15 16,0 0-22-16,0 0-18 0,0 0-12 0,0 0-13 15,0 0-11-15,0 0-10 0,0 0-5 0,0 0-13 16,0 0 0-16,7 10-6 0,-5-8-5 0,-1 2-3 16,2-2-9-16,-2 2-3 0,2 0-4 0,-2-2-3 15,2 3-3-15,0-2-5 0,-1 1-5 0,0-2 1 16,-2 3-6-16,2 1 2 0,-2-1-3 0,2-1-10 16,-2 1 6-16,-2 0 0 0,2-1 0 0,0 1-2 0,-4 0 3 15,2 0 1-15,-2 0 4 0,2 0 11 16,-2 0 3-16,0-2 1 0,-1 2-1 0,2-2 1 15,0 2 4-15,2-3-5 0,1-2 8 0,-3 5 9 16,3-5 7-16,-4 2 18 0,4-2 1 0,0 0 11 0,0 0 1 16,0 4 2-16,0-4-7 0,0 0-8 0,0 0-7 15,16-6-15-15,-6 3-2 0,3 0-25 0,1-3-36 16,1 2-48-16,1-1-60 0,6-2-56 0,-2 0-78 16,-2 0-248-16,5 1-544 0,0 0 241 0</inkml:trace>
  <inkml:trace contextRef="#ctx0" brushRef="#br0" timeOffset="-60257.11">25695 6257 137 0,'-7'0'253'16,"7"0"-8"-16,0 0-3 0,0 0-6 0,0 0-6 15,0 0-11-15,0 0-10 0,0 0-15 0,0 0-7 16,0 0-22-16,0 0-15 0,0 0-7 0,0 0-17 15,0 0-13-15,0 0-15 0,3-10-10 0,-3 10-14 16,0 0-5-16,0 0-4 0,8-2-14 0,-8 2-5 16,11-1-10-16,-6-1-3 0,-5 2-8 0,11 0-7 15,-11 0-9-15,12 0-4 0,-5 0-3 0,-3 2-8 16,5-2-5-16,-3 1-3 0,2-1-5 0,-2 1 1 16,-6-1-5-16,10 1 3 0,-6 2-6 0,-4-3-5 15,8 0-1-15,-8 0-1 0,5 3 5 0,-5-3-3 16,2 4 3-16,-2-4 5 0,2 3 1 0,-2-3 4 15,0 5 2-15,0-5-1 0,-4 5 3 0,3-2 3 0,1-3-2 16,-3 6 3-16,2-3-1 0,1-3 2 16,-5 5 1-16,2-1-1 0,3-4 1 0,-3 5 2 15,2-2-2-15,1-3 1 0,-2 5 1 0,2-5 3 0,2 5-2 16,0-1 3-16,2-2-1 0,0 2 3 0,0 0 0 16,3 0 1-16,-1 0 1 0,1 0-2 0,-1-2 0 15,2 2-3-15,-1-2 3 0,-1 2-1 16,3-1 2-16,-6 0-2 0,1-1 0 0,1 1-3 0,-2-1 1 15,-3 2-1-15,4-2 2 0,-4-2-2 0,0 5 5 16,0-5 4-16,-4 3 0 0,-3-1 2 0,2-1-2 16,5-1-2-16,-15 1 1 0,5 2 1 0,-1-3 1 15,1 1-4-15,2-1-14 0,-2-1-19 0,1 1-26 16,0 0-27-16,2-3-42 0,7 3-51 0,-8-2-67 16,3 0-125-16,5 2-400 0,0 0 177 0</inkml:trace>
  <inkml:trace contextRef="#ctx0" brushRef="#br0" timeOffset="-59465.23">26401 6198 153 0,'0'0'272'0,"0"0"-7"15,0 0-7-15,0 0-11 0,0 0-8 0,0 0-1 16,0 0-25-16,0 0-15 0,0 0-18 0,0 0-11 16,0 0-19-16,0 0-11 0,-3-4-15 0,3 4-15 15,0 0-13-15,0 0-12 0,0 0-14 0,0 0-8 16,0 0-4-16,0 0-9 0,0 0 2 0,0 12-9 15,0-12-5-15,0 8-4 0,0-1-4 0,0-2-2 16,0 0-1-16,3 4-3 0,-3-3-3 0,1 2-4 16,2 0-2-16,-2-2-6 0,5 2-2 0,-2-1-2 15,1 1-5-15,-1-3 0 0,1 1 6 0,-1 1-7 16,-2-3-6-16,6 0 1 0,-2-1 3 0,-1 1-7 16,2-1 2-16,-1-2-1 0,0 0 1 0,-6-1 0 15,11 0 2-15,-3 0 2 0,-8 0 0 0,10-4 0 16,-6 2-4-16,1-2 4 0,0 0 4 0,-1 1 4 15,-2-2 7-15,3 2 16 0,-3-2 3 0,1 2 17 16,-3 3 19-16,4-5 9 0,-3 2 7 0,-1 3-2 0,2-5-10 16,-2 5-4-16,2-2-12 0,-2 2 1 0,0 0-19 15,0 0-14-15,4-4-14 0,-4 4-27 0,0 0 8 16,0 0-2-16,0 0 1 0,2 10-18 0,1-4-17 16,-2-2-19-16,2 3-19 0,1 0-30 0,-1 1-33 15,0 0-58-15,4 1-67 0,0 1-274 0,-3-2-594 16,3 2 264-16</inkml:trace>
  <inkml:trace contextRef="#ctx0" brushRef="#br0" timeOffset="-58652.8">23656 5556 153 0,'0'0'224'0,"-7"-1"-16"0,7 1-7 16,0 0-15-16,0 0-7 0,0 0-16 0,0 0-9 15,-5-2-11-15,5 2-13 0,0 0-7 0,0 0-10 16,0 0-9-16,0 0-13 0,0 0-8 0,0 0-10 16,18-6-7-16,-8 6-13 0,1-4-25 0,3 2-33 15,2-4-44-15,2 1-48 0,1 2-60 0,0-2-205 16,-4-3-391-16,0 1 174 0</inkml:trace>
  <inkml:trace contextRef="#ctx0" brushRef="#br0" timeOffset="-57902.88">23626 5126 19 0,'0'0'266'0,"0"0"-5"16,0 0-11-16,0 0-8 0,0 0-13 0,0 0-14 15,0 0-8-15,0 0-14 0,0-6-11 0,0 6-14 0,0 0-18 16,0 0-14-16,0 0-8 0,0 0-18 0,0 0-13 15,4-3-11-15,-4 3-9 0,5-1-5 0,1-2-12 16,-2 2-20-16,4-2-31 0,-1 1-42 0,0-1-44 16,4 0-57-16,0 0-56 0,-3-1-79 0,4 0-147 15,-1-1-451-15,3 0 200 0</inkml:trace>
  <inkml:trace contextRef="#ctx0" brushRef="#br0" timeOffset="-57151.5">23568 4699 30 0,'0'0'220'0,"-3"-3"0"15,3 3-6-15,-1-7-14 0,1 7-8 0,0 0-9 16,0-3-8-16,0 3-13 0,0 0-10 0,0-5-10 16,0 5-14-16,0 0-9 0,0 0-10 0,1-5-9 15,-1 5-5-15,0 0-14 0,0 0-9 0,0 0-1 16,0 0-6-16,0 0-5 0,0 0-9 0,3-3 1 15,-3 3-12-15,0 0-4 0,0 0 3 0,0 0-11 16,0 0-4-16,0 0-2 0,5-3-4 0,3 3-1 16,-1-1-7-16,0-1-23 0,0 2-21 0,6-2-36 15,-2 2-44-15,3-4-51 0,-1 0-55 0,1 2-199 16,7-2-453-16,-1 0 201 0</inkml:trace>
  <inkml:trace contextRef="#ctx0" brushRef="#br0" timeOffset="-56432.81">23581 4293 168 0,'-9'-4'246'0,"9"4"-10"16,0 0-9-16,0 0-9 0,0 0-13 0,0 0-12 16,0 0-14-16,0 0-12 0,0-3-16 0,0 3-16 15,0 0-9-15,0 0-14 0,0 0-13 0,0 0-8 0,9-5-7 16,-9 5-16-16,15-1-4 0,-9-2-18 15,7 1-21-15,0 0-35 0,3-1-40 0,-2 2-45 16,4 1-51-16,2-1-62 0,-5 1-181 0,0-1-421 16,4 1 187-16</inkml:trace>
  <inkml:trace contextRef="#ctx0" brushRef="#br0" timeOffset="-40235.77">23354 5553 231 0,'-2'-6'270'0,"0"1"2"0,2-3 1 0,-3 2 5 0,3 1 0 15,-1-4-3-15,1 2 4 0,-3-2 0 0,3 2-6 16,0 2 1-16,0 0-13 0,0-3-8 0,0 5-22 15,0-2-16-15,0 5-26 0,0-8-21 0,0 8-21 16,0-4-18-16,0 4-16 0,0 0-12 0,0 0-10 16,0 0-6-16,7 18-12 0,-3-6-3 0,-4 1-8 15,7 5-4-15,-3 0-9 0,0 3-5 0,3 4 0 16,-3-4-9-16,-1 0-15 0,-2 0-78 0,3-2-73 16,-4 0-78-16,4-1-33 0,-1 3 2 0,-3-4-12 15,1 0-37-15,1-4-68 0,-4-1-250 0,2-5-659 16,0-2 292-16</inkml:trace>
  <inkml:trace contextRef="#ctx0" brushRef="#br0" timeOffset="-39438.96">23237 5095 217 0,'0'0'322'15,"-2"-5"-23"-15,2 5-23 0,0 0-28 0,0 0-25 0,-2-5-23 16,2 5-23-16,0 0-19 0,0 0-20 16,0 0-7-16,0 0-18 0,8-1-11 0,-8 1-12 15,13 4-8-15,-7-2-13 0,2 2-5 0,-1 0-9 0,3 0-2 16,-2 3-13-16,3-3 5 0,-2 3-6 0,-2 0-7 15,0-2-3-15,0 1-4 0,-2 1-5 0,-1-1-3 16,-1 1 4-16,-3-2-7 0,1 1-4 0,-1 1 0 16,-1 1 4-16,-2-3 1 0,-1 1-5 0,-3 2 3 15,2-4 5-15,-4 1 5 0,4 1 5 0,-1-2 1 16,1 0 0-16,-2-3 1 0,5 3 4 0,-2-2-4 16,4-2 11-16,-4 3 8 0,4-3-8 0,0 0 12 15,0 0 9-15,0 0-19 0,0 0-8 0,0 0-20 16,24-5-41-16,-6 1-51 0,1 0-60 0,4 0-76 15,-4-1-58-15,4-1-264 0,2 2-579 0,-5-5 256 16</inkml:trace>
  <inkml:trace contextRef="#ctx0" brushRef="#br0" timeOffset="-38485.93">23165 4613 188 0,'0'0'327'0,"2"-7"-20"15,-2 7-26-15,-2-5-13 0,2 5 12 0,2-4-37 16,-2 4-30-16,1-5-23 0,0 1-18 0,-1 4-18 16,3-5-16-16,5 2-15 0,-5 1-14 0,2-1-14 15,-1 1-9-15,3 1-13 0,-7 1-9 0,10-2-5 16,-4 2-14-16,-6 0-12 0,11 2-12 0,-6-1-6 0,-1 0-5 16,1 2-9-16,0 0-8 0,-1 0 2 0,-1-1-5 15,0 4 1-15,1-2-3 0,-3-1-1 16,-1 4-1-16,3-2 5 0,-3 0-2 0,0 1 3 15,0 0-5-15,-3 0 5 0,2 0-3 0,0-1 8 0,1 1 0 16,0-1-6-16,-3 0 5 0,2 1 0 0,1-3-2 16,0-3 2-16,0 6 2 0,0-1-2 0,0-5 4 15,2 5-1-15,0-2 0 0,0 0 1 0,1-1 1 16,0 2-3-16,-3-4 1 0,4 2-1 0,-4-2 4 16,1 4-3-16,2-1-1 0,-3-3-4 0,0 0 4 15,3 3-1-15,-3-3 0 0,0 0 1 0,0 0-1 16,0 0 1-16,0 5 1 0,0-5-2 0,0 3 1 15,0-3-1-15,2 4-1 0,-2-4 3 0,-5 7-2 16,3-5 2-16,0 1 1 0,0 1 0 0,2-4 2 16,-3 6-4-16,1-4 2 0,2 3 0 0,-5-2 0 15,3 1-13-15,1 0-14 0,-2 0-3 0,0 0-10 16,-1 0-11-16,0-2-13 0,1 2-19 0,-3 1-31 16,-1-3-38-16,-4 3-43 0,0-3-50 0,-1 1-133 15,-2-2-409-15,-5 1 181 0</inkml:trace>
  <inkml:trace contextRef="#ctx0" brushRef="#br0" timeOffset="-37767.24">23281 4145 270 0,'0'-4'287'0,"3"1"-15"0,-3 3-15 16,0-6-9-16,0 6-13 0,0-5-18 0,0 5-28 15,0 0-23-15,0 0-15 0,0-4-20 0,0 4-18 16,0 0-18-16,0 0-9 0,0 0-7 0,0 0-1 16,-5 15-16-16,1-10-5 0,4 2-8 0,-1 1-5 15,-2-1-2-15,2 3-4 0,-1-2-6 0,2 0-2 16,0 4-2-16,0-2-4 0,2 0-3 0,-2 1-5 15,0-4 0-15,1-1 1 0,0 2-3 0,1-3 0 16,3-1 3-16,-3 2-3 0,2 0 2 0,0-4-3 0,4 2-1 16,-3-1 1-16,2-3 1 0,2 1-4 0,0-2-1 15,2-2-1-15,1 1 4 0,-6-1-6 16,4-3 4-16,1 2-3 0,-4-3-2 0,3 2 5 0,-5 1 12 16,-1-1 15-16,0 0 17 0,-1 3 23 0,1-2 5 15,-1 1 12-15,-2 0-3 0,-1 3-4 0,5-3-9 16,-5 3-6-16,0 0-8 0,3-3-12 0,-3 3-13 15,0 0-10-15,0 0-4 0,0 0-8 0,0 0-7 16,0 0 3-16,0 0-7 0,4 13-27 0,-5-8-27 16,2 3-16-16,-1 1-23 0,2 2-20 0,-1 1-28 15,2 1-46-15,-2 0-81 0,3 0-66 0,-1 1-217 16,-2-1-591-16,1-1 261 0</inkml:trace>
  <inkml:trace contextRef="#ctx0" brushRef="#br0" timeOffset="-29864.13">23666 6732 15 0,'0'0'249'0,"0"0"-5"0,0 0-15 15,0 0-5-15,0 0-4 0,0 0-16 0,0 0-7 16,0 0-11-16,0 0-3 0,0 0-16 0,0 0-5 15,0 0-10-15,0 0-8 0,15-7-5 0,-15 7-13 16,0 0-14-16,0 0-3 0,0 0-6 0,0 0-13 16,0 0-9-16,0 0-5 0,0 0-7 0,0 0-10 15,2-3-8-15,-2 3 2 0,11 0-9 0,-4-1-10 0,3 0-3 16,1-3-3-16,3 3-14 0,-1-3-29 0,8 2-29 16,-3 0-31-16,5-3-30 0,0 1-44 15,4 2-40-15,-4 0-56 0,0-1-34 0,-3-3-170 0,-1 4-487 16,-7-1 215-16</inkml:trace>
  <inkml:trace contextRef="#ctx0" brushRef="#br0" timeOffset="-29176.69">23300 6799 178 0,'0'0'271'15,"0"0"-17"-15,0 0-18 0,-7-6-14 0,7 6-20 16,0 0-23-16,0 0-18 0,0 0-20 0,11-6-12 15,-3 5-15-15,-4-3-10 0,3 3-11 0,2-1-15 16,-2 2-30-16,1-3-40 0,1 1-42 0,1-2-50 16,3 0-46-16,0 0-54 0,-2 0-147 0,-4 1-360 15,5 0 160-15</inkml:trace>
  <inkml:trace contextRef="#ctx0" brushRef="#br0" timeOffset="-28973.58">23466 6669 80 0,'0'0'245'0,"0"0"-19"0,0 0-23 0,0 0-23 15,0 0-21-15,0 0-18 0,0 0-15 0,0 0-14 0,0 0-12 16,0 0-6-16,0 0-12 0,0 0-9 0,1 15-4 16,3-5-7-16,0 0-4 0,0 1-8 0,-1 2-4 15,5-1-48-15,-8 3-37 0,4 1-51 0,-1-1-41 16,3-1-177-16,-5 1-332 0,2 1 147 0</inkml:trace>
  <inkml:trace contextRef="#ctx0" brushRef="#br0" timeOffset="-28317.39">23656 7292 179 0,'0'0'275'0,"0"0"-5"0,0 0-15 0,0 0-14 16,0 0-17-16,0 0-19 0,0 0-16 0,0 0-12 16,0 0-16-16,0 0-17 0,22-2-15 0,-17 0-9 15,4 2-17-15,3-1-5 0,0 0-11 0,-1 1-7 16,4-1-12-16,-1-2-6 0,0 2-35 0,3-1-48 15,-5 1-51-15,0 1-64 0,3-3-60 0,-4 1-60 16,-3 1-147-16,-2-1-435 0,0 0 193 0</inkml:trace>
  <inkml:trace contextRef="#ctx0" brushRef="#br0" timeOffset="-27878.38">23302 7360 230 0,'0'0'332'15,"0"0"-16"-15,0 0-1 0,0 0-32 0,0 0-25 16,0 0-27-16,0 0-23 0,0 0-16 0,0 0-24 0,0 0-17 16,0 0-15-16,0 0-14 0,0 0-10 0,0 0-11 15,18-8-13-15,-11 8-15 0,2-1-34 0,1 0-38 16,1 0-44-16,1 1-49 0,3-2-55 0,-3 0-63 16,2 1-48-16,-2-2-177 0,-4 2-471 0,-1-1 210 15</inkml:trace>
  <inkml:trace contextRef="#ctx0" brushRef="#br0" timeOffset="-27487.8">23444 7286 39 0,'0'0'280'15,"0"0"-22"-15,0 0-18 0,0 0-27 0,0 0-23 16,0 0-19-16,0 0-18 0,0 0-16 0,0 0-13 16,22-1-18-16,-22 1-7 0,9 1-9 0,-6 0-9 15,1 2-10-15,4-2-8 0,-4 0-7 0,2 0-4 16,-1 1-6-16,-1 0-4 0,3 1-4 0,-3 0-6 16,2-2-3-16,-2 1-4 0,0 2-3 0,1 0-5 15,-2-2 0-15,-2 3-3 0,3-2-3 0,-4 1-1 0,0 0 1 16,2 0 2-16,-2 0-1 0,0-4-2 0,-2 7-3 15,-2-2 4-15,4-1-6 0,-4 0 2 0,4 0-1 16,0-4-2-16,-4 5 2 0,3-1 4 0,1-4 8 16,-2 4 7-16,2-4-1 0,-2 4 2 0,2-4-2 15,0 0 0-15,-2 5 1 0,2-5-1 0,0 0 9 16,0 0-4-16,0 0-5 0,0 0 3 0,0 0 1 16,0 0 3-16,15 0-3 0,0-1-10 0,-2-3-61 15,1 3-94-15,6-1-112 0,0-3-220 0,0 2-506 16,2 1 224-16</inkml:trace>
  <inkml:trace contextRef="#ctx0" brushRef="#br0" timeOffset="-12128.37">24907 5868 82 0,'0'0'94'0,"0"0"-3"0,0 0-18 0,0 0 0 15,0 0-11-15,0 0 3 0,0 0 0 0,0 0-12 0,0 0-2 16,0 0-4-16,0 0-4 0,0 0 5 0,0 0-4 16,0 0-10-16,0 0-1 0,0 0 1 15,0 0-3-15,0 0-1 0,0 0 3 0,0 0 0 0,0 0-1 16,0 0 5-16,0 0 5 0,0 0 6 0,0 0-6 16,0 0 3-16,-9 0 9 0,9 0 1 0,0 0 8 15,0 0-2-15,0 0 5 0,0 0-4 0,0 0-6 16,0 0-3-16,0 0-4 0,0 0-2 0,0 0-7 15,0 0 0-15,0 0-1 0,0 0-2 0,0 0-5 16,0 0 0-16,0 0-3 0,-3-3-6 0,3 3-5 16,0-5-1-16,0 5-6 0,0 0 1 0,0 0-2 15,0 0-5-15,0 0 1 0,0 0-3 0,0 0-5 0,0 0 2 16,0 0 3-16,0 0-3 0,0 0 0 16,0 0 0-16,0 0 0 0,0 0 0 0,0 0 2 15,-9 7-1-15,9-7 1 0,0 0-2 0,-6 1 0 0,6-1 2 16,-4 4-5-16,4-4 3 0,-3 6-2 0,2-4 0 15,1-2-1-15,0 0 1 0,-8 5-2 0,7-2 2 16,1-3 0-16,-4 2 1 0,4-2 0 0,-5 6-4 16,5-6 3-16,-5 2 5 0,2 1 1 0,3-3-2 15,-5 3-2-15,3 0 0 0,2-3-1 0,-8 4 1 16,7-2 0-16,1-2 0 0,-4 3 1 0,1 0 1 16,3-3-1-16,-4 3 0 0,4-3-3 0,-7 4 0 15,7-1 1-15,0-3-1 0,-3 3 2 0,3-3-2 16,-5 5 3-16,5-5 6 0,-4 2-9 0,4-2 3 15,-3 4-3-15,3-4-5 0,-4 3 9 0,4-3-2 16,-1 5 6-16,1-5-7 0,-4 5 5 0,4-5 0 16,0 0-6-16,0 4 2 0,0-4 1 0,-2 3-9 0,2-3 11 15,0 0-1-15,0 6-3 0,0-6 4 0,-2 3-3 16,2-3-2-16,-2 5 0 0,2-5 0 16,0 0 2-16,0 4 2 0,0-4-2 0,0 0-6 0,0 5 7 15,0-5-2-15,0 5 0 0,0-5-1 0,0 0 3 16,0 4 0-16,0-4-6 0,4 4 6 0,-4-4 1 15,0 0-2-15,0 4 2 0,0-4-3 0,0 0 1 16,0 5 2-16,0-5-2 0,0 0 1 0,3 4 2 16,-3-4-2-16,0 4 4 0,0-4-3 0,3 4-2 15,-3-4 3-15,0 5-3 0,0-5-3 0,1 3 2 16,-1-3 5-16,3 6-2 0,-3-6 1 0,1 4-3 16,-1-1-6-16,0-3 9 0,0 0-4 0,3 4 2 15,-3-4 0-15,4 3 1 0,-4-3-2 0,2 3-2 16,-2-3 2-16,3 3 0 0,-3-3 4 0,0 0-3 15,0 5-2-15,0-5 0 0,3 4 3 0,-3-4 1 16,0 0 1-16,0 0-3 0,0 0 2 0,0 0 3 0,3 3-1 16,-3-3-2-16,0 0 0 0,0 0-1 0,0 0 3 15,0 0-2-15,0 0 1 0,0 0 0 0,5 1-1 16,-5-1 4-16,0 0-4 0,0 0 5 0,0 0 1 16,0 0-1-16,0 0-2 0,0 0 2 0,0 0-2 15,0 0-1-15,0 0-3 0,0 0 5 0,0 0-2 16,0 0-2-16,0 0 4 0,0 0 1 0,6 1 1 15,-6-1-2-15,0 0 2 0,8 0-3 0,-8 0-2 16,0 0 3-16,0 0 0 0,11-1-3 0,-11 1 1 16,5 1 3-16,-5-1-4 0,6 1 1 0,-6-1-2 15,0 0 3-15,5 3-3 0,-5-3-1 0,0 0 2 16,0 0-5-16,7 0 7 0,-7 0-3 0,0 0-1 16,0 0-1-16,0 0-3 0,0 0 5 0,9 0-1 15,-9 0 0-15,0 0-1 0,0 0 4 0,0 0-3 0,5 2 1 16,-5-2 3-16,0 0 5 0,8 0-2 15,-8 0-3-15,0 0 6 0,0 0 2 0,0 0 2 16,7-5-2-16,-7 5 2 0,0 0 2 0,0 0-4 0,8 0 0 16,-8 0-3-16,0 0 3 0,0 0 1 0,7 0-2 15,-7 0-1-15,0 0 4 0,0 0-3 0,0 0 5 16,6-1 0-16,-6 1 3 0,5-1-7 0,-5 1 3 16,5-1 0-16,-5 1-4 0,8-3 3 0,-8 3-6 15,0 0 1-15,5-1 1 0,-2-2-1 0,-3 3-2 16,7-1-1-16,-7 1-2 0,4-4 3 0,-4 4-6 15,4-3-1-15,1 1 5 0,-5 2-2 0,0 0 0 16,7-1 2-16,-7 1 15 0,4-3 2 0,-1 1 6 16,-3 2-1-16,0 0-4 0,7-7 1 0,-7 7 3 15,3-5 2-15,-2 2 0 0,-1 1-1 0,0 2-3 16,4-5-3-16,-4 5-1 0,1-5-4 0,-1 5 0 16,0-7-2-16,2 6 2 0,-2 1-3 0,0-6 4 0,0 6-1 15,1-5-3-15,-1 5 2 0,0-5-6 16,0 5 1-16,0 0-1 0,-1-6 1 0,1 6-7 15,-2-5 3-15,2 5-3 0,-1-4-5 0,1 4 1 0,0 0 0 16,-4-5 1-16,4 5-6 0,-4-3 2 0,4 3-1 16,-1-3 3-16,1 3-2 0,-4-4 3 0,4 4-3 15,-2-4-5-15,-2 2 5 0,4 2-1 0,0 0 2 16,-7-6 2-16,7 6-6 0,-5-4 2 0,2 2-3 16,3 2 4-16,0 0 3 0,-4-2-5 0,4 2 4 15,-4-4-2-15,4 4-4 0,-5-5 4 0,5 5-4 16,-5-2 6-16,5 2 0 0,-4-2-1 0,4 2 1 15,0 0 1-15,-9-3-1 0,9 3-2 0,-3-4 3 16,3 4-1-16,-4-5 0 0,4 5-1 0,-7-4 8 16,5 2-9-16,2 2 1 0,-5-4 0 0,5 4-5 15,-4-4 5-15,2 2 0 0,2 2-3 0,-6-4 1 16,6 4 2-16,-2-6 2 0,2 6-2 0,-5-3 2 16,5 3-1-16,-4-3 2 0,4 3 0 0,0 0-3 0,0 0 0 15,-4-2 1-15,4 2-3 0,0 0-3 0,-1-4-2 16,1 4 3-16,0 0 4 0,0 0-4 15,0 0-3-15,0 0 0 0,0 0-2 0,0 0-7 0,-7-1-3 16,7 1-3-16,0 0 7 0,0 0-1 0,-12 2 1 16,12-2-4-16,-6 3 7 0,1-2-2 0,5-1 5 15,-8 2-5-15,3 0 4 0,0-1 1 0,5-1-3 16,-6 8 3-16,3-7-1 0,-3 2 1 0,2-1-7 16,4-2 6-16,-3 4-4 0,3-4 3 0,-5 4 5 15,3-2-2-15,-3 1 0 0,4 1 1 0,-2-2 0 16,3-2-5-16,-1 5 4 0,-2-1 3 0,3-4-1 15,-3 7 3-15,1-2-4 0,2-2 1 0,0 1 4 16,0-4-2-16,-5 8 2 0,5-4 1 0,0-4 0 16,0 6-4-16,0-1 0 0,3-1 4 0,-3 1-2 15,0-1 3-15,0 1 0 0,0-1-1 0,0-4 1 16,4 7-1-16,-2-1 2 0,-2-4 0 0,1 3-1 0,2 0 0 16,-3 0 3-16,1-3-5 0,2 3 1 0,-2-1-4 15,2 1 3-15,0-1 4 0,-2-1-1 16,1 0-2-16,-2-3 1 0,5 10-2 0,-4-7 5 0,3 1-4 15,-1 0 5-15,-2 0-3 0,4 0 2 0,-3 0-3 16,1-2-1-16,-2 2 1 0,4-3 0 0,0 3 2 16,-1-1 2-16,-3-1 0 0,5 1-3 0,-4-1 4 15,3 1 0-15,-1-1-4 0,4-1 1 0,-4 3 1 16,-4-4 3-16,11 1-3 0,-6-1 1 0,-5 0 0 16,12 0 2-16,-5 0-2 0,0-3 1 0,-3 1 5 15,3 1-7-15,2 0 2 0,-3-2 5 0,1 2 7 16,-2-2 4-16,-1 0 2 0,4-2 0 0,-1 1-4 0,-3 0 3 15,3 0-3-15,1-1 0 0,-4 0 2 16,2-1 0-16,-1-1 0 0,-1-2 1 0,2 4-3 0,0-4 0 16,-3 3-3-16,1 1-1 0,-1-4 1 0,0 2-2 15,-2 1 0-15,2-2-2 0,-2 2-1 0,-1-1 1 16,0 1-3-16,0-1 0 0,4 2 0 0,-4-1-2 16,0-1 0-16,0 2-6 0,0 1 7 0,0-1 4 15,-1-1-11-15,1 6 2 0,0-6 0 0,-3 1-4 16,2 1-1-16,-1 0 1 0,2 4-1 0,-6-8 2 15,1 5-2-15,4-1 0 0,-2-3 1 0,-2 5-1 16,1-1 5-16,-1-1-8 0,0 1 4 0,1-4 1 16,-3 4-3-16,2 1-1 0,0-2 3 0,-1-1 0 15,2 2 2-15,0-1-1 0,-2 2-1 0,6 2-2 16,-9-3 0-16,6 0 1 0,1 0 0 0,-4 1-6 16,3-1 6-16,3 3-3 0,-9-2-5 0,4 0 4 0,5 2 1 15,-9-1-2-15,9 1 3 0,-8 0-6 0,8 0-1 16,-7 0 0-16,7 0-2 0,-10 0 3 0,5 2 3 15,5-2-8-15,-12 4 5 0,8-1 2 0,-3-1 0 16,2 0-2-16,-1-1 0 0,1 3 3 0,1-3-2 16,-2 1 5-16,-2 2-1 0,3 0-3 0,1 1 2 15,-2-1 2-15,1 0-2 0,2 0 0 0,-3 2-2 16,1-2 3-16,1 0-2 0,0 1-2 0,1 2 3 16,1-2-2-16,-3 1 4 0,4 1 0 0,0-2-1 15,-2 1 2-15,2 2-1 0,0-2 4 0,1 0-2 16,1 2-2-16,-1-2 2 0,1 2 2 0,2 0-3 15,-2-1 3-15,3 0 0 0,-2-1 1 0,3 2 2 16,-1-1 0-16,0 1-3 0,5-1 1 0,-3-1-5 0,2 3 3 16,1-4 8-16,-1 3-6 0,1-2-1 15,1-1-1-15,2 1 1 0,-1-1-19 0,0 0-34 16,4-3-32-16,-2 1-56 0,2 1-57 0,-1-3-65 0,-2-1-179 16,3 0-479-16,0-1 213 0</inkml:trace>
  <inkml:trace contextRef="#ctx0" brushRef="#br0" timeOffset="-268.91">23694 5034 26 0,'0'0'133'15,"0"0"1"-15,0 0-10 0,0 0-6 0,0 0 3 16,0 0-11-16,0 0-3 0,-1-4-2 0,1 4 1 15,0 0-8-15,0 0-2 0,-1-4-9 0,1 4-7 16,0 0-7-16,-3-3-22 0,3 3 10 0,0 0-5 0,-3-4-11 16,3 4 3-16,-3-3-6 0,3 3-6 0,0 0-4 15,-4-3 0-15,4 3-5 0,0 0-1 16,-4-2-1-16,4 2-3 0,0 0 9 0,-8-3 6 0,8 3 7 16,0 0 2-16,-4-2-1 0,4 2 0 0,0 0-2 15,0 0-7-15,-1-6 0 0,1 6-5 0,0 0-3 16,0 0-1-16,-6-1-6 0,6 1-5 0,0 0 0 15,0 0-5-15,-7-3-2 0,7 3-1 0,0 0-1 16,0 0-2-16,0 0-1 0,-9 0-2 0,9 0 3 16,0 0-3-16,-10 2 0 0,10-2 1 0,-8 2-2 15,3 2-6-15,-1-2 2 0,6-2 1 0,-6 2 0 16,2-1 1-16,4-1-1 0,-5 5-2 0,1 0-2 16,0-2 4-16,1 1 3 0,-1-1-1 0,1 0-3 15,-2-1 1-15,5-2 0 0,-5 8 1 0,2-3-2 16,0-3 2-16,3-2-1 0,-2 6 1 0,0-2 1 15,1 0 1-15,-2 0-2 0,2 0-1 0,-1 1 3 0,1-1-2 16,0 1 1-16,1-1-3 0,-2 1 1 0,2-5 2 16,0 8 4-16,0-2-3 0,0-2-1 15,-4 1 0-15,4 0 0 0,4-1-1 0,-4 0 3 0,0-1-3 16,0-3 1-16,0 4 0 0,3 1 0 0,-2-2 2 16,1 1-2-16,-1 0 2 0,-1-4 0 0,4 3-2 15,-2 1 3-15,0-1 0 0,-2 1-3 0,3-3 1 16,-3-1 0-16,3 4 3 0,1-2-3 0,-4-2 1 15,5 3 1-15,-4-1-1 0,-1-2-1 0,5 5-1 16,-5-5 6-16,8 2-6 0,-7-1 4 0,-1-1-4 16,7 0 6-16,-7 0 2 0,9 2-1 0,-9-2 1 15,7 2 1-15,0-2-2 0,-7 0 4 0,11 0-2 16,-11 0 1-16,11-2 5 0,-6 2-1 0,2-2-1 0,-1 2 1 16,-1-1 4-16,3-1-1 0,-8 2 7 15,8-5 1-15,-1 3 0 0,-1-1 5 0,0 2-2 16,-2-1 3-16,-4 2 9 0,10-4 7 0,-6-2-3 0,0 4-4 15,0-2-2-15,0 0 4 0,0 1 0 0,0-1 0 16,-1 0-2-16,1-1-4 0,-1 0-7 0,1 0 2 16,0-1-3-16,-1 0-6 0,-1-1 2 0,4 0-3 15,-5-1 0-15,-1 3 1 0,3-3-3 0,-2 5 10 16,-1-2 4-16,2 1-2 0,-2-2 1 0,1 1-9 16,-1 2-2-16,2-4 5 0,-2 3-3 0,0-1 1 15,-2-1 1-15,2 2-5 0,0 4-7 0,0-10-3 16,-1 7-1-16,1 3-1 0,-2-5 1 0,1 3-4 15,1 2 4-15,-3-6 3 0,3 6-15 0,-4-5 4 16,0 3-2-16,4 2-3 0,-6-4-2 0,1 3 1 16,5 1-5-16,-8-3 4 0,8 3-3 0,-9-3-3 15,2 2 7-15,0 0-4 0,0 1 2 0,0-2 2 16,7 2-1-16,-13-1 1 0,8 2 3 0,5-1-3 0,-13 0 1 16,5 0 10-16,8 0-10 0,-12 2-1 15,6-2-3-15,6 0 4 0,-9 0 1 0,2 1-7 16,7-1-2-16,-8 2-4 0,4 0 2 0,-2 1 1 0,6-3 1 15,-7 3-3-15,1 1 0 0,3-1 5 0,-1 2-2 16,1 0 2-16,-1-1 3 0,1 3 2 0,-1-3-3 16,0 2-1-16,0-1 2 0,3 1 0 0,0-1-1 15,-4 2 1-15,3-1 3 0,0 1 1 0,0-1 0 16,0-1 0-16,2 1 0 0,0 1-3 0,0-2-1 16,-4 1 4-16,4 1 1 0,-1-2-2 0,1 1 0 15,0 0 0-15,1-1 1 0,2-1 4 0,-2 1-3 16,-1 1-3-16,0-1 3 0,2 0 1 0,0-1-1 15,0 1 5-15,0 0 1 0,0-1-3 0,3 0-1 16,-1 2-2-16,-3-2 2 0,4-3 3 0,-3 3-10 16,4 0 7-16,-2 1 9 0,0-4-6 0,-2 3-6 15,4-1 3-15,-6-3 2 0,8 1 1 0,-1-1-3 0,-1 3 3 16,-1-1-2-16,2-2 3 0,-7 0-2 16,9 0-2-16,1 0 4 0,-3-2-4 0,1 0 2 15,0 0 4-15,0-1-5 0,-1 1 2 0,5-4 2 0,-1 1-5 16,-5 2 3-16,4-4 0 0,-3 1 3 0,-1 1-1 15,-1 1-3-15,4-5 3 0,-3 2-3 0,-1-2 6 16,0 3-1-16,-3-1 1 0,1 0 2 0,0 1 2 16,-2-4 0-16,-1 2 3 0,2 1-3 0,-2 0 3 15,-2 1 1-15,2-1-2 0,0 1 6 0,-1-1-6 16,-2 1-1-16,2-1 2 0,-2 2-12 0,0-1 9 16,-1 2-3-16,4 1-2 0,-4-1 1 0,-2-2-8 15,1 3 1-15,1 0 9 0,-1 1-12 0,5 2-2 16,-11-1-5-16,1 0 6 0,2 1-1 0,1 0 5 15,7 0-4-15,-17 1 10 0,10-1-22 0,-1 1 8 16,1 2-4-16,-1-3-11 0,1 2-18 0,0 1-12 16,0 1-12-16,2-2-20 0,-2 2-11 0,3-1-20 0,-1 3-23 15,2-1-32-15,-1 1-39 0,2-1-47 0,-2 1-167 16,4-1-458-16,0 3 203 0</inkml:trace>
  <inkml:trace contextRef="#ctx0" brushRef="#br0" timeOffset="16401.29">24706 4182 45 0,'0'0'67'0,"0"0"1"0,-1 4-4 16,1-4 4-16,0 0 0 0,0 0 2 0,0 0-10 15,0 0-19-15,0 0 16 0,0 0-5 0,0 0-4 16,0 0-4-16,0 0-8 0,0 0 2 0,0 0-10 16,0 0 11-16,0 0-6 0,0 0-11 0,8-9 14 15,-8 9-16-15,9-2-13 0,-9 2-6 0,9-3-12 16,-9 3-6-16,12 0-11 0,-7 0-1 0,3-2-5 16,-2 1-1-16,1 0 0 0,1 0-6 0,-3 1 5 15,-5 0 2-15,11-3 3 0,-7 2 6 0,2-3-5 0,-6 4 7 16,8-1 2-16,-8 1 6 0,5-2 2 15,-5 2 9-15,4-2 3 0,-4 2 11 0,3-4 2 16,-3 4 1-16,0 0-6 0,0 0 4 0,0 0 3 0,0-4-5 16,0 4 6-16,0 0 1 0,0 0-5 0,0 0 7 15,-7-3 0-15,7 3 7 0,-4-3-7 0,4 3-2 16,0 0 7-16,-9 0 0 0,9 0-4 0,0 0 1 16,-10-2-3-16,10 2 8 0,0 0-17 0,0 0-3 15,-9 1 10-15,9-1-11 0,0 0 16 0,-6 2-7 16,6-2-8-16,0 0 8 0,-6 4-6 0,6-4-6 15,0 0 1-15,0 0 0 0,0 0 4 0,-13 0-14 16,13 0 9-16,-3 2 9 0,1 0-5 0,2-2-5 16,-6 2 7-16,6-2 1 0,-5 3-9 0,5-3-3 15,0 0 9-15,-4 4-14 0,0 0 13 0,4-4-2 16,-6 3 5-16,6-1-10 0,-4 1 4 0,1 0-2 16,3-3 6-16,-4 7-2 0,3-4 1 0,1-3-10 15,-4 4 13-15,1 0-4 0,3 1 0 0,0 0-1 0,-4-1-1 16,4-4-1-16,-1 9-1 0,-2-4-1 15,3-1-4-15,-1 1 7 0,1-1-7 0,-2 0 8 16,2-4 1-16,0 8 6 0,0-8-9 0,0 6 0 0,0-6 2 16,2 7 1-16,-2-4 37 0,0 1-2 0,1 0-8 15,-1-4-4-15,3 8-3 0,-3-4 6 0,1-1-18 16,-1-3 14-16,2 5-5 0,0-2-7 16,-2 1 2-16,0-4-2 0,3 4 8 0,0 0-5 0,-3-4 4 15,5 4 3-15,-4-2 11 0,2 2-6 0,-1-1-3 16,-2-3 0-16,4 2 4 0,-2 0-3 0,-2-2-2 15,6 3-3-15,-6-3 7 0,5 2-3 0,-5-2-1 16,6 2 0-16,-6-2-4 0,0 0 2 0,9 0-10 16,-9 0 8-16,7 1-1 0,-7-1-2 0,7 0 3 15,-7 0-1-15,0 0-5 0,9-1 0 0,-9 1-2 16,7-2 2-16,-7 2-3 0,7 2 4 0,-7-2 7 16,0 0 2-16,10 0-2 0,-10 0-1 0,0 0-2 15,10-2-8-15,-10 2 10 0,6-2-7 0,-6 2 2 16,8 0 1-16,-4-4-5 0,-4 4 2 0,8-1 0 15,-8 1-3-15,7-1 0 0,-7 1-2 0,5-1 14 16,0-2 5-16,-5 3 6 0,0 0 1 0,5-4 3 0,-5 4 5 16,4-2 7-16,0 0-2 0,-4 2-6 0,5-2-3 15,-5 2-2-15,3-5-4 0,1 2 1 16,-2 1 0-16,-2 2 3 0,4-7-2 0,0 3-3 16,-3 0-1-16,2-1-2 0,0 1-2 0,-1-1-3 0,2 1-4 15,-2-2 4-15,-1 1-3 0,1 0 0 0,0-3-2 16,2 3-1-16,-1-2 1 0,-3 4 2 0,2-2 7 15,-2-1 3-15,1 1-9 0,0 0 1 0,-1 1-1 16,2-2 2-16,-1 2-3 0,-1-1 7 0,0 1-8 16,1-1-3-16,-1 5 1 0,-2-7-2 0,2 7 0 15,0-6-4-15,0 6-3 0,-2-5 2 0,2 5-3 16,-2-5-3-16,2 5-2 0,-2-3-3 0,2 3 1 0,-3-5-2 16,-1 3 2-16,4 2-3 0,0 0 4 15,-7-4-6-15,3 2-3 0,4 2 9 0,0 0-5 16,-12-1 0-16,7 0 1 0,5 1-3 0,-9 0 4 0,9 0-2 15,-9-2 0-15,9 2 2 0,-11 2-3 0,11-2 1 16,-11 1 0-16,7-1 1 0,-4 1 4 0,3 1-7 16,5-2 2-16,-10 3-3 0,3-3 3 0,1 1-2 15,6-1 0-15,-9 2-2 0,4 0 1 0,1 0 2 16,4-2-2-16,-10 2 0 0,6-2-1 0,4 0 3 16,-9 5-3-16,6-1 2 0,-1-3 1 0,1 1 3 15,-1 2-2-15,4-4-4 0,-7 2 5 0,3 0-3 16,0 1 2-16,1 2 0 0,-1-2 1 0,2 0 1 15,2-3-2-15,-5 6-1 0,0-3 0 0,1 2 1 16,1-2 1-16,1 0-2 0,0 2-1 0,2 0 4 16,-1 0-1-16,-2-2 0 0,2 1 1 0,1 2-2 15,-2 0 1-15,1-1-1 0,1 0 3 0,0-1-5 0,0 1 6 16,1 1-3-16,-1-1 0 0,2 0-3 0,-1 1 6 16,-1-2-6-16,4 1 5 0,-4-1 3 15,2 2-5-15,0 0 3 0,0 0 0 0,2-2-1 16,-2 1 0-16,1-1 3 0,1 3-3 0,-2-5 2 0,2 3 0 15,0-3-3-15,0 3 3 0,1-3 7 0,-1 2-8 16,2-4 1-16,-2 3-4 0,1 0 4 0,2 0 3 16,0-3-1-16,-2 2 2 0,2-2-3 0,1-2 7 15,3 2-4-15,0-3-2 0,-4 1-1 0,1-1 0 16,4 1 4-16,-4-1-5 0,2 0 2 0,1-2 3 16,-4 0 3-16,1 2 11 0,-1 0 6 0,1-3 0 15,-1 2 14-15,-1 0 0 0,0-1-5 0,-1 0 4 16,3-2-6-16,-4-1-4 0,-1 1 1 0,0 2-4 15,1-3-1-15,-3 2-3 0,2 0-3 0,1-2 3 16,-4-2-1-16,5 1-2 0,-5 2 1 0,0-1-1 16,0 1-1-16,3-1 0 0,-6 0 6 0,3 3-6 15,0 0 0-15,0-1 1 0,0 1 15 0,0 0-15 16,-5 0-4-16,5-1-1 0,0 6-12 0,0-6 7 0,-4 2-3 16,4 1 1-16,-3-2-3 0,3 5 1 15,-5-4-4-15,1 3-5 0,4 1 1 0,-6-3 5 16,2 1-6-16,4 2 0 0,-10-1-1 0,10 1-1 15,-11-1-2-15,4 1 0 0,7 0 4 0,-15 1-4 0,9 0 3 16,-3 1 2-16,2 0 1 0,-2-1-3 0,0 3 15 16,0-1-19-16,-1 0 2 0,5-1 0 15,-2 3 2-15,0-3-1 0,-1 0 2 0,1 0 5 0,2 4-5 16,-1-1-5-16,-1-2-1 0,2 0-3 0,1-1-11 16,-1 1-11-16,2 4-9 0,-1-4-15 0,1 1-12 15,-2-1-21-15,3 2-23 0,2 0-55 0,0-1-71 16,0-4-287-16,0 9-570 0,2-5 252 0</inkml:trace>
  <inkml:trace contextRef="#ctx0" brushRef="#br0" timeOffset="56785.1">24994 6727 77 0,'-5'-5'98'0,"5"5"0"0,0 0 0 0,0 0 1 16,0 0-4-16,0 0 7 0,0 0 2 0,0 0 0 15,0 0-2-15,0 0 5 0,0 0-2 0,0 0-4 16,0 0-2-16,0 0-5 0,-8-1-3 0,8 1-5 15,0 0-6-15,0 0-2 0,0 0-5 0,0 0-5 0,0 0-8 16,0 0-6-16,0 0-5 0,0 0-4 16,0 0-7-16,0 0-1 0,0 0-9 0,0 0-3 15,0 0-2-15,0 0-1 0,-7 7-2 0,7-7-1 0,0 0-5 16,0 2-3-16,0-2 3 0,0 0-21 0,0 8-3 16,0-8-2-16,0 0 2 0,0 5-4 0,0-5 4 15,0 0-2-15,0 0 3 0,0 0-10 0,1 5 8 16,-1-5 2-16,0 0 2 0,0 0-1 0,3 2 1 15,-3-2 0-15,0 0 2 0,0 0 5 0,0 0-4 16,0 0 3-16,0 0 2 0,0 0-3 0,0 0 2 16,0 0 0-16,0 0-3 0,0 0 3 0,0 0-1 15,0 0 5-15,0 0-1 0,0 0 1 0,0 0 13 16,0 0 8-16,0 0-1 0,0 0 4 0,0 0-2 16,0 0-12-16,0 0-3 0,-16-6-5 0,16 6-6 15,0 0-6-15,-10 2-13 0,10-2-4 0,-5 2-5 0,5-2-1 16,-4 4-7-16,4-4-9 0,-4 3-3 0,4-3-8 15,-2 2 6-15,2-2-8 0,0 0 5 16,0 0 4-16,0 0 6 0,0 5 12 0,0-5-1 0,0 0 2 16,4 4 0-16,-4-4 0 0,9 2 4 0,-9-2-3 15,0 0 0-15,9-2 1 0,-9 2 6 0,8 0 1 16,-8 0-1-16,7-2 2 0,-7 2 6 0,4-2 5 16,-4 2 2-16,6-1 20 0,-6 1 10 0,4-4 6 15,-4 4 7-15,0 0 8 0,0-4 7 0,0 4 2 16,0-5 4-16,0 5 1 0,0 0-6 0,0 0-5 15,0 0-3-15,0 0-4 0,0 0-3 0,0 0-5 16,0 0-4-16,-7-2-5 0,7 2-2 0,0 0-4 0,0 0-4 16,0 0 0-16,0 0-8 0,0 0-2 0,0 0-7 15,0 0-3-15,0 0-7 0,0 0-6 16,0 0-6-16,0 0 2 0,0 0-3 0,0 0 5 0,0 0-3 16,0 0 10-16,0 0-9 0,0 0 2 0,0 0 1 15,0 0 2-15,0 0 1 0,15 1 4 0,-15-1 9 16,0 0-2-16,0 0 4 0,0 0-3 0,7-3 5 15,-7 3 4-15,0 0 11 0,0 0 9 0,0 0 4 16,0-4 3-16,0 4 4 0,0 0 10 0,-7-10-1 16,7 10-1-16,-3-2 6 0,-1-1 0 0,4 3-1 15,-4-5-2-15,4 5-3 0,-1-4-5 0,1 4-5 16,0 0-4-16,-6-2-1 0,6 2-8 0,0 0-2 0,0 0-13 16,0 0-32-16,0 0-36 0,0 0-37 0,0 0-43 15,0 0-49-15,-4 8-146 0,4-8-366 16,0 0 163-16</inkml:trace>
  <inkml:trace contextRef="#ctx0" brushRef="#br0" timeOffset="58269.33">23770 6064 40 0,'0'0'94'0,"0"0"-5"0,0 0-4 0,0 0-10 16,0 0 5-16,0 0-6 0,0 0 0 0,0 0-2 15,0 0-2-15,0 0-1 0,0 0 7 0,0 0-12 0,0 0-1 16,0 0 1-16,0 0-4 0,0 0 1 0,0 0-11 15,0 0 10-15,0 0 2 0,0 0-5 16,0 0-2-16,0 0-6 0,0 0-3 0,0 0-5 0,0 0-2 16,0 0-4-16,0 0-11 0,0 0 6 0,-1-3-3 15,1 3-13-15,0 0 6 0,0 0-2 0,0 0-3 16,0 0-3-16,0 0 2 0,0 0-2 0,0 0-3 16,0 0-1-16,0 0-1 0,0 0-12 0,0 0 11 15,0 0 0-15,0 0 2 0,0 0-5 0,0 0 5 16,0 0 2-16,0 0-6 0,0 0 4 0,0 0-5 15,0 0 8-15,0 0-5 0,0 0-3 0,0 0-1 16,0 0 1-16,0 0-6 0,0 0 7 0,0 0 1 16,0 0-2-16,0 0-3 0,0 0 0 0,0 0-1 0,0 0 6 15,0 0-5-15,0 0 1 0,0 0-2 16,0 0 0-16,0 0-2 0,0 0-2 0,0 0 1 16,0 0 4-16,0 0-1 0,0 0 0 0,0 0 2 0,0 0-3 15,0 0 5-15,0 0-2 0,0 0-6 0,0 0 5 16,0 0-2-16,0 0-8 0,0 0 13 0,0 0-1 15,0 0 1-15,0 0-4 0,0 0 3 0,0 0 2 16,0 0-3-16,0 0 1 0,0 0-2 0,0 0 3 16,0 0-3-16,0 0 6 0,0 0-4 0,0 0-2 15,0 0 3-15,0 0-3 0,0 0 1 0,0 0 3 16,0 0-6-16,0 0-3 0,0 0 2 0,0 0 3 16,0 0-22-16,0 0-22 0,0 0-30 0,0 0-34 15,5 8-20-15,-5-8-143 0,0 0-293 0,0 0 130 16</inkml:trace>
  <inkml:trace contextRef="#ctx0" brushRef="#br0" timeOffset="59566.09">24917 6643 121 0,'0'0'240'0,"-3"-3"-14"0,3 3-9 0,0 0-13 16,0 0-12-16,0 0-16 0,0 0-11 0,0 0-13 0,0 0-15 15,0 0-8-15,0 0-18 0,0 0-10 0,0 0-14 16,0 0-11-16,0 0-8 0,0 0-8 0,0 0-8 16,0 0-10-16,0 0-8 0,0 0-8 0,0 0-15 15,0 0 3-15,0 0-3 0,-4 8 0 0,4-8-1 16,0 0-2-16,-1 9-1 0,2-5-8 0,-1 1-3 16,0-5-6-16,0 9 0 0,2-6-4 0,-2 0-9 15,0-3 1-15,1 8 1 0,-1-5 1 0,0-3 0 16,0 0 6-16,0 5 2 0,0-5 2 0,4 2 2 0,-4-2 1 15,0 0-1-15,0 0 4 0,11-5 1 16,-7 3-1-16,1-2-1 0,-3-1 1 0,2 1 1 16,-1 1 3-16,1-2-1 0,-2 2 1 0,-2-3 0 0,3 2 1 15,-3 1 5-15,2-1 1 0,-2 4-3 0,2-7 3 16,-2 7-1-16,-2-5-3 0,2 5-6 0,-2-2 0 16,2 2 0-16,-4-4-2 0,4 4-1 0,-8 0 3 15,8 0-2-15,0 0-1 0,-11 5 0 0,6-3 1 16,1 1 0-16,2 1-4 0,-2 1 4 0,-1-1 3 15,3 1 3-15,-1 0-3 0,3 0-1 0,0-1 0 16,0 0 0-16,2 1 2 0,-1-1 1 0,2 1-2 16,1-2-1-16,0 0-2 0,-4-3-4 0,4 5-4 0,3-3-4 15,-2-1-4-15,-5-1-3 0,0 0 4 16,14-5-6-16,-10 2 7 0,0 2 0 0,1-3 6 16,1 1-3-16,-2 0 1 0,-3-2 5 0,2 2-1 0,-3-1 3 15,0 4-2-15,2-8 1 0,-2 3 1 0,0 5 3 16,-5-6-4-16,4 4 1 0,-2-2 0 0,2 0 5 15,1 4-6-15,-6-3 3 0,6 3 0 0,-9 0-1 16,9 0 2-16,-5-1 1 0,5 1-1 0,0 0-2 16,-11 1-1-16,11-1 2 0,-6 4 1 0,6-4-4 15,-5 5 4-15,5-2-2 0,0-3 6 0,-3 4 0 16,3-4 1-16,0 6 3 0,0-6 0 0,4 5 0 16,0-3-3-16,0 1 2 0,0 0-4 0,-4-3 3 15,5 1 1-15,0 0 5 0,-5-1-3 0,6 2 2 16,-6-2-4-16,0 0 1 0,7-7 2 0,-7 7-4 15,0-5-6-15,0 5 0 0,-2-8-8 0,-1 5-15 0,1-2-25 16,-3 1-28-16,0 0-41 0,-1-1-170 0,-6 0-315 16,4 0 139-16</inkml:trace>
  <inkml:trace contextRef="#ctx0" brushRef="#br0" timeOffset="61831.5">23790 6061 17 0,'0'0'117'0,"0"0"-8"0,-3-4-13 0,3 4-8 15,0 0-9-15,0 0 3 0,0 0-12 0,0 0-4 16,0 0-9-16,0 0 4 0,0 0-14 0,0 0-12 16,0 0 3-16,0 0-3 0,0 0-8 0,0 0 5 15,-4-4-2-15,4 4-13 0,0 0 0 0,0 0 4 16,0 0-8-16,0 0-5 0,0 0 5 0,0 0-1 16,0 0-1-16,0 0-7 0,0 0 2 0,0 0 3 15,0 0 2-15,0 0-8 0,0 0-4 0,0 0 9 16,0 0-5-16,0 0-6 0,0 0 7 0,0 0-2 15,0 0 0-15,0 0 1 0,0 0-5 0,0 0 2 0,0 0-3 16,0 0 5-16,0 0 2 0,0 0-4 16,0 0 2-16,0 0-1 0,0 0 1 0,0 0 3 15,0 0-10-15,-4 10 3 0,4-10 7 0,0 0-10 16,0 0-2-16,0 0 10 0,0 0-9 0,0 0 4 0,1 5 5 16,-1-5 3-16,0 0-10 0,0 0 1 0,0 0 6 15,0 0 4-15,0 0-7 0,0 0 7 0,0 0-2 16,7 1 5-16,-7-1-3 0,6 5 5 0,-3-4-7 15,-3-1 5-15,8 4 5 0,-1-4 0 0,-1 2 0 16,0-1-7-16,-2 2 6 0,5-1-3 0,-4-1 3 16,-1 2 0-16,6 0 1 0,-5 0-9 0,2-1 5 15,-3 2-3-15,4-2 1 0,-1 1 4 0,0-1-7 16,-2 1-2-16,1 1-2 0,-1-1 3 0,-1 0 4 16,3 0-3-16,-3-1-6 0,0 1 1 0,2 0 0 15,-2-1 2-15,1 2-3 0,0-2 4 0,0 1 1 16,-1-1-10-16,0 1 15 0,1 1 19 0,-2-1 6 15,1-2-6-15,3 1 0 0,-5 1-5 0,5-2 1 0,-7-1-1 16,7 4-4-16,-3-3-2 0,1 0 3 0,1 2-6 16,-2 0-5-16,0-2 1 0,-4-1 1 15,7 4 1-15,0-2 0 0,-2 1-7 0,-1-2 1 16,0 0 1-16,2 1-2 0,-6-2 3 0,5 4-3 0,0-2-4 16,-1 1 1-16,1-2 0 0,-2 3-2 0,-1-2 5 15,4 0-4-15,-6-2 0 0,5 2-2 0,0 1 2 16,-1-2 6-16,-2 3-7 0,-2-4 4 0,4 5-7 15,0-4 4-15,-1 2 4 0,-3-3-8 0,4 4 2 16,-1 0-3-16,0-2 3 0,-3-2-2 0,5 3 0 16,-2-1-2-16,1 1 1 0,-4-3 0 0,4 2 5 15,-1 1 1-15,-3-3-8 0,5 3 8 0,-5-3-1 16,7 4-2-16,-4-3 0 0,1 0 3 0,-4-1-3 16,6 4 6-16,-3-2-6 0,-3-2-1 0,6 4 5 15,-2-1-6-15,-2 0 4 0,3-2-5 0,-3 1 4 16,-2-2-2-16,8 5 4 0,-2-2 1 0,-2 0-6 15,0 1 5-15,0-2-10 0,0-1 12 0,0 2-2 0,0-1-3 16,0 1-1-16,0 0 6 0,-1-1-4 0,1 1-3 16,2-1 3-16,-2 1-3 0,-1-1 2 15,-3-2-1-15,8 4-10 0,-4-2 10 0,-2 1 2 0,3 0 2 16,-3-1-2-16,4 1-1 0,-5 1 0 0,3-2 1 16,1 1-1-16,-2-1-1 0,3 1-5 0,-2 0 9 15,-3 0 0-15,3 0-2 0,-2 2 2 0,6-3-4 16,-6 0-2-16,1 1 6 0,3 0-1 0,-2-1-5 15,0 3 6-15,0-2 1 0,0 0-5 0,1 0 3 16,1-1-5-16,-3 2 3 0,2-1-4 0,-1 0 6 16,0 0-2-16,4-1 5 0,-4-1-7 0,-1 4 11 15,5-3-9-15,-3 2-2 0,0 0 3 0,2-2-1 16,-3 1 2-16,1 0-1 0,-1-1-3 0,2 2 8 16,-1-2-2-16,0 1-16 0,2-1 14 0,-3 1-1 15,2 0-2-15,-2 0 1 0,2-1 2 0,0 2-2 16,1-3-1-16,-4 0 0 0,1 2-7 0,1 0 9 0,0 1 2 15,2-2-2-15,-4 0-1 0,4 1 1 0,-3-1-4 16,2 2 5-16,-2-3-3 0,2 2 0 0,-2-1-6 16,1 1 7-16,-1-1 3 0,-2 0-6 15,5 2 3-15,-3-3 2 0,0 3 1 0,0-1-2 0,3-1 2 16,-1 0-3-16,-1 0 0 0,-1-1-2 0,2 2 3 16,0 1 3-16,-1-1-1 0,-1 0-3 0,1 0-4 15,-1-1 8-15,3 2-6 0,-3 0-2 0,1 0 7 16,0-1-3-16,1-2 3 0,0 3-13 0,0-2 8 15,0 2-8-15,-2 0 12 0,4-2 1 0,-2 1-3 16,0 2 2-16,1-4-3 0,-3 3 2 0,3-3 1 16,-1 3 5-16,-1-3-7 0,3 2 4 0,-4 2-3 15,0-2 3-15,3-2 4 0,-3 1-7 0,0 0 0 16,-4-2 0-16,11 2 7 0,-7 1-4 0,-1 0 18 16,4-1 14-16,-2 0-4 0,-5-2-2 0,10 3-3 15,-9 0-2-15,3-2-3 0,0 0-3 0,-4-1-1 16,11 3-2-16,-7-1-4 0,0 1 3 0,0-2-3 0,-4-1-3 15,9 3 0-15,-7 1 1 0,6-3-1 0,-4 0-4 16,-4-1 2-16,9 3-1 0,-5-1 1 16,-4-2-3-16,5 3 4 0,-5-3-5 0,7 3 4 0,-3-2-4 15,-4-1 3-15,0 0 1 0,7 2-5 0,-7-2 3 16,5 2-8-16,-5-2 6 0,3 1-3 0,-3-1-4 16,6 2 5-16,-6-2-1 0,4 2 0 0,-4-2 5 15,0 0-4-15,6 2 2 0,-6-2-3 0,4 1 2 16,-4-1 1-16,0 0-4 0,0 0 3 0,5 2 5 15,-5-2-6-15,0 0 3 0,0 0-3 0,5 3 0 16,-5-3 0-16,0 0 0 0,0 0 5 0,0 0-5 16,0 0 3-16,4 1-4 0,-4-1 2 0,0 0-7 15,0 0 6-15,0 0-1 0,0 0 1 0,0 0 0 0,0 0 0 16,0 0-2-16,0 0 4 0,0 0 1 16,0 0-4-16,0 0 2 0,0 0-4 0,0 0 3 15,0 0-6-15,0 0 5 0,2 2 5 0,-2-2-5 0,0 0 1 16,0 0-1-16,0 0 0 0,0 0-5 0,0 0 7 15,0 0-3-15,0 0 1 0,4 3-2 0,-4-3-20 16,0 0-16-16,0 0-18 0,0 0-64 0,0 0-49 16,0 0-167-16,0 0-363 0,-9-11 160 0</inkml:trace>
  <inkml:trace contextRef="#ctx0" brushRef="#br0" timeOffset="62565.81">24873 6533 57 0,'0'0'171'0,"-5"-2"-13"0,5 2-7 0,0 0-21 16,0 0-12-16,-3-3-13 0,3 3-20 0,0 0-3 16,0 0-10-16,0 0-13 0,0 0-8 0,0 0-3 15,0 0-5-15,0 0-5 0,0 0-3 0,-4 8 4 16,4-8-12-16,0 0-1 0,2 8 1 0,-2-8 2 16,5 5 8-16,-2-4-4 0,-1 3 1 0,1 1 5 15,1 0-2-15,2-1-6 0,-2 0-5 0,1 1 2 16,3-2-8-16,-4 2 5 0,2 1-3 0,2-2-2 0,-2 2-4 15,3-1 0-15,-4-1-6 0,4 1 4 0,-4-1 0 16,4 1 0-16,-3 1-8 0,-1-2 2 0,1 0 1 16,-2-2-6-16,0 2 3 0,1-1-2 0,1 0-2 15,-3-2-1-15,-1 3 6 0,-2-4-2 0,3 3-1 16,-3-3-1-16,0 0-1 0,0 0 9 0,4 2 19 16,-4-2 7-16,0 3 10 0,0-3 8 0,0 0 3 15,0 0 0-15,0 0 3 0,0 0-5 0,0 0 2 16,0 0-9-16,0 0-4 0,0 0-11 0,0 0 5 15,0 0-10-15,-11 5-1 0,6-4-2 0,-2 1-4 16,2 2 0-16,-1 1-5 0,-1-1 0 0,-2 3-3 16,-1-2-1-16,1 1-3 0,3 1-3 0,-4 0 2 15,1 1-3-15,0-3 3 0,3 3-4 0,-4-3 0 16,3 1 1-16,0 1 0 0,1-3 0 0,1 1-1 16,0 0-1-16,1-1 2 0,-1-1-4 0,1-2-1 15,0 2-2-15,4-3 1 0,-3 4-2 0,2-1-6 0,1-3-11 16,0 0-17-16,0 0-27 0,-1 5-33 0,1-5-27 15,0 0-68-15,0 0-213 0,0 0-437 0,0 0 194 16</inkml:trace>
  <inkml:trace contextRef="#ctx0" brushRef="#br0" timeOffset="64271.8">25201 6747 59 0,'0'0'287'0,"0"-4"-9"0,0 4-17 0,0 0-19 15,0 0-21-15,-4-5-24 0,4 5-19 0,0 0-20 16,0 0-21-16,0 0-14 0,0 0-18 0,0 0-12 15,0 0-9-15,0 0-11 0,0 0-3 0,9 14-9 16,-6-9-4-16,-1 1-11 0,2 2-3 0,-3 0-6 16,3 1-1-16,-4 2-7 0,4 0 1 0,-2-1-4 15,2 1-2-15,-3 1 0 0,1-2-5 0,-1 3-4 16,0-5-2-16,-1 2-1 0,4-4-1 0,-2 2 3 16,0-1-6-16,1-2 1 0,-2 1-3 0,2-1-1 15,-3 0 6-15,4-2-4 0,-4 1 0 0,0-4 1 16,3 4 1-16,-2-2 0 0,-1-2 13 0,0 0 4 0,6 2-3 15,-6-2 3-15,0 0-7 0,0 0 0 0,12-6 1 16,-8 2 3-16,-1 2-3 0,1-2-1 16,0 0 6-16,0 1-2 0,0 0-5 0,0-4 0 0,0 4 2 15,0-1 16-15,-1-2-10 0,1 3 6 0,-1 0 3 16,1-1 0-16,0 1 1 0,-1 0-8 0,-1 0 5 16,-2 3-7-16,5-5 2 0,-4 3 0 0,-1 2 0 15,5-2-1-15,-5 2-8 0,0 0-4 0,0-5-2 16,0 5 6-16,0 0-12 0,0 0-5 0,0 0 8 15,5-3-12-15,-5 3 1 0,0 0-5 0,0 0-2 16,0 0-1-16,0 0 5 0,0 0 4 0,0 0-4 16,14 7 5-16,-12-4-4 0,2-1-2 0,0 1 5 15,0 0-9-15,0 2-3 0,2 0-1 0,0-3-3 0,-2 2-1 16,-1 1 1-16,3 0-3 0,-1-2 7 0,-1-1-3 16,0 2 6-16,3 0 1 0,-6-2 0 15,-1-2 3-15,7 3 3 0,-7-3 1 0,4 3 2 0,-4-3 2 16,0 0 0-16,10 0-7 0,-10 0 15 0,6-5 1 15,-1 3 11-15,-4-3 14 0,2 1 2 0,-1 2-2 16,1-5 14-16,-3 1-14 0,2 1 2 0,0-6-6 16,0 5-2-16,-1-4 4 0,-1-3-2 0,1 3-5 15,-2-2 0-15,1 6-5 0,-1-4-3 0,1-1-4 16,-2 4 12-16,0 1-25 0,0-1 2 0,-1 2 1 16,3-1-43-16,-1 0-35 0,-2 1-27 0,1 1-33 15,2 4-34-15,-5-5-40 0,-1 4-34 0,6 1-16 16,0 0-36-16,-10 1-179 0,10-1-509 0,0 0 226 15</inkml:trace>
  <inkml:trace contextRef="#ctx0" brushRef="#br0" timeOffset="64740.5">25651 6759 76 0,'0'0'211'0,"0"0"-9"0,0 0-13 16,0 0-17-16,0 0-10 0,0 0-10 0,0 0-11 16,0 0-8-16,-4-2-11 0,4 2-2 15,0 0-10-15,0 0-6 0,0 0-6 0,0 0-10 0,0 0 2 16,0 0 6-16,0 0-6 0,0 0-7 0,0 0-5 15,25 0-8-15,-25 0-11 0,9 1-1 0,-9-1-5 16,10 0-7-16,-10 0-8 0,8 0-3 0,0 1-5 16,-8-1-8-16,8 2-31 0,-8-2-24 0,7 1-24 15,-7-1-28-15,7 0-26 0,-7 0-23 0,7 1-28 16,-3 2-20-16,-4-3-22 0,4 3-122 0,-4-3-352 16,1 4 156-16</inkml:trace>
  <inkml:trace contextRef="#ctx0" brushRef="#br0" timeOffset="64974.86">25657 6901 99 0,'0'0'191'0,"0"0"-4"0,0 0 1 0,0 0 3 16,0 0-14-16,11 0-15 0,-2 0-16 0,-9 0-12 15,13 0-16-15,-8-1-12 0,2 0-10 0,2 0-6 16,-2-2-15-16,1 2-6 0,-1-1-12 0,1-1-35 16,0 2-31-16,-1-2-43 0,1 0-41 0,-4 0-34 15,3-1-55-15,0 1-93 0,-3 0-297 0,2-3 132 16</inkml:trace>
  <inkml:trace contextRef="#ctx0" brushRef="#br0" timeOffset="65974.76">25997 6668 118 0,'0'0'177'0,"-4"-5"-22"16,4 5-11-16,0 0-16 0,0 0-14 0,0 0-7 16,0 0-12-16,0 0-15 0,0 0-8 0,0 0-4 15,0 0-8-15,-7-1 0 0,7 1-16 0,-11 0-2 16,11 0 0-16,0 0-5 0,-15 3-7 0,10-2 2 15,-1 1-3-15,-2-1-4 0,1 1 2 0,-1 0-2 16,3-2-7-16,-3 2 5 0,2 1-3 0,-3-1-7 0,3 1 1 16,2-2-3-16,-3 3 3 0,3-3-5 15,-3 1-1-15,3 1-6 0,4-3 12 0,-5 3-7 16,5-3 2-16,-3 4-6 0,0-3 2 0,3-1 2 0,-5 4-2 16,5-4 1-16,0 0-16 0,0 4 18 0,0-4 1 15,5 5-3-15,-5-5-1 0,4 6-3 0,-2-2 4 16,1 0-1-16,-1 1 1 0,2 0-1 0,-1 2-7 15,1-3 7-15,0 3 1 0,3-1 0 0,-3 0-3 16,0 1-1-16,-2-1 9 0,2 1-12 0,-3-1 0 16,3 2 4-16,-1-1-3 0,-2-1 7 0,1 0 2 15,2 2 0-15,-2 0 4 0,1-2-3 0,0 4 1 16,-2-3-2-16,-1 1-3 0,2-1-2 0,0 1-3 16,-2-2 6-16,2-1 0 0,-2 3 2 0,2-3 2 15,-2 2 25-15,2-3-1 0,-2 2-4 0,0-2-1 16,1 1 1-16,-1-2-8 0,0 1 1 0,3 1-6 15,-2-2 1-15,-1 1-4 0,0-4-2 0,3 5 2 0,-3-1-1 16,0-4-1-16,1 5-5 0,-1-5 6 16,0 5-3-16,6-2 1 0,-6-3 0 0,2 5-2 15,1-3 2-15,-3-2-14 0,4 4-33 0,0-2-37 16,-4-2-30-16,10 2-47 0,-4-2-205 0,-6 0-383 0,13-2 169 16</inkml:trace>
  <inkml:trace contextRef="#ctx0" brushRef="#br0" timeOffset="66255.99">26043 6840 244 0,'0'0'309'0,"0"0"-9"0,0 0-13 15,0 0-9-15,0 0-17 0,0 0-9 0,0 0-21 16,0 0-12-16,0 0-27 0,0 0-16 0,0 0-13 0,0 0-12 16,0 0-22-16,0 0-17 0,0 0-9 15,0 0-11-15,0 0-13 0,0 0 0 0,0 0-17 16,0 0-6-16,0 0-12 0,22-1-25 0,-15 0-32 0,-1-1-30 16,3 1-30-16,-1 1-35 0,5-1-36 0,-6 1-41 15,4-3-41-15,-3 2-29 0,0 0-211 0,-1 0-503 16,0-1 223-16</inkml:trace>
  <inkml:trace contextRef="#ctx0" brushRef="#br0" timeOffset="66677.82">26199 6777 95 0,'0'0'256'16,"0"0"-8"-16,0 0-11 0,0 0-9 0,0 0-16 16,0 0-19-16,0 0-22 0,0 0-16 0,0 0-16 15,0 0-16-15,0 0-13 0,0 0-11 0,0 0-9 16,0 0-12-16,0 0-5 0,12 7-2 0,-7-4-11 16,-1-1-9-16,1 2-3 0,1 0-7 0,-1-1-3 0,2 0-8 15,-1 2 1-15,2-1-5 0,-2 1-4 0,-1-1-2 16,-1 1-3-16,-2-1-3 0,3 1-6 15,-3 0 2-15,-2-1-4 0,5 1-2 0,-5 0-4 0,-3 0 4 16,1 2 0-16,2-4-1 0,-5 3 0 0,1-1-4 16,0 2 6-16,-1-2-3 0,1 1 0 0,-2-1 1 15,0-1 2-15,2-1 1 0,0 3-2 0,0-4 1 16,1 1 1-16,0 1-1 0,3-4-1 0,-4 4 1 16,4-4 0-16,-5 2-1 0,5-2-1 0,0 0 2 15,0 4 6-15,0-4-4 0,9 4 0 0,-2-3 1 16,0 0-17-16,7 0-24 0,-5-1-34 0,2 0-52 15,4 0-36-15,-1 0-47 0,1-1-221 0,-2-1-458 16,8 0 204-16</inkml:trace>
  <inkml:trace contextRef="#ctx0" brushRef="#br0" timeOffset="66927.8">26454 6970 68 0,'0'0'223'0,"0"0"-24"16,0 0-18-16,-6 1-19 0,6-1-13 0,0 0-22 15,0 0-12-15,-1 4-16 0,1-4-10 0,0 0-12 16,-5 3-1-16,5 1-8 0,0-4-5 0,-2 8-8 16,-2-3-3-16,2-1-10 0,-2 1 2 0,-1 3-5 15,1-2 0-15,-1 2-7 0,-5 0-11 0,6-2-31 16,-1 2-18-16,-1-2-20 0,-1 0-33 0,5 0-20 15,-1-2-25-15,-4 2-4 0,5-4-120 0,0 3-270 16,-2-2 120-16</inkml:trace>
  <inkml:trace contextRef="#ctx0" brushRef="#br0" timeOffset="67755.85">26094 6810 205 0,'0'0'239'0,"0"0"-4"0,-3-6-3 0,3 6-9 15,0 0-5-15,0 0-11 0,0 0-8 0,0 0-9 16,-2-4-13-16,2 4-10 0,0 0-10 0,0 0 1 16,0 0-18-16,0 0-12 0,0 0-12 0,0 0-6 15,0 0-12-15,0 0-12 0,0 0-8 0,0 0-9 0,0 0-6 16,0 0-10-16,0 0-3 0,0 0-10 16,0 0-2-16,0 0-4 0,0 0-3 0,0 0-7 15,0 0-4-15,0 0 3 0,0 0-11 0,0 0 4 0,0 0 5 16,0 0-11-16,0 0-7 0,0 0 1 0,0 0 4 15,0 0-7-15,0 0 0 0,0 0-5 0,0 0 1 16,0 0 0-16,0 0 11 0,6 13-13 0,-3-9 4 16,-2 1 0-16,0 2 0 0,3-1-4 0,0 0-7 15,-4 1-11-15,5-1-5 0,-3 3-6 0,5 2-13 16,-3-1-13-16,4-2-20 0,-1 1-24 0,0 0-37 16,-2 0-32-16,2 0-45 0,1-3-40 0,-1 0-191 15,0 0-486-15,1 1 215 0</inkml:trace>
  <inkml:trace contextRef="#ctx0" brushRef="#br0" timeOffset="68365.17">26526 6862 84 0,'0'0'245'0,"0"0"-20"0,0 0-14 16,0 0-12-16,0 0-20 0,0 0-13 0,0 0-17 15,0 0-16-15,0 0-13 0,0 0-12 0,0 0-7 16,0 0-10-16,0 0-13 0,19 7-11 0,-13-7-4 16,2 1-4-16,-2 0-3 0,4 2-10 0,-2-1-1 15,4-1-8-15,-2 2-13 0,-2-3-32 0,2 4-31 16,-4-3-34-16,7-1-28 0,-5 2-41 0,-8-2-39 0,13-2-143 0,-9-1-351 0,3 1 155 0</inkml:trace>
  <inkml:trace contextRef="#ctx0" brushRef="#br0" timeOffset="68599.52">26740 6763 30 0,'0'0'140'0,"0"0"-3"0,0 12-10 0,0-7-11 16,2 2-12-16,-2 0-6 0,2 2 13 0,-1 3-12 15,2-4-6-15,-1 4-10 0,1 0-8 0,1-1-5 16,-2 1-10-16,0 0-15 0,1-1 9 0,0 3-9 16,-2-3 1-16,3 1-4 0,-4-1-42 0,0 0-32 15,0-3-46-15,0 0-45 0,3 1-101 0,-2-2-243 16,-1-2 108-16</inkml:trace>
  <inkml:trace contextRef="#ctx0" brushRef="#br0" timeOffset="69177.59">26772 6675 245 0,'0'0'288'0,"0"0"-10"16,-1-2-14-16,1 2-16 0,0 0-17 0,0 0-18 15,-3-5-21-15,3 5-16 0,0 0-18 0,0 0-13 16,0 0-16-16,0 0-13 0,0 0-3 0,0 0-26 15,0 0-6-15,0 0-12 0,0 0-3 0,0-5-11 16,0 5-4-16,0 0-4 0,0 0-8 0,0 0-2 16,0 0-7-16,0 0-5 0,0 0 1 0,0 0-3 15,0 0-3-15,0 0-3 0,0 0-3 0,0 0-2 16,0 0 1-16,0 0 1 0,0 0 0 0,0 0-6 0,0 0-7 16,0 0-2-16,0 0 5 0,0 0 1 15,0 0 1-15,8 12 0 0,-4-8-3 0,0 0-2 16,2-2 1-16,-3 4-1 0,3-1 2 0,1 1 0 15,1 1-1-15,2 0-4 0,-5 2 3 0,7-2-1 0,-3 3-3 16,0 0 3-16,5 1 2 0,-6 0-3 0,0-1 0 16,0 0-4-16,2 2 6 0,-1 2-6 15,-4-1-1-15,-1 0 2 0,-2-1 1 0,-2 1-2 0,3 5 0 16,-6 0-3-16,-1 0 0 0,-3-2 2 0,2 2-6 16,-3 0-18-16,-4-1-15 0,-1 1-6 0,1-1-14 15,3 2-15-15,-4-2-21 0,0-1-18 0,0 0-30 16,5-4-34-16,-3 1-49 0,0 0-178 0,3-4-443 15,0 0 197-15</inkml:trace>
  <inkml:trace contextRef="#ctx0" brushRef="#br0" timeOffset="69974.39">25979 6588 160 0,'0'0'148'0,"0"0"-13"0,0 0-5 0,0 0-19 0,0 0-12 16,0 0-21-16,-15 14 1 0,11-8-8 0,1 0 10 16,-2 2-3-16,-2 3-2 0,3 0 3 15,0 3 3-15,1 3 1 0,-3 0-2 0,3 1-4 0,1 1-2 16,0 0-2-16,0 2-8 0,2-4-4 0,-2 1-4 16,4 0 1-16,0 1-2 0,0-1 5 0,0 0-2 15,-1-1-8-15,3 1-4 0,2 1-3 0,-1-2-5 16,-1-1-2-16,2-4-3 0,0 5-2 0,1-2-2 15,2-4 0-15,-2 1-4 0,4 4-2 0,2-3-2 16,2-1-8-16,0 1 7 0,2-1-5 0,1 0-17 16,2-2-65-16,6 4-34 0,1-2-61 0,2-2-67 15,-11-3-126-15,10 0-384 0,-6-2 170 0</inkml:trace>
  <inkml:trace contextRef="#ctx0" brushRef="#br0" timeOffset="94280.44">25267 3697 102 0,'0'0'157'0,"0"0"-4"0,0 0-11 16,0-5-2-16,0 5-17 0,0 0-2 0,0 0-6 15,0 0-8-15,0 0-12 0,0 0-3 0,0 0-5 16,0 0-8-16,0 0 1 0,0 0-4 0,0 0-5 16,0 0-2-16,5-4 0 0,-5 4 1 0,0 0-2 15,0 0-1-15,0 0-1 0,0 0-3 0,0 0 0 16,0 0-3-16,0 0 1 0,0 0-5 0,0 0 3 0,0 0-8 16,0 0-2-16,0 0-8 0,0 0-3 15,0 0-2-15,0 0-4 0,0 0-4 0,0 0-2 16,0 0-3-16,0 0-4 0,0 0-5 0,0 0-2 15,0 0 0-15,0 0-2 0,0 0-4 0,0 0 0 0,0 0-4 16,0 0 3-16,0 0-1 0,0 0 0 0,0 0-1 16,-4 14-1-16,3-10 3 0,2 0 1 0,-1-4-3 15,-3 10-19-15,2-5-6 0,0 1-9 0,-4 4-19 16,4-4-12-16,-3 3-16 0,-2 0-18 0,2 0-24 16,2 1-23-16,-4-1-5 0,5 3-24 0,-2-5-8 15,1 5-125-15,-3-5-331 0,3 5 146 0</inkml:trace>
  <inkml:trace contextRef="#ctx0" brushRef="#br0" timeOffset="94541.04">25126 4013 92 0,'-1'4'140'0,"1"-4"-5"0,0 0-9 16,-3 4-6-16,3-4-11 0,0 0-9 0,0 0-10 16,0 0-9-16,-4 4-7 0,3-2 4 0,1-2-8 15,-3 6-9-15,1-3-1 0,-1 1-10 0,2 0-6 16,-1 0-2-16,1-1-2 0,-1 4-6 0,1-4-1 16,0 3-2-16,-1-2-6 0,-2 0-2 0,1 3-3 15,1-2-14-15,-1 2-21 0,-2-2-29 0,3 1-22 16,-2-1-14-16,3 2-23 0,-2-1-22 0,-2 2-84 15,0-3-226-15,1 0 100 0</inkml:trace>
  <inkml:trace contextRef="#ctx0" brushRef="#br0" timeOffset="94837.88">24927 4309 100 0,'0'0'147'0,"-2"5"-9"16,2-5-16-16,-2 5-6 0,2-1-12 0,0-4 0 16,-2 4 8-16,2-4-19 0,-3 5-6 0,3-5-10 15,0 8-7-15,-1-6-3 0,1-2-8 0,-4 5-8 16,4-5-3-16,0 4-3 0,-1 0-4 0,1-4-4 15,-2 6-7-15,1-2 0 0,1-4 2 0,-2 4-10 16,0 1-8-16,0-2-19 0,2-3-16 0,-5 5-29 16,5-5-24-16,-3 5-33 0,2-1-28 0,-2-1-91 15,0-1-244-15,3-2 107 0</inkml:trace>
  <inkml:trace contextRef="#ctx0" brushRef="#br0" timeOffset="95056.62">24829 4483 164 0,'0'0'180'16,"0"0"-22"-16,0 0-4 0,0 0-16 0,-2 4-9 16,2-4-22-16,0 0 0 0,0 0-10 15,0 0-8-15,0 0-10 0,0 0-4 0,0 0-10 16,0 0-5-16,0 0-7 0,0 0-5 0,-1 4-7 0,1-4-4 15,0 0-20-15,-3 3-25 0,3-3-31 0,-3 3-26 16,3-3-37-16,-4 5-53 0,4-5-84 0,0 0-258 16,-4 3 115-16</inkml:trace>
  <inkml:trace contextRef="#ctx0" brushRef="#br0" timeOffset="95525.41">25062 3932 19 0,'0'0'121'0,"0"0"-8"16,0 0-10-16,0 0-17 0,0 0-8 0,0 0-6 15,-6 12 0-15,4-8-7 0,2 1-9 0,0 0 3 16,-2-1-9-16,2 2 0 0,-2 2-8 0,1 0-5 16,1-2 0-16,-3 4-1 0,2 0-5 0,-2 3-5 15,2-1-11-15,-2-2-23 0,0 2-37 0,-1-1-44 16,0 0-82-16,-4 0-186 0,4-1 82 0</inkml:trace>
  <inkml:trace contextRef="#ctx0" brushRef="#br0" timeOffset="95759.76">24891 4324 55 0,'0'0'163'0,"-3"4"-11"16,3-4-13-16,-4 6-12 0,4-3-6 0,-4 1-5 16,3 0-6-16,1-4-15 0,-3 3-2 0,0 2-9 15,2 0-11-15,-3-2-2 0,4 1-12 0,-4-1-5 0,3 2-3 16,-2-2-8-16,2 0 1 0,-1 1-5 16,1 0-11-16,-1 0-24 0,0 0-34 0,0 0-31 15,1-1-43-15,-2 2-24 0,2 0-105 0,-3-2-253 16,-1 1 111-16</inkml:trace>
  <inkml:trace contextRef="#ctx0" brushRef="#br0" timeOffset="95994.11">24779 4537 64 0,'0'0'242'0,"0"0"-8"0,0 0-10 0,0 0-9 16,0 0-16-16,0 0-16 0,0 4-13 0,0-4-14 15,0 0-20-15,0 0-6 0,0 0-17 0,0 0-11 16,0 0-9-16,0 0-12 0,0 0-8 0,0 0-8 16,-5 5-5-16,5-5-11 0,0 4-7 0,-2-2-20 15,2-2-35-15,-6 7-28 0,3-5-36 0,2 2-32 16,-2 0-30-16,2 1-27 0,-2-1-27 0,-1 1-127 16,1 0-346-16,-2-1 154 0</inkml:trace>
  <inkml:trace contextRef="#ctx0" brushRef="#br0" timeOffset="96651.83">24631 4771 98 0,'0'0'223'0,"-5"3"-12"0,5-3-19 0,0 0-18 15,0 0-18-15,0 0-13 0,0 0-16 0,-2 2-13 0,2-2-7 16,0 0-11-16,0 5-8 0,-5-2-9 0,5-3-6 16,-4 5-9-16,3-1-8 0,-2 0-1 15,0-1-6-15,1 4-6 0,-3-2 0 0,4 1-2 0,-3 1-7 16,1-2-3-16,-5 4 0 0,3 0-6 0,-1-3-5 16,2 3-25-16,-3-3-24 0,3 0-20 0,-4 1-25 15,5-1-17-15,-2 1-30 0,-1-2-19 0,2 2-22 16,3-3-122-16,-3 1-308 0,1 0 137 0</inkml:trace>
  <inkml:trace contextRef="#ctx0" brushRef="#br0" timeOffset="96886.18">24423 5117 33 0,'0'0'140'0,"-2"7"-12"16,0-5-5-16,2-2-8 0,-3 4-11 0,2-1-13 16,0 1 0-16,-1 0-11 0,0 0-6 0,-2 0-3 15,1 1-15-15,2-1-5 0,-2 1-4 0,2 0-1 16,-1-1-17-16,-1 2 9 0,-1 1-32 0,0-2-33 16,1 2-37-16,-1 0-36 0,0-2-89 0,-1 1-205 15,1 1 91-15</inkml:trace>
  <inkml:trace contextRef="#ctx0" brushRef="#br0" timeOffset="97104.91">24302 5397 75 0,'0'0'211'0,"-4"3"-10"0,4-3-19 16,0 0-11-16,-3 3-20 0,3-3-16 0,0 0-10 15,0 0-15-15,-7 2-11 0,7-2-11 0,0 0-8 0,-5 3-5 16,5-3-8-16,0 0-8 0,-4 3-8 16,4-3-3-16,0 3-15 0,0-3-20 0,-3 5-33 15,3-5-20-15,-4 4-37 0,4-4-28 0,-4 4-37 0,4-4-123 16,-3 4-288-16,2-2 128 0</inkml:trace>
  <inkml:trace contextRef="#ctx0" brushRef="#br0" timeOffset="97354.89">24199 5599 24 0,'0'0'218'0,"0"0"-13"0,-2 2-20 0,2-2-12 15,0 0-13-15,0 0-13 0,0 0-18 0,0 0-12 16,0 0-17-16,0 0-10 0,0 0-8 0,0 0-8 15,0 0-10-15,-4 6-4 0,4-6-3 0,0 3-6 16,0-3-7-16,0 0-4 0,-5 6-4 0,4-3-5 16,1-3-17-16,-4 5-31 0,4-5-42 0,-2 4-26 15,2-4-34-15,-4 2-44 0,1 1-114 0,3-3-299 16,-4 5 133-16</inkml:trace>
  <inkml:trace contextRef="#ctx0" brushRef="#br0" timeOffset="97651.73">24029 5789 70 0,'0'0'189'15,"-1"4"-11"-15,1-4-16 0,0 0-18 0,0 0-9 16,0 0-7-16,0 0-7 0,0 0-10 0,0 0-9 15,0 0-6-15,-3 2-11 0,3-2-7 0,0 0-6 16,-2 5-11-16,2-5-2 0,0 0-8 0,-4 7-3 16,4-7-3-16,-4 4-8 0,4-1-2 0,-4 3-5 15,3-2 0-15,-1 1 0 0,-1 0-4 0,1 0-4 16,-1-1-2-16,-1 1-3 0,2-1 0 0,-1 1-6 16,1 1-17-16,-2-2-19 0,1-1-34 0,1 0-30 15,0 2-19-15,2-5-28 0,0 0-30 0,-6 6-105 16,3-5-292-16,3-1 129 0</inkml:trace>
  <inkml:trace contextRef="#ctx0" brushRef="#br0" timeOffset="97870.46">23912 5961 9 0,'-4'2'258'0,"4"-2"-8"15,0 0-17-15,0 0-20 0,0 0-20 0,0 0-18 16,0 0-17-16,0 0-15 0,0 0-19 16,0 0-11-16,-4 3-10 0,4-3-13 0,-3 2-10 15,3-2-8-15,-4 3-8 0,1-1-18 0,0 2-25 0,1-1-38 16,-3 2-28-16,0-3-42 0,1 3-40 0,0 0-45 16,1 1-145-16,-4-1-342 0,3-1 152 0</inkml:trace>
  <inkml:trace contextRef="#ctx0" brushRef="#br0" timeOffset="98120.44">23798 6094 204 0,'0'0'226'0,"0"0"-11"0,0 0-13 0,-8 3-12 16,8-3-14-16,0 0-13 0,-6 1-12 0,6-1-17 15,0 0-13-15,-5 1-14 0,5-1-14 0,0 0-3 16,-5 4-14-16,5-4-8 0,-4 1-5 0,4-1-7 15,0 4-6-15,0-4-6 0,-4 3-4 0,4-3-3 16,-3 6-6-16,1-3-2 0,2-3-2 0,-3 4-3 16,3 1-2-16,0-5-1 0,-2 7-6 0,0-4-15 15,2-3-22-15,-3 3-31 0,3-3-12 0,-1 7-23 16,0-5-22-16,1-2-31 0,-2 6-39 0,2-6-156 16,-4 2-364-16,1 1 161 0</inkml:trace>
  <inkml:trace contextRef="#ctx0" brushRef="#br0" timeOffset="98354.79">23715 6227 95 0,'-4'1'259'0,"4"-1"-2"0,0 0-13 16,0 0-11-16,-3 3-25 0,3-3-18 0,0 0-21 15,0 0-14-15,0 0-17 0,0 0-14 0,-2 5-10 16,2-5-14-16,-4 4-9 0,-1-2-10 0,5-2-5 15,-4 5-14-15,3 0-3 0,-2-2-4 0,-3 1-6 16,4 2-7-16,-1-1-2 0,0 1-29 0,-1-3-34 16,-1 4-44-16,2 0-37 0,-1-3-41 0,1 4-25 15,-4 1 7-15,6-3-1 0,-3 2-26 0,-5 0-115 16,4-3-329-16,4 0 145 0</inkml:trace>
  <inkml:trace contextRef="#ctx0" brushRef="#br0" timeOffset="98573.52">23560 6451 6 0,'-3'3'255'0,"3"-3"-7"16,0 0-9-16,0 0-19 0,0 0-17 0,0 0-17 16,0 0-25-16,-6 2-15 0,6-2-14 0,0 0-17 15,0 0-12-15,0 0-11 0,0 0-8 0,0 0-8 0,-1 5-8 16,1-5-4-16,-1 4-10 0,1-4-3 0,-2 7-10 15,-2-4-29-15,4 0-36 0,-4 1-41 16,4 1-46-16,-4-2-42 0,3 0-44 0,-1 2-138 0,-2-2-362 16,2-1 160-16</inkml:trace>
  <inkml:trace contextRef="#ctx0" brushRef="#br0" timeOffset="98792.25">23440 6629 188 0,'-4'3'225'0,"0"-2"-23"0,4-1-22 0,-6 2-18 16,3 1-18-16,3-3-18 0,-6 2-9 0,3 2-12 16,3-4-11-16,0 4-10 0,0-4-5 0,-3 4-8 15,3-4-12-15,-4 6-27 0,4-6-28 0,-4 7-31 16,4-3-34-16,0-4-34 0,-3 9-40 0,2-4-124 15,-2 0-282-15,2-1 125 0</inkml:trace>
  <inkml:trace contextRef="#ctx0" brushRef="#br0" timeOffset="99010.98">23304 6786 30 0,'-4'1'246'0,"-1"0"-10"0,5-1-14 16,-7 1-23-16,3 2-21 0,4-3-21 0,-5 2-14 16,3 2-14-16,-1-2-16 0,3-2-9 0,-3 7-12 15,0-3-7-15,1 0-8 0,-1-2-8 0,3 3-9 16,-3 1-2-16,2-1-18 0,0 0-23 0,-1 0-22 16,1 1-30-16,-2-1-23 0,0 0-34 0,3 3-26 15,-1-4-30-15,1 1-153 0,-1 1-324 0,1-6 144 16</inkml:trace>
  <inkml:trace contextRef="#ctx0" brushRef="#br0" timeOffset="99229.7">23202 7030 10 0,'-4'2'228'0,"1"1"-6"0,-1-1-12 0,1 2-11 16,-1-1-15-16,4-3-20 0,-1 4-16 0,-2-2-14 15,3-2-17-15,-8 5-10 0,5 0-10 0,3 0-12 16,-1-2-5-16,0 0-12 0,-2 2-7 0,1 0-25 16,-2 0-36-16,4 1-16 0,-4 2-3 0,3-1-46 0,-2 0-49 15,3-1-68-15,-1 1-111 0,-2 3-316 16,-1 1 140-16</inkml:trace>
  <inkml:trace contextRef="#ctx0" brushRef="#br0" timeOffset="99432.82">23090 7390 211 0,'-4'3'270'15,"-1"-1"-8"-15,1 0-14 0,1 2-17 0,-2-2-23 16,5-2-23-16,-6 2-19 0,3 1-19 0,3-3-14 16,0 0-12-16,-5 1-17 0,5-1-11 0,-7 5-8 15,7-5-12-15,-4 5-28 0,1-1-28 0,2 1-32 16,0-3-33-16,-2 3-35 0,0 1-31 0,3-6-24 15,-5 10-36-15,2-4-26 0,-2 0-105 0,-1 1-330 16,2-1 146-16</inkml:trace>
  <inkml:trace contextRef="#ctx0" brushRef="#br0" timeOffset="99589.06">22855 7649 147 0,'-7'4'143'0,"6"-1"-17"0,1-3-13 0,-6 3-8 16,6-3-13-16,-2 6-12 0,2-6-4 0,-6 5-24 15,6-1-35-15,-1 0-42 0,0 0-51 0,-1 1-66 0,0 0-153 16,-1 0 67-16</inkml:trace>
  <inkml:trace contextRef="#ctx0" brushRef="#br0" timeOffset="99995.27">22707 7928 91 0,'-6'3'262'16,"0"1"-9"-16,1-1-18 0,1 0-19 0,-4-1-25 15,4 0-15-15,4-2-18 0,-5 4-21 0,1-3-9 16,-1 2-16-16,5-3-14 0,-4 6-9 0,3-3-11 15,1-3-19-15,-7 6-22 0,5 0-17 0,0-3-18 16,0 4-30-16,0-2-17 0,-2 1-11 0,0 1-15 16,0-1 0-16,1 2-5 0,0-1-4 0,1 0-14 15,-2-1-10-15,0 2 0 0,2-2 3 0,-2 3 9 16,0-1 8-16,1-1 3 0,-1 0 8 0,1-1 8 16,0 0 4-16,-1 0 10 0,1 0 5 0,1-2 4 15,-2 1 6-15,1-1 8 0,3-4 5 0,-5 8 12 16,2-5 22-16,0 2 11 0,3-5 16 0,-5 7 4 15,1-4 15-15,4-3-3 0,-7 6 6 0,7-6 1 16,-4 5-1-16,1-1 3 0,3-4-9 0,-5 5-2 0,1-2-11 16,4-3 4-16,-8 4-15 0,8-4 3 15,-6 4-9-15,4-1-5 0,2-3-22 0,-6 5-28 16,6-5-18-16,-3 5-18 0,3-5-13 0,-5 7-5 0,1-3-23 16,4-4-86-16,-1 7-210 0,1-7 93 0</inkml:trace>
  <inkml:trace contextRef="#ctx0" brushRef="#br0" timeOffset="100198.37">22444 8449 256 0,'-4'0'257'0,"-4"2"-10"15,1 1-14-15,7-3-16 0,-7 2-24 0,7-2-22 16,-8 0-14-16,8 0-16 0,0 0-16 0,-9 1-14 15,9-1-14-15,0 0-27 0,0 0-28 0,-6 2-25 16,6-2-20-16,0 0-42 0,-5 7-27 0,5-7-53 16,0 0-40-16,-4 7-156 0,2-3-348 0,2-4 154 0</inkml:trace>
  <inkml:trace contextRef="#ctx0" brushRef="#br0" timeOffset="100417.25">22247 8660 25 0,'-9'2'241'16,"2"1"-4"-16,-2 0-11 0,3 0-10 0,0-1-24 0,0-1-15 15,1 0-21-15,5-1-12 0,-5 4-17 0,1-3-14 16,4-1-13-16,0 0-7 0,-7 4-12 0,7-4-13 16,-1 4-28-16,1-4-21 0,-3 4-22 0,3 0-18 15,0-4-26-15,-1 5-20 0,1 0-30 0,0-5-16 16,1 6-28-16,-1-2-15 0,0 0-113 0,0-4-290 15,-1 9 128-15</inkml:trace>
  <inkml:trace contextRef="#ctx0" brushRef="#br0" timeOffset="100526.62">22151 8787 52 0,'-6'2'176'0,"2"3"4"0,4-5-1 0,-6 1-3 16,6-1-12-16,-4 3-18 0,4-3-12 0,-2 2-15 15,2-2-11-15,0 0-14 0,0 0-28 0,-6 3-33 16,6-3-59-16,0 0-52 0,0 0-177 0,0 0-274 0,0 0 121 15</inkml:trace>
  <inkml:trace contextRef="#ctx0" brushRef="#br0" timeOffset="101573.4">22190 8869 53 0,'-3'3'193'0,"-1"0"-4"0,3 0-11 0,-3 3-12 16,-2-2-5-16,3 2-17 0,-1-1-5 0,0 1-2 15,-2-2-6-15,0 5-6 0,2-1-6 0,-3-3-13 0,2 3-7 16,-2-3-9-16,2 1-9 0,-1 2-7 0,3-3-10 15,-3 0-8-15,1 0-12 0,0 0-31 0,0 0-39 16,-1-2-43-16,4 1-50 0,-3-1-61 0,0-1-148 16,5-2-356-16,-4 1 158 0</inkml:trace>
  <inkml:trace contextRef="#ctx0" brushRef="#br0" timeOffset="101729.63">22092 9011 53 0,'-3'2'282'0,"3"-2"4"0,-6 3-5 16,1-1-9-16,1-1-14 0,4-1-23 0,-4 3-19 0,4-3-23 16,0 0-25-16,-8 2-8 0,8-2-23 0,0 0-29 15,0 0-35-15,0 0-53 0,-5 1-52 16,5-1-74-16,0 0-79 0,0 0-219 0,0 0-437 0,0 0 194 16</inkml:trace>
  <inkml:trace contextRef="#ctx0" brushRef="#br0" timeOffset="104026.29">26300 3473 21 0,'0'0'173'0,"-3"-4"4"0,3 4-7 16,0 0 4-16,0 0-7 0,0 0-3 0,0-4-5 15,0 4-9-15,0 0-8 0,0 0-8 0,0 0-14 16,-4-3-12-16,4 3-17 0,0 0-11 0,0 0-7 15,0 0-8-15,0 0-5 0,-12 10-6 0,5-6-8 16,-1 6-4-16,0-5-5 0,-3 5 0 0,-2 1-7 16,-4 4-1-16,1 0-4 0,-2 0-1 0,-5 4-3 0,0 1 2 15,-6 1-6-15,1 0 0 0,-1 1-1 0,-2 0-1 16,-2-1-2-16,2 1 9 0,-2 0-3 16,-1-3 0-16,3 2-4 0,-2-1 0 0,-2-2-6 0,3 0 2 15,-1-1 0-15,2-1 1 0,-1-2-4 0,3-1 1 16,0-2-4-16,10 0 3 0,0-4-1 0,2 1-2 15,4 0 1-15,-1-3 2 0,4 0-2 0,-3-1-3 16,3-1 3-16,0 0-1 0,2 1-1 0,1-3 3 16,0 2-1-16,0 0-1 0,0-2 1 0,-1 0-3 15,4 2 1-15,-5-2-5 0,5 1 3 0,-2-2 0 16,-1 2-3-16,0-1 2 0,3 0-2 0,-4 0-7 16,8-1-10-16,-8 2-10 0,8-2-24 0,-5 5-18 15,2-4-25-15,3-1-20 0,-2 5-26 0,2-5-30 16,0 0-42-16,2 4-123 0,-2-4-362 0,5 3 161 15</inkml:trace>
  <inkml:trace contextRef="#ctx0" brushRef="#br0" timeOffset="104416.99">25371 3881 99 0,'-1'4'150'0,"-1"1"-6"0,0 0-7 15,0 1-8-15,-3-1-3 0,2 1-1 0,1 2 1 0,-2-2-12 16,-1 3-9-16,1 0-9 0,2 1 2 0,-4-1 4 16,0 1 0-16,1-3-4 0,0 0-2 0,-1 5-12 15,1-4-8-15,1 1-10 0,-1-3-6 0,2-1-4 16,0 6-8-16,0-5-5 0,3-2-3 0,0 1-1 16,3 0-2-16,1-1 2 0,3-2-2 0,-2 2 0 15,12-1-5-15,3 1-6 0,0-3-4 0,1 0-34 16,1-1-52-16,-1 2-73 0,1-2-74 0,-3-2-151 15,0 1-390-15,-8-2 173 0</inkml:trace>
  <inkml:trace contextRef="#ctx0" brushRef="#br0" timeOffset="105354.4">24918 4149 179 0,'-9'-2'191'15,"9"2"-10"-15,0 0-6 0,-8 0-7 0,8 0-9 16,-8 0-13-16,8 0-11 0,0 0-14 0,-13-1-11 15,13 1-8-15,-9 1-14 0,3 1-5 0,1 0-10 0,-1 1-7 16,1 1-7-16,-1 0-1 0,-1 1-4 0,1-2-4 16,1 4 6-16,-1-2-4 0,-1 1-2 15,-1 4 1-15,1-5-3 0,2 2-6 0,-1 1 0 0,-1-2-4 16,2 4-2-16,1-4-6 0,-1 0-1 0,2 1-1 16,0-1 1-16,0 2-10 0,1-2 1 0,-2-1-2 15,2 3-2-15,-2-1 4 0,4-1-6 0,0 2-3 16,0-1-1-16,0-1 1 0,0 1-1 0,0-2 2 15,4 3-2-15,-2-2 1 0,2-1-3 0,-2 3 4 16,1-2-4-16,3-2 2 0,-2 3 0 0,0-2 2 16,1 0-2-16,1 0 0 0,2 0 0 0,-3 0-2 15,1-2 4-15,0 0 4 0,1 0 1 0,0 1 5 16,0-1-2-16,-1-2 1 0,3 1-2 0,-2 1 2 16,0-3 0-16,-1 1 5 0,8-2 2 0,-7 2 2 15,1 0 4-15,1-2 4 0,1 0 5 0,-5-2 7 16,2 2-6-16,4-1 4 0,-6-2 3 0,4 1-1 15,-4-1 3-15,4 0 2 0,-2-2 17 0,0 1-17 0,-1 0 1 16,-1-2-3-16,0 2 2 0,-3-3 14 0,3 3-1 16,-2-1-5-16,-2-2-4 0,2 2 2 15,-1-3-8-15,0 2-2 0,-2-1-2 0,-2 0-3 16,2 0-3-16,-2 1 0 0,-1-1-5 0,2 2-8 0,-3-6 1 16,-2 4-3-16,1-1-2 0,0 3-1 0,-1 0-1 15,-2-1-5-15,2 2 1 0,-3-3 3 0,4 6-5 16,-2-4-3-16,1 1-1 0,-3 2 2 0,4-2-11 15,-1 2 3-15,-4 2-4 0,4-3-1 0,-4 2-5 16,-1 1 2-16,3 1-32 0,-4 1-54 0,1 5-46 16,-1 0-52-16,-3 3-52 0,1 1-55 0,2 0-50 15,-2 3-271-15,-2 3-662 0,6-4 294 0</inkml:trace>
  <inkml:trace contextRef="#ctx0" brushRef="#br0" timeOffset="106432.55">26504 3070 107 0,'-1'-6'343'15,"-2"1"-20"-15,3 1-5 0,0 4-13 0,-1-6-16 16,1 6-20-16,0 0-39 0,-1-5-27 0,1 5-25 16,0 0-21-16,0 0-23 0,0 0-9 15,0 0-7-15,5 16-23 0,-1-6-4 0,1 1-9 0,0 1-5 16,1 4-3-16,4 2-11 0,-1 0-6 0,-2 3-4 15,4-4-10-15,-2 2-7 0,5 7 3 0,-3 1-2 16,0-3-8-16,-3-6-5 0,4 0 7 0,-5-1-5 16,1-2-4-16,-1-1-2 0,-3-3 0 0,6-1-6 15,-6-1 0-15,-2-2 8 0,4-1-10 0,-2 0-2 16,-1-2 3-16,1-2 0 0,-3 1 5 0,-1-3-3 16,0 0-4-16,10-6 0 0,-8-1-1 0,1 1 1 15,1-3 7-15,0-2 11 0,-1 1 16 0,0-3 5 16,-2 3 18-16,3 0 6 0,-3 0 3 0,2-2-13 15,-1 4-2-15,-1-2 6 0,2 3-9 0,-2 1-3 16,0-1-6-16,2 2-4 0,1 0-4 0,-4 1-10 16,0 4-7-16,4-5-5 0,-4 2-4 0,0 3-4 15,0 0 3-15,10 0-8 0,-10 0-6 0,11 3 6 16,-3 0 5-16,-3 2-9 0,5 0-9 0,-5 0-5 16,3 4-14-16,3-3-9 0,-4 0-6 0,1 1-23 15,-1-3-21-15,2 0-9 0,-2 0-19 0,0 1-20 16,-3 0-14-16,3-4-12 0,-3 2-20 0,0-1-17 15,0 2-18-15,-4-4-24 0,6 0-15 0,-6 0-23 0,7-5-9 16,-7 5-152-16,4-4-471 0,-2 2 208 16</inkml:trace>
  <inkml:trace contextRef="#ctx0" brushRef="#br0" timeOffset="106838.76">26904 3299 611 0,'1'-3'-40'0,"-1"3"29"16,3-5 19-16,-3 5 23 0,1-2 10 0,-1 2 19 0,0 0-7 16,0 0 7-16,0 0-1 0,0 0-10 0,0 0-1 15,0 0-6-15,0 0-3 0,0 0-7 0,0 0-1 16,0 0-5-16,0 0 10 0,0 0-5 15,0 0-1-15,0 0-3 0,0 0 3 0,12 7 3 0,-12-7-4 16,5 3-5-16,-5-3 5 0,9 0-4 0,-5 1-7 16,5-1 2-16,-9 0-2 0,13-1 1 0,-1-3-4 15,-6 1 7-15,4-2-9 0,-3 2-3 0,3-3 4 16,-3-1-2-16,1 0 9 0,-1 2 17 0,1 0 18 16,-7-1 17-16,6 0 15 0,-4 2 15 0,1-1 5 15,1 0 1-15,-1 2 1 0,-1-3-4 0,1 4-9 16,-2-2-7-16,0 1-9 0,-2 3-10 0,3-2-10 15,-3 2-10-15,4-3-2 0,-4 3-10 0,0 0-3 16,12 5-2-16,-8-1-6 0,3 1-3 0,0 3-2 16,5 0 0-16,-3 1-4 0,3 2-5 0,3 3 1 15,-2 1-1-15,4-3-1 0,0 11-1 0,4-4 0 16,-4 4-5-16,-4-9 1 0,0 3-1 0,1 0 1 16,-5-3 1-16,1 2-4 0,-1-1 1 0,-2-2 0 15,0-4-4-15,-5 2 3 0,0 0 2 0,0-2-1 16,-2-1 9-16,-2 0 3 0,-2-2 9 0,1 0 2 15,-6 1-2-15,-3-2 3 0,-1-1-7 0,-3-2-1 16,-2-2-4-16,-1 0-1 0,0-2-18 0,0-1-38 16,3-4-46-16,2 3-48 0,3-1-65 0,2-3-63 0,4-1-206 15,-1-1-505-15,3-3 223 0</inkml:trace>
  <inkml:trace contextRef="#ctx0" brushRef="#br0" timeOffset="107807.42">27305 3170 149 0,'0'0'281'0,"0"0"-28"15,0 0-30-15,0 0-26 0,0 0-22 0,0 0-20 0,0 0-11 16,0 0 9-16,4 15 3 0,2-9-11 0,-2 0-11 16,2 4-11-16,3 1-11 0,-1-1-9 0,-1 3-10 15,3 1-10-15,2 2-9 0,-1-3-1 0,-2 5-10 16,3-4-7-16,-2 2-3 0,0 1-3 0,-3-5-7 15,2 4-4-15,-4-5-3 0,1 1-5 0,-2-1-1 16,1 0 0-16,-1-4-2 0,-3 0-4 0,-1-2 0 16,3-1-1-16,-3 0 1 0,0-1 1 0,0-3-1 15,3 4-1-15,-3-4-4 0,0 0 1 0,0 0 1 16,0 0-8-16,0 0 4 0,-6-14-6 0,2 9 1 16,3-1-2-16,-3-1-4 0,3-2 1 0,-3-1 0 15,4 0-1-15,-2 1-1 0,-2-2-2 0,1 0 0 16,-1 1-6-16,0-2 0 0,1 0 3 0,-3 2 0 15,2-1-2-15,0 1 2 0,-2 0-1 0,1 0-1 16,-2 0 0-16,-3 1 0 0,4-1 2 0,0 0 0 16,-2-2-2-16,-1 3 1 0,4-1-1 0,-3 1 2 15,1-1 6-15,2 1 2 0,-2-2-1 0,3 4-3 16,0 0-2-16,0-1 1 0,-2 2 1 0,4-1 3 16,0 1 0-16,-2 1 0 0,2-1 1 0,0 1-1 0,2 1-6 15,0 4-1-15,0-6-4 0,0 6 1 16,3-4 1-16,2 3-3 0,-5 1 2 0,10 0 0 15,-2 2-2-15,0-1-4 0,0 4 0 0,1-3-2 16,0 2 0-16,3 1-9 0,-2 2 3 0,-2-1-1 0,1 1-3 16,-3 1 4-16,1-1-1 0,0 1 1 0,-3 0-1 15,0 2 1-15,0-3 5 0,-2-1 0 0,-2-1 2 16,0 1 3-16,0 0 3 0,0-1-2 0,-2 1-2 16,-2-2 5-16,0 1 1 0,0-1 0 0,-2-1 0 15,1-2 5-15,0 1-2 0,1 0 2 0,4-2 1 16,-10 1 2-16,10-1-2 0,0 0-5 0,-13-5 3 15,13 1 1-15,0 4-3 0,0-7-6 0,4 0 1 16,1 1 2-16,1-2-2 0,4-2-4 0,-1 1 2 16,7-5-6-16,-3 4-3 0,2-3-6 0,1 2 3 15,-1 1-1-15,4-1 5 0,-4 1 1 0,-1 3-16 16,-2-1 3-16,-3 2 6 0,1-2 3 0,-6 3 5 16,3 1 6-16,-1-1 9 0,-1 1 7 0,-1 2 1 15,-3-1 0-15,-1 3 0 0,6-4-3 0,-6 4-1 16,4-2-5-16,-4 2-2 0,0 0-2 0,0 0 0 15,0 0 3-15,0 0 1 0,0 0-6 0,-13 11 1 16,11-6 1-16,-1-1-1 0,-2 3 1 0,-1-1 3 16,6 1-3-16,-4-2-1 0,4 1 4 0,-1 1 0 15,-1-1-3-15,4-1 4 0,-4-1-2 0,2 1 4 0,2-1-1 16,-2-4-1-16,4 5 3 0,-3-4 2 16,-1-1-2-16,12-1-2 0,-12 1 3 0,15-4-4 15,-8 2 2-15,7-3-1 0,-3-1 1 0,-2 0-2 16,3 0 1-16,-1-1 1 0,-2 1-3 0,1-2 0 0,-1 1 3 15,0 1 6-15,3-2-7 0,-8 6 3 0,3-2-1 16,-3-1 4-16,3 1-1 0,-3 0 3 16,0 1-3-16,0 1-3 0,-4 2-2 0,4-3-1 15,-4 3-4-15,3-2 0 0,-3 2 1 0,0 0-1 0,0 0 1 16,0 0-2-16,0 0 6 0,10 6-2 0,-9-3 1 16,-1-3-1-16,0 4 2 0,2 0 2 0,-2-4-4 15,3 3 2-15,-3 1-4 0,0-4-13 0,0 0-10 16,0 0-11-16,4 4-9 0,-4-4-11 0,0 0-27 15,0 0-43-15,0 0-35 0,0 0-30 0,0 0-12 16,0-14-3-16,-2 7-143 0,2 2-378 0,2-2 168 16</inkml:trace>
  <inkml:trace contextRef="#ctx0" brushRef="#br0" timeOffset="108041.78">27829 2905 105 0,'0'0'123'0,"0"0"-14"0,5-1 11 16,-5 1 25-16,0 0 3 0,7 11 8 0,-4-6 13 15,1 1 0-15,5 4-4 0,-2 1-3 0,3 3-10 16,-3 1-4-16,5 2-10 0,-3 2-6 0,4 4-12 16,2 0-11-16,-4 1-13 0,3 1-6 0,0-1-9 15,-6 1-9-15,7 1-8 0,-5 0-2 0,0-7-6 16,-3 0-7-16,0 1-3 0,-1-2-2 0,-2 0-3 16,2-1-4-16,-1-5-17 0,0 1-17 0,-1-2-20 15,-1-1-23-15,-2-3-23 0,2-2-17 0,-2 1-8 16,-1-2-23-16,0-4-54 0,0 0-44 0,0 0-184 15,0 0-426-15,0 0 188 0</inkml:trace>
  <inkml:trace contextRef="#ctx0" brushRef="#br0" timeOffset="108323">27877 2941 50 0,'-6'-8'331'0,"-2"0"-9"0,2-1-6 15,-3 1-2-15,4 2-3 0,-1-2-7 0,2 2-11 0,1 0-18 16,1 3-22-16,-2-2-22 0,2 1-22 16,2 4-20-16,2-8-27 0,2 4-16 0,-2 0-16 15,7 1-11-15,3-2-11 0,1 3-15 0,0-2-15 0,3 4-7 16,-2-1-9-16,3 1-17 0,-3 1-21 0,2 0-7 16,-4 3-30-16,3-3 1 0,-4 5-16 0,2-2-18 15,-3 2-3-15,0 2 4 0,-5-2-8 0,2 0-4 16,-4 5-7-16,-1-4-5 0,0 4-11 0,-6 0-9 15,-1 0-11-15,0-1-16 0,-3 0-20 0,1 1-22 16,-1-3-15-16,1 2-6 0,-1-3-23 0,3 3-9 16,-2-5-1-16,3 2-9 0,1-2-136 0,-4-3-387 15,6-1 171-15</inkml:trace>
  <inkml:trace contextRef="#ctx0" brushRef="#br0" timeOffset="109479.21">28131 2812 11 0,'-1'-11'152'0,"-2"-4"2"0,0 2 11 0,1 0 20 16,-3-4 1-16,-2 1 6 0,1 5 4 0,-1-1-5 15,-3-1 2-15,2 1-6 0,3-1-16 0,-2 3-9 16,0-2-8-16,0 0-17 0,-1 4-15 0,0-2-16 16,1 2-8-16,3 0-7 0,0 2-13 0,-1 1 3 15,0 1-19-15,4 0-8 0,-3 2-8 0,4 2-8 16,-4-4-4-16,4 4-6 0,-7-4-9 0,7 4 2 15,0 0-7-15,0 0 0 0,0 0-8 0,-13 6-7 16,10-1-4-16,0-1-2 0,-1 1 8 0,3 1-6 16,-2 1-3-16,3 4-2 0,-3 1-6 0,2-1 1 15,2 1-6-15,2 2 11 0,1 4-12 0,7-1 0 0,-1 1-4 16,3-1 1-16,2-1 0 0,5 5 1 16,2-4-3-16,4 4 4 0,-3-5-11 0,4 0 4 15,-1-2 3-15,2-1 1 0,-5-5 0 0,5 0 1 16,-6-1-1-16,0-2 2 0,-2-4 3 0,2 2-1 0,-3-1 5 15,1 0 0-15,-6-4 7 0,0 0 5 0,-3-2-4 16,-1-1 6-16,1 0 7 0,-7 1 10 16,1-1 10-16,2-3 4 0,-4 2 2 0,0-2 0 15,-6 1 4-15,2 1 3 0,-2-5 5 0,-3 3-3 0,1-1-7 16,1 4-2-16,-3-1-4 0,3-1-5 0,-3 1-4 16,-1 3 0-16,4-3-4 0,-4 3-5 0,1 1-1 15,-1 1-2-15,8 1 1 0,-16 3-1 16,9 0-2-16,-4 4-1 0,6-4-5 0,-2 2-7 0,1 3-5 15,2-3-9-15,-1 2-10 0,2 1-4 0,3-3-9 16,-4 5-4-16,4-4-2 0,4 1 7 0,-4-1-1 16,2 0 3-16,0-1-2 0,2-2 3 0,0 1 5 15,1-3 4-15,1 0 2 0,1-1-2 0,-7 0 10 16,16-4 3-16,-5 1-1 0,-5 0 2 0,5-4 7 16,-2 0-5-16,-1-1 4 0,-1-2 3 0,1 1 16 15,-4-2 8-15,3 4 17 0,-3-4 12 0,-1 4 12 16,0-1 5-16,-1 1 11 0,2 2-3 0,-1-1 1 15,0 1-6-15,-3 2-10 0,1-2-6 0,-1 5-9 16,2-5-7-16,-2 5-4 0,2-3-3 0,-2 3-6 16,0 0 3-16,7 8-1 0,-3-3-2 0,2 0-4 15,0 1 1-15,-3-1-8 0,4 4-5 0,0-1-9 16,-2-3 1-16,3 3-9 0,1-2-9 0,-2-3 2 16,-2 1 0-16,3 2-7 0,-3-4 1 0,2 1 8 15,-1-2 2-15,-1-1-1 0,-5 0 7 0,12-3-2 16,-6 1 2-16,-1-4-3 0,-1 1 10 0,1-1-4 15,0-5 4-15,-1 6 2 0,-3-3 1 0,2 1 4 16,-2-3-2-16,3 4 5 0,-4 0 3 0,2 0 8 16,-1 1 1-16,1 0-2 0,-2 2-3 0,0 3-5 0,1-6-4 15,-1 6 2-15,0 0-16 0,3-2 7 0,-3 2 1 16,0 0-5-16,0 0 12 0,0 0-8 16,-2 14 0-16,2-9 3 0,2 0 4 0,-2 0-5 15,1 2 2-15,2 0-3 0,-3-1 4 0,2 1-4 16,-2-1-6-16,4 0-4 0,-4-1 0 0,2 2 0 0,1-4-1 15,-2 1 0-15,2-1 5 0,2-2-2 16,-1 3 4-16,-4-4 2 0,0 0-2 0,11-2 0 16,-11 2 1-16,10-3 0 0,-4-1 2 0,1 1 4 0,-3-1-4 15,4-2 1-15,-1 0 3 0,1 0-1 0,-1 0 3 16,3-2-6-16,-5 4 5 0,3-1-1 0,-1 0 3 16,-2 0-2-16,4 1-2 0,-4 0 2 0,5 0 2 15,-1 2-3-15,-2-1 1 0,1 1-3 0,2-1 2 16,0 0-1-16,-1 2-1 0,0 0 0 0,1-3 2 15,-1 4 3-15,1-5-3 0,1 3 1 0,-2-1 0 16,-1 0 1-16,2 2 4 0,-1-4 17 0,-2 1 3 16,0 2 5-16,-3-3 11 0,4-1 8 0,-4 1 15 15,0-1 10-15,-1-1 15 0,-3 3-3 0,3 0 16 16,-2 0 11-16,-5-4-9 0,4 8-4 0,0-6-14 16,-3 2 9-16,3 4-29 0,-4-4-7 0,4 4-14 15,-5-2-5-15,5 2-6 0,-9 0-7 0,9 0 1 16,0 0-5-16,-12 6-2 0,10 0-6 0,-4-3 2 15,6-1-3-15,-1 6-5 0,1-2 5 0,-2 0 0 16,7 4-3-16,-1-2 4 0,4 2-4 0,0 0-25 16,8 1-27-16,3-2-30 0,1-2-48 0,1-1-51 15,8 2-82-15,3 0-91 0,0-3-207 0,-4-2-595 16,4-1 262-16</inkml:trace>
  <inkml:trace contextRef="#ctx0" brushRef="#br0" timeOffset="159064.32">25284 5023 255 0,'0'0'283'0,"-4"-1"-19"16,4 1-24-16,0 0-19 0,0 0-23 0,0 0-12 15,0 0-15-15,0 0-10 0,0 0-19 0,0 0-12 16,18-1-10-16,-18 1-13 0,13 2-6 0,-4-3-13 16,-2 1-4-16,0 1-10 0,3-1-8 0,-3-1-7 0,1 1-4 15,1 0-6-15,1 0-6 0,-3 1-6 0,2 1-5 16,0-2-11-16,0 1-21 0,-5-1-28 15,6 1-32-15,-5 1-36 0,1-1-44 0,-1 1-34 0,2 2-54 16,-4-3-183-16,2 2-444 0,0-2 197 0</inkml:trace>
  <inkml:trace contextRef="#ctx0" brushRef="#br0" timeOffset="159267.38">25457 4946 109 0,'3'-6'296'0,"-3"6"-13"0,2-2-22 0,-2 2-27 16,0 0-27-16,0 0-25 0,0 0-21 0,0 0-19 0,0 0-16 16,0 0-12-16,0 0-11 0,0 0-8 15,-5 20-9-15,5-11-13 0,0 2 0 0,3 0-10 16,-6 3-4-16,1-3-7 0,4 7 2 0,-2-1-10 0,0 1-26 16,0-4-38-16,3 3-40 0,-2-3-44 0,2-2-61 15,-1 1-74-15,-2-1-136 0,3 2-405 0,1-3 179 16</inkml:trace>
  <inkml:trace contextRef="#ctx0" brushRef="#br0" timeOffset="159564.23">26053 4933 257 0,'0'0'272'0,"9"0"-19"0,-2 0-19 16,0-2-9-16,-7 2-17 0,12-2-19 0,-5 2-12 0,6-1-18 16,-6 2-13-16,4-1-15 0,-3 0-20 0,-1 0-4 15,1 0-9-15,-1 1-13 0,4 0-9 0,-3 1-12 16,-1-1-17-16,1-1-31 0,-1 1-30 15,-2 0-34-15,-5-1-53 0,7 0-54 0,-7 0-49 0,8-2-186 16,-8 2-421-16,3-4 188 0</inkml:trace>
  <inkml:trace contextRef="#ctx0" brushRef="#br0" timeOffset="159736.08">26119 4869 125 0,'-4'6'204'0,"4"0"-8"16,-4 1-6-16,1 4-16 0,1 0-16 0,-4 1-17 0,4 4-12 16,-4 2-13-16,3-2-6 0,-1 2-12 15,0 1-8-15,-1 1-11 0,1 0-11 0,-2 2-49 16,0 5-35-16,3-11-72 0,-1 3-65 0,-3 1-121 0,4-2-296 16,2-4 132-16</inkml:trace>
  <inkml:trace contextRef="#ctx0" brushRef="#br0" timeOffset="160126.67">25729 5553 106 0,'0'0'344'0,"0"0"-13"0,0 0-19 0,0 0-24 16,0 0-24-16,0 0-30 0,0 0-10 0,0 0-10 15,0 0-23-15,26 4-15 0,-13-4-20 0,1 3-11 16,1-2-14-16,1 2-15 0,3-2-11 0,2 0-13 16,-1 1-25-16,-1-2-41 0,-5 0-37 0,5 0-36 15,-7 0-35-15,2 0-48 0,-2 0-58 0,-2 0-39 16,-3-3-48-16,-1 2-152 0,-1-3-464 0,-3 1 206 16</inkml:trace>
  <inkml:trace contextRef="#ctx0" brushRef="#br0" timeOffset="160282.91">25881 5507 167 0,'0'0'172'0,"0"0"-14"0,-4 3-9 16,4-3 24-16,-4 6-7 0,4 0-1 15,-3-1-17-15,2 0-6 0,-2 4-11 0,3 0-16 16,-2 2-12-16,0 2-9 0,-1 0-7 0,3 0-8 0,-4 3-5 16,-2 1-20-16,0 1-50 0,-1 0-77 0,1 0-81 15,-4-3-172-15,-1 1-353 0,3-6 156 0</inkml:trace>
  <inkml:trace contextRef="#ctx0" brushRef="#br0" timeOffset="160860.96">25008 5661 292 0,'0'0'343'0,"0"0"-17"15,0 0-19-15,0 0-30 0,0 0-25 0,0 0-27 16,0 0-28-16,0 0-20 0,19-9-17 0,-11 9-16 16,2-1-15-16,3 1-30 0,-2-2-29 0,0 1-39 15,1 0-42-15,4 0-48 0,-2-1-50 0,1 2-57 0,0-1-38 16,-1 0-210-16,-4 0-448 0,0 0 199 16</inkml:trace>
  <inkml:trace contextRef="#ctx0" brushRef="#br0" timeOffset="161064.08">25110 5545 272 0,'0'0'375'0,"-1"-4"-4"16,1 4-3-16,-3-3-26 0,3 3-26 0,0 0-33 16,0 0-28-16,0 0-29 0,0 0-30 0,-5-3-27 15,5 3-16-15,0 0-14 0,0 11-17 0,0-11-8 16,2 9-12-16,1-3-38 0,1 1-32 0,-2 6-49 15,0-1-55-15,2 5-53 0,-1 1-70 0,2 1-77 16,2 1-265-16,0 1-581 0,5 2 257 0</inkml:trace>
  <inkml:trace contextRef="#ctx0" brushRef="#br0" timeOffset="162173.33">24238 7114 82 0,'-7'0'315'0,"-3"0"-11"0,2 0-6 0,2-1-7 16,6 1-12-16,-10 0 0 0,10 0-7 0,-7-1-9 15,7 1-15-15,-6-2-24 0,6 2-15 0,0 0-21 0,-3-2-14 16,3 2-22-16,0 0-17 0,0 0-12 16,16-7-12-16,-5 5-19 0,8 2-9 0,2-4-44 15,-1-1-38-15,-1 4-44 0,2-2-47 0,-1 1-47 0,-1-3-49 16,-7 4-54-16,-1-1-64 0,3-2-223 0,-5 3-572 15,-3-2 254-15</inkml:trace>
  <inkml:trace contextRef="#ctx0" brushRef="#br0" timeOffset="162376.45">24336 6955 11 0,'0'-5'303'0,"0"5"-1"0,4-6-9 0,-4 6-14 15,0-5-26-15,0 5-27 0,0-4-27 0,0 4-23 16,0 0-17-16,0 0-18 0,0 0-13 0,0 14-14 16,-1-4-10-16,-2 2-9 0,-1 6-7 0,1 1-11 0,-1 2-5 15,-3 3-10-15,7 4-5 0,-2-8-2 16,-1 1-25-16,6 6-39 0,-1-7-30 0,-2-2-42 16,7 3-49-16,0-3-61 0,1-1-57 0,3-3-173 0,0-1-457 15,4-1 202-15</inkml:trace>
  <inkml:trace contextRef="#ctx0" brushRef="#br0" timeOffset="162767.04">24974 7179 334 0,'0'0'362'0,"7"2"-17"0,-7-2-18 0,0 0-23 15,0 0-20-15,0 0-24 0,13-4-27 0,-6 3-31 16,0 1-15-16,0-2-15 0,2 1-20 0,2 1-18 16,2-1-15-16,-1 1-8 0,0 0-14 0,10-1-9 15,-8 1-28-15,2 1-23 0,0-1-32 0,0 0-33 16,-3 1-32-16,0 0-33 0,-5 1-40 0,2-1-45 16,-6-1-37-16,5 0-56 0,-9 0-202 0,7-1-512 15,-7 1 227-15</inkml:trace>
  <inkml:trace contextRef="#ctx0" brushRef="#br0" timeOffset="162954.51">25067 7085 32 0,'-2'-7'311'0,"2"7"-3"0,0-5-11 0,0 5-29 0,0 0-23 16,0 0-28-16,0 0-22 0,0 0-21 0,0 0-8 15,0 0-6-15,7 15-11 0,-3-7-16 0,0 4-5 16,-1 0-19-16,2 5-9 0,-1 1-11 0,-1 3-8 15,-3-1-3-15,0 9-24 0,4-8-57 0,-4 6-76 16,-5 1-101-16,5-1-117 0,-2-5-160 0,0-4-493 16,2 0 219-16</inkml:trace>
  <inkml:trace contextRef="#ctx0" brushRef="#br0" timeOffset="183774.94">22534 4710 11 0,'-4'-4'287'0,"4"4"-16"0,-5-4-11 16,5 4-8-16,-2-4-4 0,2 4-9 0,0 0-20 15,0 0-17-15,0 0-20 0,0 0-17 0,0-5-23 16,0 5-15-16,0 0-12 0,0 0-14 0,0 0-4 16,0 0-15-16,0 0 4 0,21 5-17 0,-13-4-6 15,4 2-7-15,2-1-5 0,5 1-4 0,-2 2-1 16,5-2-7-16,1 1-5 0,-4-2-1 0,6 1-42 16,-4-1-34-16,1 1-35 0,-1 1-40 0,0-2-36 15,-7 1-43-15,1-3-50 0,-7 1-200 0,-1 2-484 16,0-2 216-16</inkml:trace>
  <inkml:trace contextRef="#ctx0" brushRef="#br0" timeOffset="184118.65">22073 5259 154 0,'0'0'251'0,"0"0"-8"16,-6 1-9-16,6-1-7 0,-2 3-7 0,2-3-12 16,0 0-17-16,0 0-16 0,0 0-15 0,0 0-15 15,0 0-12-15,13 1-11 0,-2-1-9 0,3 0-15 0,5 2-14 16,1-2-27-16,3 0-43 0,7 1-42 16,-8-1-49-16,3 2-58 0,6-2-61 0,-9 4-204 15,-3-4-431-15,-6 1 191 0</inkml:trace>
  <inkml:trace contextRef="#ctx0" brushRef="#br0" timeOffset="184462.37">22711 5588 55 0,'0'0'303'0,"1"4"-5"0,-1-4-12 0,7 2-7 15,-7-2-5-15,8 1-13 0,-1 1-18 0,0 1-22 16,1-3-26-16,3 1-14 0,1 2-11 0,2-3-19 0,6 1-11 15,2 0-19-15,9-1-14 0,-1 1-30 0,4-1-39 16,-4 0-47-16,0 0-49 0,-3 0-54 16,4-1-67-16,-5-1-75 0,-4-2-211 0,-3-2-504 0,4 0 223 15</inkml:trace>
  <inkml:trace contextRef="#ctx0" brushRef="#br0" timeOffset="185010.71">23947 4761 48 0,'0'0'318'0,"0"0"-19"16,4-3-16-16,-4 3-21 0,0 0-16 0,0 0-24 16,0 0-18-16,0 0-19 0,8 0-22 0,-8 0-14 15,14 0-16-15,-2-1-12 0,-1 1-15 0,5 1-7 0,4 1-10 16,1-1-14-16,2 0-34 0,-1-1-27 0,-1 0-28 16,0 3-33-16,2-2-40 0,7 1-32 15,-8-1-42-15,-1-1-39 0,-8 0-206 0,2 0-438 0,-5-1 194 16</inkml:trace>
  <inkml:trace contextRef="#ctx0" brushRef="#br0" timeOffset="186017.33">22376 6565 99 0,'0'4'300'0,"0"-4"2"0,0 0 1 16,0 5-1-16,0-5-7 0,0 0-13 0,0 0-9 0,0 0-19 0,4 3-29 15,-4-3-15-15,0 0-21 0,0 0-23 0,14 0-13 0,-4-2-15 16,4 4-13-16,8-5-17 0,0-1-58 0,3 3-58 16,4-2-65-16,-4 2-72 0,3-3-70 0,2-1-85 15,-1 0-206-15,-9 3-548 0,2-4 243 0</inkml:trace>
  <inkml:trace contextRef="#ctx0" brushRef="#br0" timeOffset="186439.17">21862 5827 307 0,'0'0'351'0,"0"0"-18"15,-5-1-26-15,5 1-32 0,0 0-27 0,19-4-24 16,1 2-25-16,11 3-15 0,6 0-24 0,3 1-8 15,3-2-32-15,13 1-72 0,2 4-89 0,-6-4-120 0,5 6-290 16,-2 3-490-16,0-9 217 0</inkml:trace>
  <inkml:trace contextRef="#ctx0" brushRef="#br0" timeOffset="-212972.95">9754 8532 73 0,'0'0'113'15,"2"2"0"-15,-2-2 2 0,0 0-1 0,0 0-3 16,1 4-6-16,-1-4 7 0,0 0-7 0,0 0 1 16,0 0-4-16,0 0 2 0,0 0-1 0,0 0-4 15,0 0-6-15,0 0-6 0,0 0-3 0,0 0-11 16,0 0-5-16,0 0-5 0,0 0-1 0,0 0-1 16,0 0-3-16,0 0-7 0,0 0-7 0,0 0-5 15,3 3-3-15,-3-3-6 0,0 0-4 0,0 0 0 16,0 0-2-16,0 0-2 0,0 0-1 0,0 0-4 0,0 0 0 15,0 0-5-15,0 0-4 0,0 0 5 16,0 0-1-16,0 0 0 0,0 0 2 0,0 0 20 16,0 0 13-16,0 0 12 0,0 0 7 0,0 0 14 0,0 0 10 15,0 0 4-15,0 0-1 0,0 0-3 0,1-10-13 16,-1 10-5-16,4-8-10 0,-1 4-5 0,-2-1-9 16,5 0-2-16,-1-2-4 0,5-2-4 0,-5 1-2 15,2 1-8-15,4-1 3 0,-2 0-7 0,-2-3-4 16,1 6-3-16,2-3-2 0,-2 1 4 0,-1 2-1 15,-2 2-6-15,3-4-4 0,-4 4 3 0,1-1 2 16,0 0-5-16,-1 0-1 0,0 2-2 0,-1-1-4 16,2 1 2-16,-2-1 0 0,-3 3-1 0,1-2 8 15,-1 2-22-15,3-5-6 0,-3 5-9 0,0 0-7 16,0 0-11-16,0 0-9 0,4-1-14 0,-4 1-14 16,0 0-15-16,0 0-16 0,0 0-16 0,0 0-18 15,0 0-15-15,0 0-14 0,0 0-10 0,0 0-18 0,0 0-22 16,0 0-133-16,0 0-390 0,0 0 173 0</inkml:trace>
  <inkml:trace contextRef="#ctx0" brushRef="#br0" timeOffset="-212660.48">9780 8374 42 0,'0'0'145'0,"-12"-1"6"15,12 1-5-15,0 0-8 0,-4-1-10 0,4 1-13 16,0 0-7-16,0 0-12 0,0 0-8 0,0 0-8 16,-7 0-10-16,7 0-13 0,0 0-10 0,0 0 0 15,0 0-1-15,0 0-11 0,-3 6 2 0,3-6-3 16,0 4-4-16,0-4-1 0,2 9-1 0,-2-5-6 16,2 0 1-16,-2-4-6 0,0 9 27 0,0-7 5 15,2 4-6-15,-1-1-8 0,0 0 1 0,1-1-3 0,-1 0-2 16,-1 0-3-16,3 0-3 0,-2 0-1 0,2-1 1 15,-2 2-4-15,-1-5-1 0,3 5-11 16,1-4 9-16,-4-1 0 0,0 4-1 0,0-4-2 0,0 0 1 16,0 0-2-16,7 1 3 0,-7-1-8 0,0 0-38 15,0 0-53-15,0 0-64 0,8-6-196 0,-6 3-370 16,-2-3 164-16</inkml:trace>
  <inkml:trace contextRef="#ctx0" brushRef="#br0" timeOffset="-212113.66">9727 8604 138 0,'0'0'222'15,"0"0"-2"-15,0 0 2 0,0 0-1 0,0 0-6 16,0 0-4-16,0 0-9 0,0 0-3 0,0 0-5 16,0 0-12-16,0 0-1 0,0 0-21 0,0 0-5 15,0 0-14-15,0 0-16 0,0-11-22 0,0 11-2 16,3-5-12-16,-2 1-11 0,2-1-8 0,-2 1-3 16,5-1-12-16,-2 3-7 0,1-6-7 0,1 2 0 0,0-1-3 15,1-1-2-15,4 2-9 0,-3 0-2 0,2-1 0 16,-2 1-4-16,1 1 2 0,1-2-8 0,-3 2 9 15,5 0-12-15,-1 3-3 0,-7-3-4 0,2 3-3 16,3-2-3-16,-6 3-6 0,2-2 2 0,-5 3 2 16,7-2-11-16,-3-1-7 0,-4 3-6 0,0 0-9 15,0 0-7-15,4-1 2 0,-4 1 1 0,0 0-12 16,0 0-13-16,0 0-21 0,8 5-18 0,-8-5-27 16,0 0-31-16,-1 5-46 0,1-5-40 0,0 0-194 15,-7 5-479-15,7-5 213 0</inkml:trace>
  <inkml:trace contextRef="#ctx0" brushRef="#br0" timeOffset="-210629.34">9652 8729 195 0,'-8'3'206'0,"0"-2"-4"0,-3-1 0 0,-1 1-11 0,2 3-2 15,-2-3-6-15,1 1-14 0,3 0-7 16,1-2-9-16,-1 3-12 0,3-2-11 0,-2 2-7 15,0-3-13-15,4 1-8 0,3-1-10 0,-12 2-11 0,9-1-9 16,3-1-8-16,-5 2-5 0,5-2-5 0,0 0-8 16,-7 2 0-16,7-2-4 0,0 0-8 15,0 0 7-15,0 0 32 0,0 0 14 0,21 3-9 0,-7-6-4 16,8 1-6-16,7-3-10 0,2 2 1 0,-2-4-11 16,2 2-4-16,4 1-2 0,-5-1-1 0,-4-1-10 15,4 1-8-15,-8 3 4 0,1-1-2 0,0 1-1 16,-4-1-8-16,0 0 2 0,-5 2-2 0,-1 0-4 15,-5-1 11-15,2 1-15 0,-2 1 4 0,-3-2-2 16,-5 2-7-16,6 0-4 0,-6 0-3 0,6-2-5 16,-6 2-9-16,0 0-15 0,0 0-19 0,0 0-17 15,0 0-15-15,0 0-15 0,-25 0-20 0,25 0-29 16,-11 2-27-16,4-1-30 0,7-1-21 0,-12 0-21 16,4-1-173-16,8 1-455 0,-11-2 201 0</inkml:trace>
  <inkml:trace contextRef="#ctx0" brushRef="#br0" timeOffset="-210268.48">9727 8547 21 0,'-4'-6'231'0,"-3"1"-13"0,6 0-1 0,-2-1-7 16,1 2-9-16,2 1-10 0,0 3-9 0,-3-5-20 15,3 5-15-15,-2-5-21 0,2 5-14 0,0 0-10 16,0 0-10-16,0 0-10 0,0 0-8 0,0 0-5 16,18 13-4-16,-14-5 8 0,3 4-6 0,0 3-6 15,2 1-8-15,-3 2-2 0,0 1-3 0,0-1-1 16,-2 2 1-16,3 1 1 0,-2-1-6 0,2 4-2 0,-1-3-2 16,-2-2-8-16,0 3 0 0,2-3 0 15,-2-2-8-15,2-2 0 0,-2 0-7 0,0-3 3 16,-1 0-1-16,2-1 0 0,1-1-3 0,-2 0-3 0,-2-2 0 15,4-2 1-15,-5 1 0 0,3 1-3 0,1-3 3 16,-3 0-1-16,2 0-3 0,0-1 2 0,-2-2 3 16,-2-2-2-16,5 4 0 0,-2-4 3 0,-3 0-4 15,0 0-11-15,0 0-36 0,0 0-36 0,0 0-55 16,8-5-57-16,-8 0-62 0,0-2-230 0,-3 4-515 16,2-5 229-16</inkml:trace>
  <inkml:trace contextRef="#ctx0" brushRef="#br0" timeOffset="-209862.28">10124 8509 154 0,'0'0'319'0,"0"-4"-4"0,0 4-14 0,0 0-23 15,0-5-29-15,0 5-27 0,0 0-22 0,0 0-27 16,0 0-16-16,0 0-9 0,0 0 11 15,7 13 10-15,-4-7 2 0,1 4 9 0,-3 2-8 0,5 3-10 16,2 1-14-16,-3 2-9 0,1 1-4 0,2-1-15 16,-3-1-12-16,6 1-7 0,-4 1-10 0,3-2-11 15,-2 1-5-15,1 0-7 0,-1-1-5 0,3 1-7 16,-3-2-6-16,1-1-1 0,-1 0-18 0,0-5-72 16,-3 0-57-16,2 1-56 0,-3-5-71 0,-1 0-81 15,1 1-81-15,-4-6-219 0,4 2-656 0,-4-3 291 16</inkml:trace>
  <inkml:trace contextRef="#ctx0" brushRef="#br0" timeOffset="-208862.37">11597 8542 132 0,'0'0'141'15,"0"0"-6"-15,0 0 8 0,0 0-1 0,0 0 0 16,0 0 1-16,0 0-1 0,0 0-1 0,0 0-4 0,-1 3 3 15,1-3-3-15,0 0-5 0,0 0 0 0,0 0 1 16,0 0-6-16,0 0-4 0,0 0-7 16,0 0-4-16,0 0-2 0,0 0-6 0,-7 4-8 0,7-4 1 15,0 0-1-15,-4 1-7 0,4-1-2 0,0 0-6 16,0 0-5-16,0 0-4 0,0 0 0 0,0 0-6 16,0 0-2-16,0 0-8 0,0 0-5 0,0 0 0 15,0 0-9-15,0 0-5 0,0 0-3 0,0 0-4 16,0 0 1-16,0 0-5 0,0 0 1 0,0 0-5 15,29-6-1-15,-16 4-1 0,6-2 0 0,2 0-1 16,-4-1-7-16,5 1 0 0,1 0-4 0,-4 1 2 16,3-1-1-16,1 1-2 0,-4 0-15 0,-1 1-9 15,-3-1-13-15,-4 1-8 0,0-1-14 0,-2 2-13 16,-2 1-14-16,-3-1-14 0,-4 1-11 0,8 0-12 16,-8 0-33-16,0 0-36 0,0 0-40 0,0 0-36 15,-14 6-204-15,6-5-502 0,-1-1 223 0</inkml:trace>
  <inkml:trace contextRef="#ctx0" brushRef="#br0" timeOffset="-208534.28">11888 8318 58 0,'-1'-9'298'0,"1"6"-7"0,0 3-6 16,0-5-25-16,0 5-24 0,0 0-27 0,0 0-28 16,0 0-12-16,0 0-13 0,0 0 18 0,11 13-6 15,-2-4-2-15,-2 0-5 0,0 2-11 0,1 7-2 16,4 0-10-16,-3 2 9 0,2 6-12 0,2-1-5 16,-3 2-14-16,-1-1-4 0,5 0-19 0,-5 1 11 15,-2 0-25-15,2-7-9 0,-2 1-8 0,0-3-3 0,0 1-8 16,1-2-4-16,-4-1-4 0,2-3-6 0,-2-2 1 15,0 0-1-15,-3-4 0 0,2 0-10 0,0 0-14 16,0-4-16-16,-1 0-41 0,-2-3-58 0,4 2-50 16,-4-2-60-16,0 0-66 0,4-8-87 0,0-2-224 15,-2 0-636-15,2-2 281 0</inkml:trace>
  <inkml:trace contextRef="#ctx0" brushRef="#br0" timeOffset="-201598.42">13619 8400 14 0,'-2'-4'278'0,"2"4"-5"0,-4-4 3 0,4 4-5 16,-5-3-12-16,3-2-3 0,2 5-9 0,-4-5-4 15,1 3-13-15,-2-1-4 0,4 0-13 0,1 3-15 16,-6-7-4-16,3 4-18 0,3 3-11 0,-1-6-13 16,-2 4-11-16,2-2-3 0,1 4-11 0,0-6-13 15,-3 3-10-15,3 3-11 0,0-5-6 0,0 5-9 16,0 0-7-16,0 0-11 0,0-5-3 0,0 5-12 16,3-5-2-16,1 3-2 0,0-1-4 0,2 1-10 0,3 1-3 15,-2-2 1-15,1 2-4 0,4 0-4 0,-1-2-2 16,-1 3-1-16,2-3-7 0,0 3 9 0,-1-2-7 15,1 2 0-15,-1 0-1 0,0 1-2 0,-1 0-4 16,-2 0 1-16,0 1 0 0,1-2-6 0,-2 3 6 16,0-1-6-16,1-1 5 0,0 3-2 0,-2-1 12 15,-1 2-21-15,1-1 2 0,-2 0-3 0,1 2 7 16,-1-1 0-16,0 3-3 0,0-2 5 0,-1 1-2 16,1 0-2-16,-1 2 7 0,-3-1-8 0,0-2 1 15,0 3 8-15,1-2-7 0,-2 1 0 0,1 1 0 16,0-2-1-16,-3-1 1 0,-1 1-1 0,1 0 2 0,-1 0 4 15,0-1-2-15,-1 1 4 0,-1-2-5 0,-2 1 1 16,1 1 1-16,-2-1-2 0,1-1 4 16,-2 0-4-16,1-1 2 0,-2 0 0 0,1 0 2 0,1 0 1 15,-3 0-5-15,2-1 7 0,0 0-7 0,1 1 4 16,-1-2-4-16,4-1 5 0,-4 0 2 0,6 3-9 16,0-2-1-16,-1 1 0 0,-1-1-3 0,3 0 0 15,-1 1 1-15,0 1-3 0,4-4 7 0,-4 7-1 16,4-4 1-16,0 1-2 0,0-4 2 0,-2 9 4 15,4-6-3-15,-2 2-2 0,3 1 1 0,2-2 8 16,-2 0-6-16,1 2-1 0,0-1 2 0,-1 2 7 16,1-2 2-16,0 1-10 0,0-1 0 0,3 2-4 0,-3-2 7 15,0 0 0-15,-3-1-9 0,2 1 7 0,0-1 6 16,-2 0 2-16,2-1-7 0,-2 0-4 16,-1 1-29-16,0-4-26 0,3 5-38 0,-3-5-34 0,0 5-33 15,0-5-37-15,0 4-34 0,0-4-49 0,3 4-51 16,-3-4-245-16,0 0-626 0,0 0 276 0</inkml:trace>
  <inkml:trace contextRef="#ctx0" brushRef="#br0" timeOffset="-200879.75">13832 8889 28 0,'0'0'279'0,"-16"-5"-2"0,16 5-8 0,0 0-7 16,-6-3-16-16,6 3-12 0,0 0-20 0,0 0-16 16,0 0-23-16,-4-3-18 0,4 3-20 0,0 0-12 15,0 0-15-15,0 0-7 0,0 0-8 0,-8 7-16 16,5-3-8-16,0-1-8 0,3-3-6 0,-6 7-7 15,4-1-8-15,-2-2 1 0,2 0-3 0,0 1-4 16,0 2-3-16,0-3-2 0,1-1-7 0,1 1 0 16,-2 3-2-16,1-3-4 0,1-4 1 0,1 3 1 0,-1-3-3 15,5 5 1-15,-3-3-9 0,-2-2 4 0,11-2 3 16,-3 2-6-16,-8 0 0 0,11-3-2 16,-3 0-5-16,0 2-3 0,-1-2 0 0,-1 1 1 0,3-2-2 15,-5 0 2-15,0 3-2 0,2-2 1 0,-2 1 0 16,-3-1-1-16,2 1 2 0,-3 2 2 0,4-6-5 15,-4 6-4-15,-3-5 2 0,3 5 2 0,0 0-2 16,-8-4 0-16,8 4 1 0,-11 0-3 0,5 0 3 16,-4 0-1-16,10 0 1 0,-14 3-1 0,5-3 12 15,1 2-9-15,-1 0-4 0,3-1-4 0,-1 1 7 16,0 0-1-16,2 1 0 0,-1 0 3 0,2-1-6 16,1 0 1-16,3-2 0 0,-6 8 2 0,4-7 0 15,2-1 0-15,0 0 12 0,6 8-10 0,-2-7 2 0,1-1-2 16,-5 0-4-16,11 1-6 0,-4-1-9 15,1 2 0-15,0-2-1 0,-8 0 3 0,11-3 7 16,-7 3-2-16,4-2 6 0,-6-1 2 0,0 0-3 0,1-2-2 16,1 3 0-16,-4 2 1 0,0-7-2 0,-1 1-2 15,-2 2 4-15,-2 0 1 0,1 0-8 0,-3 3-20 16,1-4-47-16,-2 2-58 0,3-1-63 0,-5 2-283 16,1 0-529-16,-1-2 234 0</inkml:trace>
  <inkml:trace contextRef="#ctx0" brushRef="#br0" timeOffset="-140114.56">18455 9827 115 0,'0'0'259'0,"0"-7"-17"16,0 7-11-16,0-6-12 0,0 1-13 0,0 5-12 15,0 0-22-15,-3-2-20 0,3 2-14 0,0 0-18 16,0 0-13-16,0 0-16 0,0 0-1 0,0 0-6 0,0 0 14 16,-4 13 2-16,6-8-8 0,0 1-17 0,1 2-6 15,-3 0-5-15,0-2-1 0,-3 6-9 16,3-2-5-16,0 0-8 0,0 1-4 0,-2 0-4 0,0 2-3 16,2 3-1-16,-1-3-1 0,1 2-5 0,-1 3-1 15,1-3-2-15,0-3-1 0,-2 5 2 0,4-1-10 16,-1 1 1-16,-1-4-2 0,1 0 1 0,3 0 0 15,1-2-1-15,-1-1-4 0,1 1 2 0,0-1-6 16,2-1 4-16,0-1 0 0,1-3-1 0,-1 0-5 16,1-2 5-16,0-1 2 0,-1-1-5 0,2-1 5 15,0-1-1-15,2-1-4 0,-2-3 9 0,2 2 5 16,-3-4 8-16,2 1 7 0,-2-3 5 0,1 0 12 16,-2 2 6-16,1-3 1 0,-1 2 12 0,-1-2 2 0,-2 4 1 15,-2-1 3-15,1 0 1 0,-1 2 0 16,1-2-6-16,0 3-8 0,-1 0-8 0,0 1-9 15,-2 3-8-15,4-6-18 0,-4 6-27 0,3-1-25 0,-3 1 2 16,0 0 7-16,8 6 3 0,-3-1 3 0,1 1 2 16,-2 3-1-16,2 1-2 0,3-1 9 15,2 5-1-15,-3-6 4 0,6 7 5 0,-1-2-4 0,-2 0-3 16,-1-3 4-16,-1 1 2 0,2-3 1 0,-2-1 3 16,1 1-4-16,0-2 7 0,-3-3 1 0,2 2-3 15,-2-3 9-15,0-2 1 0,1-1-4 0,-4-1 17 16,7-2 15-16,-6-2 8 0,2-1 1 0,-3-3 16 15,2 1-1-15,0-4-11 0,-4-5 0 0,2-2 2 16,-4-8-4-16,0 8-4 0,0 1-8 0,0 0-2 16,-4-1-2-16,2 4-9 0,1-5 1 0,-4 4-7 15,1 3 0-15,2 4-22 0,0 0-40 0,0 3-35 0,-1 1-50 16,1 1-58-16,0 1-64 0,-2 3-42 0,4 1-43 16,0 0-270-16,-7 8-656 0,2-3 291 0</inkml:trace>
  <inkml:trace contextRef="#ctx0" brushRef="#br0" timeOffset="-139474">19225 10021 79 0,'0'0'230'0,"-1"-5"-21"0,1 5-25 0,0 0-22 16,0 0-17-16,0 0-16 0,0 0-14 0,0 0-13 16,0 0-13-16,0 0-5 0,0 0-10 0,0 0-7 15,0 0-8-15,0 0-5 0,-6 11-6 0,6-11-6 16,-3 2 0-16,3-2-5 0,0 0-3 0,0 0-3 16,0 9-2-16,0-9 0 0,0 0-1 0,3 2 4 15,-3-2 11-15,0 0 12 0,6 1 14 0,-6-1 9 16,0 0 10-16,0 0 18 0,0 0 20 0,0 0 10 15,8-5 13-15,-8 5 15 0,0 0 4 0,0 0-10 16,0 0-14-16,0-7-15 0,0 7-26 0,0 0-1 0,-6-6-19 16,4 4-13-16,-3-2-14 0,5 4-21 0,-5-4-27 15,5 4-34-15,-4-2-44 0,4 2-51 16,0 0-39-16,-14 4-44 0,14-4-48 0,-2 5-62 0,-1 0-196 16,3-2-552-16,1 3 245 0</inkml:trace>
  <inkml:trace contextRef="#ctx0" brushRef="#br0" timeOffset="-138677.16">19829 9849 200 0,'5'-1'248'0,"-5"1"-18"0,0 0-7 16,8 0-7-16,-8 0-2 0,8-1-8 0,-8 1-18 16,0 0-12-16,13 0-14 0,-9-2-13 0,-4 2-15 15,0 0-11-15,8 0-13 0,-8 0-12 0,0 0-10 16,8 2-10-16,-8-2-7 0,0 0 4 0,0 0-4 16,0 0-3-16,0 0-1 0,0 0-6 0,0 0-6 15,0 0-8-15,0 0-7 0,0 0-3 0,0 0-4 0,0 0-3 16,-15 5 0-16,4-1-5 0,-2-3-3 0,0 3 1 15,2-2-4-15,-1 2-3 0,-1 2 2 16,1-3-6-16,1 1 2 0,-2 0-3 0,1-2-3 0,3 5 1 16,-1-2-1-16,-1 1-1 0,3-1-2 0,-4-1-2 15,5 0-1-15,-2 1 2 0,3 1-5 0,2-4 0 16,-2 3 2-16,1-1 2 0,1 2-2 0,4-2-3 16,0 1 3-16,4 3 3 0,4-3 0 0,3 0-2 15,4 4 5-15,4-3-3 0,4 1 0 0,6-2 2 16,1 1 3-16,1-2-4 0,0-1 8 0,3 0-10 15,-4-2-2-15,0-1-1 0,-7 1 2 0,1-1-1 16,-3-1 1-16,1 0-4 0,-3-3 5 0,0 1-2 0,-8 0-2 16,2 3 7-16,-3-3 0 0,-2 0-4 0,0 1 5 15,0-2-3-15,-1 3-2 0,-1-2 8 16,-2 0 2-16,1 1-3 0,-2-2-1 0,0 1-2 0,-2-2 5 16,0 2-7-16,-1 3-8 0,-1-6-6 0,1 6-5 15,-4-7-8-15,-3 3-12 0,3 1-18 0,-1 0-19 16,-5-2-18-16,3 2-18 0,-5-2-23 0,-2 2-29 15,1 1-43-15,2-3-42 0,-8 0-212 0,1 0-496 16,-1 0 220-16</inkml:trace>
  <inkml:trace contextRef="#ctx0" brushRef="#br0" timeOffset="-138427.17">19891 9712 250 0,'0'0'237'0,"0"0"-33"0,0 0-23 0,0 0-19 16,0 0-20-16,0 0-17 0,0 0-12 0,0 0-8 15,-8 14-16-15,7-6-8 0,-2 1-5 0,-1 4-12 16,3 1-4-16,1 4-5 0,1 0-5 0,1 2-5 16,4 6-1-16,-2 1-2 0,0-7-6 0,3 11-2 15,0-4-5-15,1 1 2 0,0-2-2 0,3-1-2 16,1 1-5-16,-1-7 4 0,0 6-6 0,0-5-12 15,-1-2-50-15,-1-2-56 0,0-5-63 0,-2 0-187 16,2 0-377-16,-3-3 167 0</inkml:trace>
  <inkml:trace contextRef="#ctx0" brushRef="#br0" timeOffset="-137849.07">20453 9761 85 0,'0'0'258'0,"-4"-5"-20"0,4 5-31 0,0 0-23 15,-3-4-25-15,3 4-16 0,0 0-15 0,0 0-16 0,-13 9-10 16,10-3-8-16,-1 2-14 0,0 5-9 0,-2-3-4 15,2 3-8-15,0 3-5 0,3 2-3 16,-6-1-9-16,7 0 2 0,-3 2-4 0,3-1-6 0,-1 2-2 16,2-2 0-16,2 2-5 0,-3 0 0 0,7-2-2 15,-3-1-2-15,0 0 3 0,1-4-2 0,1 3-3 16,-2-5 0-16,7 4 0 0,-4-3-1 0,2-2-3 16,-2-2-8-16,5 1-33 0,-1-3-49 0,-2 0-56 15,2-1-57-15,5-3-176 0,-2-1-390 0,4-1 173 16</inkml:trace>
  <inkml:trace contextRef="#ctx0" brushRef="#br0" timeOffset="-137458.46">20838 9849 170 0,'0'0'308'15,"-3"-4"-21"-15,3 4-24 0,0 0-27 0,0 0-32 16,0-3-20-16,0 3-25 0,0 0-19 0,0 0-11 15,0 0-19-15,0 0-9 0,-11 11-9 0,10-4-12 16,-2-4-7-16,-1 7-8 0,-3-1-7 0,3 3-5 0,-2-1-2 16,-3 4-9-16,1-2-4 0,-2 3-2 0,0-2 2 15,2 2-8-15,-1-6-3 0,0 6-2 16,-2-1-2-16,4-1-2 0,-3-4-3 0,1 0 1 0,1-1-2 16,1 0-4-16,-2-1-3 0,3 2-28 0,2-6-30 15,0 0-27-15,0 1-27 0,0 1-33 0,1-6-40 16,-1 3-70-16,4-3-142 0,0 0-420 0,0 0 186 15</inkml:trace>
  <inkml:trace contextRef="#ctx0" brushRef="#br0" timeOffset="-137224.09">20645 9920 191 0,'-7'-2'186'0,"7"2"-28"15,0 0-13-15,0 0-14 0,0 0 9 0,0 0 12 0,0 0-10 16,8 10 4-16,-3-5-11 0,1 0-11 0,-2 2-9 16,4 0-13-16,-2 3-7 0,3-4-7 0,-1 5-9 15,2-1-9-15,1-4-5 0,-2 3-9 0,5 4-3 16,-3-4-3-16,2 4-6 0,2-3-10 0,-4-1-39 16,-1-2-55-16,3 1-70 0,-2-1-55 0,-2 0-169 15,1-3-383-15,1-2 170 0</inkml:trace>
  <inkml:trace contextRef="#ctx0" brushRef="#br0" timeOffset="-136942.85">20933 9801 126 0,'0'0'258'0,"0"0"-27"16,0 0-24-16,0 0-25 0,0 0-15 0,0 0-15 16,0 0 3-16,15 14-6 0,-9-9-13 0,4 1-11 15,1 3-9-15,0-1-14 0,4 4-12 0,-1 0-9 16,1-1-7-16,-6-2-5 0,7 4-9 0,-3-4-5 16,-1 7-5-16,0-2-3 0,-2 1-6 0,-2 0-5 15,-1-2-4-15,-6 0-3 0,3 0-11 0,-4 1-27 16,0-1-28-16,-1 1-38 0,-5-1-50 0,-2-2-65 15,2 6-202-15,-7-4-425 0,-2 0 187 0</inkml:trace>
  <inkml:trace contextRef="#ctx0" brushRef="#br0" timeOffset="-136552.24">20990 10211 183 0,'0'0'374'15,"2"-6"-3"-15,-2 6-8 0,0-4-5 0,0 4-13 16,0 0-13-16,0 0-29 0,0 0-22 0,-3-5-28 0,3 5-30 16,0 0-19-16,0 0-27 0,0 0-20 0,0 0-23 15,0 0-18-15,0 0-20 0,0 0-10 0,0 0-7 16,-9 9-9-16,9-9-8 0,-3 11-6 0,1-4-8 16,1 0 0-16,0 0-4 0,-1 1-2 0,0 2-9 15,0 3-3-15,1-4-27 0,1 4-31 0,0-1-32 16,1-1-17-16,1 1-23 0,-1 0-34 0,2-1-44 15,-1 1-50-15,3 0-67 0,-1-2-71 0,1 0-202 16,0-1-615-16,2-3 272 0</inkml:trace>
  <inkml:trace contextRef="#ctx0" brushRef="#br0" timeOffset="-130051.43">22083 9904 130 0,'0'0'352'0,"0"0"-7"16,-9 0-16-16,9 0-21 0,0 0-20 0,0 0-19 16,0 0-20-16,0 0-11 0,0 0-22 0,0 0-15 15,0 0-20-15,0 0-17 0,-7 1-17 0,7-1-14 16,0 0-11-16,0 0-10 0,0 0-5 0,0 0-9 0,0 0-4 16,0 0-11-16,0 0-3 0,0 0 0 0,0 0-10 15,25-2-10-15,-11 2-18 0,-1-1-20 0,9-1-18 16,-6 0-31-16,1 2-28 0,0-2-34 0,-2 0-40 15,0 2-49-15,-4-1-51 0,3 0-51 0,-1-1-48 16,-6 2-208-16,1-3-578 0,-2 3 255 0</inkml:trace>
  <inkml:trace contextRef="#ctx0" brushRef="#br0" timeOffset="-129895.19">22155 9982 79 0,'0'0'196'0,"0"0"13"0,0 0 2 0,0 0 3 15,-4 3 0-15,4-3-2 0,0 0-6 0,0 0-19 16,17 2-17-16,-6-2-22 0,0-1-11 16,3 0-26-16,-1 1-55 0,6 0-74 0,0 0-89 0,2-3-85 15,0 0-148-15,2-2-366 0,7-1 162 0</inkml:trace>
  <inkml:trace contextRef="#ctx0" brushRef="#br0" timeOffset="-128711.58">23117 9554 70 0,'-10'-2'128'0,"10"2"2"16,-10-1-4-16,5 1-7 0,-4 0-1 0,-3-2-8 15,4 2 6-15,-7 0-4 0,4-1 5 0,0 1-2 16,-1-1 0-16,3 1-2 0,-4 0-4 0,5 0-9 16,0-1-8-16,1 2-7 0,7-1-13 0,-12-1-6 15,12 1-4-15,-8 0-10 0,8 0-5 0,-7 2-3 16,7-2-6-16,0 0-11 0,-4 1-3 0,4-1-1 15,-4 3 0-15,4-3-6 0,-2 7 2 0,2-4-3 16,2 4 1-16,-2-4-6 0,1 5 4 0,1 0-5 16,0 1-2-16,-2 2 1 0,3 1-1 0,1-1 0 15,-1 2-2-15,1 0-1 0,-1 0-1 0,3 4-1 16,-2-1 2-16,-1 0-3 0,1 1-1 0,-1-4 0 0,1 6 4 16,0-2-7-16,-1 2 6 0,2-1-3 0,-1 0 4 15,-1-1-3-15,1 0-1 0,0-1-2 16,-1-3 5-16,1 5-4 0,0-4 3 0,-2 1 2 0,3-1 12 15,-2-1 15-15,2-1 0 0,-2-1-3 0,2-2 1 16,-2 2-7-16,1-3 1 0,-2 2 0 0,3-2-2 16,-2-1-2-16,-1 0-5 0,1 0 4 0,-2-1-2 15,2 1-1-15,-1-4-1 0,0 4 0 0,0-3 1 16,0 0-2-16,1-3-3 0,2 3 6 0,-2 1-3 16,0-2-2-16,1-1 2 0,3-1-3 0,-2 1-29 15,-5-2-43-15,17-2-72 0,-4 0-77 0,-1 1-221 16,2-1-466-16,-3-2 206 0</inkml:trace>
  <inkml:trace contextRef="#ctx0" brushRef="#br0" timeOffset="-128414.72">23270 9837 71 0,'0'0'262'16,"0"0"-12"-16,0 0-9 0,-5 2-16 0,5-2-12 16,0 0-13-16,0 0-15 0,0 0-11 0,0 0-13 15,0 0-9-15,0 0-11 0,0 0 5 0,0 0 0 16,0 0-12-16,23 3-13 0,-11-5-7 0,1 4-18 15,1-2-4-15,2-2-17 0,3 1-14 0,-1 0-31 16,2 0-40-16,-2-1-49 0,-2 0-54 0,0 0-59 16,-2 1-53-16,-1-2-228 0,0 0-489 0,0-1 218 15</inkml:trace>
  <inkml:trace contextRef="#ctx0" brushRef="#br0" timeOffset="-127019.98">23380 9774 157 0,'3'-7'309'0,"-3"3"-2"16,0 4 3-16,1-6-3 0,-1 6-2 0,0-3-11 16,0 3 1-16,0 0-11 0,0 0-20 0,0 0-27 15,0-7-24-15,0 7-24 0,0 0-23 0,0 0-25 0,0 0-17 16,0 0-24-16,0 0-9 0,0 0-12 0,0 0-3 16,0 0-11-16,-4 16-4 0,1-8-6 15,1 2-17-15,-3-1 8 0,4 3-4 0,1 0-7 0,-3-1-5 16,-1 1-2-16,4-1-1 0,0 2-4 0,0 4-29 15,3-6-24-15,-2-1-12 0,-1 1-22 0,3 0-15 16,3-1-23-16,-4-1-22 0,4 0-32 0,-3-2-50 16,5-1-62-16,-2-4-68 0,1 2-212 0,0-3-593 15,4 1 263-15</inkml:trace>
  <inkml:trace contextRef="#ctx0" brushRef="#br0" timeOffset="-126582.5">23633 9720 295 0,'0'0'288'0,"0"0"-23"0,0 0-27 16,0 0-25-16,0 0-17 0,0 0-25 0,0 0-19 16,0 0-14-16,0 0-15 0,0 0-10 0,0 0-10 15,15 9-12-15,-11-6-5 0,0 2-12 0,2-2-10 16,-1 2-6-16,0 2-6 0,2-3-4 0,-3 2-4 16,3 2-1-16,0-3-10 0,0 5 0 0,-3-5-6 15,0 3-6-15,-1-3-2 0,-1 0-2 0,-2 1-1 16,0 0 1-16,0 0-1 0,-2 2 10 0,0-2 19 0,-3-1 6 15,1 2 8-15,-3-1-2 0,0 1-7 16,0-3-1-16,5 2-4 0,-4-2-5 0,2-1-5 16,0 2-5-16,0 0-1 0,1-1-1 0,2-2-3 0,1-2 0 15,0 0 1-15,-3 2-3 0,3-2 1 0,0 0 7 16,7 5 4-16,2-3-7 0,2-1-2 0,10-1-28 16,-3 0-28-16,5 0-38 0,1-1-61 0,5-1-76 15,3-1-83-15,-2-1-233 0,3-1-562 0,-3-3 249 16</inkml:trace>
  <inkml:trace contextRef="#ctx0" brushRef="#br0" timeOffset="-126270.01">24237 9761 368 0,'0'0'368'15,"0"0"-12"-15,0 0-6 0,-3 2-9 0,3-2-16 16,0 0-18-16,0 0-25 0,0 0-34 0,0 0-25 15,0 0-20-15,15-5-27 0,-8 4-12 0,5 0-18 16,-2 0-28-16,2 0-39 0,2 1-34 0,0 0-37 0,0-2-42 16,6 2-48-16,-6-2-52 0,5 1-51 0,-4 1-55 15,4 0-63-15,-5-4-219 0,-1 2-565 16,1 1 251-16</inkml:trace>
  <inkml:trace contextRef="#ctx0" brushRef="#br0" timeOffset="-126051.27">24619 9646 194 0,'0'0'200'0,"-1"11"2"0,-2-4 1 16,3-2-16-16,0 3-14 0,-1-1-18 0,1 4-9 16,-3 1-16-16,2 0-12 0,-1 3-13 0,1 0-7 0,-2-3-10 15,3 1-6-15,-3 3-7 0,3 0-7 16,0-3-5-16,3-1-8 0,-3 1-24 0,2-1-51 15,-1-1-53-15,0-4-57 0,2-2-69 0,0 1-127 0,1-1-352 16,2-2 156-16</inkml:trace>
  <inkml:trace contextRef="#ctx0" brushRef="#br0" timeOffset="-125551.29">24710 9499 129 0,'0'0'324'0,"-2"-5"-18"0,2 5-29 16,2-5-28-16,-2 5-22 0,2-5-26 0,2 3-21 0,1-1-16 15,-1 1-17-15,4-1-18 0,-1 0-13 16,7 1-9-16,-2 2-14 0,0-1-11 0,3 1-5 15,-2 1-7-15,-3-1-9 0,4 0-6 0,-2 1-6 0,0-2-5 16,-5 2-3-16,0 0-7 0,0 2-6 0,-2 0-2 16,1-2-2-16,-2 0-7 0,-4-1 2 0,5 3-5 15,-5-3-5-15,8 1-3 0,-8-1 0 0,2 5-1 16,0-4 4-16,0 3-8 0,-1-1 0 0,1 3 0 16,-1-1 3-16,0 3-3 0,2 0 0 0,-3 0-2 15,1 4 2-15,2 1 4 0,-1 0-2 0,0 6-3 16,1 0 1-16,1 0-2 0,0 1 0 0,-1-2 8 15,1 2-5-15,3 4-2 0,-5-2 1 0,5-2-2 16,-2 5 4-16,1-2-1 0,-5-4 1 0,6 3-2 16,-5-5 6-16,3 1 3 0,-1 1 6 0,1-3 9 15,-2 2 1-15,0-6-6 0,0 1 1 0,-1 1 0 16,-2-3-4-16,0-1 0 0,3-2 16 0,-3-1 20 0,0-1 17 16,-3 1 8-16,3-1 6 0,-1-2 3 15,-3 2 9-15,-2-3-4 0,0-2-10 0,-2 2-16 16,-1 0 0-16,-5 0-9 0,1 0-31 0,2-1-45 0,-4-2-52 15,-5 4-59-15,2-3-62 0,-5 1-75 0,5-2-85 16,-5-2-215-16,0 1-614 0,3-1 273 0</inkml:trace>
  <inkml:trace contextRef="#ctx0" brushRef="#br0" timeOffset="-123337.75">25432 9245 228 0,'0'-5'242'0,"0"5"-6"0,0 0-15 0,0-6-11 16,0 6-16-16,0 0-8 0,0 0-15 0,-4-3-12 0,4 3-17 16,0 0-14-16,0 0-16 0,0 0-14 15,0 0-10-15,0 0-9 0,0 0-10 0,-6-3-3 16,6 3-12-16,-8 0-6 0,8 0-4 0,-11-2-7 0,6 1-3 16,-4 3-2-16,9-2-3 0,-14 0-4 0,7 0-1 15,-3 0-5-15,2 0-2 0,-1 0 0 0,1 0-1 16,0 0 3-16,8 0-6 0,-14-1-4 0,6 2-3 15,8-1 1-15,-9 0 0 0,3 1 0 0,6-1-2 16,-5 1-1-16,5-1 0 0,0 0-1 0,-10-2-1 16,10 2-2-16,0 0-1 0,0 0-4 0,0 0 2 15,0 0-2-15,-8 4 5 0,8-4-4 0,-1 2 3 16,1-2-5-16,0 7 5 0,-1-2-4 0,1 0 2 16,-2 0-1-16,-1 3 1 0,3-2 2 0,3 2-2 15,-1 2 1-15,-2 2-2 0,1-2 1 0,0 2 3 16,2-1-2-16,-3 1-3 0,0 0 4 0,2 5-2 0,1 2 1 15,-3-2 5-15,3 2-4 0,0 0-2 0,-2-1 1 16,0 1 1-16,4-1 1 0,-4 0 1 0,3 2-1 16,-4-4 0-16,3 2 0 0,-2 0 1 0,2 0 0 15,1 0 5-15,0 0 5 0,-3-2 3 0,3 2-2 16,-2-1-1-16,-1-5-1 0,2 5 0 0,0 0-1 16,1-4 1-16,-1 1 3 0,-1-1-3 0,1-2-2 15,-1 6 1-15,1-4 1 0,-3 0-1 0,2 3-2 16,-1-3 3-16,0 0-6 0,-1-2 3 0,3 2-3 15,-2-3 2-15,-1 4 1 0,2-3-1 0,-2 1 5 16,-2 1-2-16,4-2 0 0,-1 0 0 0,-1 1 1 16,0-2-3-16,0-1-2 0,-1-2 3 0,2 3 0 0,-1-3-2 15,0 0 1-15,2 0 1 0,-2 1-3 0,0 0 2 16,0-2-5-16,1 1 3 0,-1 1-3 16,0-3 8-16,0 2-5 0,0 1-2 0,0-2-2 0,1 0 0 15,-1 1 1-15,0-3 1 0,0 3-3 0,0 1 3 16,0-2-1-16,2 1-1 0,-2-2 4 0,0 0-4 15,0 0 2-15,1 0 0 0,0 0-1 0,-1-1 6 16,0 0-3-16,2 0-1 0,-1-1 3 0,4 1 2 16,-5-1 3-16,0-3-1 0,4 7-1 0,1-6 9 15,0 1-3-15,-1-1-1 0,4-1 0 0,5 2-1 16,0-4-4-16,2 1-4 0,-1 0-18 0,6-3-27 16,-1-1-36-16,0 1-36 0,3-1-40 0,-3 0-32 15,1-4-40-15,1-1-39 0,-3 2-157 0,-2-2-455 0,-1-1 202 16</inkml:trace>
  <inkml:trace contextRef="#ctx0" brushRef="#br0" timeOffset="-121931.48">25647 9388 212 0,'0'-6'368'0,"0"6"5"0,0-4-12 16,0 4-9-16,0 0-3 0,0 0-19 0,0-7-11 15,0 7-21-15,0 0-23 0,2-3-20 0,-2 3-24 16,0 0-23-16,2-3-20 0,-2 3-24 0,0 0-16 16,7-3-17-16,-7 3-19 0,7-3-11 0,-7 3-12 15,12 0-9-15,-8 0-10 0,6 1-8 0,-5-1-5 16,6 2-11-16,-4-1-11 0,1 0 0 0,-1 2-19 16,4-1-8-16,-4 2-13 0,0-2-10 0,-1 4-15 0,1-1-11 15,-2 1 1-15,0 0 0 0,0 2 7 0,-1-2-4 16,-1 4 5-16,-2-3 10 0,1 1-6 15,-2 3-1-15,-2-1 7 0,1 0 4 0,-3-1-3 0,1 0 6 16,-1-2 3-16,1 2-1 0,0-2 2 0,-2-1-1 16,2-1 1-16,-2 0 6 0,2-1-1 0,1 0 0 15,-3 0 0-15,5 0-2 0,0-4 8 0,-1 5 0 16,1-5 7-16,-1 3-3 0,1-3-3 0,0 0 3 16,0 0 6-16,2 4 1 0,-2-4 0 0,10 1-5 15,-1 1 0-15,2 0 3 0,2-1-2 0,2 0-4 16,3 0-3-16,2 0-29 0,1-1-38 0,-3 4-42 15,5-3-43-15,-2 2-54 0,-4 1-42 0,5 0-69 0,-4-2-301 16,-3 2-669-16,-2 1 296 0</inkml:trace>
  <inkml:trace contextRef="#ctx0" brushRef="#br0" timeOffset="-121415.87">25879 9969 54 0,'0'0'313'15,"0"0"-24"-15,-4 0-31 0,4 0-29 0,0 0-27 16,0 0-19-16,0 0-25 0,0 0-14 0,-11 3-15 16,6 2-15-16,1-2-11 0,-2 2-11 0,0-1-7 15,-1 2-12-15,2 1-5 0,1 0-8 0,-3 2-3 16,0-1-10-16,3-1-2 0,2-1-5 0,-1 0-6 15,1 1-1-15,1-2-2 0,0 1 0 0,1-2 6 16,0 1-1-16,0-1 5 0,2 0 5 0,3-2 5 16,-1 1 8-16,1-1-3 0,4 1-5 0,2-3 1 0,-4 0-10 15,5 0 0-15,-1 0-3 0,0-4-5 0,4 0 4 16,-5 0-12-16,-1 1 4 0,2-1-10 16,-5 0 3-16,0 0 0 0,0-2 7 0,-2 2-10 0,-3-3-6 15,3 1-4-15,-4-1-1 0,0-1-4 0,-4 1-2 16,-1 1-7-16,-3-2-6 0,1 2-14 0,-5 0-18 15,2 0-23-15,-1 0-16 0,0 0-20 0,0 1-23 16,-4 3-42-16,5-3-36 0,1 0-47 0,-2 1-192 16,2-1-476-16,4 1 210 0</inkml:trace>
  <inkml:trace contextRef="#ctx0" brushRef="#br0" timeOffset="-120587.78">26165 9223 219 0,'-2'-5'350'16,"-1"1"-10"-16,1 0-20 0,2 4-11 0,-2-6-4 15,-1 2-5-15,3-1-18 0,0 5-13 0,-2-5-18 16,2 1-18-16,0 4-21 0,-2-5-19 0,2 5-24 15,0 0-19-15,0 0-20 0,0 0-18 0,0 0-18 16,4-4-4-16,-4 4-18 0,0 0-2 0,18 5-11 16,-13-2-9-16,5 1-3 0,-2-3-8 0,2 4 5 15,-1 0-15-15,-2 2-4 0,4 0-7 0,-3-1-4 16,0 1 0-16,2 2-7 0,-2-1 3 0,0 3-7 0,0 1 8 16,-1-5-15-16,-2 6 2 0,2 0 0 0,-1-2 2 15,-1 6-1-15,3-1 2 0,-4 0-5 16,3 2 1-16,-3-2 9 0,0 4-3 0,2-1-6 0,-1 0 3 15,-1 11-5-15,0-10 4 0,-2 7-1 0,2-2 0 16,0-3 4-16,-3-1-5 0,3 10-2 0,1-10 4 16,-2 7-1-16,1-3 2 0,1 0 0 0,-3-3 3 15,4 3-4-15,-5 5 4 0,6-3-8 0,-6-8 9 16,5 10-2-16,-2-9-6 0,-3-2 8 0,3 3 1 16,0 0 5-16,1 0-12 0,-3-3 13 0,2 2-8 15,0-3-6-15,0 0 1 0,-1-5 5 0,-2 0-3 16,1 2 2-16,-1-4-5 0,2 1 2 0,-2 0 6 0,-1-2 1 15,0 0 5-15,4-3-6 0,-2 2-2 0,-2-2 1 16,1 2 2-16,1-3-3 0,-1 2 2 16,-1-3-6-16,0 1 3 0,0 0-1 0,1 0 4 0,1-2 1 15,-2-3-1-15,0 9-2 0,0-6 4 0,-2 1 3 16,2-4-7-16,-1 7 4 0,1-7-1 0,-1 7 1 16,-2-3 1-16,1 0-2 0,-3-1-14 0,-2 1-8 15,0-1-25-15,-3 1-43 0,-3-2-49 0,-3 2-57 16,-2-1-63-16,3-2-87 0,-8 3-311 0,1-4-703 15,-8-4 311-15</inkml:trace>
  <inkml:trace contextRef="#ctx0" brushRef="#br0" timeOffset="-119555.06">22496 10980 303 0,'0'0'342'0,"0"0"-18"0,0 0-19 16,0 0-27-16,0 0-23 0,0 0-18 0,-9 0-24 15,9 0-18-15,0 0-19 0,0 0-17 0,0 0-16 16,0 0-19-16,0 0-11 0,0 0-7 0,0 0-12 16,0 0-11-16,0 0 0 0,25 1-17 0,-12-1-19 15,0-1-20-15,6-2-27 0,0 6-33 0,2-2-35 16,-2-1-38-16,1 0-42 0,0 2-48 0,-2-1-43 15,1-2-45-15,-4 1-150 0,-1 0-469 0,-2 1 208 0</inkml:trace>
  <inkml:trace contextRef="#ctx0" brushRef="#br0" timeOffset="-119398.81">22572 11123 165 0,'0'0'192'0,"1"7"5"0,2-5-5 0,1-1-12 16,3 1-14-16,0-1-15 0,5 0-12 0,2-2-16 16,6 0-32-16,0-2-54 0,1 1-63 0,10-5-78 15,-1 2-147-15,2-1-271 0,-4-2 120 0</inkml:trace>
  <inkml:trace contextRef="#ctx0" brushRef="#br0" timeOffset="-117420.12">23532 10562 19 0,'0'-6'303'0,"0"-1"-11"0,0 1-12 0,0 1-15 0,0 0-17 15,0 1-12-15,0 4-18 0,0-8-23 0,0 5-26 16,0 3-23-16,-2-4-17 0,2 4-19 0,0 0-14 15,0 0-6-15,0 0-14 0,0 0-8 0,-2 15-7 16,-2-5-3-16,1 2-8 0,1-1-6 0,-1 3-5 16,-2 3-4-16,-1 0-4 0,2 2-2 0,0-1-6 15,0 1-2-15,1 1 2 0,-6-6-7 0,3 2 4 16,1 3-6-16,-1-2-1 0,2-4 1 0,-3 3-2 16,1 0-3-16,0-5 0 0,2 1-2 0,-1-2 2 15,1 0 2-15,1-2-9 0,-4 1 4 0,3-1 0 16,1-1 4-16,-1-2-3 0,2 1-2 0,0-1-3 15,-1 0 8-15,3-3-9 0,-1 2 5 0,1-4 1 0,0 5 0 16,-1-1 6-16,1-4 14 0,-2 4-5 0,2-4 11 16,2 5 5-16,-2-5 14 0,5 2 1 15,2 1 3-15,-3-1 0 0,8-1-2 0,-1-2-9 0,5 2-5 16,-2-1-4-16,9-1-3 0,-4 1-1 0,2 1-4 16,2-1-2-16,-3 0-1 0,2-1-11 0,-2 1 5 15,-5-2-6-15,3 2-19 0,-4-1-17 0,-2-1-10 16,-4 1-19-16,-1-3-17 0,0 3-29 0,-1 1-35 15,-2-2-34-15,-4 2-27 0,6-4-17 0,-6 4-19 16,-1-5-16-16,1 5-5 0,-5-7-176 0,0 5-462 16,-2 0 204-16</inkml:trace>
  <inkml:trace contextRef="#ctx0" brushRef="#br0" timeOffset="-117185.76">23644 10837 61 0,'1'-7'149'0,"-1"3"21"0,0 4 18 15,0-5 12-15,0 5 14 0,0-8 9 16,0 8 4-16,0-3-1 0,0 3-1 0,0 0-5 0,3-5-7 15,-3 5-15-15,0 0-21 0,0 0-16 0,-3-6-22 16,3 6-20-16,0 0-11 0,0 0-18 0,0 0-11 16,0 0-8-16,0 0-7 0,0 14 4 0,-1-7-15 15,1 1-9-15,-2 0-1 0,2 3-3 0,-1-1-10 16,1 2 1-16,0 1-2 0,0-1-6 0,-1 1 5 16,1 4-10-16,0-4-3 0,0 4 2 0,1-1-1 15,-1-2-3-15,1-2 0 0,2 1 10 0,-3 0-10 16,3-2-3-16,-2 2-2 0,2-1-13 0,0-2-26 15,1-1-31-15,-3 1-37 0,2-2-64 0,-3-1-66 16,4-2-75-16,1 0-224 0,-1-2-571 0,-1 0 253 16</inkml:trace>
  <inkml:trace contextRef="#ctx0" brushRef="#br0" timeOffset="-114280.67">24231 10670 253 0,'0'0'270'15,"0"0"-24"-15,0 0-28 0,0 0-20 0,-8 0-21 0,8 0-17 16,0 0-16-16,0 0-19 0,0 0-7 15,0 0-14-15,0 0-9 0,0 0-4 0,15 10-13 16,-8-7-4-16,2 1-6 0,1 0-6 0,2 0-7 0,-1 3-7 16,3 0-3-16,-3-3 0 0,4 3-6 0,-3-1-6 15,4 2-1-15,-1-1-3 0,3 3-3 0,-2-3-2 16,-2 0-3-16,1 2-1 0,-2-3-4 0,-2 2 1 16,-1-4-6-16,2-1-3 0,-4 4 3 0,-1-3-3 15,-3-2 1-15,4 2-6 0,-4 0 3 0,0 0-3 16,-1-1-1-16,0-1 0 0,0 1 2 0,-3-3-2 15,4 2-1-15,-4-2 2 0,0 0-3 0,1 5-3 0,-1-5 3 16,0 4-1-16,0-4 2 0,-3 7 5 16,1-5 7-16,-4 4 10 0,2 0 0 0,0 1 1 15,-7 1-6-15,4 1 17 0,-4 0 3 0,-2 5-1 0,-2-3 5 16,1 0 2-16,-2 2-1 0,0 0 11 0,-1 2 2 16,-2-1-7-16,4-2-2 0,-1 0-5 0,0 0-2 15,-1-1-4-15,-1 0 4 0,2-2-9 0,7 0-6 16,-5-2 2-16,3-1-8 0,3 2 1 0,-3-2 1 15,3-2-2-15,3 0 4 0,1 0-7 0,-1 0-3 16,1-3-2-16,1 2-1 0,1-1 1 0,2-2-12 16,0 0-6-16,0 0-25 0,0 0-39 0,0 0-53 15,0 0-59-15,23-9-71 0,-13 5-294 0,3-1-593 0,-2 1 263 16</inkml:trace>
  <inkml:trace contextRef="#ctx0" brushRef="#br0" timeOffset="-113671.32">24918 10743 260 0,'0'0'315'0,"0"-4"-10"0,0 4-9 16,0 0-26-16,0 0-20 0,0 0-21 0,-6-3-31 15,6 3-22-15,0 0-25 0,0 0-14 0,0 0-16 16,0 0-10-16,-14 7-17 0,10-3-6 0,-2 1-12 16,2-1-6-16,-3 5-9 0,1-3-3 0,-4 4-10 15,3 1-1-15,-1 0-7 0,3-3 0 0,-2 5-4 16,2-6-3-16,1 5-7 0,-1-2 0 0,4 2-1 15,-2-4 0-15,2 3-2 0,1-5 10 0,1 0-3 16,2 1-3-16,0-1 7 0,2-2-1 0,2 0 0 16,4 1 0-16,0-2-3 0,4-2-2 0,2-2-8 0,4 1 3 15,-3-4 5-15,2 0-9 0,-3-1-7 16,3-1 6-16,-1-2-1 0,-3 0-2 0,-1 1-1 0,-4-1-2 16,4-3 16-16,-7 1 14 0,-1-1 9 0,-2 2 2 15,0-1 9-15,-2-2-3 0,-3 3-8 0,-3-2-7 16,-2 0-6-16,1 5-7 0,-3-3-4 0,0 2-6 15,-5 1-14-15,4 0-21 0,-3 0-29 0,-1 4-29 16,-2-1-46-16,3 2-41 0,-5 4-40 0,2-2-52 16,1 3-81-16,-2 5-238 0,2-4-618 0,2 2 273 15</inkml:trace>
  <inkml:trace contextRef="#ctx0" brushRef="#br0" timeOffset="-110593.5">26444 10860 243 0,'0'0'357'0,"0"0"0"16,-8-1-14-16,8 1-18 0,0 0-10 0,-1-4-28 15,1 4-10-15,0 0-11 0,0 0-18 0,0 0-14 16,0 0-21-16,0 0-14 0,0 0-22 0,0 0-21 0,12-4-17 15,-5 2-10-15,4 1-16 0,2-1-10 16,2-2-12-16,4 1-9 0,-1 0-9 0,1-2-10 16,1 3-5-16,-6 1-13 0,5-1-14 0,-4 0-14 0,0-1-14 15,-1 2-17-15,-2-1-18 0,-3 0-16 0,4 2-20 16,-8-1-15-16,5 1-21 0,-5-2-11 0,-5 2-20 16,10 0-18-16,-10 0-23 0,9 0-30 0,-9 0-21 15,0 0-31-15,0 0-55 0,8-1-189 0,-8 1-545 16,0 0 241-16</inkml:trace>
  <inkml:trace contextRef="#ctx0" brushRef="#br0" timeOffset="-110359.13">26656 10716 137 0,'0'0'290'0,"0"0"-7"0,-9-1-14 15,9 1-13-15,-1-4-20 0,1 4-20 0,0 0-14 16,-3-2-28-16,3 2-23 0,0 0-20 0,0 0-17 15,0 0-14-15,0 0-13 0,0 0-9 0,-5 8-6 16,5-1-8-16,0-1-9 0,0 0-3 0,0 6-5 16,0-2-2-16,0 3-4 0,2 5-6 0,0-4 0 15,-1-2-7-15,2 8 1 0,-2-1-2 0,3-1-3 16,-4 0-6-16,7 0-8 0,-3-1-13 0,0 0-12 16,0-1-30-16,3-4-42 0,-3 2-41 0,-1-4-56 15,5 0-47-15,-1-1-205 0,2-2-472 0,-4-2 209 16</inkml:trace>
  <inkml:trace contextRef="#ctx0" brushRef="#br0" timeOffset="-110140.39">26937 10748 126 0,'0'-5'250'15,"0"5"-29"-15,0 0-22 0,0 0-18 0,0 0-21 16,-2 16-16-16,1-4-8 0,1 2 16 0,0 4-9 15,-4 2-11-15,4 1-11 0,-1 0-11 0,1 9-8 16,1-3-11-16,-1 1-8 0,0 3-6 0,7-4-8 16,-3-2-1-16,-3-3-11 0,5-1-3 0,-2-1-19 15,1-2-41-15,3-1-67 0,-2-5-97 0,1-2-241 16,2 0-445-16,2-5 198 0</inkml:trace>
  <inkml:trace contextRef="#ctx0" brushRef="#br0" timeOffset="-104791.23">17542 10217 148 0,'-8'0'339'0,"8"0"-15"0,0 0-14 15,0 0-18-15,0 0-26 0,0 0-23 16,0 0-23-16,0 0-15 0,0 0-18 0,0 0-16 0,0 0-22 16,0 0-8-16,0 0-17 0,0 0-22 0,0 0-4 15,0 0-10-15,29-1-7 0,-16 1-10 0,1 1-9 16,5 0-3-16,0-2-11 0,2 3-5 0,-1-2 0 15,2 0-6-15,-2 0-28 0,4 1-24 0,5-1-31 16,-5 0-30-16,-3 0-40 0,5 0-50 0,-6 0-45 16,5 0-46-16,-6-2-239 0,1 0-537 0,-2-1 238 15</inkml:trace>
  <inkml:trace contextRef="#ctx0" brushRef="#br0" timeOffset="-104494.36">17915 10106 11 0,'0'0'266'16,"0"0"-28"-16,0 0-28 0,0 0-22 0,-8 0-21 15,8 0-20-15,0 0-19 0,0 0-13 16,0 0-11-16,0 0-8 0,-3 6-8 0,3-6-7 0,2 6-8 16,-2-6-6-16,6 9-6 0,-2-6-6 0,2 1 1 15,-1 2-1-15,-1-1-1 0,2-1-2 0,3 1-5 16,-3-1-2-16,2 0-5 0,-4 1-6 0,3-1-1 15,1-2-5-15,-3 1 0 0,0 1-2 0,0-3-4 16,-1 1-4-16,1 1-1 0,-5-3-4 0,2 3-2 16,2-1-2-16,-4-2 1 0,1 4-5 0,-1 0 0 15,0 1 0-15,-5 0 3 0,-2 3-4 0,-5 5-27 16,-3-1-39-16,-3 2-55 0,-4 6-67 0,-3 0-205 0,-4 4-422 16,0-1 186-16</inkml:trace>
  <inkml:trace contextRef="#ctx0" brushRef="#br0" timeOffset="-103681.9">17617 12855 107 0,'-8'0'363'0,"1"3"-16"0,-1-6-18 0,8 3-23 16,0 0-30-16,-9 0-32 0,9 0-3 0,0 0-31 16,0 0-18-16,0 0-18 0,0 0-4 0,0 0-24 15,36-2-18-15,-14 1-6 0,1-1-17 0,8 1-6 16,6 0-12-16,-3-1-3 0,2-1-17 0,0-1-4 16,1 1 2-16,0-1-16 0,-5 4-21 0,-2-2-16 15,-1 1-25-15,-6-2-23 0,-3 1-30 0,-1 1-42 16,-5-1-33-16,-3-1-40 0,1 2-41 0,-2-3-45 15,-5 2-230-15,2-2-539 0,-6 0 239 0</inkml:trace>
  <inkml:trace contextRef="#ctx0" brushRef="#br0" timeOffset="-103447.53">18110 12746 2 0,'0'0'217'0,"0"0"-14"16,0 0-23-16,0 0-22 0,0 0-12 0,0 0-21 15,0 0-10-15,0 0-16 0,0 0-10 0,4 13 3 16,-3-7 21-16,2-1-8 0,-2 0-7 0,3 0-10 16,1 3-7-16,-2-1-11 0,1 1-10 0,3 2-5 15,-5 0-6-15,2-2-1 0,0 4-3 0,1-3-6 16,-2 1-2-16,0-1-2 0,-1 3-7 0,0-2-1 16,-4-2 1-16,2-1-2 0,-4 2-1 0,0 0-2 15,-2 0-1-15,-1 0-10 0,-2 0-27 0,0-2-32 16,-5 0-54-16,3-1-46 0,-1 1-62 0,1-2-129 15,0 0-364-15,-1-4 162 0</inkml:trace>
  <inkml:trace contextRef="#ctx0" brushRef="#br0" timeOffset="-102806.93">18594 12591 264 0,'0'0'302'0,"1"-5"-19"0,2 0-34 15,-3 5-24-15,1-3-27 0,-1 3-27 0,0 0-16 16,0 0-19-16,0 0-12 0,4 10-11 0,-2-4-12 15,-1 2-13-15,2 2-10 0,-3 2-6 0,3-1-7 0,-2 5-6 16,2 1-6-16,0-1-4 0,0-1-6 0,1 3-4 16,-1 1-5-16,3-2-3 0,-2 1-1 15,0-5-3-15,0 4-6 0,3-1 2 0,-5-4-3 0,4-2-2 16,-2 1-3-16,-3-3 4 0,6 0-7 0,-4-3 2 16,2 1 0-16,-4-2 0 0,2-1 3 0,3-2 0 15,-1 2-4-15,2-2 0 0,-7-1-5 0,16-4 3 16,-9 2 0-16,1-4-3 0,4 0 1 0,-5 2 0 15,3-3-1-15,-6-3 1 0,5 1 0 0,1-1-3 16,-6 3 15-16,3-4 10 0,-1 3 14 0,0-2 6 16,-3 2 11-16,2-3 10 0,-2 2 3 0,0 3 8 15,-2 1 6-15,3-2-5 0,-2 1-7 0,0 1-12 16,-1 0 5-16,2 1-7 0,-2 0-8 0,-1 4-10 16,2-4-4-16,2 1-16 0,-4 3-5 0,0 0-6 15,0 0 6-15,15 7-11 0,-6-3 2 0,0 2-4 16,0 1 0-16,3-1-6 0,2 5 4 0,1 0-3 0,0-1-5 15,-3-1 0-15,3 1-2 0,0 2-4 0,-1-7 1 16,-2 2-1-16,0-1 1 0,-1-3 3 0,1 2 3 16,-1 1 3-16,2-3-4 0,-7-3 22 0,4-2-15 15,-3 1 2-15,-1-5 4 0,0 1 15 0,-1 2 10 16,1-6 0-16,-2 1 12 0,0-5-2 0,-3 2-6 16,2-3-5-16,-6-3 3 0,3-2 7 0,-3 2-14 15,1-2-6-15,-1 1 2 0,0 3 1 0,-2-3-12 16,1 1-7-16,0 4-7 0,0 2-44 0,2-1-28 15,-2 2-38-15,1 2-29 0,-1 2-36 0,3 0-38 16,0 2-68-16,-3 0-64 0,4 4-247 0,0 0-639 16,0 0 282-16</inkml:trace>
  <inkml:trace contextRef="#ctx0" brushRef="#br0" timeOffset="-102431.94">19483 12677 154 0,'0'0'230'15,"0"0"-31"-15,3-2-17 0,-3 2-22 0,0 0-23 16,0 0-11-16,0 0-11 0,3 9-14 0,-3-9-6 15,2 4-12-15,0-2-7 0,-2-2-8 0,1 8-5 16,2-6-6-16,-2 3-6 0,2-2-3 0,0 0-3 16,-2-1-5-16,-1-2 0 0,3 5 1 0,1-2 6 15,-4-3-4-15,0 0 9 0,4 4 3 0,-4-4 8 0,3 3 12 16,-3-3 11-16,0 0 11 0,0 0 12 0,0 0 25 16,0 0 4-16,0 0 8 0,0 0 0 15,0 0 4-15,0 0-35 0,0 0-12 0,0 0-5 0,0 0-12 16,-11-11-14-16,11 11-30 0,-6-4-35 0,2 3-35 15,4 1-42-15,-5-1-68 0,5 1-71 0,0 0-107 16,-4-5-220-16,4 5-581 0,0 0 258 0</inkml:trace>
  <inkml:trace contextRef="#ctx0" brushRef="#br0" timeOffset="-101853.84">20276 12604 23 0,'0'-7'301'15,"2"3"-9"-15,-1 0-13 0,-1-1-27 0,3 0-24 0,-3 0-7 16,0 1-17-16,-4 0-16 0,2 0-22 0,-2 0-23 16,0 1-14-16,-1 1-12 0,-6 0-15 0,-3 1-9 15,-1-2-12-15,-5 3-1 0,-2 0-12 0,-8 3-6 16,0-1 0-16,-1 6 8 0,1-3 4 0,0 3-7 15,4 0-5-15,4-1-5 0,2 1-4 0,-2 0-4 16,7-1-9-16,3-1-3 0,0 1-8 0,0-1-2 16,6 1 3-16,0 1-6 0,4-2 2 0,4 1 0 15,5 4 2-15,10-4-3 0,3 1 0 0,14-2-6 0,4 3-1 16,4-1-4-16,12-4 2 0,-11-2-4 16,-1 0-2-16,-1 0-6 0,2-3-2 0,-4-2-2 15,-5 1-2-15,1-1-5 0,-5 0 0 0,-10 0 6 0,-6 0 2 16,-1 1 2-16,-3-3 2 0,-2 3-2 0,-1-1 8 15,-2-2-3-15,-2-2 0 0,-4 2 0 0,-1-2-5 16,-7-2 1-16,-2 1-1 0,-3-1 0 0,-9-3-2 16,-4 2 4-16,0 0-10 0,-6 1 7 0,2-1-2 15,0 2 0-15,1 1-8 0,8 2-18 0,3 0-22 16,-1 1-27-16,6 2-22 0,2 0-21 0,-1 0-12 16,9 1-19-16,-4-1-28 0,4 0-42 0,4 2-39 15,0 0-188-15,0 0-484 0,11-8 215 0</inkml:trace>
  <inkml:trace contextRef="#ctx0" brushRef="#br0" timeOffset="-101650.72">20242 12388 156 0,'-5'-5'221'0,"-1"0"-7"16,-1 1-10-16,3 0-18 0,-2 3-20 16,2-1-23-16,4 2-14 0,-10-1-14 0,10 1-14 0,-7 4-8 15,6 3-8-15,-2-1-3 0,-1 6 19 0,4 4-1 16,4 5 5-16,2 4 1 0,-1 9-1 0,3-4-5 15,4 5-7-15,1-2-10 0,-2 2-5 0,6 2-7 16,0 9-9-16,-2-13-5 0,-2 2-6 0,1-3-7 16,-1-2-12-16,2 0-27 0,-4-4-30 0,-2-7-48 15,1-1-54-15,1-3-76 0,-4 0-241 0,2-7-480 16,-2-2 213-16</inkml:trace>
  <inkml:trace contextRef="#ctx0" brushRef="#br0" timeOffset="-101291.36">20782 12445 170 0,'0'-7'336'0,"3"1"-15"0,-3 1-17 15,1-1-11-15,-1 1-23 0,0 2-16 0,0 3-28 16,0-7-26-16,0 4-26 0,0 3-25 0,0 0-12 16,0 0-17-16,-14 10-11 0,8-3-7 0,-2 2-12 15,2 4-13-15,-6 2-2 0,1 3-15 0,4 2-5 16,-2-1-7-16,-3 6-1 0,3 2-7 0,1-1-3 16,0-1-10-16,3 1 3 0,1 2-4 0,2-7-2 0,1 0 3 15,1 6 0-15,1-8-5 0,3-2-2 0,1 0 2 16,2-2-2-16,0-2 1 0,0-3 0 15,4 0-4-15,3-2-25 0,2-3-28 0,2 1-44 0,3-5-47 16,-1-1-42-16,3-1-56 0,4-7-59 0,-4 3-228 16,3-8-554-16,1-1 245 0</inkml:trace>
  <inkml:trace contextRef="#ctx0" brushRef="#br0" timeOffset="-101056.99">21193 12488 88 0,'1'-5'325'16,"-1"5"-20"-16,0 0-30 0,-1-6-29 0,1 6-28 0,-3-4-20 16,3 4-28-16,0 0-18 0,0 0-15 15,0 0-16-15,0 0-11 0,-11 12-11 0,7-6-9 16,-1 0-11-16,-2 5-6 0,-1 0-10 0,0-1-5 0,-3 4-4 16,0 1-6-16,-1 0-6 0,-2-2 2 0,2 2-7 15,-2 0-2-15,2-1-1 0,-3 1-16 16,4-3-24-16,2 0-24 0,-1-1-30 0,2-1-37 0,3-1-52 15,0-3-52-15,1-1-51 0,0 0-136 0,0-3-419 16,4-2 185-16</inkml:trace>
  <inkml:trace contextRef="#ctx0" brushRef="#br0" timeOffset="-100853.88">20984 12565 16 0,'-2'-3'342'16,"0"-1"-10"-16,2 4-22 0,-3-5-32 0,3 5-33 15,0 0-28-15,-2-3-23 0,2 3-17 0,0 0-14 0,0 0-11 16,0 0-18-16,11 12-8 0,-5-6-14 16,0 2-7-16,3 2-10 0,0 3-9 0,6 0-7 15,-5 0-8-15,3 1-7 0,2-1-7 0,1 1-24 0,-3-4-17 16,3 4-28-16,-1-4-43 0,1 1-49 0,-5-4-50 16,3 0-57-16,-1-2-56 0,1 0-167 0,2-2-470 15,-5-2 208-15</inkml:trace>
  <inkml:trace contextRef="#ctx0" brushRef="#br0" timeOffset="-100541.39">21300 12656 16 0,'0'0'290'0,"0"0"-18"16,0 0-21-16,0 0-19 0,0 0-29 0,0 0-20 15,0 0-22-15,0 0-15 0,0 0-12 0,0 0-17 16,0 0-11-16,0 0-9 0,0 0-8 0,4 13-12 0,-1-11-10 15,-1 2-5-15,-1 1-8 0,-1 1-3 0,0-3-7 16,1 1-2-16,-1 3-5 0,0 0-2 16,0-1-5-16,0 1-4 0,-1-1-2 0,0 1-3 0,-1 0 0 15,-1-1-2-15,2 0-1 0,-2 0 27 0,2 0 11 16,-3-1-3-16,4 0-6 0,-1 0-4 0,1-5 0 16,-2 6-2-16,2-2 3 0,0-4-10 0,0 4 12 15,0-4 2-15,0 0 2 0,0 0 4 0,3 2-5 16,-3-2 5-16,9 2-12 0,0-1-3 0,0-4-4 15,3 2-29-15,2-1-30 0,1-1-39 0,-1 1-48 16,6-2-71-16,1-2-84 0,0 0-252 0,6-6-562 16,-9 4 249-16</inkml:trace>
  <inkml:trace contextRef="#ctx0" brushRef="#br0" timeOffset="-100291.4">21496 12433 61 0,'-4'-1'327'0,"4"1"-25"0,-9-1-22 16,9 1-25-16,0 0-22 0,-7 3 0 0,4 1 0 15,3-4-9-15,7 8 3 0,2 0 1 0,0-1-1 16,0 2-6-16,3 0-25 0,2 3-17 0,2 1-13 16,-1-2-8-16,3 2-20 0,-3-1-15 0,1 4-14 15,-5-7-13-15,5 5-6 0,-5-2-10 0,-1 2-8 16,-1-2-8-16,-3 0-15 0,-1-1-28 0,-1 3-57 15,-1 1-41-15,-3-1-36 0,-3 2-38 0,-5 0-51 16,-4 0-72-16,1 0-87 0,-3-2-202 0,0-1-611 16,-2-2 271-16</inkml:trace>
  <inkml:trace contextRef="#ctx0" brushRef="#br0" timeOffset="-100041.41">21997 12578 349 0,'0'0'396'0,"3"-8"-5"16,-2 7-18-16,-1 1-43 0,5-5-31 0,-1 3-34 15,3 0-26-15,-3 0-18 0,6 1-34 0,2-1-9 0,2 0-25 16,-1 2-18-16,1-1-34 0,5 0-42 15,1 1-44-15,-2 1-39 0,2-1-43 0,-2 0-56 16,-2 1-64-16,2-1-64 0,-3 0-256 0,-5 2-548 0,-2-4 242 16</inkml:trace>
  <inkml:trace contextRef="#ctx0" brushRef="#br0" timeOffset="-99885.16">22096 12648 150 0,'-5'3'191'15,"2"-1"-11"-15,-1-1 4 0,1 2 10 0,3-3-2 16,-1 6 1-16,1-6-1 0,4 5-12 0,1-4-19 16,2 0-13-16,4-1-16 0,3 0-25 0,0 1-49 15,7-1-66-15,2-1-85 0,4-1-99 0,-2-3-137 16,6-1-355-16,-8 3 158 0</inkml:trace>
  <inkml:trace contextRef="#ctx0" brushRef="#br0" timeOffset="-98994.48">22889 12235 245 0,'4'-4'247'0,"-4"4"-19"0,0 0-16 15,4-4-19-15,-4 4-11 0,0 0-14 0,3-3-16 16,-3 3-14-16,0 0-10 0,0 0-15 0,0 0-13 16,0 0-10-16,0 0-11 0,0 0-9 0,-16-1-4 15,7 1-9-15,0 0-8 0,1 0-4 0,-2 0-2 16,-1 0-5-16,-2 1-1 0,2-1-5 0,-3-1 1 16,5 0 3-16,-1 1-2 0,4-2-3 0,6 2-2 15,-11 0-3-15,11 0-2 0,-9 0-3 0,9 0-5 16,-8 2 1-16,8-2-3 0,0 0 4 0,0 0-8 15,-8 1-2-15,8-1-3 0,0 0-2 0,0 0-4 0,0 0 2 16,-7 2-2-16,7-2 1 0,0 6-1 16,0-1 1-16,0-5-3 0,0 9 1 0,0-3 1 15,0 1-2-15,0 4 3 0,0 1-2 0,0-1 3 0,3 4 0 16,0-1 0-16,0 3-3 0,-2 5 1 0,0-3 3 16,3 2 1-16,-1 6 14 0,1 0 5 0,-1-2 3 15,-1-5 0-15,3 2 3 0,-1-1 1 0,-2 1-2 16,3-3 2-16,0 3-5 0,0-3 2 0,-1 0-1 15,-1-1-4-15,1-2 7 0,0 1-7 0,-1-3 2 16,2-1-1-16,-2-1-3 0,0-1 0 0,2-2 1 16,-1 0-2-16,1-1 1 0,-3-2-1 0,2 1 4 15,4-3 0-15,-2-1-5 0,2 1 1 0,3 1 1 0,1-2-7 16,1-2-32-16,1 1-33 0,3-2-44 16,0 0-46-16,1-2-55 0,5 0-55 0,-2-2-227 15,-2 1-520-15,1-2 230 0</inkml:trace>
  <inkml:trace contextRef="#ctx0" brushRef="#br0" timeOffset="-98572.62">23135 12436 68 0,'0'0'264'0,"0"0"-5"15,0 0-11-15,0 0-12 0,0 0-18 0,0 0-11 0,0 0-8 16,0 0-9-16,0 0-7 0,0 0-22 16,19 6-8-16,-15-5-20 0,3 2-8 0,0 0-14 15,2-1-9-15,-2 1-11 0,2-1-7 0,1 3-16 0,-2-1-4 16,-1 1-7-16,0-2-8 0,1 2-6 0,0-3-4 15,-4 3-7-15,2 1-2 0,-2-4-2 0,0 4-4 16,-4 1-5-16,0-2-1 0,0 4 0 0,0-2 13 16,-4-2 17-16,1 2 15 0,1 0-13 0,-4 2 4 15,3-4-4-15,-2 1-7 0,-2 3 0 0,2-1-10 16,-1-4-5-16,4 1-1 0,-3 1 1 0,4-2-4 16,0 0 1-16,-1 1-2 0,2-1 0 0,3 1 1 15,3-1 2-15,5 0-4 0,3 0-14 0,7-1-20 16,2-1-31-16,7-1-33 0,1 1-42 0,3-2-56 15,-4-2-65-15,7-1-74 0,-6-2-224 0,3 0-581 16,-1-3 257-16</inkml:trace>
  <inkml:trace contextRef="#ctx0" brushRef="#br0" timeOffset="-98166.38">23779 12441 114 0,'0'0'397'0,"0"0"-7"15,0 0 4-15,0 0-8 0,0 0-15 0,0 0-16 16,0 0-23-16,0 0-25 0,0 0-31 16,0 0-24-16,0 0-26 0,0 0-23 0,0 0-22 0,14-8-18 15,-8 7-14-15,2 1-18 0,3-1-12 0,-2 1-22 16,5-3-30-16,2 1-42 0,-3 2-34 0,1-3-60 15,2 3-39-15,-5-2-35 0,2 2-41 0,-1-1-49 16,-1 0-57-16,-3 0-58 0,2-2-245 0,-6 2-640 16,4 0 284-16</inkml:trace>
  <inkml:trace contextRef="#ctx0" brushRef="#br0" timeOffset="-97900.77">24146 12328 9 0,'0'0'255'0,"0"-7"-24"0,0 7-22 0,0 0-25 0,0 0-21 16,0 0-16-16,0 0-15 0,0 0-15 0,0 0-10 16,0 14-14-16,0-14-7 0,-2 11-6 0,4-6-6 15,-4 6 1-15,2 1 0 0,0 0-6 0,0-1-6 16,0 2-2-16,0 4-5 0,0-3-8 0,0 2-3 15,3 1-8-15,-1 0 4 0,-1-3-6 0,2 2-2 16,-2-2-3-16,-1-2-19 0,4 1-46 0,1 0-51 16,-2-3-60-16,1-2-61 0,-2-1-142 0,2 0-378 15,-2-2 168-15</inkml:trace>
  <inkml:trace contextRef="#ctx0" brushRef="#br0" timeOffset="-97353.91">24215 12192 15 0,'-2'-2'387'0,"2"2"-1"0,-5-4-28 16,5 4-22-16,-2-5-22 0,2 5-16 0,-2-5-29 0,2 5-22 16,0 0-25-16,0 0-33 0,0 0-14 0,11-3-22 15,-5 3-12-15,-6 0-15 0,19 2-9 0,-10-1-15 16,3 2-17-16,-3 0 2 0,0 1-23 0,2 0-4 15,1 1-1-15,-2 0-15 0,-1 0-9 0,1 2 1 16,-2-1-5-16,1 1-5 0,-2 0-2 0,-1-2-9 16,-1 1-5-16,-1 1 8 0,4 1-3 0,-5-1-7 15,1 0 2-15,0 2-1 0,0 0-8 0,1 1 6 16,-3 0-4-16,-2 1 0 0,4 0 2 0,2 3-5 16,-2-1 4-16,-2 3 1 0,1 4-8 0,1-2 4 15,0 0-1-15,-2 0-2 0,2 1 8 0,-1 1-8 0,3-2 2 16,-2 2 7-16,0-1-9 0,-2 0 3 0,2 0-6 15,0-1 20-15,0 0-14 0,1-2 4 16,2 1-6-16,-3-3 0 0,-1-4 5 0,0 4-1 0,2-2 0 16,-2-3-5-16,-1 0-1 0,0-1 2 0,-2-2 0 15,3-1 8-15,-1-1-2 0,0 1-5 0,-2-2 3 16,1 0-3-16,-1-3 2 0,-5 5-5 0,-2-3-8 16,3 1-32-16,-6-3-36 0,-1 0-49 0,-3 1-52 15,-2-1-64-15,-2-1-93 0,-5-1-249 0,-1 1-634 16,-4-3 280-16</inkml:trace>
  <inkml:trace contextRef="#ctx0" brushRef="#br0" timeOffset="-96228.84">24946 12052 87 0,'4'-6'200'0,"-3"2"-11"0,-1 4-10 15,1-6-5-15,-1 3-15 0,0 3-16 0,0-7-16 16,0 7-12-16,-2-7-13 0,-1 5-13 0,-1-2-9 16,4 4-10-16,-11-2-8 0,3 1-8 0,1 1-4 0,-3 0-7 15,1-2-4-15,-1 4-3 0,-1-2-7 16,-1 1 3-16,4 0-5 0,-3-1-2 0,1 1-2 15,1 1-5-15,2 1-3 0,-1-2 0 0,0 1-2 0,4 0-3 16,-3 1-2-16,7-3 3 0,-7 3-8 0,3-2 4 16,0 4-2-16,4-3 2 0,0-2 0 0,-5 5-2 15,2-2 3-15,2 1 19 0,1 0 0 0,0 1-3 16,1-1-2-16,1 2-4 0,-1-1 3 0,3 0-4 16,-3 3 1-16,3-1 0 0,0 1-1 0,-1 2 1 15,1 0-4-15,3 0-4 0,1 3 1 0,-4 0-1 16,4 2 5-16,-1 3-7 0,0-1-1 0,2 1 4 15,-2 3-5-15,3 6 4 0,1-3-1 0,-2 3 21 16,1 1 5-16,3 3-6 0,-4-3 1 0,0 0-7 16,-1 3 3-16,4-4-6 0,-6 4 1 0,2-4-1 15,-1 2 2-15,1-1 9 0,-3 0 5 0,1 2-4 16,-2-10-2-16,0 7-1 0,0-6-2 0,-3-1 1 0,2 1 2 16,1-1 4-16,-2-2 5 0,0-1 6 0,1-1-4 15,-3 0 8-15,2-4-5 0,0-1 4 16,-2-1 1-16,3 0-1 0,-2-2-9 0,1-1 12 0,-1-2 6 15,-1 0 7-15,3-2 8 0,-1 2 9 0,-2-2 3 16,0-3-1-16,0 4 9 0,0-4 2 0,3 4-2 16,-3-4-6-16,1 2 0 0,-1-2-12 0,11 0-9 15,-4 0-6-15,4-1-5 0,3 1-7 0,2-1-7 16,2 0-21-16,5-1-40 0,1 1-32 0,6-1-31 16,1 0-27-16,-1-3-33 0,3 1-43 0,-6-1-55 15,10-5-66-15,-6 2-308 0,3-2-665 0,-2-2 295 16</inkml:trace>
  <inkml:trace contextRef="#ctx0" brushRef="#br0" timeOffset="-91943.35">25364 12140 84 0,'0'-5'270'15,"0"5"-11"-15,0 0-17 0,-5-5-16 0,5 5-15 16,0 0-14-16,-3-4-14 0,3 4-15 0,0 0-11 16,-1-4-7-16,1 4-14 0,0 0-12 0,0 0-9 15,0 0-10-15,0 0-14 0,-1-5-7 0,1 5-13 16,0 0-6-16,0 0-8 0,0 0-8 0,0 0-7 0,0 0-11 15,0 0 2-15,0 0-10 0,0 0-2 0,0 0-2 16,0 0-1-16,0 0-6 0,-9 7 2 16,8-2-8-16,-3-3 3 0,1 2 1 0,0 0-2 0,2-1-2 15,-3 3 1-15,2-2-4 0,-1-1 2 0,0 5-3 16,0-1 4-16,1-2-3 0,0 2 1 0,2 0 3 16,0-4-1-16,0 4 0 0,2-2-4 0,0 1 4 15,1-2 3-15,3 1-2 0,0 0 0 0,1-2 0 16,3 2-3-16,2-1 4 0,-1-3-3 0,2 2-1 15,-1-5 4-15,2 1-3 0,0-1 1 0,-5-2 0 16,2 0 3-16,0-1-2 0,-2-2-1 0,1 1 6 16,-3-2-4-16,-1-2 0 0,1 3 5 0,-4-2 6 15,0-1 17-15,-2-1-13 0,-1 7 0 0,-1-7-4 16,-2 4-4-16,-1-2-2 0,-2 3 1 0,1 1-13 16,0 1-7-16,-5 0-13 0,2 1-19 0,-4 2-22 15,0 2-22-15,2 3-24 0,-5 2-25 0,3 1-43 0,1 1-55 16,4 2-47-16,-2 2-147 0,0-1-458 0,1 3 204 15</inkml:trace>
  <inkml:trace contextRef="#ctx0" brushRef="#br0" timeOffset="-91412.03">25473 12614 304 0,'0'0'385'0,"-2"-5"-12"0,2 5-33 16,0 0-30-16,0 0-37 0,0 0-22 0,0 0-35 15,0 0-28-15,0 0-16 0,0 0-24 0,0 0-13 16,0 0-9-16,0 0-8 0,0 0-22 0,0 0-12 15,8 14-8-15,-7-9-14 0,2 1-2 0,-2 0-4 16,3 4-11-16,-4-4-2 0,0 4-4 0,0-2-3 0,0 2-1 16,-4 0-6-16,4-1-3 0,-5 1 4 0,1 1 20 15,-2-1 0-15,-2 0 9 0,-1 0 4 16,2 0 1-16,-1-2-2 0,-1 0 8 0,1-1-6 0,4-2-4 16,0 0-7-16,3-3-1 0,-3 1 0 0,2 2 3 15,2-5 13-15,-1 4 7 0,1-4-2 0,0 0-1 16,0 0-20-16,23 0-6 0,-5-3-6 0,3 2-4 15,8-4-12-15,2-2-21 0,-2 1-39 0,6-3-58 16,-2-1-58-16,1-1-60 0,-3 1-85 0,-1-3-95 16,0 0-294-16,-3 0-744 0,-1-4 330 0</inkml:trace>
  <inkml:trace contextRef="#ctx0" brushRef="#br0" timeOffset="-90724.56">25798 12139 11 0,'0'-4'429'0,"-1"-1"15"0,-1-1-2 0,2 1-12 16,0 0-19-16,0 2-26 0,0 3-20 0,0-8-27 16,0 8-34-16,2-5-28 0,-2 5-28 0,0-4-28 15,0 4-24-15,0 0-19 0,1-4-19 0,-1 4-22 16,0 0-15-16,0 0-13 0,0 0-11 0,0 0-10 15,11 1-9-15,-11-1-9 0,11 2-5 0,-4-1-11 16,0 1-1-16,0 1-5 0,1-1-5 0,2 1-7 16,-4 1-4-16,4 0-4 0,-4 0-4 0,5-1-3 15,-4 2 0-15,1 0-6 0,-2-2-3 0,4 2-1 16,-3 2-3-16,0-1 4 0,-3-2-11 0,7 2 5 16,-4 2-4-16,-2-1 1 0,4 2-3 0,-2-1 2 15,-1 4-5-15,-1-1-1 0,2 1 3 0,2 4 5 16,-3 0-4-16,1 1 0 0,-1-1 5 0,-1 4-14 0,4 0 9 15,-2-1 1-15,1 3 1 0,-1-3-2 16,5 5-1-16,-6-3-4 0,1 4 5 0,-3-6 3 16,3 2-1-16,-1-1-1 0,-2 0 0 0,1-1 1 0,0-1-1 15,-1-1 0-15,0 1 1 0,-2-5 0 0,3 3-6 16,-4-3 4-16,3 1 2 0,0-2 4 0,-2-1-1 16,2 2-3-16,-1-1 0 0,-1 1 0 0,1-1-2 15,-1-2 1-15,0 2 3 0,3-1-2 0,-3-2-4 16,-1 3 4-16,-1-2 0 0,0 0-4 0,3 1 2 15,-3-5 2-15,1 4 1 0,-1-4-3 0,0 4 3 16,0-3 0-16,0-2-4 0,0 3 3 0,0-2 0 16,-1 1-4-16,1-2 4 0,0 0-4 0,0 0-11 0,-3-1-8 15,3 0-18-15,0 1-13 0,-1-1-22 16,-3 0-30-16,1-1-42 0,-1 1-41 0,1 0-47 16,-2 0-54-16,-6-1-55 0,-2 0-80 0,-7 0-253 0,-4-1-731 15,-9 1 324-15</inkml:trace>
  <inkml:trace contextRef="#ctx0" brushRef="#br0" timeOffset="-89421.35">26740 12379 28 0,'0'0'377'0,"0"0"-2"15,0 0-12-15,0 0-20 0,0 0-11 0,0 0-19 16,0 0-20-16,-6-5-15 0,6 5-27 0,0 0-20 16,0 0-28-16,0 0-17 0,0 0-17 0,18-4-12 15,-13 4-19-15,-5 0-15 0,15 0-6 0,-4 0-15 16,1-1-13-16,-1 1-6 0,1 0-11 0,1 0-4 15,0 1-16-15,2-1-34 0,4 0-40 0,-6 0-49 0,1 3-39 16,2-3-39-16,-3 1-50 0,-1 0-60 0,-2 1-62 16,-2-1-284-16,-3 0-656 0,1 0 290 15</inkml:trace>
  <inkml:trace contextRef="#ctx0" brushRef="#br0" timeOffset="-89233.86">26700 12588 43 0,'-3'3'255'0,"1"-1"-11"0,2-2-12 0,0 0-8 15,0 0-11-15,-5 4-3 0,5-4-4 0,7 4-18 16,-1-4-13-16,1 1-20 0,6 1-16 0,-2-1-15 16,9 3-16-16,1-3-54 0,-3 1-64 0,3 1-90 15,4-1-94-15,-5-2-184 0,3 3-409 0,0-3 181 16</inkml:trace>
  <inkml:trace contextRef="#ctx0" brushRef="#br0" timeOffset="-87346.66">27527 12446 358 0,'-7'0'390'0,"7"0"3"0,-4-4-17 15,4 4-13-15,0 0-21 0,0 0-10 0,0 0-14 0,-4-4-24 16,4 4-20-16,0 0-34 0,14-2-26 0,-7 0-20 16,5 1-19-16,1 1-18 0,1-1-16 15,1 1-5-15,5-1-24 0,2-1-11 0,0 2-10 0,2-1-16 16,-5-1-30-16,2 2-50 0,3-2-63 0,-3-1-61 16,-1 1-57-16,-1 1-60 0,-7-2-83 0,3 1-78 15,-2-2-219-15,-4 1-677 0,0-1 300 0</inkml:trace>
  <inkml:trace contextRef="#ctx0" brushRef="#br0" timeOffset="-86987.29">27874 12290 219 0,'0'0'245'0,"0"0"-18"0,0 0 0 16,0 0 1-16,0 0-1 0,17 9-5 0,-10-7-7 15,2 6-9-15,0-5-15 0,2 0-13 0,1 3-16 16,0 0-18-16,-1-1-17 0,0 0-11 0,3 2-11 16,-5 0-11-16,2 2-11 0,1-1-1 0,-5-1-13 15,4 1-9-15,-3 1-9 0,-1 0-7 0,-1 1-4 16,-4 0 4-16,2 2-9 0,-4 0-5 0,0-1 0 16,-4 3-3-16,3-3 26 0,-5 0 30 0,-3 5 1 15,0-5-5-15,0 0 7 0,2-1-2 0,-1-2-9 16,-1 1-6-16,3-4-1 0,2 2-16 0,1-3 6 15,1-1-10-15,-2 0 8 0,4-3 4 0,-3 7 2 16,3-7-1-16,4 5 0 0,4-4-9 0,6 1-6 16,2 0-24-16,7-4-30 0,10 2-38 0,-1-2-50 0,4 2-35 15,-1-1-62-15,3-2-79 0,17-4-105 0,-16 1-267 16,1 0-698-16,-2-1 308 0</inkml:trace>
  <inkml:trace contextRef="#ctx0" brushRef="#br0" timeOffset="-86487.32">29101 12212 121 0,'0'0'387'16,"2"-4"-27"-16,-2 4-26 0,0 0-33 0,0-3-35 15,0 3-34-15,0 0-31 0,0 0-17 0,0 0-24 16,0 0 4-16,0 0-34 0,0 0-17 0,0 0-8 15,-8 14-13-15,5-9-8 0,-6 4-13 0,2 0-1 16,-2 5-10-16,-5-1-10 0,2 2 0 0,-2 0-4 0,-3 0 11 16,-2-1 9-16,-5 4 6 0,-3 2 10 15,1-4 4-15,-1 3 1 0,-3-2 4 0,2-3 5 16,1-1-6-16,6-3-7 0,2 0-6 0,3-1-7 0,-1-2-8 16,5 3-7-16,5-8-1 0,-1 3-9 0,4 1-7 15,0-2 7-15,0-2 6 0,4 2 9 0,5 1 4 16,6 2 2-16,4-3-6 0,11 5-3 0,8-1-7 15,1 0-7-15,2-1-5 0,1 2-3 0,1-2-4 16,-2 2-5-16,3-2-2 0,-3 1-6 0,-2 1-9 16,-1 0-33-16,-3 0-24 0,-1 0-37 0,-7-2-41 15,-2-1-30-15,-3-1-30 0,-5-2-27 0,-3 6-33 16,-1-6-38-16,0 0-52 0,-2 0-20 0,-3 2-213 16,-4-3-615-16,0 2 273 0</inkml:trace>
  <inkml:trace contextRef="#ctx0" brushRef="#br0" timeOffset="-85924.83">29669 12260 63 0,'0'0'280'0,"-1"-4"-19"16,1 4-26-16,-4-2-21 0,4 2-24 0,-8-1-20 15,8 1-15-15,0 0-20 0,-16 3-11 0,11-1-14 0,1-1-9 16,0 0-11-16,-1 2-5 0,0-2-9 0,0 3 5 16,-2 0-5-16,3 0-5 0,0-1-7 15,1 1 0-15,-2 0-4 0,2 3-3 0,-1-2-1 0,-1 0-2 16,1 1-5-16,2 1-3 0,-2-3-5 0,0 6-5 16,0-3 0-16,1 5-3 0,2-3-4 0,-2 1-2 15,3-2 2-15,2 1 1 0,-2-2-5 0,4 2 5 16,1 0 2-16,1 3 8 0,2-3 3 0,1 0 1 15,6 0 0-15,-3 0-5 0,5-1 0 0,0-1-5 16,1-2-6-16,1-4 4 0,0 4-10 0,0-2 2 16,-2-3 9-16,-2-1-11 0,-1-1-3 0,0-3-2 15,2 0-1-15,-5 0 0 0,3-3-1 0,-3 2 0 16,3-7 0-16,-5 4-2 0,-1-1 3 0,0-5-6 16,-4 2 1-16,-1-4 0 0,0 5-1 0,-3-5 2 15,-3 3-6-15,-2-3 5 0,-1 5-5 0,-1 0-2 16,-1 0-10-16,0 2-21 0,-4 2 1 0,1 1-19 0,0 2-25 15,-3 1-30-15,-5 1-30 0,-1 3-34 0,6 2-57 16,0 1-78-16,-2 2-184 0,2 0-523 16,-3 3 233-16</inkml:trace>
  <inkml:trace contextRef="#ctx0" brushRef="#br0" timeOffset="-83643.67">26349 10678 12 0,'0'0'225'15,"0"0"-15"-15,1-5-10 0,-1 5-14 0,0 0-11 16,0 0-15-16,0 0-16 0,0 0-16 0,0 0-17 16,0 0-12-16,0 0-13 0,0 0-14 0,0 0-8 0,0 0-8 15,0 0-2-15,0 0-9 0,-9 18 3 0,6-7 16 16,1 2-6-16,-4 0-3 0,2 3 4 16,-3 10 10-16,-1-6 2 0,0 0-8 0,1 10-2 0,2-3-7 15,0 2-5-15,-2 0-2 0,2-2-4 0,3 1-4 16,2-6-3-16,2 6-4 0,1-2-1 0,6 2-5 15,-2-3 0-15,4-1 0 0,7 2-1 0,1-4-5 16,7-1 3-16,2-3-1 0,7-2-4 0,1-1-2 16,15 3-33-16,-12-6-58 0,15 0-67 0,-13-4-72 15,0-1-230-15,0-5-480 0,-2-1 213 0</inkml:trace>
  <inkml:trace contextRef="#ctx0" brushRef="#br0" timeOffset="-83211.98">27356 10653 202 0,'0'0'405'0,"0"0"-4"0,-4-3-24 0,4 3-31 15,0 0-41-15,-3-3-26 0,3 3-40 0,0 0-14 16,0 0-27-16,0 0-21 0,0 0-18 0,24 4-11 15,-6 2-24-15,2 1-7 0,4-1-13 0,1 5-13 16,2 1-9-16,2 1-10 0,-3 1 0 0,-3 1-4 16,0 2-16-16,-5-3-3 0,5 3-11 0,-7-3-8 0,1 9 5 15,-4-6-11-15,-2 8-3 0,-4-4-7 0,1 4 6 16,-5 3-2-16,-6 2 0 0,1 0-14 16,-3 0-21-16,-4-1-26 0,1 2-27 0,-6-2-23 0,5 6-27 15,-2-3-22-15,0 2-36 0,1 0-69 0,6-4-41 16,4 0-265-16,0 0-599 0,8-5 265 0</inkml:trace>
  <inkml:trace contextRef="#ctx0" brushRef="#br0" timeOffset="-82415.13">31240 12040 109 0,'0'-7'339'0,"-1"-4"-9"0,1 2-9 0,-3 6 3 15,3-4-25-15,0 1-28 0,-1 1-29 0,1 5-33 16,-4-3-26-16,4 3-17 0,0 0-23 0,-9 0-15 0,9 0-7 16,-10 9-28-16,3 1 0 0,-1 0-15 0,2 2-2 15,-7 3-9-15,2 3-1 0,3-1-10 0,-3 1-4 16,4 1-7-16,-1 0-6 0,1 0-1 0,0 2 0 16,3 0-4-16,1-1-3 0,1-2 1 0,3 0 2 15,2 0-9-15,2-2 9 0,3 1-9 0,3-1-2 16,0-1 2-16,5-1-6 0,2-2-4 0,1 0-26 15,4-3-23-15,6 1-34 0,1 0-40 0,-3-3-45 16,-5-5-53-16,1 0-53 0,1-2-55 0,-3-2-198 16,-1-1-555-16,0-2 246 0</inkml:trace>
  <inkml:trace contextRef="#ctx0" brushRef="#br0" timeOffset="-82196.39">31518 12218 191 0,'-4'-3'363'0,"4"3"-7"0,0 0-11 15,0 0-15-15,-4-2-6 0,4 2-18 0,0 0 6 16,0 0-29-16,0 0-19 0,0 0-19 0,0 0-19 16,0 0-27-16,0 0-16 0,9-5-25 0,-1 4-26 15,0-2-31-15,6 0-54 0,5-1-35 0,3-1-45 16,-2 3-46-16,3 0-33 0,-2 0-44 0,3-2-55 15,-2 3-45-15,0-4-51 0,1 4-231 0,-4-3-581 16,0 0 257-16</inkml:trace>
  <inkml:trace contextRef="#ctx0" brushRef="#br0" timeOffset="-81977.65">31943 12089 106 0,'0'0'285'0,"0"0"-23"0,0 0-25 0,0 0-27 16,0 0-24-16,0 0-25 0,0 0-5 0,0 0-17 16,3 11-11-16,-3-6-16 0,0 2-12 0,0 3-9 0,0 2-7 15,3 2-6-15,-2 2-12 0,2-2-2 0,0-2-4 16,1 6-6-16,0 1-5 0,-1-3-21 16,-1 0-35-16,2 1-42 0,2-2-62 0,0-2-64 0,-3-3-211 15,1 0-418-15,0-3 185 0</inkml:trace>
  <inkml:trace contextRef="#ctx0" brushRef="#br0" timeOffset="-81696.41">32163 11975 149 0,'-5'-3'363'0,"5"3"-21"0,0 0-31 0,0 0-26 16,0 0-29-16,0 0-22 0,0 0 11 0,0 0-1 16,18 14-13-16,-13-6-13 0,9 4-16 0,-2 4 16 15,3-1-2-15,6 6-13 0,-5-6-19 0,-1-1-16 16,1 8-26-16,2 0-6 0,-3-4-14 0,-2-2-11 16,5 8-10-16,-10-8-12 0,3 2-8 0,-5 1-5 15,-1 0-28-15,-1 1-10 0,-3 8-23 0,-6-2-27 16,-4 1-54-16,-2 1-44 0,-7-2-45 0,-3 0-37 15,-7-1-67-15,-1 0-93 0,-17 7-295 0,12-10-702 0,-14 3 311 16</inkml:trace>
  <inkml:trace contextRef="#ctx0" brushRef="#br0" timeOffset="-80618.32">17960 14455 2401 0,'0'0'186'0,"-12"-5"-82"16,12 5-20-16,-4-4-10 0,4 4 7 0,0 0-1 15,-3-1-5-15,3 1-10 0,0 0-11 0,0 0-6 16,0 0-6-16,0 0 3 0,0 0-11 0,0 0-5 15,14-7 7-15,-5 6-14 0,7-2 1 0,2 2-7 0,2-1 2 16,3 0-5-16,6 0 1 0,5-1-5 16,-3 0-13-16,5 1-36 0,-1-1-46 0,-2 1-40 15,0-1-56-15,-1 2-61 0,-2 0-236 0,-7-2-519 0,-3 1 230 16</inkml:trace>
  <inkml:trace contextRef="#ctx0" brushRef="#br0" timeOffset="-80352.71">18402 14333 166 0,'0'0'283'0,"0"0"-24"0,0 0-21 0,0 0-32 16,0 0-21-16,0 0-16 0,0 0-20 0,0 0-12 15,0 0-14-15,0 0-14 0,19 4-12 0,-15-2-6 16,4 1-17-16,-1 1-2 0,0 1-6 0,1 0-8 15,3 0-6-15,-3 2-5 0,0-2-2 0,2 0-7 16,-4 4-4-16,1-4-6 0,-3 1-3 0,3 4-3 16,-4-4-4-16,0 1-1 0,-3 1-1 0,-3 2 1 15,2 1-3-15,-5-1-2 0,-8 3 0 0,1-1-14 0,-1 0-15 16,-2 2-22-16,-2-2-26 0,-2 0-29 16,1 1-32-16,1-4-38 0,-1 4-69 0,3-4-124 0,2-2-386 15,3-2 170-15</inkml:trace>
  <inkml:trace contextRef="#ctx0" brushRef="#br0" timeOffset="-79805.85">18773 14255 80 0,'3'-4'299'0,"-2"1"-21"16,-1-3-29-16,4 2-25 0,-4 4-28 0,6-5-19 16,-6 5-21-16,4 0-19 0,-4 0-12 0,10 5-15 15,-5-1-11-15,0 3-11 0,1 0-7 0,-1 4-10 16,2 0-6-16,-2 2-7 0,1 3-7 0,1 0-2 0,-2 2-10 16,-1-2-5-16,4 2-4 0,-5-1-4 0,1 1-8 15,0-7-6-15,-1 4 3 0,1-4-4 16,-2-1-4-16,-1 1-4 0,2-1-5 0,-2-3-3 0,2-3 3 15,-2 1 2-15,4-1 5 0,-5-1 4 0,0-3-2 16,4 2 0-16,-4-2-2 0,7-6-1 0,-4 1 4 16,1-1-3-16,2-1 4 0,3-2 11 0,-5 0 2 15,3 0 6-15,0-1 6 0,-2 1 6 0,5-1-1 16,-3 3-3-16,1 0-1 0,-3-1-2 0,5 0-10 16,-5 5 1-16,6-2-3 0,-3 2-5 0,3-2 0 15,0 5-3-15,2 0-3 0,1 0-2 0,0 5-4 16,3 0 1-16,0 3 0 0,0-1-1 0,2 2-1 15,-3 1 0-15,1 1 1 0,0 1-2 0,0-2 3 16,5-1-2-16,-8 1 0 0,0-4 0 0,-3 1 1 16,0-2 0-16,1 0 0 0,-1-2 3 0,-2-1 0 15,-2 1 9-15,-1-3 26 0,2 0 24 0,-2-3 13 0,3 0 10 16,-5-1 10-16,3-5 7 0,-1-1-2 0,-4-1-5 16,1-2-4-16,-3-4-4 0,1 1-12 0,-1-4-3 15,-1-1-17-15,-2 3-3 0,1-3-10 0,0 2-12 16,-2 1-15-16,1 2-36 0,2 3-31 0,0 0-35 15,-2 2-37-15,1 4-46 0,1-1-55 0,1 5-85 16,0-1-298-16,0 4-653 0,1-6 288 0</inkml:trace>
  <inkml:trace contextRef="#ctx0" brushRef="#br0" timeOffset="-79446.49">19792 14323 223 0,'0'-4'301'0,"0"4"-19"0,0 0-22 16,-1-5-23-16,1 5-26 0,0 0-28 0,0 0-21 15,0 0-14-15,0 0-18 0,0 0-8 16,0 0-19-16,0 0-9 0,0 0-10 0,-10 9-7 0,10-9-14 15,0 8-1-15,0-5-1 0,0 2-12 0,0-5 4 16,0 10-11-16,2-8-4 0,-1 1-2 0,3 0-4 16,-4-3-5-16,4 4-4 0,-3 0 3 0,-1-4-5 15,4 4 5-15,-4-4-3 0,0 0 18 0,3 1 15 16,-3-1 16-16,0 0 2 0,0 0-6 0,0 0-6 16,0 0 6-16,0 0-23 0,0-10-8 0,0 10-12 15,0-6-25-15,0 6-27 0,-4-5-30 0,3 0-37 16,-1 0-52-16,1 2-62 0,1 3-75 0,-4-8-206 15,4 8-530-15,-3-3 235 0</inkml:trace>
  <inkml:trace contextRef="#ctx0" brushRef="#br0" timeOffset="-78946.51">20614 14209 165 0,'-10'-4'220'0,"0"-1"-6"0,-2 0-19 0,-1 2-15 16,-2 2-12-16,-3-1-12 0,-2 2-13 16,2 0-10-16,3 1-12 0,-4 0-15 0,7 3-9 0,-1 1-8 15,0 2-7-15,-1-2-8 0,4-2-10 0,4 1-8 16,-2 4-5-16,2-2-3 0,1 4-1 0,2-2-3 16,2-1 0-16,1 1 6 0,2 0-1 0,4 0 3 15,2 2-8-15,3-2-2 0,9 2-2 0,1-4-2 16,9 3-6-16,1-3-2 0,0 0-1 0,2-2-6 15,-2-3 1-15,-1 6-3 0,1-6-4 0,-8 0-3 16,-1-1-4-16,-1-1-4 0,-2 0 5 0,-6-3-5 16,1 1 2-16,-2 0 4 0,-2-2-4 0,-2 0 3 0,-1 3 0 15,-3-2 1-15,-3-3-2 0,-1 3-6 16,-1-1 2-16,-5-5-1 0,1 3-4 0,-5-1 4 16,-1 0-2-16,-8 0-2 0,2-2-3 0,-4 3-11 0,-2-1-18 15,-5-2-18-15,-2 6-19 0,1-4-20 0,2 2-17 16,4 3-35-16,5-2-50 0,2 4-46 0,1-1-133 15,1-1-399-15,2 1 177 0</inkml:trace>
  <inkml:trace contextRef="#ctx0" brushRef="#br0" timeOffset="-78710.61">20590 14009 89 0,'-1'-8'289'0,"-3"3"-11"16,1 2-16-16,-1-1-30 0,2 1-30 0,2 3-23 15,-2-4-21-15,2 4-19 0,0 0-13 0,-9 7-12 16,7 0-12-16,1 3-3 0,1 1-4 0,1 8-11 0,2 3-2 16,5 6-8-16,3 0-3 0,1 5-7 0,-1-3-2 15,1 3-10-15,1 2-5 0,0-3-5 0,2 1-1 16,0-1-6-16,-3-1-2 0,2 2-5 0,-2-3-18 16,0-2-17-16,-1-1-21 0,-1-2-25 0,-1-7-36 15,-3-1-45-15,-1-3-39 0,0-6-64 0,0 3-158 16,-3-6-428-16,5 0 190 0</inkml:trace>
  <inkml:trace contextRef="#ctx0" brushRef="#br0" timeOffset="-78413.75">21128 14104 225 0,'0'-5'371'0,"-2"0"-5"0,2-1-5 0,-1 0-24 16,1 2-18-16,0 4-12 0,-3-7-46 0,3 7-35 16,0-4-31-16,0 4-22 0,0 0-22 0,0 0-16 15,0 0-15-15,-12 8-8 0,5-5-18 0,3 8-4 16,-3 0-11-16,-2 3-11 0,-1 3-5 0,1 1-4 16,-1 0-15-16,2 2-1 0,1 0-2 0,-1-1-1 15,3 0-3-15,0-3-3 0,4 2-7 0,-3 1-8 16,4-2-5-16,0-3-10 0,5-1-9 0,-2-1-14 15,4 1-14-15,1-5-17 0,-1 2-30 0,8-4-39 16,2 1-46-16,0-1-57 0,3-5-57 0,2-1-45 16,3-1-197-16,3-6-562 0,-5 1 249 0</inkml:trace>
  <inkml:trace contextRef="#ctx0" brushRef="#br0" timeOffset="-78210.63">21510 14152 108 0,'0'0'180'16,"-4"-2"-15"-16,4 2-14 0,0 0 2 0,-14 9-9 16,5-4 2-16,3 3-9 0,-3-1-13 15,0 5-10-15,-1-3-10 0,0 4-15 0,-4 2-4 0,2 0-3 16,-1 2-12-16,-2-1-5 0,1 0-9 0,-1 1-4 16,4 0 0-16,-4-1-6 0,3-2-17 0,-2 0-25 15,4 1-32-15,2-7-44 0,2 1-50 0,1-2-60 16,0-1-110-16,3-3-317 0,0-1 140 0</inkml:trace>
  <inkml:trace contextRef="#ctx0" brushRef="#br0" timeOffset="-78023.13">21340 14242 221 0,'-3'-5'277'0,"3"5"-22"15,0-5-29-15,0 5-24 0,0 0-23 0,0 0-18 16,0 0-14-16,0 0-11 0,10 10-12 0,-5-3-14 15,6 2-14-15,-4 1-4 0,5 1-8 0,2 2-12 0,-1 2-4 16,-2-3-7-16,3 3-19 0,-1 0-27 16,2-2-35-16,0 2-53 0,0-1-52 0,0 1-55 15,0-3-182-15,-7-2-392 0,2-2 173 0</inkml:trace>
  <inkml:trace contextRef="#ctx0" brushRef="#br0" timeOffset="-77538.78">21626 14355 118 0,'-3'-3'309'0,"3"3"-9"0,0 0-14 16,0 0-21-16,0-3-20 0,0 3-10 0,0 0-32 15,0 0-13-15,0 0-24 0,0 0-19 0,0 0-15 16,0 0-14-16,8-3-17 0,-8 3-10 0,0 0-10 15,0 0-3-15,15 4-10 0,-11-3-9 0,0 0-12 16,-4-1-1-16,7 3-3 0,-4-2-4 0,2 3-5 16,-5-4-6-16,5 5-11 0,-3-1-9 0,1-3-6 15,-1 2-2-15,-2-3-2 0,2 5 0 0,0 0-1 16,-2-5 0-16,-2 8 0 0,0-6-1 0,1 5 1 16,-2-2 2-16,0-1-2 0,1 2 5 0,-5-2-4 0,4 1-3 15,-1-1 1-15,0 1 10 0,0-1-9 0,0-1 0 16,1 1-1-16,2-1 1 0,-1 0 2 15,2-3 6-15,-2 5-10 0,2-2 5 0,0-3 2 0,0 7 0 16,2-4 7-16,-2-3 1 0,4 5-2 0,1-2 2 16,0 1-1-16,-1 1 5 0,3-2-5 0,0 1-3 15,0 0-1-15,-1-1 1 0,1 2 1 0,0-2-3 16,-2 2-1-16,1-1-5 0,-2 2-1 0,0-3 2 16,0 2-3-16,-2-1 0 0,0 1 2 0,1 2-2 15,-3-3 3-15,-3-1-2 0,-1 1 2 0,3 3 1 16,-3-2-6-16,-2-3-11 0,-1 5-19 0,2-3-20 15,-4 0-32-15,0-2-28 0,-2 2-39 0,3-2-50 16,1 0-51-16,-4-1-171 0,3-1-462 0,0-1 204 16</inkml:trace>
  <inkml:trace contextRef="#ctx0" brushRef="#br0" timeOffset="-77257.54">21718 14121 33 0,'0'0'332'0,"0"0"-16"0,11-2-12 0,-11 2-1 16,12 5-23-16,-1 1-14 0,0-1-14 0,3 1-4 15,4 2-16-15,0 3-14 0,1 1-15 0,-1-1-23 16,2-2-16-16,-2 6-18 0,-2 0-23 0,-1-4-12 15,-1 6-8-15,-3-1-9 0,0 0-10 0,-2 0-9 16,-5 2-6-16,4 0 8 0,-6 0-30 0,-2 0-37 16,-2 3-34-16,-3-1-25 0,-2 0-40 0,-5 4-38 15,-6-3-39-15,-1 0-46 0,-4-3-71 0,-1-1-271 16,3-3-599-16,2-5 265 0</inkml:trace>
  <inkml:trace contextRef="#ctx0" brushRef="#br0" timeOffset="-76804.43">22242 14217 270 0,'-2'-7'485'0,"0"6"1"0,2 1-12 0,0-7-21 16,0 7-45-16,2-6-34 0,-2 6-35 0,3-5-30 16,-2 4-29-16,-1 1-29 0,8-6-27 0,-5 3-22 15,5 1-24-15,-1 0-20 0,3-1-19 0,3 3-37 16,-2-1-44-16,4 0-42 0,-1 2-58 0,7-1-55 15,3 0-52-15,-7 1-51 0,2 2-52 0,-5 1-54 0,2-3-56 16,-6 4-271-16,1-1-686 0,-5-1 303 16</inkml:trace>
  <inkml:trace contextRef="#ctx0" brushRef="#br0" timeOffset="-76648.19">22318 14327 165 0,'-4'2'209'0,"-2"1"-11"16,6 1 7-16,0-4 14 0,-4 5 15 0,4-5 3 15,10 5-12-15,-4-1-14 0,5-3-24 0,4-1-22 16,4 0-16-16,6 1-16 0,-1-1-25 0,9-1-56 16,1 1-61-16,-1-1-67 0,1 0-71 0,1-4-77 15,-2 0-150-15,-2 3-405 0,0-3 180 0</inkml:trace>
  <inkml:trace contextRef="#ctx0" brushRef="#br0" timeOffset="-75991.96">23131 13797 49 0,'4'-4'331'0,"-4"2"-22"0,0 2-25 16,4-7-16-16,-2 4-20 0,-1 1-17 0,-1 2-22 16,0 0-18-16,7-4-25 0,-7 4-20 0,0 0-10 15,0 0-17-15,0 0-11 0,-14-4-13 0,9 3-5 16,5 1-16-16,-20-2-4 0,7 2-7 0,-1 0-6 0,-2-1-4 16,-3 1-7-16,-1 0-6 0,1 0 1 0,-1 0-5 15,6 0-2-15,0 0-6 0,1 0 2 16,3-1-8-16,-1 1-4 0,4 1-1 0,2 0 0 0,5-1-3 15,-10 0-2-15,10 0-8 0,0 0 2 0,-5 5 1 16,5-5 0-16,0 5-2 0,1 0 1 0,3-1 0 16,0 2-5-16,2 3 0 0,-1 0 1 0,2 1 3 15,3 1-5-15,-5 0 0 0,3 4-1 0,3 1-1 16,-3 0 0-16,-1 4-1 0,1-1 5 0,0 6-8 16,-2-5 6-16,-1 1-5 0,-1 0 6 0,-1 10-2 15,1-5-5-15,-2 1 1 0,0-1 6 0,-2 2-4 16,0-8 2-16,-2 8 4 0,0-7-1 0,4-1-5 15,-4 1 1-15,2 1 10 0,0-3-10 0,-4-1 5 0,10-2 2 16,-4-3-4-16,-2 2 10 0,6-4 6 16,-4 2 7-16,5-3 7 0,-3 0-2 0,7 0-7 15,0 0 8-15,5-2-3 0,5-1-3 0,-1-2 0 0,-1-1-21 16,4-2-19-16,0-2-32 0,1 0-40 0,4 0-58 16,-6-2-69-16,2-3-72 0,-6 0-235 0,1-2-565 15,-1 0 250-15</inkml:trace>
  <inkml:trace contextRef="#ctx0" brushRef="#br0" timeOffset="-75632.6">23268 14067 154 0,'-2'-5'345'15,"2"5"-11"-15,0-8-28 0,2 4-24 0,1 2-27 0,0-1-28 16,2 0-19-16,5 0-25 0,-2 1-20 16,2 0-17-16,2 1-15 0,0 1-15 0,-1 1-7 15,-1 1-14-15,3 2-13 0,-2 2-11 0,-1-3-5 0,0 5-8 16,-1-2-9-16,0 3-6 0,-1 0-9 0,-2 2 5 16,-1-1-8-16,-2 1 0 0,-2 2-4 0,-1-2-4 15,0 3 1-15,0-3-4 0,-1-1-3 0,-1 0 2 16,0-3 1-16,-1-1 3 0,0 2-8 0,0-2 4 15,2-1 3-15,-3 0-5 0,4 1-1 0,0-6 2 16,0 5-5-16,0-3 4 0,4 2 1 0,-4-4 3 16,7 3-5-16,1-2-34 0,3-2-47 0,3 1-56 15,-1-2-72-15,9-4-85 0,0 5-264 0,8-4-586 16,-1-2 259-16</inkml:trace>
  <inkml:trace contextRef="#ctx0" brushRef="#br0" timeOffset="-75288.86">23978 14064 363 0,'0'0'376'0,"0"0"-26"0,7-6-31 15,-3 3-33-15,2 2-18 0,2 0-35 0,-1 0-22 16,2-1-23-16,5 1-12 0,-1-1-25 0,-3-1-17 15,6 4-8-15,-2-1-10 0,2 0-13 0,-2 0-26 16,1 0-39-16,-3 2-43 0,-1-2-53 0,7 1-58 16,-7 0-64-16,-1-2-74 0,-3 1-230 0,0-1-524 15,-7 1 232-15</inkml:trace>
  <inkml:trace contextRef="#ctx0" brushRef="#br0" timeOffset="-75038.87">24347 13856 225 0,'0'0'235'0,"0"0"-25"0,0 0-19 16,0 0-16-16,3 11-4 0,-2-7-14 0,2 5-15 15,-2 1-10-15,1 2-16 0,2 1-9 0,-2-1-7 16,1 6-9-16,1 1-7 0,-1 0-11 0,4 1-5 15,-3 1-6-15,0 5-5 0,-3-5-4 0,6-1-16 16,-3-2-46-16,2 8-72 0,0-9-70 0,-3-1-224 16,0-3-405-16,-2-2 180 0</inkml:trace>
  <inkml:trace contextRef="#ctx0" brushRef="#br0" timeOffset="-74481.66">24520 13870 30 0,'4'-6'341'0,"-3"1"-20"0,2 0-20 16,1 2-26-16,-1-2-25 0,2-1-25 0,2 1-14 15,-3 2-23-15,4-2-18 0,0 1-19 0,1 1-15 16,-4 0-17-16,6 2-10 0,-3-1-8 0,2 0-12 16,-5 1-11-16,6 0-8 0,-4 1-9 0,0 1-7 15,-1-1-9-15,0 1-6 0,2 1-2 0,-3-1-4 16,2 0-6-16,-3 0-2 0,0 2-4 0,2 0-5 0,-1 0 3 15,-1 3-5-15,0-3 0 0,2 3-2 16,-3-1-4-16,1 0 1 0,1 3-1 0,0 0-3 16,-2 0 2-16,1 3-5 0,0 0 4 0,2 7-2 0,-2-7 1 15,1 1-3-15,1 4 3 0,-1 1-5 0,-1-2 3 16,2 4-2-16,-1 0-2 0,0 7 4 0,0-6 3 16,0 0-3-16,-1-1-4 0,0 3 1 0,3 3 2 15,-2-4 1-15,-2-2-3 0,0 0-5 0,-2-1 7 16,3 2-4-16,-1-5 3 0,1 2-2 0,-1-1 0 15,-2-3 0-15,-1-1 6 0,3-2 15 0,0 0-2 16,-3-2 6-16,-1-1 2 0,1 2-1 0,0-5-10 16,1 4 8-16,-1-4-5 0,-1 1 5 0,1-1-8 15,-5 1 0-15,5-1 4 0,-2 0-5 0,-4-2 4 16,2 2 2-16,-3-2-30 0,-2 2-32 0,-1-1-35 16,-4 0-36-16,0-1-46 0,-3 2-62 0,-2-2-77 15,-4-2-208-15,5 2-548 0,-5-2 243 0</inkml:trace>
  <inkml:trace contextRef="#ctx0" brushRef="#br0" timeOffset="-73637.94">25345 13481 340 0,'0'-4'355'0,"2"-2"-14"0,-1 1-15 0,2 2-21 15,-2-5-26-15,1 4-19 0,-2 0-14 0,1-2-19 16,-1 1-23-16,0-1-12 0,0 1-24 0,-1-1-9 15,-1-1-28-15,0 1-12 0,0 1-20 0,-2 0-4 16,-3-2-11-16,3 1-8 0,-4 1-8 0,0-3-11 16,-2 4-6-16,0-1-7 0,-1 2-5 0,1-2-8 15,-2 3 1-15,2 1-4 0,5 1-6 0,-3-2 2 16,2 1-14-16,6 1-2 0,-11 0-2 0,11 0-13 0,-8 3 4 16,8-3 6-16,-1 5 2 0,-1-1-6 15,0 3 2-15,2 0-5 0,0 2 7 0,4 2-7 16,1 2 7-16,-1 3-6 0,2-1 4 0,-1 3-3 0,3 0 2 15,-1 1-2-15,1 7-3 0,2-1 0 0,-1 2 3 16,1 1 1-16,-3-1-12 0,2 3-2 0,-1-2 5 16,-1 1 5-16,2 2-8 0,-2 0 5 0,0-1 0 15,2 5 0-15,-3-3 18 0,2-3-14 0,-2 5-1 16,-1-5-1-16,-1 2 4 0,1-1 2 0,-1 0 7 16,-2-2-6-16,5-1-1 0,-6 0 7 0,2-5 1 15,0-3 0-15,0 0 3 0,1 2 9 0,-1-1 4 16,1-2 9-16,-2-5 6 0,5-1 1 0,-3 2 0 15,0-4 1-15,3 0 1 0,1 1-3 0,8-3 0 16,1 3-2-16,-1-4-3 0,3-1-8 0,0-1-1 16,4 2-5-16,-4-6-32 0,3 1-35 0,1-2-47 15,-4-2-44-15,0 2-56 0,2-3-73 0,2-4-81 0,-4-1-279 16,0 0-678-16,0-3 301 0</inkml:trace>
  <inkml:trace contextRef="#ctx0" brushRef="#br0" timeOffset="-73137.86">25683 13473 160 0,'1'-4'311'0,"-1"0"-14"16,1-1-11-16,-1 5-17 0,5-6-2 0,-4 0-31 0,2 4-16 15,-2-1-14-15,3 1-31 0,1-1-15 0,-5 3-22 16,6-5-19-16,-6 5-8 0,4 0-15 0,-4 0-12 16,0 0-9-16,8 4-8 0,-5-1-8 0,0 0-13 15,-2 2-3-15,-1 2-8 0,4 1 2 0,-4 2-8 16,0 0 0-16,-4 2-3 0,4 0-1 0,-3-3-5 16,2 4 0-16,-2-1 1 0,2-2-8 0,-2 1 1 15,0 2-2-15,2-6 9 0,-2 0-9 0,2-1-2 16,0 0-1-16,-1-1 2 0,2-3-2 0,0-2-1 15,0 10 6-15,2-8 4 0,0 1 1 0,2-1-7 16,5-1 4-16,3 0-1 0,0-1-3 0,4 3 4 16,2-3-8-16,5-3-29 0,0 2-32 0,-2 1-40 15,3-1-49-15,-4 1-55 0,13-1-73 0,-14 1-254 0,-1-1-566 16,2 1 250-16</inkml:trace>
  <inkml:trace contextRef="#ctx0" brushRef="#br0" timeOffset="-72605.08">25772 13974 28 0,'0'0'312'0,"0"-5"-19"16,0 5-31-16,0 0-26 0,0 0-30 0,0 0-24 16,0 0-21-16,0 0-9 0,0 0-20 15,0 0-13-15,0 0-10 0,5 14-15 0,-4-8-6 0,0 1-9 16,2 1-8-16,-3-1-7 0,4 3-6 0,0-1-7 15,1 0-6-15,0 1-3 0,-1 0-1 0,0-1-5 16,0-2-2-16,-1-2-1 0,2 1-4 0,0-1 1 16,1 0 1-16,-1-2-6 0,2-1 2 0,-1 2-4 15,0-1 0-15,1-3 0 0,1-1 2 0,-1-1-2 16,5 0 3-16,-5 0 2 0,0-1 7 0,1-1 3 16,3-1 11-16,-3-1 7 0,-2 1 19 0,-1 0 1 15,3 2 16-15,-4-2 13 0,-1 2 9 0,0-1 14 16,-2-1 2-16,3 2-14 0,-1 1 0 0,-3 2-19 15,4-4-7-15,-4 4-14 0,2-3-14 0,-2 3-14 16,0 0-9-16,0 0 1 0,0 0-4 0,0 0-3 16,2 9-9-16,-2-4 1 0,0 4 0 0,3-2-6 0,-2 3 1 15,0 2-13-15,-1-1-16 0,5 1-22 0,-3-2-22 16,4 1-18-16,-2-1-25 0,0-1-25 0,0 2-33 16,3-1-43-16,-2-3-48 0,1 0-73 0,5-2-302 15,-3-1-671-15,-3-2 297 0</inkml:trace>
  <inkml:trace contextRef="#ctx0" brushRef="#br0" timeOffset="-72058.23">26142 13461 198 0,'-1'-7'359'0,"1"1"-18"0,-3 3-23 16,3 3-13-16,0-9-16 0,0 3-18 0,-1 0-19 16,-2 1-17-16,3 1-16 0,0 4-22 0,0-9-16 15,0 7-18-15,0 2-16 0,0-8-24 0,3 3-12 16,-2 2-12-16,-1 3-9 0,7-5-14 0,-1 3-13 0,-4 0-7 15,5 1-9-15,-7 1-6 0,12-1-9 0,-2 2-6 16,2 0-8-16,-5 1-2 0,3 1-2 16,2 0-2-16,-1 1-3 0,-3 1-1 0,3 0 0 0,-1 0-7 15,0 3 4-15,0 1-5 0,-1-2-1 0,1 3 2 16,-2 0-1-16,1 1 1 0,2 5-5 0,-5-5 2 16,3 6 1-16,1 2-5 0,-1 0 0 0,-1 7-4 15,2 1 8-15,-3-2-8 0,2 1 2 0,-2 1 10 16,2 1-4-16,-2 0-1 0,2 0 11 0,-3 5-13 15,2-4 1-15,-1 2 15 0,1-1-10 0,-2 1-3 16,2-2 1-16,-1 0 3 0,0 0 0 0,-1 1 7 16,0-6 1-16,-1 3-1 0,-1-8 10 0,0-1 3 15,-1-1 11-15,-1-1 5 0,-1-3 4 0,2-3 0 16,-2 0 5-16,3 1 0 0,-4-3 9 0,0-1-1 16,0-3 3-16,0 2 7 0,-3-1 8 0,3-5 3 15,-5 7-4-15,1-5-5 0,-3 2-6 0,-4 0-16 0,0-2-24 16,-1 1-41-16,-2 0-55 0,2-3-52 0,-8 2-74 15,-2 1-63-15,4-1-64 0,3 0-86 16,0-2-225-16,2 1-691 0,1-1 307 0</inkml:trace>
  <inkml:trace contextRef="#ctx0" brushRef="#br0" timeOffset="-71667.62">26939 13818 94 0,'0'0'395'15,"0"0"-14"-15,-2-6-4 0,2 6-16 0,-3-4-2 0,3 4-17 16,-4-3-14-16,4 3-26 0,0 0-27 0,0 0-29 16,0-4-26-16,0 4-21 0,0 0-22 0,0 0-19 15,15-2-19-15,-7 1-27 0,4 0-27 0,2 2-21 16,0 0-27-16,5-1-26 0,0 2-39 0,1-1-23 15,-1 0-17-15,1-1-39 0,-2 0-30 0,-2 0-37 16,-2 1-35-16,-2 0-43 0,-1-1-26 0,0 0-34 16,-3 0-196-16,-1-1-550 0,-7 1 244 0</inkml:trace>
  <inkml:trace contextRef="#ctx0" brushRef="#br0" timeOffset="-71511.38">27028 13927 53 0,'-2'7'194'15,"-1"-1"6"-15,3-1 3 0,0 1 3 0,0-6-1 16,3 5-2-16,2-2-14 0,1 1-18 16,4 0-13-16,2 1-17 0,0-2-15 0,2 0-13 0,5 2-42 15,1-2-64-15,-2 0-66 0,5-2-87 0,-1-1-194 16,-3-1-367-16,0-2 163 0</inkml:trace>
  <inkml:trace contextRef="#ctx0" brushRef="#br0" timeOffset="-70214.55">28003 13679 80 0,'-3'-3'242'0,"3"3"-15"0,-6-4-19 15,6 4-23-15,-6 0-20 0,6 0-18 0,-11 3-9 16,3 1 4-16,1-2-4 0,-1 8-6 0,-3-5-7 16,0 3-6-16,3 2-8 0,-1 1-5 0,-1 2-4 15,2-2-12-15,2 2-12 0,0-1 0 0,3 1-3 16,0 3-8-16,2-3-4 0,2 3-2 0,2-2-6 16,6 1 4-16,1 0-10 0,1-1-3 0,3-1-3 15,1-1-2-15,4-2-4 0,-2-1-3 0,4-3 2 16,0 0-2-16,0 0-7 0,-1-4-1 0,3 0-1 0,-1-2 0 15,-3-2-4-15,2-3-1 0,-5 0 20 16,2-3 1-16,-5 1 5 0,2-4 5 0,-4 3-3 16,3-7-1-16,-8 0 0 0,4 1 2 0,-6-2-5 0,-1 1-1 15,-1 1-2-15,-2-2 0 0,-5-2 7 0,1 6-14 16,-3 0-8-16,3 1 6 0,-6 2-24 0,2 0-1 16,-3 1-28-16,-1 2-20 0,0 1-27 15,-2 2-26-15,-2 3-35 0,-2 2-45 0,-1 4-41 0,-2 0-71 16,3 3-235-16,-1 0-563 0,4 2 249 0</inkml:trace>
  <inkml:trace contextRef="#ctx0" brushRef="#br0" timeOffset="-68240.02">30697 13369 106 0,'2'-8'321'0,"-4"-1"-4"16,2 3-3-16,0-1-2 0,0 1-5 0,0 2 3 15,0-2-21-15,0 6-12 0,0-6-15 0,0 1-25 16,0 5-29-16,0-3-22 0,0 3-24 0,0 0-20 16,0 0-23-16,0 0-10 0,0 0-13 0,-13 7-12 15,8 1-5-15,-1 1-9 0,-4 8-7 0,-3-1-2 16,-1 6-11-16,2 5 5 0,-2 0-11 0,3 0-9 15,-1 1 3-15,6 5-5 0,-3-1-3 0,4 1-2 16,1-2 0-16,3 1 1 0,1 1-3 0,2 0 3 16,6-2-2-16,3-3-4 0,0 0-12 0,7 0 9 0,3-1-13 15,0-3-35-15,2-2-33 0,0-3-54 0,3-1-58 16,-4-3-83-16,5-2-82 0,-7-4-325 16,2-2-717-16,1-4 318 0</inkml:trace>
  <inkml:trace contextRef="#ctx0" brushRef="#br0" timeOffset="-67740.04">31174 13369 233 0,'-2'-6'307'0,"0"-4"-10"0,2 5-11 0,0-1-19 15,-3 0-21-15,3 0-4 0,-2 0-23 0,2 1-19 16,2 0-13-16,-2 1-25 0,0 4-10 0,3-6-30 0,-1 5-4 15,2-2-13-15,3 2-9 0,1 1-16 0,0 1-5 16,3-1-9-16,1 1-11 0,2 1-6 0,-2 0-2 16,-1 2-7-16,2 1-6 0,-1 0-3 0,-3-1-6 15,2 2 0-15,0 1-11 0,-1-1 0 0,-4 3-6 16,2-1-3-16,-2-1-1 0,-5-2-3 0,5 5 1 16,-3-2-2-16,-1 0-2 0,-2 0 3 0,0 2-2 15,-1 0-5-15,0 1 7 0,-4-1-3 0,1 2-2 16,-1-1 3-16,-2-1 3 0,0 1 5 0,0 1-10 15,-2 4 9-15,1-4-8 0,1 0 10 0,-1 2-10 16,-2 1 4-16,2 1-2 0,3-3 0 0,1 0-3 16,0-1 5-16,-1 4-1 0,1-3-6 0,4 1-16 15,0 3-4-15,0-4-22 0,3 0-39 0,0 3-51 0,2 0-72 16,1-4-80-16,1 3-212 0,1-5-541 16,0 2 241-16</inkml:trace>
  <inkml:trace contextRef="#ctx0" brushRef="#br0" timeOffset="-67380.68">31307 13981 8 0,'0'0'383'15,"0"0"-21"-15,0 0-30 0,0 0-31 0,0 0-40 16,0 0-28-16,0 0-23 0,0 0-28 0,0 0-20 16,0 0-16-16,8 0-15 0,-8 0-14 0,0 5-8 15,0-5-8-15,0 7-17 0,0-4-4 0,1 1-9 16,1 0-8-16,-1 3-1 0,0-4-10 0,1 1-2 16,1-1 0-16,1 0-5 0,0 0-2 0,0 1-7 15,0-3-2-15,0 1-4 0,1-1-1 0,1 0-1 16,-6-1 2-16,13-1-7 0,-7 1-2 0,-6 0 0 15,11-4 2-15,-6 2-5 0,3-6 0 0,-4 4 1 16,2-2-3-16,-3-1-3 0,2 1-4 0,-4 0-3 0,2-1-5 16,-3-1-8-16,0 2-18 0,0-1-20 15,0 1-28-15,0 1-32 0,-4 3-34 0,0-5-43 16,0 3-46-16,-2 0-59 0,2 2-200 0,-5-2-529 16,3 1 234-16</inkml:trace>
  <inkml:trace contextRef="#ctx0" brushRef="#br0" timeOffset="-66974.44">31672 13364 178 0,'1'-3'365'0,"-1"3"-19"0,1-6-22 0,-1 6-25 15,4-4-35-15,-4 4-33 0,0 0-25 0,0 0-21 0,0 0-23 16,0 0-16-16,6 13-10 0,-4-7-16 15,2 3-6-15,3 3-11 0,3 4-8 0,-1 4 7 16,2-2-4-16,5 6-8 0,1 1-7 0,2-1-8 0,-3 2-9 16,3 1 1-16,0-1-13 0,-2 1-10 0,-3 0 29 15,2-2-5-15,-2 2-8 0,-4 0-10 0,-2-1-4 16,-2-6-22-16,-4 8-47 0,-2 1-40 0,-4 1-34 16,-8-1-47-16,-3 2-62 0,-4-2-98 0,-6-3-270 15,-6 2-620-15,0-2 275 0</inkml:trace>
  <inkml:trace contextRef="#ctx0" brushRef="#br0" timeOffset="-53331.67">29498 2121 16 0,'3'-14'342'0,"-2"2"-6"0,-2 2-12 0,1 2-19 16,1 2-30-16,-2 2-31 0,1-2-37 0,0 6-21 0,0-4-25 15,0 4-20-15,0 0-12 0,-9 12-16 0,3 0-8 16,-4 6-8-16,2 9-5 0,-7 8-6 15,4-1-5-15,-9 16-9 0,2 0-8 0,-2 3-3 16,2 4-6-16,-2 4-1 0,-1 1 14 0,3-3-16 0,-1 3-2 16,1-1-5-16,2-4 1 0,2 2 5 0,1 0-15 15,2-3-4-15,3 1-2 0,1-5-2 0,1-2-3 16,4-14 6-16,-1 4-8 0,3-7 7 0,-2-2-21 16,4 1-30-16,0 0-16 0,-1-5-25 0,1-9-29 15,3 1-48-15,-1-7-75 0,0 0-68 0,1-3-261 16,2-4-588-16,3-1 260 0</inkml:trace>
  <inkml:trace contextRef="#ctx0" brushRef="#br0" timeOffset="-52222.33">29906 2692 119 0,'0'-8'288'0,"1"-2"-18"16,-2 2-8-16,0-2-4 0,-1 1-16 15,2 4-12-15,-3-4-15 0,2 4-23 0,-2-3-20 16,-1 4-23-16,-4-1-13 0,1 1-20 0,-1 3-9 0,-5 1-10 15,-1 0-11-15,0 4-7 0,-6 1-8 0,0 0-12 16,-1 3-3-16,1 1-7 0,-1 2-11 0,2 1 4 16,0 0-9-16,0-1-7 0,3 0 0 15,1 2-1-15,-1 1-1 0,4-1-2 0,-1 0-3 0,6-3 1 16,0 3-4-16,2-3-1 0,0 2-3 0,3-1 5 16,0-2-5-16,4 0 1 0,-2-3 1 0,3 2 0 15,6 0 2-15,-3 0-2 0,5-3-1 0,2-2 2 16,-2 0-3-16,0-3-6 0,4 0-5 0,0-1 6 15,4-4-7-15,-5 1 1 0,-1-3 1 0,5-3 1 16,-2-2 0-16,0-1 2 0,-2-3-7 0,1-2 1 16,0-5-4-16,-4-1 0 0,1-1-2 0,-3-2 3 15,-3 7 0-15,1-6 12 0,-3 3 0 0,-1 3 9 16,1 1 0-16,-3-2 14 0,-1 2 10 0,0 3 6 16,0-1 3-16,0 5 4 0,0-1 4 0,-5 3 13 15,5 2 11-15,0 1-6 0,0-1-6 0,0 2-10 16,0 1-4-16,-1 1-7 0,1 4-11 0,0-8-6 15,-2 6-16-15,2 2-9 0,3-4-22 0,-3 4-14 16,0 0-17-16,0-4-11 0,0 4 3 0,0 0 8 16,0 0 1-16,0 14 6 0,-1-6 5 0,1 0 2 15,0 3 3-15,1 1 10 0,-4 0-5 0,5 5 6 16,-4 2 0-16,-2 0 0 0,4 8 8 0,0-6 0 16,0-1 0-16,0 2 4 0,0-1 0 0,0-1-1 15,2-1 0-15,-2 0 2 0,4 1-7 0,-3-4 0 0,4-3 4 16,-1 2-3-16,1-2-5 0,4-1-10 15,-1-2-4-15,3 0-7 0,1-3-8 0,2 0-12 16,0-3-8-16,2-3-5 0,0 0-6 0,3-2 6 16,0 0 1-16,0-3 7 0,0-1 8 0,-2 0 3 0,0-5 8 15,-2-1 11-15,0 0-4 0,0-3 5 0,-4 0 5 16,0 0 9-16,-5 3-1 0,0-5 9 0,2 4 19 16,-5-1 8-16,0-1 4 0,-3 4 5 15,0 0 8-15,-2-1-9 0,2 1-4 0,-4 4-2 0,4 1-6 16,-8 0-4-16,3 1-3 0,-2 0 1 0,-3 2-5 15,1 2 0-15,-1 1-3 0,-1 1 0 0,-1 3 1 16,4 1 2-16,-3 3 7 0,3-3-11 16,-1 4 0-16,3-2 3 0,1 4-2 0,1 1 0 0,-2-4 3 15,6 3 0-15,-1 1 8 0,1 0-10 0,1-2 1 16,5 2 4-16,-1 0-20 0,3-3-23 0,-2 2-33 16,4-2-43-16,-1 0-50 0,3-1-59 0,4-2-41 15,-2 0-140-15,-1-3-436 0,7-2 193 0</inkml:trace>
  <inkml:trace contextRef="#ctx0" brushRef="#br0" timeOffset="-51720.93">30465 2628 177 0,'-3'-4'235'15,"2"-1"-4"-15,1 5-24 0,0-5-16 0,0 5-15 16,-4-7-18-16,0 3-19 0,4 4-15 0,-6-3-11 16,-2 1-15-16,3-1-10 0,-2 3-9 0,7 0-9 15,-18 0-5-15,11 1-9 0,-2 1-5 0,2 1-9 16,-4 2-3-16,0 0-4 0,0 2-2 0,-1 0-5 16,4 0-1-16,-2 3-2 0,4-4-9 0,-2 6 3 15,3-5 5-15,3 6-3 0,-1-1-7 0,-1-1 1 16,2 0 2-16,2 0-3 0,0 1 0 0,2-2 1 15,2 1 1-15,1-2-2 0,-2-1 0 0,3 0 0 0,3-2 0 16,1 2-2-16,-1-2 3 0,3-2-5 0,-1 0 1 16,0-4 0-16,1 3 0 0,1-5 0 0,-4 0 0 15,5-1-3-15,-3-1 2 0,4-2-4 0,-7 0 3 16,3 0 2-16,-2-4 6 0,1 1 5 0,-3-1 15 16,-1 1 13-16,1 0 15 0,0 0 24 0,-2 0 7 15,-3 3 19-15,2-4 4 0,0 4-1 0,-1 1 4 16,-1 0-7-16,-2 2-14 0,4-1-3 0,-4 4-32 15,0-4 0-15,0 4-16 0,0 0-10 0,0 0-8 16,0 0-6-16,0 0 0 0,0 0-7 0,0 0-5 16,0 0-7-16,-4 16-27 0,4-11-2 0,0 1-11 15,0 1-10-15,0-1-5 0,0 3-13 0,0 2-11 16,4-4-6-16,-4 1-16 0,4 1-14 0,2 0-30 16,-5-1-28-16,3-1-26 0,5 0-30 0,0-1-48 15,1 3-199-15,-1-5-506 0,3-1 224 0</inkml:trace>
  <inkml:trace contextRef="#ctx0" brushRef="#br0" timeOffset="-51361.57">30827 2652 205 0,'-2'-5'276'0,"1"0"3"0,-2-3-14 15,0 5-7-15,2-2-13 0,-2 4-22 0,-2-5-18 16,5 6-21-16,-5-3-24 0,5 3-16 0,-6-2-16 0,6 2-16 15,-4-1-15-15,4 1-6 0,0 0-14 16,-11 7-8-16,6-3-10 0,-1-2 5 0,4 3-14 16,0 1-4-16,0 3-4 0,2-3-5 0,0 2-6 15,0-1-1-15,2 5 6 0,-2-2-8 0,4 2-5 0,3 1-1 16,-2-2 0-16,4 1-1 0,-1 2-3 0,-1-3-1 16,1 0-5-16,-3-3-1 0,2 3-3 15,-3 0 1-15,-1-5-1 0,2 0-2 0,-3 1-4 16,2-3-2-16,-3 3-4 0,0-3 1 0,-1-1 4 0,0-3 1 15,-6 6 3-15,-1-6 0 0,1 4-8 0,-2-3 6 16,-2 0 9-16,0-1-11 0,-4 1 1 0,2-1-11 16,3-1-19-16,-2 0-22 0,1 1-24 15,10 0-24-15,-14-1-27 0,10 1-24 0,4 0-55 0,-5-4-39 16,5 4-201-16,0 0-480 0,0 0 212 0</inkml:trace>
  <inkml:trace contextRef="#ctx0" brushRef="#br0" timeOffset="-51142.83">31029 2688 30 0,'-6'5'164'0,"2"-1"-17"0,2-2-13 0,-1 2-10 15,2 0-14-15,-2 1-11 0,2 3-8 0,-2-2-3 16,3 2-10-16,0 1-6 0,-1-1-7 0,-1 2-6 15,2 0 2-15,0 0-11 0,0 1 2 0,0 1-6 16,2-2-2-16,-2 1-10 0,0-1-39 0,1-2-55 16,-1-1-63-16,0-1-104 0,0 0-246 0,4-1 110 15</inkml:trace>
  <inkml:trace contextRef="#ctx0" brushRef="#br0" timeOffset="-50601.26">31206 2792 54 0,'-8'12'98'0,"5"-9"-3"15,1 2-1-15,3 4-4 0,-4-4-8 0,3 7 4 16,0-4-18-16,0 0-16 0,2 4 11 0,-2-3-6 16,2 2-7-16,0-3-2 0,3 1 0 0,-5-2-4 15,4-1-15-15,0-1 13 0,-2 0 0 0,0 0 1 16,2-2 21-16,-1-1 26 0,-3-2-3 0,0 0-1 15,0 0-8-15,0 0-6 0,8-7-5 0,-8 1-8 16,2-1 3-16,0-1-1 0,0-1 4 0,-1-2-1 16,-1 0-4-16,0 0-4 0,0-2-4 0,3 1 6 15,-2 1-2-15,2 1-5 16,-1-1 3-16,1 0-4 0,-3 4-2 16,4-1 1-16,1 1-7 0,-3 1-6 0,2 2-2 15,1-1-7-15,0 2-5 0,0 1-4 0,1 2-4 0,-6 0-5 0,13 2-1 16,-6 2-2-16,4 0-3 0,-4 1-3 0,1 3 0 15,1 2-3-15,-2-1-3 0,2 3 0 0,-1-1-6 16,-2 1 1-16,1-1-2 0,3 3 5 0,-3-2-3 16,-1 0 5-16,-2-2-6 0,2 0 4 0,-3-4-3 15,-1 1 5-15,2-2-1 0,-1-2 3 0,-1 2 7 16,0-2 14-16,-2-3 8 0,3 3 0 0,-3-3 10 16,0 0 6-16,0 0 13 0,0 0 15 0,8-13 14 15,-7 8 15-15,1-3 0 0,0 2-1 0,1-6 3 0,3 3-3 16,-3 0-2-16,1-1 4 0,4 1-6 15,-6-1-4-15,7 1-15 0,-3 1 8 0,0 3-6 16,-2-1-11-16,3 1 5 0,-3 0-14 0,-2 3-11 16,3 0-5-16,1-3-9 0,-3 3-10 0,-3 2-9 0,0 0-6 15,0 0-7-15,12 3-16 0,-12-3-17 0,7 7-8 16,-4-2-17-16,-2 0-19 0,3 2-10 16,-2-2-17-16,1 3-12 0,-1-1-20 0,1 4-32 15,-3-5-52-15,1-1-37 0,0 1-43 0,-1 0-172 0,3-2-513 16,-3-2 226-16</inkml:trace>
  <inkml:trace contextRef="#ctx0" brushRef="#br0" timeOffset="-50335.65">30870 2332 113 0,'-8'-5'288'16,"0"1"-17"-16,2 2-8 0,0-2-11 0,0 1-9 15,6 3-18-15,-5-4-17 0,2 2-24 0,3 2-12 16,-7-2-21-16,7 2-15 0,-3-1-7 0,3 1-23 16,0 0-5-16,0 0-15 0,0 0-10 0,-4-2-11 15,4 2-22-15,0 0-22 0,0 0-26 0,0 0-39 16,0 0-54-16,0 0-55 0,0 0-77 0,0 0-205 15,0 0-469-15,0 0 208 0</inkml:trace>
  <inkml:trace contextRef="#ctx0" brushRef="#br0" timeOffset="-49710.67">30508 3264 84 0,'0'-6'301'16,"0"6"-34"-16,0 0-33 0,0 0-27 0,0 0-26 16,0 0-19-16,0 0-16 0,0 0-14 0,0 0-13 15,-5 19-12-15,2-11-12 0,3 3-8 0,-1 0-8 16,-4 1-9-16,0 5-7 0,3-6-6 0,0 3-2 15,-2-1-5-15,1 4-4 0,-2-4-4 0,3-1-5 16,-1-1-3-16,1-1-3 0,1-3-4 0,-2 0-1 16,1-2 0-16,0 1 0 0,4-1 3 0,-4-3 3 15,2-2 38-15,0 5 26 0,0-5-11 0,0 0-8 16,0 0-8-16,18-5-10 0,-9 3-6 0,0-5-5 16,3 1-6-16,-3 3-1 0,5-2-8 0,-1-2-3 15,-2 2-1-15,4 2-8 0,-4-1 6 0,8 0-9 16,-8 1-6-16,0 5-3 0,-2-2-3 0,1 4-2 15,-2-2-1-15,1 4-2 0,-2-1-4 0,-1 3 1 0,-1-1-1 16,2 2 4-16,-4 2-5 0,-2 1-2 16,1-1-3-16,-4 1 4 0,0 1-2 0,0-2 5 15,0-1-6-15,-5 2 6 0,1-2-2 0,-3-2 0 16,-1 1 0-16,1-4 1 0,-6 1-7 0,2-2-10 0,-5-1-7 16,-2-1-14-16,1-3-21 0,-1 0-28 0,1-5-29 15,-1 1-44-15,2-2-50 0,0-1-41 0,4-2-184 16,2 2-473-16,5 0 211 0</inkml:trace>
  <inkml:trace contextRef="#ctx0" brushRef="#br0" timeOffset="-48741.95">30731 3442 47 0,'0'4'144'0,"-1"1"0"0,-2-1 13 0,3 1-21 15,0 2-12-15,0-2-10 0,0-1-8 0,0 3-13 16,0 0 0-16,3 0 7 0,-2-1 2 0,2-2 0 16,-1 1-8-16,2-2-4 0,1 1-4 0,2 0-5 15,1-2-8-15,-2 0-8 0,0-2-6 0,5 0-8 16,-5 0-4-16,2 0-2 0,-3-3-8 0,5 1-8 16,-4-4-17-16,4-1-13 0,-3 1-6 0,-2-3-7 15,1 2-2-15,-2-4-6 0,-1 3 1 0,-2-3 0 16,-2 1 3-16,-1 1-2 0,-2 0 4 0,-3 2 0 15,-1-1 0-15,1 2 2 0,-4 1 1 0,-1-2-1 16,-1 3 7-16,-1 0-3 0,3 2 0 0,-1 1 2 16,3 1-6-16,0 1-20 0,2-1-15 0,-1 2-3 15,4 0-1-15,4-2-1 0,0 3-11 0,0-3-4 0,7 7 8 16,1-4-16-16,-2-1 10 0,7 1-8 16,2 0 5-16,4 0 0 0,0-2 1 0,0 0 7 15,4 2 9-15,-5-3 5 0,2 0 5 0,-4 0 17 16,-2-1 15-16,1-1 10 0,0 0 24 0,-4 1 22 0,0 1 25 15,-3-2 26-15,0 2 17 0,-3-2 17 0,0 1-4 16,-5 1-7-16,9 0-7 0,-9 0-17 16,6-2-15-16,-6 2-15 0,0 0-4 0,0 0-6 15,0 0-8-15,0 0-5 0,1 7-7 0,-2-4-3 0,1-3-3 16,-6 10-7-16,6-4 0 0,-5 0-4 0,2 3 2 16,3-1-4-16,0 2-5 0,-1-1 3 0,1 2 0 15,0-2 0-15,0 2-2 0,0-4-10 16,1 0 1-16,2 1 1 0,-3-1 0 0,2 0 3 0,3-2 5 15,0 0 0-15,-2-1 11 0,1-2 8 0,0 1-2 16,4-2-4-16,-8-1 5 0,15-3-4 0,-8 1-7 16,3-2 1-16,0-2 0 0,0 1-5 0,-2-2 0 15,4-3-2-15,-2 1 0 0,-2 1 2 0,3-1 13 16,-3-2 14-16,-1 2 14 0,1 1 12 0,-1 1 6 16,-3 2 16-16,1 2 4 0,2-1 1 0,-3 0-6 15,-2 1-11-15,-1 0-15 0,-1 3-14 0,2-5-20 16,-2 5-26-16,0 0-15 0,0 0 2 0,0 0 0 15,0 0-3-15,0 0 6 0,-3 13 0 0,1-7 2 16,2 2-1-16,0-1-1 0,0-1 3 0,0 5 1 16,0-1 1-16,0 0-2 0,0-2 1 0,2 0-3 15,1-1-2-15,-1 1-1 0,-1-3-3 0,3 0 1 16,-1 0-2-16,-1-2 7 0,2 2-4 0,1-2 1 16,-1-1 0-16,0 0-6 0,4-1-9 0,-8-1 0 15,11-4 0-15,-5 2-1 0,-1-1 3 0,3-1 2 16,1-1 0-16,-3 1 3 0,1-1 2 0,1 0 4 15,0 1 3-15,-2-2 3 0,-1 2 12 0,1 0 4 16,-1 0 7-16,-1 1-1 0,-1 0-3 0,0 0-3 16,-3 3 6-16,4-3-14 0,-4 3-4 0,3-4-4 0,-3 4-7 15,0 0-6-15,4-5-2 0,-4 5-4 0,0 0 3 16,0 0 6-16,0 0 2 0,0 0 1 16,0 0 3-16,0 0-1 0,0 0-1 0,0 0 5 15,2 11 2-15,-2-11-1 0,0 0 4 0,7 1 5 0,-7-1 8 16,0 0 3-16,0 0 9 0,8 1 3 0,-8-1 0 15,9-3-4-15,-9 3 0 0,8-3-5 0,0 1 5 16,-3 1-9-16,3-3-2 0,-1 3-4 16,5 1-3-16,-6-2-8 0,3 2-22 0,6 0-20 0,-7 0-9 15,4-1-26-15,1 3-27 0,1-1-19 0,0 4-25 16,7-4-15-16,-6 5-15 0,1-2-7 0,-4-1-1 16,5 2 1-16,-4 0-114 0,0 0-325 0,1 0 145 15</inkml:trace>
  <inkml:trace contextRef="#ctx0" brushRef="#br0" timeOffset="-47542.89">31716 3557 290 0,'8'1'11'0,"-8"-1"31"0,11-2 32 0,-5 2 55 16,-1-3 24-16,-1 1 20 0,-4 2 8 0,7-4-7 16,-7 2-2-16,0 2-4 0,3-6-13 0,-3 1-13 15,0 5-13-15,-6-7-16 0,1 3-15 0,-3 1-8 16,1 0-10-16,-5 2-12 0,2-1-7 0,-2 2-4 16,-2 2-7-16,0 2-8 0,1-2-3 0,2 3-3 15,-4 1-7-15,4 0-1 0,-2 2-2 0,-2 1-4 0,7 0-5 16,-2-1 2-16,3 1-2 0,-1 0-2 0,1 1-1 15,1 0-2-15,4-4 0 16,2 4 0-16,-4-5-2 0,8 1 0 16,-2 2 2-16,3-6 1 0,0 2-6 0,2-2-5 0,2 0-5 15,3-4 0-15,-1 0-1 0,1-2-2 0,3 2 2 16,-2-8-2-16,2 1-1 0,0-3 2 0,0-2-3 16,-1-1-3-16,1 0-2 0,-2-6 2 0,-2 1-3 15,3-7 4-15,-2 0 1 0,-5 7 15 0,-3 1 23 16,0 0 25-16,0 2 22 0,-2 4 23 0,0 0-1 15,0 2 18-15,-1 1-4 0,-1 1-2 0,0 1-6 16,0 1-14-16,0 2-17 0,0-1-7 0,1 0-14 16,-1 6-8-16,-1-5-6 0,1 5-8 0,0 0-28 15,0-4-21-15,0 4-5 0,0 0-4 0,0 0 2 16,0 0-5-16,-5 10 0 0,3-4-1 0,1 2 5 16,-2 2-1-16,0-1-3 0,3 5-3 0,0 0-4 15,-1 3-3-15,1 1-6 0,0-5-8 0,1 8-10 16,-1-2-13-16,3 0-17 0,0 2-19 0,0-4-20 0,3 1-27 15,-3-6-10-15,3 1-21 0,3-2-10 16,-1-1 4-16,0-1 15 0,4 0-6 0,-1-1 15 16,3-2 13-16,1-2 20 0,-4-2 21 0,4-1 37 15,-3 0 23-15,4-3 35 0,-3 0 18 0,-4-2 31 0,6 0 25 16,-5-3 20-16,0-1 30 0,-1-1 16 0,-1 2 21 16,-3-3 10-16,1 0 18 0,-1 0 3 0,-4 0-5 15,-1-2-14-15,3 3 6 0,-6-2-25 16,2 5-15-16,-2-3-22 0,-3 1-4 0,-4-2-11 0,6 6-8 15,-6 0-12-15,3 1-7 0,-2 0-4 0,1 3-10 16,-3 0-12-16,6 3-12 0,-5 0-11 0,3 3 0 16,-3 2-6-16,6-3-3 0,-1 6-1 0,-1-2-5 15,3 3-6-15,1-1-13 0,2 1-5 0,0-1-7 16,2 1-7-16,1-1-7 0,1-1-9 0,-2-3 3 16,3 0-3-16,1-2-2 0,1 0 6 0,1-1 1 15,-1-1 5-15,0-3 10 0,2-1-3 0,-2 1 17 16,-1-4 1-16,2 1 6 0,1-2 11 0,1-3 1 15,-3 0 13-15,1 1 20 0,-2-3 9 0,3 2 4 16,-5 1 15-16,1-2-3 0,1 0-1 0,-1 3 2 16,-2-1-5-16,0 2-1 0,-1 1-8 0,0 0-6 15,-1-1-3-15,0 3-14 0,-1 2-22 0,0 0-20 16,0 0-6-16,0 0 5 0,0 0-7 0,0 0-8 16,0 0-9-16,0 0-15 0,6 7-18 0,-6-7-14 15,5 8-3-15,-5-3-2 0,6-1-11 0,-2 0 7 16,1 1 1-16,-1 2 6 0,2-2 8 0,2 0 10 15,-1 0 11-15,2 0 12 0,-3 0 1 0,7-1 7 16,-5 0 20-16,3 0 13 0,1-2 10 0,-2 2 10 16,1-3 25-16,-5 2 10 0,4-2 10 0,-2 0 0 15,-1 2 0-15,1-2 0 0,0 1 0 0,-1-1-3 16,0 0-2-16,-1 1-5 0,0-1 2 0,-2 0-8 16,-4-1 0-16,7 1-2 0,-7-1-1 0,0 0-15 15,4 2 5-15,-1 0 2 0,-3-2 7 0,0 0-12 16,0 0 5-16,0 0-4 0,-8 7 4 0,8-7 0 15,-10 2-2-15,10-2-3 0,-8 2 2 0,8-2 1 0,-8 1-9 16,5 0 9-16,3-1-9 0,0 0 10 16,0 0-3-16,0 0 16 0,-7 3 4 0,7-3 1 15,0 0 0-15,0 0-8 0,0 0-9 0,0 0-8 16,20-4 2-16,-5 3-20 0,-6 2-6 0,3-2-14 0,3 1-9 16,3-5 7-16,1 3-4 0,0-1 5 0,1 2 9 15,1-1-4-15,-4-3 3 0,-3 3 14 16,1 0 19-16,-1-1 26 0,-2 0 18 0,-3 1 31 15,-2 1 19-15,0-2 19 0,2 1 9 0,-2 2 11 0,-7 0 0 16,6-4 8-16,-3 3 0 0,-3 1-27 0,0 0-14 16,6-2-10-16,-6 2-20 0,0 0-15 0,0 0-17 15,0 0-4-15,0 0-2 0,0 8-6 0,0-8-5 16,-5 7-4-16,1 0 0 0,1 1-8 0,0 3 3 16,-1 1-3-16,-4 6-7 0,1-1 2 0,2 4 3 15,-1 6-3-15,2-1-1 0,-5 0 1 0,-1 2 0 16,6 3 1-16,-1-3-1 0,-1-1 2 0,1 1-4 15,2 2-3-15,-2-4 3 0,2-4 1 0,0-2 0 16,-1 0 0-16,1-1-13 0,3-2-29 0,-1-3-43 16,-2-2-55-16,3-3-75 0,-1-2-260 0,1 0-507 15,-1-4 225-15</inkml:trace>
  <inkml:trace contextRef="#ctx0" brushRef="#br0" timeOffset="-162137.41">10803 15810 33 0,'0'0'252'16,"-3"-5"-13"-16,0 3-19 0,3 2-8 0,0 0-8 0,-2-6-9 16,2 6-11-16,-3-4-11 0,3 4-13 0,0-5-17 15,0 5-12-15,0 0-5 0,4-6-11 0,-4 6-11 16,4-3-11-16,-4 3-12 0,6-5-7 0,-5 2-6 16,3 1-9-16,-4 2-6 0,4-3-7 0,-4 3-4 15,7-3-2-15,-2 2-2 0,-5 1-8 0,10 0-7 16,-10 0 2-16,12 1-2 0,-2 0-1 0,-5 2-5 15,3-1 1-15,-1 0-3 0,3 1-2 0,-1-2-4 16,-2 0-1-16,0 1-5 0,-2-2 0 0,6 1-2 16,-4-2 0-16,1 3 0 0,0-2 0 0,-1 0-1 15,1-1 4-15,-2-2-6 0,-2-2 4 16,1 5 1-16,3-4 0 0,-4 0 1 0,1-1 3 16,-3-1-6-16,1 2 4 0,1-1-1 0,-2-3 5 0,1 5 7 15,-1-5 5-15,-1 3 4 0,0-2 4 0,2 1 7 16,-3 2 0-16,3-1 4 0,-3-1 0 0,1 0-1 15,1 2 9-15,-1 2-12 0,-1 2-7 0,1-5-6 0,-1 5-4 16,5-4 1-16,-5 4-3 0,10 1 0 0,-10-1 7 16,10 7 2-16,-6-4-3 0,3 2 6 0,1 3 11 15,0 2-5-15,0 3 5 0,-1 4-1 0,8 9-4 16,-5-1 3-16,-1 5-3 0,3 0 3 0,1 1 1 0,-8 4 0 16,6-1-9-16,-3 2-3 0,0 1-7 0,-1 0 3 15,1 2-10-15,0-1 7 0,-5 1 0 0,7 8-4 0,-8-12 2 31,4 0-3-31,-4-3 7 0,2 2 28 0,-1-2 12 16,-3-4-5-16,3 0-4 0,-6-6 0 0,-1-3 10 16,-1 0 5-16,-3-2 2 0,-2-2 31 0,2-1 6 15,-4-4 6-15,1 0 3 0,-3-3-1 0,-5 0-5 0,-4-3-7 16,0-6-7-16,-7-5-9 0,1-1-2 0,-2-6 3 16,4-2-18-16,0-1-7 0,2-7-5 0,4-1-7 0,1-6-4 15,3-5-11-15,3-13-19 0,9 11-27 0,-1-14-30 16,8-3-25-16,4 4-19 0,1 2-25 0,8 0-24 15,0 2-23-15,-3 13-31 0,6 1-35 0,-6-1-34 0,3 3-35 16,0 0-50-16,0 3-45 0,0 2-313 0,-8 9-757 16,2-10 335-16</inkml:trace>
  <inkml:trace contextRef="#ctx0" brushRef="#br0" timeOffset="-161568.63">10891 15410 229 0,'0'-4'280'0,"2"2"-20"0,-2 2-20 0,0-8-17 16,0 8-22-16,0 0-22 0,0 0-19 0,0 0-16 15,0 0-13-15,0 0-4 0,0 0-1 0,0 0-11 16,-3 18-14-16,3-9-5 0,-5 0-14 0,3 2-6 16,1-1-5-1,-2-1-11-15,2 1-3 0,-2 0-3 0,2-3-9 0,-1 0-7 16,0-1 2-16,0-1-6 0,2-1 11 0,-4 0 30 16,4-4 26-16,-4 4 2 0,4-4-13 0,0 0-8 15,0 0-12-15,-5-12-6 0,5 6-7 0,2-5-5 16,-2 1 1-16,2-1-9 0,-1 0-3 0,3-3-8 0,-3 2-3 15,4-1 0-15,-1 0-5 0,0 2-2 0,0 2 8 16,-1-3 9-16,3 3-15 0,-3 3-1 0,0 1-8 16,0-1 0-16,2 3-11 0,-1 0-2 0,3 3 13 15,-7 0-15-15,12 4 4 0,-4-2-6 0,2 4-6 0,1 1-22 16,-2 3-24-16,5-2-32 0,-1 5-32 0,1 4-47 31,1-2-53-31,-3 1-47 0,7-2-40 0,-6 1-218 16,0 0-565-16,2 1 250 0</inkml:trace>
  <inkml:trace contextRef="#ctx0" brushRef="#br0" timeOffset="-161249.85">11584 15681 47 0,'4'2'289'0,"1"-1"-12"0,3 0-13 0,-8-1-24 16,11 4-5-16,-4-4-13 0,4 2-25 16,-3-2-12-16,6-3-21 0,1 3-18 0,2 0-14 15,5-3-12 1,-2 1-11-16,1-1-18 0,-2-1-28 0,3 2-28 15,0-2-23-15,-3 0-19 0,2 0-24 0,-7 3-26 0,-1 0-30 16,0 1-26-16,-2 0-21 0,1 0-24 0,-5 1-16 16,-2 0-3-16,1 0-8 0,-4 3-100 0,2-1-307 15,-4 2 136-15</inkml:trace>
  <inkml:trace contextRef="#ctx0" brushRef="#br0" timeOffset="-161100.37">11868 15735 98 0,'-15'10'43'0,"4"-3"20"0,-2 1 27 0,0-2 28 15,1-1 28-15,1 0 21 0,-4 0 19 0,6-1 13 16,2 0 8-16,-1-1 7 0,1-1 6 0,3-1-4 15,-3 1-5-15,4 0-5 0,3-2-20 0,0 0-12 16,0 0-18-16,0 0-15 0,0 0-12 0,0 0-14 0,14-8-16 0,-2 3-17 16,-1 4-36-16,5-2-35 0,-2 0-40 0,5 0-50 15,-4 2-54-15,4-3-69 0,1 0-74 0,-2 3-192 16,4 2-506 0,-3-1 224-16</inkml:trace>
  <inkml:trace contextRef="#ctx0" brushRef="#br0" timeOffset="-160063.3">12186 15560 56 0,'0'-5'228'0,"1"1"-23"0,2 1-23 16,0-1-16-16,-3 4-15 0,11-2-13 0,-7 2-11 0,-4 0-6 15,16 6-3-15,-6-3-9 0,-1 2-12 16,1 4-3-16,-2-1-11 0,-1 3-9 0,2 1-5 0,-1 2-4 16,2 1-11-16,-1 0-3 0,-2-3-4 0,-3 1-5 0,2 0-6 15,-2 0-6-15,0-1-2 0,-1-1-1 0,-2 1-4 16,2-5-2-16,-2 2 1 0,0-3 4 0,-1-2 21 15,0-1 18-15,0 2 5 0,0-5-4 0,0 0-8 0,0 0-2 16,0 0-9-16,-9-10-4 0,9 2-4 0,0-2-5 16,0-2-6-16,0-1 3 0,0 0-3 0,3 0-5 15,1 0 2-15,-3-3-3 0,3 4 4 0,-1 1 2 16,2 1-4-16,-2-2 1 0,1 2 0 0,-1 4 8 16,1-2-16-1,1 2-6-15,1 1 0 0,-2 0-1 0,4 4-1 0,-4 0-2 16,-4 1-2-16,15 2 0 0,-8 3-2 0,-1 0 1 15,0 1 2-15,2 3 1 0,-4 2-4 0,2 0-1 16,1 4 3-16,-2-5-3 0,0 3 1 0,1-3-3 0,-2 1 6 16,-3-1-4-16,2 0-1 0,3-1 0 0,-5-4-5 15,2 4 8-15,-2-4-6 0,2 1 5 0,-1-4 4 16,2-1-3-16,-4-1 1 0,9 0 0 0,-9 0-3 0,7-9 4 16,-2 3 13-16,3-5 11 0,-1 1 6 0,1 0 4 15,3-4 8-15,0 1 8 0,-3 1 5 0,4-1 10 16,-2-1-16-16,1 0-1 0,2 1 6 0,-6 2-1 0,1 1-4 31,-2 0 3-31,3 2-14 0,-3 2 1 0,-2 1-9 16,1 1-5-16,-1 1-7 0,-1 2 3 0,3 0-5 15,-6 1-7-15,10 6 4 0,-6-1-2 0,2 3-17 0,-2 0-9 16,2 2-27-16,0 1-2 0,-2 1-13 0,0-1-10 16,3 2-16-16,-1 3-17 0,-2-5-16 0,2 1-21 0,1-2-18 15,-1 1-31-15,1-2-34 0,3 2-39 0,-2-3-258 16,1 0-553-16,0-3 245 0</inkml:trace>
  <inkml:trace contextRef="#ctx0" brushRef="#br0" timeOffset="-159680.92">13219 15478 90 0,'-2'-5'274'0,"2"5"-19"0,0 0-24 0,-2-4-25 15,2 4-15-15,0 0 0 0,0 0-14 0,-9 14-16 16,6-8-12-16,-2 3-11 0,1-1-3 0,0 4-19 16,0 2-12-16,-2-4-11 0,1 7-8 0,1-4-9 0,-3 4-6 15,-1 0-8-15,1-1-3 0,4-3-5 0,-1 0-14 0,0-1-17 16,-4-1-21-16,1 1-17 0,3-1-24 0,-1-2-18 16,1-1-31-16,2-3-23 0,0-1-25 0,-1-2-37 15,3-2-36-15,0 0-150 0,0 0-390 0,0 0 173 0</inkml:trace>
  <inkml:trace contextRef="#ctx0" brushRef="#br0" timeOffset="-159511.39">13058 15554 224 0,'0'-5'241'0,"0"2"0"0,0 3-10 16,0-5-22-16,0 5-21 0,0 0-11 0,0 0 4 16,0 0-1-16,0 0-14 0,16 7-20 0,-12-3-11 15,6 3-18-15,-3 0-9 0,4 2-13 0,2 4-9 16,5 0-1-16,-6 0-29 15,3-1-31-15,6 1-38 0,-4 1-38 0,0 0-51 0,-1-3-47 16,2 0-47-16,-1 1-201 0,0-2-430 0,2-1 191 16</inkml:trace>
  <inkml:trace contextRef="#ctx0" brushRef="#br0" timeOffset="-159226.97">13591 15615 110 0,'0'0'336'0,"0"0"-22"0,2-4-27 15,-2 4-28-15,1-4-22 0,-1 4-22 0,5-4-17 16,-1 3-24-16,5-1-15 0,0-1-21 0,3-2-13 15,2 4-12-15,4-1-14 0,1 0-8 0,4-1-10 16,7 2-16-16,-6 1-30 0,5-3-25 0,-5 1-31 0,-3 1-29 16,3 2-23-16,-1-1-42 0,-4 2-45 0,3-2-30 0,-2 0-35 15,-6-2-144-15,-2 4-400 0,-4-2 177 0</inkml:trace>
  <inkml:trace contextRef="#ctx0" brushRef="#br0" timeOffset="-159025.41">13768 15469 249 0,'-1'-5'251'0,"2"0"-8"0,-1 1-13 0,0 4-19 16,3-8-16-16,0 5-13 0,-3 3-12 0,5 0-8 16,-5 0-7-16,11 7-16 0,-6-2-10 0,1 0-5 15,2 6-19-15,-3 0-12 0,3 4-7 0,2 1-7 16,-4 2-8-16,1 6-9 0,0-3-28 0,0-1-31 0,-3 7-35 15,3 1-46-15,-2-7-48 0,1-1-51 0,-2-1-53 0,3 1-159 16,-4-6-420-16,2 0 186 0</inkml:trace>
  <inkml:trace contextRef="#ctx0" brushRef="#br0" timeOffset="-158641.3">14434 15567 220 0,'6'-3'323'0,"-3"-1"-18"16,-3 4-8-16,5-3-7 0,-5 3-8 0,0-3 0 15,0 3-3-15,0 0-14 0,0-5-24 0,0 5-13 16,-9-1-15-16,9 1-3 0,-15 1-6 0,2 1-3 0,4 1-4 16,-5 2-9-16,-1 1 2 0,-1 1 0 0,1 4-2 31,-3-2-7-31,3 5-8 0,-2-1-12 0,3 1-13 0,1 1-12 16,2 0-12-16,4-3-12 0,-1 6-12 0,8 0-8 15,-2-5-8-15,7 5-8 0,-2-8-8 0,4 2-6 16,3 2-6-16,5-1-8 0,0-4-2 0,5 0-8 0,2-3-20 15,12-4-49-15,-2 1-56 0,-2-2-64 0,7-1-71 16,-3-4-59-16,-4 3-62 0,-3-3-87 0,-6 3-399 16,-8-1-898-16,-2-2 398 0</inkml:trace>
  <inkml:trace contextRef="#ctx0" brushRef="#br0" timeOffset="-155749.21">12655 16588 60 0,'2'-4'291'0,"-2"-4"-16"0,1 3-13 0,-2-1-13 16,1 2-8-16,0-1-20 0,0 1-13 0,0 4-17 0,0-5-27 15,0 5-15-15,0 0-16 0,0 0-13 0,0 0-15 16,0 0-7-16,4 14-11 0,-3-4-7 16,-1 3-7-16,3-2-8 0,-3 4-23 0,0 0 0 15,1 6-8-15,2-1 5 0,-1-1-6 0,-1-1-6 0,4 2-4 16,-2-2-1-16,-2-2-6 0,3-2 1 0,2 3 1 15,-2-6-5-15,0 2 0 0,0-3-3 0,3-1 0 16,-2-1 9-16,-2-2-7 0,3 1-6 16,-1-4 2-16,4 0-3 0,-2-3 1 0,0 0-1 0,4-1 0 0,2-2 3 0,-3-3-1 15,3 1-3-15,-3-1 1 0,1 0-1 0,1-1 1 16,-1 0-2-16,-1-2-2 0,-1 3 3 0,2-2-6 16,-1 2 4-16,-1-2 2 0,-4 1-1 0,1 5 1 15,2-1-6-15,-4 1 2 0,6 0 0 0,-5-2-2 16,5 4 1-16,-5 2-1 0,3 0 1 0,2 1 2 0,1 0 0 15,-2-1-1-15,1 6-1 0,-5-4 12 0,8 1-11 16,-3-3-1-16,-1 4 2 0,-3-1-4 0,2-3 3 0,-1 1-2 31,0-1 2-31,-1 0 5 0,-1-2-2 0,-5 0 0 16,13-3 11-16,-7-1 19 0,-2 1 21 0,0-4 6 16,-2-1 15-16,-1-3-8 0,0 0 3 0,-1-3-7 0,0-3-2 15,-2-1-1-15,-1 0-9 0,-1 0-2 0,-3 0-8 16,3 0-3-16,-2-1-3 0,-2 3-12 0,3 2 9 15,-1 2-11-15,2 1-17 0,0 0-11 0,1 3-46 0,-2 3-36 16,2-1-47-16,1 2-27 0,-1 2-20 0,3 2-28 16,0 0-41-16,0 0-47 0,0 0-205 0,-1 17-544 15,2-11 242-15</inkml:trace>
  <inkml:trace contextRef="#ctx0" brushRef="#br0" timeOffset="-155413.57">13310 16635 70 0,'0'0'211'0,"0"0"-11"0,0 0 4 0,0 0-1 15,0 0 1-15,0 0-15 0,0 0-6 0,-3 13-18 16,3-13-10-16,1 9-14 0,1-4-12 0,1 0-7 15,-3-1-9-15,5 0-15 0,-5 0-3 0,5 1-12 16,1-1-6-16,-1-2-3 0,1 2-8 0,1-3-9 0,3 1-2 0,-3 1-7 16,1-2-6-16,-2-1 0 0,3 0-7 0,-9 0 8 15,11-3 1-15,-7 0 7 0,0 0 5 0,-1 1-5 16,4-1-3-16,-6-1 5 0,-1-3-8 0,0 2-5 16,0 5-7-16,-8-7-6 0,4 3-8 0,1 0-17 0,-4-1-24 15,-1 0-27-15,-1 2-30 0,-1 1-39 0,1-1-39 16,9 3-66-16,-19 0-265 0,9 1-528 0,3 2 234 31</inkml:trace>
  <inkml:trace contextRef="#ctx0" brushRef="#br0" timeOffset="-154796.89">13814 16611 117 0,'-5'-4'220'0,"-2"-2"-3"0,0-2-11 0,-2 4-3 15,1 1-7-15,2-2-10 0,-3 0-8 0,2 2-9 16,-1 1-10-16,-2 1-13 0,5 0-14 0,-5 1-9 15,4-1-13-15,-7 3-7 0,8-1-12 0,-6 5-10 0,4-1-5 16,-3 1-8-16,5 0-6 0,-1 2-7 0,0-2-4 0,-1 5-7 16,3-2-2-1,1-1-3-15,3 3-5 0,0-2-3 0,3-1-4 16,1-1 0-16,4 2-2 0,3-1-3 0,5 2-3 16,6-2-1-16,7 2-1 0,1-2-1 0,2-1-5 0,2 0 0 0,0-6-1 0,-2 2-1 0,-1-2-2 31,0 0-2-31,-1 2-5 0,-7-3 4 0,-4 0 1 15,2 0-4-15,-2 0 1 0,-8 0-2 0,3-4 2 16,-7 2-1-16,-1-1 2 0,-2-1 1 0,-3 1 8 0,2-2-17 16,-3 5 5-16,-7-7 1 0,0 3 0 0,-1-4 0 15,-11 2 1-15,3-2-2 0,-5 0 1 0,0 2-1 16,-4 1 0-16,-2-3 9 0,5 3-7 0,-8-3-1 16,10 3 1-16,-2 1-10 0,2-1-15 0,5 2-6 15,1 0-15-15,2-1-8 0,5 3-17 0,0-3-17 0,-1 3-17 16,4-2-35-16,1-1-28 0,3 4-24 0,0 0-21 15,10-9-172-15,-5 7-414 0,2-1 184 0</inkml:trace>
  <inkml:trace contextRef="#ctx0" brushRef="#br0" timeOffset="-154542.77">13795 16493 174 0,'0'0'245'0,"0"-5"-11"0,-3 3-8 0,3 2-21 16,0 0-22-16,0 0-17 0,0 0-14 0,0 0 13 16,0 0-5-16,7 8-10 0,-3-1 1 0,3 3 15 15,1 2-25-15,-1 3-9 0,1 0-12 0,3 5-19 0,-1 8-6 16,-1-3-9-16,6 3-6 0,-7 0-5 0,2 0-11 16,-2 0-6-16,0-1-18 0,0-1-22 0,2 0-22 15,-1 0-32-15,-2-7-23 0,0 2-23 0,-1-3-2 16,0-2-46-16,2 0-41 0,-1-3-43 0,0-2-221 0,0-2-470 15,-1-2 207-15</inkml:trace>
  <inkml:trace contextRef="#ctx0" brushRef="#br0" timeOffset="-154224.95">14214 16476 135 0,'0'0'278'16,"0"-5"-8"-16,0 5-6 0,-4-2-12 0,4 2-17 16,0 0-25-16,0 0-13 0,0 0-28 0,0 0-8 15,0 0 2-15,-7 7-3 0,6 0-7 0,-2-1-13 16,3 3-5-16,-3 3-4 0,2 0-11 0,-2 4-12 0,2 2-8 15,0 1-12-15,-1 1-9 0,2 2-4 0,2-1-13 0,-1 0-3 16,2-3 9-16,1 2-18 0,-3 0-13 0,7-3-7 16,2 1-16-16,-1 0-29 0,4-3-23 0,0-2-29 15,1-2-31-15,5-1-29 0,-8-4-46 0,6 0-45 16,3-5-44-16,-7 1-230 0,2-1-531 0,0-2 236 0</inkml:trace>
  <inkml:trace contextRef="#ctx0" brushRef="#br0" timeOffset="-153990.82">14579 16488 154 0,'0'0'193'0,"0"0"-2"0,-14 6 1 15,9-1-7-15,3 1-4 0,-2 0-2 0,-1 3-10 0,-1 3-14 16,0-1-14-16,0 1-15 0,-2 4-15 0,0 2-8 15,0-2-12-15,-1 1 0 0,2-1-14 0,-3 0-6 16,2 2-13-16,-1-2-11 0,0-1-25 0,2-3-19 16,2-1-32-16,1 1-33 0,-2-1-36 0,3-5-43 0,3 3-38 31,-1-3-160-31,-3-3-366 0,1 4 161 0</inkml:trace>
  <inkml:trace contextRef="#ctx0" brushRef="#br0" timeOffset="-153806.82">14383 16601 122 0,'-3'-7'232'0,"0"4"-18"0,2 0-19 0,1 3-24 15,-3-2-12-15,3 2 4 0,0 0-13 16,0 0-14-16,10 9-12 0,-5-2-15 0,1-2-9 0,4 4-9 16,0 1-10-16,5 0-8 0,0 2-8 0,3 0-27 15,-2 0-38-15,3-1-46 0,7 3-66 0,-8-3-47 16,2 0-159-16,-5-2-344 0,-2-3 152 0</inkml:trace>
  <inkml:trace contextRef="#ctx0" brushRef="#br0" timeOffset="-153557.07">14598 16482 60 0,'-2'-3'268'0,"0"-1"-28"0,2 4-14 15,0 0 7-15,0 0-2 0,0 0-7 16,20 7-10-16,-16-2-6 0,7 2-9 0,-1 3-16 0,4 0-12 16,2 1-9-16,2 3-10 0,-1-1-15 0,6 6-14 0,-3 2-19 15,-10-6-7-15,3 0-8 0,-2 1-7 16,-4-5-8-16,-1 7-11 0,-5-5-21 0,-1 0-13 16,0-1-32-16,-4-1-27 0,1 1-21 0,-4-2-27 0,-1 2-28 0,-1-3-42 15,-2 0-40-15,4-2-56 0,-4 2-217 0,3-2-499 16,0 0 221-16</inkml:trace>
  <inkml:trace contextRef="#ctx0" brushRef="#br0" timeOffset="-153272.72">14964 16617 112 0,'9'-5'238'16,"-2"3"-11"-16,4 0-12 0,-2-2-12 0,2 2-17 16,8 1-15-16,-4-3-14 0,-1 2-14 0,1 2-16 0,4 0-14 15,-4-1-8-15,0 1-15 0,-3 0-7 0,2 1-10 16,-3-2-24-16,-2 1-28 0,0 0-24 0,-9 0-44 0,14 1-34 15,-5-2-46-15,-9 1-48 0,10-1-139 0,-10 1-339 32,0 0 150-32</inkml:trace>
  <inkml:trace contextRef="#ctx0" brushRef="#br0" timeOffset="-153074.2">15114 16492 132 0,'0'0'315'0,"0"0"-8"0,-5-1-20 0,5 1-19 16,0 0-9-16,0 0 6 0,0 0-4 0,-11 7-16 16,9-3-16-16,2-4-21 0,-5 10-11 0,7-2-24 15,-4 0-22-15,2 3-14 0,-2 0-10 0,4 2-8 0,1-2-26 16,0 4-40-16,1-2-44 0,-3 4-57 0,2-5-51 16,0 6-58-16,-2-5-80 0,2 0-78 0,-1 0-182 15,0 0-538-15,-1-3 238 0</inkml:trace>
  <inkml:trace contextRef="#ctx0" brushRef="#br0" timeOffset="-152436.34">15589 16545 101 0,'2'-6'312'0,"-4"2"-16"0,1-1-20 0,-3 3-22 15,-3-2-10-15,-1 2-2 0,-3 2-13 16,-3 0 2-16,-6 1-3 0,1 3-6 0,1-1 3 15,-1 6-4 1,0-1-10-16,-1 2-10 0,2 4-14 0,3 1-3 16,0-3-8-16,4 2-14 0,0 3-9 0,6 0-23 15,-2-4-15-15,7-2-10 0,8 6-16 0,3-2-2 0,11 4-31 16,6-4-6-16,2 1-4 0,7-8-18 0,1 3 1 16,15-3-28-16,-9-4-39 0,13 1-41 0,0-8-58 0,-15 2-47 15,0 1-46-15,-2-1-68 0,-5-2-68 0,-5-4-261 16,-7 4-678-16,-5 3 299 0</inkml:trace>
  <inkml:trace contextRef="#ctx0" brushRef="#br0" timeOffset="-150880.82">14265 16009 273 0,'0'0'315'15,"-3"-2"-19"-15,3 2-15 0,0 0-20 0,0 0-23 16,-3-4-22-16,3 4-14 0,11-4-15 0,-3 1-20 16,4 0-9-16,2 0-18 0,9-1-11 0,6-1-12 15,1 1-13-15,4-1-12 0,0 2-7 0,-2-2-7 16,5 0-4-16,-5 3-13 15,1-4-5-15,-3 4-7 0,1 2-5 0,-10-1-4 16,-2 1-4-16,-5 1-7 0,-2-1-1 0,-4 2-8 0,-3-1-4 16,-2 1 1-16,-1 2-3 0,-2-4-4 0,-9 8 3 15,-5-2-3-15,-3-1 0 0,-10 6-2 0,-4-5-5 16,-4 3 9-16,-1-1-5 0,-2 0-4 0,-2 0 1 16,2 0 4-16,-4-3-6 0,4 2-1 0,1-2-1 0,-1-2 4 15,3 0 0-15,5-2-4 0,8-1 6 0,3 0-4 16,5-1 5-16,5-2 1 0,3 1-6 0,2-3 1 0,-1-1-6 15,10 0-2-15,2-3-21 0,8-2-27 0,5 1-32 32,6-3-52-32,6 2-50 0,0 0-55 0,5 4-294 15,-3 1-579-15,4 1 256 0</inkml:trace>
  <inkml:trace contextRef="#ctx0" brushRef="#br0" timeOffset="-150127.62">15502 17088 199 0,'0'0'234'0,"-5"2"-5"0,5-2 10 15,0 4 4-15,0-4-3 0,13 0-20 0,-13 0-15 16,22-3-18-16,0 0-14 0,6-4-17 0,-5 3-15 16,9-1-13-16,2-5-11 0,1 5-13 0,-1-2-12 15,0 0-10-15,-1 0-8 0,0 3-6 0,-2 0-7 0,-7 1-9 0,-3 0 1 16,-1 2-8-16,-5 1-9 0,-1 0 0 0,-2 0-11 16,-7 1 1-16,2-1-6 0,-7 0-1 0,-4 6-1 15,4-6-7-15,-19 7 9 0,4-1-7 0,-16 2-4 31,-3 1 1-31,1 0-4 0,-2-3-15 0,-5 1-13 0,2 1-22 16,0-2-23-16,-18 3-34 0,20-7-35 0,3 2-55 16,3-2-59-16,7 0-213 0,4-4-499 0,5 2 221 15</inkml:trace>
  <inkml:trace contextRef="#ctx0" brushRef="#br0" timeOffset="-143906.07">14716 15188 104 0,'-1'-3'162'0,"1"3"4"0,-2-5-14 16,2 5-2-16,-3-7-5 0,2 3-4 0,0 0-4 15,1 4-2-15,-3-5-10 0,2 2-10 0,0-2-11 16,-2 2-5-16,3 3-14 0,-7-5-9 0,3 3-7 15,4 2-4-15,-10-1-7 0,2 0-6 0,8 1-5 16,-18 1-7-16,10 0-5 0,-7 2-1 0,3-2-1 16,-4 2-3-16,2 0-10 0,-5 4 1 0,0-2-3 15,0 0 1-15,-3 1-4 0,7-1 0 0,-4 1-2 0,0-1-4 0,3 2 0 16,1-2 3-16,4 1-2 0,-3-1-2 0,-2 4-2 16,4-4-4-16,-2 0 7 0,3 3-5 0,3-3-2 15,-4 0-2-15,5 1 2 0,-1 0 2 0,0 1 0 16,0 1-2-16,1-3 2 0,3 0-1 0,-3 1-4 15,0 0 2-15,3 1 0 0,0-1-2 0,-1 0 2 16,3-1-1-16,-2 0-3 0,-5 1 5 0,5-1 0 16,1 0-3-16,-2 0 1 0,0 0 2 0,3 0-5 15,0 0 3-15,-6 1 1 0,6-1 1 0,-4 1-1 16,2 0 0-16,0-2-3 0,0 0-1 0,0 4 4 16,-1-5 1-16,-4 3-4 0,1 1 2 0,1 0 0 0,3-2 1 15,-4 1 1-15,5-1-1 0,-2 1-4 16,-1 0 2-16,-2 3 0 0,7-3 5 15,-3 2-8-15,-3-1 4 0,3 1-1 0,0 0-1 0,-2-1 2 16,3 1 0-16,2-1 1 0,-3 3-4 0,0-1 6 16,3 1 0-16,-1-2-1 0,0 2 0 0,0-3 1 0,2 0-6 15,-2 2 10-15,2 0 14 0,-2 2 7 0,4-4-1 16,-4 2-2-16,2 2 2 0,0-1-1 0,0 1 0 16,0-1-5-16,0 0 5 0,2 1-3 0,-2 0-1 15,2 0-2-15,-2 1 2 0,2-3-1 0,2 2 0 0,-3 1 0 16,3 0-2-16,0-2 4 0,0-1-3 0,2 2 0 15,-1 0-2-15,1-1 2 0,3 0-3 0,1 0 5 16,-1 3-9-16,3-4 1 0,-2 2 2 0,2 3 6 16,-1-5-5-16,1 2 1 0,3 1-1 0,-5-2 3 15,-1-1-2-15,8 3-2 0,-8-4 4 0,3 2 5 0,-1-2 0 16,2 0-7-16,-1 0 6 0,0 0-1 0,-1 2-2 16,1-3-1-16,0 1-14 0,3 0 0 15,-2-1-1-15,-4 0 1 0,6-1 7 0,-3 0 1 16,3 2 1-16,-2-4 0 0,1 1 4 0,0 0 4 0,1-1 5 15,0 0-3-15,0-3 6 0,-1 1 1 0,4 0-2 16,-4-2 1-16,4 0-4 16,-2-2 2-16,6-1 2 0,-6 1-5 0,7-4 10 15,-4-1-16-15,1 2 5 0,0-5-5 0,-1 3-2 0,0-1 5 16,1-2-2-16,-1-2 14 0,7 0-3 0,-7 0 2 16,-1 2 0-16,0-3 15 0,-2 0-5 0,-4 1 8 15,2-3-1-15,-2 0 12 0,-2-2 4 0,0 1-6 16,-1-3-3-16,-3-1-5 0,4-6-6 0,-6 1 4 15,-1 3-13-15,1-6 1 0,-3-3-2 0,0 3-9 0,-2-1-3 16,-3 1 6-16,-3-1-10 0,2 0-2 0,-5 3-2 31,-2-2 2-31,-1 3-3 0,-1-3 4 0,-4 5-5 0,-2-2 8 0,-1 3-9 16,-3 1-3-16,-2 0-3 0,-2 3-2 0,-1 4 4 16,-1-3-6-16,-3 3-4 0,-1 3-11 15,3-1-5-15,-4 5-22 0,2-1-20 0,-1 3-22 0,0 0-24 16,4 2-28-16,-3 2-29 0,9 1-27 0,-6 4-34 15,2 1-37-15,5 0-57 0,3 4-283 0,-3-1-646 16,4 2 285-16</inkml:trace>
  <inkml:trace contextRef="#ctx0" brushRef="#br0" timeOffset="-135481.14">14384 14697 1 0,'-4'-8'331'0,"1"-1"-2"0,3 1-8 0,-4 1-8 16,4 0-15-16,0 1-14 0,-1 1-14 0,-1 1-20 16,2 4-11-16,0-9-29 0,-1 6-21 0,1 3-20 15,0 0-21-15,0-4-24 0,0 4-18 0,0 0-8 16,0 0-11-16,0 0-8 0,4 18-8 0,-1-7-10 16,1 3-7-16,-4 5-3 0,4 0 2 0,-1 2-5 15,1 6-12-15,0 2 7 0,3-1-13 0,-2 2-8 16,-3-1-1-16,3 2 5 0,-1-2-10 0,0 1 4 0,3-2 2 0,-3-3-8 15,0-5 3-15,-1 0 1 0,0 2-4 0,2-2-4 16,-3-7-6-16,0 4-29 0,2-4-32 0,-2-2-30 16,2 1-9-16,-2-3-25 0,1-3-18 0,-3-1-24 15,1 0-20-15,1-1-34 0,1-3-30 0,-3-1-66 16,0 0-163-16,0 0-513 0,11-7 227 0</inkml:trace>
  <inkml:trace contextRef="#ctx0" brushRef="#br0" timeOffset="-135223.9">14611 14954 70 0,'0'0'234'16,"3"-5"-13"-16,-3 5-14 0,1-6-22 0,-1 6-16 15,2-3-19-15,-2 3-15 0,0 0-17 0,0 0-4 16,0 0-20-16,0 0-8 0,-11 15-9 0,5-5-9 0,0-3-3 15,-1 3-7-15,-1 0-2 0,-2 6-7 0,-1-1-7 0,1 2-4 16,-1-2-5-16,0 2-5 0,-3 0 1 0,3-2-3 16,-1-1-2-16,1 1-3 0,0-1-3 0,-2-1-20 0,3-3-37 15,5 1-39-15,-4-4-44 0,4 3-46 0,1-5-167 32,1 2-362-32,1-6 160 0</inkml:trace>
  <inkml:trace contextRef="#ctx0" brushRef="#br0" timeOffset="-135024.84">14306 15142 186 0,'0'0'210'0,"0"0"-27"0,0 0-16 0,0 0-19 0,-9 4-17 16,9-4-13-16,-1 4-11 0,1-4-10 0,1 8-7 15,2-3-7-15,1 0-10 0,3 2-5 0,2-1-7 16,-2 0 4-16,8 2-14 0,0 1-8 0,5 0-36 15,2-3-67-15,-1 3-62 0,0-4-163 0,0 2-308 0,-2-1 137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3T10:17:12.86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1629 1789 280 0,'-3'-17'346'0,"-1"7"-7"0,4-3-15 0,-1 2-11 15,1-1-6-15,-3 2-23 0,3 4-14 0,0 0-27 16,0 0-16-16,0 2-37 0,0 4-13 0,-4-7-21 16,4 7-17-16,0-5-23 0,0 5-14 0,0 0-8 15,0 0-4-15,0 0-14 0,0 0-3 0,12 12-10 16,-6-2-8-16,-1-1 0 0,-2 2-12 0,1 1-3 15,4 5 1-15,-4 1-10 0,0-1-3 16,2 2-3-16,-2 0-1 0,0 3 0 0,1 0 0 16,-1-4-3-16,-1 3 2 0,0 0-12 0,-1 4 0 15,0-2 0-15,1-2 5 0,-2 0-3 0,2 0-4 16,-2-1 1-16,2-1 6 0,-3-7-6 0,0 6-4 0,0-1 0 16,1 0 1-16,-1-4-4 0,0 0 0 0,2 0 4 15,-1-3-17-15,1 1 21 0,0-4-7 0,-1 1-4 16,-1-1 3-16,4-1-2 0,-2 1-9 0,-1-1 11 0,2-1 3 15,1-1 7-15,1 0 9 0,1 0 5 0,3-3-10 16,2 0 7-16,3-1 0 0,3-1-3 0,2-2 0 16,-1 1 1-16,3 1-8 0,-3-4 1 0,2 3 0 0,-1-2-8 15,0-1-15-15,-4 3-6 0,5-4-16 0,-9 4-19 16,0-2-22-16,1 1-19 0,-2-2-19 0,-1 2-19 16,-1 0-26-16,-5 0-29 0,1-1-28 0,0 2-74 0,-1-2-58 15,-3 4-218-15,-3-8-606 0,3 8 269 0</inkml:trace>
  <inkml:trace contextRef="#ctx0" brushRef="#br0" timeOffset="251.97">2044 2058 135 0,'0'0'303'0,"0"0"-33"0,0 0-27 15,0 0-32-15,0 0-19 0,0 0-18 0,9 8-6 16,-9-5 0-16,3 4-11 0,1-2-10 0,0 1-14 16,-1 2-10-16,1-1-15 0,2 1-6 0,-1 4-11 0,0-3-9 15,2 1-1-15,0 1-14 0,-3-1-8 0,5 0-2 16,-3 0-9-16,5 0-4 0,-7-1-18 0,7 0-42 0,-10-2-32 16,3 0-36-16,-1-2-42 0,1 1-33 0,0-2-38 15,-1-2-21-15,-2 2-173 0,-1-4-422 0,0 0 187 31</inkml:trace>
  <inkml:trace contextRef="#ctx0" brushRef="#br0" timeOffset="1489.66">2204 2095 62 0,'0'0'242'0,"4"-4"-19"0,-4 4-28 0,3-2-19 0,-3 2-23 15,0 0-16-15,0 0-9 0,0 0-15 0,5 8-8 16,-2-3-12-16,-1 1-7 0,-1 0-7 15,3 6-8-15,-1-6-9 0,3 7-2 0,0-1-1 0,-2-2-8 0,2 0-10 16,-1 1-2-16,2 0-3 0,-1-1-5 0,3 2-4 16,-4-4-1-16,2 0-4 0,-2-1-5 0,-1-2-3 0,0 0-1 15,1-1 2-15,-1-2-1 0,-4-2 2 16,4 0-1-16,-4 0 0 0,11-5 13 0,-10 1 12 16,2-1 11-16,-2 0 6 0,0-3 14 0,2 2 12 0,-3-2 11 15,0 0 3-15,0 1 12 0,3 1 2 0,-3-2 12 0,1 1 1 31,1 1-6-31,-2 2 8 0,1-1-28 0,2 0-3 16,-3 5-13-16,-2-6-13 0,2 6-12 0,3-3-4 16,-3 3-8-16,7-2 0 0,-7 2-7 0,12 5-9 15,-5-1-7-15,4-1 6 0,-3 1-2 0,3 2 0 0,0 1-4 16,2 0-2-16,4 3 3 0,-1-3-14 0,0-1 8 16,2 4-1-16,-1-3 0 0,0 0 0 0,2-1-9 15,-8-1-13-15,5-1 18 0,-4-2-4 0,2 1-4 16,0 0-2-16,-3-3 7 0,1-3-4 0,-1 2 3 0,0-2 8 15,-1-1-26-15,-1 1 19 0,-3-4-1 0,0 2-2 16,2-5 4-16,-3 1-5 0,-2 0-9 0,0-3 4 0,0 2 2 16,-2-2-1-16,-2 1-1 0,-1 0 0 0,2 1 14 15,-3-2-13-15,2 3 9 0,-2 2 11 0,2 1 3 16,-3-1 2-16,0 0-3 0,1 2-2 0,1 1-4 0,0 2-6 31,-3-3 1-31,5 5-7 0,-7-1-2 0,7 1 2 16,-7 6 3-16,-1-3-11 0,4 2-15 0,1 5 22 15,-2-2-2-15,2-3-9 0,2 7 8 0,1-6-7 16,1 4-22-16,4-2 17 0,1 4-4 0,3-3-4 0,-1 0 8 16,9-2-17-16,0 1-9 0,4 0-10 0,2-2-5 15,4-2-13-15,6-2-11 0,0-2-2 0,-2-1-5 16,0-1 0-16,3-5 4 0,-4 3 4 0,0-3 5 16,0-3 9-16,1 0 8 0,-10 4 5 0,0-1 6 0,-3-4 3 15,1 4 8-15,-4-6 26 0,-3 5 9 0,-1-1 22 16,-7 0 23-16,4-1 3 0,-2 0 5 0,-6 2 9 15,1 0 5-15,-2 1-3 0,-5 0 8 0,0 1-18 0,-1-2-9 16,-3 3 0-16,-2 0-8 0,0 1 3 0,-2 1-11 16,-5 1 8-16,5 2-8 0,1 0-7 0,-7 3-5 15,3 1 4-15,1-2-7 0,-1 5 6 0,0 1-30 0,3 1 18 32,2 0-13-32,-2 3 0 0,9-2 11 0,-6 1-2 15,0 4 1-15,6-5-1 0,-1 1-2 0,3 4 15 0,2-2-26 16,1-3 5-16,0 1 3 0,0-2-5 0,3 2 7 15,-2-4-10-15,5 2 0 0,-1-3 2 0,2-2-6 16,1 1-2-16,0-5 2 0,5 3-4 0,-4-3 0 16,6-2-18-16,-5-1 8 0,0-1 16 0,0-1 5 15,1-2-5-15,-2 0 6 0,1-4 0 0,2 2 13 0,-4 0 23 16,-2 1 5-16,-2-1 22 0,1-2 7 0,-2 3 8 16,1-3 13-16,-1 6-8 0,-1-3 4 0,0 1 2 15,-2 2-9-15,0 1-3 0,1 0-11 0,0 0-9 16,-1 4-8-16,2-5-8 0,-2 5-10 0,0 0-4 0,0 0-3 15,0 0-2-15,0 0-8 0,3 10-18 0,-3-3-16 16,1-2-13-16,6 0-22 0,-3 4-18 0,-1-4-17 16,6 2-24-16,-2 3-23 0,1-5-12 0,0 4-15 0,3-3-12 15,-5-3-7-15,2 1-7 0,1-1-8 0,1 0-2 16,-2-3-1 0,-1-2 6-16,2 1 7 0,-2-2 20 0,0 1 16 15,0-5 16-15,2-2 13 0,-6 3 16 0,4-2 32 16,-3-3 31-16,-3 2 29 0,6 1 25 0,-4 2 24 15,0-6 21-15,-2 5 13 0,4 1 3 0,-2-1 8 0,-2 2 9 16,3 0 2-16,-1 1 7 0,0 0-18 0,1 0-13 16,-4 0-2-16,7 3-10 0,-1-1 2 0,0 0-7 15,-6 2-4-15,15 3-3 0,-3-2-9 0,-1 0 4 16,0 3-6-16,8 4-7 0,-8-3 0 0,5 3-3 16,1 0-1-16,0-1-1 0,-3 2-2 0,1 0-2 0,-3-3-3 15,0 5-1-15,-1-6-3 0,-1 2 3 0,-1 0-4 16,-1-3 0-16,-2-2 4 0,-2 1-1 0,0 0 2 15,-3 1 10-15,-1-4 4 0,0 0 7 0,0 0 10 0,0 0 10 16,-15 0 14-16,15 0 24 0,-14-8-1 0,1 5 6 16,6-1 2-16,-1-1-9 0,-3-1-3 0,3-1-6 15,0 1-12 1,0 1-3-16,5 0-12 0,-1-2-1 0,1 5-13 16,1-6-17-16,2 3-24 0,2-1-48 0,1-2-61 15,1-1-43-15,4 0-47 0,-2 1-47 0,0-1-66 16,3 0-322-16,0 1-689 0,-2-3 305 0</inkml:trace>
  <inkml:trace contextRef="#ctx0" brushRef="#br0" timeOffset="1656.9">2728 1783 37 0,'-8'-1'214'0,"8"1"-43"15,-8 0-52-15,8 0-33 0,0 0-56 0,-2 3-65 0,2-3-69 16,0 0-113-16,15 3 51 0</inkml:trace>
  <inkml:trace contextRef="#ctx0" brushRef="#br0" timeOffset="2292.26">4139 1589 137 0,'0'-3'409'15,"1"-3"3"-15,-1 1-10 0,0 0-7 0,0 5-6 16,1-6-16 0,-1 6-25-16,4-6-35 0,-4 6-39 0,0 0-27 15,0 0-27-15,0 0-22 0,0 0-7 0,12 13-15 0,-6-4-19 16,2 7-21-16,0 3-7 0,-1 0-13 16,3 2-14-16,-5-1-5 0,10 11-8 0,-6 1-9 15,0 1-8-15,1 2-4 0,-1 1-8 0,0-5-8 0,1 3-4 0,-2 2-14 16,-4-7-26-16,3 3-34 0,-4-4-32 0,2-7-42 15,-1-2-40-15,-1-2-40 0,-1 1-32 0,1-8-30 16,-3 0-39-16,0-4-22 0,4 0-42 0,-4-5-297 16,0-1-694-16,0 0 308 0</inkml:trace>
  <inkml:trace contextRef="#ctx0" brushRef="#br0" timeOffset="2611.29">4182 1560 113 0,'-11'-8'295'16,"0"0"-1"-16,3-1-11 0,-3 2-4 0,3 0-7 16,-2 1-6-16,6 1-10 0,0 0-8 0,-1 1-18 15,1-1-13 1,4 2-22-16,0 3-26 0,-3-7-16 0,3 4-18 16,0 3-18-16,12-4-8 0,-2 2-15 0,5-1-10 0,5 4-5 15,2-1-11-15,-3 0-1 0,11 2-15 0,0 4-8 16,-7-3-8-16,-1 2 1 0,6 2-4 0,-7 1-4 15,2 0-4-15,-3 2-7 0,-5 0-7 0,3 1 0 0,-6 1 0 16,-4 0-1-16,2-2 0 0,-5 4-5 0,-2 2 1 16,-3-2 5-16,-3-2-3 0,-4 8-3 0,-6-4 2 15,-1 1 4-15,-5 2-10 0,-3 2 4 0,-5-3-13 0,4-2-23 16,1-4-21-16,-3 2-25 0,4-2-26 0,2-2-35 16,4-2-44-16,0 3-52 0,5-5-48 0,2 1-269 15,-1-2-596-15,8 0 264 0</inkml:trace>
  <inkml:trace contextRef="#ctx0" brushRef="#br0" timeOffset="3178.87">4508 1868 220 0,'10'-1'253'0,"1"-1"-9"16,1 1-12-16,4 2-12 0,5 0-21 0,-8 1-10 15,2 0-17-15,3 3-13 0,1-1-12 0,-5 1-12 0,0 4-14 16,0-3-2-16,-4 2-17 0,3 4-10 0,-2-2-7 16,-5-3-12-16,2 4-3 0,-3 0-8 0,-3-3-4 0,-1 4-6 31,-1-4-5-31,0 1-1 0,-3-1-5 0,-1-2-3 15,-5 0-5-15,-1 1 2 0,0-2-3 0,-2-1 2 16,0-2 3-16,1-2 3 0,-1-1 2 0,1 0-3 16,4-3-2-16,-2 1 0 0,5-2-6 0,-3-4-5 0,1 1 0 15,6-2-10-15,3-1-3 0,4 0-8 0,1-4-13 16,7 4-11-16,0-4-7 0,0 2 1 0,11-1-8 16,-8 2 1-16,2 2 1 0,0 1 0 0,1 3 3 0,-1-1 0 15,3 1 1-15,-5 2 4 0,1-1 0 0,1 3-2 16,-9-2-1-16,3 3 4 0,-2 0-4 0,-4-1 6 15,-1 2 0-15,0 0 2 0,-2-3 3 0,-5 3 4 0,10-1 9 16,-7-2 12-16,-3 3 1 0,0 0 3 0,0 0-2 16,0 0 1-16,0 0 1 0,0 0 12 0,0 0 4 15,-19-1-6-15,12 1 1 0,7 0-2 0,-13 1-4 16,6-1-2-16,1 3-4 0,-1-2 3 0,0 2 1 0,3 0-10 31,-1 3 0-31,-2 0 3 0,3 0-1 0,4 4 0 16,-1 1-5-16,2-1 1 0,3 0 3 0,3 3-7 15,1-1-10-15,4 2-30 0,4-1-13 0,9 2-21 0,-6-6-23 16,10 4-20-16,-1-5-21 0,2 2-37 0,4-6-17 16,0-3-15-16,-1 1-16 0,-2-2-140 0,0-2-392 15,2-1 174-15</inkml:trace>
  <inkml:trace contextRef="#ctx0" brushRef="#br0" timeOffset="3814.5">5381 1958 587 0,'17'-10'16'0,"-5"2"34"16,-4-1 47-16,-1 0 25 0,-4 3 16 0,-2-2 22 15,1 1 13-15,-4 0-3 0,-2 1 0 0,-3-1 1 16,-2 1 3-16,-2 1-3 0,0 1 3 0,-4-1-5 0,-4 1-6 15,0 2-5-15,1 4-3 0,-2 1-13 0,-3 1 14 16,4-2-9-16,0 4-20 0,0 2-4 0,4 1-13 16,-3 0-5-16,2 2-13 0,4-1-10 0,-1 2-6 0,2 2-11 15,3-1-5-15,1 0-3 0,-1 1 5 0,8-1-16 16,-5-2-8-16,5 2-8 0,1-2-3 0,3 0-2 0,0 0-13 31,0 0-9-31,3-5 0 0,5 1-6 0,1-4-7 16,0-1-16-16,-2-2-14 0,8-2-5 0,-3-1-11 15,3-3 6-15,-1-3-5 0,1-1-5 0,-4-4 6 16,3-1 3-16,2-6-1 0,-3-2-10 0,-1-4-4 0,-4-1-24 16,-1-2-12-16,0 2-5 0,-6-3 3 0,1 0 15 15,-5 5 6-15,-1 3 32 0,-3-3 37 0,2 8 31 16,-3 2 36-16,-2 1 29 0,0-1 23 0,-1 5 15 16,2 1 6-16,-1-1 3 0,2 4-3 0,-3 3-12 0,-1-3-11 15,4 2-11-15,0 1-13 0,-3 3-8 0,7 1-2 16,-7 0-19-16,7 0-6 0,-12 5-2 0,8 3-9 15,4 0 1-15,-3 0-6 0,3 4 1 0,3 6-6 0,1 1-1 16,3 5-3-16,2-3-1 0,2 7-1 0,3-1-5 16,-2-4-13-16,2 3-19 0,1-1 3 0,1-3-14 15,-1 1-22-15,-1-6-1 0,0-2 2 0,0 2-17 0,1-3 2 32,-4-1 8-32,-3-6 3 0,1 2 5 0,1-2 11 15,-4-3 8-15,2-1-6 0,-3-3 16 0,3-1 1 16,-2-3-1-16,-1 1 4 0,1-4 13 0,3-3 14 15,-5 1-1-15,3-1 19 0,-3-5 8 0,3 3 5 0,1-5 13 16,-4 0 9-16,0 7 7 0,0-1 3 0,0-1 10 16,-1 2 13-16,0-1 6 0,1 5 5 0,-3-1 0 0,0 3-10 15,1-3-9-15,-1 4-11 0,-1 3-7 0,2-6-12 16,-2 6-12-16,0 0-6 0,0 0-3 0,0 0-4 16,0 0-6-16,9 12 2 0,-7-7-3 0,3 4-4 15,-2-3-2-15,3 6-2 0,1-3 1 0,-1 1-2 16,1 1-4-16,0-1-14 0,3-4-18 0,-3 3-19 0,1 1-18 15,3-4-29-15,-3 1-27 0,2-1-17 0,-2-2-41 0,4 1-32 16,-5-4-39-16,0-1-53 0,2-1-57 0,1 0-52 16,-5-2-219-16,4 1-674 0,-3-1 298 0</inkml:trace>
  <inkml:trace contextRef="#ctx0" brushRef="#br0" timeOffset="4115.64">5977 1806 121 0,'0'0'331'0,"0"0"8"0,-2-3 14 0,2 3 12 0,0 0-1 15,0 0-1-15,-5-6-10 0,5 6-1 0,0-5-13 16,-1 1-21-16,1 4-31 0,-4-4-26 0,1 0-24 16,-2-2-21-16,2 4-23 0,-1-1-16 0,-3 1-22 15,7 2-16-15,-16-1-13 0,5 2-12 0,0 1-15 16,0 0-11-16,3 2-10 0,-3 4-11 0,-1-2-5 0,4 3-2 0,-2-1-10 15,2 2-6-15,-1 5-5 0,3-3-4 0,3-2 1 16,-2 3-9-16,5 0-4 0,0-2-3 0,7 1-9 0,-3 0-12 31,4 0-24-31,7 0-20 0,-1-1-26 0,5-5-36 16,1 2-38-16,1-4-35 0,3-1-23 0,-1-1-20 16,7-2-27-16,-7-4-25 0,-4 2-30 0,4-6-30 15,3-3-15-15,-5-2-14 0,-1 5-197 0,-4-9-607 0,-2 3 268 16</inkml:trace>
  <inkml:trace contextRef="#ctx0" brushRef="#br0" timeOffset="4383.16">6191 1501 332 0,'-7'-9'335'16,"0"3"-6"-16,-1 0 10 0,4 1-11 0,-3-1-9 16,3 1-18-16,1 1-23 0,1 0-30 0,0 0-31 15,2 4-26-15,0 0-24 0,-6-2-6 0,6 2-26 0,0 0-17 16,0 0-8-16,1 11-12 0,4-5-14 0,-3 1-6 15,2 5-2-15,0-2-15 0,1 5-3 0,2 3 1 16,1 1-11-16,-1 1-5 0,1 6-4 0,3 5-7 16,-3 1 0-1,0-1-2-15,2 1-28 0,-1 1-27 0,-5 1-27 16,5-5-19-16,-4 1-29 0,3-5-18 0,-4-5-18 0,3 0-11 16,-1-1-20-16,-5-5-30 0,2-4-9 0,-2 2-10 15,3-2-10-15,-4-3 10 0,3-2 3 0,0-2-4 16,-3-3 3-16,3 1 7 0,-3-1 17 0,0 0-99 15,3-11-312-15,-3 2 139 0</inkml:trace>
  <inkml:trace contextRef="#ctx0" brushRef="#br0" timeOffset="5002.1">6305 1938 907 0,'-1'-12'-71'0,"1"0"22"0,0 0 38 0,0 1 42 16,-3-1 23-16,1 0 30 0,-1 0 18 0,0 4 19 15,0-4 14-15,2 7 14 0,-2-1 6 0,2 0 11 16,-2 1 2-16,-1-1 8 0,1 5-5 0,-1-4 3 0,1 2-9 16,1-2 6-16,2 5 8 0,-4-6-8 0,0 6-9 15,2-4-3-15,2 4-8 0,-3-6-24 0,3 6-5 16,0 0 11-16,0 0-10 0,-1-5-7 0,1 5-9 0,0 0-11 15,0 0-6-15,0 0-17 0,0 0-3 0,4-3-6 16,-4 3-10-16,10 0-6 0,-4-2-2 0,4 1-8 16,-2 0-4-16,4-3-7 0,-1 4-3 0,2-3-11 15,0 3-3-15,-1 0-7 0,0 3-5 0,2-3-3 16,-3 5-3 0,3-4-1-16,-2-1-1 0,-1 2-4 0,-2 4-12 15,1 1-7-15,-1-2-3 0,1 0 3 0,-3 3 2 16,-2-3-2-16,1 0 8 0,-5 3-1 0,4-1 6 0,-5-1 3 15,2 0-1-15,-2 1 9 0,-2-1-7 0,2 2-3 16,-3-1-2-16,1 0 11 0,-2 0 4 0,3-1 7 16,-2-1-3-16,0 0 0 0,0 1 10 0,2-1-15 0,1-2-3 15,-3 1 9-15,3 0-16 0,0-4 17 0,3 9 2 16,-3-6 2-16,4-2 0 0,3 0-4 0,2-1-7 16,-2 1-13-16,5-2-11 0,-1 0-8 0,1-2-4 0,1 3-7 15,-1-3-9-15,-1-1 2 0,1-2 1 0,-1 3-1 16,-3-5 4-16,0 0 8 0,0 1 1 0,-1 0 5 0,-3 1 5 31,3-2-1-31,-5 1 4 0,-1-1 17 0,-1 3 9 16,0-1 10-16,1 0 6 0,-2 0 10 0,2 2-3 15,-1-1 4-15,0 5-1 0,0-7-2 0,0 7 2 16,7-5 3-16,-7 5-26 0,1-2 1 0,-1 2 2 16,0 0 1-16,0 0-2 0,8 9 3 0,-2-4 2 0,1 1-3 15,-3 1 10-15,5-1-16 0,-5 4 1 16,5-2-1-16,-1 1 2 0,1 0 2 0,-2-1 3 0,1 0 1 15,-2-3-4-15,-1 2-3 0,0-2 3 0,-2-1 4 16,0 0 5-16,0 0 49 0,-2-3 35 0,-1-1 37 0,6 5 26 16,-6-5-2-16,0 0-12 0,0 0-16 0,4-9-4 15,-4 9-8-15,-2-10-15 0,1 4-6 0,-2-2-12 16,3 0-8-16,-1-4-10 0,-2 5-12 0,3-4-26 0,0 2-38 16,0-4-42-16,0 1-54 0,0-1-69 0,-4 2-62 15,1-4-73-15,3 0-107 0,-12 1-299 0,5 4-779 0,-5-3 345 31</inkml:trace>
  <inkml:trace contextRef="#ctx0" brushRef="#br0" timeOffset="5199.3">5432 1607 87 0,'0'0'198'0,"0"0"-42"15,-7 0-57-15,7 0-52 0,0 0-57 0,-4 5-87 16,4-5-103-16,0 4 46 0</inkml:trace>
  <inkml:trace contextRef="#ctx0" brushRef="#br0" timeOffset="5922.07">2044 1896 393 0,'0'0'397'16,"0"0"-12"-16,0 0-34 0,-8-2-36 0,8 2-28 31,0 0-31-31,-3-3-29 0,3 3-17 0,0 0-21 0,0 0-25 15,0 0-17-15,0 0-17 0,0 0-13 0,0 0-35 0,0 0-47 0,0 0-49 16,0 0-36-16,0 0-56 0,0 0-72 0,0 0-96 16,11 11-237-16,-8-7-553 0,-1-2 245 0</inkml:trace>
  <inkml:trace contextRef="#ctx0" brushRef="#br0" timeOffset="7122.92">1732 2639 183 0,'-13'0'229'0,"-2"3"-1"0,1-2-7 0,-2-1-2 16,5 1-3-16,1 1-11 0,-3-1-9 0,5-1-10 15,2 1-16-15,6-1-15 0,-12 3-17 0,8-2-16 16,4-1-13-16,0 0-10 0,-8 0-10 0,8 0-10 0,-4 3-9 16,4-3-9-16,0 0-8 0,0 0-1 0,0 0-5 31,13 2-4-31,2-2 0 0,4 0-4 0,6-1 1 16,9-3-7-16,4 1-5 0,4 1-5 0,15-8-1 15,3 7 1-15,5-2-5 0,-1 2-4 0,7 3-3 0,1-6 4 16,30-7 0-16,-33 7 10 0,32-2-18 0,-3-7 3 15,-30 7-4-15,30 3 1 0,-30-3-6 0,29 3 5 16,-27-1-1-16,28-4 4 0,-27 4-1 0,28-3-8 0,-1-2 4 16,1 0-1-16,5 6 0 0,-2-8-1 0,-7 2-3 15,-22 5 1-15,28-8-2 0,-4 5 6 0,-1-2-6 0,-24 1-1 16,33 0 6-16,1-4-3 0,-3 5-2 0,-3-3-2 16,-1 1 3-16,-5-5 2 0,5 2 2 0,-32 4-5 15,32-8 7-15,-31 7-1 0,38-1-5 0,-39 1 1 0,29-1 0 16,-33 6-2-16,1-4 2 0,-3-1-1 0,-2 0-1 15,-4 2 2-15,-15 1-1 0,-2 2-1 0,1-3 2 32,-5 5-3-32,0-2 9 0,-4 2-11 0,0 0 4 15,-11 1-2-15,0 2 1 0,-5 0 3 0,2 1-2 0,-5-1 0 16,-2 1 3-16,0 0-4 0,-4-2 0 0,-5 2 9 16,11 2-9-16,-6-4-6 0,2 4 16 0,-7-2-11 15,6 1 2-15,-2 0 0 0,-4-1 1 0,7 2-4 16,-7-2 4-16,4 3 0 0,-4-3-2 0,9 1 5 0,-3-1 0 15,-6 0-2-15,12 0 5 0,-3-1-3 0,1 1-5 16,1-1 5-16,1-2-4 0,-1 3 2 0,0-1-1 16,4 0 2-16,-3-2 2 0,0 2-4 0,-1 0 2 0,2 0-2 15,-4-1 0-15,-4 1-1 0,5 1 0 0,-2-1-2 16,-8 1 4-16,11-1-2 0,-7 1-2 0,-4 0 1 16,11-2 1-16,-11 2-2 0,8 0 1 0,-8 0 2 0,10 2 12 15,-10-2-13-15,5 0 1 0,-5 0-1 0,11 2-1 16,-4-2-4-16,-1 1 7 0,-6-1 2 0,14 0-2 0,-2 0-2 15,-1 2 4-15,3-1-4 0,-2 0 1 0,3 0 1 32,4 1-2-32,0-1 1 0,0-1 0 0,-4 2 2 15,3-2-2-15,2 3 1 0,-6-2-3 0,2 2 3 16,3 2 4-16,-5-4-6 0,6 2 9 0,-2-1-11 0,-3-1 2 16,-2 2-2-16,2-1 0 0,-1 2 0 0,-6-3 2 15,4 0 0-15,-2 0 0 0,-2-1-2 0,6 3-2 16,-5-3 4-16,-2 0 3 0,2 0-2 0,0 0 0 15,-1-2-2-15,-8 2 4 0,15 0 7 0,-8 0 13 0,-3-1 4 16,1 0 2-16,2 0 6 0,-7 1 5 0,11-1 5 16,-11 1 0-16,5-2 0 0,-5 2 0 0,6-3 1 15,-6 3-6-15,5-1-2 0,-5 1 0 0,3-3-4 16,-3 3-7-16,0 0 6 0,0 0-6 0,0 0-10 0,0 0-24 16,9-1-27-16,-9 1-40 0,0 0-45 0,0 0-45 15,0 0-55-15,0 0-76 0,0 0-252 0,0 0-591 16,0 0 261-16</inkml:trace>
  <inkml:trace contextRef="#ctx0" brushRef="#br0" timeOffset="8513.92">1107 2255 14 0,'0'0'398'16,"-10"0"-18"-16,10 0-21 0,0 0-16 0,-8 0-33 0,8 0-25 16,0 0-29-16,0 0-37 0,0 0-26 0,0 0-4 15,0 0-30-15,0 0-24 0,15-6-9 16,-7 4 2-16,2-1-23 0,3 0-16 0,1 1 0 16,5-4-15-16,-4 2-8 0,4 1-34 0,-3-1-31 0,-1 1-44 0,0 0-44 15,-1 0-49-15,-2 0-53 0,0-1-63 0,-2 3-52 0,-3-1-187 16,-2 0-529-16,-1 0 234 0</inkml:trace>
  <inkml:trace contextRef="#ctx0" brushRef="#br0" timeOffset="9233.58">937 2092 167 0,'0'0'301'0,"0"-5"-15"16,0 5-27-16,-3-3-20 0,3 3-24 0,0 0-28 15,-1-4-21-15,1 4-15 0,0 0-19 0,0 0-13 16,0 0-12-16,0 0-12 0,13 12-8 0,-7-5-11 15,0 2-7-15,3-3-5 0,0 3-8 0,-2 0-5 16,4 2-6 0,-2-2 5-16,-2 3-13 0,4 1-2 0,-1-3-6 15,-1 2 0-15,-1-1-6 0,-1 0 10 0,0-1-13 16,-2-1 0-16,1 0-4 0,-1-3-1 0,-2 1 2 16,0-2-4-16,1 1-1 0,-3-2 4 0,2 1 30 15,-3-5 16-15,6 5 36 0,-6-5 40 0,3 3 40 0,-3-3 28 16,0 0-7-16,7-8-20 0,0-2-18 0,4 0-6 15,0-3-5-15,1-4 5 0,4-7-6 0,1-3-7 16,0-4-16-16,2 2-6 0,-1-6-17 0,8-8-7 0,-7 10-10 16,0 1-7-16,8-12-12 0,-3 0-7 0,-8 15-10 15,1 1-7-15,-3 1-24 0,-2 1-22 0,-2 8-35 16,-5 3-50-16,-1 2-53 0,1 2-71 0,1 0-56 16,-3 5-65-16,-2 1-99 0,-1 5-334 0,0 0-828 0,0 0 367 15</inkml:trace>
  <inkml:trace contextRef="#ctx0" brushRef="#br0" timeOffset="14452.19">1807 3418 116 0,'0'-10'353'15,"-3"-2"-12"-15,2 4-17 0,1 0-18 0,0 3-7 16,-4-1-28-16,4 2-26 0,0 4-34 16,0-6-20-16,0 6-25 0,0-4-23 15,0 4-20-15,0 0 0 0,0 0-30 0,0 0-7 0,11 10-10 16,-4-2-4-16,-2 4-5 0,6 0-9 0,-3 4-14 16,3 0 4-16,-3 4-7 0,3-1-4 0,1 6 0 15,-2 1-9-15,-2-2 2 0,3 2-1 0,-3-1 4 0,-1-5-11 31,-2 0-6-31,1-1 3 0,-2 3-6 0,0-4 0 16,0 0 12-16,-1-1-14 0,-2-1 0 0,2-1-7 16,-2-4 1-16,-1-1-2 0,0 2 15 0,4-2-14 15,-4-5 0-15,0 1 3 0,0 0-4 0,4 0 0 0,-4-4 1 16,0-2 12-16,0 5-2 0,0-5 14 0,0 7 12 16,0-7 8-16,0 0 11 0,2 3 13 0,-2-3 2 15,0 0-5-15,0 0 3 0,0 0 1 0,0 0-12 16,0 0-9-16,0 0-4 0,8 0-9 0,-8 0-6 0,16-8-3 15,-4 3-4-15,6 1-2 0,0 0-3 0,2-3-4 16,-2 1-3-16,6 4-18 0,-1-3-10 0,6-2-40 0,-5 5-28 16,-3-1-27-16,1 2-27 0,-2 1-21 0,-1-3-43 15,-4 3-40-15,1-1-57 0,-1 1-48 0,-4 0-233 16,3 0-627-16,-9-2 278 0</inkml:trace>
  <inkml:trace contextRef="#ctx0" brushRef="#br0" timeOffset="15467.97">2494 3651 177 0,'0'0'245'0,"0"0"-28"0,0 0-19 15,0 0-23-15,0 0-14 0,-7 12-20 0,7-8-14 16,-3 0-11-16,2 4-15 0,0 0-5 0,1 0-11 15,-2-1-10-15,-2 4-4 0,4-1-10 0,0-3-10 0,0 2 0 16,4 1 2-16,-1 0-9 0,1-3-5 0,3 2-5 16,-2-1-2-16,5-1 2 0,1-2-1 0,-2 1 0 0,5-1-9 15,0-4 1-15,2 1-4 0,-3-3-1 0,8 0-2 16,-9 1-8-16,-1-1 1 0,3-4-1 0,-5 0 1 16,1-1-1-16,-1-1 1 0,-3-1 0 0,-4 2 0 0,1-2-2 31,-3 0 3-31,0-2-4 0,-5 0 6 0,-1 1 4 15,-5 0 6-15,3-1 5 0,-4 2 9 0,-2-1-1 16,2 4-1-16,-7-2-1 0,4 2-5 0,-4 0-1 16,5 4-4-16,0-1-8 0,4-1 5 0,-3-1-3 0,6 2-3 15,-2 2-3-15,5-1-5 0,4 1-17 0,-11-2-17 16,11 2-3-16,0 0 4 0,-5-1 0 0,5 1 5 16,0 0-23-16,19-3-15 0,-4 2-6 0,4-5-11 15,3 1-8-15,1 2-4 0,-4-2-9 0,4 0 3 0,1-3 2 16,-4 3 3-16,3-2 4 0,-3 1 4 0,-2-1 15 15,-6 2 0-15,-1 0 9 0,0 1 15 0,-2 0 22 16,-2 2 27-16,-3-2 34 0,2 0 3 0,-2 1 12 16,-3 0 2-16,-1 3 0 0,3-5 1 0,-3 5-4 0,1-5 5 15,-1 5-7-15,0 0-4 0,0 0-7 0,-1-6-4 16,1 6-4-16,0 0-2 0,0 0-8 0,0 0-5 16,0 0-3-16,0 0-1 0,5 9-7 0,-1-2 5 15,2-2-3 1,-2 1-1-16,1 2 0 0,5 0 0 0,-1 1-2 15,0 0 3-15,1 0-6 0,0 0 0 0,1 3 1 0,2 3-3 16,-3-8 3-16,-3 4-1 0,0-4 0 0,0 4-4 16,-1-4 0-16,-2 2 0 0,0-3 5 0,-1 1-4 15,-2-2 4-15,-1-1-2 0,0 2 4 0,0-1 7 0,-4 1 17 16,0-1 2-16,-1-2 3 0,-1 1 6 0,-2 0-5 16,3 0-1-16,-5-1-2 0,3-1-5 0,-3-1 0 15,1 1-4-15,2-1 0 0,1-1-7 0,6 0 4 16,-14 0-4-16,9 0 4 0,5 0-2 0,-10-4-7 15,6 2-10-15,0-3-4 0,0 2-11 0,4 3-15 0,1-10-21 16,3 2-2-16,2-2-21 0,-2-1-19 0,4 2-9 16,2-1 1-16,2-2-9 0,0-2 4 0,-2 3-2 15,2 0 19-15,0-4-1 0,0 5 7 0,-4 0 7 0,3-4 11 16,-1 5-1-16,-2-2 8 0,-3 3 45 0,4 0 22 31,-7 3 20-31,1-2 12 0,1 1 2 0,-4-1 16 16,3 1 7-16,-3 0 2 0,-3 0 1 0,-1-1-1 0,4 4 2 15,-3 0-7-15,3 3-10 0,-6-6-2 0,1 2-10 16,1 2-6-16,4 2-3 0,-9 0-6 0,9 0-2 0,-7 6-4 16,0-3-6-16,3 0 0 0,1 2-7 15,1 2 0-15,2 0 1 0,0 0-4 0,1 2 0 16,2 0 0-16,2 1 1 0,2 1-3 0,0-1 3 0,1 0 0 16,6 2-5-16,-2 1-2 0,0-4 3 0,3 1-2 0,0 2 1 15,-4-7-1-15,-3 5 0 0,3-4 0 0,-4-3 2 16,0 3-5-16,-2 0 0 0,-2-3 4 0,1 0-2 15,-2-2 10-15,0 4 12 0,1-3 17 0,-3-2 14 16,-5 7 12-16,0-3 1 0,-2-2-3 0,-1 1-3 0,0 1-3 16,1 0-8-16,-5-2-5 0,1 2-7 0,1-3-12 15,5 2-19-15,-3-2-39 0,1 3-44 0,3-3-44 16,1 2-38-16,-2 0-32 0,5-3-35 0,0 0-50 16,0 0-151-16,0 0-461 0,13 2 205 0</inkml:trace>
  <inkml:trace contextRef="#ctx0" brushRef="#br0" timeOffset="15890.6">3443 3398 129 0,'-1'-3'407'0,"1"-2"-14"0,-3 0 0 0,-1 0-33 15,0 3-16-15,4 2-14 0,-2-5-29 0,2 5-36 16,0 0-28-16,-2-5-32 0,2 5-30 0,0 0-25 15,0 0-20-15,0 0-12 0,0 0-7 0,0 0-21 0,12 18-8 16,-5-8-10-16,-3 0-4 0,7 7-10 16,0-1-10-16,-3 1-12 0,6 7-15 0,-2-5-7 15,-1 5-35-15,5-1-6 0,-1 0-8 0,0 1-20 0,-5-6 4 0,-2 1-26 16,2 1-10-16,-3-3-12 0,0 3-4 0,-1-4-16 16,-4-3-19-16,0-1-19 0,3-4-20 0,-4 0-23 15,-1-1-10-15,0-4-22 0,0 2-36 0,0-5-146 0,0 0-448 16,-9 0 199-16</inkml:trace>
  <inkml:trace contextRef="#ctx0" brushRef="#br0" timeOffset="16091.35">3464 3403 56 0,'-7'-11'255'0,"4"1"0"0,-1 5 4 15,0 1-12-15,1 0-16 0,2-1-27 0,1 5-23 0,-1-5-24 16,1 5-20-16,-5-3-17 0,5 3-9 0,0 0-13 15,0 0-10-15,0 0 2 0,14 17-17 0,-7-8-9 16,2-1-4-16,1 0-6 0,2 2-5 0,4 4 3 16,1 1-13-16,-1-2-4 0,3 6-4 0,-2-2-1 15,0-4-22-15,4 5-18 0,0 2-34 0,-3-6-36 0,0 0-37 0,-1-1-39 16,1-2-40-16,0 0-202 0,-6-4-429 0,6 1 191 16</inkml:trace>
  <inkml:trace contextRef="#ctx0" brushRef="#br0" timeOffset="16509.65">3907 3469 227 0,'0'-2'235'15,"-4"-2"-16"-15,4 4-21 0,-4-6-19 0,4 6-22 16,-8 0-18 0,8 0-12-16,0 0-17 0,-8 8-9 0,2-3-10 15,2 1-7-15,0 3-9 0,-4-3-7 0,3 6-9 16,0-3-8-16,-1 2-3 0,-1 4-4 0,0-5-4 0,3 2-3 15,-3 1-5-15,3-3-2 0,-2 0-4 0,1-3 0 16,1 0 0-16,-1-3-2 0,2 1 2 0,3-1-2 16,-3-1-5-16,3-3 3 0,0 0-3 0,0 0-4 0,0 0-1 15,-3-16 1-15,6 6-4 0,0-4 1 0,0-3 6 16,2 2 1-16,-1-3 8 0,-1 0 11 0,-1 0 12 0,1-4 17 16,0 4 15-16,1 5 20 0,-4-4 10 15,1 4 10-15,-1 0 31 0,2 2-1 0,-2 0 6 0,-2 1 3 16,2 5 14-16,-1-3-3 0,1 4-15 0,0-1-17 15,1 3-16-15,-1 2-19 0,0-6-18 0,0 6-19 16,0 0-12 0,0 0-3-16,0 0-4 0,0 0-13 0,6 15 2 15,-2-9-8-15,3 4-17 0,0 0-5 0,-1 2-9 16,4 4-12-16,3-1-3 0,1-1-21 0,1-1-15 16,0 4-29-16,0-1-20 0,-1-2-9 0,3-2-12 0,-3 2-25 15,1-3-26-15,-3 2-37 0,4-4-44 0,-3-2-44 16,-1-4-34-16,-1 2-211 0,-3-1-587 0,-3-1 259 15</inkml:trace>
  <inkml:trace contextRef="#ctx0" brushRef="#br0" timeOffset="16727.93">4069 3506 197 0,'0'0'300'0,"0"-5"5"16,0 5 0-16,0-7 1 0,0 7 0 0,0-4-7 15,0 4-28-15,0 0-20 0,0 0-22 0,0 0-31 16,0 0-25-16,0 0-18 0,0 0-20 0,0 0-21 15,0 0-4-15,0 0-11 0,0 0-12 0,6 14-10 16,-5-9-2-16,3 3-10 0,-2 2-8 0,5 1-27 16,-4-1-27-16,4 2-19 0,-3-1-24 0,8 2-14 15,-5 0-18-15,1-5-20 16,2 5-33-16,-1-3-45 0,4-2-38 0,-4 1-42 16,6-6-45-16,-7 2-177 0,4-2-509 0,-2-1 226 15</inkml:trace>
  <inkml:trace contextRef="#ctx0" brushRef="#br0" timeOffset="17160.75">4292 3439 166 0,'0'0'256'0,"-1"-6"-17"0,1 6-28 16,1-4-20-16,-1 4-23 0,0 0-20 0,0 0-18 15,0 0-12-15,0 0-14 0,0 0-8 0,0 0-9 0,7 12-11 16,-5-9-6-16,3 2-5 0,0 1-6 0,-1 1-9 31,0 0-4-31,2 4-3 0,0-1-5 0,1 3-4 0,0-2-3 16,-1-1-1-16,3 1-1 0,-1 0-3 0,-1-1-3 15,-3-2-3-15,3-1-1 0,-2 0-5 0,-2-2-3 16,1 0-7-16,0 0-2 0,-2-1 1 0,3 0 2 0,-2-3 2 16,-3-1-1-16,0 0-2 0,0 0 0 0,13-9 8 15,-10 7 18-15,0-2 12 0,-2-1 25 0,2-3 1 16,-2 3 10-16,2-1 2 0,0-1 4 0,-3-1 32 15,3 1 7-15,-2-1 1 0,2 0-1 0,-1 2-6 16,2-3 1-16,0 5-4 0,-2-3-8 0,0 1-3 16,0 1 2-16,1 3-18 0,-2-2-4 0,-1 4-20 0,3-7-10 15,-2 4-1-15,-1 3-13 0,0 0-9 0,0 0 0 0,11-2-3 16,-11 2 2-16,8 4-7 0,-3-3-9 0,1 4-12 16,2 1-23-16,4-2-21 0,-4 3-22 0,2 1-19 15,1-3-17-15,-2 2-16 0,5 3-24 0,-6-4-33 31,3 2-28-31,0 1-48 0,-3-3-30 0,3-2-41 0,-4 2-175 16,2-1-536-16,-2-3 237 0</inkml:trace>
  <inkml:trace contextRef="#ctx0" brushRef="#br0" timeOffset="17379.24">4722 3438 156 0,'-1'-4'308'0,"1"4"-2"0,-2-5-7 15,2 5-8-15,0-3-15 0,0 3-31 0,0-7-25 16,0 7-26-16,0 0-27 0,0 0-19 0,0 0-12 0,0 0-16 0,0 0-13 16,0 0-9-16,0 0-9 0,2 15-7 0,0-10-10 15,1 5-5-15,4-2-11 0,-2 3-8 0,2 1 4 16,0-2-10-16,-2 1-19 0,6 4-18 0,-4-4-16 16,0-1-25-1,-2 1-25-15,5-2-38 0,-2 0-42 0,-5 0-49 16,6-2-52-16,-4-1-230 0,-2-1-510 0,3-2 226 15</inkml:trace>
  <inkml:trace contextRef="#ctx0" brushRef="#br0" timeOffset="17997.97">4862 3364 228 0,'0'0'287'0,"0"0"-25"0,0 0-17 0,0 0-29 0,0 0-21 16,0 0-19-16,4-4-24 0,-4 4-15 16,0 0-14-16,0 0-13 0,0 0-11 0,0 0-12 15,7 9-5-15,-3-5-11 0,-3 2-6 0,7 3-4 0,-2-1-8 16,-2 1-5-16,4-1-4 0,-1 3-3 0,1-1-5 0,-1 2-2 31,0-2-6-31,-2 1 1 0,3-2-5 0,-1 2 1 16,-3-6-4-16,3 6-1 0,-3-7-1 0,-1 1-4 15,1-1 2-15,0 0 0 0,-1 0 4 0,-3-4-1 0,4 1 2 16,-4-1-7-16,0 0-1 0,0 0-3 0,2-10 5 16,-2 5 9-16,2 1 21 0,-1-3 7 0,-1 7 5 15,0-12 2-15,0 5 6 0,0 0-3 0,0 1 6 0,2-3-1 16,-1 3-3-16,-1 0 7 0,0 6-18 0,4-9-9 16,-4 5-3-16,0 4-7 0,4-6-10 0,-4 6-5 0,0 0-4 15,0 0-1-15,0 0-1 0,12 4-13 0,-9-1-4 16,1 1-12-16,0 0-1 0,3 3-8 0,1 0-3 15,-1-1-3-15,-2 2 3 0,1 2-2 0,3-3-11 0,-5 3-1 16,2-3-1-16,-2-4 2 0,0 5-5 0,0-4 4 16,-1 1 6-16,3-2 11 0,-3-1 3 0,-1 1 5 15,-2-3-1-15,0 0 8 0,5 1-2 0,-5-1 6 16,0 0 15-16,6-11 15 0,-6 5 1 0,0-1 10 16,2-3 12-16,0-1 7 0,-1 1 16 0,2 0 16 15,-2-3 9 1,2 2 5-16,1 4 5 0,0-4-1 0,-3 3-8 15,-1 0 3-15,3-1-11 0,-3 3-4 0,4 1-6 16,-1 1-10-16,-2 0-14 0,-1 4-5 0,2-5-12 0,-2 5-11 16,4-2-1-16,-4 2-4 0,5 7-3 0,2-2-7 15,-3 1-14-15,3 2-16 0,0 0-6 0,1 2-25 16,0 0-19-16,-1 0 2 0,1 2-14 0,1-1-11 0,-1-1-15 16,-1 3-16-16,3-4-16 0,-2 3-28 0,3-4-36 15,-6 0-45-15,2-3-36 0,1 1-30 0,-1-2-204 16,-3-2-560-16,-1-2 249 0</inkml:trace>
  <inkml:trace contextRef="#ctx0" brushRef="#br0" timeOffset="18216.46">5364 3367 236 0,'0'0'288'0,"0"-6"-21"0,0 6-27 0,0 0-24 16,0 0-25-16,0 0-24 0,0 0-16 0,0 0-20 15,0 0-11-15,0 0-10 0,4 16 0 0,0-11-23 16,0 4-7-16,-1 1-8 0,-1-1-10 0,1 1-2 0,4 4-7 16,-1-1-4-16,-1 3 2 0,3-4-9 0,-1 1-3 15,-3 2-5-15,6-2-16 0,-4 0-37 0,0-3-54 0,-2 1-66 16,1-4-60-16,2 0-209 0,-4-2-441 0,2-1 195 16</inkml:trace>
  <inkml:trace contextRef="#ctx0" brushRef="#br0" timeOffset="19135.4">5478 3339 5 0,'-3'-7'318'15,"3"7"-2"-15,0-5-18 0,0 5-13 0,-1-1-18 16,1 1-24-16,0 0-18 0,-3-5-23 0,3 5-25 15,0 0-19-15,0 0-11 0,0 0-18 0,0 0-14 16,3-5-19-16,-3 5-6 0,0 0-9 0,11 0-7 0,-11 0-12 16,8 4-3-16,-8-4-11 0,14 1-11 15,-9 1-11-15,-1 0-13 0,-4-2-12 0,10 2-8 16,-9 2-7-16,4-1-8 0,-1 0-4 0,-1-1-1 16,0 3 1-16,-3-5 1 0,0 5 4 0,0 0 0 0,0-2 4 15,0-3 3-15,0 10 0 0,0-7 1 0,0 1 1 16,3-1-1-16,-3-3 2 0,1 10 0 0,2-5 5 0,0 0-4 0,2 2 1 0,-1-1 6 15,4 2-2-15,-1 2 2 0,4 0-3 16,1 3 1-16,-2-2 0 0,4 1 1 0,2 4 1 0,4 3-1 31,-5-3 3-31,4 4-4 0,0 0 4 0,3 2 0 0,-5 0-1 16,0-1 0-16,3 0 0 0,-5 3-2 16,-4-7-2-16,0 1 4 0,5 5 9 0,-9-4-12 0,3-1 5 15,-5-1 0-15,3 1 0 0,-5-7 1 0,0 5 14 0,-2-3-2 16,-1-1 17-16,0-2 19 0,-3 3 14 0,-1-4 11 15,-1 3 8-15,-2-5 11 0,3 4 6 0,-6-4 22 16,2 1-6-16,-4 0-13 0,5-2 2 0,-4-1-9 16,-1-1-10-16,0 0-6 0,1 0 1 0,0-1-6 0,-3-2-6 15,-1-1-7-15,3-1 0 0,0 1-4 16,-2-1-7-16,3-1-2 0,1-3-5 0,1-1-3 0,1 0-1 16,-1-3-7-16,5-1 1 0,2-3-10 0,-2-5-9 15,4-1-17-15,4-12-22 0,2-1-26 0,6 0-29 0,2-3 2 16,0 1-27-1,10-12-3-15,-7 15 8 0,2-3 8 0,-1 4 10 16,-2 2 5-16,4-4 6 0,-3 4 5 0,-2-1 8 16,-3 4 7-16,-2-1 3 0,-2 8 8 0,-3 0 3 15,-2 3 6-15,-3 2 9 0,1-1 11 0,1 5 5 16,-4-2 6-16,2 0 4 0,0 6-3 0,-1-2-3 0,-4 1 1 16,2 3-4-16,-2 0 0 0,5 3-2 0,-10-2 2 15,10 2-2-15,-10 2-1 0,1 1 4 0,5 2-5 16,-6 3-2-16,6-1 15 0,0 1-11 0,-4-2 0 15,4 3 0-15,1 0-1 0,2 4-1 0,0-3-3 16,-1 2 3-16,1-5 1 0,-1 2-1 0,2-1-9 16,-2-2-5-16,2 2-4 0,0-1 0 0,-2-4 3 15,1 1 0-15,1-4 7 0,-1 5 10 0,1-5-2 0,0 0-5 0,0 0 7 16,-2 4-4-16,2-4 3 0,0 0 0 0,0 0 3 16,0-13-4-16,0 7 2 0,2 2 1 0,0-1 0 15,0 0 4-15,0-3-4 0,1 3 4 16,-1 1-1-16,-1 0 0 0,-1 4-1 0,1-5 3 0,2 3-3 15,-3 2-2 1,4-4-3-16,-4 4 0 0,0 0-1 0,0 0 4 16,0 0-3-16,12 4 2 0,-8 0 0 0,2-1 2 15,1 2 11-15,-2 3-8 0,4 0-2 0,-3-1 2 16,4 4 0-16,0-4-1 0,-1 0 3 0,0 2 0 0,2-2-2 16,0 1 2-16,-2-1 3 0,1-3-8 0,2 1-27 15,-2-1-24-15,-3-3-25 0,1 0-35 0,-8-1-39 0,17-1-28 16,-6-4-37-16,-7 0-190 0,2 2-444 0,-1-5 197 15</inkml:trace>
  <inkml:trace contextRef="#ctx0" brushRef="#br0" timeOffset="19453.25">5862 2981 14 0,'-3'-7'322'0,"3"2"-2"15,-1 1-12-15,1 0-22 0,0 4-27 0,-3-7-26 16,3 7-28-16,-1-5-26 0,1 5-19 0,0 0-18 16,0 0-12-1,0 0-18-15,16 10-11 0,-9-2-14 0,2 1-8 16,-3 3-1-16,7 4-4 0,-2 2-13 0,0 1-10 16,4 3-3-16,1 3-4 0,-1 1-5 0,-1 2 2 0,-2-3-10 15,0 3 0-15,0-1-2 0,2-1-3 0,-7 0-3 16,5 0 0-16,-4-5-4 0,-1-1 1 0,-4-2-6 15,-2 0-28-15,7 0-7 0,-5-5-11 0,0-2-10 0,-2 1-11 16,3-4-17-16,-4 0-14 0,3-1-12 0,-2-3-4 16,-1 3 7-16,0-4-14 0,0-3-23 0,0 0-16 15,0 0-19-15,0 0-8 0,0 0-18 0,7-12-12 0,-5 6-109 16,-2-5-337-16,1 1 149 0</inkml:trace>
  <inkml:trace contextRef="#ctx0" brushRef="#br0" timeOffset="19720.82">6098 3289 53 0,'-4'-4'183'0,"4"-3"8"16,0 3 24-16,-4-2 10 0,3 2 3 0,-2 0-7 16,2 0 3-16,1-1 2 0,0 5 1 0,-2-6-5 15,2 6 1-15,-4-5-8 0,4 1-10 0,0 4-17 16,0 0-20-16,2-5-20 0,0 1-16 0,-2 4-19 0,6-1-11 16,-6 1-11-16,9-3-5 0,-3 2-14 0,-6 1-4 15,15 1-14-15,-7 1-1 0,0 0-11 0,4 1 0 0,-1-2-8 16,0 1-7-16,1 2 4 0,-1 1-7 0,0 1-5 15,-3 0-3-15,0-1-17 0,1-1-14 0,0 1-4 16,-6 3-11-16,3-2-15 0,-1 1-5 0,-4 0-13 16,3 2-8-16,-2-2-5 0,0 4-10 0,0-4-13 0,-2 1-12 15,0 1-24-15,-2 0-18 0,2-2-25 0,2 3-25 16,-2-5-18-16,1 2-18 0,0-2-191 0,3-2-464 0,-1 2 206 31</inkml:trace>
  <inkml:trace contextRef="#ctx0" brushRef="#br0" timeOffset="20373.04">6426 3274 222 0,'0'-5'267'16,"0"5"-12"-16,-1-3-10 0,1 3-22 0,0 0-25 16,0-6-19-16,0 6-23 0,0 0-17 0,0 0-15 0,0 0-11 15,0 0-12-15,0 0-11 0,0 0-12 0,0 0-2 16,-6 13-9-16,12-7-7 0,-4-1-4 0,2 1-5 15,2 0-5-15,2 3-4 0,0-4-3 0,-1 5-3 0,0-3-5 16,1 0-1-16,-1 1-4 0,0-1-2 0,1-1-3 16,-3-2-1-16,4-2-2 0,-3 2 1 0,-2-1 0 15,0-2 1-15,-4-1 0 0,7 1-2 0,-7-1-5 0,0 0-1 32,3-5 0-32,-2 1-1 0,-1-1 0 0,0 5-2 15,-2-10 1-15,0 6 4 0,1-2 14 0,-2 0 9 16,0-4-1-16,-1 3 11 0,0 2 17 0,3-1 0 15,-3-1-10-15,1 1-2 0,0-1-4 0,2 2 3 16,-3-1-3-16,4 1 13 0,0-1-9 0,-3 1-6 16,3 0-8-16,-1 0-2 0,-2 2-4 0,3-2-3 0,0 5-2 0,0-5-6 15,0 5-5-15,4-4-11 0,-1 2-11 0,-3 2 2 16,7-1-2-16,-7 1-5 0,13 0-4 0,-7 1 3 16,1 0-2-16,1 0 3 0,0 2-3 15,0-1-1-15,-1 3-3 0,1-2 1 0,1 2-3 0,0 0 3 16,-1 2-7-16,4-1 4 0,-5 1-7 0,1 1-17 0,-1 0 7 15,2 1 1-15,-2 0 2 0,1 1 0 0,-1 2-11 16,1-3 8-16,-1 0-8 0,-1 0 9 0,-1 1 0 16,-1-2 9-16,-1-2 2 0,3 1-5 0,-3-1 8 0,0-2 12 15,-2-1-5-15,2 0 11 0,-2 0 23 0,-1-3-2 16,0 0 2 0,0 0-1-16,0 0-1 0,0 0 6 15,3-12 13-15,-3 6-12 0,0-1 0 0,3 1 5 16,-3-6 6-16,-3 2 11 0,3 3-4 0,0-3 8 0,0 1 2 15,0-4 0-15,3 1-1 0,-3 2 1 0,1-1-3 0,1 4 11 16,-1-1-7-16,-1 2 0 0,3-2-7 0,-3 3 1 16,1 1-10-16,-1-1-9 0,0 1-7 0,0 4-7 15,4-4-16-15,-4 4-10 0,4-2-18 0,-4 2-11 0,0 0-16 16,10 5 2-16,-6 0-17 0,1-1-11 0,-2 2-14 16,2 1-12-16,-2 0-18 0,3 1-17 0,-1 1-30 15,-1 1-36-15,2-3-19 0,-5-1-27 0,3 1-188 16,-1 2-480-16,-2 2 212 0</inkml:trace>
  <inkml:trace contextRef="#ctx0" brushRef="#br0" timeOffset="20958.58">5222 3170 87 0,'0'-3'498'0,"2"-1"-14"15,-2 4-23-15,0-7-37 0,0 3-36 0,0 4-36 16,-2-5-34 0,2 5-33-16,-4-6-32 0,4 6-26 0,-2-5-43 15,2 5-65-15,0 0-67 0,0-4-85 0,0 4-68 16,0 0-43-16,0 0-35 0,0 0-52 0,0 0-60 0,0 0-235 16,-6 15-570-16,3-14 253 0</inkml:trace>
  <inkml:trace contextRef="#ctx0" brushRef="#br0" timeOffset="21226.19">4752 3287 305 0,'-3'-3'413'15,"3"3"-3"-15,-4-6-16 0,4 6-21 0,-4-6-22 32,3 2-14-32,-1 2-26 0,2 2-32 0,-4-5-27 0,4 5-27 15,0 0-24-15,-4-2-35 0,4 2-42 0,-4-4-76 16,4 4-69-16,0 0-60 0,0 0-62 0,0 0-79 16,0 0-79-16,0 0-270 0,0 0-617 0,0 0 273 15</inkml:trace>
  <inkml:trace contextRef="#ctx0" brushRef="#br0" timeOffset="24035">2078 4250 169 0,'0'0'165'0,"0"0"-1"16,0 0-4-16,-7 0-2 0,7 0-4 0,0 0 2 15,-8 0-7-15,8 0-2 0,0 0-7 0,0 0-5 16,-10 0-7-16,10 0-9 0,0 0-9 0,-9 0-10 16,9 0-10-16,0 0-9 0,0 0-6 0,0 0-3 15,0 0-16-15,0 0-5 0,0 0-6 0,-8-1 0 16,8 1-8-16,0 0-7 0,0 0-5 0,0 0-4 16,0 0 1-16,0 0-5 0,0 0 1 0,0 0-3 15,0 0 1-15,0 0 0 0,0 0-4 0,25 1 1 16,-18 0 0-16,7-2-4 0,-2 0 0 0,0-2 0 15,6-1 4-15,4 2-10 16,-3-1 7-16,4-3-6 0,0 2 2 0,7-2-2 0,-4-2 1 16,5 4 0-16,-1-4-3 0,0 2 2 0,-8 1-1 15,1 2 1-15,5-3-4 0,-6 0-13 0,0-1 5 16,-2 6-1-16,5-4 2 0,-6 0 0 0,0-1 0 0,0 2 3 16,-4 3-3-16,0-4 1 0,-3 3 2 0,-1-1 0 15,4 0 2-15,-1 1 0 0,-4-2-3 0,3 2 7 16,-2-1-4-16,2 1 0 0,-3-2-1 0,-1 3 4 0,6-2-1 15,-4 0-3-15,1-1 4 0,-1 1 0 0,0-1 3 16,1 1-6-16,-1-1 0 0,3 3 2 0,-2-3-4 31,0 2 6-31,3-1-3 0,-2 1-1 0,0-2 2 16,-1 1-1-16,3-1 3 0,-7 2-2 0,2-1 0 0,2 1-2 16,-1-1 2-16,-1 2-1 0,-1-3-2 0,-1 1 1 15,-1 2 3-15,3-2-3 0,0 1-1 0,0 1 5 16,-2-2-3-16,3 1 0 0,0-1 2 0,1 0-1 0,-1-1-2 15,-3 3 0-15,3-1 8 0,3-2-9 0,-3 1 3 16,2 1-1-16,1-2-1 0,-5 0 0 0,3 3 2 16,1-2 1-16,-1 1 3 0,0-1-4 0,-2 0-1 15,5 1-1-15,-3-1 1 0,0-1 0 0,0 4 3 0,1-3-5 16,0-1 2-16,-2 2 2 0,3-2-3 0,-1 1 1 16,1 0-1-16,-2 2 2 0,1-1-2 0,0-1 1 0,-2 2 2 15,1 0-5-15,2-4 4 0,-2 4-1 0,3 0 2 16,-3 0-3-16,0-2 4 0,2 2 0 0,0-2-3 15,-1 1 1-15,1 1-4 0,2-1 3 0,2-1 2 0,1 1-3 16,0-1 1-16,-3 0 2 0,5 1 0 0,-1 1-1 16,1-1 1-16,-4 0-1 0,1 1 5 15,2 0-7-15,-1-2 0 0,2 2 2 0,-2-2-3 16,-3 1 3-16,3-1 4 16,-6 3-4-16,5-2 8 0,0-1-10 0,-4 1 2 15,0-1 0-15,0 0-3 0,4 2 8 0,-6 0-6 16,2-1 0-16,6 0-1 0,-6-1 0 0,3 1 3 15,-2-1 0-15,3 2-1 0,-3 0-6 0,3-3 5 0,-3 1 0 16,2-2 1-16,2 5 1 0,3-2-3 0,-4-1 1 16,2-1 2-16,-2 1 0 0,1 2-1 0,0-3-2 15,0 3 4-15,1 0-3 0,1 0 1 0,-3 1-2 16,1-3 8-16,-6 3-8 0,2-1 3 0,0 0-2 0,0 0-1 16,4-1-1-16,-4 1 3 0,-1-2 1 0,1 3-2 15,0-1-1-15,-2-2 3 0,6 2-1 0,0-2-1 0,-1 3-1 16,1-1 2-16,-3 0 2 0,2-1-1 0,1-2 1 31,0 4-2-31,2-5 0 0,0 3-1 0,-2-1-1 16,2 1-1-16,0 1 5 0,0-4-4 0,1 0 2 15,2 3 0-15,-4-2 3 0,4 2-4 0,4-2 1 0,-6 3-1 16,1-3 0-16,-1 0 0 0,7 0 9 0,-6 0-9 16,1 2 1-16,-1-2-3 0,-1 3 4 0,1-3 1 0,0 1-2 15,1 1-2-15,-1-2 1 0,6 3 2 0,1-6-3 16,-7 4 2-16,2 2-1 0,6-4-1 15,-1 1 3-15,0-1 4 0,3 1-8 0,-4 0 3 0,3-1 2 0,3 2 1 16,-4-1 1-16,2 0 7 0,1 1 7 0,3-4-2 16,-1 5-1-16,-2-2 1 0,2-1 1 0,-2 0-3 15,5 3 4-15,0-2 4 0,-2 0 2 0,-1-1-1 16,-4 0-1-16,4 1 1 0,-2 2-5 0,0-2 4 0,1-1-5 16,0 3 0-16,0 0-4 0,-3-2-1 0,2 3 0 15,-3-4 7-15,-2 1-7 0,1 3-5 0,1-2 3 16,2 0-2-16,0-2-1 0,1 1 0 0,-2 3 0 15,1-2-3 1,-2-1-2-16,2 1 1 0,2 0 1 0,-3 3-1 16,-2-2-5-16,1-1 6 0,-3 1-1 0,-6 0 1 15,9-1-6-15,-9 2 2 0,-7 0 1 0,5 1 1 16,2-3-1-16,-7 2 1 0,4 1-2 0,-4 0 3 16,-4-1-1-16,4 0-2 0,-4 1 1 0,2-2 0 0,-3 2-2 15,1 2 2-15,1-4-4 0,-1 4 0 0,1-2 2 0,2 0 2 16,0 0 0-16,-4 1-5 0,1-1 7 0,-1 2-6 15,-1-2 10-15,-2 0-9 0,-7 0 2 0,8 3 2 16,-2-3 9-16,-6 0-7 0,5 1 12 0,-5-1 13 0,0 0 11 16,0 0 18-16,0 0-3 0,0 0 4 0,0 0-9 15,0 0-1-15,0 0-6 0,0 0-6 16,-31 0-2-16,10 0-1 0,-9 1-8 0,-4 2 1 16,-4-1-5-16,-19-1 0 0,-3 1-4 0,-5 2-10 0,2 1-17 15,-4 0-37-15,-4 1-40 0,0 0-45 0,3 0-56 16,0 2-91-1,0-3-265-15,0 6-587 0,4-5 259 0</inkml:trace>
  <inkml:trace contextRef="#ctx0" brushRef="#br0" timeOffset="40878.25">13093 1326 293 0,'0'-4'394'16,"0"4"3"-16,0-7-24 0,0 7-17 0,0-5-17 16,2 2-46-16,-2 3-32 0,0 0-27 0,0 0-29 0,0 0-26 15,0 0-32-15,0 0-6 0,0 0-14 0,0 0-17 16,0 0-16-16,0 0-8 0,0 0-8 0,8 15-4 15,-8-7-12-15,3 0-6 0,-1 0-3 16,-2 2-7-16,3 3-3 0,-2-2-4 0,2 4-4 0,0-2 3 0,-2 3-7 0,2 1-6 16,1-1 0-16,-2-4-3 0,-1 1-3 0,2 0 0 15,-2 0-2-15,4-2-6 0,-5 0-49 0,4 1-12 16,-2-2-19-16,0 1-18 0,1-1-18 0,0 0-11 16,-3-4-23-16,3 1-30 0,-2 1-38 0,0-3-53 0,4 0-38 15,-3 1-233-15,3-1-575 0,-5-5 254 0</inkml:trace>
  <inkml:trace contextRef="#ctx0" brushRef="#br0" timeOffset="41163.36">13110 1313 284 0,'0'-6'313'0,"-2"0"-2"0,-3 2-11 0,5 1-22 0,-3-2-24 16,3 5-31-16,-1-4-22 0,1 4-27 0,0 0-23 16,-1-6-19-16,1 6-9 0,0 0-18 0,0 0-8 15,5 12-10-15,0-6-11 0,-3 4-7 0,6 1-6 16,-3 1-2-16,5 4-7 0,2-1-8 0,-1 3 1 16,0-1-25-16,1 1-9 15,3 2-20-15,0-3-13 0,5 5-13 0,-7-5-12 16,-1-3-26-16,0 1-22 0,-1-2-29 15,2 0-32-15,1-6-37 0,-4 2-43 0,2-1-185 0,-2-1-455 16,-4-3 202-16</inkml:trace>
  <inkml:trace contextRef="#ctx0" brushRef="#br0" timeOffset="41615.03">13383 1390 56 0,'0'0'223'0,"0"-5"-24"16,0 5-26-16,0 0-18 0,0 0-13 0,0 0-17 15,0 0-17-15,-11 12-7 0,10-5-12 0,-2-1-5 0,-2 3-9 16,2 1-12-16,0 2-8 0,-1-3 0 0,-2 4-6 16,0-1-8-16,3 1-4 15,-1 0 7-15,0-1-10 0,0-1-8 0,0 0 1 16,0 1 0-16,0-2-4 0,-2-1-2 0,4 0-5 15,-3-2 3-15,4-1-2 0,-3-3-1 0,4 3 7 0,-3-4-2 16,3-2-4-16,-1 5 0 0,1-5-3 0,0 0 3 16,0 0-2-16,0-18 0 0,1 10 4 0,1-1 1 15,-1-3 11-15,3 0 1 0,0-5 3 0,2-2 4 16,-1 0 9-16,2-2 14 0,-2 3 6 0,2-1 11 16,-5 1 23-16,0 0 11 0,1 4 15 0,1 1 10 15,0-2 10-15,0 2 13 0,-3 4-1 0,2 2 7 0,-3-1-3 16,0 1-9-16,2 2-20 0,-1 1-14 0,-1 4-14 15,0-6-21-15,1 2-15 0,-1 4-20 0,0 0 4 16,0 0-10-16,0 0-5 0,11 14-11 0,-8-5-7 0,5 2-17 16,-4 0-16-16,3 1-13 0,4 6-4 0,1-2-22 15,-2 0-13-15,7 7-7 0,-7-3-8 16,8 2-12-16,-4-6-14 16,4 6-19-16,-1-7-17 0,-4-1-30 0,-1-2-26 15,2 2-35-15,-3-5-38 0,1-1-29 0,-4-2-191 16,3 1-529-16,-4-4 234 0</inkml:trace>
  <inkml:trace contextRef="#ctx0" brushRef="#br0" timeOffset="41982.82">13605 1446 50 0,'0'0'292'0,"-2"-2"-26"0,2 2-25 15,0 0-26-15,-1-5-26 0,1 5-23 0,0 0-21 16,0 0-13-16,0 0-15 0,0 0-11 0,0 0-8 0,6 13-14 15,-2-6-4-15,0-1-9 0,-1-2-6 0,3 2-4 16,5 2-10-16,-5-1 9 0,3 0-16 0,2-1-4 16,-3 0-2-16,2-2-3 0,-2 0-2 0,4-1-4 0,-2 0-2 0,-1-2-5 15,1-1 0-15,-2 0-1 0,0-1-3 0,0-1-2 16,0 0 0-16,-1-2-2 0,-3 0 0 16,2-1-1-1,-1 0-2-15,-2-1 1 0,-1-1 0 0,0-1-3 16,-2 1 20-16,0 1 8 0,0-2 14 0,-3 0 9 0,-1 3 6 15,-1-4-6-15,3 4 5 0,-5-1-7 0,3 0-6 16,-5 0-13-16,-1 1 0 0,1 1-5 0,-4 0-3 16,6 3-1-16,-6-1-8 0,3 2-3 0,-2 0-5 15,4 0-16-15,1 2-32 0,0-1-19 0,1 2-15 16,-1-2-2-16,6 3-16 0,1-4-15 0,1 5-12 0,-1-5-25 16,10 5-28-16,4-4-23 0,0 3-19 0,5-2-6 15,4-4-153-15,-2 4-397 0,2-2 176 0</inkml:trace>
  <inkml:trace contextRef="#ctx0" brushRef="#br0" timeOffset="43588.4">13949 1404 414 0,'8'-2'4'16,"0"2"47"-16,0-2 41 0,-4-1 11 0,-1 2-2 0,-3 1-7 16,0 0 5-16,3-4-4 0,-3 4 4 15,0 0 8-15,0 0 0 0,-15-2 2 0,6 0-2 16,0 2 3-16,0 3-5 0,-3-2-2 0,-1 2 1 16,-2-1-7-16,4 1-8 0,-1 2-5 0,0-1-13 15,1 1-6 1,0 2-6-16,0-1-8 0,3 1-6 0,1 3-3 0,-2-4-3 15,2 4-5-15,3-2-8 0,1 3 3 0,3 0-4 16,-3 0 4-16,6-2-2 0,-3-2-8 0,2 3 0 16,2-4-4-16,1 1 4 0,3 0-4 0,-4-2 2 0,3-1-1 15,0 3 0-15,3-5 0 0,-2-1-3 0,0-1-2 16,1 0 1-16,5 0-2 0,-5-5 3 0,1 1-3 16,1-2-6-16,-3 0 4 0,2-4 3 0,-5 1-5 0,3-2 2 15,-4-1-3-15,2-5-2 0,-2-1 1 0,-1 1-1 16,-1-2-1-16,0 1 4 0,-2-3-6 0,-2 2 5 15,1 1 13-15,-2 0 20 0,2 6 31 0,-2-6 20 0,3 7 14 16,-3-1 5-16,2 0 23 0,0 3 0 0,1 0-2 31,-3 3 5-31,0-1-5 0,4 2-11 0,-3 0-9 16,0 1-12-16,2 4-16 0,-5-6-10 0,5 6-10 16,0-3-14-16,0 3-29 0,0 0-36 0,0 0-9 15,0 0-10-15,0 0-5 0,0 0-2 0,0 0 1 16,4 18 13-16,-3-12-2 0,3 6 1 0,-1 0 17 15,4 4-11-15,-1 0 2 0,3 0-9 0,-2 1-7 16,1-1-2-16,0-3 5 0,1 3-11 0,1-3 5 16,1 1-7-16,-3-3-6 0,3 0 4 0,3-1 1 15,-6-1-1-15,3-4 4 0,-2 2 2 0,3-3 0 16,-2 0 6-16,-2-2 2 0,2-2 1 0,-4 0 7 0,1-2 4 0,0 1 1 0,0-3 0 16,0-2 7-16,-2 1 4 0,2-2 1 0,-4 1 6 15,-1-1 10-15,1-1 20 0,-3 2 8 0,3 0 4 16,-4-1 9-16,1 2 1 0,-2 0 7 0,2 1-3 15,0 4-7-15,-1-6 0 0,1 6-15 0,-4-4-8 16,4 4-5 0,-6-3 3-16,6 3-3 0,0 0-6 0,-15 7-3 15,14-2-5-15,-2-1 9 0,-1 0-15 0,4 2 2 16,0 1-3-16,-1-1 0 0,1 0-5 0,1 2 8 16,-1-2-10-16,7 5 0 0,-2-6 7 0,2 4-3 0,-3-3 4 15,6-1-5-15,0 2-3 0,1-4 3 0,2 2-9 16,0-4-2-16,1 1-1 0,-1-4 2 0,5 1-7 15,-4-1 7-15,1-2-8 0,2-2 3 0,-6 0-1 16,4-4-5-16,-1-1 4 0,-4-1-9 0,0-2-11 16,0 3-3-16,-2-6-8 0,-4-1 0 0,1 0 4 15,-2-2 2-15,-3 1 11 0,-1 1 4 0,-1-2 18 0,-3 4 24 0,1-5 18 16,0 9 17-16,0 0 15 0,-2 1 5 0,2 0 5 16,1 1 4-16,-6 0-2 0,5 4 0 0,0-1-19 15,-2 2-7-15,4 1 14 0,-1-1-27 0,-1 1 8 0,-1 3-16 16,5 1-3-16,-9-2 4 0,9 2-9 0,-11 5-6 15,7 0-14-15,1 0 4 0,1 1-6 0,2 1-1 32,-4 0 2-32,3 2-4 0,-1 1 12 0,2 2-9 15,3 0-9-15,-3 1 8 0,3 0-10 0,-2 0 3 16,4 6-1-16,1-3-1 0,-1-3-3 0,2 5 4 0,4-5-7 16,-3 4-6-16,0-5-5 0,3 1 4 0,1 0-1 15,-1 0-4-15,3 0 4 0,-6-5 3 0,4-1 3 16,0 1 3-16,-2-3 2 0,1 0 1 0,-3 0 7 15,-1-2-7-15,1 0 10 0,-2-1-1 0,-1 0 8 0,3-2-2 16,-8 0 7-16,12 0 10 0,-6-2 2 0,-6 2 11 0,8-2-4 16,-5-2 3-16,2-3 17 0,-2 2 7 0,-2 0 3 15,3-1 0-15,-2-1-8 0,2 2-7 16,0-4-1-16,1 2 4 0,-1-1-9 0,-1 0 5 16,1 2 0-16,-1-1 3 0,-2 1-4 0,3 0-2 0,-2 1-4 15,-2 0-4-15,4 3-4 0,-4 2-7 0,4-4-4 0,-4 4-3 31,4-1-8-31,-4 1 2 0,0 0-4 0,7 5-3 16,-2-1-4-16,-2-1-2 0,1 3-6 0,0-1 0 16,3 1 0-16,-3 1-1 0,1-2 2 0,1 2-2 15,-1-1 2-15,-1-1-4 0,4 0 2 0,-4 0 3 16,2 0 0-16,-2-3 2 0,0 0-1 0,0 1 7 16,-4-3 1-16,8 2 4 0,-4-1 2 0,-4-1-3 0,10-1 6 0,-10 1 2 15,7-4-4-15,-4 2 3 0,-2-1 0 0,0-2 1 16,-1 0 1-16,3 1 1 0,-2 0-1 0,0-2 1 15,-1 2-1-15,3-1 10 0,-3 0-4 0,0 1 12 0,0 4 8 16,0-7-3-16,0 7 1 0,0-6-5 0,0 6-4 16,0 0 0-16,0 0-8 0,2-2-13 15,-2 2-19-15,0 0-10 0,0 0-1 0,0 0 5 16,0 0 1-16,0 0-4 0,0 0 8 0,8 12-2 0,-3-9 7 16,0 1-1-16,1-2 1 0,1 2 0 0,-2 1-2 15,5-1 1-15,1 1 0 0,1-2-1 0,-1 1 1 16,4-2 0-16,-3 1 3 0,3-2 3 15,6 1-4-15,-1-2-2 16,2 5-1-16,-2-5-1 0,3-5 2 0,-2 4 4 0,2-3-5 16,0 3 8-16,0-3-3 0,7-1 4 0,-7 1 2 15,7-1 1-15,-6 0 1 0,2-2-3 0,4-3 11 16,-4 1-2-16,4-1-1 0,-7 3 0 0,4-5-3 0,-6 5 4 16,-2-1 1-16,-2-2 9 0,0-1 18 0,-5 5 13 15,0-3 12-15,-4 4 24 0,3-4 1 0,-4 3 16 16,-3 1 8-16,3-1 14 0,-6 1-2 0,-1 1 11 0,2-4-7 15,-4 3-18-15,4 2-11 0,-4-4-12 0,-2 3-3 16,-3 2-19-16,0-2 0 0,-5 2-8 16,1 2-10-16,0 0 2 0,1 1-9 0,-4 1-8 0,3 1-4 15,0 3 2-15,-2 6 1 0,-2-1-5 0,1-1 6 0,2 6 0 16,1 1-16-16,1 1-5 0,4 0-2 0,-4 0 3 16,8 3-8-16,2 1 7 0,2 6 6 15,1 2-5-15,1-1 0 0,10-1 1 0,-5 0 1 16,7 0 3-16,-3 1-5 0,2-1 7 0,0 3-7 0,1-5 5 15,-2-4 0 1,-2 2 0-16,-1-7-4 0,-2-2 6 0,1 1-5 16,-1-7 7-16,-5 2-11 0,0-6-23 0,2 2-2 15,-5-2 0-15,3-1-6 0,-2-3-35 0,-2-1-72 0,0 0-58 16,0 0-54-16,-6-14-58 0,-2 6-310 0,1-2-670 16,-6-7 296-16</inkml:trace>
  <inkml:trace contextRef="#ctx0" brushRef="#br0" timeOffset="43756.59">14943 1172 60 0,'-5'-9'335'0,"-1"0"-32"16,-1 0-24-16,5 3-19 0,-2 1-24 0,1 0-29 0,3 2-27 16,-1-1-51-16,1 4-77 0,-4-3-57 0,4 3-57 31,0 0-77-31,-10 10-168 0,7-2-330 0,0 2 146 0</inkml:trace>
  <inkml:trace contextRef="#ctx0" brushRef="#br0" timeOffset="44457.08">14352 2130 66 0,'1'-4'270'0,"0"3"-29"15,-1 1-24 1,2-7-26-16,-2 7-25 0,0 0-19 0,0 0-12 16,-10 14-17-16,6-1-11 0,-7 3-9 0,-1 8-14 15,-8 4-7-15,-2 4-7 0,-8 15-5 0,-3 4-4 16,-1 6-7-16,-15 29 6 0,2-6 7 0,-1 0 1 0,3-2-3 0,13-21-2 16,-15 24 8-16,16-26 0 0,-2 2-11 15,-14 22-2-15,15-28-4 0,-2 5-1 0,2 1-2 16,-1 0-5-16,0-1 7 0,1 1-17 0,0-3 1 0,0-4-5 15,5-2 2-15,1-4-6 0,6-11-2 0,2-2-4 16,-1-2-3-16,4-3 4 0,-2-3-4 0,6-5-1 0,2-4-10 16,2-4-23-16,3-1-21 0,-1-2-21 0,1-2-29 31,2-3-36-31,2-2-80 0,0 0-264 0,0 0-503 16,19-11 223-16</inkml:trace>
  <inkml:trace contextRef="#ctx0" brushRef="#br0" timeOffset="45494.87">12372 4427 133 0,'-2'-8'312'0,"-1"2"-17"16,2-1-13-16,-2 3-10 0,3 1-27 0,-1-2-21 15,-2 0-28-15,3 5-21 0,0 0-25 0,0 0-18 16,0 0-14-16,0 0-12 0,0 0-11 0,4 17-4 0,0-6-12 16,0 1-8-16,0 4-8 0,3 0-4 0,-3 5-6 15,4 0-7-15,2-1-10 16,-2-1-11-16,0 0 4 0,3-1-14 0,-3 1-17 0,7 4-27 16,-4-7-31-16,-3-2-37 0,2-4-42 0,-1 0-55 15,1-1-52-15,-1-3-177 0,-2-1-457 0,4-3 202 0</inkml:trace>
  <inkml:trace contextRef="#ctx0" brushRef="#br0" timeOffset="45860.9">12617 4525 79 0,'0'0'147'0,"0"-4"-30"0,0 4-7 15,0 0-18-15,0 0-7 0,3 15-4 0,0-10-8 16,2 4-8-1,-3-2-4-15,0 1-7 0,4 1-3 0,3 2-11 0,-5 0-3 16,2-1-1-16,-1-1-7 0,2 0-1 0,1 1 3 16,-4-4 0-16,2 1-9 0,-2 0-2 15,0-3 0-15,0 1 4 0,3-2 11 0,-3-2 28 0,0 1 15 16,-4-2-2-16,8 0-3 0,-8 0 6 0,11-8-3 0,-6 3 6 16,-1-1 14-16,-1-2 8 0,1-2 8 0,-1 0 9 15,4 2 4-15,-3 0 16 0,1-2 5 0,-5 2 0 16,3 0 10-16,-3 3-2 0,1-1-8 0,3 2-17 0,-4-1-8 15,2 1-17-15,-2 0-11 0,0 4-25 0,0 0-23 16,4-2-8-16,-4 2-5 0,0 0-4 16,4 9-3-16,0-3-6 0,0 1-10 0,3 1-7 15,0 3-7-15,2-2-6 0,2 0-6 0,1 2-14 0,2 1-10 16,1-4-9-16,0 2-23 0,-2-4-26 0,5 1-33 0,1 0-26 16,0-3-26-16,-4 1-25 0,6-4-27 0,-3-1-24 15,-4 0-165-15,-1-4-461 0,0 2 205 0</inkml:trace>
  <inkml:trace contextRef="#ctx0" brushRef="#br0" timeOffset="46130.83">13081 4342 161 0,'-4'-12'309'0,"1"5"-2"16,-2-5-12-16,2 6-4 0,2 1-16 0,-2-1-22 15,3 3-27-15,-1-1-30 0,-1 0-23 0,2 4-20 16,0 0-22-16,0 0-10 0,-2 12-14 0,7-3-12 15,-3 4-11-15,2 5-8 0,2 5-6 0,5 7-1 16,0 2-14-16,1 6-4 0,2-2-4 0,6 13-3 16,0-2-8-16,-3-12-1 0,-2 0-1 0,4 12-9 0,-4-9 6 0,8 6-6 15,-8-11-5-15,-1 3 5 0,1-1-5 0,1 10-5 0,-4-13-1 16,-1-3 0-16,0 1-2 0,-2-2-27 0,-2-3-3 31,0-8-21-31,-3 0-30 0,-1-4-25 0,-3-6-28 16,3 4-17-16,-5-7-39 0,1 0-45 0,-2 0-45 0,3-4-187 15,-11-3-494-15,11 3 219 0</inkml:trace>
  <inkml:trace contextRef="#ctx0" brushRef="#br0" timeOffset="47285.1">13119 4670 166 0,'-2'-7'284'16,"2"2"-4"-16,-3 1-9 0,4 0-14 0,-1 4 1 0,-3-8-19 15,5 3-23-15,-2 1-28 0,0 4-13 0,1-9-19 16,1 6-14-16,-2 3-21 0,1-7-11 0,3 2-12 16,0 1-17-16,-1-3-14 0,6 1-19 0,-5-1-21 15,6 1-10-15,0-1-10 0,0-1-22 0,1 1-11 16,-4-3-12-16,8 4-8 16,-3-1 1-16,0 1 1 0,-1 1 4 0,-4-4 11 15,3 3-5-15,-4 4 7 0,0-1 0 0,-1-2 2 16,-2 3 6-16,-3 2-2 0,6-4-1 0,-6 4 1 0,0 0 2 15,0 0 0-15,0 0 0 0,0 0 5 0,0 0-1 16,-14 11 3-16,8-6 5 0,0 5-4 16,-4-3 0-16,3 2 4 0,-1 0 0 0,0 2 3 0,1-1-6 15,0 0 3-15,3 0 0 0,0 2 4 0,0-3-5 0,2-1 6 16,2 1 0-16,0 0-1 0,2-2 2 0,5 2-1 16,-3-5 5-16,7 2 0 0,-2-3 0 0,2-2 1 15,2 3-2-15,3-4-3 0,2 0 1 0,1-4 6 16,-6 0-10-16,6-3-1 0,-4 0 6 0,0 0-4 15,0 2 0-15,-4-2 0 0,0-1 5 0,1 1 3 0,-4-1 8 16,1 0 15-16,-5-1 13 0,-2 4 17 0,4 0 9 0,0 1-3 16,-3-1-4-16,0 1-6 0,1 2-4 0,-3-2-8 15,-1 4-6-15,5-5-2 0,-5 5-11 0,2-3-2 16,-2 3-7-16,0 0-1 0,0 0 3 16,0 0 0-16,0 0-5 0,14 8-3 0,-12-4 0 0,3-1 2 15,-4 2-6-15,4 2 4 0,-2-1-4 0,1 1-1 16,0-1 4-16,0 1-5 0,-1-1 0 0,0 2 3 15,0-3-8-15,-2 1-3 0,0 0-4 16,1-3-2-16,-1 2 1 0,-4-1 3 0,3-4 0 0,0 7 1 16,-2-5 3-16,2-2 1 15,-6 2 10-15,6-2-5 0,0 0-2 0,0 0 2 0,-13-3-3 16,13 3 3-16,-9-4 0 0,8-1-1 0,-2 0-3 16,0-1 4-16,1-1-1 0,2 1-3 0,1-5 3 15,-1 0-6-15,1-2 5 0,2 0-2 0,0 0-2 16,4-3-1-16,2-1 1 15,-1 0 0-15,1 2 0 0,0 1 0 16,-1 2 0-16,-1 1-1 0,0 1 2 0,1 2 0 0,-1-1 1 16,1 1-1-16,-4 3 0 0,-3 0-3 0,2 1 4 0,1 2-3 15,-2-1-2-15,3 1-1 0,-5 2-4 16,0 0-2-16,0 0 1 0,0 0 1 0,0 0 3 16,0 0 4-16,5 8-1 0,-3-3-1 0,-2 0-1 15,0 0 1-15,0 0 1 0,0-1 1 0,3 2 2 16,-3-1 3-16,4-1-5 0,-4 1 3 0,1 0-2 15,2 0 0-15,-2-1 2 0,1 0-1 0,0-1 0 0,1 1 3 16,-3-4-1-16,8 6-1 0,-7-3-1 0,2-1 1 16,-3-2 2-16,7 4 0 0,-7-4 5 15,7 1-3-15,-7-1 2 0,5 0 1 0,-5 0-3 16,0 0 2-16,0 0 4 0,11-1-5 0,-11 1 3 0,0 0 1 16,4-4 9-16,-4 4 12 0,0 0 3 0,0-4-5 0,0 4 5 0,0 0-4 15,0 0-1-15,4-3-7 0,-4 3-3 0,0 0-6 16,0 0-5-16,0 0 0 0,0 0-1 0,0 0 1 15,0 0 0-15,7 8-3 0,-6-5 2 0,2 1-3 16,0-1-2-16,3 4 2 0,-3-4 1 0,3 4-4 16,-1 1-4-16,2-3 0 0,1 3 1 0,-2-3-3 15,0 0-3-15,0-1-1 0,5 3 2 0,-6-4-2 0,3 1 2 16,-4-2 3-16,3-2 0 0,-7 0 1 0,12 0 3 16,-5-1 1-16,-3-2 1 0,2 1-3 15,-1-3 7-15,1 1 7 0,-4-1 5 16,1 0 17-16,1 1 12 0,-1-4 12 0,-2 4 4 15,2-1 13-15,-3 0 2 0,1 0 2 0,-1 1-2 16,2 0-1-16,-2 4-7 0,1-6 0 0,-1 6-15 16,2-5-4-16,-2 5-9 0,1-4-2 0,-1 4-12 15,3-4-1-15,-3 4-22 0,0 0-16 0,0 0-5 0,0 0 0 16,0 0-1-16,0 0 2 0,0 0-1 0,10 6-4 16,-7-3-9-16,1 0-4 0,0 0-3 0,0 2-4 15,1-1-12-15,1 2-9 0,-2-1-6 0,0 0-13 0,3-3-13 16,-1 1-7-16,-1 2-12 0,0-1-14 0,1-2-23 15,-2 1-19-15,3-2-27 0,-3 0-24 0,4-1-180 16,-8 0-434-16,0 0 193 0</inkml:trace>
  <inkml:trace contextRef="#ctx0" brushRef="#br0" timeOffset="47734.39">14023 4425 255 0,'-6'-2'296'0,"6"2"-6"15,0 0-17-15,-5-3-22 0,5 3-21 0,-3-2-21 0,3 2-23 16,0 0-23-16,0 0-17 0,0 0-18 0,0 0-8 16,-15 5-17-16,14-1-10 0,-1 0-8 15,2 2-10-15,-3 2-5 0,2 1-8 0,1 1-7 16,0 2-3-16,4-1-6 0,-4 3-2 0,4-2-8 0,1 1 4 15,2 3-9-15,0-4-3 0,4-2-3 0,-1 0 0 16,5 1-4-16,1 0-10 0,2-4-8 0,2-1-1 16,0-2-15-16,1-2-5 0,2-2-4 15,0-1-1-15,-2-2 1 0,0-2 5 0,2 0 0 0,-4-3 1 16,-4-1 1-16,1 2 5 0,1-5-1 16,-2 1 4-16,-7 1 1 0,2 0 6 0,-5 0 13 0,3-1 8 15,-5 3 23-15,-2-3 6 0,2 0 13 0,-3 4 13 16,-3 0 6-16,3 0 13 0,-1 1-12 0,-1 1-6 0,-3 0-2 15,3 0-13-15,-3 1-10 0,3 0-8 0,-4 4-4 16,6 0-5-16,-16 2-7 0,9-1-5 0,3 3-6 16,-1-1-4-16,-4 2 4 0,6 2-2 0,-4 0 2 15,2 4-3-15,1-2-10 0,0 3-5 0,4-1-16 16,0 2-8-16,0-3-16 0,3 3-16 0,-3-3-20 0,4 0-32 16,-1 2-45-16,1-3-46 0,5 0-63 0,-5-3-72 0,2-2-172 15,-1-2-549-15,2 1 244 0</inkml:trace>
  <inkml:trace contextRef="#ctx0" brushRef="#br0" timeOffset="48468.07">12469 4310 75 0,'0'0'264'0,"0"0"-24"0,0 0-23 15,0 0-22-15,0 0-24 0,0 0-18 0,0 0-15 16,0 0-11-16,0 0-15 0,0 0-10 0,0 0-10 16,0 0-7-16,0 0-8 0,0 0-5 0,0 0-8 15,0 0-4-15,15 7-3 0,-15-7-7 0,8 0 3 16,-8 0 5-16,7-6 11 0,-7 6 4 0,7-2 11 15,-6 0 1-15,3-1-1 0,-2-1-3 0,-1 0 0 16,1 1 0-16,-1-3-9 0,-1 2 3 0,0 4-1 0,0-8-9 0,0 3-7 0,-3 2-9 16,3 3-6-16,-5-7-3 0,5 7-12 0,-2-3-26 15,2 3-32-15,0 0-39 0,-4-3-26 0,4 3-34 0,0 0-63 16,-4 9-63-16,4-4-218 0,3 0-513 0,-2 2 228 16</inkml:trace>
  <inkml:trace contextRef="#ctx0" brushRef="#br0" timeOffset="49748.21">14289 2164 160 0,'0'0'226'0,"0"0"-8"0,0 0-13 0,0 0-12 15,-4-3-10-15,4 3-27 0,0 0-12 0,0 0-19 16,0 0-12-16,0 0-9 0,0 0-14 0,0 0-11 15,0 0-9-15,0 0-9 0,0 0-8 0,0 0-3 16,0 0-5-16,0 0-4 0,9 11-6 0,0-6-1 16,-3 1-5-16,5 2-3 0,-2 0-4 0,5 3-1 15,4 2-2-15,1 3 0 0,3 2-1 0,1 1-2 16,4 0-4-16,-1 4-3 0,1-2-1 0,-1-2 4 0,1 5-1 0,3 0-3 16,-1 0 1-16,2 2-2 0,-5 1 0 0,4-2 2 15,-1 3-1-15,8 8-2 0,-12-10 2 0,4 2-5 16,-1-2 4-16,2 1-3 0,12 8 2 0,0-1-2 15,-1-4 2-15,-8-6 3 0,0 0-5 0,11 7-2 0,3-3 1 16,-1 0 2-16,0-3-2 0,3 2 3 0,0-2-1 31,-14-7 1-31,2 3-3 0,12 4 2 0,-12-7-2 16,12 3-1-16,-14-5 2 0,0 2-1 0,-1 0 3 0,-2-2-1 16,0 0-1-16,-2 2 0 0,0-3-2 0,0 1 3 15,-3-1 7-15,-8-3-9 0,0-1 0 0,7 6 1 16,-8-4 0-16,-2 0 0 0,1-4-3 0,-7 1 1 0,4 1 1 15,2-1 1-15,-5 2 0 0,-3-2-2 0,5-1 1 16,-4 0 6-16,1 0-6 0,-2 0 0 0,3 0-1 16,-4 1-1-16,7 2 1 0,-3-1-2 0,-2-1 9 15,0 0-9-15,6 5 1 0,-5-6 2 0,0 3-1 0,4 0-3 16,1 0 3-16,-1-1-1 0,-1 1 2 0,-2-4-3 16,3 4 2-16,-1 0-1 0,-3-3 2 0,1 0-2 15,-2 0 2-15,2-1 0 0,0 2-2 0,-3-3-2 16,0 0 2-16,0-1 7 0,-2-1-6 0,-2-1-5 15,3 0 5-15,-3 0 0 0,-1-1-1 0,-1-1 1 0,1 0 2 16,1 2 21-16,-4-4 5 0,3 2 7 16,-3-2 6-16,3 4 3 0,-3-4-2 0,0 0 3 15,0 0-2-15,6 2-2 0,-6-2 13 0,0 0-20 16,4 1-2-16,-4-1 0 0,0 0-3 0,0 0-3 0,0 0-14 16,11-5-17-16,-4 5-33 0,-3-3-40 0,3 2-36 15,-7 1-55-15,9-3-55 0,0 3-259 16,-9 0-522-16,13 3 231 0</inkml:trace>
  <inkml:trace contextRef="#ctx0" brushRef="#br0" timeOffset="50847">16220 4094 139 0,'-3'-7'324'0,"3"1"0"0,3 0 1 0,-6-1 7 16,3 2 5-16,0 0-5 0,0 0-1 0,-1 1-19 16,1 4-22-16,0-6-28 0,0 6-25 0,0-4-32 15,0 4-23-15,0 0-41 0,0 0-5 0,0 0-22 16,0 0-2-16,0 0-13 0,0 0-8 0,6 18-11 15,-2-8-8-15,1 0-15 0,-2 3 1 0,5 4-15 0,0-2-30 0,-1 2-26 16,1 1-34-16,4 0-23 0,-1-2-24 0,0 2-13 16,3 0-14-16,-3-3-22 0,1 0-26 0,-1-1-37 0,1 0-25 15,-1-4-33-15,-3-1-41 0,0-2-225 0,-1-1-574 16,1-3 254 0</inkml:trace>
  <inkml:trace contextRef="#ctx0" brushRef="#br0" timeOffset="51228.99">16486 4221 85 0,'0'-4'201'0,"0"4"-6"16,0-7-12-16,1 3-22 0,-1 4-17 0,0 0-20 15,0 0-12-15,0 0-7 0,0 0-15 0,0 0-12 16,0 0-7-16,7 11-7 0,-7-6-2 0,1 2-11 16,0 0 3-16,3 1-10 0,1 1-4 0,-1 1-5 15,-3-3-6-15,3 1 5 0,0-1-10 0,-1 1 2 16,1-1-3-16,0 0-1 0,2-1-4 0,-2-3 1 15,0 0-3-15,1 1 2 0,-1-3-2 0,-4-1 3 0,12-5-6 0,-5 4 0 16,-3-4 2-16,3-1-5 0,-3 0-2 0,3-2 6 16,1-3 12-16,-4 2 23 0,0 0 16 0,4 0 11 15,-4-2 10-15,-1 3 6 0,1 1 8 0,-1-3-3 16,1 4-8 0,-1-1 0-16,1 4-17 0,-2-2-4 0,-2 1-8 15,5-2-7-15,-4 5-7 0,-1 1-6 0,8-2-3 0,-8 2-10 16,11 3 6-16,-4-1-8 0,5 3-3 0,-4 1-4 15,2-1 2-15,2 3-3 0,0-3-2 0,-1 3-3 16,7 0 0-16,0 1-1 0,-6-3-1 0,3 1-4 0,-3-2 2 16,-1 0-12-16,1-1-7 0,3 2-6 0,-3-3-9 15,2-1-11-15,-4-1-13 0,0 1-7 0,0-4-13 16,-2 2-10-16,1-2-15 0,-2 1-12 0,-2-3-19 0,1-2-15 16,1 1-28-16,-3-3-25 0,3 0-8 0,-3-1-21 15,0-2-112-15,0 0-363 0,-1-2 161 0</inkml:trace>
  <inkml:trace contextRef="#ctx0" brushRef="#br0" timeOffset="51514.36">17002 3875 24 0,'-1'-5'281'0,"1"5"-28"0,0 0-32 0,-3-3-25 15,3 3-22-15,0 0-19 0,0 0-7 0,-4 11-23 16,4-6-13-1,0 2-11-15,3 4-11 0,0 1-8 0,1 5-7 0,3 2-4 16,-1 6-9-16,2 1-4 0,2 0-4 0,2 1-4 16,-1 2-3-16,-1 1-5 0,3 1-4 15,1 1 0-15,-2 2-4 0,0-2-2 0,-1 0-4 16,4-2-2-16,-4 2 1 0,0-2 1 0,0-1-8 0,0-4 5 0,-4-4-8 16,-1-3-1-16,1 0-1 0,0-3-1 0,-3-1-1 15,0-5-20-15,0 0-32 0,-2-4-16 0,0 0-2 16,-1-1-40-16,-1 0-44 0,0-4-50 0,0 0-177 0,0 0-398 15,0 0 176-15</inkml:trace>
  <inkml:trace contextRef="#ctx0" brushRef="#br0" timeOffset="52435.63">17075 4313 52 0,'-4'-9'254'15,"1"3"-9"-15,3-3-12 0,-2 1-10 0,2 3-9 16,-1-3-25-16,2 3-14 0,4 0-15 0,0-2-16 0,4 1-15 15,-2 0-13-15,4-1-13 0,1 1-6 0,2-1-14 16,-1 2-5-16,1-3-12 0,-3 5 0 0,5-1-11 16,-2 0-6-16,-2-3-4 0,0 6-6 0,-1-1 1 15,-1-3-4-15,-2 0-8 0,-2 2-2 0,-1 0-4 0,2 2 1 16,-2 0-4-16,1-1-2 0,-6 2 0 16,5-2-4-16,-5 2-3 0,4-1-1 0,-4 1 0 0,4-4-5 0,-4 4-4 15,0 0 0-15,0 0-2 0,0 0-1 0,0 0 3 16,0 0-6-16,0 0 1 0,7 7 0 0,-7-7-3 15,1 4 2-15,1-1 2 0,0 2-1 0,1-1 0 16,-2 0 2-16,-1-4-1 0,7 5 1 0,-7 0 2 16,3-1-1-16,0-2-1 0,-3-2 4 0,1 5-4 15,-1-5 5-15,5 3 1 0,-5-3 1 0,0 0 1 16,0 0 0-16,0 0 1 0,0 0 3 0,0 0-7 16,0 0 1-16,-6-13 0 0,2 7 0 0,2 2 0 15,2-1 1-15,-4-4-4 0,4 4 4 0,-3-4-1 16,2 3-1-16,-2 0 2 0,3 0 0 0,-4 1 0 15,3 1 0-15,-1-1 0 0,1 1 0 16,1 4-2-16,-1-6-2 0,1 6-3 0,-3-6-1 16,3 6 0-16,0 0-2 0,0 0-1 0,-11 2 3 0,11-2 0 15,-8 3-3-15,8-3 2 0,-10 3 1 16,5 0-2-16,3-1 1 0,2-2 4 0,-6 8-4 16,3-4 2-16,2 1-2 0,0 1 2 0,1-2 2 0,1 2 1 15,0 0-2-15,1-1 2 0,3-2 5 0,-1 5-6 16,1-3 1-16,5-2 2 0,-4-1-1 0,3 5 1 15,-2-3 0-15,2-2-3 0,2 0 3 0,-4 0 0 0,4 2 0 16,-3-3-1-16,0-1 2 0,2 1 1 0,-5-3-3 0,-5 2 0 16,14-3 1-16,-10 3-1 0,3-1 3 0,-7 1 0 31,9-2-3-31,-7-1-1 0,-2 3 4 0,6-5 0 16,-3 4-1-16,-3 1 5 0,3-7-8 0,-2 5 0 0,-1 2 3 15,4-4-3-15,-3 0 1 0,2 0-2 0,-3 4 2 16,3-5-3-16,-2 4 2 0,-1 1 1 0,3-8 0 15,0 6-2-15,-2-1 0 0,5-1-3 0,-6 4 2 16,7-3 1-16,-2 2-1 0,-2-2-2 0,-3 3 0 16,6-4 2-16,-1 3-1 0,-5 1 5 0,9 0-8 15,-9 0 4-15,8-3 0 0,-8 3 1 0,11 1 0 16,-11-1-2-16,8 3 5 0,-8-3-5 0,10 2-2 16,-6 0 1-16,1 1-2 0,-3-2 1 0,-2-1-1 15,6 4 4-15,-3-1-3 0,1 0 1 0,-1 2 1 16,0-2-3-16,-1 0 1 0,-2-3 2 0,3 7-1 15,-2-4-3-15,1 2 1 0,-2-5 1 0,0 4 2 16,0-4-3-16,0 0-2 0,-3 7 6 0,3-7 1 16,0 0 6-16,0 0-6 0,-1 4 1 15,1-4 4-15,0 0 4 0,0 0-2 0,0 0 3 16,0 0 1-16,0 0 6 0,-10-13-1 0,10 13-4 0,0-3-1 16,0 3-4-16,0-5 0 0,0-2 2 0,0 7-1 15,0-3-3-15,0 3-1 0,0-5 3 0,0 5-1 16,0 0-5-16,0 0-5 0,0-8-10 0,0 8-13 15,0 0-15-15,0 0-16 0,0 0-21 0,0 0-15 16,0 0-22-16,0 0-24 0,0 0-34 0,0 0-38 16,0 0-142-16,0 0-382 0,0 0 169 0</inkml:trace>
  <inkml:trace contextRef="#ctx0" brushRef="#br0" timeOffset="53036.35">16297 4376 253 0,'-9'-2'310'0,"1"2"1"0,8 0 8 0,-9 0-6 0,9 0 9 0,-7-1-6 15,7 1-3-15,-4-4-11 0,4 4-8 0,0 0-24 16,0 0-26-16,9-6-24 0,10-2-22 0,7-1-21 16,10-2-19-16,3 0-15 0,18-8-14 0,3 3-13 15,1 2-12-15,-2-2-9 0,3-1-10 0,-3 3-9 16,0 0-6-16,1 0-8 0,-4 1-5 0,-1-2-7 16,-15 8-13-16,12-9-13 15,-15 8-19-15,-1-2-26 0,-3 2-18 0,-2 1-30 16,-9 1-26-16,-1 1-24 0,-7 0-14 0,-3 0-21 15,-2 2-23-15,-4 1-45 0,-1 1-56 0,-4-3-37 0,0 4-35 16,0 0-218-16,-15-6-613 0,-1 3 272 0</inkml:trace>
  <inkml:trace contextRef="#ctx0" brushRef="#br0" timeOffset="53272.64">16422 4098 115 0,'-9'0'340'16,"9"0"1"-16,-8 0-20 0,8 0-22 0,0 0-23 0,0 0-12 16,0 0-34-16,0 0-21 0,18-6-22 0,1 4-20 15,4-1-6-15,11-2-22 0,3 3-18 0,1-3-8 16,16-2-10-16,2 2-12 0,0 0-9 0,-14 0-14 0,14 0-4 16,-14 2 0-16,14-2-10 0,-17 1-7 0,5 3-10 15,-5-2-44-15,-1-1-33 0,-1 3-42 0,-7 1-45 16,3 0-56-16,-10-1-62 0,-2 1-63 0,-7 0-176 15,0 0-524 1,-3 0 232-16</inkml:trace>
  <inkml:trace contextRef="#ctx0" brushRef="#br0" timeOffset="55594.29">16573 4631 155 0,'1'-9'299'0,"0"2"4"0,1 1-8 0,-2-2 0 15,1 3-9-15,-1 0-5 0,3-1-2 16,-3 1-42-16,1 2-18 0,-1 3-26 0,0-5-25 16,0 5-25-16,0 0-19 0,0 0-12 0,0 0-13 0,0 0-6 15,12 11-15-15,-5-2-12 0,-3 0-1 0,7 3-11 16,-1 1 0-16,-1 1-6 0,1 1-5 0,1 1 1 16,2 1-10-16,-1-2-3 0,-2 1 0 0,1 0-4 15,-3-4-2-15,3 3-3 0,-6-3-2 0,4-2-4 16,-3-1 0-16,1 0-8 0,-3-1-14 0,-1-3-3 0,0 0 6 15,-2 0-10-15,3-1 0 0,-4 0 5 0,2-2 1 16,-2-2 3-16,-2 6-1 0,2-6-1 0,-5 3 2 16,-1-2 2-16,6-1-2 0,-12 0 3 0,12 0 4 15,-14 2-10-15,7-2 3 0,7 0 1 0,-13-2 3 0,6 2 0 16,7 0-3-16,-8 0 6 0,8 0-1 0,-8 0-7 16,8 0-3-16,0 0-7 0,0 0-5 0,0 0-2 15,0 0 7-15,0 0-6 0,13-10 6 0,-3 6-8 16,10 1-3-16,1-4 5 0,-2 2-4 0,4 1 1 15,1-1-1-15,-2-3 1 0,9 0-3 0,-9 1 0 16,0 2-1-16,5-6 3 0,-8 3 2 0,0-1 3 16,-4 1 3-16,-4 2 3 0,0-2 2 0,-2 3-1 15,0-3 3-15,-2 1 0 0,-2 1 2 0,0 1 1 16,-2-1 0-16,0 0 1 0,-2 3 3 0,-1-5 1 16,1 3 0-16,-1 2 4 0,-1-4-6 0,0 3 0 15,1 4 3-15,-3-5-2 0,0 3 3 0,3 2-1 16,-5-5-3-16,0 4 1 0,5 1-3 0,-7-1-2 0,7 1 5 15,0 0-1-15,-11 5 1 0,5-3-3 0,2 0-1 16,0 2 4-16,0-2-2 0,3 2 0 16,-2 1 1-16,3-1-1 0,0 1 3 0,1 1-1 15,3-1 0-15,-1 0 2 0,4 0 1 0,4 0-2 0,0 1 1 16,2-1-4-16,2-2-4 0,-1-2-5 0,6 2-4 16,1-1-10-16,2-1-7 0,-3-2-5 0,2 0 1 15,-2-3 0-15,1 3 5 0,-2-5 0 16,-5 3 5-16,-2-1 7 0,1 0-3 0,-2-3 5 0,1 2 6 15,-8 0 0-15,3-1 10 0,-1 1 5 0,-1 2 7 16,-1-3 5-16,-4 2 0 0,1 1-2 0,-1 3-2 16,-1-7-7-16,-2 4 2 0,3 3-2 0,-10-1-2 15,4 1 0-15,6 0 1 0,-14 4-3 0,5 0 0 16,-2 1-2-16,3 0 2 0,-3 1 0 0,3 1 2 16,0 2 2-16,4-4-1 0,-2-1-4 0,1 5 0 15,1-4 2-15,1-1-1 0,0 2 1 0,2-1-1 0,0-1 3 16,1 1 1-16,0-1 1 15,0-4 3-15,0 0-1 0,6 4 5 0,-6-4-3 0,9 0 3 16,-9 0-1-16,12-4 3 0,-5 2 4 0,0-2 8 16,0 1 5-16,-1-1 9 0,2 0 6 0,-4 1 8 15,3-2 7-15,-3 2 7 0,0-1 4 0,0 1 8 16,0 0 6-16,-1-1 4 0,1 0-6 0,-4 4-3 16,2-3-4-16,-2 3-5 0,2-4-7 0,-2 4-15 15,0 0-3-15,2-5 5 0,-2 5-25 0,0 0 2 16,0 0-7-16,5-2-7 0,-5 2-13 0,0 0-17 15,0 0-3-15,0 0-2 0,0 0-11 0,9 5-9 16,-9-5-7-16,7 4-5 0,-4-3-11 0,-3-1-15 16,7 2-15-16,1 0-22 0,-3-1-26 0,4-1-15 15,-4 2-23-15,-5-2-21 0,15-2-17 0,-7 1-13 16,-1 1-1-16,1-2 4 0,0 0 11 16,-2-1 19-16,-1-2 20 0,2 2 24 0,-1 0 27 0,-1 0 38 15,0 1 29-15,-1-3 35 0,-1 2 30 0,0 1 25 16,-3 2 30-16,4-6 21 0,-4 6 13 0,3-2-1 15,0-2-2-15,-3 4-10 0,0 0-7 0,3-4-10 16,-3 4-6-16,0 0-8 0,0 0-13 0,0 0 0 0,0 0-4 16,0 0-5-16,0 0-1 0,0 0-6 15,7 8-1-15,-3-6-1 0,-4-2-1 0,3 6 0 16,0-3-4-16,-2 2-2 0,1-2 1 0,0 1-2 0,1-1 4 0,-2 0-7 16,2 2 2-16,0-2-3 0,-1-1 2 0,-2-2 1 15,3 3 0-15,-3-3 0 0,3 4 0 0,-3-4-3 16,0 0 2-16,0 0-2 0,0 0 1 0,0 0 1 15,0 0 2-15,0 0-2 0,0 0 1 0,0 0 0 16,0 0-1-16,-14-9 0 0,14 9 1 0,3-9 8 16,0 5 6-16,-1 0-4 0,0-2 2 0,2 1 2 15,-3 0 4-15,3 1-2 0,0 0-3 0,-1-1-2 16,1 0-3-16,-1 1 6 0,2 1-12 0,-1 1 0 16,2-1-1-16,-6 3 1 0,5-2-3 0,-5 2-2 15,6-1-2-15,-6 1-1 0,9 0 1 0,-9 0-2 16,7 3 2-16,-1-2 1 0,-1 3-3 0,-1-1 1 0,0 0-1 15,0 1 1-15,0-2 0 0,3 2-3 0,0 1 0 16,0-3 1-16,2 0-2 0,-1 2-4 16,5-2 0-16,0 1-1 0,0-2-9 0,1 1-9 15,8-2 1-15,-3-2-8 0,2-1-2 0,2 1 2 0,-1-2 3 16,1 1 9-16,5-3-7 0,-6 0 4 0,-2 0 0 16,2-1 3-16,0 2 4 0,-3-4 2 0,1 1 1 31,-5-1 3-31,4 0-1 0,-5 3 6 0,-3-2 14 0,-2 0 15 15,2 1 8-15,-3-1 12 0,-1 3 9 0,-3-1 7 16,-1-1 1-16,1 2 4 0,-2 1-2 0,0-2-7 16,0 3-8-16,-2 3-8 0,0-6-5 0,0 6-6 15,-4-4-3-15,4 4-5 0,-6-4-5 0,6 4-2 0,0 0-1 16,-14 4-4-16,9 0-1 0,2-1 2 0,-5 7-5 16,5-2-5-16,1 4 1 0,-3 1 1 0,1 5-1 15,4-2 0-15,0 4 0 0,0-1 0 0,4 4-2 16,1 1 3-16,0 3-2 0,3-1 2 0,0 1-2 15,3-2-1-15,0-1 3 0,0-6 1 0,1 7 2 16,-1-6-2-16,1-4 2 0,-2 2 2 0,2-4-4 16,-5 2-1-16,-3-4 2 0,4-5 0 0,-6 1 4 0,2-1 5 0,-1-4-3 15,0 1 11-15,0-1-8 0,-3-2-21 0,0 0-44 16,0 0-48-16,1-10-63 0,-2 3-79 0,-2-1-219 16,-3-4-496-16,0 0 220 0</inkml:trace>
  <inkml:trace contextRef="#ctx0" brushRef="#br0" timeOffset="55747.34">17880 4389 133 0,'-25'-1'120'0,"-8"4"-19"15,2 0-40-15,-4 0-62 0,-6 4-68 0,-13 2-75 0,-5 0 33 0</inkml:trace>
  <inkml:trace contextRef="#ctx0" brushRef="#br0" timeOffset="56383.63">15053 4363 304 0,'-8'0'350'15,"2"-2"-11"-15,-3 4-10 0,4-1-9 0,5-1-4 0,-15-3-22 16,15 3-18-16,-10-1-31 0,10 1-23 0,-7 0-21 16,7 0-24-16,0 0-17 0,0 0-20 0,0 0-15 0,0 0-12 15,0 0-13-15,0 0-3 0,22 4-10 0,3-3-3 16,8-1-8-16,10 0-8 0,17-4 8 0,2 1-22 15,-2-2-2-15,4-1-3 0,-1 2-10 0,-1-5-3 0,-2 2-5 16,-4-1 9-16,-15 3-17 0,-2-2 13 0,-2 0-13 16,-1 1-4-16,-3-1-1 0,-11 3-6 15,0-1-2-15,-3 2-3 16,-6-1 1-16,-3 1-2 0,-1 0-6 0,-3 1 1 0,-5-2-22 16,-1 2-37-16,0 2-34 0,-9-3-10 15,-6 2-24-15,-6-3-20 0,-14 5-25 0,-3 2-42 0,-3-1-54 16,-4 1-54-16,-16 1-254 0,5 1-622 0,11-2 275 15</inkml:trace>
  <inkml:trace contextRef="#ctx0" brushRef="#br0" timeOffset="61068.37">14947 905 136 0,'-2'-3'137'0,"2"3"-8"0,0 0-9 16,-7-2-3-16,7 2-12 0,0 0 1 0,-10-2-10 15,5 1-3-15,5 1 0 0,-14 2-7 0,5-3-2 16,-2 3 0-16,-1 0-9 0,-1-4 20 0,-6 4-6 16,2 3-5-16,-4-4-4 0,-1 3-10 15,1-3 4-15,-10 6-14 0,1-4-5 0,-2 0-8 0,1 1-2 16,-3 4-6-16,3-6-4 0,-3 3 0 0,1 1-10 16,0-3 5-16,-3 2-4 0,-1-1-5 0,-4-1 0 0,0 3-1 15,-16-1-3-15,16-3 0 0,-16 1-2 0,18 0-4 31,-16-2 0-31,13 3 2 0,-12 1-3 0,-5-3-2 16,18-1-2-16,-14 1 2 0,2 1-2 0,10-1-1 16,3-1 2-16,-2 5 3 0,2-2-7 0,2 0 1 0,-3 0 0 15,2 2-5-15,-1-5 4 0,9 4 1 0,-3 0-4 16,12-1 3-16,-9 0-3 0,1-1 1 0,8 0 4 16,3 1-6-16,0-1 2 0,4-1 0 0,3 2 0 15,-7-1 3-15,8 1-3 0,-4-2-3 0,7-1 3 16,-3 2-3-16,3-1 3 0,-1 1-1 0,0-1-4 0,4 1 4 15,-3 0 1-15,0-2-1 0,2 4 2 0,-1-2-4 16,2-1 2-16,-1 0 0 0,0 0 1 0,0 1 2 16,-1 2-2-16,-1-3-1 0,2 2 0 0,-1-1-1 0,-2-2 2 15,1 4 1-15,0-2 0 0,-3-1-2 0,3 3 2 16,-4-2-2-16,2 1 1 0,1 0 7 0,-2-2-8 0,3 3-2 16,0-2 2-16,-1 2 0 0,0-2 2 15,5 1-3-15,-4-1-2 0,2 0-3 0,-2 0 5 16,0 4-2-16,2-2 9 0,1 3-4 0,-1-4-9 0,2 5 4 15,-4-2-1-15,6 0 1 0,-1 3 4 0,0 0-4 16,-1 2 2-16,1-2 4 0,3 2 0 0,-1 0-3 16,1 1 5-16,1 0-7 0,2 3-1 0,1 0 1 15,-1-3 2-15,1 4-1 0,3-2-2 16,-2-1 4-16,-1 1 1 0,0 2-1 0,3 0 3 0,-4-1-6 16,2 0 7-16,2 2-6 0,1-3 0 0,-2 1 0 15,-1-4 2-15,-2 0-2 0,4 3 4 0,-2-2-5 16,-1 3 4-16,0-1-3 0,2-5 2 0,-2-1 3 15,0 2-7-15,-3 0 5 0,3-2-4 16,0 1 4-16,-1-4-1 0,0 5 0 0,-2-7-2 0,2 3 4 16,-2 1-4-16,3-6 3 0,-1 8 5 0,0-3-10 15,-2-2 3-15,3 1 2 0,0 1 5 0,-1-1 1 16,-2-1-2-16,2 1-1 0,1 2-6 0,2-4-2 16,-3 1 5-16,3 3-2 0,-2-4-1 15,2 0 2-15,-2 3 1 0,1-4-3 0,2 2 2 0,1-1-1 16,0 1 3-16,2 2-3 0,2-5 3 0,0 4 0 15,2-2-3 1,-2 0 6-16,2-1 5 0,1 1-5 0,5 0-1 16,1-1-1-16,0 1 1 0,-3 1 0 0,5-2 1 15,-1-2 5-15,1 1-3 0,4 1 1 0,-4-2 2 16,3 0 0-16,4-1 0 0,-3 3 0 0,-4-2-2 0,-1-1 3 16,0 1-2-16,2-2-1 0,-2 1 2 0,-1 1 1 15,0-2 0-15,1 1 5 0,-3-1-1 0,6 1 2 16,-4 0-1-16,-3-3 1 0,5 5-3 0,-1-2-1 15,-4-2 0-15,2 1-3 0,-5 1 3 0,0-1-4 16,3-2 0-16,1 3-1 0,0 0-4 0,-6-1 6 16,2 1-3-16,2-1-3 0,-4 1 2 0,4 1-4 15,2-2 4-15,-3 1-3 0,3 0-1 0,0 0 0 16,-4-1 0-16,0 2 4 0,-1-1-5 0,4-1-1 16,-4 1 2-16,1 0-3 0,3 0 6 0,-3 1-6 15,0-2 5-15,4 1-5 0,-1-2-2 0,-4 1 4 16,0 1 1-16,2-1-3 0,-2 1 1 15,-1 0 0-15,1-2 0 0,0 1-1 0,-1 0 1 16,1-1 1-16,1 1-2 0,-1 0 2 0,-2-2 0 16,1 2-3-16,2 0 1 0,-1 0 4 0,-1 0-4 15,3-2 2-15,-2-1-3 0,0 2 2 0,4-3-2 16,-3 5-1-16,2-3 7 0,1 2-4 0,-3-1-1 16,3 0 1-16,2-1 1 0,-6 1-3 0,1 2-2 15,5-3 3-15,-1 0 5 0,-4 2-7 0,3 0 2 16,1-2 1-16,-6 2-4 0,6 0 3 0,-5 1-3 15,1 0 4-15,-1-1-3 0,0-1 3 0,6 1-1 0,-7-1-1 0,2 1 1 0,1 0 1 16,-2-2-3-16,5 2 2 0,-1 1-1 16,-3-4 3-16,-1 2-1 0,0 2 1 0,7-4-4 15,-4 3 3-15,4-2-2 0,-5-2 1 0,3 1-3 16,0 2 3 0,0 0 0-16,0 0 0 0,-1 1-1 0,1-5 2 0,-1 4-1 15,-1-1 0-15,2-2 1 0,-1 5-1 0,1-6 0 16,-4 3 1-16,1 0-2 0,-2 1 5 0,2-1-4 15,-2 2 0-15,-2-1 0 0,3-1 1 16,0 1-4-16,-1-3 4 0,1 3 0 0,-4-2 0 16,0 2-1-16,2-2 1 0,-1 0-3 0,3-1 3 0,-4 2 5 15,2 1-7-15,-1-2 0 0,0 0 0 0,1 0 2 16,-2 0-3-16,0 2 1 0,4-1 1 0,-4 0-2 0,0-2 4 0,0 1-2 16,0 1 0-16,1-1 1 0,-7 2 2 0,8-2-3 15,-3 1-2-15,-3-1 5 0,0 2-1 0,3-5-2 16,-2 5 0-16,-1-2 0 0,-1-3 3 0,1 4 1 15,1-1 7-15,-1 1 30 0,-1 0 3 0,-1 0 0 16,3-4-1-16,-3 5 4 0,2-2-16 0,-4-3 4 16,3 2 0-16,2 2 6 0,-3-5-11 0,3 0 2 0,-1 1-4 0,-3 2 1 15,2-5-6-15,-1 3-1 0,3-1-1 0,-4-1-3 16,2 0 2-16,-1 0-4 0,2 1 4 16,-2-2-2-1,-2 0 7-15,1 0 1 0,-1 0 0 0,1-2-12 0,-1 3 13 16,-3-4 10-16,1 3 8 0,-1 0-9 0,0 1 18 15,0-3-8-15,-1 1-12 0,-2 1 19 0,2-1 0 16,-2 1-7-16,-3-1-14 0,4-1 15 16,-3 2 2-16,-1-2 1 0,2 0-3 0,-3 1 0 0,0 0-5 15,-1-1 3-15,-5-3-6 0,4 1-12 0,-3 1 9 16,-2 0-7-16,3 3-2 0,1-4 8 0,-7 1-13 16,3 0 0-16,-3-1-2 0,1 1-8 0,-1-1-1 15,-6-4 0-15,7 7 3 0,-7-5 2 0,-6 0-7 16,10 7-1-16,0-4-4 0,2 2-1 0,-4 0-1 15,-3-3 3-15,-5 3-1 0,10 2 1 0,-7-4-8 16,-2 1 7-16,6 7-8 0,-8-5-4 0,0 3-26 16,-4 1-37-16,6 2-27 0,-5-1-23 0,0 2-18 15,-1 3-33-15,-1 3-37 0,-2 1-59 0,3 1-75 16,-9 4-251-16,5-2-643 0,-1-1 285 0</inkml:trace>
  <inkml:trace contextRef="#ctx0" brushRef="#br0" timeOffset="70641.31">18359 4401 237 0,'-2'-7'243'16,"2"-3"-3"-16,-3 0-6 0,-1 1-14 0,3-1-8 15,-3 1-6-15,1-3-19 0,-2 5-7 0,-1-3-3 16,2 0-10-16,-1 1-7 0,-1-2-2 0,-2 1-10 15,0-2-14-15,1 2-9 0,-4-3-9 0,1 3-7 16,0 1-10-16,-2-1-4 0,-5 1 1 0,2 0-6 16,-2 1-4-16,-2 3 13 0,1-2 2 0,-1 0-13 15,1 3-13-15,1-3-7 0,-4-1-6 0,3 4-9 16,2-3-1-16,-6 2-8 0,3 0-2 0,0 2-7 0,0-1-8 16,-2 0 0-16,2 2-9 0,3-3 4 0,2 4 12 15,-7 0-14-15,4 0-6 0,-3-2-2 0,1 3-1 0,-4-1 3 16,4 1-1-16,0 0-9 0,0-1 0 0,-1 1 0 15,-2 1 7-15,2 0-10 0,2 0-4 0,-7 2 5 16,4-2 0-16,-2 0-4 0,-1 1-3 0,1 1 21 16,-1 0-18-16,-5 0 0 0,-1-1-7 0,2 1 9 15,6-1 0-15,-7 2-3 0,-2 0-2 0,9-2 3 16,-9-1 2-16,3 3 0 0,3 0 0 0,4-4 2 16,-10 2 2-16,10 0-6 0,-2 1 3 0,2 0 2 0,-1 2-2 15,3-3 0 1,-1 1-11-16,2-1 4 0,-2 1-1 0,2 0 7 15,2 0-1-15,-1 0 2 0,-3 2-5 0,5-1 0 0,-1 5 4 16,2-5-1-16,3-1 2 0,-1 4-2 0,-3-2-3 16,1 3 3-16,4-2-4 0,-5 2 5 0,2-3 2 15,0 3-7-15,-1 2 2 0,1-2-5 0,2 1 2 16,-4 0-3-16,1 2 8 0,-2-1-2 0,2 3-9 16,2-1 0-16,-6 0 3 0,2 2-1 0,1-1 4 15,3 0-2-15,-3 1 5 0,1-1-6 0,-1 1 4 16,2-2-2-16,-1 2-1 0,3-2 6 0,-4 2-4 15,4 1-2-15,3-2 5 0,-5 3 0 0,2-3 0 16,2-3 3-16,0 5-7 0,2-4 17 0,-1 0-14 0,0 5-3 0,-3-5 7 0,4 3-5 16,-1-2 3-16,3-2-3 0,-5 1 3 0,3 4-1 15,-1-3-3-15,1 0 2 0,-1-2 6 0,4 3-5 16,-3 0 5-16,-1-2-5 0,1 0 1 0,1 0-4 16,2 2 4-16,-2-1 2 0,-1-3-1 0,2 3-4 15,-2-2 2-15,3 1 3 0,0 0 1 0,0-2-2 16,0 4-4-16,2-3 5 0,-1-2-4 0,1 2 2 15,0 2-2-15,1-3 1 0,0 2-2 0,1-2 22 0,0 2-22 16,1-1 18-16,0 1-16 0,1 0-1 16,0 2-2-16,3 2 4 0,-1-5 0 0,0 1-6 15,0 2 6-15,3 0-3 0,-1-1 1 0,4-1 0 0,-2 4 3 16,4 0 3-16,-1-3 3 0,0 3-6 0,4-1 3 16,0-2-5-16,0 1 6 0,0 2-6 0,3-2 11 15,-2 1-8-15,3-1 1 0,4 5 15 16,-6-5-18-16,2-2 21 0,5 5-22 0,-6-5 3 0,9 3 3 15,-9-2-6-15,-1-2 6 0,11 5-3 0,-8-7-1 16,6 5-3-16,-6-3 4 0,2-1 8 0,5 2-1 16,3 0-1-16,-3-4-8 0,3 1 0 0,-1 0 7 15,1-2 2-15,-1-2-1 0,1 1-7 0,3 0 0 16,-2-2 4-16,3 0 1 0,0 2-5 0,3-4 7 16,-3-1-15-16,3 1 6 0,2-1 18 0,-1 2-15 15,-1-5 4-15,0 2-2 0,1-2 19 0,-3 0-18 16,-1-1 14-16,0 1-19 0,0-1 2 0,0 0-2 15,-1 0 0-15,-2 0 8 0,-1-1-1 0,0-1-1 16,1 1 0-16,-1 0 4 0,3-3-3 0,-3 3 4 16,-7-2 10-16,5 0 1 0,0-4 9 0,-1 4 10 15,1-5 2-15,-8 6 2 0,8-6 3 0,-9 5-2 16,10-5 4-16,-1 0 1 0,-3 0 2 0,-5 2 2 0,6-4-1 16,1 1 2-16,-4-2-4 0,-4 3 7 0,6-5 5 15,-2 0 1-15,-1-1 1 0,1 0 0 16,-3-3-9-16,-2-1-1 0,5 2 7 0,-3-1 11 0,-2-2-7 15,1-1 0-15,-4 1 1 0,0-3 3 0,0 2-2 16,-1-2-5-16,-5 2-1 0,3-2 1 0,-3-3-2 16,-4 4 5-16,-1-4-7 0,0 2 1 0,-1-1-4 15,-6 0-4-15,2 1-1 0,-5-4-8 0,0 1-2 16,-3-1-4-16,-3 1-1 0,-3 0-2 0,0-1-7 16,-5 0-2-16,-2 3-8 0,-4 0-6 0,-1-1-2 15,-14-4-16-15,-5 1-28 0,1 3-33 0,-5-1-41 16,-6 2-55-16,3 1-64 0,-7 4-47 0,-5 4-62 15,-2 1-61-15,-25-4-87 0,28 12-317 0,-1 1-871 0,-2 0 386 16</inkml:trace>
  <inkml:trace contextRef="#ctx0" brushRef="#br0" timeOffset="87056.33">18437 3529 242 0,'3'-10'243'15,"-6"1"-1"-15,3 4-5 0,0-2-7 0,3 1-8 16,-3 2-11-16,-3 1-5 0,3-2-8 0,0 5-14 15,0-6-12-15,0 6-9 0,0 0-28 0,-4-5-16 16,4 5-15-16,0 0-14 0,-2-2-10 0,2 2-8 16,0 0-4-16,-15 5-13 0,8-1-3 0,-4 5-9 15,3-2-3-15,-3 2-5 0,-4 4-2 0,1 0-4 16,1-1 0-16,0 4-4 0,1-2-5 0,0 0-6 16,1 0 2-16,1 1 4 0,3 2-6 0,-2 0 0 15,2 0 3-15,1-1-9 0,0 0 2 0,5 1 2 16,-3-1-5-16,4 2 2 0,-3-3-2 0,6 2-1 0,-2-3 0 15,3 0 1-15,-4-1-14 0,6-1-16 0,-5 2-13 16,6 4-21-16,-3-5-17 0,-3-1-27 0,3-1-39 16,2 1-44-16,-2-3-53 0,1 1-51 0,-1-1-146 15,0-3-469-15,-1 1 208 0</inkml:trace>
  <inkml:trace contextRef="#ctx0" brushRef="#br0" timeOffset="87273.31">18433 3926 161 0,'-8'0'162'16,"8"0"-7"-16,-11 3-16 0,4-2-11 0,-2 0-14 16,4 0-10-16,-5 4-11 0,3 0-10 0,-5-2-5 15,-2 2-13-15,6 2-3 0,-5-1 0 0,0 0-10 16,1 1-7-16,1 2-8 0,0-4-28 0,-4 4-38 0,7-3-44 15,-3-2-42-15,-4 4-107 0,3-4-241 0,0 1 106 16</inkml:trace>
  <inkml:trace contextRef="#ctx0" brushRef="#br0" timeOffset="87458.24">18108 3961 202 0,'0'0'233'0,"0"0"-24"0,0 0-23 15,0 0-17-15,0 0-19 0,0 0-13 0,0 0-14 0,0 0-12 16,0 0-13-16,11 11-7 0,-3-5-8 0,2 1-7 31,-1-2-11-31,2 5-22 0,3 0-43 0,0 5-72 0,3-2-67 16,-1-1-156-16,-1 2-318 0,0 3 141 0</inkml:trace>
  <inkml:trace contextRef="#ctx0" brushRef="#br0" timeOffset="95044.45">3763 4660 76 0,'0'-8'284'16,"-1"3"-14"-16,-2-3-27 0,3 2-24 0,0 0-19 15,0 3-23-15,0 3-19 0,0-6-21 16,0 6-14-16,0 0-11 0,0 0-14 0,0 0-10 16,10 9-10-16,-5-2-6 0,0 2-7 0,1 3-7 0,1 6-8 15,-1-2-4-15,2 4-5 0,-1 1-6 16,4 6-2-16,-2-2-3 0,-2 3-1 0,-1 3 3 0,2-3-10 16,-1 3-1-16,1 2 6 0,-3-2-8 0,1 1 1 15,1 2 7-15,-4-2-1 0,4-1-5 0,-2-2 3 16,-3 0-4-16,5-1 1 0,-4-4 1 0,0 0-1 15,-2-1-1-15,2-4-2 0,1-1 1 0,3 0-4 0,-6-3-1 16,3-2 0-16,0 0 2 0,-2-3-2 0,2 1 1 16,-3-1 1-16,3-1 4 0,-1-3 11 0,2-1-3 15,1 2 8-15,-2-3-1 0,1-1 16 0,2 1 15 16,5-1 2-16,0-3-10 0,2-2 5 0,7-3-7 16,8 0-6-16,4-1 12 0,-6-2-23 0,6-1-5 15,1-1-10-15,-3 2 6 0,1-1-2 0,0 2-6 16,-2-1-3-16,-1 0-2 0,-6 3 0 0,5 0-2 15,-6 0-11-15,-1 2-12 0,-3-1-29 0,-4 3-30 16,0 0-25-16,-3 1-28 0,-3 0-37 0,-2-1-38 16,-6 1-32-16,11-1-32 0,-11 1-228 0,6 0-526 0,-6 0 233 15</inkml:trace>
  <inkml:trace contextRef="#ctx0" brushRef="#br0" timeOffset="95436.94">4451 5167 12 0,'0'0'297'15,"-5"-6"-5"-15,5 6-31 0,-1-3-25 0,1 3-26 0,-5-3-22 16,5 3-14-16,0 0-27 0,0 0-15 0,0 0-12 16,0 0-16-16,0 0 0 0,11 12-16 0,-1-10-10 15,-2 2-6-15,3 1-6 0,9 4 0 0,-5-5-13 16,3 4-5-16,5-3-3 0,-3 0-7 0,2 3-3 15,7 0-3-15,-8-3-2 0,2 1-2 0,-2-2-3 16,1 2-5-16,-2-2 1 0,-1 1-4 0,2 2-2 16,-9-5-3-16,4 2 2 0,-6-1-3 0,0 0-1 15,-3 0 1-15,0-1-4 0,0-1-2 0,-4 1 2 0,-3-2-4 16,9 4 2-16,-9-4-2 0,0 4 1 16,0-1 3-16,0-3-1 0,-6 9-3 0,0-6 5 15,-1 2 0-15,0-1 1 0,-1 1 2 0,-3 2-3 16,2-1-1-16,-5 0 2 0,5 3 1 0,-5-4-4 0,2 3 0 15,1 0 1-15,0-1-3 0,0 0-2 16,2-1-4-16,0 1-12 0,0-1-32 0,4-1-40 16,-1 0-44-16,2 0-64 0,1 1-70 0,2-4-157 15,1-2-454-15,4 5 201 0</inkml:trace>
  <inkml:trace contextRef="#ctx0" brushRef="#br0" timeOffset="97133.08">5191 4949 60 0,'0'-10'301'0,"-1"0"1"0,1 2-13 16,1 2-22-16,-1 1-18 0,0-1-27 0,0 1-28 16,0 1-20-16,0 4-19 0,4-3-17 0,-4 3-13 15,0 0-14-15,11 7-10 0,-3-2-11 0,3 3-13 16,0 6-6-16,0 0-7 0,4 3-8 0,-1 7-3 15,0 2-6-15,-3-1-6 0,4 2 1 0,-3 0-7 32,-1-1-2-32,3-2-5 0,-6 0-4 0,-1-2 0 0,1-3-7 15,-4 0-2-15,0-1 2 0,-1-1-5 0,1-4-3 16,-3-2 2-16,1 2-3 0,-1-2-3 0,-1-4 2 16,2-1 0-16,-2 0 2 0,0 0 7 0,0-2 11 0,0-4 24 15,0 5 35-15,0-5 4 0,-3 2-6 0,3-2 7 16,0 0-2-16,0 0 11 0,0 0-4 0,0 0 3 15,-10-7-8-15,10 7-8 0,-1-6-9 16,1 6-5-16,3-8-9 0,-2 3-4 0,-1 1-8 0,5 0-11 16,1 1 11-16,3-3-20 0,2 0-2 0,0 1 6 15,8-1-15-15,1 2-4 0,1-2-10 0,2 5-1 16,7-1-3-16,-7 0-10 0,-1 1-14 0,1 1-17 16,7-1-15-16,-7 1-14 0,0 1-15 0,-1 0-12 15,0 1-12-15,-5 0-10 0,4-1-9 0,-9 1-19 16,3-1-24-16,-3 0-25 0,-4 0-29 0,2-1-19 15,-2 0-5-15,0 1-12 0,-8-1-198 0,7-1-497 16,-7 1 219-16</inkml:trace>
  <inkml:trace contextRef="#ctx0" brushRef="#br0" timeOffset="97917.61">5818 5172 194 0,'0'0'204'0,"0"0"-23"0,-3-3-20 0,3 3-15 0,0 0-16 16,0 0-20-16,0 0-10 0,0 0-10 0,0 0-7 16,0 0-10-16,0 0-5 0,0 0-7 0,0 0-4 15,0 0-4-15,9 13-4 0,-9-13-3 0,5 3-4 16,1-2 3-16,0 0 2 0,1-1-9 0,-7 0-2 0,20-1 0 16,-6-1-6-16,-2-3 1 0,3 2-4 15,-1-1 0-15,2 0-5 0,-5-3-5 0,8-1 4 16,-7 2-5-16,-1-1 2 0,0 0-2 0,-3-1-5 15,3 0 4-15,-1 2 19 0,-5-3 13 0,-1 3 17 0,-1 0 3 16,0-2 4-16,-2 2-1 0,1-2 7 0,-4 3-6 16,1 0-2-16,-2 0-8 0,0 0-7 15,-2 1-8-15,1 1-8 0,-2 2-6 0,-2-2-3 0,8 3-7 16,-15 3-2-16,5-1-1 0,1 3-4 0,-2 1 1 16,6-1-5-16,-7 2 1 0,2 0-3 0,0 2-2 15,3 1-2-15,1 0 3 0,3 1-4 0,-1 1 0 16,0-1 1-16,5 1 1 0,2-1-4 0,-2-1 2 15,5 0 1-15,3 1-3 0,1 0 1 0,5-2-2 16,5-1 3-16,2 0-3 0,9-2-4 0,-1-4 0 16,4 1-10-16,0-4-10 0,0-4-13 0,-1 0-8 15,1-1-2-15,-3-1-3 0,-2 0 2 0,1-1 7 16,-10-2 2-16,-1 1 3 0,-4-1 6 0,3 0 4 16,-7 1 3-16,-2 1 7 0,-1-2 9 0,0 1 21 15,-1-1 24-15,-5 2 15 0,-1 0 6 0,-2 2 14 16,-1 0 1-16,2-1 7 0,-4-3-1 0,0 5-8 15,-4 1-4-15,1 0-7 0,-2 2-4 0,-1-3-7 16,-2 5-8-16,2-2 1 0,1 4-10 0,-3-1-6 16,2 0-6-16,-1 3 1 0,3 1-7 0,-2 0-2 15,4 0-4-15,-2 3-1 0,-2 0-6 0,5 1 4 16,0-2-7-16,0 4-1 0,2-5-4 0,-1 2-1 16,2 2-4-16,3-1-2 0,-1-2-2 0,0-2-3 15,3 5 3-15,-1-7-2 0,1 1 0 0,-2 0 4 0,3 1 0 16,2-3 3-16,-6-2 1 0,12-5 1 15,-4 4 3-15,-1-3 1 0,1-1 0 0,-1-5 0 16,1 4 0-16,-1-2 11 0,-2-2 8 0,1 1 28 16,0-1 11-16,-1 0 11 0,-1 3 28 0,1-3 5 0,-3 2 9 15,-1 0 10-15,3 1 1 0,-4 0-6 0,2 2-7 16,-1-1-7-16,0 2-12 0,-1 4-13 16,0-8-7-16,2 4-13 0,-2 4-11 0,0 0-11 0,1-5-29 15,-1 5-1-15,0 0-9 0,0 0-22 0,0 0-9 16,12 14-22-16,-8-7-27 0,-1-1-13 0,5 0-14 15,-2 4-13-15,3-2-15 0,-1 2-17 0,3-3-25 16,-3 2-39-16,3-1-35 0,0-2-45 0,1 0-246 16,-1-3-593-16,0 1 262 0</inkml:trace>
  <inkml:trace contextRef="#ctx0" brushRef="#br0" timeOffset="98230.96">6608 4995 162 0,'0'0'228'0,"0"-4"-19"0,0 4-21 16,0 0-18-16,0 0-21 0,0-3-13 0,0 3-13 0,0 0-13 16,0 0-11-16,0 0-10 0,14 3-11 15,-10 0-5-15,3 1-2 0,2-3-14 0,-2 6-5 16,4-1-2-16,0 1-6 0,-3-1-5 0,3 0-4 16,-4 2-1-16,4-2-6 0,-2 3-2 0,-2-4-1 0,-3 2-3 15,4-2-4-15,-4 1-2 0,-1-3 2 0,0 1-3 16,-2 1 0-16,2-3 22 0,-3 2 22 15,0-4 12-15,-4 5 10 0,0-3 17 0,4-2 0 0,-14 4 6 16,10-4 5-16,4 0 10 0,-11-5 5 0,7 4-13 16,-2-1-2-16,0-1-6 0,2 1-14 0,1-3-7 15,-1-1-18-15,4 1-33 0,0-2-40 16,3 0-45-16,1-2-46 0,0 0-55 0,4 0-59 0,0 0-70 16,2-2-225-16,-1 3-552 0,6-4 245 0</inkml:trace>
  <inkml:trace contextRef="#ctx0" brushRef="#br0" timeOffset="99045.56">6895 4951 78 0,'0'0'153'0,"3"6"-7"0,-3-6-20 15,4 5-8-15,0-3-8 0,-1 3-11 0,1-2-3 16,3 1-7-16,-2 1-15 0,-2 3-6 15,2-2-8-15,1 2-2 0,-2-3-7 0,3 3-6 0,-2 3-5 16,-1-2 0-16,-1-3-6 0,3 0 2 0,-5 1-6 16,3 0-4-16,0-1-3 0,-3-1-4 0,2 0 2 15,-2-1-3-15,1 0 1 0,-2-4 7 0,0 4 5 16,0-4 1-16,0 0 9 0,0 0 13 0,0 0 4 16,0 0-4-16,0 0 5 0,-6-13-2 0,6 8-1 15,0-2-5-15,0-1-2 0,3 0 1 0,-2 1-5 16,3-4-3-16,-1 2 0 0,0-2 3 0,1 4-3 15,2-3-2-15,-4 4-4 0,2-1-2 0,0 1-3 16,0 0-5-16,2 0-2 0,-2 2-1 0,0 3-4 16,2-1-4-16,1 0-3 0,-1 0 1 0,-6 2-4 15,12 2 1-15,-4 1-1 0,-1 0-3 0,0 3 1 16,1 0-3-16,4 2 2 0,-5 0-5 0,0 0 2 16,0 4 1-16,2-1-2 0,-2-1 2 0,0 0-1 15,-3 0 0-15,3 1-3 0,0-1 0 0,-3-4 2 16,-2 3-1-16,1-3-2 0,0-1 4 0,1-1 3 15,-1-2 0-15,-2 2 2 0,-1-4 17 0,3 3 9 16,-3-3-1-16,0 0-3 0,0 0 6 0,0 0 7 16,5-9 3-16,-5 4 8 0,0 5 3 0,0-9 2 15,4 3-6-15,-2-1 4 0,-1 2-4 0,-1-1 1 0,0-1-2 16,3 0-3-16,-2 1-3 0,-1 0-4 16,3-3-6-16,-2 5 7 0,2-2-17 0,0 2-4 15,-1 0-7-15,1 3 1 0,2-1-4 0,1-1-11 0,1-1-12 16,1 3-4-16,1 1-7 0,4 0-9 0,-1 0-7 15,4 0-6-15,2-2-7 0,1 4-2 0,1-2-3 16,-2 0-3-16,5-2 7 0,0 2-1 16,0-1 2-16,7 0 6 0,-2-3 5 0,2 2 0 0,-7-4 5 15,5-1 3-15,-5 2 5 0,0-2 2 0,-1 1 3 16,5-3 5-16,-8 1-3 0,-1-1 7 0,-2 0 2 16,-3 3 3-16,-1-2 6 0,-3 0 14 0,-3 5 20 15,2-6 14-15,-1 5 13 0,-3-1 6 0,0 0 4 16,-4-2-10-16,0 4-6 0,0 3-9 0,0-6-2 15,-4 2-7-15,4 4-7 0,-8-2-7 0,8 2-3 16,-14 2 1-16,9 3-8 0,-2 2 2 0,-1 2-4 16,2 0-5-16,1 2 3 0,-1 2 0 0,-2 2-4 15,3 6-2-15,4 5 2 0,1 0-1 0,0 4 0 16,6-2 1-16,1 2 0 0,3-1 1 0,-1 2 1 16,3-2-2-16,2 2 2 0,-3-2-2 0,2 0-3 15,4-1 6-15,-1 0 1 0,-1-5-3 0,-6-2 3 16,-3-4-6-16,5 0 4 0,-2-2-1 0,-2-3 1 15,-4-2 2-15,4 1-13 0,-3-4-17 0,-4-1-3 16,5-1-18-16,-4-3-56 0,-1-2-68 0,0 0-71 16,0 0-69-16,-24-13-163 0,9 1-509 0,-3 0 225 15</inkml:trace>
  <inkml:trace contextRef="#ctx0" brushRef="#br0" timeOffset="99215.56">7238 4797 8 0,'-7'-12'349'0,"-1"1"-28"16,4 0-32-16,-1 1-29 0,-1 0-26 0,2 2-23 0,3 1-25 15,-3 3-37-15,1-1-59 0,0 1-81 0,-2 1-99 16,2 0-90-16,3 3-126 0,0 0-332 0,0 0 147 16</inkml:trace>
  <inkml:trace contextRef="#ctx0" brushRef="#br0" timeOffset="100120.23">8759 4866 99 0,'0'-7'286'0,"-3"-1"-1"16,2 0-12-16,1-1 1 15,-3 3-13-15,0-4-14 0,0 4-18 0,-2-1-20 16,-1 1-24-16,0 1-13 0,2 0-22 0,-7 0-16 15,4 3-13-15,-4 1-14 0,0 1-12 0,0 1-10 0,-2 2-12 16,0 1-5-16,3 4-12 0,-1 0 0 16,1 3-7-16,-5 2-5 0,10-1-11 0,-5 1-2 15,5 0-5-15,-3 4-14 0,5-4-1 0,0 0-4 0,2 3-3 16,1-2-5-16,0-1-9 0,4 0-1 0,3-1-5 16,-2-1 1-16,1-1-3 0,2 0-4 0,4-3-1 15,-4 0-5-15,5-3-12 0,0-1-13 0,-1-2-10 16,3-1 0-16,-2-4-4 0,-1-1-4 0,1-3 1 15,-2 2 4-15,3-3 8 0,-2 3 5 0,-2-4 9 16,-1 2 0-16,-1-1 5 0,-1-3 8 0,-3 2 6 16,3 0 19-16,-2 1 10 0,-2 1 22 0,1 2 6 15,-2-1 7-15,-1 1 7 0,2 2-4 0,-2-2-5 16,-1 5-7-16,3-4-1 0,-3 5-7 0,1-3-5 16,-1 3-3-16,0 0 0 0,0 0-1 0,0 0 1 15,3 9-7-15,-2-3-5 0,3 0-4 0,-1 2-1 16,0 0 3-16,1 1-1 0,-3 0-7 0,6 1 0 15,-3-1-1-15,0-3-4 0,-1 2 1 0,3-2 4 16,-3 1-5-16,0-4 2 0,1 2 3 0,0-3-1 16,-1 1 2-16,-3-3 0 0,0 0 2 0,11-5 0 15,-6-1 1-15,1 0 1 0,-2-3 2 0,1-1 3 0,2 0 7 16,1-1 13-16,-2 0 4 0,6-3 17 0,-7 2 15 16,5 1 3-16,-5-1 9 0,3 0 0 0,2 1 9 15,-3 3-10-15,2-3 1 0,1 5-9 0,-2-2-8 16,-4 3-4-16,3 0-7 0,-3 0-6 0,4 3-8 15,0 1-1-15,3 2-4 0,0 0 1 0,0 4-6 16,1-2-1-16,-1 5-3 0,3 0 0 0,1 0-1 16,-1 4-1-16,2-1-1 0,-2-1-3 0,-1 1-5 15,-4-3 6-15,6 6-6 0,-8-4 2 0,5-1 2 16,-5 1-10-16,1 0-18 0,-1 0-12 0,-3-2-12 16,-4 0-13-16,0 1-16 0,-7 0-31 0,0 0-36 15,-5 5-56-15,-5-5-61 0,-4 1-262 0,-10-1-563 16,1 0 249-16</inkml:trace>
  <inkml:trace contextRef="#ctx0" brushRef="#br0" timeOffset="101041.01">5656 6750 3 0,'3'-6'232'16,"-2"1"1"-16,1-1 2 0,-2 1-4 15,0-2-2-15,1-2-7 0,-2 3-14 0,-1-6 1 16,1 3-3-16,-2-2-16 0,0 5-11 0,0-5-8 0,-3-2-19 16,1 2-5-16,-1-1-9 0,-2 1-12 0,0 0-12 15,0 0-8-15,-2 2-10 0,-6-2-17 0,5 3-1 16,-1 0-3-16,-2 5-18 0,0-3-2 0,0 2-9 16,0 2-9-16,-1 1 18 0,0 2-30 0,0 1 0 15,3 5-7-15,-7-2 3 0,6 4-6 0,-3 1-2 16,4 5-2-16,0 1 1 0,0-2-1 0,3 1-6 15,4 5 1-15,1-2 1 0,1 2-5 0,6-1-7 16,-3-2 4-16,4 1-3 0,0-2 5 0,3 0-7 16,0-3-2-16,3 0 5 0,0 0-2 0,0-4 2 15,2-1 0-15,-1-3-1 0,1-1-1 0,1 0-5 16,1-4 6-16,1-2 2 0,0-3 0 0,-2 0-2 16,1-1 2-16,1-4 0 0,-1-3-3 0,-3-2 4 0,2 1 1 15,-6-3-1-15,1 0-1 0,3 2 0 0,-7-3 5 16,2 0-1-16,-2 1 2 0,-3 3 19 15,2 2 11-15,-2 1 19 0,1 1 18 0,-2 0 5 0,0 5-4 16,0-2-6-16,1 2-12 0,-1 5-11 0,0-6-10 16,0 6-6-16,0-3-6 0,0 3-5 0,0 0 4 15,0 0-1-15,8 13-9 0,-4-6 1 0,0 0 0 16,3 2 2-16,-1 1-21 0,4-1-12 0,-3 1-9 16,3 0-14-16,2 0-12 0,-4-3-10 0,3 2-9 15,0 0-3-15,2 2-16 0,1-8-18 0,-2 2-18 16,-1 0-26-16,-4-3-23 0,6-2-24 0,-3-2-29 15,2-4-16-15,-4 0-18 0,5 0 1 0,-4-2-142 16,-1-3-440-16,-1 0 196 0</inkml:trace>
  <inkml:trace contextRef="#ctx0" brushRef="#br0" timeOffset="101341.05">5874 6633 1193 0,'4'-13'-87'0,"0"2"48"15,0-1 26-15,-1 0 38 0,0 2 34 0,-2 3 25 16,2 0 17-16,-2-2 31 0,3 6 12 0,-4-3-2 0,1 1-14 16,1 1-13-16,-2 1-13 0,0 3-12 0,0-5-11 15,0 5-6-15,0 0-9 0,0 0-9 0,0 0-6 16,0 0-6-16,13 7-1 0,-10-2-4 0,0 3-7 15,1-3-2-15,4 5-6 0,-3-2 1 0,0 2-1 16,3-3-3-16,-4 2-3 0,1-3-1 0,1 1-1 16,-4-1 1-16,3 0-3 0,-1 0-2 0,1 0 3 15,-1-3-2-15,0 0 3 0,-1 1 10 0,1-4 7 16,-4 0-3-16,0 0-6 0,12-5 0 0,-5 0 2 0,1-2 5 16,0-1 13-16,-1 1 11 0,2-2 13 0,-3-4 6 15,2 7 21-15,-1-7 6 0,0 4 14 16,1-2 3-16,-4 1 4 0,3 4-4 0,-2 1-1 0,-2-2-11 15,3 4-23-15,-3-2 0 0,0 1-8 0,1 1-15 16,0 0-9-16,-4 3-2 0,9 0-6 0,-9 0-6 16,15 3-12-16,-9 1-26 0,5 0-28 15,3 2-35-15,-3 2-30 0,5-2-26 0,2 6-26 0,2 2-44 16,1-6-53-16,-1-1-70 0,4 1-269 0,5 0-631 16,1-2 280-16</inkml:trace>
  <inkml:trace contextRef="#ctx0" brushRef="#br0" timeOffset="101709.53">6913 6353 47 0,'0'0'257'15,"-8"2"-29"-15,1 2-24 0,3-2-19 0,-3 5-14 16,-1-1-16-16,1 3-6 0,0 0-6 0,1 1-11 15,0 2-13-15,-2-1-15 0,4 0-10 0,1 0-5 16,3 1-7-16,0 0-10 0,0-1-6 0,6 0-2 0,-2-1-7 16,5 0-3-16,-1 0-4 0,2-2-4 0,2-2-4 15,3 0-3-15,4-2-8 0,-2-2-4 0,0-2-7 16,-3-3-6-16,2 0-7 0,-1-3-4 0,-3 0-6 16,5-4-4-16,-5 3-1 0,-4-4 3 0,0 0-1 15,-1-1-2-15,-2-1-1 0,-5 2 4 0,-2-2 0 16,-1 3 7-16,-4-1 10 0,-4-4 9 0,1 7 5 15,0-3 7-15,-1 5-4 0,-5-3-2 0,2 4-5 16,-2 2-5-16,1-1 1 0,-1 3-4 0,2 2 0 16,-5 2-4-16,5 1 0 0,-1-3-6 0,7 3-19 15,-3 1-19-15,7 1-21 0,-3-2-17 16,5 2-29-16,3-1-46 0,7 0-44 0,2-2-200 16,1 0-421-16,8 1 187 0</inkml:trace>
  <inkml:trace contextRef="#ctx0" brushRef="#br0" timeOffset="101953.05">7246 6364 146 0,'0'0'175'0,"6"4"-19"0,-1 1 1 16,-2 3-8-16,2-1-7 0,1 6-4 0,2 3-10 0,0 2-11 0,0 1-8 16,-1 7-9-16,1 5-10 0,2-3-7 0,-1 5-12 15,-2 3-7-15,4-2-9 0,-3 0 2 0,0 2-5 16,6 0-9-16,-6-4 29 0,0 1-5 0,0-3-7 15,4-1-7-15,-2-1-3 0,-4-7-5 0,-1-3-3 16,2-2-2-16,-3-3-4 0,-2-4-4 0,0-1 1 0,1-2 2 16,-2-2-1-16,-1-1 0 0,0-3-16 15,0 0-24-15,0 0-31 0,0-14-41 0,0 2-51 16,-1-5-33-16,-2-3-47 0,-5-8-135 0,4-3-373 0,0-1 166 16</inkml:trace>
  <inkml:trace contextRef="#ctx0" brushRef="#br0" timeOffset="102201.74">7303 6485 191 0,'-6'-11'265'0,"-1"-1"-6"0,0 1-3 16,3-2-6-16,0 3-3 0,1 0-9 0,5-2-17 0,-2 3-20 15,1-1-14-15,3 1-22 0,-1-1-21 0,3 1-10 16,1 3-12-16,1-2-14 0,2 1-11 0,-2 1-12 0,3 2-8 16,0 0-10-16,-2 2-10 0,2-1-3 0,3 2-3 15,-6 1-10-15,3 1-6 0,-1 0-5 0,0 3-3 16,1 1-4-16,-1 1-6 0,0 0-3 0,-3 1-5 15,3 1-7-15,-1 2-2 0,-2 1-8 0,0 0-5 16,-3 1-6-16,2-2-11 0,0 4-15 0,-4-1 0 16,0 1-14-16,-2-1-6 0,-2 3-5 0,-1-3-13 15,-1 1-15-15,-3 2-29 0,-1-5-32 0,4-1-28 16,-6 1-34-16,2-2-187 0,-1-3-441 0,2-1 195 16</inkml:trace>
  <inkml:trace contextRef="#ctx0" brushRef="#br0" timeOffset="102490.53">7537 5949 246 0,'0'-6'353'0,"0"1"-20"0,-1 2-38 15,1 3-34-15,0-6-29 0,0 6-24 0,0 0-23 0,0 0-13 0,0 0-24 16,1 16-22-16,2-4-8 0,1 0-11 0,2 8-11 15,3 4-10-15,2 6-4 0,0-5-13 16,2 5 4 0,0 0-14-16,-1 2-6 0,1 1-4 0,4-2-2 0,-2 0-7 15,0 0-5-15,1-4-1 0,-5 2-8 0,1-3-9 16,-1 0-17-16,-3-6-20 0,-4-3-16 16,3-1-26-16,-3-4-29 0,0-2-34 0,-4-1-36 0,0-3-53 15,0-2-65-15,-4-1-148 0,-1-1-464 0,5-2 206 16</inkml:trace>
  <inkml:trace contextRef="#ctx0" brushRef="#br0" timeOffset="102739.18">7545 6318 49 0,'-1'-5'221'0,"1"5"-16"0,4-9-10 0,-2 5-12 0,2 0-14 0,5-3-12 16,-2 4-13-16,3-1-17 0,3-1-10 0,-2 1-9 15,3 1-4-15,0-1-11 0,8 3-9 0,-4 0-6 16,1 0-8-1,-4 0-7-15,4 2-7 0,-5 0-4 0,3 0-6 16,-6 2-8-16,4 1 1 0,-1 0-10 0,-1 1 2 16,1 0-4-16,0-2-2 0,-4 5-4 0,3-1-3 15,-1 0 1-15,-4 1-7 0,2-2 3 0,-2 4-5 16,4-3 3-16,-4 1-4 0,0 0-1 0,0 0 1 16,-1-1 0-16,0 2-5 0,-1-3 6 0,0 3-14 15,0-4-24-15,-4 0-23 0,0 1-35 0,1-2-26 16,-2-1-51-16,-1-3-53 0,1 4-119 0,-1-4-362 15,0 0 160-15</inkml:trace>
  <inkml:trace contextRef="#ctx0" brushRef="#br0" timeOffset="103349.51">8049 6235 6 0,'-3'-6'294'0,"3"6"-18"0,0 0-22 15,0 0-26-15,0 0-21 0,-1-2-25 0,1 2-20 16,0 0-18-16,0 0-13 0,0 0-14 0,0 0-11 16,10 15-12-16,-6-10-5 0,1 1-11 0,0 3-10 15,2-1-3-15,0 1-8 0,-2 1 6 0,1 1-9 16,2-2-4-16,-4 1-6 0,4 0-8 0,-1-1-10 16,-3 0-9-16,0-1-9 0,0-2-6 0,-1 1-9 15,0-2 2-15,-2-1 4 0,3 1-3 0,-4-5 4 16,4 4-3-16,-4-4 3 0,0 0-3 0,0 0 4 15,0 0 0-15,11-12 8 0,-10 7-2 0,3 0 9 16,1-4 12-16,-1 0 11 0,1-1-7 0,0-1 6 16,-3 3 4-16,3-2 11 0,-2 0 2 0,1 1-2 15,0 3-7-15,-1-1-2 0,2 1-5 0,-2 1-7 16,0 1 0-16,1 1-5 0,0 0-7 0,-1 1-2 0,-3 2 1 16,9 0-6-16,-9 0-1 0,8 3-3 0,-1 0 1 15,-3 2-2-15,2 0-4 0,1 2 3 16,-2-1-3-16,2 1 1 0,-1 2 2 0,1 0-9 0,0 0-2 15,-2-1 0-15,-1-2 1 0,2 1-3 0,-2-1-1 16,-3-2 0-16,4 1 1 0,-4-2 3 0,3 1 5 16,0-3-5-16,-4-1 9 0,0 0-4 0,0 0 4 15,8-5 0-15,-4-1 2 0,-1 3 3 0,1-5-5 16,0 0 5-16,4-2-2 0,-4 2 5 0,3-3 11 16,-1 0 11-16,-1 0-6 0,3 2 18 0,-2-1 1 15,-2 3 5-15,1-3 5 0,-1 4-2 0,-1-2-1 16,0 4-7-16,0 2-7 0,-1-2-4 0,-2 0-12 15,0 4-8-15,0 0-2 0,0 0-6 0,11 7 6 16,-8-2-3-16,2 0 1 0,-1 5-2 0,0 2-4 16,3-1 1-16,-3 1-3 0,2-1-1 0,-1 1-1 15,2 1-32-15,0-1-12 0,1 2-17 0,-3-4-19 16,4 1-18-16,-4-1-31 0,3-3-40 0,0 1-61 16,-2-4-74-16,2-2-232 0,1-1-576 0,1-2 255 15</inkml:trace>
  <inkml:trace contextRef="#ctx0" brushRef="#br0" timeOffset="103538.59">8685 6140 91 0,'0'0'207'0,"-11"6"-3"0,7-2-12 15,4 3-1-15,0-2-15 0,4 2-6 0,-4 1-13 16,2 3-17-16,0 1-13 0,1 0-9 0,1 3-13 15,0 2-10-15,1 1-10 0,-1-1-2 0,1 1-11 16,-1 0-6-16,-3 0-5 0,3 0-22 0,-2-1-39 16,-1-4-54-16,2-3-75 0,-3-1-237 0,0-2-397 15,1-1 175-15</inkml:trace>
  <inkml:trace contextRef="#ctx0" brushRef="#br0" timeOffset="104435.63">8853 6121 169 0,'0'0'324'0,"-6"-3"-22"0,6 3-23 0,0 0-25 0,-5-2-25 0,5 2-24 16,0 0-18-16,-3-3-25 0,3 3-18 0,0 0-14 15,0 0-8-15,0 0-16 0,0 0-10 0,0 0-8 16,0 0-10-16,22 8-9 0,-13-7-8 0,1 1-1 15,2 1-9-15,2 1-8 0,5 0-2 0,-3 1-10 16,2-1-4-16,-5-1-5 0,2 1 0 0,-1 2-2 16,-3-3-9-16,1 1-4 0,-7-1-6 0,6 2-6 15,-4-2 0-15,-3 0-2 0,0 5-1 0,-1-4 2 0,0 1 1 16,-3 0 0-16,-3 3-2 0,3-2 1 0,-3 4 3 16,0 1-1-16,1-1-2 0,-4 0 0 15,5 1 8-15,-2 0-6 0,1 1 7 0,-1 1-8 16,0 2 1-16,3 0 1 0,3 1 3 0,-3 4-1 0,5-4-2 15,-1 1 1-15,3 2 4 0,-1-1-3 0,3 0 3 16,3 5-2-16,5 0 1 0,3 3 1 0,-1-4-3 16,0 2 4-16,0-1-2 0,0 4 1 0,2-1 1 15,-2-2 5-15,-2 1-8 0,0 3 1 0,-8-9 5 16,3-2-6-16,-3 2-1 0,0-1-1 0,-5-2-1 16,2-3 3-16,-2-2 0 0,-3-3 3 0,-1 0 12 15,0-1 26-15,-4 1 33 0,0-2 22 0,-4 2 21 16,-3-5 6-16,-4-1 2 0,1 0-6 0,-6-2-10 15,2-2-7-15,-5 0-17 0,0-1-5 0,1-6-3 16,3 2-4-16,-1-1-2 0,5-1 11 0,-1-2-10 16,3-2 0-16,0-3-16 0,3-3 0 0,3-1-7 15,3-10-14-15,7-1-20 0,-2-2-13 0,10-3-44 16,2-1-42-16,8-8-37 0,4-1-15 0,2 4-8 0,-4 10-5 16,8-9 5-16,-9 12 12 0,4 0 14 15,-3 0 10-15,0 4 12 0,-8 1 10 0,3 7 13 16,-7-1 5-16,1 3 9 0,-1 1 11 0,-4 4 25 15,-2 1 20-15,-2 3 17 0,0 0 7 0,-2 1-3 0,4 0 0 16,-5 3-12-16,0 2 0 0,-5-6 2 0,5 6-4 16,0 0 2-16,-12 0-5 0,12 0 1 15,-13 6 5-15,4-3-8 0,1 4 4 0,1-1-1 0,-4 1-2 16,3 0-1-16,4 2-2 0,-4 0-1 0,2-1-12 16,5 1-1-16,-4-3-10 0,3 2 2 0,1 0-5 15,1 0-4-15,0-2-1 0,0-1 2 0,1 1 0 16,-1-2 4-16,2 1 3 0,3-2 5 0,-1-1-1 15,-4-2 3-15,7 1 1 0,-7-1 6 0,8-1-1 16,-3-1 1-16,1-1 4 0,-1 0-1 0,1-2 2 16,0-1 6-16,-1 1 4 0,0 0 19 0,2-4 9 15,-2 3 9-15,-1-2 17 0,0 3 9 0,0-3 11 16,-1 0 10-16,0 4 17 0,2-2 0 0,-3 1 10 16,0 0 0-16,-2 2-22 0,0-1-9 0,0 4-9 15,2-3-8-15,-2 3-19 0,2-3 1 0,-2 3-14 16,0 0-10-16,0 0-7 0,10 11-3 0,-6-6-20 15,0 1-5-15,3 3-17 0,-2-1-6 0,2 0-2 16,4-1-15-16,0 2-18 0,-3-2-22 0,3 0-26 16,1-2-45-16,-1 0-48 0,4-3-48 0,-1-2-61 15,-1-1-178-15,1-1-536 0,0-3 238 0</inkml:trace>
  <inkml:trace contextRef="#ctx0" brushRef="#br0" timeOffset="104696.07">9565 5751 132 0,'-4'-5'359'15,"2"-2"-5"-15,-4 2-23 16,5 2-34-16,-2 0-30 0,3 3-28 0,-3-4-22 16,3 4-37-16,0 0-11 0,0 0-26 0,0 0-12 0,0 0-10 15,6 22-14-15,1-13-9 0,0 8-14 0,3 1-8 16,-2 3-1-16,4 5-9 0,2-1-8 0,-7 1-6 15,6 2-7-15,1-1-1 0,-4-1-4 16,5 3-3-16,-3 0-3 0,0-3-10 0,2 2-17 0,-6-1-14 16,4 0-28-16,-5-7-17 0,0 0-26 0,-3-2-22 15,1-2-33-15,1-2-41 0,-2-6-43 0,-3 1-30 16,2-3-211-16,-3-2-495 0,0-2 219 0</inkml:trace>
  <inkml:trace contextRef="#ctx0" brushRef="#br0" timeOffset="104961.52">9711 6068 136 0,'-3'-5'243'0,"2"-4"7"16,-5 3 2-16,4-1 10 0,0 0 0 0,1 1-2 15,-2 4-2-15,3-4-8 0,-1 2-2 0,-2 0-31 0,3 4-3 16,0-4-33-16,0 4-17 0,0 0-21 0,4-5-12 16,-4 5-23-16,8-1-3 0,-1-1-17 0,-7 2-3 15,18 3-12-15,-9-1-10 0,5 1-2 0,-2-1-7 16,0 3-1-16,3 0-8 0,-2 1-5 0,4 0-11 15,-3 3 6-15,1-2-4 0,-3-1-14 0,0 4-23 16,-2 0-5-16,-1-2-25 0,0 3-21 0,1-1-15 16,-4 0-22-16,2 0-9 0,-4 2-13 0,-2-3-10 15,0 0-17-15,-2 0-19 0,0-4-31 0,3 1-19 0,-1-1-17 16,-2-1-9-16,0-4-17 0,2 5-130 16,-2-5-415-16,0 0 184 0</inkml:trace>
  <inkml:trace contextRef="#ctx0" brushRef="#br0" timeOffset="105445.74">10063 6050 39 0,'3'-2'217'0,"2"2"-12"0,-5 0-23 0,2-4-19 15,-2 4-21-15,0 0-13 0,0 0-8 0,0 0-19 0,0 0-10 16,0 0-8-16,12 9-7 0,-10-4-8 0,1 0-4 16,0 0-4-16,1 2-3 0,0-1-7 0,0 1-2 15,2 3-7-15,-1-4 3 0,3 1-8 0,-1 3-5 16,0-4 0-16,1 2-4 0,3-3-4 0,-4 1 0 15,1 1-4-15,4-3 3 0,-5-2-4 0,1-1 1 16,-1 2-4-16,2-3-1 0,-2 0 1 0,-7 0 1 16,11-4-2-16,-5 0-1 0,-4 2 3 0,2-5-2 15,-1 2 1-15,-2-2 2 0,-1-1 17 0,0 0 5 16,0-2 7-16,2 1 9 0,-4 1 4 0,2-1 6 16,-1-1 3-16,-2 1 2 0,3 0 4 0,-1 3-1 15,1 1-4-15,0-3-1 0,0 3-8 0,0 1-5 16,0-2-4-16,0 6-8 0,0-5-10 0,1 0-5 15,-1 5-4-15,0 0-2 0,0 0-4 0,11 2-8 16,-11-2-2-16,11 6-2 0,-4 1-5 0,1-4-1 16,0 4 2-16,1 2-7 0,0-3-2 0,0 2 1 15,0 0 3-15,1 0-4 0,0-2-2 0,0-1 4 16,-1-2 0-16,-5 2 2 0,1-1 1 0,4-1 0 0,-4 0 2 16,-1-2 3-16,3-1 0 0,-7 0-1 0,0 0 3 15,8-2 5-15,-8 2-4 0,4-5-4 16,-1 1 3-16,-3-1-2 0,4 1-1 0,0-3 2 15,0 2 3-15,-4-1-4 0,4-1 3 0,-1-1-2 0,0 5-1 16,1-4-3-16,-3 2 0 0,5 0 0 0,-4 1-1 16,1 3-3-16,0-4-3 0,2 4-9 0,-5 1-26 15,6-3-26-15,-6 3-31 0,5 0-27 0,-5 0-35 16,13 1-46-16,-7 1-50 0,1-1-176 0,-4 1-467 16,-1 1 208-16</inkml:trace>
  <inkml:trace contextRef="#ctx0" brushRef="#br0" timeOffset="105672.77">9737 5752 56 0,'-10'-3'251'0,"-1"-2"-32"15,2 3-21-15,-1 2-23 0,5-1-19 0,-3-1-18 0,2 1-31 0,-1 0-63 16,7 1-77-16,-11 1-66 0,11-1-103 0,-8 3-220 0,8-3 98 16</inkml:trace>
  <inkml:trace contextRef="#ctx0" brushRef="#br0" timeOffset="106121.01">8549 6009 13 0,'0'-4'284'0,"0"4"-16"0,1-5-19 0,-1 5-22 0,3-3-26 0,-3 3-22 16,0 0-21-16,2-3-14 0,-2 3-18 0,0 0-13 15,0 0-13-15,0 0-9 0,0 0-10 0,-6 11-12 0,6-6-7 16,-1 0-13-16,-3 0-8 0,4 0-10 0,0-2-14 16,-1 3-12-16,1 1-22 0,-2-2-24 15,-1-2-30-15,3 2-34 0,0 2-39 0,0-7-38 0,-1 5-143 16,1-5-352-16,0 2 156 0</inkml:trace>
  <inkml:trace contextRef="#ctx0" brushRef="#br0" timeOffset="106435.54">7989 6080 185 0,'0'0'344'0,"-10"-3"-14"0,8 2-11 0,2 1-16 15,-4-2-23-15,4 2-18 16,0 0-27-16,0 0-21 0,-7-5-23 0,7 5-14 0,0 0-27 16,-7-1 1-16,7 1-32 0,0 0-12 0,0 0-12 15,0 0-4-15,0 0-15 0,0 0-10 0,0 0-6 16,16 7-13-16,-16-7-14 0,9 2-15 0,-7 0-21 15,1 0-15-15,-3-2-23 0,7 4-14 0,-6-2-2 16,-1-2-15-16,4 4-10 0,-4-4-21 0,-4 6-28 16,4-6-35-16,0 0-55 0,-4 3-56 0,-3 0-162 15,7-3-473-15,0 0 210 0</inkml:trace>
  <inkml:trace contextRef="#ctx0" brushRef="#br0" timeOffset="107136.94">11182 5611 139 0,'3'-6'370'0,"-1"1"5"0,-2 0-9 16,1 1-14-16,0 0-33 0,1 1-31 0,-2 3-31 15,1-5-33-15,-1 5-27 0,0 0-6 0,0 0-36 16,0 0-15-16,5 14-16 0,-1-2-15 0,1 5-8 0,-1 2-13 16,-3 1-6-16,7 7-7 0,-4 4-15 0,2-2 2 15,-1 5-7-15,1 0 0 0,0-1-10 0,0 2 0 16,0-2-11-16,1-1-5 0,0-1-9 0,-4-3-11 16,1-1-12-16,0-8-28 0,-1 3-17 0,-1-4-22 15,1-6-21-15,-3 0-24 0,2-1-18 0,0-3-27 16,-2-1-24-16,3-2-47 0,-3-3-80 0,0-2-188 15,0 0-539-15,0 0 239 0</inkml:trace>
  <inkml:trace contextRef="#ctx0" brushRef="#br0" timeOffset="107415.65">11197 5594 32 0,'-12'-13'304'0,"4"2"-9"15,1 1-10-15,-1 0-2 0,3 3-4 0,-1-2-14 16,2 3-7-16,4 2-28 0,-3-4-24 0,3 3-14 16,0 1-18-16,3-2-28 0,3 1-9 0,-1 2-15 15,3 1-11-15,3-1-12 0,3 3-10 0,-1 0-14 16,2 1-3-16,0 4-15 0,2 1-11 0,1 1-10 16,-1 1-9-16,3 5-4 0,-5-3-11 0,-1 3-3 15,1 1-5-15,-6 2-6 0,1 0-3 0,-2 0-9 16,-3 2 1-16,-2 2-7 0,-4-1-5 0,-2 3-19 15,-5 5-17-15,0-3-7 0,-6 4-17 0,-1-4-20 16,-5 1-24-16,2 0-40 0,-4-3-37 0,7-5-53 16,-5 2-186-16,2-5-480 0,5 0 213 0</inkml:trace>
  <inkml:trace contextRef="#ctx0" brushRef="#br0" timeOffset="107989.03">11369 5948 78 0,'1'-6'299'0,"2"2"-13"0,-2-3-20 16,6 2-23-16,-3 0-13 0,3-3-25 0,-3 2-19 0,4 0-21 15,3-1-12 1,-1 1-16-16,-1 1-17 0,3 1-12 0,-1-2-1 15,3 3-21-15,-1 0-7 0,1 1-12 0,2 2-3 16,-2 0-10-16,-1 1-6 0,1 0-5 0,-2 2-6 16,1 5-2-16,-2-3-11 0,2 0-1 0,-3 4-12 15,-2 0-1-15,0 1-10 0,-3 1-2 0,-2 0-4 16,1-3 0-16,-2 3-2 0,-2 0 0 0,-3-2-1 16,0 1 2-16,0 0 2 0,-4-3-1 0,-2 1 1 15,4 0 3-15,-1-3 0 0,-1-3 1 0,2 2 5 16,-2-1 1-16,2-2-1 0,1 0 0 0,4-1 6 15,0 0 2-15,-10-5 2 0,10 5-5 0,1-6 2 16,2-2-1-16,1 1-1 0,3 0 0 0,-1-2-3 16,3 1 0-16,1 1 1 0,-1 0-3 0,2 2-4 15,1 0 0-15,-1 1 2 0,1 2 1 0,-1-1-3 16,-1 3-3-16,2 0 1 0,0 0-1 0,0 4 3 16,1 0 0-16,-1-1-2 0,0 2-1 0,-2 2 2 0,3-2-4 15,-2 3 7-15,0-3-2 0,1 0-1 0,-2 0 1 16,2-1 4-16,0 0-2 0,-1 0 2 0,1-2-1 15,2 0 0-15,-3-2 1 0,4-2-3 16,-3-1 3-16,3-2-2 0,-4 3 4 0,-1-6-2 0,0 2 1 16,0-2 0-16,-2-2-2 0,-1 0-1 0,-3 0 1 15,1-1 2-15,-2-1-3 0,-3-1-1 0,0 0 1 16,-3 0-3-16,-2 0-5 0,-2 0-4 0,2 3-3 16,-4 0-9-16,1 1-29 0,-2 1-19 0,-1 1-30 15,2-1-26-15,-4 4-40 0,3-2-36 0,1 2-49 16,-5 0-126-16,6 3-406 0,1-3 180 0</inkml:trace>
  <inkml:trace contextRef="#ctx0" brushRef="#br0" timeOffset="109379.53">11993 5515 272 0,'0'-3'313'0,"0"3"-27"0,3-5-34 0,-3 5-31 0,0 0-23 15,0 0-22-15,0 0-20 0,0 0-15 16,9 16-11-16,-6-7-22 0,-3 4-3 0,4-1-11 16,0 5-11-16,0 1-4 0,-1 0-6 0,2 0-10 15,2 1-4-15,0-1-6 0,-3 1-4 0,4-2-7 0,-2-5-5 16,-1 6-4-16,-4-5-3 0,6-3-4 0,-4 1 0 16,1-1-4-16,-4-5-6 0,4 1-3 15,-1-1-2-15,1-1-1 0,-3-2 0 0,2 1 2 0,5-3-2 16,-8 0-4-16,11-5 1 0,-1 1-5 0,-5 1 3 15,7-3 0-15,0 1-1 0,-2-2 1 0,1 1-3 16,5-1 2-16,-1-1-4 0,0 5 3 0,-1-1-3 16,2 1 0-16,1-1-1 0,-4 3 0 0,-1 0 2 15,3-1 0-15,-4 4-4 0,0 2-3 0,1 0 3 16,-1 2-3-16,-1 0-1 0,-4 1 1 0,3 3 1 16,-4-1-1-16,-1 2 3 0,0 1-3 0,-2 5 3 15,-1-5 0-15,-2 2 2 0,-1-1 0 0,0-1-4 16,-3 2 3-16,0-1 1 0,-2-3 0 0,-2 2 1 15,-4-2 0-15,2-1-1 0,-6-1 2 0,3-1 2 16,-3 1 0-16,3-5 0 0,-4 0-3 0,5-2-3 16,-2-1 1-16,1-1-10 0,2-2-6 0,1 0-4 15,4-2-6-15,2-3-3 0,-2-2 0 0,4-2-6 16,5-6 2-16,0 0-3 0,5 0 2 0,4-7-2 0,0-2-6 16,5-2-5-16,-2 0-2 0,2-2-4 15,1 2-1-15,1-4 5 0,-1 0 6 0,1 3-3 16,-6-1 13-16,0 3 13 0,-4 3 36 0,-1 4 32 0,-3 3 32 15,0 5 25-15,-1 0 2 0,-2 2 8 0,0 2 5 16,1 1 1-16,-2 2-9 0,1 1-12 16,-1 1-13-16,2-1-12 0,-1 2 0 0,-1 0-30 15,0 3-14-15,0 0-1 0,0 0-6 0,0 0-6 0,5 12-5 16,-5-4-2-16,3 2-7 0,3 3 3 0,0 4-6 16,0 0 4-16,1 0-3 0,2 2 1 0,3 7 3 15,-5-7-6-15,7 6 4 0,-3-6-2 0,4 4 3 16,-5 1-4-16,0-6-3 0,0 1-1 0,-1 2-3 15,2-3-3-15,-3 1-11 0,0 0-3 0,2-3 6 16,-2 0 0-16,0 0 2 0,-1-3 0 0,2-2 2 16,-2-1 3-16,2-2-1 0,-3 1 2 0,5-6 5 15,-1 0-3-15,-1-1-5 0,5-2 7 0,-2 0-1 16,0-2 3-16,0-2 1 0,2-3 1 0,-2 0 1 16,-1 1 3-16,0-3 0 0,-1-2-3 0,-1 1 0 15,-2 0 5-15,5-4 0 0,-5-1 2 0,-3 3 14 16,3 0 22-16,-3 1-10 0,-2-1-8 0,1 1 10 15,0-1-5-15,-4 6-1 0,1-2-7 0,-2 2 0 0,-2 0-2 16,0 0-5-16,2 2-3 0,-4 1-4 16,1 1-4-16,-1 0-1 0,-2 2-2 0,-1 2 2 15,2 0-2-15,-4 3-4 0,0 0-5 0,1 3 1 16,2-1-10-16,-2 2 5 0,4-2-6 0,-1 4-4 0,3-1 0 16,1 1 1-16,-1-1-5 0,4 0 2 0,3 0 3 15,-2 0-3-15,5-2 5 0,1 3-2 0,0-4 0 16,3-1 3-16,-2 0 0 0,6-2-5 0,1-4-3 15,-1 2 1-15,6-3-4 0,0-2-4 0,-2 0 3 16,5-3 3-16,-4 0 1 0,-1 0 5 0,-1-2 2 16,1-1 4-16,1 0-1 0,-8 3 8 0,3-2-1 15,-5-1 2-15,1 1 0 0,1 2 8 0,-6 1 2 16,2 0 4-16,-3 0 1 0,0 1 1 0,0-2-1 16,0 4-1-16,0-1-5 0,-4 3-5 0,0 0 2 15,0 0-3-15,0 0 6 0,4 8 0 0,-4-3-2 16,-1 2 0-16,1 0 0 0,0 1-1 0,0 2 1 15,-1-1-2-15,2 2 1 0,2 0 0 0,0-4-2 16,-1 0-2-16,1 1 2 0,0-1 0 0,1 0-2 16,1-1 4-16,-1-2-3 0,3-2 0 0,-1 0 3 15,4-2 0-15,-10 0-2 0,14-4 2 0,-6 0-1 16,4-3 4-16,-3 0 0 0,2-2 1 0,-1 0-3 16,0-1 4-16,-2-1 8 0,0 2 0 0,3-2 4 0,-6 0 13 15,5 0 8-15,-4 1 0 0,1 0 2 0,-1 2-1 16,-2-2 13-16,2 5-1 0,-2 1-6 15,1-1-8-15,-4 1-8 0,2 0-3 0,-3 4-10 0,3-2-8 16,-3 2 0-16,0 0 0 0,0 0-9 0,0 0 9 16,4 10-7-16,-1-4 4 0,-3-1-5 0,1 5-8 15,2-3 2-15,-2-1 1 0,3 5 4 0,-2 0-9 16,0 0 1-16,4 0 4 0,-4-1-4 0,4 0 4 16,-2-3-4-16,0-1-2 0,0 4 3 0,0-6 2 15,3 3 1-15,-3-5-1 0,4 1 5 0,-5 0 3 16,3-3-3-16,-6 0 8 0,12-5 4 0,-7 3 5 15,1-3 10-15,0 0 10 0,1-3 5 0,1 2 5 16,2-2 16-16,-3-1 14 0,2 0 13 0,-1 0 9 16,-1 0 22-16,0 2-4 0,-1-2-1 0,0 4 9 15,1-2-9-15,-3 1-5 0,2 2-6 0,-2 0-6 16,-3 2-17-16,4-4-6 0,-3 4-12 0,-2 2-16 16,5-3-30-16,-5 3-18 0,0 0 16 0,0 0-49 15,11 4-29-15,-7 0-24 0,-1 2-14 0,0-2-13 0,-2 5-20 16,4 0-22-16,-2 1-31 0,-2 2-43 15,1-2-36-15,-2 3-316 0,-2-1-632 0,1 0 281 16</inkml:trace>
  <inkml:trace contextRef="#ctx0" brushRef="#br0" timeOffset="180170.17">9240 8333 252 0,'-3'-11'305'0,"2"1"-7"0,0 0-5 0,-2 4-14 16,3-2-18-16,0 4-28 0,-1 2-29 15,1 2-19-15,-3-4-23 0,3 4-14 0,0 0-14 0,4 13 16 16,1-3-1-16,1 8-15 0,1 0-16 0,2 6 0 16,2 6 21-16,-4-2-24 0,5 3-10 0,-1 2-10 0,1 0-13 15,-1 2-3-15,-1 2-5 0,2-3-8 16,0 1-11-16,-2-1-1 0,-2-3-6 0,1 1-7 0,2-1-41 0,-4-3-32 15,5-1-30-15,-5-1-24 0,-3-7-36 0,0 1-42 16,3-1-48-16,-2-4-44 0,-2-5-53 0,0 0-214 16,-2-2-565-16,-1-3 250 0</inkml:trace>
  <inkml:trace contextRef="#ctx0" brushRef="#br0" timeOffset="180549.25">9129 8418 201 0,'-3'-17'305'15,"0"5"-1"-15,2-3-12 0,0 2-15 0,1 3-26 16,0-1-10-16,2-1-20 0,1 3-10 0,4-1-35 16,-3 3-19-16,4 0-9 0,4-1-20 0,6 2-12 15,2 2-13-15,2 0-5 0,8 3-11 0,0 5 4 16,4 1-18-16,-4 2-9 0,3 5-11 0,1-2 0 15,2 5-6-15,-2 3-3 0,0 2-6 0,-3 0-7 16,2 3 3-16,-2 1-4 0,-2 1-2 0,-2-1-5 16,-5 2 5-16,1 0 6 0,-4 0-3 0,-4 5-46 15,-6-3-15-15,-3-1 2 0,-2-8 6 0,-3 8 0 16,-2 0 6-16,-2-7 0 0,-5 0 14 0,-1-1 4 16,-5 5 3-16,-6-3 4 0,-2-2 4 0,-3-1 2 15,-2-1 1-15,0-4 7 0,1-1-1 0,-2 0-10 16,-1-4 2-16,1 2-1 0,7-5 2 0,-1 1 2 15,3-3-3-15,6-1 0 0,-1 0-3 0,6-1-27 16,1-1-35-16,0 0-51 0,3-3-36 0,4 3-68 0,-5-6-80 16,5 6-262-16,12-10-593 0,-1 6 263 0</inkml:trace>
  <inkml:trace contextRef="#ctx0" brushRef="#br0" timeOffset="180946.05">9957 8693 263 0,'0'0'374'16,"-1"-4"1"-16,-2 1 3 0,3 3-17 15,0 0-20-15,-3-5-29 0,3 5-35 0,0 0-22 16,0 0-35-16,0 0-23 0,-4-2-33 0,4 2-19 16,0 0-18-16,0 0-15 0,1 15-12 0,-1-7-6 15,3 4-8-15,0 1-11 0,0 3-8 0,1 4-7 16,1-2-6-16,2 1-3 0,-3 1-6 0,7 6-7 15,-5-6-5-15,4 4 5 0,0-5-12 0,-1 6 4 0,-2-6-10 16,3 1-3-16,-2-2-10 0,2-2-25 0,-1-1-13 16,0 1-13-16,1-1-27 0,-2-3-4 15,0-4-18-15,-1 0-17 0,1 0-26 0,0-3-36 0,-2-3-53 16,2 1-68-16,-3-5-286 0,-5 2-628 0,15-3 278 16</inkml:trace>
  <inkml:trace contextRef="#ctx0" brushRef="#br0" timeOffset="181151.1">9999 8952 42 0,'-9'-2'312'15,"-1"1"3"-15,6 1-7 0,-3-1 0 0,7 1-16 16,-12-1-15-16,12 1-14 0,-4-3-15 0,4 3-18 0,-6-3-15 16,6 3-35-16,-4-2-26 0,4 2-15 0,0 0-10 15,0 0-17-15,0 0 1 0,22-5-42 0,-11 3-30 16,4 0-34-16,3-2-32 0,2 3-40 0,-2-3-42 15,1 1-52-15,0 2-52 0,1-3-53 0,-5 2-224 16,-1 0-528-16,2 2 234 0</inkml:trace>
  <inkml:trace contextRef="#ctx0" brushRef="#br0" timeOffset="182174.26">10150 8892 178 0,'0'0'231'0,"0"0"-25"0,0 0-19 15,-8-3-21-15,8 3-10 0,0 0-19 0,0 0-13 16,0 0-9-16,18 5-12 0,-9-3-14 0,-2 1-5 16,5 3-11-16,1-2-6 0,1 0-10 0,1 4 0 0,3 0-6 15,-7-2-4-15,8 4-6 0,-4 0-1 16,-3 0-7-16,-1-3-5 0,3 1-3 0,-4 1-1 16,-3 0-4-16,2 0-6 0,-4 0 2 0,3-3-1 0,-4 1 0 15,-4-2 1-15,1-1 9 0,4 1 14 0,-5 0 16 16,0-5 12-16,-5 4 9 0,1-1 17 0,0-2 8 15,4-1 7-15,-12-1 4 0,12 1 9 0,-14-3-4 16,8 0-6-16,-1-1-15 0,2 2-4 0,-1-5-9 16,1 2-8-16,0-1-18 0,3-1-8 0,-1 1-15 15,3 0-22-15,4-4-11 0,0 2-38 0,3-3-30 16,3 1-28-16,2 2-27 0,4-2-25 0,3 0-19 16,0 0-14-16,3 5-22 0,1-5 1 0,6 5 4 15,-6 3-3-15,7-4 8 0,-11 4-1 0,4-1 7 16,-7 1 21-16,3 2 17 0,-4-1 13 0,-4 0 11 15,0 1 17-15,-2 0 17 0,-2 1 22 0,-7-1 28 16,8 1 31-16,-8-1 25 0,0 0 29 0,2 2 18 0,-2-2 16 16,0 0 11-16,-15 3 14 0,5-2 2 0,-2-2-1 15,1 3 1-15,-1 0 4 0,0 2-6 16,-2-2-14-16,3-2-3 0,-4 3-16 0,3 1-6 16,-2-1-4-16,2 3-8 0,1-2-5 0,2 1-5 0,-2 2-8 15,4-1-1-15,3-1-5 0,-2 1-5 0,0 1-2 16,6-1-2-16,-3-1 1 0,3 2-6 0,-1-1 2 15,2-1-2-15,2 1-1 0,2 0 0 0,1-1-4 16,-1-3-3-16,6 2-2 0,1-2-3 0,1 3-2 16,0-7 0-16,-1 2-13 0,2-1-7 0,-2-2-1 15,-1 1 0-15,2-2 0 0,0-1-1 0,-5 1 7 16,0-1 1-16,-4 1 8 0,3-2 13 0,-1 2 22 16,-4-2 21-16,2 3 22 0,-1-4 11 0,2 5 15 15,-3-4 6-15,-1 4-1 0,-1 2-2 0,3-6-5 16,-3 6-18-16,1-4-13 0,-1 4-12 0,0 0-18 15,0 0-18-15,0 0-5 0,0 0-1 0,0 0-5 16,0 0 0-16,14 11-2 0,-11-4 6 0,-1-1-6 0,9 2-2 16,-4 1-2-16,0 1-3 0,1 2-2 0,1-5-1 15,1 2-3-15,-2-1 0 0,3 1-1 16,-1-1-4-16,-4-4-5 0,4 3 1 0,-2-1 0 0,-1-3-2 16,0-2 7-16,-2 0 1 0,-5-1-1 0,11-2 5 15,-6-1-1-15,0-1 4 0,0-3 7 0,-1-1 1 16,1-2 6-16,-2 1-1 0,0-1 15 0,0 0 16 15,-2-1 12-15,2 1 12 0,-3 1 15 0,1-1 0 16,2 4 9-16,-3-2 12 0,1 1-5 0,-1 4-9 16,0-1-11-16,2-3-9 0,-2 7-13 0,0-5-7 15,1 3-18-15,-1 2-21 0,0 0-10 0,0 0-1 16,0 0-1-16,0 0-2 0,12 11 5 0,-8-7-2 16,2 1-1-16,-1 3-3 0,2 0-7 0,1 0 0 0,-1-1 0 15,-2-1-5-15,2 2 6 0,-3-2-4 16,-1 0 3-16,5-1 3 0,-4-2 2 0,0 0 1 15,-1-1 8-15,-3-2 0 0,7 0 4 0,-7 0 0 0,0 0-1 16,13-5 6-16,-11 0 10 0,-1 2-1 0,2-3 20 16,-2 1 23-16,0-1 6 0,1 1 10 0,-1-1-4 15,-1 1-7-15,0-1 3 0,3 2-3 16,-2-1-10-16,1 0-4 0,-1 2-21 0,-1 3 5 0,3-3-12 16,-3 3-3-16,4-3-4 0,-4 3-5 0,0 0-24 15,12 5 5-15,-6-4-10 0,-1 7-14 0,1-3-8 16,4 0-16-16,-3 2-8 0,1 2-11 0,0-3-20 15,3 0-10-15,-4-2-23 0,-1 2-31 0,3-1-41 16,-5-3-37-16,3 2-49 0,-3-3-269 0,0 0-602 16,-4-1 266-16</inkml:trace>
  <inkml:trace contextRef="#ctx0" brushRef="#br0" timeOffset="182341.98">10803 8720 176 0,'-12'-8'345'0,"1"1"-30"0,0-2-28 0,0 2-20 16,3 1-24-16,1 1-27 0,0 0-20 0,-1 1-19 0,4 1-23 15,0-1-44-15,0 2-65 0,0 0-76 0,4 2-91 16,-4-2-88-16,4 2-152 0,0 0-391 0,0 0 173 0</inkml:trace>
  <inkml:trace contextRef="#ctx0" brushRef="#br0" timeOffset="182768">10570 8405 240 0,'0'0'325'0,"0"0"-4"0,0 0 1 0,0 0-10 0,0 0-20 0,-6-4-2 16,6 4-19-16,0 0-29 0,0 0-19 0,0 0-18 16,0 0-19-16,0 0-19 0,0 0-14 0,12-5-11 0,0 3-21 15,6-2-6-15,13-2-13 0,4-1-15 0,8 2-11 16,15-6-3-16,6 1-12 0,4-1-2 0,27-1-4 15,-25 3-7-15,-3-1 2 0,2 1-14 0,-1 1-4 16,1-3-4-16,0 2 10 0,-6 1-14 0,-3-2 2 16,-6 2-10-16,-12 5-2 0,-6-4-1 0,-2-1 5 0,-2 2-18 15,-13 3 7-15,0 0-4 0,-4 0 2 0,-4 1 6 16,-4-3-5-16,1 4 2 0,-4 0 3 0,3-2-11 16,-7 3-14-16,4-2-28 0,-4 2-19 0,0 0-22 15,-12-5-14-15,4 5-20 0,-6 0-20 0,3-1-18 16,-5 1-26-16,2 1-25 0,-1 0-26 0,3-1-34 15,-1 1-29-15,0-1-197 0,2 0-532 0,3-1 236 16</inkml:trace>
  <inkml:trace contextRef="#ctx0" brushRef="#br0" timeOffset="183062.2">11581 8131 175 0,'0'0'213'16,"0"0"-18"-16,0 0-18 0,0 0-13 0,0 0 0 16,0 0 4-16,0 0-6 0,20 5-13 0,-6-2-13 15,1-1-18-15,3 2-8 0,3-2-7 0,8 5-15 16,-6-1-9-16,4-2-5 0,-4 3-9 0,2-1-9 16,-5 2-3-16,-1 1-5 0,3 0-6 0,-3 1-3 15,-1-1-4-15,-3 1-5 0,-6 0-3 0,0 0-6 16,0-1-1-16,-2 2-3 0,-3 3 1 0,0-1-2 15,-1 3-1-15,-6 0 1 0,-3 2-2 0,2 0 0 16,-8 0-3-16,1 2-26 0,0-2-31 0,-8 1-44 16,-1 1-49-16,9-4-63 0,-4-2-188 0,4-4-423 15,4-1 187-15</inkml:trace>
  <inkml:trace contextRef="#ctx0" brushRef="#br0" timeOffset="183712.63">12506 7993 126 0,'-4'-7'294'0,"1"1"-6"0,0 1-7 0,0-1-20 15,2 4-19-15,1-2-25 0,0 4-22 0,0-6-22 0,0 6-15 0,0 0-24 16,0 0-10-16,0 0-13 0,11 10-3 0,0-2-16 16,1 3-11-16,-1 3-2 0,4 2-14 15,-3 1-6-15,-1 0-8 0,8 8-5 0,-4 0-3 0,0 1-5 16,-2 0-4-16,-1-2-1 0,-3 3-5 0,-2-2-5 15,-1 0-1-15,0-6-1 0,-3 1-1 0,-2-2 0 16,-1 3-3-16,-1-9-1 0,-5 5-2 0,3-4 1 16,-2-3-2-16,4-1-2 0,-3-4 11 0,-4 6 38 15,4-9 18-15,-2 2 39 0,1 0 37 0,-1-3 21 16,2 1 15-16,-1 0 5 0,5-2-8 0,0 0-2 16,-10-2-10-16,4-1-7 0,2 0-14 0,4 3-2 15,-7-3-10-15,4 0-14 0,3 3-12 0,-3-3-9 16,3 3-16-16,0-6-13 0,0 6-17 0,4-5-14 15,0 2-11-15,1 1-13 0,5 1-16 0,-4 1-15 16,7-5-19-16,2 3-27 0,3 3-20 0,4-1-18 16,1 1-44-16,-1-1-30 0,8 1-22 0,-2 4-22 0,-3-3-27 15,3 2-31-15,-6 1-47 0,6 0-40 0,-7-2-48 16,-1 0-242-16,-6-1-699 0,5 2 309 16</inkml:trace>
  <inkml:trace contextRef="#ctx0" brushRef="#br0" timeOffset="184473.35">12972 8358 240 0,'-2'-4'250'0,"-1"1"-11"0,0-1-2 0,3 4-3 16,-4-7-7-16,4 4 6 0,-1-1-13 0,1 4-21 0,-2-5 2 16,1 0-14-16,1 5-19 0,-3-5-6 0,3 5-15 15,0-4-20-15,0 4-9 0,0-5-10 0,0 5-15 16,4-4-9-16,-4 4-12 0,2-5 1 0,-2 5-15 15,5-5-7-15,-2 2-7 0,-3 3-10 0,8-5 4 16,-4 2-16-16,4-2-6 0,-1 2-3 0,0-3-7 16,1 4 1-16,-1-2-2 0,1 0-2 0,0-1 0 15,-1 2 0-15,1-2 0 0,-4 1-3 0,3-2 4 16,-1 3-3-16,-2-1 3 0,2 1 1 0,-3-3 0 0,0 3 6 16,-1-1 4-16,0 1 4 0,-1-2 0 0,-1 5 5 15,3-6-7-15,-3 6-9 0,-4-4-5 0,4 4 8 16,-4-5-5-16,1 4-6 0,3 1 0 0,0 0-6 15,-13 0 4-15,13 0 1 0,-13 4-1 0,8 0-3 16,-2-1 4-16,-1 2-5 0,1 3 1 0,-1 0-1 16,1 2 4-16,2 3-3 0,-1-4-2 0,6 2-2 15,-1-3 0-15,-2 5-4 0,7 3 4 0,3-3-7 16,4 3 6-16,1-4 4 0,4 1-1 0,2-3 2 16,11 2 0-16,-1 0-3 0,5-6-2 0,1-1-7 15,3-4-11-15,-1-2-8 0,1-1-12 0,1-3-2 16,-4 0-5-16,0-6-10 0,0 4 6 0,-5 0 6 15,-3-7 2-15,-6 4 7 0,-1-2 6 0,-3 1 3 16,-5-1 6-16,-1 2 13 0,-4 1 9 0,0 0 11 16,-2 0 12-16,-4 1 0 0,0 0 0 0,-4 1-6 15,-4-2-2-15,1 1 1 0,-5 2 4 0,-1 1-9 0,-1 0-6 16,0 1 7-16,-6 1-3 0,1 3 1 0,2 0-4 16,1 1 0-16,-2 2-5 0,2 2 6 0,2-1-5 15,1 2 2-15,3 2 0 0,1-1 0 0,-1 2 4 16,2-2-3-16,3 4-3 0,2 0 2 0,0 0 1 15,2 1-4-15,-1-2 8 0,2 0-4 0,3 0 2 16,1 0 0-16,0-3 0 0,-1 0 0 0,1-2 3 16,4 0-3-16,-2-4 6 0,2 1-1 0,1 2 0 15,3-6-2-15,-2 0 3 0,1-1-4 0,1-1 5 16,-2-2-4-16,-2-3 8 0,3 2 14 0,-3 1 11 16,0-2 4-16,-1 1 9 0,1-3 20 0,-1 3 6 15,-3 1-3-15,0 0-1 0,-1 2-4 0,0-1-5 16,-1 2-4-16,1-3-4 0,-2 4-6 0,2-1-10 0,-3 3-17 15,4-4-18-15,-4 4-27 0,0 0-5 0,0 0 4 16,0 0-3-16,8 7-12 0,-5-3-8 16,1 2-11-16,0 2-11 0,6 0-7 0,-4 2-7 0,3-1-15 15,1 1-14-15,-3-2-13 0,4 1-20 0,0-2-18 16,-1-1-16-16,1-1-26 0,3-3-7 0,-5 2-8 16,0-3-154-16,2-1-404 0,-3-1 179 0</inkml:trace>
  <inkml:trace contextRef="#ctx0" brushRef="#br0" timeOffset="184739.49">13723 8310 306 0,'1'-8'35'15,"5"2"28"-15,-5-3 34 0,2-1 18 0,0 1 0 0,-2 2 20 16,-1-1 14-16,3 2 11 0,-2 1 8 0,1-1-1 16,-2 1-6-16,2 2-15 0,0-2-16 0,-2 5-13 15,0-5-14-15,0 5-14 0,4-4-7 0,-4 4-3 0,0 0-12 16,11 2-7-16,-11-2-9 0,13 5-3 0,-5-2-2 16,3 3-10-16,0-1 4 0,1 0-9 15,2 1-3-15,-2-2-2 0,2 0 0 0,-2 3-3 0,0 0-5 16,1-2 1-16,-4 3-5 0,-1-2-1 0,0 1-3 15,1-5-3-15,-5 2 2 0,2 0-6 0,-3-2 0 16,-2 2 2-16,-1-4 1 0,3 3 3 0,-3-3 7 16,0 0 8-16,-12 5 4 0,7-5 0 0,-4 0 6 15,9 0 5-15,-9-1 3 0,9 1 8 0,-12-3-7 16,8 1-1-16,-1-1-5 0,0-1-12 0,2-1-16 16,2 0-15-16,1-2-33 0,-3 3-34 0,7-2-36 15,-1-2-57-15,2-1-45 0,1-2-53 0,2 1-164 16,0 2-462-16,3-1 204 0</inkml:trace>
  <inkml:trace contextRef="#ctx0" brushRef="#br0" timeOffset="185492.16">14055 8128 127 0,'0'0'159'16,"0"0"-7"-16,0 0-12 0,0 0 7 0,0 0-8 15,0 0-10-15,0 0-13 0,0 0 2 0,8 11-6 0,-5-6-10 16,0 0-10-16,2 0-11 0,-1 1-9 0,2 3-6 15,-1 0-2-15,3-1-8 0,-4 1-4 16,6 0-6-16,-5 0-3 0,6 0-5 0,-1 0-6 0,-2 0-1 16,-3-1-2-16,3-1-2 0,-2 2-4 0,-5-3-12 15,5 0-9-15,-2-1 5 0,-1-2-2 0,-1 1 0 16,1-1 2-16,-3-3 16 0,4 3 12 0,-4-3 1 16,0 0 5-16,0 0 14 0,0 0 11 0,1-12 0 15,-1 6 3-15,2 0 5 0,-1 0 1 0,-1-2 6 16,0 0-1-16,3 0 0 0,-2 2 7 0,2-1-8 15,-2-2-9-15,3 3 2 0,-1-1-4 0,-2 1-7 16,2 1 0-16,-3 1-7 0,2 0-7 0,3 1-9 16,-5 3-7-16,5-3 1 0,-1 1-6 0,-4 2-2 15,0 0-12-15,17 5 5 0,-8-1-19 0,-2 0-5 16,1 1-6-16,3 4-2 0,0-1-5 0,-3 1-2 16,4 0-7-16,2 2-2 0,1 0-2 0,0 0 0 0,-5-4 2 15,4 1-5-15,-3-1 0 0,4-5-2 0,-4 2 0 16,4 0 2-16,-3-3-1 0,1 1 9 0,0-4-8 15,-3 0 4-15,1-1-1 0,2-2 5 0,-5 0-1 16,2-4 0-16,-3 4 8 0,-2-4-3 0,1-2 6 16,-2 3-2-16,0-1 3 0,0 1 9 0,-4 2 13 15,1-2 10-15,-1 2 4 0,0-2 12 0,0 3-4 16,0 0-6-16,-1 0-1 0,-3 1-2 0,4 4-6 16,-6-8-1-16,2 8-4 0,4 0-1 0,-15 0-2 15,15 0-3-15,-12 7 1 0,5-4 1 0,0 2-4 16,-1 0 4-16,4 2-5 0,-1-1-5 0,1-1-3 15,1 2 2-15,1-1-3 0,1 2 4 0,1-4 2 16,3 4-1-16,0-2 1 0,2-3 2 0,3 2-3 0,0 1 2 16,3-2 0-16,3-3 1 0,1-1-1 15,0 0 2-15,1 0 0 0,3-3 0 0,-1 1 1 16,-2-1-1-16,-1 1 3 0,4-2 0 0,-5 2 9 0,-1-1 4 16,0 1 3-16,-2 1 1 0,-4-1 1 0,2 1-4 15,-1-1-1-15,-4 2-3 0,-4 0-4 0,11 0 2 16,-11 0-2-16,8 3-2 0,-4 0-2 0,-1 0-3 15,1-1 0-15,0 2 4 0,-1-1-2 0,-1 3-4 16,0-1 1-16,3 0 3 0,-5 0 2 0,4 0-2 16,-1-2-1-16,-3 1 2 0,4 0 1 0,-4-1 1 15,0-3 16-15,3 4 18 0,-3-4 19 0,4 3 17 16,-4-3 29-16,0 0 14 0,8 0-2 0,-8 0-8 16,0 0-20-16,4-10-1 0,0 6-9 0,-1-2-13 15,0 0-3-15,-2 0-26 0,5-5-44 0,-2-1-56 16,-4-3-55-16,2 2-65 0,0-6-103 0,-4 4-328 0,0-5-666 15,-4 1 295-15</inkml:trace>
  <inkml:trace contextRef="#ctx0" brushRef="#br0" timeOffset="188429.89">12121 7775 122 0,'0'0'190'0,"0"0"-5"0,0 0-2 0,0 0-9 15,-8 2-11-15,8-2-10 0,0 0-10 0,0 0-10 16,0 0-13-16,0 0-10 0,0 0-7 0,0 0-13 16,0 0-5-16,13-9-8 0,-6 8-10 0,3-3-6 15,5 1-6-15,-3-2-6 0,8 3-1 0,-2-3-9 16,4 3-5-16,2-2-1 0,7-4-2 0,-1 3-7 0,4-3-4 0,0 1 1 0,3 3-2 15,2-4-1-15,1 2-3 0,1-2 1 0,1 2-3 16,-1-1 0-16,13-2-4 0,-13 3 0 0,-1-1-2 0,0 1 1 16,-2 1-2-16,3-2 1 0,-3 1-2 0,3 0-1 31,-3 0 0-31,-2 0-1 0,0-2 1 0,1 4 1 0,-2-3 0 16,-1 2 1-16,0-5-2 0,0 2 1 0,-1-1-3 15,-2 2 0-15,1 1 1 0,0-3 2 0,-5 1-10 16,3 1 10-16,-7 0-4 0,1 1 2 0,-4 1-3 15,6 0 3-15,-5-2-3 0,9 0 1 0,-10 4 0 16,8-5 1-16,-8 3 2 0,3 1-4 0,-1 1 1 16,0 0 3-16,1-2-3 0,-1 0-3 0,1 2 4 15,0-1-3-15,2 1 2 0,7-2-1 0,-2 3 2 16,-8-1-1-16,8 1 0 0,-1 2-2 0,1 0 0 16,-9-1 1-16,13 0 1 0,-2-2 1 0,0 2-4 15,-2 2 2-15,0-2 0 0,0-4 0 0,-7 5 3 0,8-3-2 16,-8 3-1-16,9-3 0 0,-9 3 0 0,0 0-2 15,0 0 2-15,7 0-2 0,-7-2 4 16,-1 3-1-16,1-2 0 0,0 1-3 0,0 0 5 0,1 0-3 16,-3-1 2-16,2 1-4 0,-1 0-2 0,0 0 1 15,-2 0 5-15,3-2-2 0,-1 1 0 0,1 1 0 16,0-2 0-16,0 2 1 0,1 0-3 0,-4-2 2 16,0-2 1-16,2 4-1 0,-1-1-2 0,-1 1 1 15,-1 0 1-15,1 1 0 0,-1-2-1 0,-1-2 3 16,0 3 0-16,-7 0-5 0,2 0 4 0,-2 0 1 15,2-1-2-15,-4 1 2 0,-4 1-4 0,2-2 4 16,-7 1-3-16,11 0 0 0,-11 0 1 0,8 0 1 16,-8 0-1-16,7 0 1 0,-7 0 0 0,5-1 0 0,-5 1-4 15,0 0 3-15,0 0-1 0,10 0 1 16,-10 0-3-16,0 0 3 0,9 0 0 0,-9 0 0 16,0 0 0-16,7-1-5 0,-7 1 5 0,0 0 0 0,0 0 3 15,9 1-7-15,-9-1 4 0,0 0-1 0,5 1-3 16,-5-1 4-16,0 4-1 0,0-4-1 0,9 7 2 15,-9-6-4-15,3 3 0 0,0-2 0 16,1 4-1-16,0 0 3 0,-3 0-3 0,5 3 2 0,-1 1 2 16,3 3 0-16,-2 2-2 0,2 2 1 0,-2 2 2 15,4 0-1-15,-2 9 0 0,4 0 0 0,-2 1-2 16,1 0 0-16,-1 2 2 0,2-3 3 0,0 5 1 16,-1-1-2-16,1 1 2 0,-5-2 1 0,7 0 4 15,-5 0-1-15,2 1 6 0,-4-4-5 0,1 0 1 16,-4-2 0-16,4-7-1 0,-4 0 4 0,2 0 3 15,0-2 3-15,0-1-4 0,-2 0 0 0,-3-3-1 16,2-1-6-16,1 1 1 0,0-5 3 0,1 4 1 16,-3-2-3-16,2-1 1 0,0 1-1 0,0 0 5 0,2 0-3 15,-2 0 0-15,2-1 0 0,0 1-4 16,2 0 3-16,-2 0-2 0,2 2 1 0,4 1-3 16,-5-2 1-16,0 5 2 0,6-1-5 0,-5 1-1 0,2 0 3 15,-3-3-3-15,1 2 1 0,0 2-1 0,-1-1 0 16,-1 1 2-16,3 0-2 0,-4-2 2 0,-1-2-5 15,1 0 1-15,-3-2 2 0,1 2 0 0,3-1-2 16,-3-1 0-16,0-2 0 0,-2 2 1 0,2-4 2 16,-1-2-1-16,-1 1-6 0,-1-2 6 0,4 3-1 15,-4-5 1-15,1 2 1 0,-1-4-1 0,2 3 5 16,-2-3-1-16,1 2-1 0,-1-2 1 0,0 0 6 16,0 0 12-16,3 4 4 0,-3-4 0 0,0 0-4 15,0 0-1-15,0 0 1 0,0 0 1 0,0 0-4 16,0 0-5-16,0 5 3 0,0-5-2 0,0 0-2 15,0 0-1-15,0 0 0 0,0 0-9 0,0 0 3 16,0 0-2-16,0 0-3 0,-7 3-1 0,7-3 3 0,-8 1-4 16,4 1 1-16,4-2-2 0,-14 1 5 0,3 0-2 15,2-1-5-15,-9 5 2 0,2-4 3 16,-2 2-4-16,-5-3 0 0,1 4 11 0,-1-2-10 0,-6 1-5 16,0 2 4-16,0 0 8 0,-1-2-8 0,-4-1 1 15,6 4-2-15,-5-3 2 0,0 0 0 0,3 1-3 16,-4-1 4-16,4 2-1 0,-2-3-3 0,2 2 2 15,-3 0 1-15,3-1 1 0,-1 1-3 0,1 3 1 16,0-5-3-16,2 2 3 0,5-2 4 0,-2 0 1 16,-5 1 3-16,10 1 3 0,-2-2 3 0,-2-1 4 15,0 1 1-15,5 0-2 0,-1-1-1 0,-2 0 4 16,2 2-1-16,-3-2-4 0,2 0 1 0,2 1 1 16,-4 2 1-16,1-3-1 0,-1 1-3 0,4 0-2 15,-12-3 1-15,9 3-4 0,-1-1 1 0,1 2 0 16,-1 1-1-16,-5 1-2 0,3-2 0 0,-3-2-3 15,-1 4 2-15,5-3 0 0,2 2-1 0,1-1-5 16,-2 1 6-16,4-2 0 0,-4 5-1 0,-1-5-4 0,2 1 3 16,-9 2 0-16,7-2-6 0,1-1 7 0,-5 2-5 15,-4 0 5-15,4-2 2 0,-1 2-2 16,-5-2-1-16,2 0 3 0,-2 1-2 0,-5 0-2 0,3 0 3 16,-1-1-5-16,-1 1 2 0,1 0 1 0,-2-1-4 15,2 2 0-15,2-1 0 0,-2-1 3 0,3 1-2 16,3 1 1-16,1-2-8 0,-2 1 11 0,4-2 1 15,6 2-3-15,0-1-3 0,1 0 1 0,-1 1 1 16,3-1-6-16,-3 0 2 0,3 1 2 0,1 1 8 16,-1-2 8-16,-1 0-7 0,6 2 1 0,-2-1 5 15,0 1-2-15,0-2 4 0,2 1-4 0,-1-2 0 16,1 2-3-16,-1-1 2 0,-2 4 9 0,2-4-11 16,4 1-1-16,-7-2-2 0,4 0-1 0,1 2 0 0,-2-1-2 15,3 2 0-15,-3 0-1 0,1-1-4 16,1-1 4-16,2-1-2 0,-2 2-1 0,1 1 5 15,0-2-1-15,1 1-4 0,0-2 3 0,3 2-1 16,-3-2 6-16,4 0-5 0,-1-1 13 0,1 3 5 0,3-3 5 16,-4 1 2-16,8-1 0 0,-7 0 0 15,7 0 2-15,-9 1-1 0,9-1-9 0,0 0 8 16,0 0 0-16,-9 0 0 0,9 0 2 0,0 0-3 0,0 0-1 16,-9 0-8-16,9 0 13 0,0 0-14 0,-7-1-6 15,7 1 17-15,-8-1-16 0,8 1-4 0,-7-3-3 16,-1 3 3-16,8 0-1 0,-9 0 11 0,9 0-16 15,-11 0-5-15,0-1 9 0,5 2-9 0,0-2 6 16,-3 1-5-16,9 0 4 0,-19 0-1 0,11 0 4 16,-1 0-9-16,-1-1 3 0,5 1-9 0,-5 1 19 15,2-2-9-15,8 1 9 0,-14-3-4 0,9 2 4 16,-2-1-10-16,2 1 6 0,-2-1 4 0,7 2 11 16,-10-5 16-16,6 2 13 0,-2-2 4 0,0 0-3 0,2-2 0 15,-3 0 2-15,3-1 4 0,-3 0-2 16,-1-3-3-16,4 1-5 0,-8-7 3 0,4 2-4 15,-4-1 6-15,2-2 0 0,-1-1-9 0,0-9 10 0,0-1 7 16,1-1-7-16,-3 3-2 0,2-4-7 0,1 2-4 16,0-4 1-16,0 5-2 0,2-6 2 15,2 2 3-15,-3-1-1 0,0 2 1 0,-1 2 4 0,4-3 4 16,-1 2 8-16,1 3-3 0,-3 1-5 0,2 0-3 16,1 5-1-16,1 1-5 0,-2-7-3 0,-1 9-3 15,1-1-4-15,-1 1-1 0,3 0-7 0,-5 4 1 16,3-1 0-16,3 3-6 0,-4 1-4 0,4 1-1 15,-1 2-8-15,2 1-13 0,-1 2-21 0,1 0-39 16,0 1-56-16,2 2-61 0,1 2-78 0,-6-6-61 16,6 6-24-16,0 0-6 0,0 0-49 0,0 0-370 15,14 10-834-15,-2-7 369 0</inkml:trace>
  <inkml:trace contextRef="#ctx0" brushRef="#br0" timeOffset="189292.15">15540 8027 143 0,'-5'-1'256'0,"-2"-2"-4"15,0 2-5-15,0-1 0 16,-2 0-7-16,4 1-6 0,-2 0-4 0,1 0 0 0,6 1-6 15,-9-3-9-15,9 3-21 0,-7 0-21 0,7 0-17 16,-4-3-10-16,4 3-17 0,0 0-19 0,0 0-8 16,0 0-13-16,0 0-12 0,0 0-1 0,23-5-6 0,7 0-5 15,5-1-7-15,20-2-3 0,4 0-15 16,3-2-4-16,0 1-5 0,2 0-1 0,1-1 0 16,-1 1-2-16,3 2-1 0,-3-1-3 0,-3 1-11 0,1 2-8 15,-8-2-7-15,-12 2-17 0,-3 3-8 0,-2 2-20 16,-6 0-16-16,1 0-13 0,-12 0-22 0,-5 0-17 15,0 2-30-15,-7-2-11 0,-1 1-3 0,-3 1-16 16,-4-2-40-16,0 4-50 0,0-4-189 0,-15 5-491 16,4-3 218-16</inkml:trace>
  <inkml:trace contextRef="#ctx0" brushRef="#br0" timeOffset="189585.2">16408 7760 22 0,'0'0'282'0,"0"0"-21"0,0 0-21 15,0 0-19-15,4-3-19 0,-4 3-23 0,0 0-16 0,0 0-19 16,0 0-12-16,0 0-13 0,11 8-10 16,-7-5-15-16,6 1-4 0,-4 3-9 0,7-1-8 15,-1 2-7-15,3 1-7 0,2 0-5 0,1 1-5 0,-1 0-7 16,-1 2-2-16,0 0-4 0,-1-1-5 0,-1 1-6 15,-1-1 0-15,-2 4-1 0,-3-5-4 0,-2 2-3 16,-5 1-2-16,2-1-1 0,-3 3-1 0,-3-2 0 16,-1 1-12-16,-3 1-21 0,-3-1-21 0,-1 0-20 15,1-4-27-15,-2 3-50 0,2-4-41 0,1-2-56 16,-2 0-131-16,6-3-396 0,3-2 175 0</inkml:trace>
  <inkml:trace contextRef="#ctx0" brushRef="#br0" timeOffset="190102.78">17512 7592 225 0,'3'-5'227'16,"1"-1"-6"-16,-2-6 1 0,0 2-11 15,0 2-3-15,-1-2-8 0,0-1-6 0,-1 0-10 16,0-2-12-16,-1 0-7 0,1 2-12 0,-3-2-4 16,1-4-6-16,0 5 0 0,-2-2-11 0,-1-3-3 0,-1 4 1 15,2 3-16-15,-4-7-8 0,3 7-9 16,-2-2 10-16,-1 2-30 0,1 1-4 0,1 0-4 15,0 0-11-15,-2 2-6 0,2 1-5 0,-1 1-6 0,3 1-10 16,0 2-9-16,-2-1-7 0,6 3 2 0,-10-1-4 16,10 1-8-16,-10 4 4 0,5-2-1 0,-1 3-7 15,1 2 0-15,1 2-2 0,1 1-1 0,-1 0 4 16,3 5 2-16,2 3-6 0,3 10 2 0,3-8 12 16,5 10-12-16,0-5 14 0,6 4-12 0,0 2-2 15,1 2 1-15,1-1 0 0,2 2 14 0,8 7-15 16,-10-9 0-16,10 12-1 0,-8-13 0 0,-4 1 2 15,2 1-4-15,-5-2 6 0,3-1-1 0,-5-1-2 16,2 0 1-16,-2-3 23 0,-1 0-25 0,-4-7-1 16,3-1 2-16,-6-1 0 0,1-4-4 0,-2 0 2 15,-3-2-1-15,3-1-15 0,-2-2-11 0,0-2-6 16,0 0-1-16,-1-3-7 0,0 2-15 0,-1-5-26 0,3 3-70 16,-3-3-80-16,0 0-76 0,0 0-229 0,0-13-583 15,0 5 258-15</inkml:trace>
  <inkml:trace contextRef="#ctx0" brushRef="#br0" timeOffset="190333.41">17469 7892 30 0,'-18'-1'323'0,"-2"1"2"0,7-2 4 0,0 1 12 0,2 1 22 15,4-2 2-15,-1-1-5 0,3 1-15 0,5 2-18 0,-10-2-23 16,6 1-30-16,4 1-27 0,0 0-28 0,-1-4-25 15,1 4-22-15,12-8-16 0,3 3-16 0,4-3-27 16,12 0-20-16,-1 0-23 0,4 0-38 0,-1 0-32 16,1 0-39-16,1 1-47 0,-1-1-40 0,-3 1-38 15,-2 1-43-15,-6 1-60 0,7-3-68 0,-9 3-315 16,-3-1-704-16,0 0 311 0</inkml:trace>
  <inkml:trace contextRef="#ctx0" brushRef="#br0" timeOffset="191078.47">16886 7222 98 0,'0'0'248'0,"0"0"-7"0,0 0-13 0,0 0-11 15,0 0-13-15,0 0-18 0,0 0-17 0,0 0-18 16,14-10-13-16,-3 7-17 0,0-3-11 0,4 3-12 16,8-2-10-16,6-3-9 0,3-1-6 0,5 2-7 15,1-1-3-15,6 0-11 0,12-3-8 0,-2 0 1 16,3-2-7-16,0 5-2 0,-3 2-6 0,0-3-3 16,-15 2-4-16,3 3 2 0,-1-1-5 0,2 0 0 15,-3 0-4-15,-2 0 2 0,-4-1-6 0,0 3 1 16,-4-2-1-16,-7 1-2 0,-1 4-2 0,-6-3 0 15,-1-1-3-15,-1 3-1 0,-5 0 3 0,-1-1-2 16,-1 2-1-16,0-1-4 0,-7 1 1 0,10-1-6 16,-10 1-1-16,0 0-26 0,2-3-34 0,-2 3-27 0,0 0-27 15,0 0-25-15,0 0-30 0,-28 0-31 16,16 2-164-16,1-4-399 0,1 4 177 0</inkml:trace>
  <inkml:trace contextRef="#ctx0" brushRef="#br0" timeOffset="191920.68">16941 7341 166 0,'-2'-4'268'0,"2"4"-16"0,0 0-23 16,-5-4-22-16,5 4-21 0,0 0-25 0,0 0-17 15,0 0-15-15,0 0-16 0,0 0-9 0,-2 12-13 16,2-5-11-16,1 6-6 0,0 0-9 0,4 8-3 15,3 7-4-15,1 0-8 0,-1 4-4 0,3 1 0 16,1 0-1-16,1 2-2 0,0 1-6 0,6 10-4 16,-1 3 14-16,-2-13 8 0,-1-1-5 0,6 10-8 15,-6-10-2-15,1-1-4 0,0 0-4 0,-2-3-3 16,1 0-4-16,-1-1-1 0,0-1 2 0,-4 0-7 16,0 0 1-16,0-4-2 0,-1 1-4 0,-4-8-2 0,3 1 1 15,-5-2-1-15,1 0-3 0,0-1 2 0,0-3-1 16,-3-2 0-16,2 2-2 0,-3-1-1 15,3-1 6-15,-2-1-4 0,1 1-3 0,-2-1 4 0,0-2-3 16,1-1 3-16,2-1-1 0,-3 3-1 0,1-3-1 16,-1 1-3-16,4-1 2 0,-4-1 1 0,3 0 0 15,-2-1 8-15,2 0 2 0,0-1 8 0,2 2 2 16,-4-2 3-16,6-1 8 0,-1-2 6 0,0 2-2 16,7 0-4-16,-4-2-2 0,6-2-1 0,3-1-7 15,2 1-4-15,2-6 0 0,0 5-1 0,10-4-2 16,-3-1-1-16,6 0-6 0,-1-3 1 0,4 2-5 15,-2-2-1-15,1 2 4 0,2-3-3 0,-1 6 0 16,0-3 0-16,-4 0-1 0,4 2 1 0,2 1-6 16,-4 0 0-16,0-1-3 0,-2 2 4 0,1 0 0 15,1-2-2-15,-1 2-7 0,-3 1 4 0,1 2 2 16,-4-3 1-16,-1-1 0 0,-7 5 0 0,0 1-3 16,0-1-2-16,-3 0 7 0,-5-1-8 0,1 2 5 0,-3 0-4 15,1-1 7-15,-4 1-5 0,-2-2 3 0,-1 4-2 16,-5-2 1-16,12-3 4 0,-12 3 7 15,6 0 27-15,-6 0 25 0,6-2 22 0,-6 2 29 0,3-2 3 16,-3 2-8-16,0 0-13 0,0 0-5 0,-7-11-7 16,3 8-12-16,0-2-2 0,-4-2-5 0,-3-1-3 15,3 1 0-15,-7-5-4 0,1-1-4 0,-3-1-3 16,-8-6-5-16,3-2-4 0,-2-3-5 0,2 1-5 16,-2-2-4-16,2-4-4 0,-8-11-1 0,8 11-5 15,4-3-3-15,-2 0-3 0,6 0 0 0,0 1-28 16,1 1-11-16,1 0-20 0,3 0-21 0,0 3-45 15,5 2-41-15,-2 0-16 0,-3 0-25 0,5 7-38 16,0 1-52-16,3 1-58 0,-5 5-330 0,1 0-727 16,0 2 322-16</inkml:trace>
  <inkml:trace contextRef="#ctx0" brushRef="#br0" timeOffset="192532.39">17228 6254 263 0,'0'-4'308'0,"2"0"0"0,-2 4-27 0,0 0-17 0,0-5-21 16,0 5-19-16,3-4-17 0,-3 4-22 0,0 0-16 15,0 0-24-15,0 0-14 0,0 0-13 0,0 0-11 16,0 0-10-16,13 5-10 0,-9-1-11 0,2 2 0 15,3 1-16-15,-1 0-8 0,0 4 1 0,3-2-10 16,1 6-4-16,-1 1-1 0,1 2 3 0,1 0-10 0,-4-2-2 16,3 3-4-16,2 3-3 0,1 3-4 15,-3-1 3-15,-2-5-7 0,2 4 0 0,0 2-2 16,-5-7-1-16,3 2 3 0,-1 4 0 0,-1-3 0 0,-2-5-2 16,3 2-3-16,-2-1-12 0,-1-2-11 0,3 2-13 15,-4-3-6-15,2-5-15 0,-1 4-14 0,2-2-13 16,-4-2-13-16,3 0-25 0,-2 0-18 0,2-1-23 15,-3-2-19-15,3-2-14 0,-2 0-15 0,2-2-18 16,0 1-10-16,-2-2-123 0,2 0-382 0,-7-1 169 16</inkml:trace>
  <inkml:trace contextRef="#ctx0" brushRef="#br0" timeOffset="192770.73">17661 6689 73 0,'2'-5'76'0,"1"-1"3"0,-2 3 10 16,2-1-6-16,-1 2 1 0,-2 2 3 0,1-6-3 15,-1 6-10-15,3-3 17 0,-3 3-2 0,1-3-3 16,-1 3 2-16,0 0-7 0,0 0-5 0,0 0-5 0,0 0-11 16,0 0 2-16,0 0 11 0,0 0-3 15,0 0-9-15,0 0-6 0,0 0-4 0,-3 17-1 16,2-11-7-16,0 2-4 0,-4-2-5 0,4 2-3 0,-2 1 0 16,-2 1-1-16,5-1-7 0,-4 1 0 0,0 0-1 15,1-2-2-15,-1 2-1 0,-2-2-25 16,1 3-34-16,0-5-44 0,1 0-41 0,0 1-54 0,-2-2-100 15,3-1-303-15,-2-2 134 0</inkml:trace>
  <inkml:trace contextRef="#ctx0" brushRef="#br0" timeOffset="192973.61">17481 6748 236 0,'0'0'217'0,"0"0"-19"15,-5-4-11-15,5 4-20 0,0 0-20 0,0 0-10 16,0 0-2-16,0 0-11 0,0 9-8 0,0-9-10 0,5 6-8 16,-5-6-12-16,6 7-5 0,-1-2-9 15,3-2-6-15,-1 0-7 0,4 2-4 0,-2 1-8 16,4-5-17-16,0 3-29 0,0 0-52 0,-1-1-45 16,1 0-61-16,1 0-187 0,-3-2-372 0,-3 0 165 0</inkml:trace>
  <inkml:trace contextRef="#ctx0" brushRef="#br0" timeOffset="193407.44">17542 6005 221 0,'2'-5'298'0,"-1"2"-6"0,0-2-9 0,-1 2-1 16,0 3-16-16,3-7-16 0,-3 7-28 0,0-3-19 15,0 3-26-15,0 0-20 0,0 0-19 0,0 0-35 16,0 0-5-16,0 0-22 0,0 0-8 0,0 0-9 16,0 0-3-16,-7 13-10 0,5-5-1 0,-4 2-18 15,2 0-11-15,0 1-1 0,1 1-9 0,-5-1-17 16,3 2-12-16,-2 2-15 0,0-2-8 0,0 2-17 15,3-2-25-15,-1 0-27 0,-2-2-33 0,4 0-34 16,1-2-56-16,-4 0-171 0,3-2-443 0,1-3 196 16</inkml:trace>
  <inkml:trace contextRef="#ctx0" brushRef="#br0" timeOffset="193621.57">17402 6044 19 0,'0'0'265'0,"-4"-4"-20"16,4 4-21-16,0 0-14 0,0 0-19 0,-1-5-25 16,1 5-19-16,0 0-13 0,0 0-11 0,0 0-6 0,0 0-9 15,0 0-9-15,7 16-6 0,-2-9-4 16,6 1-5-16,5 1-9 0,1 1-3 0,3 0-6 16,10 3-7-16,-3 0-4 0,6-1-6 0,2-1-7 0,0-4-5 15,-1 5 1-15,0 1-32 0,2-2-38 0,-3 2-58 16,1-3-66-16,-3 4-89 0,-3-2-137 0,-2-2-413 15,-8-1 182-15</inkml:trace>
  <inkml:trace contextRef="#ctx0" brushRef="#br0" timeOffset="194475.17">17862 8509 157 0,'0'0'335'0,"1"-6"3"0,-1 6-12 16,0-3-10-16,0 3-18 15,0 0-30-15,0 0-29 0,0 0-26 0,2-5-26 16,-2 5-22-16,0 0-14 0,0 0-22 0,0 0-8 16,1 15-14-16,3-5-7 0,-4 1-8 0,4 1-14 15,3 6-5-15,-4 1-7 0,2 10-5 0,6-3-4 16,-4 1-5-16,2 2-14 0,2 0 6 0,-1 1-4 0,1 0-1 15,-3-2-11-15,3 2 5 0,-2-2-10 0,4-1 3 16,-4-1 0-16,-1 3-5 0,0-9 3 16,1 5-4-16,-1-5 2 0,-2 1-1 0,3-2-9 0,-4-1 11 15,2 0-18-15,-3-2-28 0,4 1-18 0,-2-6-18 16,-2 2-18-16,1-1-20 0,-1-2-19 0,-1-2-36 16,1-2-31-16,0 2-27 0,0-2-27 0,0 1-46 15,0-2-200-15,-1 0-523 0,1-3 231 0</inkml:trace>
  <inkml:trace contextRef="#ctx0" brushRef="#br0" timeOffset="194731.32">18334 9169 210 0,'0'0'320'0,"0"0"-6"0,0 0-11 0,3-3-25 15,-3 3-23-15,0 0-20 0,0 0-33 0,0 0-18 0,0 0-23 16,0 0-15-16,0 0-20 0,0 0-4 0,-10 14-16 0,6-9-8 16,-3 2-14-16,2 3-6 0,-2-2-9 15,-1 2-5-15,-6 2-10 0,5-1-19 0,-5 2-21 16,3 0-15-16,-4 1-27 0,3-1-28 0,-3 0-28 0,1 0-30 16,0-3-44-16,1-2-59 0,1-2-250 0,1 2-506 15,0-3 225-15</inkml:trace>
  <inkml:trace contextRef="#ctx0" brushRef="#br0" timeOffset="194929.29">18014 9336 102 0,'0'0'213'15,"0"0"-18"-15,-4 1-10 0,4-1-2 0,0 0-13 16,0 5-10-16,0-5-11 0,3 7-10 0,-2-4-8 15,3 3-10-15,3-2-11 0,1 2-12 0,5 0-8 16,-1-2-6-16,6 4-13 0,2-2-31 0,2 0-49 16,-2 0-63-16,3-1-64 0,-1-2-202 0,-2 1-365 15,3 2 161-15</inkml:trace>
  <inkml:trace contextRef="#ctx0" brushRef="#br0" timeOffset="195438.35">18225 9721 225 0,'0'8'232'0,"0"-3"-18"16,0 0-14-16,1 1-11 0,2 3-17 0,-3-3-17 15,4 4-14-15,3-2-14 0,-3 3-11 0,4-2-11 0,2 2-13 16,-3-1-6-16,3 0-9 0,1-1-7 0,-1-2-10 16,2 3-6-16,-2-4-15 0,-1 1-14 0,2-1-24 15,-3-1-19-15,5-3-27 0,-3 1-23 0,-1-3-16 16,2 0-26-16,-1-2-13 0,-2 1-7 0,-1-1 10 15,0-3 13-15,-1-1 7 0,0 1 15 0,3-1 26 16,-3-1 25-16,-1 2 27 0,-3-2 35 0,5-1 22 16,-2-1 26-16,-2 4 23 0,1-3 19 0,0 3 31 15,-1 0 23-15,1-2 12 0,-1 4 14 0,-2-2 9 0,2 1 6 16,-2 0-10-16,0 0-9 0,-1 4-16 16,5-1-18-16,-5 1-23 0,0 0-9 0,0 0-24 15,0 0-16-15,0 0-5 0,0 0-9 0,4 8-10 0,-4-1-2 16,1 4-13-16,-1-1 2 0,0 3-1 0,-1 3 0 15,-2 2-9-15,-5 10-7 0,0 0 5 16,-2 1-3-16,-2 0-11 0,-2-1-31 0,-1-1-55 0,-1 3-44 16,-3-4-49-16,1 1-63 0,7-13-101 0,-8 11-312 15,7-10-681-15,0-1 303 0</inkml:trace>
  <inkml:trace contextRef="#ctx0" brushRef="#br0" timeOffset="200929.52">12426 9291 168 0,'-2'-3'258'15,"2"3"-7"-15,0-6 0 0,0 1-11 0,-1 1-9 16,1 0-20-16,0 4-17 0,0 0-19 0,0-5-22 16,0 5-9-16,0 0-21 0,0 0-16 0,1-5-15 0,-1 5-9 15,0 0-11-15,0 0-10 0,0 0-4 16,0 0-8-16,0 0-3 0,0 0-10 0,7 13-1 16,-6-5-2-16,2-3-3 0,1 1-6 0,-1 4 5 0,1 0-8 0,-1 0-3 0,2-2-6 0,-3 3-1 15,3-1-2-15,2-1-1 0,-6 1 0 0,3-1 0 31,2 1-3-31,-2-2 0 0,-3 0 1 0,7-1-3 0,-4 0 4 16,3 3-3-16,-3-5-1 0,3 4 0 0,1-4 5 16,-1 0-3-16,1 3 0 0,2-2 1 0,2-2-3 15,-3 4 8-15,5-4-7 0,0 0-1 0,-1-1-2 16,2 0 2-16,5-1 0 0,1 0-1 0,1 2-1 16,1-4 0-16,-4 1 1 0,4-2 11 0,0 1-16 15,-1-1 4-15,-3 1 1 0,4 0 3 0,0-2-5 16,-1-1 2-16,1 1-2 0,0-1 0 0,-4 2 1 15,4-1-8-15,-1 3 7 0,-3-2 0 0,2-2-1 16,0 2 4-16,0 0-4 0,-4-2-2 0,2 2 4 16,-1-1 1-16,1 1-3 0,4-3 1 0,-5 3-3 15,-3 0 1-15,3 1 1 0,1-4 3 0,0 3-3 16,-4-1 3-16,-3 0-2 0,1 1-1 0,1-2 10 0,0 0-10 16,-3 1 1-16,2 0-2 0,-2 1-2 15,3-3 4-15,-1 2-2 0,1-4 1 0,-2 3 0 16,2 0 2-16,-1-1-1 0,-2-1-2 0,3 1 2 0,-2-1-4 15,-1 3 3-15,4-3 1 0,-4 1 1 0,-3 0-4 16,5 0 4-16,-6 1-3 0,0 1 0 0,0 0 3 16,0-1 1-16,-2-1-1 0,2 1 0 0,-3 1 2 15,-4 2-1-15,6-4-2 0,-4 2 4 0,-2 2-6 16,8-4 0-16,-8 4 3 0,3-4-1 0,-2 1 0 16,-1 3-1-16,5-2-2 0,-5 2 1 0,4-3 2 15,-4 3-1-15,0 0 3 0,5-2-3 0,-5 2 0 16,2-3-1-16,-2 3-1 0,0 0 2 0,4-2-3 15,-4 2 2-15,0 0 1 0,2-3-5 0,-2 3 3 16,0 0 2-16,0 0 1 0,0 0 0 0,0 0-3 16,7-2 4-16,-7 2 1 0,0 0-3 0,0 0 1 15,0 0-4-15,0 0 3 0,0 0 5 0,0 0-5 16,0 0 0-16,0 0-4 0,0 0 5 0,4-2-4 0,-4 2 3 16,0 0 3-16,0 0-6 0,0 0 2 0,0 0-3 15,6-3 1-15,-6 3 0 0,0 0-3 16,0 0 2-16,8 5-3 0,-8-5 2 0,5 3-1 0,-3-1 1 15,3 1-1-15,-2 0 0 0,1 1 1 0,-2 4-1 16,4-5 1-16,-2 2-1 0,0 1 4 0,4 0-1 16,-1 0-5-16,0 0 1 0,1 3 1 0,0-3 0 15,0 1-1-15,-1 0 2 0,3-1-2 0,-1-2 2 16,2 1 1-16,-3 0-1 0,-1-2 2 0,0-2-3 16,1 0 3-16,-1 2-4 0,2-3 2 0,-2 0 3 15,1-1-1-15,-4-1 3 0,5 0 1 0,-3-1 0 16,-2-3-1-16,3 1 4 0,-3 1 0 0,-1-2-4 15,1-2 7-15,4-1-6 0,-4 0 4 0,-1 0 1 16,-2-2 3-16,3 4 2 0,-2 0 2 0,-1 1-1 16,2-1-4-16,-3 2 3 0,0-2 4 0,4 2-4 15,-4 1 1-15,0 0-7 0,0 4 0 0,0-5 0 16,0 5-3-16,1-5 1 0,-1 5-6 0,0 0-7 0,3-3-4 16,-3 3-1-16,0 0 2 0,0 0 2 15,0 0 0-15,0 0 1 0,0 0 4 0,0 0-6 16,12 7 6-16,-12-7 0 0,4 4-1 0,2-2 1 0,-3 1 1 15,-2-1 1-15,3 1-4 0,-4-3 7 0,11 4-3 16,-7-1 4-16,0-2-5 0,2 1 5 0,-2 1 2 16,2-1-4-16,0 1 0 0,-2-2 0 0,1 2 4 15,2-2-5-15,0 0 3 0,1 1 0 0,0-2 0 16,3 0 1-16,0 1 0 0,1 0 0 0,2-1 0 16,-1 0 1-16,1 0-3 0,8-1 2 0,-5 1-4 15,4 0 3-15,3-1 0 0,-1 1-1 0,7-3 2 16,-7 2 0-16,-1 2-2 0,1-1-1 0,6-3 3 15,-6 3-3-15,1-1 2 0,5 1 2 0,-7-1-3 16,9-2 2-16,-9 3-3 0,1-1 5 0,0 0-2 16,0 1 1-16,-1-3-2 0,1 0 0 0,0 3 2 15,-2-2 0-15,0-1-3 0,-1 1 7 0,-1-1-7 0,-1 3 2 16,-4-2 0-16,0-1 2 0,-1 0-3 0,1 0-2 16,1-2 2-16,-1 1-2 0,-2 4 2 15,0-5 1-15,3 2-1 0,-3-1 5 0,-2 2-6 16,2-5 2-16,-1 7-3 0,0-3 2 0,-3 0 1 0,0 1 0 15,2-3-2-15,-1 4 1 0,1-1-1 0,-1 0 2 16,-2 1-3-16,1 1 4 0,3-1-3 0,-3-2 1 16,0 2-2-16,3 2 2 0,0 1-3 0,1-2 4 15,-1 0-3-15,0 1 4 0,1 0-3 0,2-1 2 16,-2 0 1-16,3 0-5 0,-1 0 4 0,-2 0 0 16,2 0-2-16,2-1 0 0,-2 2-2 0,0-2 3 15,0 2 3-15,1-2-3 0,-1 0 1 0,-2-1-1 16,0 2 2-16,2-1-2 0,-2-3 0 0,-2 3-5 15,3-1 6-15,-3 1 2 0,-2-1-2 0,-1 0-1 16,2 1 1-16,-1 0-2 0,2-2 1 0,-2 1-4 16,0 0 5-16,0 0-2 0,-2 0 3 0,3-3-2 15,-3 3-2-15,0-1 0 0,1 1 3 0,-1 0-1 0,3-3 2 16,-3 0-2-16,-1 4 3 0,2-1 0 0,-1 0-3 16,-1-1 1-16,2 0-3 0,-1-1 2 0,1-1 1 15,0 2-1-15,1 0 0 0,0 0 0 0,-2-1 3 16,2 0-3-16,3 0 2 0,-6 2 0 0,5-2-2 15,-6 0 0-15,5 1 1 0,-2-2-2 0,-1 2 2 16,1-1 2-16,0 0-2 0,-1 0-2 0,1 0 6 16,-2 0 2-16,1-1 1 0,0 3-1 0,1-2 2 15,0 0-4-15,-1 0 6 0,1 0-2 0,-1 2 1 16,1-3 2-16,1-3-2 0,-2 4 5 0,0 0 10 0,1-2 7 16,-1 2-3-16,2-1 11 0,-5 2-12 0,4-3 0 15,0 2-1-15,-4 0 5 0,3-1 0 16,-1 0-2-16,-1 3-4 0,0-4-1 0,2 3-3 15,-2-1-2-15,0-1 1 0,-1-1 1 0,-1 3 0 0,2-1-11 16,1 0 0-16,-3 2 1 0,2-2-7 0,-4-2-19 16,1 3-45-16,2-1-65 0,-3-2-82 0,3 0-112 15,-2 0-212-15,-1-2-574 0,0 0 254 0</inkml:trace>
  <inkml:trace contextRef="#ctx0" brushRef="#br0" timeOffset="205953.93">8099 11674 159 0,'-3'-22'250'15,"1"1"-2"-15,0-5 11 0,2 5 7 0,-3 2 2 16,3 1-9-16,0 1-9 0,0 0-1 0,-1 5-14 16,1-1-11-16,1 2-10 0,-2 3-15 0,1-1-5 0,0 2-36 15,0 4-19-15,0-4-16 0,0 4-33 0,0 3-2 16,1-6-16-16,-1 6-7 0,0 0-6 15,13 9-5-15,-5 0-10 0,4 8-4 0,2 2-5 0,3 4-8 16,0 4 12-16,0 4 10 0,1-2-25 0,1 3-7 16,-3 2 1-16,1-1 4 0,-2-1-8 0,-2 2 2 0,1-1-4 0,-3-2 3 15,1 0-8-15,-1-2 3 0,-6 0-9 16,-1-7 11-16,2-3-6 0,-3 0-4 0,-2-2 3 0,-1 1-1 16,0-6 3-16,0-1 6 0,-1-1-8 0,-2-2 4 0,-3-1-2 15,2-1 0-15,0 0 4 0,-6 0-4 0,3-1 0 16,-6-1 5-16,1-1-4 0,1-1-6 0,0 0 6 15,-4-1 16-15,3-1-16 0,0 1 5 0,1-2-1 16,3 0 1-16,0 1 16 0,1-2 1 0,2 0 2 16,5 2-3-16,-9-3-12 0,9 3 8 0,-4-4-7 15,3 0-2-15,1 4-5 0,8-8 1 0,3 2-2 16,5-3-4-16,3 0-1 0,3 3-3 0,8-5 6 16,0 0-3-16,1 1-1 0,-4 0-5 0,5 4-1 15,-4-1 1-15,2 1 4 0,-8 1-13 0,3 2-11 16,4 0-4-16,4-1-21 0,-4 2-7 0,-1 1 0 15,-5-1-12-15,0 2 3 0,-1 0-8 0,-1-1-9 16,-1 1-3-16,-6 0-6 0,5 0 4 0,-4 0 7 0,-1 0 1 16,0-2 3-16,0-1 9 0,-2 2 8 0,-4 0 1 15,6-2 3-15,-5 1 9 0,0-3 2 16,0-1 7-16,-1 1-1 0,0-3 4 0,-1 2-3 0,1-3 0 16,-2 0 6-16,-2-2 1 0,0 1 2 0,0-1 0 15,0 1 3-15,-4-1 4 0,1-4 7 0,1 5 2 16,-4-1 3-16,4 3 6 0,-4-1 12 0,1 2 7 15,-3 1 5-15,1-2 4 0,0-1 2 0,1 3-4 16,-2 2-4-16,-2 0-1 0,0 0-8 0,0 0-2 16,-1 2-1-16,0 1-3 0,7 1-1 0,-14 3-6 15,1-1 0-15,5 1 6 0,-4 2-6 0,-1 2-1 16,5-1 7-16,-4 4-6 0,4 0-3 0,-2-1 12 16,0 2-11-16,3 0-2 0,-1 1 3 0,2 2-1 0,1-2-3 15,2 2 5-15,3-1-1 0,4 1-2 16,1 1 3-16,4-3 2 0,-2-1 1 0,10 1-2 15,2-2 2-15,10-1-1 0,1-1 2 0,4-4 3 0,0-2-11 16,4-1-3-16,0-2-10 0,0-3-4 0,-1 2-3 16,1-4-6-16,-3 0-6 0,-1-1-5 0,-1-1-5 15,-3-4-3-15,-2 3 1 0,-10 0 6 0,2 1 0 16,-1-2 6-16,-4 0 3 0,0-1 1 0,-5 3 5 16,-2-1 3-16,-1-2 11 0,-4 0 15 0,2 2 10 15,-5 0 9-15,0 3 7 0,-5-2-3 0,-1-1 10 16,2 1-1-16,-4 1 1 0,0 1-3 0,-3 0-1 15,1 1-4-15,-1 3-6 0,-2-2-4 0,-1 1-2 16,2 3-2-16,-2 0-4 0,0 3-1 0,0 1 1 16,-5 2-3-16,1 1 0 0,2 0-2 0,-1 3 4 15,3 2-7-15,3-3 2 0,-3 6 1 0,3-1-3 16,1 1-3-16,5-4 1 0,-2 0-1 0,5 1-3 0,0-1-1 16,2 1 1-16,3-3 3 0,0 0-2 0,1-1 1 15,2-1-2-15,4-1 4 0,-2-1-2 16,4-4 0-16,1-1 1 0,3 0-3 0,-1-4 5 0,0-1 2 15,1-3 0-15,-1 3-1 0,-4-4-3 0,2 0 3 16,-3 1 4-16,1-2 7 0,-3 1 21 0,2 1 15 16,-5 0 18-16,1-2 12 0,-4 4 22 0,1-1 17 15,0 1 1-15,1 1 12 0,-4-1-3 0,1 2-7 16,2 1-14-16,-3 3-16 0,1-5-11 0,-1 5-15 16,0-6-14-16,0 6-28 0,0 0-15 0,0 0-1 15,0 0 6-15,0 0-15 0,7 11 3 0,-4-6-2 16,1 0-1-16,0 2-17 0,0 0-2 0,-1-1-17 15,6 0-4-15,-5 0-11 0,6 1-12 0,-4 1-14 16,3-2-13-16,-4-1-10 0,5 0-20 0,-5 0-16 16,6-2-27-16,-4-2-26 0,0-1-33 0,0-1-14 15,1-3-24-15,0 0-28 0,-4-1-146 0,2-1-474 0,-1-2 209 16</inkml:trace>
  <inkml:trace contextRef="#ctx0" brushRef="#br0" timeOffset="206234.14">9535 11797 7 0,'0'-11'99'0,"3"5"20"16,-2-1 19-16,-1 0-7 0,4-1 5 0,-4 3 1 15,2-1-1-15,1 1-3 0,-2 1-10 0,2 0-15 16,-2 0-6-16,-1 4-12 0,4-4-9 0,-4 4-6 0,8-1-9 0,-2 1-6 16,-6 0-9-16,11 4-5 0,-6 0-2 0,6 0-8 15,-2 1-3-15,1 2-1 0,2 2-4 0,-5-1-1 16,3 1-4-16,-2 0 2 0,1 3-8 0,-1-2 4 16,2 0-6-16,-2 0 0 0,0-1-4 0,-2 1 1 15,2 0-4-15,-4-3 2 0,1-2-2 0,-2 1-1 16,-2-2 7-16,2-1 30 0,-3-3 33 0,0 6 28 15,0-6 14-15,0 0 13 0,0 0 10 0,-11 0 39 16,11 0-16-16,0 0 2 0,-8-7-12 0,3 1 1 16,1 0-11-16,2 0-10 0,-3-4-4 0,2 3-20 0,-1-3-18 15,4 0-10-15,-1-3-13 0,1 1-9 16,1 5-20-16,3-5-9 0,0 2-46 0,0-2-42 16,2 3-35-16,2-1-43 0,1 3-45 0,-2 0-53 0,1-1-58 15,2 4-64-15,1-1-183 0,-5 4-581 0,5-2 257 16</inkml:trace>
  <inkml:trace contextRef="#ctx0" brushRef="#br0" timeOffset="207160.05">9897 11689 219 0,'-2'-6'262'0,"2"6"-19"0,0 0-24 0,0-5-26 0,0 5-21 0,0 0-20 15,0 0-17-15,0 0-10 0,0 0-12 0,0 0-12 16,10 11-10-16,-6-5-16 0,-1-2-1 0,3 5-7 0,-1 0-3 16,1 1-9-16,-1 0-5 0,2-2-5 0,-2 3-5 15,-1-1-5-15,2 0-3 0,-1 0-2 0,-1 1-2 16,3 1-7-16,-3-4-2 0,-1 1-1 0,-2-3 0 16,3-3-1-16,-2 4-2 0,-1-4 3 0,0 1 10 15,2-2 27-15,-1 3 25 0,-2-5 32 0,0 0 31 16,0 0 7-16,0 0-4 0,0 0-25 0,0 0-11 15,3-12-14-15,-3 7-6 0,0-2-6 0,0 1-8 16,3-5-7-16,1 3-4 0,-1-5-5 0,0 3-7 16,-2 0-7-16,3-2 2 0,0 2-3 0,0 1 9 15,3-1-21-15,-3 1 1 0,0 0 1 0,2 0 3 16,-4 4-4-16,1-1-5 0,0 0-7 0,-2 2-3 16,3-2-1-16,-1 5-9 0,-3 1-1 0,4-1 0 15,-4 1-7-15,0 0 3 0,15 3-2 0,-8 2-5 16,1 0-1-16,0 4 3 0,2 0 3 0,3 3-22 15,1 2-3-15,1-3-8 0,-4 2 0 0,2 0 3 0,2-3-1 16,-1 2-7-16,1-4 8 0,0 0-3 0,2 2-7 16,0-3 4-16,-4-1 3 0,1-3-2 0,2 1-6 15,-2-3 5-15,5-1 0 0,1-1 3 0,-6-1 5 16,-2-3-1-16,3 0 2 0,-4-2 5 0,8-1-1 16,-7 2 4-16,0-4 2 0,2-2 0 0,-2-1 2 15,-3-1-1-15,0 0 4 0,-5 1 2 0,0 2 0 16,2-6 2-16,-5 4 5 0,0 2 6 0,-1 0 1 15,-1 0 17-15,-3 2 11 0,1-2-2 0,1 3-2 16,-2 0-7-16,-2 2-1 0,1 0-7 0,-2 3 4 16,-1 0-12-16,-2 1 0 0,3 0-2 0,-5 4-2 15,1-1-2-15,3 3 1 0,-4 2-6 0,2 2 3 16,-1 1-3-16,2-3 2 0,2 4-5 0,-1-2-4 0,5 4-13 16,-1-3-1-16,1 2 7 0,3 0 2 0,0-4-4 15,0 4 5-15,3-3 0 0,1-2 0 16,3 1 1-16,-3-3 3 0,3 1 3 0,2-3-4 0,2 1 0 15,-4-2 4-15,4-1 4 0,0-1-6 0,1-3 6 16,2 0 4-16,-5 1 11 0,5-2-15 0,-3-1 4 16,-2 0 0-16,2 0 3 0,-3-1 3 0,0 2-9 15,2 0 6-15,-1-2-1 0,-2 3-2 0,0 2-3 16,1 1 4-16,2 0-2 0,-2-1 1 0,2 2-3 16,2 2 0-16,0-1-3 0,-2 2 1 0,3 1 4 15,-2 2-4-15,4 1 1 0,1 3 6 0,-4-3-8 16,2 5 2-16,2-2 0 0,-5-3-6 0,3 5 17 15,-2-3-7-15,-2-1-3 0,-1-2 1 0,1 0 2 0,-4 2-3 16,-1-4 1-16,-1 2 2 0,1-3 5 16,-1 1 24-16,-3-3 41 0,-1-1 51 0,6 1 49 15,-6-1 25-15,0 0-9 0,0 0-7 0,0 0 2 0,0 0 3 16,0-10-3-16,-2 4-17 0,1-2-14 0,1 0-12 16,0-2-11-16,-3-3-17 0,3-4-14 0,3-2-15 15,-2 2-15-15,2-2-14 0,0 3-24 0,1-3-30 16,2 1-34-16,-2 1-49 0,5 2-61 0,-1-2-52 15,-1 6-60-15,0-1-52 0,1 2-76 0,0 1-79 16,0 1-297-16,-1 1-826 0,1 2 365 0</inkml:trace>
  <inkml:trace contextRef="#ctx0" brushRef="#br0" timeOffset="210565.22">9010 12526 70 0,'0'-6'186'15,"-1"1"-2"-15,-3 0-2 0,4 3-5 0,0 2-5 0,-4-9-8 16,4 6 0-16,0 3-5 0,0-8-7 0,0 3-5 15,0 5-4-15,0-6-12 0,0 6-11 0,0 0-10 0,0-4-10 16,0 4-9-16,0 0-13 0,0 0-9 0,0 0-10 16,0 0-8-16,0 0-1 0,0 0-12 0,0 0-3 15,0 0-4-15,3 15-3 0,2-6-2 0,-4 4-1 16,1-1-7-16,2 4 1 0,1 2-2 0,-2 1 0 0,1 8-2 16,-4 0 5-16,7 1 3 0,-4 3 3 0,-1-4-4 15,2 0-2-15,-1 1-2 0,1 0 1 0,0 0 2 0,-2-2-6 16,-1-3 1-16,2-3-2 0,-1 9 0 0,4-11 0 15,-2 1-6-15,-3-3 4 0,3 1-2 0,0-1-2 16,-1-1 6-16,1 1-5 0,-1-7-2 0,1 4 4 16,0-2 0-16,3-1-1 0,-3-2 1 0,1 0 2 15,1 0-1-15,1-1 0 0,2 0 5 0,2-2 4 16,-3-1 24-16,3-1-12 0,3 1 4 0,-2-2 1 0,0-1-2 16,3-1-10-16,4 2 11 0,0-4 8 15,-4 1-12-15,0 0-5 0,3-2-5 0,-2 0 6 16,-2 0-7-16,-1-1 1 0,0 0-6 0,-1 2-1 0,-1-1 3 15,1 1-7-15,-6 1 1 0,3 0-6 0,-4-2-3 16,1 2-22-16,-6 1-33 0,9-1-38 0,-9 1-37 16,8 0-46-16,-8 0-53 0,10 1-58 0,-10-1-224 15,5 0-547-15,1 1 242 0</inkml:trace>
  <inkml:trace contextRef="#ctx0" brushRef="#br0" timeOffset="211173.91">10074 12943 149 0,'-3'-1'279'16,"-5"-4"-22"-16,4 2-19 0,-1 0-27 0,-2 2-21 16,0 0-22-16,7 1-17 0,-15 2-18 0,4 1-6 15,2 0-13-15,-3 4-6 0,3 1-8 0,0 2-12 0,-1 0-5 16,-2 8-8-16,2-4-3 0,3 3-10 16,0-3-3-16,1 4-6 0,2-2-3 0,3 4-9 15,1-7 0-15,1-1-5 0,3 1-3 0,0-1 3 0,5 1-3 16,1-2-2-16,1-2-3 0,5 2-3 0,1-4 4 15,3-4-3-15,3-1 0 0,0-2-2 0,6-2-2 16,-9 0 0-16,3-2 1 0,-1-2 8 0,-4-1 14 16,1 1 9-16,-7-1 13 0,-1 0 23 0,-2-2 11 15,-2 0 6-15,0 0 6 0,-4 2 2 0,-3-4-11 16,0 0-2-16,-3-1-8 0,-1 2-6 0,-6-4-17 16,-4 2-7-16,0 2-5 0,-5 0-6 0,1 1-6 15,-1 1-7-15,-4 3-8 0,5-1-1 0,-2 2-18 16,2 0-19-16,-2 4-25 0,6 0-28 0,1 0-33 15,0 1-30-15,3 2-32 0,3-2-22 0,-2 4-12 16,4-1-6-16,0-2-39 0,2 2 4 0,3 3-14 16,4-3-32-16,4 1-186 0,-1-2-498 0,8 3 220 0</inkml:trace>
  <inkml:trace contextRef="#ctx0" brushRef="#br0" timeOffset="213754.19">10398 13172 61 0,'-6'-4'265'0,"2"-3"5"0,2 3-12 0,0-3-3 0,-2 3-10 16,4 1-11-16,0 3-18 0,-4-9-11 16,2 5-9-16,4 0-22 0,-2 4-11 0,0-5-21 15,0 5-11-15,-2-6-21 0,2 6-8 0,0 0-18 16,2-3-8-16,-2 3-6 0,0 0-11 0,0 0-7 0,12 10-4 15,-4-4-7-15,-1 5-4 0,1 0-6 0,2 6-1 16,1 2-6-16,-3 6 1 0,1 4 0 0,2-1-11 0,-4 4 3 16,5-3 9-16,-1 1-13 0,-1 2-1 0,-2-1-7 15,-1-3 4-15,2 0 2 0,1 1-12 0,-5-3-4 0,3 1-2 16,-1-8-18-16,0-1-10 0,-2 0-10 0,1-3-12 16,-1-2-13-16,3-2-19 0,-4-2-20 0,2-2-22 15,-2-3-26-15,-1 1-31 0,1-4-34 0,1 0-31 16,-5-1-138-16,0 0-423 0,8-8 188 0</inkml:trace>
  <inkml:trace contextRef="#ctx0" brushRef="#br0" timeOffset="214141.93">10400 13236 116 0,'-9'-9'274'0,"2"0"-14"16,2-1-8-16,-1-2 0 0,-1 4-10 0,1-1-13 16,0 2-2-16,2-1-16 0,1 2-15 0,1-2-12 0,-3 2-10 0,4 0-17 15,-2-1-10-15,2 1-16 0,0 1-15 0,1-2-9 16,0 3-10-16,2-1-17 0,1 0-7 0,3 1 0 16,-1 0-15-16,2 0-6 0,5 2-9 0,-1-1 3 15,1 0-11-15,3 1 0 0,4 1-9 0,-4-1-4 16,-1 2 2-16,5-1-7 0,-4 2-6 0,0 1-1 15,1 1-5-15,-2-1-5 0,-1 1-6 0,1-1-6 16,-3 2-5-16,-1 0-8 0,0 2-3 0,0 1 1 16,-1 0 3-16,-5 1-3 0,0-2 8 0,-1 5 1 15,-3 0-1-15,0-2 3 0,-3 2 1 0,-1 0 2 0,-5-1 3 16,2 3 1-16,-7 1 0 0,2 0-2 16,3-4 2-16,-2 3-11 0,-4-1-11 0,0-2-15 15,3-2-7-15,-1-2-16 0,2 2-9 0,-1-3-21 0,3 0-29 16,-2-2-36-16,4-3-54 0,0 2-42 0,2-2-157 15,5 0-452-15,-7-6 200 0</inkml:trace>
  <inkml:trace contextRef="#ctx0" brushRef="#br0" timeOffset="214488.32">10672 12785 45 0,'-4'-5'300'0,"4"0"-3"0,-1-1-7 15,1 2-5-15,0-3 1 0,0 3-21 0,0 4-15 16,0-5-26-16,0 5-27 0,0-5-12 0,0 5-33 16,0 0-17-16,0 0-28 0,0 0-8 0,0 0-12 15,0 0-11-15,13 12-6 0,-7-2-7 0,1 1-5 16,0 5-7-16,2 2 0 0,1 1-6 0,2 4 7 15,-3-5-20-15,1 9-3 0,-2-8-2 0,7 7-2 16,-8-7-2-16,1 2-10 0,0-2 8 0,-1 0-9 0,1-1 4 16,-2 1-4-16,-1-4 2 0,3 2-17 0,-5-5-16 15,0 0-9-15,2-1-12 0,-1-3-13 16,-2 0-14-16,0-1-10 0,1-1-11 0,0-1-10 0,-1 3-16 16,0-6-17-16,-2-2-56 0,0 0-51 0,0 0-33 15,0 0-143-15,0 0-448 0,0 0 199 0</inkml:trace>
  <inkml:trace contextRef="#ctx0" brushRef="#br0" timeOffset="214744.84">10777 13030 39 0,'-4'-3'248'0,"4"3"2"0,-4-5-6 16,4 5-3-16,-3-3-15 0,3 3-13 0,0 0-13 15,-4-5-15-15,4 5-11 0,0 0-15 0,0 0-17 16,0 0-13-16,0 0-17 0,0 0-11 0,0-4-10 15,0 4-10-15,0 0-4 0,7-3-11 0,-7 3-4 16,9-3-8-16,-3 3-3 0,2-2-9 0,2-1-3 16,1 0-3-16,2 2-4 0,1-2-4 0,-2 1 6 15,4 2-11-15,-2-4-4 0,2 2-1 0,-3 2-2 16,1 0-4-16,-3 0-5 0,-1 0-13 0,1-1-10 16,-3 2-15-16,-3-1-17 0,2 0-13 0,-7 0-26 15,12 2-24-15,-10 2-14 0,-2-4-32 0,5 2-20 16,-5-2-36-16,3 6-191 0,-3-6-437 0,-1 6 194 15</inkml:trace>
  <inkml:trace contextRef="#ctx0" brushRef="#br0" timeOffset="-214301.16">11132 13001 156 0,'-8'0'178'0,"8"0"-17"0,0 0-17 0,0 0-18 16,0 0-7-16,0 0-15 15,0 6-7-15,0-6-14 0,3 5-1 0,-3-5-17 0,1 5 2 16,-1 0-5-16,2-1-6 0,0 1-4 0,2-3-3 15,-1 5-3-15,0-3-7 0,-2 0 1 0,3 1-10 16,-1-2-1-16,0 2-5 0,-1-2 1 0,1 1 1 16,0-1-2-16,-3-3-8 0,5 3-7 0,-5-3 12 15,4 5 24-15,-4-5 16 0,0 0 19 0,0 0 20 16,4 1 24-16,-4-1 7 0,0 0 15 0,0 0-8 16,0 0-17-16,0 0-5 0,0 0-3 0,2-9-3 15,-2 9 11-15,-2-7-1 0,2 7-11 0,-3-5 14 16,2 0 2-16,0 1-19 0,1 4-10 0,-7-5-17 0,7 1 2 15,0 4-10-15,-4-3-15 0,4 3-5 16,0 0 8-16,-3-6-17 0,3 6-11 0,-2-2-21 16,2 2-37-16,0 0-34 0,0 0-33 0,0 0-36 0,0 0-27 15,0 0 3-15,0 0-23 0,0 0-24 0,0 0-26 16,0 0-32-16,0 0-33 0,5 11-161 0,-1-9-491 16,7-1 217-16</inkml:trace>
  <inkml:trace contextRef="#ctx0" brushRef="#br0" timeOffset="-213595.27">11667 12899 305 0,'0'0'329'0,"0"0"-19"15,0 0-22-15,-3-4-33 0,3 4-26 0,0 0-32 16,0 0-26-16,0 0-18 0,0 0-18 0,0 0-11 15,4 14-10-15,-1-5-13 0,2 2-12 0,-3 2-9 16,3 5-7-16,3 1-7 0,-2-2-6 0,2 13-11 16,0-2 1-16,4 2 1 0,-6-4-11 0,2 4-7 0,0 0 1 15,3 1-6-15,-6-3-5 0,2 1 0 0,0 0-3 16,4-2 0-16,-6-1 5 0,-1-5-10 16,-1-3 0-16,1-2-2 0,-4-4 1 0,4 4-4 15,-2-4-1-15,0-2-1 0,-2-3 2 0,3 0-15 0,-2 0-7 16,-1-2 1-16,3-3 3 0,-2 1-9 0,-1-3-39 15,0 0-37-15,0 0-47 0,0 0-52 0,4-13-53 16,-4 4-220-16,2-3-504 0,1-1 223 0</inkml:trace>
  <inkml:trace contextRef="#ctx0" brushRef="#br0" timeOffset="-213267.77">11702 13053 86 0,'-11'-14'249'15,"2"2"-2"-15,-1-3-1 0,2 5-2 0,0-2-14 16,1 1-3-16,2 0-11 0,2 0 0 0,0-1-26 16,0 1-12-16,2 1-12 0,1-1-20 0,0 4-12 15,1-1-16-15,-1 1-14 0,3 1-11 0,1-1-7 16,2 1-9-16,-1 4-10 0,6-3-8 0,-4 1-7 16,4 3 2-16,2 1-9 0,-2 0-13 0,4 1-2 15,-1 3-4-15,-1 1-3 0,4 2 2 0,0 2-8 0,-2 1-4 16,0 1 2-16,-3 0-1 0,-1 2-5 0,0-2-1 15,-1-1-8-15,-2 0-3 0,1 1-8 16,-5 0-3-16,0-3-1 0,-1 2-4 0,-1-2 0 0,-2 1 2 16,0 0 2-16,-3 1 12 0,-1-4-12 0,-2 3 0 15,-6-1-7-15,1-2-14 0,-1 0-13 0,0 0-19 16,-2-4-17-16,-2 2-21 0,2-2-22 0,-1 0-37 16,6-2-36-16,-2-2-43 0,-1 0-172 0,2-1-449 15,5-2 198-15</inkml:trace>
  <inkml:trace contextRef="#ctx0" brushRef="#br0" timeOffset="-212732.06">11963 12895 15 0,'0'0'125'0,"12"-1"-11"0,-3 1-14 16,0 1-7-16,3 0-4 0,-1 2-8 0,1-1-9 15,1 0-8-15,-1 2-6 0,0 0 3 0,-1 1-10 16,2 0-9-16,1 0-2 0,-5 1-5 0,1 1 1 16,-3 1-9-16,1-3-4 0,-2 1-5 0,-2 1 2 15,1-2-1-15,-1 1 7 0,-4-1-13 0,0 3 8 16,0-5 9-16,-3 4-3 0,2-1 4 0,-3-1 12 16,0-2 3-16,1-2 9 0,-1 2 10 0,2 1 8 15,2-4 13-15,-7 1 2 0,7-1 3 0,0 0 2 16,0 0-6-16,-11-7-5 0,8 4-5 0,3 3-11 15,0-8-7-15,0 3-5 0,0-2-5 0,4 4-5 16,-1-5-5-16,0 1-6 0,1 3-4 0,1-1-1 16,1 1 1-16,-1 0-7 0,3-1-2 0,-4 2-3 0,2 1 0 15,2 0-4-15,-3 1-3 0,6 0-1 16,-4 1-2-16,1 1 4 0,4 2-5 0,-1-2 1 16,0 3-4-16,1-2 1 0,-1 2 1 0,3-1-2 15,1 2 2-15,-5-3 0 0,3 2 3 0,2-2-5 0,0 1 0 16,1 0 2-16,-1-2-3 0,-3-1 6 0,3 0-2 15,-5-1-3-15,2 0-1 0,0-2 6 0,-1 1-2 16,0-1 1-16,0-1 1 0,-3 0 27 0,-1 2 9 16,-3-4 9-16,1 1 12 0,-2 3 0 0,1-3 5 15,-2-1-6-15,-2 0-5 0,-2 1-7 0,-2-1-5 16,-1 2-7-16,-2-1-4 0,2 0-5 0,-5 0 0 16,-2 0-12-16,0 2-7 0,-3 0-20 0,2 1-20 15,2 0-23-15,-2 1-31 0,1 0-27 0,-2 2-28 16,2-1-39-16,1 0-37 0,3 0-46 0,1-1-165 15,0 0-458-15,3-2 202 0</inkml:trace>
  <inkml:trace contextRef="#ctx0" brushRef="#br0" timeOffset="-211289.88">12506 12588 206 0,'0'0'212'0,"0"0"-22"16,0 0-22-16,0 0-12 0,0 0-26 0,0 0 3 16,0 0-8-16,15 11-18 0,-14-3-6 0,3 1-11 15,3 2-10-15,-3 0-7 0,0 2-7 0,3-3-5 16,1 6-13-16,-1 1 2 0,-2 1-4 0,1-1-8 16,-1-2 0-16,-1-1-5 0,0 2-6 0,-1-3-2 15,0-2-1-15,0-1-1 0,-1 0-1 0,0 2-4 16,-1-7-2-16,1 3-1 0,-1-4 1 0,0-1-6 0,1-1 16 15,-2-2 8-15,2 3-1 0,-2-3-4 0,8 0-4 16,-8 0-2-16,14-3-3 0,-7 1-1 16,2-1 2-16,1-3-7 0,2 0-1 0,-1 2-3 0,0 2 1 15,1-3-3-15,0 2-1 0,2-1-3 0,1 3 1 16,-3-2 1-16,0 3-6 0,1 1 3 0,-1 2-1 16,0 0-4-16,-1 1 2 0,2 1 2 0,-2 0-1 15,-2 2 1-15,1 1-4 0,-1 1 0 0,0-1-2 16,-3-2 3-16,-1 5-5 0,3-3 4 0,-4 3 1 15,-1-2-2-15,0 0-1 0,-2 1 4 0,-5-3 3 16,1 1-3-16,-1-1-1 0,-5 1 4 0,-1-2 0 16,1-1 3-16,-2 0 3 0,-1 0 0 0,-2 0-1 15,0-1 0-15,2-2 0 0,-1 0 1 0,2-2 1 16,-2 1 0-16,3-2 3 0,3-2-5 0,0 2 0 16,0 0-4-16,-1-5 0 0,5 0-5 0,-1-1-7 15,4-3-16-15,0-1-20 0,4-6-15 0,2 1-22 0,2-2-21 16,4-8-21-16,-1 2-23 0,5-4-8 0,-3 1 0 15,0 1 7-15,1 1 15 0,1 1 13 16,-4-1 13-16,1 2 13 0,-4 4 15 0,-3 0 11 16,2-1 11-16,-3 1 16 0,-1 1 24 0,0 0 21 0,2 3 20 15,-5 2 14-15,0-4 26 0,-4 7 17 0,1-1 24 16,2-1 10-16,0 6-5 0,-2-2-6 0,2 2-9 16,-1-1-11-16,-1 4-13 0,2-1-8 0,-2 0-9 15,3 4-10-15,0 0 2 0,0 0-10 0,0 0-3 16,-7 9-4-16,6-3-4 0,2 5-4 0,-2-1 2 15,2 4-8-15,1 3-1 0,1 1 2 0,2-1-4 16,-1 1 3-16,0 1-6 0,3 0 2 0,1-1-1 16,6 8-4-16,-10-6 2 0,8 1-4 0,-4-3 2 15,3-2-1-15,0 2 1 0,0 0 0 0,0-2 0 16,4-1-1-16,-3-1 0 0,4-1 0 0,-3-2-1 16,-1-4 3-16,0 0-2 0,0 2 0 0,3-6-3 15,3 1 7-15,-4-3-4 0,-2-1-3 0,3 1-5 0,-3-2 8 16,4-3-2-16,1 2 2 0,-4-3 2 0,-2-3-2 15,0 3-2-15,1-2 3 0,-5 0-1 16,4-2 3-16,-2 1 5 0,-2-2 6 0,-1 3 7 0,-2-1 5 16,-1-2 2-16,-1 3 10 0,0-1 4 0,-4 1 3 15,2 0 2-15,-2 1-5 0,0 1-7 0,1-2-7 16,-2 2-5-16,-1 1-1 0,-2 1-8 0,1 0 1 16,-2 0-5-16,7 3-5 0,-12 0 2 0,7 0-6 15,5 0-2-15,-14 6 4 0,11 0-2 0,-3-1-5 16,0 3-1-16,5 1-3 0,-5 0 1 0,0 1-5 15,6 2 2-15,-2-1-3 0,4 1 5 0,0-1 0 16,3 2-6-16,1-4 4 0,0 1 1 0,2-1 0 16,1 1-2-16,2-4 0 0,1 2-2 0,2-3-1 15,-2-2 0-15,2 2-2 0,-1-4-3 0,4 0 3 16,-2-1-5-16,-2-2 3 0,1-3 1 0,-2 4-2 16,0-3 3-16,-1-1 0 0,3-3 2 0,-5 2 0 15,0-5 6-15,-4 5 0 0,4-3 2 0,-3 4 5 0,-5-3 1 16,3 2 12-16,-1-2 4 0,-2 2 4 0,1 0 5 15,-2-1 12-15,0 2-4 0,1 1-4 16,-2-1-7-16,2 1-1 0,-1 4-3 0,0 0-11 0,0-6-7 16,0 6-17-16,0 0 0 0,0 0 2 0,0 0 0 15,0 0-2-15,0 0 3 0,2 18 2 0,-1-13-2 16,0 1 0-16,2-1 1 0,2 2 2 0,-1-1 6 16,-1-1-8-16,3 3 1 0,0-3 0 0,-1 2-1 15,1-2 0-15,1-3 2 0,-1 2-1 0,-1-2 2 16,-1 1 2-16,3-3-2 0,-7 0-1 0,12 0 2 15,-12 0 1-15,10-5 0 0,-2 2-2 0,-4 0 2 16,0-4 2-16,0 0 2 0,1 4-2 0,-2-5 5 16,1 2-7-16,3-2 1 0,-6 2 5 0,2-1-2 0,0 1 0 15,-2 0-4-15,1 0 7 0,-1 0 1 16,3 1-5-16,-1 0 2 0,-3 1-1 0,1 0 3 16,-1 4-7-16,4-5 0 0,-4 5-2 0,2-3-2 15,-2 3-2-15,0 0 5 0,13 7-1 0,-9-4 0 0,-1 3 1 16,4 0-3-16,-2 2 4 0,5 1-1 0,-5 0 1 15,3 1-5-15,2 0 4 0,-1 1 1 16,-2 0-3-16,1-1 1 0,2-1 2 0,-2 3 1 0,0-5 1 16,-1 2-5-16,2-1 8 0,-2-2-2 0,-1 0 1 15,-2-4 2-15,1 1 9 0,-2-1 14 0,1 1 15 16,-4-3 9-16,8 0 8 0,-8 0 14 0,7-5 14 16,-4 2 10-16,-1-1-2 0,4-2 16 0,-1 1 4 15,-3 0-11-15,2-5-4 0,1 5-13 0,-1-2-4 16,-1-1-8-16,1-1 2 0,-1 1-6 0,3 3-11 15,-1-1-2-15,-3 0-13 0,4 0-1 0,-1 3-18 16,-2-2 5-16,1 2-6 0,3-1-9 0,-2 3-45 16,-2-1-25-16,-3 2-32 0,14 2-22 0,-9 1-27 0,3-1-36 15,-1 1-53-15,0 2-63 0,-3-2-68 16,5 3-204-16,-5-1-603 0,2 0 267 0</inkml:trace>
  <inkml:trace contextRef="#ctx0" brushRef="#br0" timeOffset="-206434.16">14716 12906 47 0,'0'0'236'0,"-6"-4"-2"0,6 4-2 16,-2-3-4-16,2 3-3 0,0 0-8 0,-7-3-8 16,7 3-7-16,0 0-2 0,0 0-11 0,0 0-10 15,0 0-4-15,-4-1-10 0,4 1-6 0,0 0-25 16,0 0-3-16,0 0-2 0,0 0-25 0,0 0-5 16,-4-4-12-16,4 4-10 0,0 0 6 0,0 0-26 15,0 0 0-15,0 0-7 0,0 0-6 0,0 0-9 16,0 0 2-16,15-2-7 0,-8 1 0 0,5-3 0 0,8 1-3 15,1-1-6-15,2-2-3 0,6 3 2 16,2-3-7-16,-1-1 3 0,2 1-5 0,-2 1 5 16,4 0-4-16,-1 0-3 0,-3 1 2 0,-2 0 0 0,2-2-2 0,-8 3-3 0,1 0-7 15,-2 0 6-15,0 0-1 0,1 0-1 16,-3 0 0-16,-7 0 1 0,2 1 2 0,-2-1-1 16,-1 2-7-16,-3-2 9 0,-1 1 13 0,1 1-17 0,-2-2 4 15,-2 2-4-15,-4 1 5 0,8-1-7 0,-8 1 5 16,7-2 2-16,-7 2-6 0,4-3 2 0,-4 3 1 15,0 0-8-15,5-1 7 0,-5 1-10 0,0 0 1 16,0 0-32-16,0 0-23 0,6-1-21 0,-6 1-21 16,0 0-26-16,0 0-29 0,0 0-40 0,0 0-29 15,0 0-32-15,0 0-17 0,0 0-206 0,0 0-519 16,0 0 230-16</inkml:trace>
  <inkml:trace contextRef="#ctx0" brushRef="#br0" timeOffset="-205960.33">15226 12657 38 0,'0'0'198'16,"0"0"-14"-16,-2-3-8 0,2 3-7 0,0 0-10 0,0 0-12 0,0 0-15 15,0 0-9-15,-3-2-13 0,3 2-12 0,0 0-6 16,0 0-12-16,0 0-11 0,0 0-8 0,0 0-6 16,0 0-4-16,0 0-2 0,0 0-10 0,0 0 0 15,0 0-5-15,9 9-1 0,-5-4-2 0,0-2-9 0,0-2 2 16,3 3-3-16,-1-1 0 0,0 3 0 16,4 0-2-16,-2-1-6 0,2 1 1 0,-1 0 0 15,2-1-4-15,3 1 3 0,-5 0-5 0,4 0 0 0,-3-1-7 16,1 1 5-16,-1 0-2 0,-1-1 2 0,-2-2 0 15,1 1-3-15,-2 2 0 0,-1-3-3 0,0 1 1 16,-2 0-1-16,1 0-1 0,-1-1 2 0,-2 0-1 16,1 1-1-16,-1 0 4 0,-2 1 28 0,-1 0 14 15,0 3 10-15,-4-2 10 0,0 5 3 0,-1-4 0 16,-2 4-8-16,1-4-3 0,-1 3-9 0,-1-1 0 16,1 3-8-16,-2-3-1 0,1 0-9 0,-2 2 2 15,1-2-6-15,2 1-4 0,-1 0-12 0,6-4-28 16,0 3-27-16,-1 0-31 0,-1-3-48 0,6 1-50 15,2-2-69-15,0 1-170 0,2-4-445 0,-1 2 198 16</inkml:trace>
  <inkml:trace contextRef="#ctx0" brushRef="#br0" timeOffset="-198291">16156 12670 106 0,'0'-7'258'0,"-2"1"-3"0,-2 0-3 0,2 1 2 0,0-2-8 15,0 2-2-15,0 0-13 0,0 0-6 0,-3-2-10 16,2 4-15-16,0-1-14 0,0 1-17 0,-2 0-17 16,2-2-17-16,3 5-21 0,-6-2-13 0,6 2-8 15,-11 1-13-15,4 0-10 0,-4 5-6 16,1-1-9-16,2 2-5 0,-4 1-7 0,-2 4-4 0,-2-1-2 16,2 2-6-16,6-3-5 0,-2 5-3 0,1-4-1 15,5 2-4-15,-3-2-2 0,7-1 0 0,-2 2-2 0,-1-1-8 16,6 1 4-16,1-3-5 0,0 1 5 15,1-2 0-15,4 2-2 0,1-2 2 0,3-5 0 0,-1 1-3 16,1-1 6-16,1-1-6 0,2-1-2 0,-3-1-4 16,1-1 0-16,0-4 1 0,-4 1 0 0,2 1 1 0,0-5 2 15,-5 2-2-15,2-1 5 0,-2-1-5 0,-1-2 4 16,-2 2 4-16,-3-4 0 0,-1 0 3 0,0 1 6 16,-4-2 2-16,0 0-5 0,-1 0 6 0,-1-2-4 15,-2 5 7-15,1-3-3 0,-1 1 2 0,1 1 3 16,-2 1-9-16,-1 2-10 0,1-1 7 0,0 3 1 15,1-2-4-15,2 4-3 0,0 0 1 0,1 0-30 16,-2 2-21-16,4 1-39 0,3 1-31 0,-11-2-27 16,11 2-18-16,-8 5-11 0,4 0-18 0,-1 2-17 15,1-1-20-15,4 1-16 0,0 3-18 0,1-1-196 0,2 3-490 16,3-2 217-16</inkml:trace>
  <inkml:trace contextRef="#ctx0" brushRef="#br0" timeOffset="-197979.45">16373 12607 121 0,'0'0'306'0,"-3"-5"-12"0,-1 2-18 16,4 3-25-16,0 0-30 0,-1-3-24 0,1 3-24 15,0 0-25-15,0 0-14 0,0 0-14 0,0 0-14 16,6 14-9-16,-2-5-13 0,2 1-2 0,2 7-16 15,0 2-7-15,4 6 0 0,-1 2-7 0,3 3-6 16,-5-2-4-16,5 2-5 0,-2-1-5 0,-2 0 0 16,1-1-4-16,-1 1-3 0,-1-2-3 0,0-2-1 15,-2-6 0-15,-3 0-3 0,3 2-2 0,-3-3-3 16,-3 0 2-16,1-5-1 0,-1-2-2 0,2 0 0 16,-3-4-18-16,1-1-11 0,1 1-11 0,-1-3-6 15,-1 1-23-15,0-3-42 0,0-2-50 0,0 0-55 0,0 0-52 16,0 0-145-16,0-19-433 0,-1 9 191 15</inkml:trace>
  <inkml:trace contextRef="#ctx0" brushRef="#br0" timeOffset="-197649.07">16404 12643 222 0,'-11'-9'283'0,"4"2"-3"15,-1-4-6-15,1 4-11 0,1-3-6 0,0 2-18 0,3 1-30 16,2 1-13-16,1-2-22 0,-3 0-15 0,3 2-8 16,0 1-24-16,3-3-14 0,0 2-10 0,1-1-14 15,4 3 3-15,-3-1-21 0,2-1-3 0,0 3-19 16,1 1-8-16,7 1-3 0,-4 2-8 0,4-1-8 16,-3 0-2-16,0 2 4 0,2 5-13 0,0 0-1 15,-1-1-3-15,0 7 0 0,0-2-2 0,-2-1-4 16,0 3 0-16,-2-1-1 0,-2-1-2 0,-3 2 3 15,-1 0-4-15,-2-1 6 0,1 1-3 0,-4 2 0 16,0-6 3-16,-4 4-1 0,-1-1-2 0,-2-2 4 16,-1-1-2-16,-2 3 1 0,-1-3 5 0,-1 0-8 15,0-3-11-15,2 1-19 0,-2-4-19 0,4 0-18 16,-3-2-22-16,1 0-28 0,5-2-32 0,-1-1-40 0,1-3-52 16,3-1-212-16,0 0-490 0,0-4 216 15</inkml:trace>
  <inkml:trace contextRef="#ctx0" brushRef="#br0" timeOffset="-197353.51">16611 12253 318 0,'3'-5'329'16,"-3"-1"-11"-16,0 2-21 0,0 4-28 0,2-3-27 0,-2 3-25 0,0-5-31 15,0 5-24-15,0 0-14 0,0 0-16 0,0 0-16 16,0 0-7-16,10 10-14 0,-5-4-9 0,-1 6-10 16,3-1-4-16,1 4-10 0,0 3 4 0,6 8-18 15,-7-8-4-15,5 9-4 0,2-3-1 0,-2 3-6 16,-3 0 1-16,1-3-1 0,-1 3-9 0,0-1 4 16,-4-7-8-16,2 0-4 0,-1-1 5 0,-3-1-13 15,3-1-20-15,-5-4-12 0,2 1-22 0,-2-4-19 16,2-1-26-16,-2 1-26 0,1-6-18 0,-2 1-33 15,0-4-41-15,0 5-51 0,0-5-168 0,0 0-461 16,0 0 204-16</inkml:trace>
  <inkml:trace contextRef="#ctx0" brushRef="#br0" timeOffset="-197040.02">16664 12540 53 0,'-3'-3'228'0,"0"-2"-5"0,3 1-7 0,0 0-16 16,0-1-14-16,0-2-9 0,0 4-16 0,2-4-7 0,3 1-15 15,-2 1-12-15,1 1-13 0,0-4-10 0,4 4-14 16,-1 1-7-16,1-2-5 0,3 0-10 0,-3 0-10 16,3 3-3-16,0-2-9 0,0-1 0 0,-3 5-9 15,4-3-3-15,-4 3-5 0,-1 2-3 0,4 2 0 16,-2-2-3-16,1 2-3 0,-2 1-4 0,3 0-1 16,-5 0-1-16,3 0-3 0,-2 1-1 0,2 3-3 15,-2-6 3-15,3 6-3 0,-3-1-3 0,2 1 0 16,-5 1-3-16,4-1 2 0,-1 0 2 0,-3 0 0 15,1 3-2-15,1-5 1 0,-2 4-3 0,2 0 3 0,-1-2-1 16,-2 0 1-16,2 0 0 0,1-3 0 0,-4 1-2 16,1-1 2-16,1-1-2 0,2-1-16 15,-2 0-9-15,-1-2-24 0,3 1-36 0,-2-1-45 0,-4-2-52 16,11 0-49-16,-11 0-145 0,11-5-406 0,-7 1 180 16</inkml:trace>
  <inkml:trace contextRef="#ctx0" brushRef="#br0" timeOffset="-196460.28">17066 12450 266 0,'0'0'294'0,"-1"-1"-13"16,1 1-12-16,0 0-19 0,0 0-24 16,-1-4-21-16,1 4-24 0,0 0-21 0,0 0-17 0,0 0-17 15,0 0-7-15,0 0-17 0,0 0-11 0,11 9-6 16,-11-9-9-16,6 7-10 0,-2-1-4 0,-1-1-7 15,4 1-1-15,-3 4-11 0,3-2-3 0,-2 2-2 16,-1-4-13-16,2 4-2 0,-1-2-9 0,-1 1-1 16,-1-3-11-16,1-1-2 0,0 0 1 0,0-2 0 15,-4 0-2-15,3 1 2 0,-2-1 3 0,-1-3 0 16,3 2 0-16,-3-2 2 0,0 0 0 0,0 0-3 16,0 0 1-16,6-10 4 0,-5 5 1 0,-1-3 4 15,1 1 8-15,1-1 8 0,-1 3 5 0,-1-7 5 16,3 7 17-16,-2-3-7 0,-1-1 4 0,3 3-1 15,-1-2-3-15,0 1-11 0,-1-1 5 0,0 1-2 16,1 2 0-16,-1 0-7 0,2 0-7 0,-2 1 0 16,2 0 5-16,-3 1-14 0,0 3-3 0,6-4-3 0,-2 3-4 15,-4 1 1-15,10 0-1 0,-10 0-5 0,11 3-1 16,-5-3-6-16,-1 3 1 0,2 1-3 16,0-1-3-16,0 1-7 0,-2-1-3 0,2 1-4 0,1 1 5 15,0-3-4-15,-5 1 2 0,1-1 2 0,0 1 1 16,-4-3 1-16,7 3 2 0,-5-1 3 0,-2-2 3 15,5 2 1-15,-5-2 15 0,0 0 11 0,0 0 4 16,0 0 2-16,0 0 4 0,9-5-8 0,-9 5 8 16,2-6 12-16,0 4 10 0,-2 2 6 0,3-4 4 15,-3 0-10-15,0 4-2 0,4-4 3 0,1 2-12 16,-5 2-8-16,3-3-2 0,-3 3-3 0,0 0-9 16,0 0-3-16,7-1 4 0,-7 1-7 0,0 0 3 15,8 2-16-15,-1 1-14 0,-2 0-15 0,-1-1-11 16,5 2-18-16,-1 2-16 0,1 0-23 0,-2-3-13 15,1 1-31-15,2 1-37 0,1 1-41 0,-2-4-39 16,1-1-48-16,-1 2-205 0,1-3-553 0,-2 0 244 0</inkml:trace>
  <inkml:trace contextRef="#ctx0" brushRef="#br0" timeOffset="-196252.21">17537 12341 248 0,'0'0'261'0,"0"0"-27"0,0 0-30 16,0 0-22-16,0 0-14 0,0 0-15 0,0 0-8 15,0 0-12-15,0 0-14 0,3 13-10 0,-1-8-7 16,0 0-12-16,-1 1-8 0,3 2-7 0,0 1-10 0,-1 1-1 16,1-1-26-16,2 1-18 0,-1 0-34 15,-1-2-49-15,0 4-32 0,3-4-46 0,-3-2-56 16,0 1-134-16,0-2-358 0,3-2 159 0</inkml:trace>
  <inkml:trace contextRef="#ctx0" brushRef="#br0" timeOffset="-195392.06">17653 12320 32 0,'0'-7'252'0,"0"4"-23"0,1-2-16 15,-1 0-17-15,3 1-21 0,-2 0-16 0,4 2-12 16,-1-2-16-16,1 1-13 0,0 1-13 0,1-1-7 16,-1 2-12-16,-5 1-7 0,9-3-13 0,-5 3-7 15,-4 0-5-15,9 2-7 0,-9-2-5 0,9 1-4 16,-6 0-5-16,-3-1-2 0,5 4-3 0,-1-2-5 0,-1 3-1 16,-3 0-4-16,0 0-4 0,1 0-1 0,-2 1-2 15,1-1 1-15,-3 4-1 0,3 0-1 16,0 0-6-16,0-1 2 0,-4 1 3 0,4 0 1 0,0 1 3 15,0-1-1-15,0 2 3 0,2 0-2 0,0 1-2 16,1 1-1-16,0-1 0 0,1 1 0 0,3 0 1 16,2 2-6-16,2 0 3 0,0-1 0 0,1 4-1 15,-1-2-2-15,2-2 2 0,-3 1-1 0,1 2-1 16,1-2 0-16,-1-1-2 0,-1 1 1 0,1-1-2 16,-2 2 0-16,-3-4-2 0,1-2-1 0,-2 1 0 15,0-2-1-15,-3 2 5 0,0-5-2 0,0 1-2 16,-1 1 20-16,-1 0 32 0,-1-2 13 0,1 1 17 15,-3-2 15-15,0 1 5 0,-2 0 10 0,0-1-2 16,-4 0-5-16,-2-2-6 0,-2 1-11 0,-1-1-4 16,-5 2-14-16,5-1-5 0,-2-4-3 0,1 1-5 15,3-1-4-15,-3 1-3 0,0-2-3 0,4 0-6 16,0-2 1-16,3 0 0 0,-1-1-17 0,3-2-13 0,1-1-1 16,1-4-39-16,5-1-19 0,2-2-28 0,1-3-19 15,8-9-27-15,2 0-25 0,1-4-24 16,5 2-17-16,3-3-3 0,-4 3-13 0,6-3 12 0,-1 3 2 15,-2-1 23-15,3 3 19 0,-2 2 14 0,-2-1 15 16,-3 3 17-16,1 2 24 0,-7 3 29 0,2 1 33 16,-6-1 26-16,2 1 40 0,-4 5 29 0,0 0 20 15,-1 2 24-15,-3 1 13 0,-1 1 15 0,0 0-11 16,-1-1-2-16,0 3-10 0,0 1-15 0,0-1-9 16,-1 1-20-16,1 4-8 0,-6-5-8 0,6 5-11 15,0 0-5-15,-14 5-3 0,7 0-10 0,1-1 1 16,-3 5-10-16,2 1 0 0,-1 1-1 0,0 0-2 15,2 1-7-15,-3 0-1 0,2 1-4 0,0-1-6 16,4 1 6-16,-1-4 3 0,0 4-2 0,0-2 0 16,3-2-13-16,1-1-4 0,-1 0-3 0,1-3 6 15,0 0-2-15,0 0-3 0,1-2 8 0,-1-3 2 16,7 2 0-16,-7-2-1 0,0 0-2 0,16-5 1 0,-10 1-2 16,0-1 1-16,2 0-2 0,-4-1 6 0,5 0 14 15,-7 0 14-15,1 0 5 0,4 1 16 16,-3-1 4-16,0 3 14 0,-3-1 6 0,2 2-13 0,-3-3 5 15,0 5-21-15,4-5-9 0,-4 5-12 0,0 0-5 16,0 0-2-16,10 1-4 0,-10-1 0 0,6 5-1 16,1-1-7-16,-3 0-7 0,3 6 7 0,0-5-8 15,1 2-18-15,2-1-16 0,1 0-24 0,-1 2-10 16,3-1-21-16,3 0-17 0,-4-1-33 0,3-1-39 16,-4-3-45-16,9 2-28 0,1-2-44 0,-6-2-251 15,-3-1-587-15,3 0 260 0</inkml:trace>
  <inkml:trace contextRef="#ctx0" brushRef="#br0" timeOffset="-195127.91">18350 12030 202 0,'-4'-4'351'0,"4"4"-11"0,-3-5-23 15,2 1-30 1,1 4-37-16,-1-4-28 0,1 4-22 0,0 0-24 0,0 0-22 15,0 0-12-15,5 13-16 0,3-5-12 16,-2 2-8-16,-2 1-12 0,7 5-9 0,-2 0-11 16,0 1-8-16,3 2-2 0,-3-1-4 0,4 8-7 0,-3-7-6 15,5 5-6-15,-6-6-2 0,1 3-3 0,-1-3 7 16,0 1-18-16,0 0 0 0,1 0-16 0,-2-5-14 16,-1 2-16-16,-2-3-17 0,2-1-20 0,-3-3-24 15,-1-1-27-15,0-2-26 0,-2 0-32 0,1-3-33 16,-2 0-36-16,2-1-214 0,-2-2-487 0,0 0 216 15</inkml:trace>
  <inkml:trace contextRef="#ctx0" brushRef="#br0" timeOffset="-194484.42">18496 12256 155 0,'0'0'250'16,"2"-6"-1"-16,0 4-2 0,2-1-14 0,-1-1-13 0,-1 1-12 15,5 0-22-15,-1 0-17 0,0 1-19 0,3-1-12 0,-4-1-17 16,6 1-12-16,-2 2-7 0,2-1-16 0,-1 2-3 16,2-2-5-16,-2 4-16 0,-1-2-5 0,5 0-7 15,-3 2-4-15,-4-1-8 0,5 2 0 0,-3 1-2 16,1 0-11-16,-4 1 1 0,3 0-4 0,0 0-5 16,-5 0 0-16,3 2-3 0,0-1-6 0,-2 2-8 0,-5-2 0 15,2 2-6-15,0 0-4 0,3-2-6 0,-4 1 0 16,0 0-3-16,-1-1-1 0,3 1-11 0,-3-3 2 15,0-2-2-15,0-2-5 0,5 8 0 0,-5-6-1 16,0-2 4-16,0 0-3 0,7 1-13 0,-7-1-13 16,11-2-9-16,-4-2-4 0,2-2 7 0,4 2-5 15,-5-4 14-15,1 2 9 0,1 2 4 0,-2-5 1 16,3 3 10-16,-2 0 11 0,0 0 16 0,-4 1 21 16,3-1 23-16,-4 2 14 0,2-1 12 0,-4 1 7 15,4-1 7-15,-5 2 9 0,3 0-1 0,-4 3-6 16,7-6-7-16,-7 6-9 0,3-4-6 0,-3 4-8 15,1-2-8-15,-1 2-7 0,0 0-4 0,7-1-1 16,-7 1-4-16,0 0 2 0,12 2-6 0,-5 1-3 0,1-2 0 16,-4 0 0-16,6 2-3 0,-2 0-3 15,0-2-2-15,2 1 2 0,-2 1-11 0,1-1-1 16,-2 2-1-16,1-3 2 0,1 2-8 0,-3 0 4 16,2 1-1-16,-1-3 3 0,-1 0-2 0,0 0 2 0,-2 1-3 15,-1 0 2-15,-3-2 4 0,8 3-2 0,-8-3 1 16,5 2 5-16,-5-2 4 0,0 0 16 15,0 0 23-15,6 0 28 0,-6 0 0 0,0 0-6 0,7-4-9 16,-7 4-5-16,1-6-4 0,2 2-4 0,0 0-4 16,0-1-5-16,-1 1-4 0,2-1-6 0,-1 0-4 15,1 0-3-15,0-1 1 0,3 2-4 0,-2-2-1 16,1 1-3-16,-3 0-12 0,2 0 1 0,2 2-6 16,-2-2-14-16,1 3-15 0,2-2-16 0,-4 0-24 15,4 2-23-15,-1 2-27 0,-7 0-26 0,8 0-27 16,-1 0-34-16,-7 0-27 0,12-1-47 0,-12 1-159 15,8 0-477-15,-8 0 211 0</inkml:trace>
  <inkml:trace contextRef="#ctx0" brushRef="#br0" timeOffset="-194278.49">19013 11956 237 0,'-7'-5'354'0,"0"-1"-37"0,3 1-27 0,-3-1-27 15,3 2-29-15,0 1-20 0,3-2-25 0,-5 3-23 0,6-3-46 16,0 5-48-16,-4-3-73 0,4 3-84 0,-3-3-93 16,3 3-188-16,0 0-396 0,0 0 176 0</inkml:trace>
  <inkml:trace contextRef="#ctx0" brushRef="#br0" timeOffset="-193433.13">19965 12018 155 0,'3'-6'197'16,"2"0"11"-16,-1 1 9 0,0-6-1 0,-1 1 7 16,1 0 9-16,-1 3 11 0,-1 0 11 0,1 0-8 15,-1-1 4-15,-1 5-6 0,-1-4-6 0,1 2-28 16,-1 5-26-16,2-6-22 0,-2 3-22 0,0 3-32 16,0 0-5-16,0 0-12 0,-2 14-9 0,0-1-11 15,-1 4-4-15,0 2-7 0,-2 9-4 0,0-1-7 16,1 2-5-16,-1-2 1 0,-3 0-3 0,2 4-4 0,1-4-13 15,-1-1-2-15,2-6 0 0,-4 0 0 0,3-2-3 16,-1-1-6-16,1-4 1 0,1-1-2 0,1-1-1 16,-1-3 24-16,0 2-28 0,4-8 9 0,-3 3 1 15,2-1 5-15,1-4 0 0,0 0-8 0,0 0 4 16,0 0-4-16,0-18-1 0,1 6 3 0,2-3-11 16,1-5 3-16,4-4-6 0,0-4 2 0,-2-1 6 15,1-2-3-15,1-2 0 0,-2 2 2 0,0 1 20 16,1-1 27-16,-3 3 14 0,0 2 7 0,-3 6 6 15,3 0 2-15,-2 8 1 0,-1-1 0 0,0 3-3 16,1-1-7-16,-2 5-8 0,1-2-9 0,-1 4-12 0,0-1-7 16,2 2-15-16,-2 3-4 0,0 0-5 0,0 0 0 15,0 0-3-15,11 13 0 0,-4-2-1 0,2 6-4 16,2-2 0-16,-3 3 0 0,5 6-2 0,1 1 2 16,-3 0-2-16,1 0 2 0,4 0-2 15,-5-2-1-15,0-4-19 0,4 6-16 0,-5-7-15 16,-2 0-15-16,0-3-16 0,0 3-25 0,-2-8-17 0,-2 0-20 15,1 0-19-15,-1-3-15 0,-1-1-12 0,-2-1-3 16,1 0-1-16,-4 1-1 0,2-6-20 0,-4 5-14 16,0-3-23-16,4-2-26 0,-11 0-26 0,3-1-19 0,1-1-161 15,-5-1-516-15,-2-1 229 0</inkml:trace>
  <inkml:trace contextRef="#ctx0" brushRef="#br0" timeOffset="-192519.21">20069 12241 320 0,'-9'-1'33'15,"4"-1"42"-15,-1 0 24 0,2 1 21 0,4 1 11 16,-8-3 8-16,8 3 12 0,-7-2 3 0,7 2 8 15,0 0 5-15,-5-2-6 0,5 2 0 0,0 0-2 0,-3-3-2 16,3 3-15-16,0 0-16 0,8-6-15 0,-3 1-7 16,2 3-9-16,1-5-12 0,4 1-8 0,0-3-10 15,3 0-6-15,1-1-4 0,0-1-5 0,-1 1-5 16,3-3-4-16,-2 5-7 0,-1-5-4 0,0 1 2 16,-3-1-14-16,2 0-9 0,-2-2-2 0,-2-2-24 15,3 1-16-15,-7-3-5 0,2 0-7 0,-5-1 2 16,2 1 2-16,-4 1 8 0,1 0 7 0,-4 1 7 15,1 4 9-15,0 2 5 0,-5 1 8 0,2 1-3 16,0 1-1-16,-1 1 1 0,-1 0-3 0,2 2-2 0,-1 5-2 16,-1-3-2-16,6 3 3 0,-11 1 1 0,7 3-3 15,0-1 1-15,1 6 3 0,0-1-1 16,1 3 2-16,1 3 2 0,4 6 0 0,0-1 0 0,3 1 2 16,2 6 1-16,4 1-1 0,0-4 2 0,1 2-5 15,0 0 5-15,2-4 1 0,0-4-1 0,0 0 0 16,0-2 1-16,4 5-1 0,3-1-1 0,-7-8-11 15,5-3-3-15,-1-1-9 0,-1 0-10 0,1-2-16 16,1-2-13-16,0-2-7 0,1-2-8 0,1-1 2 16,-3 0 9-16,0-2 5 0,-5 0 9 0,2-5 3 15,-2 4 16-15,2-5 1 0,-4 2 12 0,-3-2 6 16,0 2 15-16,-1-2 14 0,-4 0 13 0,-2 2 12 16,-1-2 3-16,-1-2 2 0,-3 5 4 0,-1-1-5 0,-1-1-4 15,-4 1-3-15,2 2-8 0,-2 1-3 16,0 1-5-16,-1 1-3 0,-1 2-1 0,-2-1-5 15,-1 2 0-15,3 0-4 0,4 3 0 0,-1 0-2 0,0-1-4 16,3 1-3-16,-2 1-1 0,5-1-4 0,-3 2 3 16,4-2 5-16,-2 1-5 0,3-4 2 0,4 9 2 15,4-5-2-15,-1 0 0 0,3-2-2 0,3 2 6 16,-3 0-6-16,-1 0 2 0,3 1 0 0,-1 0 0 16,-1 0-2-16,2 3 1 0,0-2-2 0,5 5 2 15,-4-4-3-15,2 6 3 0,0 0 1 0,0-2-1 16,-3 5 8-16,2-1-8 0,1 0 2 0,-4 1-3 15,2 1 2-15,-2-1-1 0,4 7-1 0,-3-6 0 16,-2 2 3-16,4-4 0 0,-8 1-2 0,3 0-2 16,-1 0 3-16,-2-4-4 0,-1-1 2 0,-1-1 2 15,-3 0 1-15,-1 0-1 0,3-2 6 0,-3-4 17 0,-3 3 18 16,2-1 6-16,-3-3 4 0,-2-2 3 0,-3-1-3 16,-4-1 1-16,0-2-9 0,1-4-4 0,-7 2 0 15,6 0-2-15,-2-1-4 0,3 1-4 0,1-3-4 16,1-1-3-16,1-2-6 0,5 0-2 0,3-1-15 15,-1-3-3-15,6-1-7 0,3-1-1 0,1-1 1 16,3 3 0-16,3-2 2 0,2 2-3 0,1 2 5 16,2 2-4-16,-2 0 2 0,0 4 4 0,-3 2 0 15,0 0 1-15,2 0-2 0,-5 3 4 0,3-1 5 16,0 3 3-16,-1 0 7 0,-1 2 2 0,2 0 7 16,-1 2-1-16,1 0 13 0,2 0 8 0,2 1 6 15,1 1-2-15,-1-1 14 0,4 1 5 0,-1-3 12 16,0 1 10-16,2-1 9 0,-3-2-3 0,3-1 5 0,-3-3-3 15,1 2-4-15,1-3 12 0,-3 1-3 16,0-4 3-16,-4-1-4 0,-1 1 1 0,-3 0-11 0,-2-2-2 16,2-1-7-16,-3 0-7 0,-4-1-10 0,-2-1-5 15,-4-2-11-15,0-3-18 0,-4 2-30 0,-4-3-39 16,-8-3-48-16,-7-1-59 0,-1 4-55 0,-8 2-58 16,-4 2-67-16,-18-2-82 0,-8 3-263 0,-5 4-726 15,-3 5 321-15</inkml:trace>
  <inkml:trace contextRef="#ctx0" brushRef="#br0" timeOffset="-187733.05">8303 12318 64 0,'0'0'197'0,"0"0"-22"16,0 0-18-16,0 0-15 0,-8-1-16 0,8 1-13 16,0 0-12-16,0 0-10 0,0 0-2 0,0 0-9 15,0 0-8-15,0 0-4 0,0 0-6 0,0 0-6 16,0 0 12-16,0 0 2 0,0 0-2 0,0 0-5 16,29-3-4-16,-16 3-7 0,1-1-5 0,2 0-1 15,0-1-4 1,6 1-5-16,1-3 0 0,7 0 11 0,3-1-1 0,2 0-6 15,0 3-4-15,1-3-2 0,2 2-4 0,1-1-4 16,-2-1-2-16,3 1-3 0,1 0-3 0,-2 0 1 0,0-1-3 16,-2 0-1-16,1 1 1 0,3-1-5 15,-3 1-1-15,0 2-1 0,-4-2-1 0,5 1-3 0,-3-2 1 16,-1 0 0-16,3 0-2 0,-1 2 0 0,-3 0-1 16,4-2-4-16,-1 0 2 0,1-1 3 0,1 5 2 0,6-3-1 15,9-3-3-15,-14 3-3 0,1 0 6 0,13-3-1 16,-13 1-1-16,1 1-2 0,-1 2 1 0,15-1-3 15,-14-1 3-15,-4 3-5 0,6-1 4 0,-6-1 0 16,1 2 0-16,3-1 2 0,0 2-3 0,-3-2 1 16,-3 3-4-16,4-2 4 0,-2-1 1 0,0 2-3 15,5 0 0-15,-3-1 1 0,-5 1-2 0,6 0 2 16,0 1-4-16,-2-1 5 0,2-1-1 0,0-1-1 16,-3 2 1-16,1 1-1 0,2-1 2 0,-1 0-1 15,-1 1-1-15,-1-2 0 0,0 1-3 0,0 0 3 16,0-3-1-16,-2 3 3 0,2 1 0 0,1-1-1 0,-3-1 0 15,2 2-1-15,-1 0 1 0,0-2-1 16,0 0 2-16,3 1-1 0,-3-2 0 0,1 3-5 16,2-2 7-16,-3 2-2 0,3-3-1 0,2 3 2 0,-3-1-2 15,15 0 0-15,-13-3 2 0,0 2-1 0,1-1 1 16,2-1-2-16,14 1 0 0,-17 0 0 0,12-1 0 16,-11-2 0-16,2 3 1 0,-5 0 0 0,17-3-3 15,-12 4 6-15,10-1-2 0,0 0-2 0,-13 0 0 16,-1 2 2-16,3 0 0 0,-5 0-1 0,18-5-2 15,-16 3 3-15,4 2-3 0,8-2 3 0,-11 3-1 16,1-3-1-16,0 1 1 0,13-1-2 0,-13 0 1 16,1 0-2-16,14-1 2 0,-17 1 3 0,16 2-4 15,-17-3 1-15,4-1 3 0,0 4-2 0,11-3 1 16,4 0-5-16,-17 2 5 0,16-1 2 0,-1-1-5 16,0 1 2-16,-15-1 0 0,17-2 1 0,-3 6-3 15,1-3 0-15,-12 0 1 0,10-1-1 0,-11 1-1 16,15-3 4-16,-2 1 1 0,-1 0-3 0,3 1-3 0,-1-1 3 15,0 1-3-15,-1 2 6 0,1-5-1 16,-1 6-3-16,5-4 0 0,-5 0 1 0,4 3 0 16,-2 0 3-16,-17-2-3 0,15 1 0 0,1 1 0 0,-1 0-2 15,-1 1 0-15,0-1 3 0,4-3 2 0,-5 1-1 16,3 2 0-16,0-2-4 0,0 2 2 0,2 1 0 16,-3-3-2-16,2 3 1 0,0-2 1 0,1 0 1 15,2-1-4-15,-5-1 3 0,2 2 0 0,-2 0-2 16,0 0 0-16,1-2 2 0,3 0-1 0,-2 2 2 15,2-4 1-15,-1 2-2 0,2 1 1 0,0-1 0 16,-3 0-3-16,2 0-5 0,2 3 9 0,-3-4-2 16,-3 0 1-16,1 0 0 0,1 3-2 0,-19-1 0 15,22-1 3-15,-6 1-2 0,2-1 2 0,-18 1 3 16,21-5-4-16,-4 7-3 0,2-1 4 0,-1-4-2 16,-16 4-2-16,18-4 3 0,-4 5-1 0,1-2 0 15,-14 0-1-15,-1 3 3 0,16-2-4 0,-15 0 6 16,12-1-3-16,-11-1 1 0,-1 2 0 0,12 1-1 0,-10-1 0 15,12 2-1-15,-17-2-1 0,16-3 1 16,-13 3 0-16,12 0 2 0,-12 2-3 0,-1 0 1 16,15-2 4-16,-14-2-3 0,14 2-3 0,-18 0 3 0,4 0 0 15,11-4-1-15,-12 3 1 0,-3 0-1 0,2 0 1 16,3 3-1-16,-2-4-1 0,-2 0 2 0,3 1 1 16,-1-4-5-16,0 4 5 0,2-1-3 0,12-2 4 15,-17 2-3-15,15-1 0 0,-15 1 3 0,4 0-7 16,-1 0 3-16,3-2 2 0,9 4 0 0,-10-4-1 15,-5 3 0-15,3-1 0 0,0 2 1 0,1-4-2 16,-4 2 2-16,6 1 1 0,-5-4-2 0,-1 6 0 16,4-5 0-16,-4 1 0 0,6 1 1 0,-6 2 0 15,1-3 1-15,0 1-1 0,0 1-2 0,0-1 0 16,0 0 3-16,-1 0-2 0,0-2 0 0,1 2 1 16,-1 1 2-16,0 0-2 0,-1-1-3 0,0 1 3 15,-2 0-3-15,0 1 1 0,2-2 1 0,-5 2-3 0,4-2 5 16,-2 2-2-16,0-1-1 0,-1 1 0 0,0-2-1 15,2 0 1-15,-3 0-2 0,1 3 5 16,-2-2-1-16,1 1-5 0,-2 1 4 0,0-3 1 0,2 2 0 16,-1 1-3-16,-1-2 0 0,2 2 3 0,0-4-4 15,1 4 2-15,0-1 4 0,1-2-3 0,-2 3 3 16,1-2-6-16,-2 1 3 0,-1 0 0 0,4 2 0 16,-5 0 0-16,-5 0 0 0,5-2 3 0,-8-1-4 15,9 3 5-15,-12 0-4 0,5 0 1 0,-5-1 0 16,4-1-1-16,-9 2-2 0,2 0 0 0,-1 0 3 15,0 1 1-15,-3-2-1 0,-1 0 0 0,1 1-1 16,-3-1 2-16,3 1 1 0,-4 1 0 0,1-1 31 16,4-2 0-16,-4 2-6 0,5-2 2 0,-1 2-5 0,0-2-4 15,2 2 1-15,2-3-2 0,-2 2-1 16,1 1-5-16,4-3 0 0,-1 2-4 0,-4 0-1 16,0 0-2-16,2 0 1 0,-5-1 0 0,2 3-1 15,-1-1 2-15,-3 1-7 0,0-1 5 0,-4 0-2 0,-5 1 0 16,12 0 3-16,-12 0 1 0,6-2-3 15,-6 2-4-15,0 0 1 0,8 2-1 0,-8-2-1 16,5 2 1-16,-5-2 1 0,0 5 0 0,0-1-4 0,0 1 5 16,3 0-1-16,-3 2 1 0,1 2 5 0,0 1 2 15,2 0-1-15,-1 2 7 0,-2 2-4 0,2 1 7 16,1 5 2-16,-2-1-1 0,2 2-2 0,-1 5 1 16,-2 1-2-16,2-5-2 0,0 7-1 0,-2 0 6 15,1 2 11-15,-1 1-2 0,0 3 2 0,-1-1-5 16,2 2-4-16,-2 0 1 0,1 0-4 0,-2 3-1 15,0-2 19-15,2 1-11 0,-2 0 3 0,2-2-4 16,0 4-1-16,-4-4-5 0,4 0 0 0,-3-3-1 16,3 1 0-16,0-1-4 0,0-3-2 0,-1 1 2 0,1 0 1 15,0-2-1-15,-1 1-7 0,3-2-6 16,-2 3 10-16,0-3-4 0,0-3 2 0,0 1-3 16,0-5-3-16,0 2 2 0,3 1 5 0,-2-3-5 0,2 5-1 15,-3-6-7-15,2 0 4 0,0-1 3 0,1 0 0 16,-3 0-1-16,4 3-7 0,-4-3 6 0,4 2 0 15,-3-2 16-15,-1 0-22 0,2 0 5 0,-1-1-2 16,2 0 0-16,-2 1 0 0,1-2 1 0,-1 0-1 16,-1-5 1-16,3 5 2 0,-2 0-4 0,-1-3 5 15,2-1-5-15,0-2 1 0,-2 2 0 0,2-2-3 16,-2 2 3-16,2-1 1 0,-2 1-3 0,2-2 4 16,-1 3-1-16,1-3 2 0,0 2-2 0,-2-1-2 15,0 0-1-15,-2-1 1 0,2 0 2 0,0-2-7 16,0 3 6-16,0 0-2 0,0-1 4 0,0-3 1 15,-2 1-1-15,4-4-2 0,-4 7-5 0,1-5 2 16,-1 1 5-16,2-2 0 0,-2 1 0 0,0-2 3 0,2 0-2 16,0-1-8-16,0 1 5 0,0-5 2 0,0 7-1 15,0-7 0-15,-2 5-3 0,2-2 8 16,0-3 3-16,0 0-2 0,0 0 1 0,-2 5-6 0,2-5 6 16,0 0 6-16,0 0 6 0,0 0-6 0,0 0-3 15,-4 2 0-15,4-2 0 0,0 0-4 0,-8 2-6 16,8-2 7-16,0 0-6 0,-12-1 1 0,12 1 2 15,-13-3-5-15,4 3 6 0,-2-1-4 0,3 0-1 16,-3 1-4-16,0 2 2 0,-3-2 7 0,0 2-3 16,0-1 3-16,-6-1-8 0,0 3 1 0,-3-2 0 15,-9-2 19-15,0 5-20 0,-3-1 4 0,-2 2-2 16,-1-2 1-16,0 1 15 0,0 0-20 0,-4-2 1 16,-13 5 4-16,0-3-6 0,2 3 7 0,-3-2-5 15,0-2 14-15,0 2-15 0,2 2 4 0,-2-1 1 16,-2-1-3-16,3 0-3 0,-1-1-2 0,-1 1 5 15,-2 0 17-15,0 0-19 0,2 4 1 0,-1-6 3 16,-4 2-4-16,1-3 5 0,1 2-2 0,-4 0 0 0,0 1 1 16,3 0 0-16,0 1-3 0,-4-4-3 0,2 3 6 15,1-2-2-15,-2-1 4 0,1 2-1 16,0 0-3-16,2-1 2 0,1 2-1 0,-1-4-3 0,-4 0 8 16,2 2-3-16,-1-2-2 0,2 3 11 0,-3-1-15 15,2-2 7-15,-1 1-2 0,3 0-1 0,1 0-12 16,-2 3 12-16,-1-2 5 0,2 1-3 0,1-4 1 15,-1 4-2-15,-2-2 1 0,2 0-4 0,0 3 0 16,1-5 4-16,-3 6-2 0,6-6-2 0,-4 5-1 16,2 1 2-16,-5-2 5 0,3 0-4 0,3 1 2 15,1 1-7-15,-5-2 8 0,3-3-3 0,-1 4-2 16,0 1 3-16,2-4 0 0,-2 1 0 0,0 1 0 16,0 2 2-16,5-2 3 0,-2-1-8 0,-4 2-2 15,4-1 4-15,1 1 3 0,-1-3 5 0,0 2-8 16,4 1 1-16,-3-1-1 0,-1 0 3 0,3 0-6 15,-5 0 3-15,6-3-1 0,-4 1 2 0,3 1 0 0,-2 2-1 16,0-2 0-16,3 1-5 0,8-1-2 0,-9-3 19 16,-3 4-6-16,2-1-5 0,0 1-2 0,-3 0 5 15,19-2-12-15,-18 0 8 0,0 5 0 16,2-3 3-16,-2-2-2 0,15 2 3 0,-16 2-1 0,-2-1-10 16,3-3 8-16,2 3 3 0,1 1-1 0,-1-1-3 15,13 0 5-15,-15 2-3 0,0 1 9 0,0-2-13 16,-2-1 1-16,6 0 1 0,10 1-1 0,-13-2 1 15,-1 2 6-15,2-1-6 0,1 3 0 0,-6-3 0 16,5-1-2-16,-1 1 3 0,-3 0-2 0,3 3 0 16,2-4 2-16,-2 5-2 0,-2-3 2 0,-1 0 2 15,5 1 3-15,-3-2-6 0,0 1 2 0,2 4-6 16,-2-3 9-16,0 0-4 0,1-3-4 0,-5 3 3 16,1 1 0-16,3-3 1 0,-3 5-1 0,3-4-1 15,-3 1-1-15,3-2 0 0,-1 0 0 0,-1 1 5 16,-1 1-7-16,1-2 6 0,4 1-3 0,-2 1 3 15,0 0-1-15,-2 1-3 0,1-3 1 0,-1 1 3 0,0 1 2 16,4-1-10-16,-2 0 7 0,-4 3 0 0,4-5-3 16,-2 3 0-16,5 1 2 0,-6-5 0 0,3 1 3 15,1 2 0-15,-1 1-2 0,1-3 4 0,-2 0 1 16,-1 2-2-16,-2 2-3 0,1-3 10 0,2 1-16 16,-1 0 3-16,-1 0-5 0,3 1 10 0,1 1-3 15,-1 0 1-15,0-4-4 0,0 4-2 0,-1-2 4 16,3 0 2-16,-3 0 0 0,0-1 2 0,3-1-2 15,-2 3 8-15,0-2-6 0,-2-3-6 0,3 4 4 16,-1-1-3-16,-1 3-3 0,-1-3 3 0,2 0 11 16,0-2-7-16,3 4 1 0,-2-2-3 0,1 6-3 15,0-8-3-15,15 6 7 0,-16-4-3 0,2-1 1 16,13 0 22-16,-15 2-20 0,2-1 4 0,13 0-4 0,-15 0-2 16,2-2-2-16,13 1 3 0,0 0 0 15,-1 0-4-15,0-1 1 0,1 0 3 0,-16 0 0 16,15 0 0-16,1-1 14 0,0 1-17 0,3-1 4 15,-4 2-2-15,4-3 3 0,1 2 0 0,2 0 2 0,-3 0-13 16,1 0 4-16,0 0 6 0,2-1 0 0,0 1-5 16,-2-1 5-16,2-3-3 0,-1 4 6 15,2 2-2-15,0-1 3 0,0-2-7 0,4 2 3 0,-2-2-4 16,2 2 6-16,1-2 7 0,5 0-10 0,-5-1 2 16,-2 2 1-16,13 1-5 0,-1-2 2 0,-1-2-1 15,2 0 8-15,2 0-6 0,2 0-2 0,-1 0 0 16,3 0 5-16,2 0-6 0,0 1 5 0,1-2 0 15,2 1 3-15,7 0-7 0,-13-1 6 0,13 1-3 16,-8-1 2-16,8 1-1 0,-7-3 5 0,7 3-1 16,-4-2-1-16,4 2-6 0,-6-5 4 0,6 5-1 15,-3-3-1-15,1-1-1 0,2 4 1 0,0 0 4 16,0-6 12-16,-3 1-14 0,3 5-1 0,3-7 1 0,-3 3 6 16,0 1 1-16,2-2-2 0,-2 5-4 15,2-8 3-15,-2 3 12 0,0-2-4 0,1 3 3 16,1-2 3-16,-4 0-4 0,4-1 3 0,-2 1-2 0,0-5-11 15,-2 0 12-15,1 2-3 0,-1-3-1 0,-3 1-1 16,4-1-11-16,-3-4 6 0,0 1 23 0,0-3-26 16,1 2 4-16,-4-2 0 0,2 0-4 15,-2-1 0-15,3 1 2 0,-4-1 5 0,2 0-6 0,-2-3 2 16,-3 3-1-16,3 0 0 0,0-1 6 0,-2 1 6 16,2-3-3-16,-4-1-2 0,1-3-3 0,4 7-3 15,-4-5 0-15,-1-1 1 0,3 0 0 0,-3-1-1 16,6 6-4-16,-5-8-1 0,3 1 0 0,-3-1 4 15,0 2 2-15,7 7-3 0,-4-8-7 0,-3 0 1 16,6 7 4-16,-4-6 2 0,5-1-10 0,-2 2 5 16,0 5-1-16,2 0 1 0,3-1 3 0,-2-7 0 15,-3 9 1-15,2-2-5 0,3 1-1 0,-3 1 4 0,0-2-2 16,4 1 0-16,-3 0 4 0,2 1-2 0,-2 2 0 16,3-1 3-16,-3-1-13 0,2-1 6 15,-2 2 1-15,3 0-3 0,0 0 10 0,0-1-8 0,0 1 15 16,0-1-15-16,0 1 1 0,4 0-11 0,-5 0 8 15,1 0 4-15,1 2-4 0,-1 0 10 0,0 0-8 16,3 1-2-16,-3 4 5 0,0-3-6 0,0 0 1 16,0 1 9-16,0 2-6 0,-3-2 3 0,2 1-2 15,1-1-1-15,0 2-1 0,-3-1 6 0,3-2-3 16,-2 4-9-16,-1-3 6 0,0 3 3 0,0-3-1 16,0 1 2-16,1 3-4 0,1-4 0 0,-2 1 2 15,-1 2-2-15,2-3 5 0,0 3-3 0,-1-3-10 16,3 2 9-16,-6 0-1 0,5 2-9 0,-2 1 12 0,0-2-2 15,1 4-8-15,2-2 6 0,-3 3 4 16,2 0 4-16,1-3-6 0,-4 2 0 0,4 4-10 16,-1-5 12-16,-1 3 3 0,1 0-2 0,1 4-2 0,-2-7-1 15,1 4 2-15,1 3-4 0,0-6 3 0,-1 2-1 16,1 4-3-16,-3-5-4 0,3 5 7 0,-3-7 2 16,3 5 0-16,0 2-5 0,0 0 7 0,-1-5 13 15,1 5-21-15,0-5 0 0,0 5 4 0,-2-7 0 16,1 3-8-16,1-1 7 0,0 5 5 0,0-7-5 15,0 2 1-15,0 5-2 0,1-7-3 0,-2 2 6 16,2 2-3-16,-1-2-3 0,0 5 6 0,0-6-5 16,2 2 6-16,-2 4-4 0,1-4-4 0,1 1-2 15,-2 3 8-15,1-6-1 0,-1 6 0 0,1-8 0 16,1 6-2-16,0 1 0 0,-2 1-4 0,2-5-15 16,-2 5-19-16,0 0-29 0,4-3-21 0,-4 3-23 15,8-3-22-15,-8 3-20 0,12 3-28 0,-6-2-28 0,6 0-51 16,4 2-40-16,2 1-243 0,5-3-591 0,2 0 262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31E9-1229-6653-34DF-3E35D880E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58385-FC6D-05EE-C95E-A2DD252EE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A91F5-3776-34A4-D9D3-B7ADFCD1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E37F-7B39-40CF-9AB4-A4494D5092CF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FA9C4-DDA2-63E1-C9C8-EFBFB205E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4C013-9F0E-3112-C3DD-068D32CC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3E97-AC49-4FCF-BFA4-DE2C4FF7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21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13C-C49A-30E7-7376-85D7A672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E6422-75BD-53C2-D6CF-CEDDB96DC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C9808-932E-AC75-13E9-564336742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E37F-7B39-40CF-9AB4-A4494D5092CF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5F2F0-1021-F320-6EAE-BF27F084A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F5011-4CD7-E549-04EB-EAEF85A60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3E97-AC49-4FCF-BFA4-DE2C4FF7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84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79C09-582B-6382-5789-AFD7F1E6B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A1008-203B-815D-954A-383E69BA4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B9EB4-195A-D08B-E07B-8966A6EE5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E37F-7B39-40CF-9AB4-A4494D5092CF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CB156-C23C-C3A9-A58A-1C6EE2C7B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9CB9C-D89E-6A0B-C662-C92DF292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3E97-AC49-4FCF-BFA4-DE2C4FF7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77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EBF57-C7CD-B8B3-6331-BF8B1D9B8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3A8C2-CBE8-ADF6-2973-F1536080D3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EA96C-3867-BECF-A730-DCC4A6A2B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9B376-0A85-5BA0-6BB6-23E6D5BF3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E37F-7B39-40CF-9AB4-A4494D5092CF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A693C-B781-A874-1EB6-54C072349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F39B9-0AAF-6E37-029F-0ECDF6F7E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3E97-AC49-4FCF-BFA4-DE2C4FF7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91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D9FF6-F7C1-F49C-B686-35EE474A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CBA1C-C891-5FC9-3118-083A7068B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F9380-87A8-E761-7167-53869A530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021FBB-B3D4-F216-AC3C-22F871D41D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660235-2030-6AF8-9D0B-E1EFC8D9F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E79F0E-03AE-0A9D-786A-8D5A4B9D3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E37F-7B39-40CF-9AB4-A4494D5092CF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BE8BD2-B4C2-6DDD-D156-EE9DA571C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80966D-C4F8-E4EA-980E-1BC2F9E5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3E97-AC49-4FCF-BFA4-DE2C4FF7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2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A336-B8BA-6852-F534-3CAA88911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949F7C-6474-5169-C635-7A94083FC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E37F-7B39-40CF-9AB4-A4494D5092CF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6757A-D929-9054-728A-15D96D7C3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D5BAF5-9D82-744C-88C4-F4BBCFDD2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3E97-AC49-4FCF-BFA4-DE2C4FF7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13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3A17F7-BE25-74D8-5C71-B2FF882C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E37F-7B39-40CF-9AB4-A4494D5092CF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4A059-DBF8-A9C2-9572-34891277E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6D682-E017-80F0-EBD1-1D3D66261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3E97-AC49-4FCF-BFA4-DE2C4FF7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58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E1E29-20D5-B5AF-9074-21B343A4A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8FE9A-9426-40C9-0409-0E31E031A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82DFB-A1EE-E44D-0DB6-06C0D5287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B01EE-3CCF-49C6-CB74-9C3390E5E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E37F-7B39-40CF-9AB4-A4494D5092CF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DFF48-45C6-F485-BF90-5F3FE90AC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3F62A-2070-0E13-F345-B590021A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3E97-AC49-4FCF-BFA4-DE2C4FF7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75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C6B36-4FDE-A01D-863A-3E8AD6FF6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5B22C9-CBF9-5D66-DCD1-E6D4A6B661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EF2F5-5FB5-116E-05E0-AC883AD28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AF2DC-E487-39A3-9EA3-CBCB103C2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E37F-7B39-40CF-9AB4-A4494D5092CF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62017-150D-5F8A-BBC9-B5EC9097A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15545-CAD7-8ECA-93A8-0DBD112CD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3E97-AC49-4FCF-BFA4-DE2C4FF7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280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DC6D5-BFD2-DEC7-581C-33DCACD2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4E79D-A7A5-9C03-BB7B-A778923CD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93288-EF62-E41A-2E70-89082DF83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E37F-7B39-40CF-9AB4-A4494D5092CF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4608-0AA0-74DE-5089-2E7C594AD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16A21-92A6-898F-E5C8-FE74E7D3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3E97-AC49-4FCF-BFA4-DE2C4FF7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5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7BDAAB-87D7-4978-4E4F-D110460863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CE39B-6ED0-B86C-9990-EC9F37293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F2902-AB42-380E-A15D-1DA5729D2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E37F-7B39-40CF-9AB4-A4494D5092CF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FBEFC-4294-F7A2-0C10-A62CD30F5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E3764-8C40-CD2B-8AD7-A0ECB0A1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53E97-AC49-4FCF-BFA4-DE2C4FF7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80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6CF30-E118-964F-B33B-20B53C469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AE6F-A242-EEC1-D17A-B9DFF918E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2CACD-2021-9354-6FC9-B251448991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DDE37F-7B39-40CF-9AB4-A4494D5092CF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82EE-45A8-51BB-AD81-51B98AB1A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6E498-1A45-2297-FE9D-47DB86820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553E97-AC49-4FCF-BFA4-DE2C4FF7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30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2A71A-4B7F-4B15-B24F-8C471EA916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Lecture-3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D7507-A2E6-3DD0-BB06-299D46DA97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71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E0CA-6F4C-0DF0-29BC-D48192AA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3BDF2-A9C6-E7E7-B658-D7C6BB7B6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519837-1F37-43BF-5B2F-5CDA11B5B6AE}"/>
                  </a:ext>
                </a:extLst>
              </p14:cNvPr>
              <p14:cNvContentPartPr/>
              <p14:nvPr/>
            </p14:nvContentPartPr>
            <p14:xfrm>
              <a:off x="334080" y="214200"/>
              <a:ext cx="11824920" cy="5963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519837-1F37-43BF-5B2F-5CDA11B5B6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4720" y="204840"/>
                <a:ext cx="11843640" cy="598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1030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E0CA-6F4C-0DF0-29BC-D48192AA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3BDF2-A9C6-E7E7-B658-D7C6BB7B6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8E7ADE2-7680-A66B-BA8C-C40C588147B3}"/>
                  </a:ext>
                </a:extLst>
              </p14:cNvPr>
              <p14:cNvContentPartPr/>
              <p14:nvPr/>
            </p14:nvContentPartPr>
            <p14:xfrm>
              <a:off x="178560" y="698760"/>
              <a:ext cx="11898360" cy="5300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8E7ADE2-7680-A66B-BA8C-C40C588147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200" y="689400"/>
                <a:ext cx="11917080" cy="531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7245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E0CA-6F4C-0DF0-29BC-D48192AA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3BDF2-A9C6-E7E7-B658-D7C6BB7B6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2355E8-6349-2733-14E8-89A6CC838A58}"/>
                  </a:ext>
                </a:extLst>
              </p14:cNvPr>
              <p14:cNvContentPartPr/>
              <p14:nvPr/>
            </p14:nvContentPartPr>
            <p14:xfrm>
              <a:off x="2742480" y="58320"/>
              <a:ext cx="8520480" cy="6145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2355E8-6349-2733-14E8-89A6CC838A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3120" y="48960"/>
                <a:ext cx="8539200" cy="616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982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E0CA-6F4C-0DF0-29BC-D48192AA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3BDF2-A9C6-E7E7-B658-D7C6BB7B6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1838609-B04F-8022-991B-02C91502937D}"/>
                  </a:ext>
                </a:extLst>
              </p14:cNvPr>
              <p14:cNvContentPartPr/>
              <p14:nvPr/>
            </p14:nvContentPartPr>
            <p14:xfrm>
              <a:off x="495000" y="403920"/>
              <a:ext cx="10528560" cy="6444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1838609-B04F-8022-991B-02C9150293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5640" y="394560"/>
                <a:ext cx="10547280" cy="646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7537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E0CA-6F4C-0DF0-29BC-D48192AA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3BDF2-A9C6-E7E7-B658-D7C6BB7B6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5A9155-A3FE-F1DD-7E09-F1A7725BE2D9}"/>
                  </a:ext>
                </a:extLst>
              </p14:cNvPr>
              <p14:cNvContentPartPr/>
              <p14:nvPr/>
            </p14:nvContentPartPr>
            <p14:xfrm>
              <a:off x="341280" y="233640"/>
              <a:ext cx="10888920" cy="3861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5A9155-A3FE-F1DD-7E09-F1A7725BE2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1920" y="224280"/>
                <a:ext cx="10907640" cy="387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9373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E0CA-6F4C-0DF0-29BC-D48192AA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3BDF2-A9C6-E7E7-B658-D7C6BB7B6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6AEF1A1-57B4-BD32-16BE-47988DFC963D}"/>
                  </a:ext>
                </a:extLst>
              </p14:cNvPr>
              <p14:cNvContentPartPr/>
              <p14:nvPr/>
            </p14:nvContentPartPr>
            <p14:xfrm>
              <a:off x="821520" y="148680"/>
              <a:ext cx="11282760" cy="6833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6AEF1A1-57B4-BD32-16BE-47988DFC96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2160" y="139320"/>
                <a:ext cx="11301480" cy="685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8810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E0CA-6F4C-0DF0-29BC-D48192AA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3BDF2-A9C6-E7E7-B658-D7C6BB7B6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87B8787-3B99-0337-3B03-350BE41CF281}"/>
                  </a:ext>
                </a:extLst>
              </p14:cNvPr>
              <p14:cNvContentPartPr/>
              <p14:nvPr/>
            </p14:nvContentPartPr>
            <p14:xfrm>
              <a:off x="1317240" y="155880"/>
              <a:ext cx="9414360" cy="6015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87B8787-3B99-0337-3B03-350BE41CF2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7880" y="146520"/>
                <a:ext cx="9433080" cy="603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8121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E0CA-6F4C-0DF0-29BC-D48192AA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3BDF2-A9C6-E7E7-B658-D7C6BB7B6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A322254-EECD-9862-6CE7-E1D516C094F6}"/>
                  </a:ext>
                </a:extLst>
              </p14:cNvPr>
              <p14:cNvContentPartPr/>
              <p14:nvPr/>
            </p14:nvContentPartPr>
            <p14:xfrm>
              <a:off x="1917360" y="478440"/>
              <a:ext cx="10229760" cy="4642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A322254-EECD-9862-6CE7-E1D516C094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8000" y="469080"/>
                <a:ext cx="10248480" cy="46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B3012B2-C117-A11F-4529-43ACB33ED92A}"/>
                  </a:ext>
                </a:extLst>
              </p14:cNvPr>
              <p14:cNvContentPartPr/>
              <p14:nvPr/>
            </p14:nvContentPartPr>
            <p14:xfrm>
              <a:off x="2408400" y="1590840"/>
              <a:ext cx="1963800" cy="314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B3012B2-C117-A11F-4529-43ACB33ED92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99040" y="1581480"/>
                <a:ext cx="1982520" cy="33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5083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E0CA-6F4C-0DF0-29BC-D48192AA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3BDF2-A9C6-E7E7-B658-D7C6BB7B6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B0DB1C-599F-E2D8-56E8-EE17701FADA4}"/>
                  </a:ext>
                </a:extLst>
              </p14:cNvPr>
              <p14:cNvContentPartPr/>
              <p14:nvPr/>
            </p14:nvContentPartPr>
            <p14:xfrm>
              <a:off x="318600" y="171360"/>
              <a:ext cx="11606400" cy="5843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B0DB1C-599F-E2D8-56E8-EE17701FAD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9240" y="162000"/>
                <a:ext cx="11625120" cy="586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1730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E0CA-6F4C-0DF0-29BC-D48192AA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3BDF2-A9C6-E7E7-B658-D7C6BB7B6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899D6A6-4DDF-A42B-5093-529D6228500F}"/>
                  </a:ext>
                </a:extLst>
              </p14:cNvPr>
              <p14:cNvContentPartPr/>
              <p14:nvPr/>
            </p14:nvContentPartPr>
            <p14:xfrm>
              <a:off x="543240" y="271800"/>
              <a:ext cx="11274840" cy="6212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899D6A6-4DDF-A42B-5093-529D622850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3880" y="262440"/>
                <a:ext cx="11293560" cy="623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5527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E0CA-6F4C-0DF0-29BC-D48192AA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3BDF2-A9C6-E7E7-B658-D7C6BB7B6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8674E8-29BD-256F-5CB9-DC0661723CCE}"/>
                  </a:ext>
                </a:extLst>
              </p14:cNvPr>
              <p14:cNvContentPartPr/>
              <p14:nvPr/>
            </p14:nvContentPartPr>
            <p14:xfrm>
              <a:off x="934560" y="124200"/>
              <a:ext cx="10777320" cy="6036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8674E8-29BD-256F-5CB9-DC0661723C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5200" y="114840"/>
                <a:ext cx="10796040" cy="605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4484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E0CA-6F4C-0DF0-29BC-D48192AA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3BDF2-A9C6-E7E7-B658-D7C6BB7B6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98D7BCC-B20C-6C74-8EA2-6D6E1D80D055}"/>
                  </a:ext>
                </a:extLst>
              </p14:cNvPr>
              <p14:cNvContentPartPr/>
              <p14:nvPr/>
            </p14:nvContentPartPr>
            <p14:xfrm>
              <a:off x="335880" y="322920"/>
              <a:ext cx="7508880" cy="4844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98D7BCC-B20C-6C74-8EA2-6D6E1D80D0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6520" y="313560"/>
                <a:ext cx="7527600" cy="486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3280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E0CA-6F4C-0DF0-29BC-D48192AA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3BDF2-A9C6-E7E7-B658-D7C6BB7B6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E0CA-6F4C-0DF0-29BC-D48192AA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3BDF2-A9C6-E7E7-B658-D7C6BB7B6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33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</Words>
  <Application>Microsoft Office PowerPoint</Application>
  <PresentationFormat>Widescreen</PresentationFormat>
  <Paragraphs>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Lecture-3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Ayyaz Hussain</dc:creator>
  <cp:lastModifiedBy>Ayyaz Hussain</cp:lastModifiedBy>
  <cp:revision>3</cp:revision>
  <dcterms:created xsi:type="dcterms:W3CDTF">2024-10-01T09:16:32Z</dcterms:created>
  <dcterms:modified xsi:type="dcterms:W3CDTF">2024-10-03T10:25:27Z</dcterms:modified>
</cp:coreProperties>
</file>